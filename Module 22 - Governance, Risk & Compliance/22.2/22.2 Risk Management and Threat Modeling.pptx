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61.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71.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52.xml"/>
  <Override ContentType="application/vnd.openxmlformats-officedocument.presentationml.slideLayout+xml" PartName="/ppt/slideLayouts/slideLayout21.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4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24.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30.xml"/>
  <Override ContentType="application/vnd.openxmlformats-officedocument.presentationml.slideLayout+xml" PartName="/ppt/slideLayouts/slideLayout56.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57.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5.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69.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6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67.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64.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63.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705"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 id="319" r:id="rId69"/>
    <p:sldId id="320" r:id="rId70"/>
    <p:sldId id="321" r:id="rId71"/>
    <p:sldId id="322" r:id="rId72"/>
    <p:sldId id="323" r:id="rId73"/>
    <p:sldId id="324" r:id="rId74"/>
    <p:sldId id="325" r:id="rId75"/>
    <p:sldId id="326" r:id="rId76"/>
  </p:sldIdLst>
  <p:sldSz cy="5143500" cx="9144000"/>
  <p:notesSz cx="6858000" cy="9144000"/>
  <p:embeddedFontLst>
    <p:embeddedFont>
      <p:font typeface="Roboto"/>
      <p:regular r:id="rId77"/>
      <p:bold r:id="rId78"/>
      <p:italic r:id="rId79"/>
      <p:boldItalic r:id="rId80"/>
    </p:embeddedFont>
    <p:embeddedFont>
      <p:font typeface="Roboto Medium"/>
      <p:regular r:id="rId81"/>
      <p:bold r:id="rId82"/>
      <p:italic r:id="rId83"/>
      <p:boldItalic r:id="rId84"/>
    </p:embeddedFont>
    <p:embeddedFont>
      <p:font typeface="Roboto Light"/>
      <p:regular r:id="rId85"/>
      <p:bold r:id="rId86"/>
      <p:italic r:id="rId87"/>
      <p:boldItalic r:id="rId88"/>
    </p:embeddedFont>
    <p:embeddedFont>
      <p:font typeface="Roboto Mono"/>
      <p:regular r:id="rId89"/>
      <p:bold r:id="rId90"/>
      <p:italic r:id="rId91"/>
      <p:boldItalic r:id="rId9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7AB8A554-8128-4678-8D51-403168EF7E6C}">
  <a:tblStyle styleId="{7AB8A554-8128-4678-8D51-403168EF7E6C}"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84" Type="http://schemas.openxmlformats.org/officeDocument/2006/relationships/font" Target="fonts/RobotoMedium-boldItalic.fntdata"/><Relationship Id="rId83" Type="http://schemas.openxmlformats.org/officeDocument/2006/relationships/font" Target="fonts/RobotoMedium-italic.fntdata"/><Relationship Id="rId42" Type="http://schemas.openxmlformats.org/officeDocument/2006/relationships/slide" Target="slides/slide37.xml"/><Relationship Id="rId86" Type="http://schemas.openxmlformats.org/officeDocument/2006/relationships/font" Target="fonts/RobotoLight-bold.fntdata"/><Relationship Id="rId41" Type="http://schemas.openxmlformats.org/officeDocument/2006/relationships/slide" Target="slides/slide36.xml"/><Relationship Id="rId85" Type="http://schemas.openxmlformats.org/officeDocument/2006/relationships/font" Target="fonts/RobotoLight-regular.fntdata"/><Relationship Id="rId44" Type="http://schemas.openxmlformats.org/officeDocument/2006/relationships/slide" Target="slides/slide39.xml"/><Relationship Id="rId88" Type="http://schemas.openxmlformats.org/officeDocument/2006/relationships/font" Target="fonts/RobotoLight-boldItalic.fntdata"/><Relationship Id="rId43" Type="http://schemas.openxmlformats.org/officeDocument/2006/relationships/slide" Target="slides/slide38.xml"/><Relationship Id="rId87" Type="http://schemas.openxmlformats.org/officeDocument/2006/relationships/font" Target="fonts/RobotoLight-italic.fntdata"/><Relationship Id="rId46" Type="http://schemas.openxmlformats.org/officeDocument/2006/relationships/slide" Target="slides/slide41.xml"/><Relationship Id="rId45" Type="http://schemas.openxmlformats.org/officeDocument/2006/relationships/slide" Target="slides/slide40.xml"/><Relationship Id="rId89" Type="http://schemas.openxmlformats.org/officeDocument/2006/relationships/font" Target="fonts/RobotoMono-regular.fntdata"/><Relationship Id="rId80" Type="http://schemas.openxmlformats.org/officeDocument/2006/relationships/font" Target="fonts/Roboto-boldItalic.fntdata"/><Relationship Id="rId82" Type="http://schemas.openxmlformats.org/officeDocument/2006/relationships/font" Target="fonts/RobotoMedium-bold.fntdata"/><Relationship Id="rId81" Type="http://schemas.openxmlformats.org/officeDocument/2006/relationships/font" Target="fonts/RobotoMedium-regular.fntdata"/><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73" Type="http://schemas.openxmlformats.org/officeDocument/2006/relationships/slide" Target="slides/slide68.xml"/><Relationship Id="rId72" Type="http://schemas.openxmlformats.org/officeDocument/2006/relationships/slide" Target="slides/slide67.xml"/><Relationship Id="rId31" Type="http://schemas.openxmlformats.org/officeDocument/2006/relationships/slide" Target="slides/slide26.xml"/><Relationship Id="rId75" Type="http://schemas.openxmlformats.org/officeDocument/2006/relationships/slide" Target="slides/slide70.xml"/><Relationship Id="rId30" Type="http://schemas.openxmlformats.org/officeDocument/2006/relationships/slide" Target="slides/slide25.xml"/><Relationship Id="rId74" Type="http://schemas.openxmlformats.org/officeDocument/2006/relationships/slide" Target="slides/slide69.xml"/><Relationship Id="rId33" Type="http://schemas.openxmlformats.org/officeDocument/2006/relationships/slide" Target="slides/slide28.xml"/><Relationship Id="rId77" Type="http://schemas.openxmlformats.org/officeDocument/2006/relationships/font" Target="fonts/Roboto-regular.fntdata"/><Relationship Id="rId32" Type="http://schemas.openxmlformats.org/officeDocument/2006/relationships/slide" Target="slides/slide27.xml"/><Relationship Id="rId76" Type="http://schemas.openxmlformats.org/officeDocument/2006/relationships/slide" Target="slides/slide71.xml"/><Relationship Id="rId35" Type="http://schemas.openxmlformats.org/officeDocument/2006/relationships/slide" Target="slides/slide30.xml"/><Relationship Id="rId79" Type="http://schemas.openxmlformats.org/officeDocument/2006/relationships/font" Target="fonts/Roboto-italic.fntdata"/><Relationship Id="rId34" Type="http://schemas.openxmlformats.org/officeDocument/2006/relationships/slide" Target="slides/slide29.xml"/><Relationship Id="rId78" Type="http://schemas.openxmlformats.org/officeDocument/2006/relationships/font" Target="fonts/Roboto-bold.fntdata"/><Relationship Id="rId71" Type="http://schemas.openxmlformats.org/officeDocument/2006/relationships/slide" Target="slides/slide66.xml"/><Relationship Id="rId70" Type="http://schemas.openxmlformats.org/officeDocument/2006/relationships/slide" Target="slides/slide65.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62" Type="http://schemas.openxmlformats.org/officeDocument/2006/relationships/slide" Target="slides/slide57.xml"/><Relationship Id="rId61" Type="http://schemas.openxmlformats.org/officeDocument/2006/relationships/slide" Target="slides/slide56.xml"/><Relationship Id="rId20" Type="http://schemas.openxmlformats.org/officeDocument/2006/relationships/slide" Target="slides/slide15.xml"/><Relationship Id="rId64" Type="http://schemas.openxmlformats.org/officeDocument/2006/relationships/slide" Target="slides/slide59.xml"/><Relationship Id="rId63" Type="http://schemas.openxmlformats.org/officeDocument/2006/relationships/slide" Target="slides/slide58.xml"/><Relationship Id="rId22" Type="http://schemas.openxmlformats.org/officeDocument/2006/relationships/slide" Target="slides/slide17.xml"/><Relationship Id="rId66" Type="http://schemas.openxmlformats.org/officeDocument/2006/relationships/slide" Target="slides/slide61.xml"/><Relationship Id="rId21" Type="http://schemas.openxmlformats.org/officeDocument/2006/relationships/slide" Target="slides/slide16.xml"/><Relationship Id="rId65" Type="http://schemas.openxmlformats.org/officeDocument/2006/relationships/slide" Target="slides/slide60.xml"/><Relationship Id="rId24" Type="http://schemas.openxmlformats.org/officeDocument/2006/relationships/slide" Target="slides/slide19.xml"/><Relationship Id="rId68" Type="http://schemas.openxmlformats.org/officeDocument/2006/relationships/slide" Target="slides/slide63.xml"/><Relationship Id="rId23" Type="http://schemas.openxmlformats.org/officeDocument/2006/relationships/slide" Target="slides/slide18.xml"/><Relationship Id="rId67" Type="http://schemas.openxmlformats.org/officeDocument/2006/relationships/slide" Target="slides/slide62.xml"/><Relationship Id="rId60" Type="http://schemas.openxmlformats.org/officeDocument/2006/relationships/slide" Target="slides/slide55.xml"/><Relationship Id="rId26" Type="http://schemas.openxmlformats.org/officeDocument/2006/relationships/slide" Target="slides/slide21.xml"/><Relationship Id="rId25" Type="http://schemas.openxmlformats.org/officeDocument/2006/relationships/slide" Target="slides/slide20.xml"/><Relationship Id="rId69" Type="http://schemas.openxmlformats.org/officeDocument/2006/relationships/slide" Target="slides/slide64.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11" Type="http://schemas.openxmlformats.org/officeDocument/2006/relationships/slide" Target="slides/slide6.xml"/><Relationship Id="rId55" Type="http://schemas.openxmlformats.org/officeDocument/2006/relationships/slide" Target="slides/slide50.xml"/><Relationship Id="rId10" Type="http://schemas.openxmlformats.org/officeDocument/2006/relationships/slide" Target="slides/slide5.xml"/><Relationship Id="rId54" Type="http://schemas.openxmlformats.org/officeDocument/2006/relationships/slide" Target="slides/slide49.xml"/><Relationship Id="rId13" Type="http://schemas.openxmlformats.org/officeDocument/2006/relationships/slide" Target="slides/slide8.xml"/><Relationship Id="rId57" Type="http://schemas.openxmlformats.org/officeDocument/2006/relationships/slide" Target="slides/slide52.xml"/><Relationship Id="rId12" Type="http://schemas.openxmlformats.org/officeDocument/2006/relationships/slide" Target="slides/slide7.xml"/><Relationship Id="rId56" Type="http://schemas.openxmlformats.org/officeDocument/2006/relationships/slide" Target="slides/slide51.xml"/><Relationship Id="rId91" Type="http://schemas.openxmlformats.org/officeDocument/2006/relationships/font" Target="fonts/RobotoMono-italic.fntdata"/><Relationship Id="rId90" Type="http://schemas.openxmlformats.org/officeDocument/2006/relationships/font" Target="fonts/RobotoMono-bold.fntdata"/><Relationship Id="rId92" Type="http://schemas.openxmlformats.org/officeDocument/2006/relationships/font" Target="fonts/RobotoMono-boldItalic.fntdata"/><Relationship Id="rId15" Type="http://schemas.openxmlformats.org/officeDocument/2006/relationships/slide" Target="slides/slide10.xml"/><Relationship Id="rId59" Type="http://schemas.openxmlformats.org/officeDocument/2006/relationships/slide" Target="slides/slide54.xml"/><Relationship Id="rId14" Type="http://schemas.openxmlformats.org/officeDocument/2006/relationships/slide" Target="slides/slide9.xml"/><Relationship Id="rId58" Type="http://schemas.openxmlformats.org/officeDocument/2006/relationships/slide" Target="slides/slide53.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5" name="Shape 435"/>
        <p:cNvGrpSpPr/>
        <p:nvPr/>
      </p:nvGrpSpPr>
      <p:grpSpPr>
        <a:xfrm>
          <a:off x="0" y="0"/>
          <a:ext cx="0" cy="0"/>
          <a:chOff x="0" y="0"/>
          <a:chExt cx="0" cy="0"/>
        </a:xfrm>
      </p:grpSpPr>
      <p:sp>
        <p:nvSpPr>
          <p:cNvPr id="436" name="Google Shape;436;g480f0dd0a7_0_18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7" name="Google Shape;437;g480f0dd0a7_0_18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5" name="Shape 445"/>
        <p:cNvGrpSpPr/>
        <p:nvPr/>
      </p:nvGrpSpPr>
      <p:grpSpPr>
        <a:xfrm>
          <a:off x="0" y="0"/>
          <a:ext cx="0" cy="0"/>
          <a:chOff x="0" y="0"/>
          <a:chExt cx="0" cy="0"/>
        </a:xfrm>
      </p:grpSpPr>
      <p:sp>
        <p:nvSpPr>
          <p:cNvPr id="446" name="Google Shape;446;g6de1852add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7" name="Google Shape;447;g6de1852add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1" name="Shape 461"/>
        <p:cNvGrpSpPr/>
        <p:nvPr/>
      </p:nvGrpSpPr>
      <p:grpSpPr>
        <a:xfrm>
          <a:off x="0" y="0"/>
          <a:ext cx="0" cy="0"/>
          <a:chOff x="0" y="0"/>
          <a:chExt cx="0" cy="0"/>
        </a:xfrm>
      </p:grpSpPr>
      <p:sp>
        <p:nvSpPr>
          <p:cNvPr id="462" name="Google Shape;462;gcb7573833f_0_10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3" name="Google Shape;463;gcb7573833f_0_10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7" name="Shape 487"/>
        <p:cNvGrpSpPr/>
        <p:nvPr/>
      </p:nvGrpSpPr>
      <p:grpSpPr>
        <a:xfrm>
          <a:off x="0" y="0"/>
          <a:ext cx="0" cy="0"/>
          <a:chOff x="0" y="0"/>
          <a:chExt cx="0" cy="0"/>
        </a:xfrm>
      </p:grpSpPr>
      <p:sp>
        <p:nvSpPr>
          <p:cNvPr id="488" name="Google Shape;488;g529ced8eb1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9" name="Google Shape;489;g529ced8eb1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3" name="Shape 493"/>
        <p:cNvGrpSpPr/>
        <p:nvPr/>
      </p:nvGrpSpPr>
      <p:grpSpPr>
        <a:xfrm>
          <a:off x="0" y="0"/>
          <a:ext cx="0" cy="0"/>
          <a:chOff x="0" y="0"/>
          <a:chExt cx="0" cy="0"/>
        </a:xfrm>
      </p:grpSpPr>
      <p:sp>
        <p:nvSpPr>
          <p:cNvPr id="494" name="Google Shape;494;gcb7573833f_0_11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5" name="Google Shape;495;gcb7573833f_0_11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8" name="Shape 498"/>
        <p:cNvGrpSpPr/>
        <p:nvPr/>
      </p:nvGrpSpPr>
      <p:grpSpPr>
        <a:xfrm>
          <a:off x="0" y="0"/>
          <a:ext cx="0" cy="0"/>
          <a:chOff x="0" y="0"/>
          <a:chExt cx="0" cy="0"/>
        </a:xfrm>
      </p:grpSpPr>
      <p:sp>
        <p:nvSpPr>
          <p:cNvPr id="499" name="Google Shape;499;gcb7573833f_0_11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0" name="Google Shape;500;gcb7573833f_0_11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3" name="Shape 503"/>
        <p:cNvGrpSpPr/>
        <p:nvPr/>
      </p:nvGrpSpPr>
      <p:grpSpPr>
        <a:xfrm>
          <a:off x="0" y="0"/>
          <a:ext cx="0" cy="0"/>
          <a:chOff x="0" y="0"/>
          <a:chExt cx="0" cy="0"/>
        </a:xfrm>
      </p:grpSpPr>
      <p:sp>
        <p:nvSpPr>
          <p:cNvPr id="504" name="Google Shape;504;gcb7573833f_0_11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5" name="Google Shape;505;gcb7573833f_0_11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8" name="Shape 508"/>
        <p:cNvGrpSpPr/>
        <p:nvPr/>
      </p:nvGrpSpPr>
      <p:grpSpPr>
        <a:xfrm>
          <a:off x="0" y="0"/>
          <a:ext cx="0" cy="0"/>
          <a:chOff x="0" y="0"/>
          <a:chExt cx="0" cy="0"/>
        </a:xfrm>
      </p:grpSpPr>
      <p:sp>
        <p:nvSpPr>
          <p:cNvPr id="509" name="Google Shape;509;gcb7573833f_0_11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0" name="Google Shape;510;gcb7573833f_0_11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3" name="Shape 513"/>
        <p:cNvGrpSpPr/>
        <p:nvPr/>
      </p:nvGrpSpPr>
      <p:grpSpPr>
        <a:xfrm>
          <a:off x="0" y="0"/>
          <a:ext cx="0" cy="0"/>
          <a:chOff x="0" y="0"/>
          <a:chExt cx="0" cy="0"/>
        </a:xfrm>
      </p:grpSpPr>
      <p:sp>
        <p:nvSpPr>
          <p:cNvPr id="514" name="Google Shape;514;gcb7573833f_0_11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5" name="Google Shape;515;gcb7573833f_0_11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9" name="Shape 519"/>
        <p:cNvGrpSpPr/>
        <p:nvPr/>
      </p:nvGrpSpPr>
      <p:grpSpPr>
        <a:xfrm>
          <a:off x="0" y="0"/>
          <a:ext cx="0" cy="0"/>
          <a:chOff x="0" y="0"/>
          <a:chExt cx="0" cy="0"/>
        </a:xfrm>
      </p:grpSpPr>
      <p:sp>
        <p:nvSpPr>
          <p:cNvPr id="520" name="Google Shape;520;gcb7573833f_0_22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1" name="Google Shape;521;gcb7573833f_0_22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4" name="Shape 524"/>
        <p:cNvGrpSpPr/>
        <p:nvPr/>
      </p:nvGrpSpPr>
      <p:grpSpPr>
        <a:xfrm>
          <a:off x="0" y="0"/>
          <a:ext cx="0" cy="0"/>
          <a:chOff x="0" y="0"/>
          <a:chExt cx="0" cy="0"/>
        </a:xfrm>
      </p:grpSpPr>
      <p:sp>
        <p:nvSpPr>
          <p:cNvPr id="525" name="Google Shape;525;g27f1533115d_0_14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6" name="Google Shape;526;g27f1533115d_0_14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9" name="Shape 529"/>
        <p:cNvGrpSpPr/>
        <p:nvPr/>
      </p:nvGrpSpPr>
      <p:grpSpPr>
        <a:xfrm>
          <a:off x="0" y="0"/>
          <a:ext cx="0" cy="0"/>
          <a:chOff x="0" y="0"/>
          <a:chExt cx="0" cy="0"/>
        </a:xfrm>
      </p:grpSpPr>
      <p:sp>
        <p:nvSpPr>
          <p:cNvPr id="530" name="Google Shape;530;g59d63fdb6b_0_4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1" name="Google Shape;531;g59d63fdb6b_0_4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0" name="Shape 550"/>
        <p:cNvGrpSpPr/>
        <p:nvPr/>
      </p:nvGrpSpPr>
      <p:grpSpPr>
        <a:xfrm>
          <a:off x="0" y="0"/>
          <a:ext cx="0" cy="0"/>
          <a:chOff x="0" y="0"/>
          <a:chExt cx="0" cy="0"/>
        </a:xfrm>
      </p:grpSpPr>
      <p:sp>
        <p:nvSpPr>
          <p:cNvPr id="551" name="Google Shape;551;g936b80dfb7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2" name="Google Shape;552;g936b80dfb7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shutterstock_1165064974</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1" name="Shape 561"/>
        <p:cNvGrpSpPr/>
        <p:nvPr/>
      </p:nvGrpSpPr>
      <p:grpSpPr>
        <a:xfrm>
          <a:off x="0" y="0"/>
          <a:ext cx="0" cy="0"/>
          <a:chOff x="0" y="0"/>
          <a:chExt cx="0" cy="0"/>
        </a:xfrm>
      </p:grpSpPr>
      <p:sp>
        <p:nvSpPr>
          <p:cNvPr id="562" name="Google Shape;562;gcb7573833f_0_22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3" name="Google Shape;563;gcb7573833f_0_22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shutterstock_423473107</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5" name="Shape 575"/>
        <p:cNvGrpSpPr/>
        <p:nvPr/>
      </p:nvGrpSpPr>
      <p:grpSpPr>
        <a:xfrm>
          <a:off x="0" y="0"/>
          <a:ext cx="0" cy="0"/>
          <a:chOff x="0" y="0"/>
          <a:chExt cx="0" cy="0"/>
        </a:xfrm>
      </p:grpSpPr>
      <p:sp>
        <p:nvSpPr>
          <p:cNvPr id="576" name="Google Shape;576;gcb7573833f_0_22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7" name="Google Shape;577;gcb7573833f_0_22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shutterstock_1599289462</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9" name="Shape 589"/>
        <p:cNvGrpSpPr/>
        <p:nvPr/>
      </p:nvGrpSpPr>
      <p:grpSpPr>
        <a:xfrm>
          <a:off x="0" y="0"/>
          <a:ext cx="0" cy="0"/>
          <a:chOff x="0" y="0"/>
          <a:chExt cx="0" cy="0"/>
        </a:xfrm>
      </p:grpSpPr>
      <p:sp>
        <p:nvSpPr>
          <p:cNvPr id="590" name="Google Shape;590;gcb7573833f_0_23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1" name="Google Shape;591;gcb7573833f_0_23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3" name="Shape 603"/>
        <p:cNvGrpSpPr/>
        <p:nvPr/>
      </p:nvGrpSpPr>
      <p:grpSpPr>
        <a:xfrm>
          <a:off x="0" y="0"/>
          <a:ext cx="0" cy="0"/>
          <a:chOff x="0" y="0"/>
          <a:chExt cx="0" cy="0"/>
        </a:xfrm>
      </p:grpSpPr>
      <p:sp>
        <p:nvSpPr>
          <p:cNvPr id="604" name="Google Shape;604;gcb7573833f_0_23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5" name="Google Shape;605;gcb7573833f_0_23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3" name="Shape 643"/>
        <p:cNvGrpSpPr/>
        <p:nvPr/>
      </p:nvGrpSpPr>
      <p:grpSpPr>
        <a:xfrm>
          <a:off x="0" y="0"/>
          <a:ext cx="0" cy="0"/>
          <a:chOff x="0" y="0"/>
          <a:chExt cx="0" cy="0"/>
        </a:xfrm>
      </p:grpSpPr>
      <p:sp>
        <p:nvSpPr>
          <p:cNvPr id="644" name="Google Shape;644;gcb7573833f_0_23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5" name="Google Shape;645;gcb7573833f_0_23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0" name="Shape 660"/>
        <p:cNvGrpSpPr/>
        <p:nvPr/>
      </p:nvGrpSpPr>
      <p:grpSpPr>
        <a:xfrm>
          <a:off x="0" y="0"/>
          <a:ext cx="0" cy="0"/>
          <a:chOff x="0" y="0"/>
          <a:chExt cx="0" cy="0"/>
        </a:xfrm>
      </p:grpSpPr>
      <p:sp>
        <p:nvSpPr>
          <p:cNvPr id="661" name="Google Shape;661;gcb7573833f_0_24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2" name="Google Shape;662;gcb7573833f_0_24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7" name="Shape 687"/>
        <p:cNvGrpSpPr/>
        <p:nvPr/>
      </p:nvGrpSpPr>
      <p:grpSpPr>
        <a:xfrm>
          <a:off x="0" y="0"/>
          <a:ext cx="0" cy="0"/>
          <a:chOff x="0" y="0"/>
          <a:chExt cx="0" cy="0"/>
        </a:xfrm>
      </p:grpSpPr>
      <p:sp>
        <p:nvSpPr>
          <p:cNvPr id="688" name="Google Shape;688;gcb7573833f_0_24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9" name="Google Shape;689;gcb7573833f_0_24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9" name="Shape 699"/>
        <p:cNvGrpSpPr/>
        <p:nvPr/>
      </p:nvGrpSpPr>
      <p:grpSpPr>
        <a:xfrm>
          <a:off x="0" y="0"/>
          <a:ext cx="0" cy="0"/>
          <a:chOff x="0" y="0"/>
          <a:chExt cx="0" cy="0"/>
        </a:xfrm>
      </p:grpSpPr>
      <p:sp>
        <p:nvSpPr>
          <p:cNvPr id="700" name="Google Shape;700;g27f1533115d_0_11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1" name="Google Shape;701;g27f1533115d_0_11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6" name="Shape 716"/>
        <p:cNvGrpSpPr/>
        <p:nvPr/>
      </p:nvGrpSpPr>
      <p:grpSpPr>
        <a:xfrm>
          <a:off x="0" y="0"/>
          <a:ext cx="0" cy="0"/>
          <a:chOff x="0" y="0"/>
          <a:chExt cx="0" cy="0"/>
        </a:xfrm>
      </p:grpSpPr>
      <p:sp>
        <p:nvSpPr>
          <p:cNvPr id="717" name="Google Shape;717;gcb7573833f_0_36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8" name="Google Shape;718;gcb7573833f_0_36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7" name="Shape 727"/>
        <p:cNvGrpSpPr/>
        <p:nvPr/>
      </p:nvGrpSpPr>
      <p:grpSpPr>
        <a:xfrm>
          <a:off x="0" y="0"/>
          <a:ext cx="0" cy="0"/>
          <a:chOff x="0" y="0"/>
          <a:chExt cx="0" cy="0"/>
        </a:xfrm>
      </p:grpSpPr>
      <p:sp>
        <p:nvSpPr>
          <p:cNvPr id="728" name="Google Shape;728;gcb7573833f_0_36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9" name="Google Shape;729;gcb7573833f_0_36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4" name="Shape 734"/>
        <p:cNvGrpSpPr/>
        <p:nvPr/>
      </p:nvGrpSpPr>
      <p:grpSpPr>
        <a:xfrm>
          <a:off x="0" y="0"/>
          <a:ext cx="0" cy="0"/>
          <a:chOff x="0" y="0"/>
          <a:chExt cx="0" cy="0"/>
        </a:xfrm>
      </p:grpSpPr>
      <p:sp>
        <p:nvSpPr>
          <p:cNvPr id="735" name="Google Shape;735;g96c1fe52d9_0_10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6" name="Google Shape;736;g96c1fe52d9_0_10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8" name="Shape 738"/>
        <p:cNvGrpSpPr/>
        <p:nvPr/>
      </p:nvGrpSpPr>
      <p:grpSpPr>
        <a:xfrm>
          <a:off x="0" y="0"/>
          <a:ext cx="0" cy="0"/>
          <a:chOff x="0" y="0"/>
          <a:chExt cx="0" cy="0"/>
        </a:xfrm>
      </p:grpSpPr>
      <p:sp>
        <p:nvSpPr>
          <p:cNvPr id="739" name="Google Shape;739;gfa3d4a8e55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0" name="Google Shape;740;gfa3d4a8e55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2" name="Shape 742"/>
        <p:cNvGrpSpPr/>
        <p:nvPr/>
      </p:nvGrpSpPr>
      <p:grpSpPr>
        <a:xfrm>
          <a:off x="0" y="0"/>
          <a:ext cx="0" cy="0"/>
          <a:chOff x="0" y="0"/>
          <a:chExt cx="0" cy="0"/>
        </a:xfrm>
      </p:grpSpPr>
      <p:sp>
        <p:nvSpPr>
          <p:cNvPr id="743" name="Google Shape;743;g59d63fdb6b_0_1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4" name="Google Shape;744;g59d63fdb6b_0_1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8" name="Shape 748"/>
        <p:cNvGrpSpPr/>
        <p:nvPr/>
      </p:nvGrpSpPr>
      <p:grpSpPr>
        <a:xfrm>
          <a:off x="0" y="0"/>
          <a:ext cx="0" cy="0"/>
          <a:chOff x="0" y="0"/>
          <a:chExt cx="0" cy="0"/>
        </a:xfrm>
      </p:grpSpPr>
      <p:sp>
        <p:nvSpPr>
          <p:cNvPr id="749" name="Google Shape;749;gcb7573833f_0_25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0" name="Google Shape;750;gcb7573833f_0_25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3" name="Shape 753"/>
        <p:cNvGrpSpPr/>
        <p:nvPr/>
      </p:nvGrpSpPr>
      <p:grpSpPr>
        <a:xfrm>
          <a:off x="0" y="0"/>
          <a:ext cx="0" cy="0"/>
          <a:chOff x="0" y="0"/>
          <a:chExt cx="0" cy="0"/>
        </a:xfrm>
      </p:grpSpPr>
      <p:sp>
        <p:nvSpPr>
          <p:cNvPr id="754" name="Google Shape;754;g2760cae1ca2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5" name="Google Shape;755;g2760cae1ca2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9" name="Shape 759"/>
        <p:cNvGrpSpPr/>
        <p:nvPr/>
      </p:nvGrpSpPr>
      <p:grpSpPr>
        <a:xfrm>
          <a:off x="0" y="0"/>
          <a:ext cx="0" cy="0"/>
          <a:chOff x="0" y="0"/>
          <a:chExt cx="0" cy="0"/>
        </a:xfrm>
      </p:grpSpPr>
      <p:sp>
        <p:nvSpPr>
          <p:cNvPr id="760" name="Google Shape;760;g2760cae1ca2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1" name="Google Shape;761;g2760cae1ca2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6" name="Shape 796"/>
        <p:cNvGrpSpPr/>
        <p:nvPr/>
      </p:nvGrpSpPr>
      <p:grpSpPr>
        <a:xfrm>
          <a:off x="0" y="0"/>
          <a:ext cx="0" cy="0"/>
          <a:chOff x="0" y="0"/>
          <a:chExt cx="0" cy="0"/>
        </a:xfrm>
      </p:grpSpPr>
      <p:sp>
        <p:nvSpPr>
          <p:cNvPr id="797" name="Google Shape;797;gcb7573833f_0_36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8" name="Google Shape;798;gcb7573833f_0_36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shutterstock_1380406934</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9" name="Shape 809"/>
        <p:cNvGrpSpPr/>
        <p:nvPr/>
      </p:nvGrpSpPr>
      <p:grpSpPr>
        <a:xfrm>
          <a:off x="0" y="0"/>
          <a:ext cx="0" cy="0"/>
          <a:chOff x="0" y="0"/>
          <a:chExt cx="0" cy="0"/>
        </a:xfrm>
      </p:grpSpPr>
      <p:sp>
        <p:nvSpPr>
          <p:cNvPr id="810" name="Google Shape;810;gcb7573833f_0_36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1" name="Google Shape;811;gcb7573833f_0_36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shutterstock_1868833624</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7" name="Shape 817"/>
        <p:cNvGrpSpPr/>
        <p:nvPr/>
      </p:nvGrpSpPr>
      <p:grpSpPr>
        <a:xfrm>
          <a:off x="0" y="0"/>
          <a:ext cx="0" cy="0"/>
          <a:chOff x="0" y="0"/>
          <a:chExt cx="0" cy="0"/>
        </a:xfrm>
      </p:grpSpPr>
      <p:sp>
        <p:nvSpPr>
          <p:cNvPr id="818" name="Google Shape;818;gcb7573833f_0_37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9" name="Google Shape;819;gcb7573833f_0_37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shutterstock_1293840505</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4" name="Shape 824"/>
        <p:cNvGrpSpPr/>
        <p:nvPr/>
      </p:nvGrpSpPr>
      <p:grpSpPr>
        <a:xfrm>
          <a:off x="0" y="0"/>
          <a:ext cx="0" cy="0"/>
          <a:chOff x="0" y="0"/>
          <a:chExt cx="0" cy="0"/>
        </a:xfrm>
      </p:grpSpPr>
      <p:sp>
        <p:nvSpPr>
          <p:cNvPr id="825" name="Google Shape;825;gcb7573833f_0_37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6" name="Google Shape;826;gcb7573833f_0_37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9" name="Shape 839"/>
        <p:cNvGrpSpPr/>
        <p:nvPr/>
      </p:nvGrpSpPr>
      <p:grpSpPr>
        <a:xfrm>
          <a:off x="0" y="0"/>
          <a:ext cx="0" cy="0"/>
          <a:chOff x="0" y="0"/>
          <a:chExt cx="0" cy="0"/>
        </a:xfrm>
      </p:grpSpPr>
      <p:sp>
        <p:nvSpPr>
          <p:cNvPr id="840" name="Google Shape;840;gcb7573833f_0_37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1" name="Google Shape;841;gcb7573833f_0_37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3" name="Shape 853"/>
        <p:cNvGrpSpPr/>
        <p:nvPr/>
      </p:nvGrpSpPr>
      <p:grpSpPr>
        <a:xfrm>
          <a:off x="0" y="0"/>
          <a:ext cx="0" cy="0"/>
          <a:chOff x="0" y="0"/>
          <a:chExt cx="0" cy="0"/>
        </a:xfrm>
      </p:grpSpPr>
      <p:sp>
        <p:nvSpPr>
          <p:cNvPr id="854" name="Google Shape;854;g2760cae1ca2_0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55" name="Google Shape;855;g2760cae1ca2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9" name="Shape 919"/>
        <p:cNvGrpSpPr/>
        <p:nvPr/>
      </p:nvGrpSpPr>
      <p:grpSpPr>
        <a:xfrm>
          <a:off x="0" y="0"/>
          <a:ext cx="0" cy="0"/>
          <a:chOff x="0" y="0"/>
          <a:chExt cx="0" cy="0"/>
        </a:xfrm>
      </p:grpSpPr>
      <p:sp>
        <p:nvSpPr>
          <p:cNvPr id="920" name="Google Shape;920;g27f1533115d_0_12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1" name="Google Shape;921;g27f1533115d_0_12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4" name="Shape 934"/>
        <p:cNvGrpSpPr/>
        <p:nvPr/>
      </p:nvGrpSpPr>
      <p:grpSpPr>
        <a:xfrm>
          <a:off x="0" y="0"/>
          <a:ext cx="0" cy="0"/>
          <a:chOff x="0" y="0"/>
          <a:chExt cx="0" cy="0"/>
        </a:xfrm>
      </p:grpSpPr>
      <p:sp>
        <p:nvSpPr>
          <p:cNvPr id="935" name="Google Shape;935;gcb7573833f_0_38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6" name="Google Shape;936;gcb7573833f_0_38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9" name="Shape 939"/>
        <p:cNvGrpSpPr/>
        <p:nvPr/>
      </p:nvGrpSpPr>
      <p:grpSpPr>
        <a:xfrm>
          <a:off x="0" y="0"/>
          <a:ext cx="0" cy="0"/>
          <a:chOff x="0" y="0"/>
          <a:chExt cx="0" cy="0"/>
        </a:xfrm>
      </p:grpSpPr>
      <p:sp>
        <p:nvSpPr>
          <p:cNvPr id="940" name="Google Shape;940;gcb7573833f_0_38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1" name="Google Shape;941;gcb7573833f_0_38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i="1" lang="en" sz="1000">
                <a:solidFill>
                  <a:schemeClr val="dk1"/>
                </a:solidFill>
                <a:latin typeface="Roboto"/>
                <a:ea typeface="Roboto"/>
                <a:cs typeface="Roboto"/>
                <a:sym typeface="Roboto"/>
              </a:rPr>
              <a:t>Image sources: shutterstock_683984128 (bakery); shutterstock_1259409754 (bank)</a:t>
            </a:r>
            <a:endParaRPr i="1" sz="1000">
              <a:solidFill>
                <a:schemeClr val="dk1"/>
              </a:solidFill>
              <a:latin typeface="Roboto"/>
              <a:ea typeface="Roboto"/>
              <a:cs typeface="Roboto"/>
              <a:sym typeface="Roboto"/>
            </a:endParaRPr>
          </a:p>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1" name="Shape 951"/>
        <p:cNvGrpSpPr/>
        <p:nvPr/>
      </p:nvGrpSpPr>
      <p:grpSpPr>
        <a:xfrm>
          <a:off x="0" y="0"/>
          <a:ext cx="0" cy="0"/>
          <a:chOff x="0" y="0"/>
          <a:chExt cx="0" cy="0"/>
        </a:xfrm>
      </p:grpSpPr>
      <p:sp>
        <p:nvSpPr>
          <p:cNvPr id="952" name="Google Shape;952;gcb7573833f_0_39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53" name="Google Shape;953;gcb7573833f_0_39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6" name="Shape 966"/>
        <p:cNvGrpSpPr/>
        <p:nvPr/>
      </p:nvGrpSpPr>
      <p:grpSpPr>
        <a:xfrm>
          <a:off x="0" y="0"/>
          <a:ext cx="0" cy="0"/>
          <a:chOff x="0" y="0"/>
          <a:chExt cx="0" cy="0"/>
        </a:xfrm>
      </p:grpSpPr>
      <p:sp>
        <p:nvSpPr>
          <p:cNvPr id="967" name="Google Shape;967;gcb7573833f_0_39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8" name="Google Shape;968;gcb7573833f_0_39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1" name="Shape 971"/>
        <p:cNvGrpSpPr/>
        <p:nvPr/>
      </p:nvGrpSpPr>
      <p:grpSpPr>
        <a:xfrm>
          <a:off x="0" y="0"/>
          <a:ext cx="0" cy="0"/>
          <a:chOff x="0" y="0"/>
          <a:chExt cx="0" cy="0"/>
        </a:xfrm>
      </p:grpSpPr>
      <p:sp>
        <p:nvSpPr>
          <p:cNvPr id="972" name="Google Shape;972;gcb7573833f_0_39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3" name="Google Shape;973;gcb7573833f_0_39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9" name="Shape 979"/>
        <p:cNvGrpSpPr/>
        <p:nvPr/>
      </p:nvGrpSpPr>
      <p:grpSpPr>
        <a:xfrm>
          <a:off x="0" y="0"/>
          <a:ext cx="0" cy="0"/>
          <a:chOff x="0" y="0"/>
          <a:chExt cx="0" cy="0"/>
        </a:xfrm>
      </p:grpSpPr>
      <p:sp>
        <p:nvSpPr>
          <p:cNvPr id="980" name="Google Shape;980;g6c350e3cf5_0_24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1" name="Google Shape;981;g6c350e3cf5_0_24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5" name="Shape 1005"/>
        <p:cNvGrpSpPr/>
        <p:nvPr/>
      </p:nvGrpSpPr>
      <p:grpSpPr>
        <a:xfrm>
          <a:off x="0" y="0"/>
          <a:ext cx="0" cy="0"/>
          <a:chOff x="0" y="0"/>
          <a:chExt cx="0" cy="0"/>
        </a:xfrm>
      </p:grpSpPr>
      <p:sp>
        <p:nvSpPr>
          <p:cNvPr id="1006" name="Google Shape;1006;g6c350e3cf5_0_24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7" name="Google Shape;1007;g6c350e3cf5_0_24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9" name="Shape 1019"/>
        <p:cNvGrpSpPr/>
        <p:nvPr/>
      </p:nvGrpSpPr>
      <p:grpSpPr>
        <a:xfrm>
          <a:off x="0" y="0"/>
          <a:ext cx="0" cy="0"/>
          <a:chOff x="0" y="0"/>
          <a:chExt cx="0" cy="0"/>
        </a:xfrm>
      </p:grpSpPr>
      <p:sp>
        <p:nvSpPr>
          <p:cNvPr id="1020" name="Google Shape;1020;gcb7573833f_0_39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1" name="Google Shape;1021;gcb7573833f_0_39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4" name="Shape 1024"/>
        <p:cNvGrpSpPr/>
        <p:nvPr/>
      </p:nvGrpSpPr>
      <p:grpSpPr>
        <a:xfrm>
          <a:off x="0" y="0"/>
          <a:ext cx="0" cy="0"/>
          <a:chOff x="0" y="0"/>
          <a:chExt cx="0" cy="0"/>
        </a:xfrm>
      </p:grpSpPr>
      <p:sp>
        <p:nvSpPr>
          <p:cNvPr id="1025" name="Google Shape;1025;gcb7573833f_0_39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6" name="Google Shape;1026;gcb7573833f_0_39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9" name="Shape 1029"/>
        <p:cNvGrpSpPr/>
        <p:nvPr/>
      </p:nvGrpSpPr>
      <p:grpSpPr>
        <a:xfrm>
          <a:off x="0" y="0"/>
          <a:ext cx="0" cy="0"/>
          <a:chOff x="0" y="0"/>
          <a:chExt cx="0" cy="0"/>
        </a:xfrm>
      </p:grpSpPr>
      <p:sp>
        <p:nvSpPr>
          <p:cNvPr id="1030" name="Google Shape;1030;gcb7573833f_0_39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31" name="Google Shape;1031;gcb7573833f_0_39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4" name="Shape 1034"/>
        <p:cNvGrpSpPr/>
        <p:nvPr/>
      </p:nvGrpSpPr>
      <p:grpSpPr>
        <a:xfrm>
          <a:off x="0" y="0"/>
          <a:ext cx="0" cy="0"/>
          <a:chOff x="0" y="0"/>
          <a:chExt cx="0" cy="0"/>
        </a:xfrm>
      </p:grpSpPr>
      <p:sp>
        <p:nvSpPr>
          <p:cNvPr id="1035" name="Google Shape;1035;gcb7573833f_0_39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36" name="Google Shape;1036;gcb7573833f_0_39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4" name="Shape 1054"/>
        <p:cNvGrpSpPr/>
        <p:nvPr/>
      </p:nvGrpSpPr>
      <p:grpSpPr>
        <a:xfrm>
          <a:off x="0" y="0"/>
          <a:ext cx="0" cy="0"/>
          <a:chOff x="0" y="0"/>
          <a:chExt cx="0" cy="0"/>
        </a:xfrm>
      </p:grpSpPr>
      <p:sp>
        <p:nvSpPr>
          <p:cNvPr id="1055" name="Google Shape;1055;gcb7573833f_0_40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56" name="Google Shape;1056;gcb7573833f_0_40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9" name="Shape 1059"/>
        <p:cNvGrpSpPr/>
        <p:nvPr/>
      </p:nvGrpSpPr>
      <p:grpSpPr>
        <a:xfrm>
          <a:off x="0" y="0"/>
          <a:ext cx="0" cy="0"/>
          <a:chOff x="0" y="0"/>
          <a:chExt cx="0" cy="0"/>
        </a:xfrm>
      </p:grpSpPr>
      <p:sp>
        <p:nvSpPr>
          <p:cNvPr id="1060" name="Google Shape;1060;gcb7573833f_0_40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1" name="Google Shape;1061;gcb7573833f_0_40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4" name="Shape 1064"/>
        <p:cNvGrpSpPr/>
        <p:nvPr/>
      </p:nvGrpSpPr>
      <p:grpSpPr>
        <a:xfrm>
          <a:off x="0" y="0"/>
          <a:ext cx="0" cy="0"/>
          <a:chOff x="0" y="0"/>
          <a:chExt cx="0" cy="0"/>
        </a:xfrm>
      </p:grpSpPr>
      <p:sp>
        <p:nvSpPr>
          <p:cNvPr id="1065" name="Google Shape;1065;gcb7573833f_0_40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6" name="Google Shape;1066;gcb7573833f_0_40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3" name="Shape 1083"/>
        <p:cNvGrpSpPr/>
        <p:nvPr/>
      </p:nvGrpSpPr>
      <p:grpSpPr>
        <a:xfrm>
          <a:off x="0" y="0"/>
          <a:ext cx="0" cy="0"/>
          <a:chOff x="0" y="0"/>
          <a:chExt cx="0" cy="0"/>
        </a:xfrm>
      </p:grpSpPr>
      <p:sp>
        <p:nvSpPr>
          <p:cNvPr id="1084" name="Google Shape;1084;gcb7573833f_0_35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5" name="Google Shape;1085;gcb7573833f_0_35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8" name="Shape 1088"/>
        <p:cNvGrpSpPr/>
        <p:nvPr/>
      </p:nvGrpSpPr>
      <p:grpSpPr>
        <a:xfrm>
          <a:off x="0" y="0"/>
          <a:ext cx="0" cy="0"/>
          <a:chOff x="0" y="0"/>
          <a:chExt cx="0" cy="0"/>
        </a:xfrm>
      </p:grpSpPr>
      <p:sp>
        <p:nvSpPr>
          <p:cNvPr id="1089" name="Google Shape;1089;g936b80dfb7_0_21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0" name="Google Shape;1090;g936b80dfb7_0_21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8" name="Shape 1098"/>
        <p:cNvGrpSpPr/>
        <p:nvPr/>
      </p:nvGrpSpPr>
      <p:grpSpPr>
        <a:xfrm>
          <a:off x="0" y="0"/>
          <a:ext cx="0" cy="0"/>
          <a:chOff x="0" y="0"/>
          <a:chExt cx="0" cy="0"/>
        </a:xfrm>
      </p:grpSpPr>
      <p:sp>
        <p:nvSpPr>
          <p:cNvPr id="1099" name="Google Shape;1099;g59d63fdb6b_0_3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00" name="Google Shape;1100;g59d63fdb6b_0_3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3" name="Shape 1103"/>
        <p:cNvGrpSpPr/>
        <p:nvPr/>
      </p:nvGrpSpPr>
      <p:grpSpPr>
        <a:xfrm>
          <a:off x="0" y="0"/>
          <a:ext cx="0" cy="0"/>
          <a:chOff x="0" y="0"/>
          <a:chExt cx="0" cy="0"/>
        </a:xfrm>
      </p:grpSpPr>
      <p:sp>
        <p:nvSpPr>
          <p:cNvPr id="1104" name="Google Shape;1104;g6c350e3cf5_0_11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05" name="Google Shape;1105;g6c350e3cf5_0_11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i="1" lang="en" sz="1000">
                <a:solidFill>
                  <a:schemeClr val="dk1"/>
                </a:solidFill>
                <a:latin typeface="Roboto"/>
                <a:ea typeface="Roboto"/>
                <a:cs typeface="Roboto"/>
                <a:sym typeface="Roboto"/>
              </a:rPr>
              <a:t>Image source: AdobeStock_56885471</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7" name="Shape 1107"/>
        <p:cNvGrpSpPr/>
        <p:nvPr/>
      </p:nvGrpSpPr>
      <p:grpSpPr>
        <a:xfrm>
          <a:off x="0" y="0"/>
          <a:ext cx="0" cy="0"/>
          <a:chOff x="0" y="0"/>
          <a:chExt cx="0" cy="0"/>
        </a:xfrm>
      </p:grpSpPr>
      <p:sp>
        <p:nvSpPr>
          <p:cNvPr id="1108" name="Google Shape;1108;gcb7573833f_0_35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09" name="Google Shape;1109;gcb7573833f_0_35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4" name="Shape 1114"/>
        <p:cNvGrpSpPr/>
        <p:nvPr/>
      </p:nvGrpSpPr>
      <p:grpSpPr>
        <a:xfrm>
          <a:off x="0" y="0"/>
          <a:ext cx="0" cy="0"/>
          <a:chOff x="0" y="0"/>
          <a:chExt cx="0" cy="0"/>
        </a:xfrm>
      </p:grpSpPr>
      <p:sp>
        <p:nvSpPr>
          <p:cNvPr id="1115" name="Google Shape;1115;g96c1fe52d9_0_20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16" name="Google Shape;1116;g96c1fe52d9_0_20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8" name="Shape 1118"/>
        <p:cNvGrpSpPr/>
        <p:nvPr/>
      </p:nvGrpSpPr>
      <p:grpSpPr>
        <a:xfrm>
          <a:off x="0" y="0"/>
          <a:ext cx="0" cy="0"/>
          <a:chOff x="0" y="0"/>
          <a:chExt cx="0" cy="0"/>
        </a:xfrm>
      </p:grpSpPr>
      <p:sp>
        <p:nvSpPr>
          <p:cNvPr id="1119" name="Google Shape;1119;gfa3d4a8e55_0_9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20" name="Google Shape;1120;gfa3d4a8e55_0_9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2" name="Shape 1122"/>
        <p:cNvGrpSpPr/>
        <p:nvPr/>
      </p:nvGrpSpPr>
      <p:grpSpPr>
        <a:xfrm>
          <a:off x="0" y="0"/>
          <a:ext cx="0" cy="0"/>
          <a:chOff x="0" y="0"/>
          <a:chExt cx="0" cy="0"/>
        </a:xfrm>
      </p:grpSpPr>
      <p:sp>
        <p:nvSpPr>
          <p:cNvPr id="1123" name="Google Shape;1123;g59d63fdb6b_0_3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24" name="Google Shape;1124;g59d63fdb6b_0_3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8" name="Shape 1128"/>
        <p:cNvGrpSpPr/>
        <p:nvPr/>
      </p:nvGrpSpPr>
      <p:grpSpPr>
        <a:xfrm>
          <a:off x="0" y="0"/>
          <a:ext cx="0" cy="0"/>
          <a:chOff x="0" y="0"/>
          <a:chExt cx="0" cy="0"/>
        </a:xfrm>
      </p:grpSpPr>
      <p:sp>
        <p:nvSpPr>
          <p:cNvPr id="1129" name="Google Shape;1129;gcb7573833f_0_40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30" name="Google Shape;1130;gcb7573833f_0_40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3" name="Shape 1133"/>
        <p:cNvGrpSpPr/>
        <p:nvPr/>
      </p:nvGrpSpPr>
      <p:grpSpPr>
        <a:xfrm>
          <a:off x="0" y="0"/>
          <a:ext cx="0" cy="0"/>
          <a:chOff x="0" y="0"/>
          <a:chExt cx="0" cy="0"/>
        </a:xfrm>
      </p:grpSpPr>
      <p:sp>
        <p:nvSpPr>
          <p:cNvPr id="1134" name="Google Shape;1134;g3243889aa41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35" name="Google Shape;1135;g3243889aa41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1" name="Shape 1151"/>
        <p:cNvGrpSpPr/>
        <p:nvPr/>
      </p:nvGrpSpPr>
      <p:grpSpPr>
        <a:xfrm>
          <a:off x="0" y="0"/>
          <a:ext cx="0" cy="0"/>
          <a:chOff x="0" y="0"/>
          <a:chExt cx="0" cy="0"/>
        </a:xfrm>
      </p:grpSpPr>
      <p:sp>
        <p:nvSpPr>
          <p:cNvPr id="1152" name="Google Shape;1152;gcb7573833f_0_42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53" name="Google Shape;1153;gcb7573833f_0_42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i="1" lang="en" sz="1000">
                <a:solidFill>
                  <a:schemeClr val="dk1"/>
                </a:solidFill>
                <a:latin typeface="Roboto"/>
                <a:ea typeface="Roboto"/>
                <a:cs typeface="Roboto"/>
                <a:sym typeface="Roboto"/>
              </a:rPr>
              <a:t>Image source: shutterstock_123779995_medical</a:t>
            </a:r>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8" name="Shape 1158"/>
        <p:cNvGrpSpPr/>
        <p:nvPr/>
      </p:nvGrpSpPr>
      <p:grpSpPr>
        <a:xfrm>
          <a:off x="0" y="0"/>
          <a:ext cx="0" cy="0"/>
          <a:chOff x="0" y="0"/>
          <a:chExt cx="0" cy="0"/>
        </a:xfrm>
      </p:grpSpPr>
      <p:sp>
        <p:nvSpPr>
          <p:cNvPr id="1159" name="Google Shape;1159;g6c350e3cf5_0_25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60" name="Google Shape;1160;g6c350e3cf5_0_25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shutterstock_1290276349</a:t>
            </a:r>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0" name="Shape 1180"/>
        <p:cNvGrpSpPr/>
        <p:nvPr/>
      </p:nvGrpSpPr>
      <p:grpSpPr>
        <a:xfrm>
          <a:off x="0" y="0"/>
          <a:ext cx="0" cy="0"/>
          <a:chOff x="0" y="0"/>
          <a:chExt cx="0" cy="0"/>
        </a:xfrm>
      </p:grpSpPr>
      <p:sp>
        <p:nvSpPr>
          <p:cNvPr id="1181" name="Google Shape;1181;g27f1533115d_0_13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82" name="Google Shape;1182;g27f1533115d_0_13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shutterstock_1290276349</a:t>
            </a:r>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2" name="Shape 1202"/>
        <p:cNvGrpSpPr/>
        <p:nvPr/>
      </p:nvGrpSpPr>
      <p:grpSpPr>
        <a:xfrm>
          <a:off x="0" y="0"/>
          <a:ext cx="0" cy="0"/>
          <a:chOff x="0" y="0"/>
          <a:chExt cx="0" cy="0"/>
        </a:xfrm>
      </p:grpSpPr>
      <p:sp>
        <p:nvSpPr>
          <p:cNvPr id="1203" name="Google Shape;1203;g27f1533115d_0_13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04" name="Google Shape;1204;g27f1533115d_0_13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shutterstock_1290276349</a:t>
            </a:r>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5" name="Shape 1225"/>
        <p:cNvGrpSpPr/>
        <p:nvPr/>
      </p:nvGrpSpPr>
      <p:grpSpPr>
        <a:xfrm>
          <a:off x="0" y="0"/>
          <a:ext cx="0" cy="0"/>
          <a:chOff x="0" y="0"/>
          <a:chExt cx="0" cy="0"/>
        </a:xfrm>
      </p:grpSpPr>
      <p:sp>
        <p:nvSpPr>
          <p:cNvPr id="1226" name="Google Shape;1226;g27f1533115d_0_13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7" name="Google Shape;1227;g27f1533115d_0_13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shutterstock_1290276349</a:t>
            </a:r>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7" name="Shape 1247"/>
        <p:cNvGrpSpPr/>
        <p:nvPr/>
      </p:nvGrpSpPr>
      <p:grpSpPr>
        <a:xfrm>
          <a:off x="0" y="0"/>
          <a:ext cx="0" cy="0"/>
          <a:chOff x="0" y="0"/>
          <a:chExt cx="0" cy="0"/>
        </a:xfrm>
      </p:grpSpPr>
      <p:sp>
        <p:nvSpPr>
          <p:cNvPr id="1248" name="Google Shape;1248;g27f1533115d_0_14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49" name="Google Shape;1249;g27f1533115d_0_14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shutterstock_1290276349</a:t>
            </a:r>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9" name="Shape 1269"/>
        <p:cNvGrpSpPr/>
        <p:nvPr/>
      </p:nvGrpSpPr>
      <p:grpSpPr>
        <a:xfrm>
          <a:off x="0" y="0"/>
          <a:ext cx="0" cy="0"/>
          <a:chOff x="0" y="0"/>
          <a:chExt cx="0" cy="0"/>
        </a:xfrm>
      </p:grpSpPr>
      <p:sp>
        <p:nvSpPr>
          <p:cNvPr id="1270" name="Google Shape;1270;g27f1533115d_0_14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71" name="Google Shape;1271;g27f1533115d_0_14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shutterstock_1290276349</a:t>
            </a:r>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1" name="Shape 1291"/>
        <p:cNvGrpSpPr/>
        <p:nvPr/>
      </p:nvGrpSpPr>
      <p:grpSpPr>
        <a:xfrm>
          <a:off x="0" y="0"/>
          <a:ext cx="0" cy="0"/>
          <a:chOff x="0" y="0"/>
          <a:chExt cx="0" cy="0"/>
        </a:xfrm>
      </p:grpSpPr>
      <p:sp>
        <p:nvSpPr>
          <p:cNvPr id="1292" name="Google Shape;1292;gcb7573833f_0_25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93" name="Google Shape;1293;gcb7573833f_0_25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8" name="Shape 1298"/>
        <p:cNvGrpSpPr/>
        <p:nvPr/>
      </p:nvGrpSpPr>
      <p:grpSpPr>
        <a:xfrm>
          <a:off x="0" y="0"/>
          <a:ext cx="0" cy="0"/>
          <a:chOff x="0" y="0"/>
          <a:chExt cx="0" cy="0"/>
        </a:xfrm>
      </p:grpSpPr>
      <p:sp>
        <p:nvSpPr>
          <p:cNvPr id="1299" name="Google Shape;1299;g96c1fe52d9_0_20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00" name="Google Shape;1300;g96c1fe52d9_0_20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2" name="Shape 1302"/>
        <p:cNvGrpSpPr/>
        <p:nvPr/>
      </p:nvGrpSpPr>
      <p:grpSpPr>
        <a:xfrm>
          <a:off x="0" y="0"/>
          <a:ext cx="0" cy="0"/>
          <a:chOff x="0" y="0"/>
          <a:chExt cx="0" cy="0"/>
        </a:xfrm>
      </p:grpSpPr>
      <p:sp>
        <p:nvSpPr>
          <p:cNvPr id="1303" name="Google Shape;1303;g93819ebf6e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04" name="Google Shape;1304;g93819ebf6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6" name="Shape 1306"/>
        <p:cNvGrpSpPr/>
        <p:nvPr/>
      </p:nvGrpSpPr>
      <p:grpSpPr>
        <a:xfrm>
          <a:off x="0" y="0"/>
          <a:ext cx="0" cy="0"/>
          <a:chOff x="0" y="0"/>
          <a:chExt cx="0" cy="0"/>
        </a:xfrm>
      </p:grpSpPr>
      <p:sp>
        <p:nvSpPr>
          <p:cNvPr id="1307" name="Google Shape;1307;g93819ebf6e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08" name="Google Shape;1308;g93819ebf6e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6.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5.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17.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8.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pn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pn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pn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9.png"/></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5.png"/><Relationship Id="rId3" Type="http://schemas.openxmlformats.org/officeDocument/2006/relationships/image" Target="../media/image20.png"/></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5.png"/><Relationship Id="rId3" Type="http://schemas.openxmlformats.org/officeDocument/2006/relationships/image" Target="../media/image20.png"/></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9.png"/></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6.png"/><Relationship Id="rId3" Type="http://schemas.openxmlformats.org/officeDocument/2006/relationships/image" Target="../media/image31.png"/></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9.png"/><Relationship Id="rId3" Type="http://schemas.openxmlformats.org/officeDocument/2006/relationships/image" Target="../media/image24.png"/></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9.png"/></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9.png"/><Relationship Id="rId3" Type="http://schemas.openxmlformats.org/officeDocument/2006/relationships/image" Target="../media/image23.png"/></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1.png"/><Relationship Id="rId3" Type="http://schemas.openxmlformats.org/officeDocument/2006/relationships/image" Target="../media/image31.pn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png"/></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4.png"/><Relationship Id="rId3" Type="http://schemas.openxmlformats.org/officeDocument/2006/relationships/image" Target="../media/image31.png"/></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6.png"/><Relationship Id="rId3" Type="http://schemas.openxmlformats.org/officeDocument/2006/relationships/image" Target="../media/image31.png"/></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1.png"/></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6.png"/><Relationship Id="rId3" Type="http://schemas.openxmlformats.org/officeDocument/2006/relationships/image" Target="../media/image31.png"/></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5.png"/><Relationship Id="rId3" Type="http://schemas.openxmlformats.org/officeDocument/2006/relationships/image" Target="../media/image20.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2 - Headings + Body text">
  <p:cSld name="CUSTOM_11_1_1">
    <p:spTree>
      <p:nvGrpSpPr>
        <p:cNvPr id="9" name="Shape 9"/>
        <p:cNvGrpSpPr/>
        <p:nvPr/>
      </p:nvGrpSpPr>
      <p:grpSpPr>
        <a:xfrm>
          <a:off x="0" y="0"/>
          <a:ext cx="0" cy="0"/>
          <a:chOff x="0" y="0"/>
          <a:chExt cx="0" cy="0"/>
        </a:xfrm>
      </p:grpSpPr>
      <p:sp>
        <p:nvSpPr>
          <p:cNvPr id="10" name="Google Shape;10;p2"/>
          <p:cNvSpPr txBox="1"/>
          <p:nvPr>
            <p:ph type="title"/>
          </p:nvPr>
        </p:nvSpPr>
        <p:spPr>
          <a:xfrm>
            <a:off x="457200" y="146300"/>
            <a:ext cx="8229600" cy="3657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accent5"/>
              </a:buClr>
              <a:buSzPts val="2600"/>
              <a:buNone/>
              <a:defRPr>
                <a:solidFill>
                  <a:schemeClr val="accent5"/>
                </a:solidFill>
              </a:defRPr>
            </a:lvl1pPr>
            <a:lvl2pPr lvl="1" rtl="0" algn="l">
              <a:lnSpc>
                <a:spcPct val="100000"/>
              </a:lnSpc>
              <a:spcBef>
                <a:spcPts val="0"/>
              </a:spcBef>
              <a:spcAft>
                <a:spcPts val="0"/>
              </a:spcAft>
              <a:buSzPts val="2800"/>
              <a:buNone/>
              <a:defRPr/>
            </a:lvl2pPr>
            <a:lvl3pPr lvl="2" rtl="0" algn="l">
              <a:lnSpc>
                <a:spcPct val="100000"/>
              </a:lnSpc>
              <a:spcBef>
                <a:spcPts val="0"/>
              </a:spcBef>
              <a:spcAft>
                <a:spcPts val="0"/>
              </a:spcAft>
              <a:buSzPts val="2800"/>
              <a:buNone/>
              <a:defRPr/>
            </a:lvl3pPr>
            <a:lvl4pPr lvl="3" rtl="0" algn="l">
              <a:lnSpc>
                <a:spcPct val="100000"/>
              </a:lnSpc>
              <a:spcBef>
                <a:spcPts val="0"/>
              </a:spcBef>
              <a:spcAft>
                <a:spcPts val="0"/>
              </a:spcAft>
              <a:buSzPts val="2800"/>
              <a:buNone/>
              <a:defRPr/>
            </a:lvl4pPr>
            <a:lvl5pPr lvl="4" rtl="0" algn="l">
              <a:lnSpc>
                <a:spcPct val="100000"/>
              </a:lnSpc>
              <a:spcBef>
                <a:spcPts val="0"/>
              </a:spcBef>
              <a:spcAft>
                <a:spcPts val="0"/>
              </a:spcAft>
              <a:buSzPts val="2800"/>
              <a:buNone/>
              <a:defRPr/>
            </a:lvl5pPr>
            <a:lvl6pPr lvl="5" rtl="0" algn="l">
              <a:lnSpc>
                <a:spcPct val="100000"/>
              </a:lnSpc>
              <a:spcBef>
                <a:spcPts val="0"/>
              </a:spcBef>
              <a:spcAft>
                <a:spcPts val="0"/>
              </a:spcAft>
              <a:buSzPts val="2800"/>
              <a:buNone/>
              <a:defRPr/>
            </a:lvl6pPr>
            <a:lvl7pPr lvl="6" rtl="0" algn="l">
              <a:lnSpc>
                <a:spcPct val="100000"/>
              </a:lnSpc>
              <a:spcBef>
                <a:spcPts val="0"/>
              </a:spcBef>
              <a:spcAft>
                <a:spcPts val="0"/>
              </a:spcAft>
              <a:buSzPts val="2800"/>
              <a:buNone/>
              <a:defRPr/>
            </a:lvl7pPr>
            <a:lvl8pPr lvl="7" rtl="0" algn="l">
              <a:lnSpc>
                <a:spcPct val="100000"/>
              </a:lnSpc>
              <a:spcBef>
                <a:spcPts val="0"/>
              </a:spcBef>
              <a:spcAft>
                <a:spcPts val="0"/>
              </a:spcAft>
              <a:buSzPts val="2800"/>
              <a:buNone/>
              <a:defRPr/>
            </a:lvl8pPr>
            <a:lvl9pPr lvl="8" rtl="0" algn="l">
              <a:lnSpc>
                <a:spcPct val="100000"/>
              </a:lnSpc>
              <a:spcBef>
                <a:spcPts val="0"/>
              </a:spcBef>
              <a:spcAft>
                <a:spcPts val="0"/>
              </a:spcAft>
              <a:buSzPts val="2800"/>
              <a:buNone/>
              <a:defRPr/>
            </a:lvl9pPr>
          </a:lstStyle>
          <a:p/>
        </p:txBody>
      </p:sp>
      <p:sp>
        <p:nvSpPr>
          <p:cNvPr id="11" name="Google Shape;11;p2"/>
          <p:cNvSpPr txBox="1"/>
          <p:nvPr>
            <p:ph idx="1" type="subTitle"/>
          </p:nvPr>
        </p:nvSpPr>
        <p:spPr>
          <a:xfrm>
            <a:off x="457200" y="548650"/>
            <a:ext cx="8223600" cy="274200"/>
          </a:xfrm>
          <a:prstGeom prst="rect">
            <a:avLst/>
          </a:prstGeom>
          <a:noFill/>
          <a:ln>
            <a:noFill/>
          </a:ln>
        </p:spPr>
        <p:txBody>
          <a:bodyPr anchorCtr="0" anchor="t" bIns="0" lIns="0" spcFirstLastPara="1" rIns="0" wrap="square" tIns="0">
            <a:noAutofit/>
          </a:bodyPr>
          <a:lstStyle>
            <a:lvl1pPr lvl="0" rtl="0" algn="l">
              <a:lnSpc>
                <a:spcPct val="115000"/>
              </a:lnSpc>
              <a:spcBef>
                <a:spcPts val="0"/>
              </a:spcBef>
              <a:spcAft>
                <a:spcPts val="0"/>
              </a:spcAft>
              <a:buSzPts val="1800"/>
              <a:buNone/>
              <a:defRPr/>
            </a:lvl1pPr>
            <a:lvl2pPr lvl="1" rtl="0" algn="l">
              <a:lnSpc>
                <a:spcPct val="115000"/>
              </a:lnSpc>
              <a:spcBef>
                <a:spcPts val="0"/>
              </a:spcBef>
              <a:spcAft>
                <a:spcPts val="0"/>
              </a:spcAft>
              <a:buSzPts val="1800"/>
              <a:buNone/>
              <a:defRPr/>
            </a:lvl2pPr>
            <a:lvl3pPr lvl="2" rtl="0" algn="l">
              <a:lnSpc>
                <a:spcPct val="115000"/>
              </a:lnSpc>
              <a:spcBef>
                <a:spcPts val="0"/>
              </a:spcBef>
              <a:spcAft>
                <a:spcPts val="0"/>
              </a:spcAft>
              <a:buSzPts val="1800"/>
              <a:buNone/>
              <a:defRPr/>
            </a:lvl3pPr>
            <a:lvl4pPr lvl="3" rtl="0" algn="l">
              <a:lnSpc>
                <a:spcPct val="115000"/>
              </a:lnSpc>
              <a:spcBef>
                <a:spcPts val="0"/>
              </a:spcBef>
              <a:spcAft>
                <a:spcPts val="0"/>
              </a:spcAft>
              <a:buSzPts val="1800"/>
              <a:buNone/>
              <a:defRPr/>
            </a:lvl4pPr>
            <a:lvl5pPr lvl="4" rtl="0" algn="l">
              <a:lnSpc>
                <a:spcPct val="115000"/>
              </a:lnSpc>
              <a:spcBef>
                <a:spcPts val="0"/>
              </a:spcBef>
              <a:spcAft>
                <a:spcPts val="0"/>
              </a:spcAft>
              <a:buSzPts val="1800"/>
              <a:buNone/>
              <a:defRPr/>
            </a:lvl5pPr>
            <a:lvl6pPr lvl="5" rtl="0" algn="l">
              <a:lnSpc>
                <a:spcPct val="115000"/>
              </a:lnSpc>
              <a:spcBef>
                <a:spcPts val="0"/>
              </a:spcBef>
              <a:spcAft>
                <a:spcPts val="0"/>
              </a:spcAft>
              <a:buSzPts val="1800"/>
              <a:buNone/>
              <a:defRPr/>
            </a:lvl6pPr>
            <a:lvl7pPr lvl="6" rtl="0" algn="l">
              <a:lnSpc>
                <a:spcPct val="115000"/>
              </a:lnSpc>
              <a:spcBef>
                <a:spcPts val="0"/>
              </a:spcBef>
              <a:spcAft>
                <a:spcPts val="0"/>
              </a:spcAft>
              <a:buSzPts val="1800"/>
              <a:buNone/>
              <a:defRPr/>
            </a:lvl7pPr>
            <a:lvl8pPr lvl="7" rtl="0" algn="l">
              <a:lnSpc>
                <a:spcPct val="115000"/>
              </a:lnSpc>
              <a:spcBef>
                <a:spcPts val="0"/>
              </a:spcBef>
              <a:spcAft>
                <a:spcPts val="0"/>
              </a:spcAft>
              <a:buSzPts val="1800"/>
              <a:buNone/>
              <a:defRPr/>
            </a:lvl8pPr>
            <a:lvl9pPr lvl="8" rtl="0" algn="l">
              <a:lnSpc>
                <a:spcPct val="115000"/>
              </a:lnSpc>
              <a:spcBef>
                <a:spcPts val="0"/>
              </a:spcBef>
              <a:spcAft>
                <a:spcPts val="0"/>
              </a:spcAft>
              <a:buSzPts val="1800"/>
              <a:buNone/>
              <a:defRPr/>
            </a:lvl9pPr>
          </a:lstStyle>
          <a:p/>
        </p:txBody>
      </p:sp>
      <p:sp>
        <p:nvSpPr>
          <p:cNvPr id="12" name="Google Shape;12;p2"/>
          <p:cNvSpPr txBox="1"/>
          <p:nvPr>
            <p:ph idx="2" type="body"/>
          </p:nvPr>
        </p:nvSpPr>
        <p:spPr>
          <a:xfrm>
            <a:off x="461225" y="1063525"/>
            <a:ext cx="8229600" cy="3520800"/>
          </a:xfrm>
          <a:prstGeom prst="rect">
            <a:avLst/>
          </a:prstGeom>
          <a:noFill/>
          <a:ln>
            <a:noFill/>
          </a:ln>
        </p:spPr>
        <p:txBody>
          <a:bodyPr anchorCtr="0" anchor="t" bIns="0" lIns="0" spcFirstLastPara="1" rIns="0" wrap="square" tIns="91425">
            <a:noAutofit/>
          </a:bodyPr>
          <a:lstStyle>
            <a:lvl1pPr indent="-342900" lvl="0" marL="457200" rtl="0" algn="l">
              <a:lnSpc>
                <a:spcPct val="115000"/>
              </a:lnSpc>
              <a:spcBef>
                <a:spcPts val="0"/>
              </a:spcBef>
              <a:spcAft>
                <a:spcPts val="0"/>
              </a:spcAft>
              <a:buClr>
                <a:schemeClr val="dk2"/>
              </a:buClr>
              <a:buSzPts val="1800"/>
              <a:buChar char="●"/>
              <a:defRPr>
                <a:solidFill>
                  <a:schemeClr val="dk2"/>
                </a:solidFill>
              </a:defRPr>
            </a:lvl1pPr>
            <a:lvl2pPr indent="-342900" lvl="1" marL="914400" rtl="0" algn="l">
              <a:lnSpc>
                <a:spcPct val="115000"/>
              </a:lnSpc>
              <a:spcBef>
                <a:spcPts val="0"/>
              </a:spcBef>
              <a:spcAft>
                <a:spcPts val="0"/>
              </a:spcAft>
              <a:buClr>
                <a:schemeClr val="dk2"/>
              </a:buClr>
              <a:buSzPts val="1800"/>
              <a:buChar char="○"/>
              <a:defRPr>
                <a:solidFill>
                  <a:schemeClr val="dk2"/>
                </a:solidFill>
              </a:defRPr>
            </a:lvl2pPr>
            <a:lvl3pPr indent="-342900" lvl="2" marL="1371600" rtl="0" algn="l">
              <a:lnSpc>
                <a:spcPct val="115000"/>
              </a:lnSpc>
              <a:spcBef>
                <a:spcPts val="0"/>
              </a:spcBef>
              <a:spcAft>
                <a:spcPts val="0"/>
              </a:spcAft>
              <a:buClr>
                <a:schemeClr val="dk2"/>
              </a:buClr>
              <a:buSzPts val="1800"/>
              <a:buChar char="■"/>
              <a:defRPr>
                <a:solidFill>
                  <a:schemeClr val="dk2"/>
                </a:solidFill>
              </a:defRPr>
            </a:lvl3pPr>
            <a:lvl4pPr indent="-342900" lvl="3" marL="1828800" rtl="0" algn="l">
              <a:lnSpc>
                <a:spcPct val="115000"/>
              </a:lnSpc>
              <a:spcBef>
                <a:spcPts val="0"/>
              </a:spcBef>
              <a:spcAft>
                <a:spcPts val="0"/>
              </a:spcAft>
              <a:buClr>
                <a:schemeClr val="dk2"/>
              </a:buClr>
              <a:buSzPts val="1800"/>
              <a:buChar char="●"/>
              <a:defRPr>
                <a:solidFill>
                  <a:schemeClr val="dk2"/>
                </a:solidFill>
              </a:defRPr>
            </a:lvl4pPr>
            <a:lvl5pPr indent="-342900" lvl="4" marL="2286000" rtl="0" algn="l">
              <a:lnSpc>
                <a:spcPct val="115000"/>
              </a:lnSpc>
              <a:spcBef>
                <a:spcPts val="0"/>
              </a:spcBef>
              <a:spcAft>
                <a:spcPts val="0"/>
              </a:spcAft>
              <a:buClr>
                <a:schemeClr val="dk2"/>
              </a:buClr>
              <a:buSzPts val="1800"/>
              <a:buChar char="○"/>
              <a:defRPr>
                <a:solidFill>
                  <a:schemeClr val="dk2"/>
                </a:solidFill>
              </a:defRPr>
            </a:lvl5pPr>
            <a:lvl6pPr indent="-342900" lvl="5" marL="2743200" rtl="0" algn="l">
              <a:lnSpc>
                <a:spcPct val="115000"/>
              </a:lnSpc>
              <a:spcBef>
                <a:spcPts val="0"/>
              </a:spcBef>
              <a:spcAft>
                <a:spcPts val="0"/>
              </a:spcAft>
              <a:buClr>
                <a:schemeClr val="dk2"/>
              </a:buClr>
              <a:buSzPts val="1800"/>
              <a:buChar char="■"/>
              <a:defRPr>
                <a:solidFill>
                  <a:schemeClr val="dk2"/>
                </a:solidFill>
              </a:defRPr>
            </a:lvl6pPr>
            <a:lvl7pPr indent="-342900" lvl="6" marL="3200400" rtl="0" algn="l">
              <a:lnSpc>
                <a:spcPct val="115000"/>
              </a:lnSpc>
              <a:spcBef>
                <a:spcPts val="0"/>
              </a:spcBef>
              <a:spcAft>
                <a:spcPts val="0"/>
              </a:spcAft>
              <a:buClr>
                <a:schemeClr val="dk2"/>
              </a:buClr>
              <a:buSzPts val="1800"/>
              <a:buChar char="●"/>
              <a:defRPr>
                <a:solidFill>
                  <a:schemeClr val="dk2"/>
                </a:solidFill>
              </a:defRPr>
            </a:lvl7pPr>
            <a:lvl8pPr indent="-342900" lvl="7" marL="3657600" rtl="0" algn="l">
              <a:lnSpc>
                <a:spcPct val="115000"/>
              </a:lnSpc>
              <a:spcBef>
                <a:spcPts val="0"/>
              </a:spcBef>
              <a:spcAft>
                <a:spcPts val="0"/>
              </a:spcAft>
              <a:buClr>
                <a:schemeClr val="dk2"/>
              </a:buClr>
              <a:buSzPts val="1800"/>
              <a:buChar char="○"/>
              <a:defRPr>
                <a:solidFill>
                  <a:schemeClr val="dk2"/>
                </a:solidFill>
              </a:defRPr>
            </a:lvl8pPr>
            <a:lvl9pPr indent="-342900" lvl="8" marL="4114800" rtl="0" algn="l">
              <a:lnSpc>
                <a:spcPct val="115000"/>
              </a:lnSpc>
              <a:spcBef>
                <a:spcPts val="0"/>
              </a:spcBef>
              <a:spcAft>
                <a:spcPts val="0"/>
              </a:spcAft>
              <a:buClr>
                <a:schemeClr val="dk2"/>
              </a:buClr>
              <a:buSzPts val="1800"/>
              <a:buChar char="■"/>
              <a:defRPr>
                <a:solidFill>
                  <a:schemeClr val="dk2"/>
                </a:solidFill>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2 - Right image layout">
  <p:cSld name="CUSTOM_6">
    <p:spTree>
      <p:nvGrpSpPr>
        <p:cNvPr id="13" name="Shape 13"/>
        <p:cNvGrpSpPr/>
        <p:nvPr/>
      </p:nvGrpSpPr>
      <p:grpSpPr>
        <a:xfrm>
          <a:off x="0" y="0"/>
          <a:ext cx="0" cy="0"/>
          <a:chOff x="0" y="0"/>
          <a:chExt cx="0" cy="0"/>
        </a:xfrm>
      </p:grpSpPr>
      <p:sp>
        <p:nvSpPr>
          <p:cNvPr id="14" name="Google Shape;14;p3"/>
          <p:cNvSpPr/>
          <p:nvPr>
            <p:ph idx="2" type="pic"/>
          </p:nvPr>
        </p:nvSpPr>
        <p:spPr>
          <a:xfrm>
            <a:off x="5943725" y="150"/>
            <a:ext cx="3200100" cy="5143500"/>
          </a:xfrm>
          <a:prstGeom prst="rect">
            <a:avLst/>
          </a:prstGeom>
          <a:noFill/>
          <a:ln>
            <a:noFill/>
          </a:ln>
        </p:spPr>
      </p:sp>
      <p:sp>
        <p:nvSpPr>
          <p:cNvPr id="15" name="Google Shape;15;p3"/>
          <p:cNvSpPr txBox="1"/>
          <p:nvPr>
            <p:ph type="title"/>
          </p:nvPr>
        </p:nvSpPr>
        <p:spPr>
          <a:xfrm>
            <a:off x="457200" y="146300"/>
            <a:ext cx="5486400" cy="365700"/>
          </a:xfrm>
          <a:prstGeom prst="rect">
            <a:avLst/>
          </a:prstGeom>
          <a:noFill/>
          <a:ln>
            <a:noFill/>
          </a:ln>
        </p:spPr>
        <p:txBody>
          <a:bodyPr anchorCtr="0" anchor="t" bIns="0" lIns="0" spcFirstLastPara="1" rIns="91425" wrap="square" tIns="0">
            <a:noAutofit/>
          </a:bodyPr>
          <a:lstStyle>
            <a:lvl1pPr lvl="0" algn="l">
              <a:lnSpc>
                <a:spcPct val="100000"/>
              </a:lnSpc>
              <a:spcBef>
                <a:spcPts val="0"/>
              </a:spcBef>
              <a:spcAft>
                <a:spcPts val="0"/>
              </a:spcAft>
              <a:buClr>
                <a:schemeClr val="accent5"/>
              </a:buClr>
              <a:buSzPts val="2600"/>
              <a:buNone/>
              <a:defRPr>
                <a:solidFill>
                  <a:schemeClr val="accent5"/>
                </a:solidFill>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6" name="Google Shape;16;p3"/>
          <p:cNvSpPr txBox="1"/>
          <p:nvPr>
            <p:ph idx="1" type="subTitle"/>
          </p:nvPr>
        </p:nvSpPr>
        <p:spPr>
          <a:xfrm>
            <a:off x="461220" y="548650"/>
            <a:ext cx="5482500" cy="274200"/>
          </a:xfrm>
          <a:prstGeom prst="rect">
            <a:avLst/>
          </a:prstGeom>
          <a:noFill/>
          <a:ln>
            <a:noFill/>
          </a:ln>
        </p:spPr>
        <p:txBody>
          <a:bodyPr anchorCtr="0" anchor="t" bIns="0" lIns="0" spcFirstLastPara="1" rIns="91425" wrap="square" tIns="0">
            <a:noAutofit/>
          </a:bodyPr>
          <a:lstStyle>
            <a:lvl1pPr lvl="0" algn="l">
              <a:lnSpc>
                <a:spcPct val="115000"/>
              </a:lnSpc>
              <a:spcBef>
                <a:spcPts val="0"/>
              </a:spcBef>
              <a:spcAft>
                <a:spcPts val="0"/>
              </a:spcAft>
              <a:buSzPts val="1800"/>
              <a:buNone/>
              <a:defRPr/>
            </a:lvl1pPr>
            <a:lvl2pPr lvl="1" algn="l">
              <a:lnSpc>
                <a:spcPct val="115000"/>
              </a:lnSpc>
              <a:spcBef>
                <a:spcPts val="0"/>
              </a:spcBef>
              <a:spcAft>
                <a:spcPts val="0"/>
              </a:spcAft>
              <a:buSzPts val="1800"/>
              <a:buNone/>
              <a:defRPr/>
            </a:lvl2pPr>
            <a:lvl3pPr lvl="2" algn="l">
              <a:lnSpc>
                <a:spcPct val="115000"/>
              </a:lnSpc>
              <a:spcBef>
                <a:spcPts val="0"/>
              </a:spcBef>
              <a:spcAft>
                <a:spcPts val="0"/>
              </a:spcAft>
              <a:buSzPts val="1800"/>
              <a:buNone/>
              <a:defRPr/>
            </a:lvl3pPr>
            <a:lvl4pPr lvl="3" algn="l">
              <a:lnSpc>
                <a:spcPct val="115000"/>
              </a:lnSpc>
              <a:spcBef>
                <a:spcPts val="0"/>
              </a:spcBef>
              <a:spcAft>
                <a:spcPts val="0"/>
              </a:spcAft>
              <a:buSzPts val="1800"/>
              <a:buNone/>
              <a:defRPr/>
            </a:lvl4pPr>
            <a:lvl5pPr lvl="4" algn="l">
              <a:lnSpc>
                <a:spcPct val="115000"/>
              </a:lnSpc>
              <a:spcBef>
                <a:spcPts val="0"/>
              </a:spcBef>
              <a:spcAft>
                <a:spcPts val="0"/>
              </a:spcAft>
              <a:buSzPts val="1800"/>
              <a:buNone/>
              <a:defRPr/>
            </a:lvl5pPr>
            <a:lvl6pPr lvl="5" algn="l">
              <a:lnSpc>
                <a:spcPct val="115000"/>
              </a:lnSpc>
              <a:spcBef>
                <a:spcPts val="0"/>
              </a:spcBef>
              <a:spcAft>
                <a:spcPts val="0"/>
              </a:spcAft>
              <a:buSzPts val="1800"/>
              <a:buNone/>
              <a:defRPr/>
            </a:lvl6pPr>
            <a:lvl7pPr lvl="6" algn="l">
              <a:lnSpc>
                <a:spcPct val="115000"/>
              </a:lnSpc>
              <a:spcBef>
                <a:spcPts val="0"/>
              </a:spcBef>
              <a:spcAft>
                <a:spcPts val="0"/>
              </a:spcAft>
              <a:buSzPts val="1800"/>
              <a:buNone/>
              <a:defRPr/>
            </a:lvl7pPr>
            <a:lvl8pPr lvl="7" algn="l">
              <a:lnSpc>
                <a:spcPct val="115000"/>
              </a:lnSpc>
              <a:spcBef>
                <a:spcPts val="0"/>
              </a:spcBef>
              <a:spcAft>
                <a:spcPts val="0"/>
              </a:spcAft>
              <a:buSzPts val="1800"/>
              <a:buNone/>
              <a:defRPr/>
            </a:lvl8pPr>
            <a:lvl9pPr lvl="8" algn="l">
              <a:lnSpc>
                <a:spcPct val="115000"/>
              </a:lnSpc>
              <a:spcBef>
                <a:spcPts val="0"/>
              </a:spcBef>
              <a:spcAft>
                <a:spcPts val="0"/>
              </a:spcAft>
              <a:buSzPts val="1800"/>
              <a:buNone/>
              <a:defRPr/>
            </a:lvl9pPr>
          </a:lstStyle>
          <a:p/>
        </p:txBody>
      </p:sp>
      <p:sp>
        <p:nvSpPr>
          <p:cNvPr id="17" name="Google Shape;17;p3"/>
          <p:cNvSpPr txBox="1"/>
          <p:nvPr>
            <p:ph idx="3" type="body"/>
          </p:nvPr>
        </p:nvSpPr>
        <p:spPr>
          <a:xfrm>
            <a:off x="457200" y="1063525"/>
            <a:ext cx="5029200" cy="3520800"/>
          </a:xfrm>
          <a:prstGeom prst="rect">
            <a:avLst/>
          </a:prstGeom>
          <a:noFill/>
          <a:ln>
            <a:noFill/>
          </a:ln>
        </p:spPr>
        <p:txBody>
          <a:bodyPr anchorCtr="0" anchor="t" bIns="0" lIns="0" spcFirstLastPara="1" rIns="0" wrap="square" tIns="91425">
            <a:noAutofit/>
          </a:bodyPr>
          <a:lstStyle>
            <a:lvl1pPr indent="-342900" lvl="0" marL="457200" rtl="0" algn="l">
              <a:lnSpc>
                <a:spcPct val="115000"/>
              </a:lnSpc>
              <a:spcBef>
                <a:spcPts val="0"/>
              </a:spcBef>
              <a:spcAft>
                <a:spcPts val="0"/>
              </a:spcAft>
              <a:buClr>
                <a:schemeClr val="dk2"/>
              </a:buClr>
              <a:buSzPts val="1800"/>
              <a:buChar char="●"/>
              <a:defRPr>
                <a:solidFill>
                  <a:schemeClr val="dk2"/>
                </a:solidFill>
              </a:defRPr>
            </a:lvl1pPr>
            <a:lvl2pPr indent="-342900" lvl="1" marL="914400" rtl="0" algn="l">
              <a:lnSpc>
                <a:spcPct val="115000"/>
              </a:lnSpc>
              <a:spcBef>
                <a:spcPts val="0"/>
              </a:spcBef>
              <a:spcAft>
                <a:spcPts val="0"/>
              </a:spcAft>
              <a:buClr>
                <a:schemeClr val="dk2"/>
              </a:buClr>
              <a:buSzPts val="1800"/>
              <a:buChar char="○"/>
              <a:defRPr>
                <a:solidFill>
                  <a:schemeClr val="dk2"/>
                </a:solidFill>
              </a:defRPr>
            </a:lvl2pPr>
            <a:lvl3pPr indent="-342900" lvl="2" marL="1371600" rtl="0" algn="l">
              <a:lnSpc>
                <a:spcPct val="115000"/>
              </a:lnSpc>
              <a:spcBef>
                <a:spcPts val="0"/>
              </a:spcBef>
              <a:spcAft>
                <a:spcPts val="0"/>
              </a:spcAft>
              <a:buClr>
                <a:schemeClr val="dk2"/>
              </a:buClr>
              <a:buSzPts val="1800"/>
              <a:buChar char="■"/>
              <a:defRPr>
                <a:solidFill>
                  <a:schemeClr val="dk2"/>
                </a:solidFill>
              </a:defRPr>
            </a:lvl3pPr>
            <a:lvl4pPr indent="-342900" lvl="3" marL="1828800" rtl="0" algn="l">
              <a:lnSpc>
                <a:spcPct val="115000"/>
              </a:lnSpc>
              <a:spcBef>
                <a:spcPts val="0"/>
              </a:spcBef>
              <a:spcAft>
                <a:spcPts val="0"/>
              </a:spcAft>
              <a:buClr>
                <a:schemeClr val="dk2"/>
              </a:buClr>
              <a:buSzPts val="1800"/>
              <a:buChar char="●"/>
              <a:defRPr>
                <a:solidFill>
                  <a:schemeClr val="dk2"/>
                </a:solidFill>
              </a:defRPr>
            </a:lvl4pPr>
            <a:lvl5pPr indent="-342900" lvl="4" marL="2286000" rtl="0" algn="l">
              <a:lnSpc>
                <a:spcPct val="115000"/>
              </a:lnSpc>
              <a:spcBef>
                <a:spcPts val="0"/>
              </a:spcBef>
              <a:spcAft>
                <a:spcPts val="0"/>
              </a:spcAft>
              <a:buClr>
                <a:schemeClr val="dk2"/>
              </a:buClr>
              <a:buSzPts val="1800"/>
              <a:buChar char="○"/>
              <a:defRPr>
                <a:solidFill>
                  <a:schemeClr val="dk2"/>
                </a:solidFill>
              </a:defRPr>
            </a:lvl5pPr>
            <a:lvl6pPr indent="-342900" lvl="5" marL="2743200" rtl="0" algn="l">
              <a:lnSpc>
                <a:spcPct val="115000"/>
              </a:lnSpc>
              <a:spcBef>
                <a:spcPts val="0"/>
              </a:spcBef>
              <a:spcAft>
                <a:spcPts val="0"/>
              </a:spcAft>
              <a:buClr>
                <a:schemeClr val="dk2"/>
              </a:buClr>
              <a:buSzPts val="1800"/>
              <a:buChar char="■"/>
              <a:defRPr>
                <a:solidFill>
                  <a:schemeClr val="dk2"/>
                </a:solidFill>
              </a:defRPr>
            </a:lvl6pPr>
            <a:lvl7pPr indent="-342900" lvl="6" marL="3200400" rtl="0" algn="l">
              <a:lnSpc>
                <a:spcPct val="115000"/>
              </a:lnSpc>
              <a:spcBef>
                <a:spcPts val="0"/>
              </a:spcBef>
              <a:spcAft>
                <a:spcPts val="0"/>
              </a:spcAft>
              <a:buClr>
                <a:schemeClr val="dk2"/>
              </a:buClr>
              <a:buSzPts val="1800"/>
              <a:buChar char="●"/>
              <a:defRPr>
                <a:solidFill>
                  <a:schemeClr val="dk2"/>
                </a:solidFill>
              </a:defRPr>
            </a:lvl7pPr>
            <a:lvl8pPr indent="-342900" lvl="7" marL="3657600" rtl="0" algn="l">
              <a:lnSpc>
                <a:spcPct val="115000"/>
              </a:lnSpc>
              <a:spcBef>
                <a:spcPts val="0"/>
              </a:spcBef>
              <a:spcAft>
                <a:spcPts val="0"/>
              </a:spcAft>
              <a:buClr>
                <a:schemeClr val="dk2"/>
              </a:buClr>
              <a:buSzPts val="1800"/>
              <a:buChar char="○"/>
              <a:defRPr>
                <a:solidFill>
                  <a:schemeClr val="dk2"/>
                </a:solidFill>
              </a:defRPr>
            </a:lvl8pPr>
            <a:lvl9pPr indent="-342900" lvl="8" marL="4114800" rtl="0" algn="l">
              <a:lnSpc>
                <a:spcPct val="115000"/>
              </a:lnSpc>
              <a:spcBef>
                <a:spcPts val="0"/>
              </a:spcBef>
              <a:spcAft>
                <a:spcPts val="0"/>
              </a:spcAft>
              <a:buClr>
                <a:schemeClr val="dk2"/>
              </a:buClr>
              <a:buSzPts val="1800"/>
              <a:buChar char="■"/>
              <a:defRPr>
                <a:solidFill>
                  <a:schemeClr val="dk2"/>
                </a:solidFill>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2 - With right text layout">
  <p:cSld name="CUSTOM_3_2">
    <p:spTree>
      <p:nvGrpSpPr>
        <p:cNvPr id="18" name="Shape 18"/>
        <p:cNvGrpSpPr/>
        <p:nvPr/>
      </p:nvGrpSpPr>
      <p:grpSpPr>
        <a:xfrm>
          <a:off x="0" y="0"/>
          <a:ext cx="0" cy="0"/>
          <a:chOff x="0" y="0"/>
          <a:chExt cx="0" cy="0"/>
        </a:xfrm>
      </p:grpSpPr>
      <p:sp>
        <p:nvSpPr>
          <p:cNvPr id="19" name="Google Shape;19;p4"/>
          <p:cNvSpPr/>
          <p:nvPr/>
        </p:nvSpPr>
        <p:spPr>
          <a:xfrm>
            <a:off x="5943650" y="0"/>
            <a:ext cx="3196500" cy="5143500"/>
          </a:xfrm>
          <a:prstGeom prst="rect">
            <a:avLst/>
          </a:prstGeom>
          <a:solidFill>
            <a:srgbClr val="EEEEE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 name="Google Shape;20;p4"/>
          <p:cNvSpPr txBox="1"/>
          <p:nvPr>
            <p:ph type="title"/>
          </p:nvPr>
        </p:nvSpPr>
        <p:spPr>
          <a:xfrm>
            <a:off x="6400800" y="725688"/>
            <a:ext cx="2286000" cy="6633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2"/>
              </a:buClr>
              <a:buSzPts val="1800"/>
              <a:buNone/>
              <a:defRPr b="1" sz="1800">
                <a:solidFill>
                  <a:schemeClr val="dk2"/>
                </a:solidFill>
              </a:defRPr>
            </a:lvl1pPr>
            <a:lvl2pPr lvl="1" rtl="0" algn="l">
              <a:lnSpc>
                <a:spcPct val="100000"/>
              </a:lnSpc>
              <a:spcBef>
                <a:spcPts val="0"/>
              </a:spcBef>
              <a:spcAft>
                <a:spcPts val="0"/>
              </a:spcAft>
              <a:buClr>
                <a:schemeClr val="dk2"/>
              </a:buClr>
              <a:buSzPts val="1800"/>
              <a:buNone/>
              <a:defRPr b="1" sz="1800">
                <a:solidFill>
                  <a:schemeClr val="dk2"/>
                </a:solidFill>
                <a:latin typeface="Roboto"/>
                <a:ea typeface="Roboto"/>
                <a:cs typeface="Roboto"/>
                <a:sym typeface="Roboto"/>
              </a:defRPr>
            </a:lvl2pPr>
            <a:lvl3pPr lvl="2" rtl="0" algn="l">
              <a:lnSpc>
                <a:spcPct val="100000"/>
              </a:lnSpc>
              <a:spcBef>
                <a:spcPts val="0"/>
              </a:spcBef>
              <a:spcAft>
                <a:spcPts val="0"/>
              </a:spcAft>
              <a:buClr>
                <a:schemeClr val="dk2"/>
              </a:buClr>
              <a:buSzPts val="1800"/>
              <a:buNone/>
              <a:defRPr b="1" sz="1800">
                <a:solidFill>
                  <a:schemeClr val="dk2"/>
                </a:solidFill>
                <a:latin typeface="Roboto"/>
                <a:ea typeface="Roboto"/>
                <a:cs typeface="Roboto"/>
                <a:sym typeface="Roboto"/>
              </a:defRPr>
            </a:lvl3pPr>
            <a:lvl4pPr lvl="3" rtl="0" algn="l">
              <a:lnSpc>
                <a:spcPct val="100000"/>
              </a:lnSpc>
              <a:spcBef>
                <a:spcPts val="0"/>
              </a:spcBef>
              <a:spcAft>
                <a:spcPts val="0"/>
              </a:spcAft>
              <a:buClr>
                <a:schemeClr val="dk2"/>
              </a:buClr>
              <a:buSzPts val="1800"/>
              <a:buNone/>
              <a:defRPr b="1" sz="1800">
                <a:solidFill>
                  <a:schemeClr val="dk2"/>
                </a:solidFill>
                <a:latin typeface="Roboto"/>
                <a:ea typeface="Roboto"/>
                <a:cs typeface="Roboto"/>
                <a:sym typeface="Roboto"/>
              </a:defRPr>
            </a:lvl4pPr>
            <a:lvl5pPr lvl="4" rtl="0" algn="l">
              <a:lnSpc>
                <a:spcPct val="100000"/>
              </a:lnSpc>
              <a:spcBef>
                <a:spcPts val="0"/>
              </a:spcBef>
              <a:spcAft>
                <a:spcPts val="0"/>
              </a:spcAft>
              <a:buClr>
                <a:schemeClr val="dk2"/>
              </a:buClr>
              <a:buSzPts val="1800"/>
              <a:buNone/>
              <a:defRPr b="1" sz="1800">
                <a:solidFill>
                  <a:schemeClr val="dk2"/>
                </a:solidFill>
                <a:latin typeface="Roboto"/>
                <a:ea typeface="Roboto"/>
                <a:cs typeface="Roboto"/>
                <a:sym typeface="Roboto"/>
              </a:defRPr>
            </a:lvl5pPr>
            <a:lvl6pPr lvl="5" rtl="0" algn="l">
              <a:lnSpc>
                <a:spcPct val="100000"/>
              </a:lnSpc>
              <a:spcBef>
                <a:spcPts val="0"/>
              </a:spcBef>
              <a:spcAft>
                <a:spcPts val="0"/>
              </a:spcAft>
              <a:buClr>
                <a:schemeClr val="dk2"/>
              </a:buClr>
              <a:buSzPts val="1800"/>
              <a:buNone/>
              <a:defRPr b="1" sz="1800">
                <a:solidFill>
                  <a:schemeClr val="dk2"/>
                </a:solidFill>
                <a:latin typeface="Roboto"/>
                <a:ea typeface="Roboto"/>
                <a:cs typeface="Roboto"/>
                <a:sym typeface="Roboto"/>
              </a:defRPr>
            </a:lvl6pPr>
            <a:lvl7pPr lvl="6" rtl="0" algn="l">
              <a:lnSpc>
                <a:spcPct val="100000"/>
              </a:lnSpc>
              <a:spcBef>
                <a:spcPts val="0"/>
              </a:spcBef>
              <a:spcAft>
                <a:spcPts val="0"/>
              </a:spcAft>
              <a:buClr>
                <a:schemeClr val="dk2"/>
              </a:buClr>
              <a:buSzPts val="1800"/>
              <a:buNone/>
              <a:defRPr b="1" sz="1800">
                <a:solidFill>
                  <a:schemeClr val="dk2"/>
                </a:solidFill>
                <a:latin typeface="Roboto"/>
                <a:ea typeface="Roboto"/>
                <a:cs typeface="Roboto"/>
                <a:sym typeface="Roboto"/>
              </a:defRPr>
            </a:lvl7pPr>
            <a:lvl8pPr lvl="7" rtl="0" algn="l">
              <a:lnSpc>
                <a:spcPct val="100000"/>
              </a:lnSpc>
              <a:spcBef>
                <a:spcPts val="0"/>
              </a:spcBef>
              <a:spcAft>
                <a:spcPts val="0"/>
              </a:spcAft>
              <a:buClr>
                <a:schemeClr val="dk2"/>
              </a:buClr>
              <a:buSzPts val="1800"/>
              <a:buNone/>
              <a:defRPr b="1" sz="1800">
                <a:solidFill>
                  <a:schemeClr val="dk2"/>
                </a:solidFill>
                <a:latin typeface="Roboto"/>
                <a:ea typeface="Roboto"/>
                <a:cs typeface="Roboto"/>
                <a:sym typeface="Roboto"/>
              </a:defRPr>
            </a:lvl8pPr>
            <a:lvl9pPr lvl="8" rtl="0" algn="l">
              <a:lnSpc>
                <a:spcPct val="100000"/>
              </a:lnSpc>
              <a:spcBef>
                <a:spcPts val="0"/>
              </a:spcBef>
              <a:spcAft>
                <a:spcPts val="0"/>
              </a:spcAft>
              <a:buClr>
                <a:schemeClr val="dk2"/>
              </a:buClr>
              <a:buSzPts val="1800"/>
              <a:buNone/>
              <a:defRPr b="1" sz="1800">
                <a:solidFill>
                  <a:schemeClr val="dk2"/>
                </a:solidFill>
                <a:latin typeface="Roboto"/>
                <a:ea typeface="Roboto"/>
                <a:cs typeface="Roboto"/>
                <a:sym typeface="Roboto"/>
              </a:defRPr>
            </a:lvl9pPr>
          </a:lstStyle>
          <a:p/>
        </p:txBody>
      </p:sp>
      <p:sp>
        <p:nvSpPr>
          <p:cNvPr id="21" name="Google Shape;21;p4"/>
          <p:cNvSpPr txBox="1"/>
          <p:nvPr>
            <p:ph idx="1" type="subTitle"/>
          </p:nvPr>
        </p:nvSpPr>
        <p:spPr>
          <a:xfrm>
            <a:off x="6400800" y="1600088"/>
            <a:ext cx="2349300" cy="2997600"/>
          </a:xfrm>
          <a:prstGeom prst="rect">
            <a:avLst/>
          </a:prstGeom>
          <a:noFill/>
          <a:ln>
            <a:noFill/>
          </a:ln>
        </p:spPr>
        <p:txBody>
          <a:bodyPr anchorCtr="0" anchor="t" bIns="91425" lIns="0" spcFirstLastPara="1" rIns="91425" wrap="square" tIns="0">
            <a:noAutofit/>
          </a:bodyPr>
          <a:lstStyle>
            <a:lvl1pPr lvl="0" rtl="0" algn="l">
              <a:lnSpc>
                <a:spcPct val="115000"/>
              </a:lnSpc>
              <a:spcBef>
                <a:spcPts val="0"/>
              </a:spcBef>
              <a:spcAft>
                <a:spcPts val="0"/>
              </a:spcAft>
              <a:buClr>
                <a:schemeClr val="dk2"/>
              </a:buClr>
              <a:buSzPts val="1800"/>
              <a:buNone/>
              <a:defRPr>
                <a:solidFill>
                  <a:schemeClr val="dk2"/>
                </a:solidFill>
              </a:defRPr>
            </a:lvl1pPr>
            <a:lvl2pPr lvl="1" rtl="0" algn="l">
              <a:lnSpc>
                <a:spcPct val="115000"/>
              </a:lnSpc>
              <a:spcBef>
                <a:spcPts val="0"/>
              </a:spcBef>
              <a:spcAft>
                <a:spcPts val="0"/>
              </a:spcAft>
              <a:buClr>
                <a:schemeClr val="dk2"/>
              </a:buClr>
              <a:buSzPts val="1800"/>
              <a:buNone/>
              <a:defRPr>
                <a:solidFill>
                  <a:schemeClr val="dk2"/>
                </a:solidFill>
              </a:defRPr>
            </a:lvl2pPr>
            <a:lvl3pPr lvl="2" rtl="0" algn="l">
              <a:lnSpc>
                <a:spcPct val="115000"/>
              </a:lnSpc>
              <a:spcBef>
                <a:spcPts val="0"/>
              </a:spcBef>
              <a:spcAft>
                <a:spcPts val="0"/>
              </a:spcAft>
              <a:buClr>
                <a:schemeClr val="dk2"/>
              </a:buClr>
              <a:buSzPts val="1800"/>
              <a:buNone/>
              <a:defRPr>
                <a:solidFill>
                  <a:schemeClr val="dk2"/>
                </a:solidFill>
              </a:defRPr>
            </a:lvl3pPr>
            <a:lvl4pPr lvl="3" rtl="0" algn="l">
              <a:lnSpc>
                <a:spcPct val="115000"/>
              </a:lnSpc>
              <a:spcBef>
                <a:spcPts val="0"/>
              </a:spcBef>
              <a:spcAft>
                <a:spcPts val="0"/>
              </a:spcAft>
              <a:buClr>
                <a:schemeClr val="dk2"/>
              </a:buClr>
              <a:buSzPts val="1800"/>
              <a:buNone/>
              <a:defRPr>
                <a:solidFill>
                  <a:schemeClr val="dk2"/>
                </a:solidFill>
              </a:defRPr>
            </a:lvl4pPr>
            <a:lvl5pPr lvl="4" rtl="0" algn="l">
              <a:lnSpc>
                <a:spcPct val="115000"/>
              </a:lnSpc>
              <a:spcBef>
                <a:spcPts val="0"/>
              </a:spcBef>
              <a:spcAft>
                <a:spcPts val="0"/>
              </a:spcAft>
              <a:buClr>
                <a:schemeClr val="dk2"/>
              </a:buClr>
              <a:buSzPts val="1800"/>
              <a:buNone/>
              <a:defRPr>
                <a:solidFill>
                  <a:schemeClr val="dk2"/>
                </a:solidFill>
              </a:defRPr>
            </a:lvl5pPr>
            <a:lvl6pPr lvl="5" rtl="0" algn="l">
              <a:lnSpc>
                <a:spcPct val="115000"/>
              </a:lnSpc>
              <a:spcBef>
                <a:spcPts val="0"/>
              </a:spcBef>
              <a:spcAft>
                <a:spcPts val="0"/>
              </a:spcAft>
              <a:buClr>
                <a:schemeClr val="dk2"/>
              </a:buClr>
              <a:buSzPts val="1800"/>
              <a:buNone/>
              <a:defRPr>
                <a:solidFill>
                  <a:schemeClr val="dk2"/>
                </a:solidFill>
              </a:defRPr>
            </a:lvl6pPr>
            <a:lvl7pPr lvl="6" rtl="0" algn="l">
              <a:lnSpc>
                <a:spcPct val="115000"/>
              </a:lnSpc>
              <a:spcBef>
                <a:spcPts val="0"/>
              </a:spcBef>
              <a:spcAft>
                <a:spcPts val="0"/>
              </a:spcAft>
              <a:buClr>
                <a:schemeClr val="dk2"/>
              </a:buClr>
              <a:buSzPts val="1800"/>
              <a:buNone/>
              <a:defRPr>
                <a:solidFill>
                  <a:schemeClr val="dk2"/>
                </a:solidFill>
              </a:defRPr>
            </a:lvl7pPr>
            <a:lvl8pPr lvl="7" rtl="0" algn="l">
              <a:lnSpc>
                <a:spcPct val="115000"/>
              </a:lnSpc>
              <a:spcBef>
                <a:spcPts val="0"/>
              </a:spcBef>
              <a:spcAft>
                <a:spcPts val="0"/>
              </a:spcAft>
              <a:buClr>
                <a:schemeClr val="dk2"/>
              </a:buClr>
              <a:buSzPts val="1800"/>
              <a:buNone/>
              <a:defRPr>
                <a:solidFill>
                  <a:schemeClr val="dk2"/>
                </a:solidFill>
              </a:defRPr>
            </a:lvl8pPr>
            <a:lvl9pPr lvl="8" rtl="0" algn="l">
              <a:lnSpc>
                <a:spcPct val="115000"/>
              </a:lnSpc>
              <a:spcBef>
                <a:spcPts val="0"/>
              </a:spcBef>
              <a:spcAft>
                <a:spcPts val="0"/>
              </a:spcAft>
              <a:buClr>
                <a:schemeClr val="dk2"/>
              </a:buClr>
              <a:buSzPts val="1800"/>
              <a:buNone/>
              <a:defRPr>
                <a:solidFill>
                  <a:schemeClr val="dk2"/>
                </a:solidFill>
              </a:defRPr>
            </a:lvl9pPr>
          </a:lstStyle>
          <a:p/>
        </p:txBody>
      </p:sp>
      <p:sp>
        <p:nvSpPr>
          <p:cNvPr id="22" name="Google Shape;22;p4"/>
          <p:cNvSpPr txBox="1"/>
          <p:nvPr>
            <p:ph idx="2" type="body"/>
          </p:nvPr>
        </p:nvSpPr>
        <p:spPr>
          <a:xfrm>
            <a:off x="457200" y="1063525"/>
            <a:ext cx="5029200" cy="3520800"/>
          </a:xfrm>
          <a:prstGeom prst="rect">
            <a:avLst/>
          </a:prstGeom>
          <a:noFill/>
          <a:ln>
            <a:noFill/>
          </a:ln>
        </p:spPr>
        <p:txBody>
          <a:bodyPr anchorCtr="0" anchor="t" bIns="0" lIns="0" spcFirstLastPara="1" rIns="0" wrap="square" tIns="91425">
            <a:noAutofit/>
          </a:bodyPr>
          <a:lstStyle>
            <a:lvl1pPr indent="-342900" lvl="0" marL="457200" rtl="0" algn="l">
              <a:lnSpc>
                <a:spcPct val="115000"/>
              </a:lnSpc>
              <a:spcBef>
                <a:spcPts val="0"/>
              </a:spcBef>
              <a:spcAft>
                <a:spcPts val="0"/>
              </a:spcAft>
              <a:buClr>
                <a:schemeClr val="dk2"/>
              </a:buClr>
              <a:buSzPts val="1800"/>
              <a:buChar char="●"/>
              <a:defRPr>
                <a:solidFill>
                  <a:schemeClr val="dk2"/>
                </a:solidFill>
              </a:defRPr>
            </a:lvl1pPr>
            <a:lvl2pPr indent="-342900" lvl="1" marL="914400" rtl="0" algn="l">
              <a:lnSpc>
                <a:spcPct val="115000"/>
              </a:lnSpc>
              <a:spcBef>
                <a:spcPts val="0"/>
              </a:spcBef>
              <a:spcAft>
                <a:spcPts val="0"/>
              </a:spcAft>
              <a:buClr>
                <a:schemeClr val="dk2"/>
              </a:buClr>
              <a:buSzPts val="1800"/>
              <a:buChar char="○"/>
              <a:defRPr>
                <a:solidFill>
                  <a:schemeClr val="dk2"/>
                </a:solidFill>
              </a:defRPr>
            </a:lvl2pPr>
            <a:lvl3pPr indent="-342900" lvl="2" marL="1371600" rtl="0" algn="l">
              <a:lnSpc>
                <a:spcPct val="115000"/>
              </a:lnSpc>
              <a:spcBef>
                <a:spcPts val="0"/>
              </a:spcBef>
              <a:spcAft>
                <a:spcPts val="0"/>
              </a:spcAft>
              <a:buClr>
                <a:schemeClr val="dk2"/>
              </a:buClr>
              <a:buSzPts val="1800"/>
              <a:buChar char="■"/>
              <a:defRPr>
                <a:solidFill>
                  <a:schemeClr val="dk2"/>
                </a:solidFill>
              </a:defRPr>
            </a:lvl3pPr>
            <a:lvl4pPr indent="-342900" lvl="3" marL="1828800" rtl="0" algn="l">
              <a:lnSpc>
                <a:spcPct val="115000"/>
              </a:lnSpc>
              <a:spcBef>
                <a:spcPts val="0"/>
              </a:spcBef>
              <a:spcAft>
                <a:spcPts val="0"/>
              </a:spcAft>
              <a:buClr>
                <a:schemeClr val="dk2"/>
              </a:buClr>
              <a:buSzPts val="1800"/>
              <a:buChar char="●"/>
              <a:defRPr>
                <a:solidFill>
                  <a:schemeClr val="dk2"/>
                </a:solidFill>
              </a:defRPr>
            </a:lvl4pPr>
            <a:lvl5pPr indent="-342900" lvl="4" marL="2286000" rtl="0" algn="l">
              <a:lnSpc>
                <a:spcPct val="115000"/>
              </a:lnSpc>
              <a:spcBef>
                <a:spcPts val="0"/>
              </a:spcBef>
              <a:spcAft>
                <a:spcPts val="0"/>
              </a:spcAft>
              <a:buClr>
                <a:schemeClr val="dk2"/>
              </a:buClr>
              <a:buSzPts val="1800"/>
              <a:buChar char="○"/>
              <a:defRPr>
                <a:solidFill>
                  <a:schemeClr val="dk2"/>
                </a:solidFill>
              </a:defRPr>
            </a:lvl5pPr>
            <a:lvl6pPr indent="-342900" lvl="5" marL="2743200" rtl="0" algn="l">
              <a:lnSpc>
                <a:spcPct val="115000"/>
              </a:lnSpc>
              <a:spcBef>
                <a:spcPts val="0"/>
              </a:spcBef>
              <a:spcAft>
                <a:spcPts val="0"/>
              </a:spcAft>
              <a:buClr>
                <a:schemeClr val="dk2"/>
              </a:buClr>
              <a:buSzPts val="1800"/>
              <a:buChar char="■"/>
              <a:defRPr>
                <a:solidFill>
                  <a:schemeClr val="dk2"/>
                </a:solidFill>
              </a:defRPr>
            </a:lvl6pPr>
            <a:lvl7pPr indent="-342900" lvl="6" marL="3200400" rtl="0" algn="l">
              <a:lnSpc>
                <a:spcPct val="115000"/>
              </a:lnSpc>
              <a:spcBef>
                <a:spcPts val="0"/>
              </a:spcBef>
              <a:spcAft>
                <a:spcPts val="0"/>
              </a:spcAft>
              <a:buClr>
                <a:schemeClr val="dk2"/>
              </a:buClr>
              <a:buSzPts val="1800"/>
              <a:buChar char="●"/>
              <a:defRPr>
                <a:solidFill>
                  <a:schemeClr val="dk2"/>
                </a:solidFill>
              </a:defRPr>
            </a:lvl7pPr>
            <a:lvl8pPr indent="-342900" lvl="7" marL="3657600" rtl="0" algn="l">
              <a:lnSpc>
                <a:spcPct val="115000"/>
              </a:lnSpc>
              <a:spcBef>
                <a:spcPts val="0"/>
              </a:spcBef>
              <a:spcAft>
                <a:spcPts val="0"/>
              </a:spcAft>
              <a:buClr>
                <a:schemeClr val="dk2"/>
              </a:buClr>
              <a:buSzPts val="1800"/>
              <a:buChar char="○"/>
              <a:defRPr>
                <a:solidFill>
                  <a:schemeClr val="dk2"/>
                </a:solidFill>
              </a:defRPr>
            </a:lvl8pPr>
            <a:lvl9pPr indent="-342900" lvl="8" marL="4114800" rtl="0" algn="l">
              <a:lnSpc>
                <a:spcPct val="115000"/>
              </a:lnSpc>
              <a:spcBef>
                <a:spcPts val="0"/>
              </a:spcBef>
              <a:spcAft>
                <a:spcPts val="0"/>
              </a:spcAft>
              <a:buClr>
                <a:schemeClr val="dk2"/>
              </a:buClr>
              <a:buSzPts val="1800"/>
              <a:buChar char="■"/>
              <a:defRPr>
                <a:solidFill>
                  <a:schemeClr val="dk2"/>
                </a:solidFill>
              </a:defRPr>
            </a:lvl9pPr>
          </a:lstStyle>
          <a:p/>
        </p:txBody>
      </p:sp>
      <p:sp>
        <p:nvSpPr>
          <p:cNvPr id="23" name="Google Shape;23;p4"/>
          <p:cNvSpPr txBox="1"/>
          <p:nvPr>
            <p:ph idx="3" type="subTitle"/>
          </p:nvPr>
        </p:nvSpPr>
        <p:spPr>
          <a:xfrm>
            <a:off x="461220" y="548650"/>
            <a:ext cx="5482500" cy="274200"/>
          </a:xfrm>
          <a:prstGeom prst="rect">
            <a:avLst/>
          </a:prstGeom>
          <a:noFill/>
          <a:ln>
            <a:noFill/>
          </a:ln>
        </p:spPr>
        <p:txBody>
          <a:bodyPr anchorCtr="0" anchor="t" bIns="0" lIns="0" spcFirstLastPara="1" rIns="91425" wrap="square" tIns="0">
            <a:noAutofit/>
          </a:bodyPr>
          <a:lstStyle>
            <a:lvl1pPr lvl="0" rtl="0" algn="l">
              <a:lnSpc>
                <a:spcPct val="115000"/>
              </a:lnSpc>
              <a:spcBef>
                <a:spcPts val="0"/>
              </a:spcBef>
              <a:spcAft>
                <a:spcPts val="0"/>
              </a:spcAft>
              <a:buSzPts val="1800"/>
              <a:buNone/>
              <a:defRPr/>
            </a:lvl1pPr>
            <a:lvl2pPr lvl="1" rtl="0" algn="l">
              <a:lnSpc>
                <a:spcPct val="115000"/>
              </a:lnSpc>
              <a:spcBef>
                <a:spcPts val="0"/>
              </a:spcBef>
              <a:spcAft>
                <a:spcPts val="0"/>
              </a:spcAft>
              <a:buSzPts val="1800"/>
              <a:buNone/>
              <a:defRPr/>
            </a:lvl2pPr>
            <a:lvl3pPr lvl="2" rtl="0" algn="l">
              <a:lnSpc>
                <a:spcPct val="115000"/>
              </a:lnSpc>
              <a:spcBef>
                <a:spcPts val="0"/>
              </a:spcBef>
              <a:spcAft>
                <a:spcPts val="0"/>
              </a:spcAft>
              <a:buSzPts val="1800"/>
              <a:buNone/>
              <a:defRPr/>
            </a:lvl3pPr>
            <a:lvl4pPr lvl="3" rtl="0" algn="l">
              <a:lnSpc>
                <a:spcPct val="115000"/>
              </a:lnSpc>
              <a:spcBef>
                <a:spcPts val="0"/>
              </a:spcBef>
              <a:spcAft>
                <a:spcPts val="0"/>
              </a:spcAft>
              <a:buSzPts val="1800"/>
              <a:buNone/>
              <a:defRPr/>
            </a:lvl4pPr>
            <a:lvl5pPr lvl="4" rtl="0" algn="l">
              <a:lnSpc>
                <a:spcPct val="115000"/>
              </a:lnSpc>
              <a:spcBef>
                <a:spcPts val="0"/>
              </a:spcBef>
              <a:spcAft>
                <a:spcPts val="0"/>
              </a:spcAft>
              <a:buSzPts val="1800"/>
              <a:buNone/>
              <a:defRPr/>
            </a:lvl5pPr>
            <a:lvl6pPr lvl="5" rtl="0" algn="l">
              <a:lnSpc>
                <a:spcPct val="115000"/>
              </a:lnSpc>
              <a:spcBef>
                <a:spcPts val="0"/>
              </a:spcBef>
              <a:spcAft>
                <a:spcPts val="0"/>
              </a:spcAft>
              <a:buSzPts val="1800"/>
              <a:buNone/>
              <a:defRPr/>
            </a:lvl6pPr>
            <a:lvl7pPr lvl="6" rtl="0" algn="l">
              <a:lnSpc>
                <a:spcPct val="115000"/>
              </a:lnSpc>
              <a:spcBef>
                <a:spcPts val="0"/>
              </a:spcBef>
              <a:spcAft>
                <a:spcPts val="0"/>
              </a:spcAft>
              <a:buSzPts val="1800"/>
              <a:buNone/>
              <a:defRPr/>
            </a:lvl7pPr>
            <a:lvl8pPr lvl="7" rtl="0" algn="l">
              <a:lnSpc>
                <a:spcPct val="115000"/>
              </a:lnSpc>
              <a:spcBef>
                <a:spcPts val="0"/>
              </a:spcBef>
              <a:spcAft>
                <a:spcPts val="0"/>
              </a:spcAft>
              <a:buSzPts val="1800"/>
              <a:buNone/>
              <a:defRPr/>
            </a:lvl8pPr>
            <a:lvl9pPr lvl="8" rtl="0" algn="l">
              <a:lnSpc>
                <a:spcPct val="115000"/>
              </a:lnSpc>
              <a:spcBef>
                <a:spcPts val="0"/>
              </a:spcBef>
              <a:spcAft>
                <a:spcPts val="0"/>
              </a:spcAft>
              <a:buSzPts val="1800"/>
              <a:buNone/>
              <a:defRPr/>
            </a:lvl9pPr>
          </a:lstStyle>
          <a:p/>
        </p:txBody>
      </p:sp>
      <p:sp>
        <p:nvSpPr>
          <p:cNvPr id="24" name="Google Shape;24;p4"/>
          <p:cNvSpPr txBox="1"/>
          <p:nvPr>
            <p:ph idx="4" type="title"/>
          </p:nvPr>
        </p:nvSpPr>
        <p:spPr>
          <a:xfrm>
            <a:off x="457200" y="146300"/>
            <a:ext cx="5486400" cy="3657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accent5"/>
              </a:buClr>
              <a:buSzPts val="2600"/>
              <a:buNone/>
              <a:defRPr>
                <a:solidFill>
                  <a:schemeClr val="accent5"/>
                </a:solidFill>
              </a:defRPr>
            </a:lvl1pPr>
            <a:lvl2pPr lvl="1" rtl="0" algn="l">
              <a:lnSpc>
                <a:spcPct val="100000"/>
              </a:lnSpc>
              <a:spcBef>
                <a:spcPts val="0"/>
              </a:spcBef>
              <a:spcAft>
                <a:spcPts val="0"/>
              </a:spcAft>
              <a:buSzPts val="2800"/>
              <a:buNone/>
              <a:defRPr/>
            </a:lvl2pPr>
            <a:lvl3pPr lvl="2" rtl="0" algn="l">
              <a:lnSpc>
                <a:spcPct val="100000"/>
              </a:lnSpc>
              <a:spcBef>
                <a:spcPts val="0"/>
              </a:spcBef>
              <a:spcAft>
                <a:spcPts val="0"/>
              </a:spcAft>
              <a:buSzPts val="2800"/>
              <a:buNone/>
              <a:defRPr/>
            </a:lvl3pPr>
            <a:lvl4pPr lvl="3" rtl="0" algn="l">
              <a:lnSpc>
                <a:spcPct val="100000"/>
              </a:lnSpc>
              <a:spcBef>
                <a:spcPts val="0"/>
              </a:spcBef>
              <a:spcAft>
                <a:spcPts val="0"/>
              </a:spcAft>
              <a:buSzPts val="2800"/>
              <a:buNone/>
              <a:defRPr/>
            </a:lvl4pPr>
            <a:lvl5pPr lvl="4" rtl="0" algn="l">
              <a:lnSpc>
                <a:spcPct val="100000"/>
              </a:lnSpc>
              <a:spcBef>
                <a:spcPts val="0"/>
              </a:spcBef>
              <a:spcAft>
                <a:spcPts val="0"/>
              </a:spcAft>
              <a:buSzPts val="2800"/>
              <a:buNone/>
              <a:defRPr/>
            </a:lvl5pPr>
            <a:lvl6pPr lvl="5" rtl="0" algn="l">
              <a:lnSpc>
                <a:spcPct val="100000"/>
              </a:lnSpc>
              <a:spcBef>
                <a:spcPts val="0"/>
              </a:spcBef>
              <a:spcAft>
                <a:spcPts val="0"/>
              </a:spcAft>
              <a:buSzPts val="2800"/>
              <a:buNone/>
              <a:defRPr/>
            </a:lvl6pPr>
            <a:lvl7pPr lvl="6" rtl="0" algn="l">
              <a:lnSpc>
                <a:spcPct val="100000"/>
              </a:lnSpc>
              <a:spcBef>
                <a:spcPts val="0"/>
              </a:spcBef>
              <a:spcAft>
                <a:spcPts val="0"/>
              </a:spcAft>
              <a:buSzPts val="2800"/>
              <a:buNone/>
              <a:defRPr/>
            </a:lvl7pPr>
            <a:lvl8pPr lvl="7" rtl="0" algn="l">
              <a:lnSpc>
                <a:spcPct val="100000"/>
              </a:lnSpc>
              <a:spcBef>
                <a:spcPts val="0"/>
              </a:spcBef>
              <a:spcAft>
                <a:spcPts val="0"/>
              </a:spcAft>
              <a:buSzPts val="2800"/>
              <a:buNone/>
              <a:defRPr/>
            </a:lvl8pPr>
            <a:lvl9pPr lvl="8" rtl="0" algn="l">
              <a:lnSpc>
                <a:spcPct val="100000"/>
              </a:lnSpc>
              <a:spcBef>
                <a:spcPts val="0"/>
              </a:spcBef>
              <a:spcAft>
                <a:spcPts val="0"/>
              </a:spcAft>
              <a:buSzPts val="2800"/>
              <a:buNone/>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2 - With image insert">
  <p:cSld name="CUSTOM_8">
    <p:spTree>
      <p:nvGrpSpPr>
        <p:cNvPr id="25" name="Shape 25"/>
        <p:cNvGrpSpPr/>
        <p:nvPr/>
      </p:nvGrpSpPr>
      <p:grpSpPr>
        <a:xfrm>
          <a:off x="0" y="0"/>
          <a:ext cx="0" cy="0"/>
          <a:chOff x="0" y="0"/>
          <a:chExt cx="0" cy="0"/>
        </a:xfrm>
      </p:grpSpPr>
      <p:cxnSp>
        <p:nvCxnSpPr>
          <p:cNvPr id="26" name="Google Shape;26;p5"/>
          <p:cNvCxnSpPr/>
          <p:nvPr/>
        </p:nvCxnSpPr>
        <p:spPr>
          <a:xfrm rot="10800000">
            <a:off x="3453900" y="1729748"/>
            <a:ext cx="585300" cy="0"/>
          </a:xfrm>
          <a:prstGeom prst="straightConnector1">
            <a:avLst/>
          </a:prstGeom>
          <a:noFill/>
          <a:ln cap="rnd" cmpd="sng" w="9525">
            <a:solidFill>
              <a:srgbClr val="2E5E73"/>
            </a:solidFill>
            <a:prstDash val="solid"/>
            <a:round/>
            <a:headEnd len="sm" w="sm" type="none"/>
            <a:tailEnd len="med" w="med" type="oval"/>
          </a:ln>
        </p:spPr>
      </p:cxnSp>
      <p:cxnSp>
        <p:nvCxnSpPr>
          <p:cNvPr id="27" name="Google Shape;27;p5"/>
          <p:cNvCxnSpPr/>
          <p:nvPr/>
        </p:nvCxnSpPr>
        <p:spPr>
          <a:xfrm rot="10800000">
            <a:off x="3453900" y="3524825"/>
            <a:ext cx="585300" cy="0"/>
          </a:xfrm>
          <a:prstGeom prst="straightConnector1">
            <a:avLst/>
          </a:prstGeom>
          <a:noFill/>
          <a:ln cap="rnd" cmpd="sng" w="9525">
            <a:solidFill>
              <a:srgbClr val="2E5E73"/>
            </a:solidFill>
            <a:prstDash val="solid"/>
            <a:round/>
            <a:headEnd len="sm" w="sm" type="none"/>
            <a:tailEnd len="med" w="med" type="oval"/>
          </a:ln>
        </p:spPr>
      </p:cxnSp>
      <p:sp>
        <p:nvSpPr>
          <p:cNvPr id="28" name="Google Shape;28;p5"/>
          <p:cNvSpPr/>
          <p:nvPr>
            <p:ph idx="2" type="pic"/>
          </p:nvPr>
        </p:nvSpPr>
        <p:spPr>
          <a:xfrm>
            <a:off x="3657600" y="1371600"/>
            <a:ext cx="5029200" cy="2742300"/>
          </a:xfrm>
          <a:prstGeom prst="rect">
            <a:avLst/>
          </a:prstGeom>
          <a:noFill/>
          <a:ln>
            <a:noFill/>
          </a:ln>
          <a:effectLst>
            <a:outerShdw blurRad="57150" rotWithShape="0" algn="bl" dir="5400000" dist="19050">
              <a:srgbClr val="000000">
                <a:alpha val="49803"/>
              </a:srgbClr>
            </a:outerShdw>
          </a:effectLst>
        </p:spPr>
      </p:sp>
      <p:sp>
        <p:nvSpPr>
          <p:cNvPr id="29" name="Google Shape;29;p5"/>
          <p:cNvSpPr txBox="1"/>
          <p:nvPr>
            <p:ph type="title"/>
          </p:nvPr>
        </p:nvSpPr>
        <p:spPr>
          <a:xfrm>
            <a:off x="457200" y="146300"/>
            <a:ext cx="8229600" cy="3657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accent5"/>
              </a:buClr>
              <a:buSzPts val="2600"/>
              <a:buNone/>
              <a:defRPr>
                <a:solidFill>
                  <a:schemeClr val="accent5"/>
                </a:solidFill>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30" name="Google Shape;30;p5"/>
          <p:cNvSpPr txBox="1"/>
          <p:nvPr>
            <p:ph idx="1" type="subTitle"/>
          </p:nvPr>
        </p:nvSpPr>
        <p:spPr>
          <a:xfrm>
            <a:off x="463231" y="548650"/>
            <a:ext cx="8223600" cy="2742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1800"/>
              <a:buNone/>
              <a:defRPr/>
            </a:lvl1pPr>
            <a:lvl2pPr lvl="1" algn="l">
              <a:lnSpc>
                <a:spcPct val="115000"/>
              </a:lnSpc>
              <a:spcBef>
                <a:spcPts val="0"/>
              </a:spcBef>
              <a:spcAft>
                <a:spcPts val="0"/>
              </a:spcAft>
              <a:buSzPts val="1800"/>
              <a:buNone/>
              <a:defRPr/>
            </a:lvl2pPr>
            <a:lvl3pPr lvl="2" algn="l">
              <a:lnSpc>
                <a:spcPct val="115000"/>
              </a:lnSpc>
              <a:spcBef>
                <a:spcPts val="0"/>
              </a:spcBef>
              <a:spcAft>
                <a:spcPts val="0"/>
              </a:spcAft>
              <a:buSzPts val="1800"/>
              <a:buNone/>
              <a:defRPr/>
            </a:lvl3pPr>
            <a:lvl4pPr lvl="3" algn="l">
              <a:lnSpc>
                <a:spcPct val="115000"/>
              </a:lnSpc>
              <a:spcBef>
                <a:spcPts val="0"/>
              </a:spcBef>
              <a:spcAft>
                <a:spcPts val="0"/>
              </a:spcAft>
              <a:buSzPts val="1800"/>
              <a:buNone/>
              <a:defRPr/>
            </a:lvl4pPr>
            <a:lvl5pPr lvl="4" algn="l">
              <a:lnSpc>
                <a:spcPct val="115000"/>
              </a:lnSpc>
              <a:spcBef>
                <a:spcPts val="0"/>
              </a:spcBef>
              <a:spcAft>
                <a:spcPts val="0"/>
              </a:spcAft>
              <a:buSzPts val="1800"/>
              <a:buNone/>
              <a:defRPr/>
            </a:lvl5pPr>
            <a:lvl6pPr lvl="5" algn="l">
              <a:lnSpc>
                <a:spcPct val="115000"/>
              </a:lnSpc>
              <a:spcBef>
                <a:spcPts val="0"/>
              </a:spcBef>
              <a:spcAft>
                <a:spcPts val="0"/>
              </a:spcAft>
              <a:buSzPts val="1800"/>
              <a:buNone/>
              <a:defRPr/>
            </a:lvl6pPr>
            <a:lvl7pPr lvl="6" algn="l">
              <a:lnSpc>
                <a:spcPct val="115000"/>
              </a:lnSpc>
              <a:spcBef>
                <a:spcPts val="0"/>
              </a:spcBef>
              <a:spcAft>
                <a:spcPts val="0"/>
              </a:spcAft>
              <a:buSzPts val="1800"/>
              <a:buNone/>
              <a:defRPr/>
            </a:lvl7pPr>
            <a:lvl8pPr lvl="7" algn="l">
              <a:lnSpc>
                <a:spcPct val="115000"/>
              </a:lnSpc>
              <a:spcBef>
                <a:spcPts val="0"/>
              </a:spcBef>
              <a:spcAft>
                <a:spcPts val="0"/>
              </a:spcAft>
              <a:buSzPts val="1800"/>
              <a:buNone/>
              <a:defRPr/>
            </a:lvl8pPr>
            <a:lvl9pPr lvl="8" algn="l">
              <a:lnSpc>
                <a:spcPct val="115000"/>
              </a:lnSpc>
              <a:spcBef>
                <a:spcPts val="0"/>
              </a:spcBef>
              <a:spcAft>
                <a:spcPts val="0"/>
              </a:spcAft>
              <a:buSzPts val="1800"/>
              <a:buNone/>
              <a:defRPr/>
            </a:lvl9pPr>
          </a:lstStyle>
          <a:p/>
        </p:txBody>
      </p:sp>
      <p:sp>
        <p:nvSpPr>
          <p:cNvPr id="31" name="Google Shape;31;p5"/>
          <p:cNvSpPr txBox="1"/>
          <p:nvPr>
            <p:ph idx="3" type="body"/>
          </p:nvPr>
        </p:nvSpPr>
        <p:spPr>
          <a:xfrm>
            <a:off x="457200" y="1592650"/>
            <a:ext cx="3013200" cy="1155600"/>
          </a:xfrm>
          <a:prstGeom prst="rect">
            <a:avLst/>
          </a:prstGeom>
          <a:noFill/>
          <a:ln>
            <a:noFill/>
          </a:ln>
        </p:spPr>
        <p:txBody>
          <a:bodyPr anchorCtr="0" anchor="t" bIns="0" lIns="0" spcFirstLastPara="1" rIns="91425" wrap="square" tIns="0">
            <a:noAutofit/>
          </a:bodyPr>
          <a:lstStyle>
            <a:lvl1pPr indent="-342900" lvl="0" marL="457200" algn="l">
              <a:lnSpc>
                <a:spcPct val="115000"/>
              </a:lnSpc>
              <a:spcBef>
                <a:spcPts val="0"/>
              </a:spcBef>
              <a:spcAft>
                <a:spcPts val="0"/>
              </a:spcAft>
              <a:buSzPts val="1800"/>
              <a:buChar char="●"/>
              <a:defRPr/>
            </a:lvl1pPr>
            <a:lvl2pPr indent="-342900" lvl="1" marL="914400" algn="l">
              <a:lnSpc>
                <a:spcPct val="115000"/>
              </a:lnSpc>
              <a:spcBef>
                <a:spcPts val="0"/>
              </a:spcBef>
              <a:spcAft>
                <a:spcPts val="0"/>
              </a:spcAft>
              <a:buSzPts val="1800"/>
              <a:buChar char="○"/>
              <a:defRPr/>
            </a:lvl2pPr>
            <a:lvl3pPr indent="-342900" lvl="2" marL="1371600" algn="l">
              <a:lnSpc>
                <a:spcPct val="115000"/>
              </a:lnSpc>
              <a:spcBef>
                <a:spcPts val="0"/>
              </a:spcBef>
              <a:spcAft>
                <a:spcPts val="0"/>
              </a:spcAft>
              <a:buSzPts val="1800"/>
              <a:buChar char="■"/>
              <a:defRPr/>
            </a:lvl3pPr>
            <a:lvl4pPr indent="-342900" lvl="3" marL="1828800" algn="l">
              <a:lnSpc>
                <a:spcPct val="115000"/>
              </a:lnSpc>
              <a:spcBef>
                <a:spcPts val="0"/>
              </a:spcBef>
              <a:spcAft>
                <a:spcPts val="0"/>
              </a:spcAft>
              <a:buSzPts val="1800"/>
              <a:buChar char="●"/>
              <a:defRPr/>
            </a:lvl4pPr>
            <a:lvl5pPr indent="-342900" lvl="4" marL="2286000" algn="l">
              <a:lnSpc>
                <a:spcPct val="115000"/>
              </a:lnSpc>
              <a:spcBef>
                <a:spcPts val="0"/>
              </a:spcBef>
              <a:spcAft>
                <a:spcPts val="0"/>
              </a:spcAft>
              <a:buSzPts val="1800"/>
              <a:buChar char="○"/>
              <a:defRPr/>
            </a:lvl5pPr>
            <a:lvl6pPr indent="-342900" lvl="5" marL="2743200" algn="l">
              <a:lnSpc>
                <a:spcPct val="115000"/>
              </a:lnSpc>
              <a:spcBef>
                <a:spcPts val="0"/>
              </a:spcBef>
              <a:spcAft>
                <a:spcPts val="0"/>
              </a:spcAft>
              <a:buSzPts val="1800"/>
              <a:buChar char="■"/>
              <a:defRPr/>
            </a:lvl6pPr>
            <a:lvl7pPr indent="-342900" lvl="6" marL="3200400" algn="l">
              <a:lnSpc>
                <a:spcPct val="115000"/>
              </a:lnSpc>
              <a:spcBef>
                <a:spcPts val="0"/>
              </a:spcBef>
              <a:spcAft>
                <a:spcPts val="0"/>
              </a:spcAft>
              <a:buSzPts val="1800"/>
              <a:buChar char="●"/>
              <a:defRPr/>
            </a:lvl7pPr>
            <a:lvl8pPr indent="-342900" lvl="7" marL="3657600" algn="l">
              <a:lnSpc>
                <a:spcPct val="115000"/>
              </a:lnSpc>
              <a:spcBef>
                <a:spcPts val="0"/>
              </a:spcBef>
              <a:spcAft>
                <a:spcPts val="0"/>
              </a:spcAft>
              <a:buSzPts val="1800"/>
              <a:buChar char="○"/>
              <a:defRPr/>
            </a:lvl8pPr>
            <a:lvl9pPr indent="-342900" lvl="8" marL="4114800" algn="l">
              <a:lnSpc>
                <a:spcPct val="115000"/>
              </a:lnSpc>
              <a:spcBef>
                <a:spcPts val="0"/>
              </a:spcBef>
              <a:spcAft>
                <a:spcPts val="0"/>
              </a:spcAft>
              <a:buSzPts val="1800"/>
              <a:buChar char="■"/>
              <a:defRPr/>
            </a:lvl9pPr>
          </a:lstStyle>
          <a:p/>
        </p:txBody>
      </p:sp>
      <p:sp>
        <p:nvSpPr>
          <p:cNvPr id="32" name="Google Shape;32;p5"/>
          <p:cNvSpPr txBox="1"/>
          <p:nvPr>
            <p:ph idx="4" type="body"/>
          </p:nvPr>
        </p:nvSpPr>
        <p:spPr>
          <a:xfrm>
            <a:off x="457200" y="3413275"/>
            <a:ext cx="3013200" cy="1155600"/>
          </a:xfrm>
          <a:prstGeom prst="rect">
            <a:avLst/>
          </a:prstGeom>
          <a:noFill/>
          <a:ln>
            <a:noFill/>
          </a:ln>
        </p:spPr>
        <p:txBody>
          <a:bodyPr anchorCtr="0" anchor="t" bIns="0" lIns="0" spcFirstLastPara="1" rIns="91425" wrap="square" tIns="0">
            <a:noAutofit/>
          </a:bodyPr>
          <a:lstStyle>
            <a:lvl1pPr indent="-342900" lvl="0" marL="457200" algn="l">
              <a:lnSpc>
                <a:spcPct val="115000"/>
              </a:lnSpc>
              <a:spcBef>
                <a:spcPts val="0"/>
              </a:spcBef>
              <a:spcAft>
                <a:spcPts val="0"/>
              </a:spcAft>
              <a:buSzPts val="1800"/>
              <a:buChar char="●"/>
              <a:defRPr/>
            </a:lvl1pPr>
            <a:lvl2pPr indent="-342900" lvl="1" marL="914400" algn="l">
              <a:lnSpc>
                <a:spcPct val="115000"/>
              </a:lnSpc>
              <a:spcBef>
                <a:spcPts val="0"/>
              </a:spcBef>
              <a:spcAft>
                <a:spcPts val="0"/>
              </a:spcAft>
              <a:buSzPts val="1800"/>
              <a:buChar char="○"/>
              <a:defRPr/>
            </a:lvl2pPr>
            <a:lvl3pPr indent="-342900" lvl="2" marL="1371600" algn="l">
              <a:lnSpc>
                <a:spcPct val="115000"/>
              </a:lnSpc>
              <a:spcBef>
                <a:spcPts val="0"/>
              </a:spcBef>
              <a:spcAft>
                <a:spcPts val="0"/>
              </a:spcAft>
              <a:buSzPts val="1800"/>
              <a:buChar char="■"/>
              <a:defRPr/>
            </a:lvl3pPr>
            <a:lvl4pPr indent="-342900" lvl="3" marL="1828800" algn="l">
              <a:lnSpc>
                <a:spcPct val="115000"/>
              </a:lnSpc>
              <a:spcBef>
                <a:spcPts val="0"/>
              </a:spcBef>
              <a:spcAft>
                <a:spcPts val="0"/>
              </a:spcAft>
              <a:buSzPts val="1800"/>
              <a:buChar char="●"/>
              <a:defRPr/>
            </a:lvl4pPr>
            <a:lvl5pPr indent="-342900" lvl="4" marL="2286000" algn="l">
              <a:lnSpc>
                <a:spcPct val="115000"/>
              </a:lnSpc>
              <a:spcBef>
                <a:spcPts val="0"/>
              </a:spcBef>
              <a:spcAft>
                <a:spcPts val="0"/>
              </a:spcAft>
              <a:buSzPts val="1800"/>
              <a:buChar char="○"/>
              <a:defRPr/>
            </a:lvl5pPr>
            <a:lvl6pPr indent="-342900" lvl="5" marL="2743200" algn="l">
              <a:lnSpc>
                <a:spcPct val="115000"/>
              </a:lnSpc>
              <a:spcBef>
                <a:spcPts val="0"/>
              </a:spcBef>
              <a:spcAft>
                <a:spcPts val="0"/>
              </a:spcAft>
              <a:buSzPts val="1800"/>
              <a:buChar char="■"/>
              <a:defRPr/>
            </a:lvl6pPr>
            <a:lvl7pPr indent="-342900" lvl="6" marL="3200400" algn="l">
              <a:lnSpc>
                <a:spcPct val="115000"/>
              </a:lnSpc>
              <a:spcBef>
                <a:spcPts val="0"/>
              </a:spcBef>
              <a:spcAft>
                <a:spcPts val="0"/>
              </a:spcAft>
              <a:buSzPts val="1800"/>
              <a:buChar char="●"/>
              <a:defRPr/>
            </a:lvl7pPr>
            <a:lvl8pPr indent="-342900" lvl="7" marL="3657600" algn="l">
              <a:lnSpc>
                <a:spcPct val="115000"/>
              </a:lnSpc>
              <a:spcBef>
                <a:spcPts val="0"/>
              </a:spcBef>
              <a:spcAft>
                <a:spcPts val="0"/>
              </a:spcAft>
              <a:buSzPts val="1800"/>
              <a:buChar char="○"/>
              <a:defRPr/>
            </a:lvl8pPr>
            <a:lvl9pPr indent="-342900" lvl="8" marL="4114800" algn="l">
              <a:lnSpc>
                <a:spcPct val="115000"/>
              </a:lnSpc>
              <a:spcBef>
                <a:spcPts val="0"/>
              </a:spcBef>
              <a:spcAft>
                <a:spcPts val="0"/>
              </a:spcAft>
              <a:buSzPts val="1800"/>
              <a:buChar char="■"/>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2 - Left image layout">
  <p:cSld name="CUSTOM_7_2">
    <p:spTree>
      <p:nvGrpSpPr>
        <p:cNvPr id="33" name="Shape 33"/>
        <p:cNvGrpSpPr/>
        <p:nvPr/>
      </p:nvGrpSpPr>
      <p:grpSpPr>
        <a:xfrm>
          <a:off x="0" y="0"/>
          <a:ext cx="0" cy="0"/>
          <a:chOff x="0" y="0"/>
          <a:chExt cx="0" cy="0"/>
        </a:xfrm>
      </p:grpSpPr>
      <p:sp>
        <p:nvSpPr>
          <p:cNvPr id="34" name="Google Shape;34;p6"/>
          <p:cNvSpPr/>
          <p:nvPr>
            <p:ph idx="2" type="pic"/>
          </p:nvPr>
        </p:nvSpPr>
        <p:spPr>
          <a:xfrm>
            <a:off x="0" y="150"/>
            <a:ext cx="3220500" cy="5143500"/>
          </a:xfrm>
          <a:prstGeom prst="rect">
            <a:avLst/>
          </a:prstGeom>
          <a:noFill/>
          <a:ln>
            <a:noFill/>
          </a:ln>
        </p:spPr>
      </p:sp>
      <p:sp>
        <p:nvSpPr>
          <p:cNvPr id="35" name="Google Shape;35;p6"/>
          <p:cNvSpPr txBox="1"/>
          <p:nvPr>
            <p:ph idx="1" type="body"/>
          </p:nvPr>
        </p:nvSpPr>
        <p:spPr>
          <a:xfrm>
            <a:off x="3657600" y="1054550"/>
            <a:ext cx="5025600" cy="3453300"/>
          </a:xfrm>
          <a:prstGeom prst="rect">
            <a:avLst/>
          </a:prstGeom>
          <a:noFill/>
          <a:ln>
            <a:noFill/>
          </a:ln>
        </p:spPr>
        <p:txBody>
          <a:bodyPr anchorCtr="0" anchor="t" bIns="0" lIns="0" spcFirstLastPara="1" rIns="0" wrap="square" tIns="91425">
            <a:noAutofit/>
          </a:bodyPr>
          <a:lstStyle>
            <a:lvl1pPr indent="-342900" lvl="0" marL="457200" rtl="0" algn="l">
              <a:lnSpc>
                <a:spcPct val="115000"/>
              </a:lnSpc>
              <a:spcBef>
                <a:spcPts val="0"/>
              </a:spcBef>
              <a:spcAft>
                <a:spcPts val="0"/>
              </a:spcAft>
              <a:buClr>
                <a:schemeClr val="dk2"/>
              </a:buClr>
              <a:buSzPts val="1800"/>
              <a:buChar char="●"/>
              <a:defRPr>
                <a:solidFill>
                  <a:schemeClr val="dk2"/>
                </a:solidFill>
              </a:defRPr>
            </a:lvl1pPr>
            <a:lvl2pPr indent="-342900" lvl="1" marL="914400" rtl="0" algn="l">
              <a:lnSpc>
                <a:spcPct val="115000"/>
              </a:lnSpc>
              <a:spcBef>
                <a:spcPts val="0"/>
              </a:spcBef>
              <a:spcAft>
                <a:spcPts val="0"/>
              </a:spcAft>
              <a:buClr>
                <a:schemeClr val="dk2"/>
              </a:buClr>
              <a:buSzPts val="1800"/>
              <a:buChar char="○"/>
              <a:defRPr>
                <a:solidFill>
                  <a:schemeClr val="dk2"/>
                </a:solidFill>
              </a:defRPr>
            </a:lvl2pPr>
            <a:lvl3pPr indent="-342900" lvl="2" marL="1371600" rtl="0" algn="l">
              <a:lnSpc>
                <a:spcPct val="115000"/>
              </a:lnSpc>
              <a:spcBef>
                <a:spcPts val="0"/>
              </a:spcBef>
              <a:spcAft>
                <a:spcPts val="0"/>
              </a:spcAft>
              <a:buClr>
                <a:schemeClr val="dk2"/>
              </a:buClr>
              <a:buSzPts val="1800"/>
              <a:buChar char="■"/>
              <a:defRPr>
                <a:solidFill>
                  <a:schemeClr val="dk2"/>
                </a:solidFill>
              </a:defRPr>
            </a:lvl3pPr>
            <a:lvl4pPr indent="-342900" lvl="3" marL="1828800" rtl="0" algn="l">
              <a:lnSpc>
                <a:spcPct val="115000"/>
              </a:lnSpc>
              <a:spcBef>
                <a:spcPts val="0"/>
              </a:spcBef>
              <a:spcAft>
                <a:spcPts val="0"/>
              </a:spcAft>
              <a:buClr>
                <a:schemeClr val="dk2"/>
              </a:buClr>
              <a:buSzPts val="1800"/>
              <a:buChar char="●"/>
              <a:defRPr>
                <a:solidFill>
                  <a:schemeClr val="dk2"/>
                </a:solidFill>
              </a:defRPr>
            </a:lvl4pPr>
            <a:lvl5pPr indent="-342900" lvl="4" marL="2286000" rtl="0" algn="l">
              <a:lnSpc>
                <a:spcPct val="115000"/>
              </a:lnSpc>
              <a:spcBef>
                <a:spcPts val="0"/>
              </a:spcBef>
              <a:spcAft>
                <a:spcPts val="0"/>
              </a:spcAft>
              <a:buClr>
                <a:schemeClr val="dk2"/>
              </a:buClr>
              <a:buSzPts val="1800"/>
              <a:buChar char="○"/>
              <a:defRPr>
                <a:solidFill>
                  <a:schemeClr val="dk2"/>
                </a:solidFill>
              </a:defRPr>
            </a:lvl5pPr>
            <a:lvl6pPr indent="-342900" lvl="5" marL="2743200" rtl="0" algn="l">
              <a:lnSpc>
                <a:spcPct val="115000"/>
              </a:lnSpc>
              <a:spcBef>
                <a:spcPts val="0"/>
              </a:spcBef>
              <a:spcAft>
                <a:spcPts val="0"/>
              </a:spcAft>
              <a:buClr>
                <a:schemeClr val="dk2"/>
              </a:buClr>
              <a:buSzPts val="1800"/>
              <a:buChar char="■"/>
              <a:defRPr>
                <a:solidFill>
                  <a:schemeClr val="dk2"/>
                </a:solidFill>
              </a:defRPr>
            </a:lvl6pPr>
            <a:lvl7pPr indent="-342900" lvl="6" marL="3200400" rtl="0" algn="l">
              <a:lnSpc>
                <a:spcPct val="115000"/>
              </a:lnSpc>
              <a:spcBef>
                <a:spcPts val="0"/>
              </a:spcBef>
              <a:spcAft>
                <a:spcPts val="0"/>
              </a:spcAft>
              <a:buClr>
                <a:schemeClr val="dk2"/>
              </a:buClr>
              <a:buSzPts val="1800"/>
              <a:buChar char="●"/>
              <a:defRPr>
                <a:solidFill>
                  <a:schemeClr val="dk2"/>
                </a:solidFill>
              </a:defRPr>
            </a:lvl7pPr>
            <a:lvl8pPr indent="-342900" lvl="7" marL="3657600" rtl="0" algn="l">
              <a:lnSpc>
                <a:spcPct val="115000"/>
              </a:lnSpc>
              <a:spcBef>
                <a:spcPts val="0"/>
              </a:spcBef>
              <a:spcAft>
                <a:spcPts val="0"/>
              </a:spcAft>
              <a:buClr>
                <a:schemeClr val="dk2"/>
              </a:buClr>
              <a:buSzPts val="1800"/>
              <a:buChar char="○"/>
              <a:defRPr>
                <a:solidFill>
                  <a:schemeClr val="dk2"/>
                </a:solidFill>
              </a:defRPr>
            </a:lvl8pPr>
            <a:lvl9pPr indent="-342900" lvl="8" marL="4114800" rtl="0" algn="l">
              <a:lnSpc>
                <a:spcPct val="115000"/>
              </a:lnSpc>
              <a:spcBef>
                <a:spcPts val="0"/>
              </a:spcBef>
              <a:spcAft>
                <a:spcPts val="0"/>
              </a:spcAft>
              <a:buClr>
                <a:schemeClr val="dk2"/>
              </a:buClr>
              <a:buSzPts val="1800"/>
              <a:buChar char="■"/>
              <a:defRPr>
                <a:solidFill>
                  <a:schemeClr val="dk2"/>
                </a:solidFill>
              </a:defRPr>
            </a:lvl9pPr>
          </a:lstStyle>
          <a:p/>
        </p:txBody>
      </p:sp>
      <p:sp>
        <p:nvSpPr>
          <p:cNvPr id="36" name="Google Shape;36;p6"/>
          <p:cNvSpPr txBox="1"/>
          <p:nvPr>
            <p:ph type="title"/>
          </p:nvPr>
        </p:nvSpPr>
        <p:spPr>
          <a:xfrm>
            <a:off x="3657601" y="146300"/>
            <a:ext cx="5029200" cy="3657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accent5"/>
              </a:buClr>
              <a:buSzPts val="2600"/>
              <a:buNone/>
              <a:defRPr>
                <a:solidFill>
                  <a:schemeClr val="accent5"/>
                </a:solidFill>
              </a:defRPr>
            </a:lvl1pPr>
            <a:lvl2pPr lvl="1" rtl="0" algn="l">
              <a:lnSpc>
                <a:spcPct val="100000"/>
              </a:lnSpc>
              <a:spcBef>
                <a:spcPts val="0"/>
              </a:spcBef>
              <a:spcAft>
                <a:spcPts val="0"/>
              </a:spcAft>
              <a:buSzPts val="2800"/>
              <a:buNone/>
              <a:defRPr/>
            </a:lvl2pPr>
            <a:lvl3pPr lvl="2" rtl="0" algn="l">
              <a:lnSpc>
                <a:spcPct val="100000"/>
              </a:lnSpc>
              <a:spcBef>
                <a:spcPts val="0"/>
              </a:spcBef>
              <a:spcAft>
                <a:spcPts val="0"/>
              </a:spcAft>
              <a:buSzPts val="2800"/>
              <a:buNone/>
              <a:defRPr/>
            </a:lvl3pPr>
            <a:lvl4pPr lvl="3" rtl="0" algn="l">
              <a:lnSpc>
                <a:spcPct val="100000"/>
              </a:lnSpc>
              <a:spcBef>
                <a:spcPts val="0"/>
              </a:spcBef>
              <a:spcAft>
                <a:spcPts val="0"/>
              </a:spcAft>
              <a:buSzPts val="2800"/>
              <a:buNone/>
              <a:defRPr/>
            </a:lvl4pPr>
            <a:lvl5pPr lvl="4" rtl="0" algn="l">
              <a:lnSpc>
                <a:spcPct val="100000"/>
              </a:lnSpc>
              <a:spcBef>
                <a:spcPts val="0"/>
              </a:spcBef>
              <a:spcAft>
                <a:spcPts val="0"/>
              </a:spcAft>
              <a:buSzPts val="2800"/>
              <a:buNone/>
              <a:defRPr/>
            </a:lvl5pPr>
            <a:lvl6pPr lvl="5" rtl="0" algn="l">
              <a:lnSpc>
                <a:spcPct val="100000"/>
              </a:lnSpc>
              <a:spcBef>
                <a:spcPts val="0"/>
              </a:spcBef>
              <a:spcAft>
                <a:spcPts val="0"/>
              </a:spcAft>
              <a:buSzPts val="2800"/>
              <a:buNone/>
              <a:defRPr/>
            </a:lvl6pPr>
            <a:lvl7pPr lvl="6" rtl="0" algn="l">
              <a:lnSpc>
                <a:spcPct val="100000"/>
              </a:lnSpc>
              <a:spcBef>
                <a:spcPts val="0"/>
              </a:spcBef>
              <a:spcAft>
                <a:spcPts val="0"/>
              </a:spcAft>
              <a:buSzPts val="2800"/>
              <a:buNone/>
              <a:defRPr/>
            </a:lvl7pPr>
            <a:lvl8pPr lvl="7" rtl="0" algn="l">
              <a:lnSpc>
                <a:spcPct val="100000"/>
              </a:lnSpc>
              <a:spcBef>
                <a:spcPts val="0"/>
              </a:spcBef>
              <a:spcAft>
                <a:spcPts val="0"/>
              </a:spcAft>
              <a:buSzPts val="2800"/>
              <a:buNone/>
              <a:defRPr/>
            </a:lvl8pPr>
            <a:lvl9pPr lvl="8" rtl="0" algn="l">
              <a:lnSpc>
                <a:spcPct val="100000"/>
              </a:lnSpc>
              <a:spcBef>
                <a:spcPts val="0"/>
              </a:spcBef>
              <a:spcAft>
                <a:spcPts val="0"/>
              </a:spcAft>
              <a:buSzPts val="2800"/>
              <a:buNone/>
              <a:defRPr/>
            </a:lvl9pPr>
          </a:lstStyle>
          <a:p/>
        </p:txBody>
      </p:sp>
      <p:sp>
        <p:nvSpPr>
          <p:cNvPr id="37" name="Google Shape;37;p6"/>
          <p:cNvSpPr txBox="1"/>
          <p:nvPr>
            <p:ph idx="3" type="subTitle"/>
          </p:nvPr>
        </p:nvSpPr>
        <p:spPr>
          <a:xfrm>
            <a:off x="3661286" y="548650"/>
            <a:ext cx="5025600" cy="274200"/>
          </a:xfrm>
          <a:prstGeom prst="rect">
            <a:avLst/>
          </a:prstGeom>
          <a:noFill/>
          <a:ln>
            <a:noFill/>
          </a:ln>
        </p:spPr>
        <p:txBody>
          <a:bodyPr anchorCtr="0" anchor="t" bIns="0" lIns="0" spcFirstLastPara="1" rIns="0" wrap="square" tIns="0">
            <a:noAutofit/>
          </a:bodyPr>
          <a:lstStyle>
            <a:lvl1pPr lvl="0" rtl="0" algn="l">
              <a:lnSpc>
                <a:spcPct val="115000"/>
              </a:lnSpc>
              <a:spcBef>
                <a:spcPts val="0"/>
              </a:spcBef>
              <a:spcAft>
                <a:spcPts val="0"/>
              </a:spcAft>
              <a:buSzPts val="1800"/>
              <a:buNone/>
              <a:defRPr/>
            </a:lvl1pPr>
            <a:lvl2pPr lvl="1" rtl="0" algn="l">
              <a:lnSpc>
                <a:spcPct val="115000"/>
              </a:lnSpc>
              <a:spcBef>
                <a:spcPts val="0"/>
              </a:spcBef>
              <a:spcAft>
                <a:spcPts val="0"/>
              </a:spcAft>
              <a:buSzPts val="1800"/>
              <a:buNone/>
              <a:defRPr/>
            </a:lvl2pPr>
            <a:lvl3pPr lvl="2" rtl="0" algn="l">
              <a:lnSpc>
                <a:spcPct val="115000"/>
              </a:lnSpc>
              <a:spcBef>
                <a:spcPts val="0"/>
              </a:spcBef>
              <a:spcAft>
                <a:spcPts val="0"/>
              </a:spcAft>
              <a:buSzPts val="1800"/>
              <a:buNone/>
              <a:defRPr/>
            </a:lvl3pPr>
            <a:lvl4pPr lvl="3" rtl="0" algn="l">
              <a:lnSpc>
                <a:spcPct val="115000"/>
              </a:lnSpc>
              <a:spcBef>
                <a:spcPts val="0"/>
              </a:spcBef>
              <a:spcAft>
                <a:spcPts val="0"/>
              </a:spcAft>
              <a:buSzPts val="1800"/>
              <a:buNone/>
              <a:defRPr/>
            </a:lvl4pPr>
            <a:lvl5pPr lvl="4" rtl="0" algn="l">
              <a:lnSpc>
                <a:spcPct val="115000"/>
              </a:lnSpc>
              <a:spcBef>
                <a:spcPts val="0"/>
              </a:spcBef>
              <a:spcAft>
                <a:spcPts val="0"/>
              </a:spcAft>
              <a:buSzPts val="1800"/>
              <a:buNone/>
              <a:defRPr/>
            </a:lvl5pPr>
            <a:lvl6pPr lvl="5" rtl="0" algn="l">
              <a:lnSpc>
                <a:spcPct val="115000"/>
              </a:lnSpc>
              <a:spcBef>
                <a:spcPts val="0"/>
              </a:spcBef>
              <a:spcAft>
                <a:spcPts val="0"/>
              </a:spcAft>
              <a:buSzPts val="1800"/>
              <a:buNone/>
              <a:defRPr/>
            </a:lvl6pPr>
            <a:lvl7pPr lvl="6" rtl="0" algn="l">
              <a:lnSpc>
                <a:spcPct val="115000"/>
              </a:lnSpc>
              <a:spcBef>
                <a:spcPts val="0"/>
              </a:spcBef>
              <a:spcAft>
                <a:spcPts val="0"/>
              </a:spcAft>
              <a:buSzPts val="1800"/>
              <a:buNone/>
              <a:defRPr/>
            </a:lvl7pPr>
            <a:lvl8pPr lvl="7" rtl="0" algn="l">
              <a:lnSpc>
                <a:spcPct val="115000"/>
              </a:lnSpc>
              <a:spcBef>
                <a:spcPts val="0"/>
              </a:spcBef>
              <a:spcAft>
                <a:spcPts val="0"/>
              </a:spcAft>
              <a:buSzPts val="1800"/>
              <a:buNone/>
              <a:defRPr/>
            </a:lvl8pPr>
            <a:lvl9pPr lvl="8" rtl="0" algn="l">
              <a:lnSpc>
                <a:spcPct val="115000"/>
              </a:lnSpc>
              <a:spcBef>
                <a:spcPts val="0"/>
              </a:spcBef>
              <a:spcAft>
                <a:spcPts val="0"/>
              </a:spcAft>
              <a:buSzPts val="1800"/>
              <a:buNone/>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1 - Heading + Subheading blank">
  <p:cSld name="CUSTOM_21_2_1">
    <p:spTree>
      <p:nvGrpSpPr>
        <p:cNvPr id="38" name="Shape 38"/>
        <p:cNvGrpSpPr/>
        <p:nvPr/>
      </p:nvGrpSpPr>
      <p:grpSpPr>
        <a:xfrm>
          <a:off x="0" y="0"/>
          <a:ext cx="0" cy="0"/>
          <a:chOff x="0" y="0"/>
          <a:chExt cx="0" cy="0"/>
        </a:xfrm>
      </p:grpSpPr>
      <p:cxnSp>
        <p:nvCxnSpPr>
          <p:cNvPr id="39" name="Google Shape;39;p7"/>
          <p:cNvCxnSpPr/>
          <p:nvPr/>
        </p:nvCxnSpPr>
        <p:spPr>
          <a:xfrm>
            <a:off x="-9375" y="929900"/>
            <a:ext cx="7346700" cy="0"/>
          </a:xfrm>
          <a:prstGeom prst="straightConnector1">
            <a:avLst/>
          </a:prstGeom>
          <a:noFill/>
          <a:ln cap="flat" cmpd="sng" w="19050">
            <a:solidFill>
              <a:schemeClr val="dk2"/>
            </a:solidFill>
            <a:prstDash val="solid"/>
            <a:round/>
            <a:headEnd len="sm" w="sm" type="none"/>
            <a:tailEnd len="med" w="med" type="oval"/>
          </a:ln>
        </p:spPr>
      </p:cxnSp>
      <p:sp>
        <p:nvSpPr>
          <p:cNvPr id="40" name="Google Shape;40;p7"/>
          <p:cNvSpPr/>
          <p:nvPr/>
        </p:nvSpPr>
        <p:spPr>
          <a:xfrm>
            <a:off x="170850" y="197450"/>
            <a:ext cx="572700" cy="5727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 name="Google Shape;41;p7"/>
          <p:cNvSpPr txBox="1"/>
          <p:nvPr>
            <p:ph type="title"/>
          </p:nvPr>
        </p:nvSpPr>
        <p:spPr>
          <a:xfrm>
            <a:off x="914400" y="146300"/>
            <a:ext cx="7778100" cy="3657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accent5"/>
              </a:buClr>
              <a:buSzPts val="2600"/>
              <a:buNone/>
              <a:defRPr>
                <a:solidFill>
                  <a:schemeClr val="accent5"/>
                </a:solidFill>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42" name="Google Shape;42;p7"/>
          <p:cNvSpPr txBox="1"/>
          <p:nvPr>
            <p:ph idx="1" type="subTitle"/>
          </p:nvPr>
        </p:nvSpPr>
        <p:spPr>
          <a:xfrm>
            <a:off x="914400" y="548650"/>
            <a:ext cx="7772400" cy="2742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1800"/>
              <a:buNone/>
              <a:defRPr/>
            </a:lvl1pPr>
            <a:lvl2pPr lvl="1" algn="l">
              <a:lnSpc>
                <a:spcPct val="115000"/>
              </a:lnSpc>
              <a:spcBef>
                <a:spcPts val="0"/>
              </a:spcBef>
              <a:spcAft>
                <a:spcPts val="0"/>
              </a:spcAft>
              <a:buSzPts val="1800"/>
              <a:buNone/>
              <a:defRPr/>
            </a:lvl2pPr>
            <a:lvl3pPr lvl="2" algn="l">
              <a:lnSpc>
                <a:spcPct val="115000"/>
              </a:lnSpc>
              <a:spcBef>
                <a:spcPts val="0"/>
              </a:spcBef>
              <a:spcAft>
                <a:spcPts val="0"/>
              </a:spcAft>
              <a:buSzPts val="1800"/>
              <a:buNone/>
              <a:defRPr/>
            </a:lvl3pPr>
            <a:lvl4pPr lvl="3" algn="l">
              <a:lnSpc>
                <a:spcPct val="115000"/>
              </a:lnSpc>
              <a:spcBef>
                <a:spcPts val="0"/>
              </a:spcBef>
              <a:spcAft>
                <a:spcPts val="0"/>
              </a:spcAft>
              <a:buSzPts val="1800"/>
              <a:buNone/>
              <a:defRPr/>
            </a:lvl4pPr>
            <a:lvl5pPr lvl="4" algn="l">
              <a:lnSpc>
                <a:spcPct val="115000"/>
              </a:lnSpc>
              <a:spcBef>
                <a:spcPts val="0"/>
              </a:spcBef>
              <a:spcAft>
                <a:spcPts val="0"/>
              </a:spcAft>
              <a:buSzPts val="1800"/>
              <a:buNone/>
              <a:defRPr/>
            </a:lvl5pPr>
            <a:lvl6pPr lvl="5" algn="l">
              <a:lnSpc>
                <a:spcPct val="115000"/>
              </a:lnSpc>
              <a:spcBef>
                <a:spcPts val="0"/>
              </a:spcBef>
              <a:spcAft>
                <a:spcPts val="0"/>
              </a:spcAft>
              <a:buSzPts val="1800"/>
              <a:buNone/>
              <a:defRPr/>
            </a:lvl6pPr>
            <a:lvl7pPr lvl="6" algn="l">
              <a:lnSpc>
                <a:spcPct val="115000"/>
              </a:lnSpc>
              <a:spcBef>
                <a:spcPts val="0"/>
              </a:spcBef>
              <a:spcAft>
                <a:spcPts val="0"/>
              </a:spcAft>
              <a:buSzPts val="1800"/>
              <a:buNone/>
              <a:defRPr/>
            </a:lvl7pPr>
            <a:lvl8pPr lvl="7" algn="l">
              <a:lnSpc>
                <a:spcPct val="115000"/>
              </a:lnSpc>
              <a:spcBef>
                <a:spcPts val="0"/>
              </a:spcBef>
              <a:spcAft>
                <a:spcPts val="0"/>
              </a:spcAft>
              <a:buSzPts val="1800"/>
              <a:buNone/>
              <a:defRPr/>
            </a:lvl8pPr>
            <a:lvl9pPr lvl="8" algn="l">
              <a:lnSpc>
                <a:spcPct val="115000"/>
              </a:lnSpc>
              <a:spcBef>
                <a:spcPts val="0"/>
              </a:spcBef>
              <a:spcAft>
                <a:spcPts val="0"/>
              </a:spcAft>
              <a:buSzPts val="1800"/>
              <a:buNone/>
              <a:defRPr/>
            </a:lvl9pPr>
          </a:lstStyle>
          <a:p/>
        </p:txBody>
      </p:sp>
      <p:sp>
        <p:nvSpPr>
          <p:cNvPr id="43" name="Google Shape;43;p7"/>
          <p:cNvSpPr txBox="1"/>
          <p:nvPr>
            <p:ph idx="2" type="body"/>
          </p:nvPr>
        </p:nvSpPr>
        <p:spPr>
          <a:xfrm>
            <a:off x="461225" y="1063525"/>
            <a:ext cx="8229600" cy="3520800"/>
          </a:xfrm>
          <a:prstGeom prst="rect">
            <a:avLst/>
          </a:prstGeom>
          <a:noFill/>
          <a:ln>
            <a:noFill/>
          </a:ln>
        </p:spPr>
        <p:txBody>
          <a:bodyPr anchorCtr="0" anchor="t" bIns="0" lIns="0" spcFirstLastPara="1" rIns="0" wrap="square" tIns="91425">
            <a:noAutofit/>
          </a:bodyPr>
          <a:lstStyle>
            <a:lvl1pPr indent="-342900" lvl="0" marL="457200" rtl="0" algn="l">
              <a:lnSpc>
                <a:spcPct val="115000"/>
              </a:lnSpc>
              <a:spcBef>
                <a:spcPts val="0"/>
              </a:spcBef>
              <a:spcAft>
                <a:spcPts val="0"/>
              </a:spcAft>
              <a:buClr>
                <a:schemeClr val="dk2"/>
              </a:buClr>
              <a:buSzPts val="1800"/>
              <a:buChar char="●"/>
              <a:defRPr>
                <a:solidFill>
                  <a:schemeClr val="dk2"/>
                </a:solidFill>
              </a:defRPr>
            </a:lvl1pPr>
            <a:lvl2pPr indent="-342900" lvl="1" marL="914400" rtl="0" algn="l">
              <a:lnSpc>
                <a:spcPct val="115000"/>
              </a:lnSpc>
              <a:spcBef>
                <a:spcPts val="0"/>
              </a:spcBef>
              <a:spcAft>
                <a:spcPts val="0"/>
              </a:spcAft>
              <a:buClr>
                <a:schemeClr val="dk2"/>
              </a:buClr>
              <a:buSzPts val="1800"/>
              <a:buChar char="○"/>
              <a:defRPr>
                <a:solidFill>
                  <a:schemeClr val="dk2"/>
                </a:solidFill>
              </a:defRPr>
            </a:lvl2pPr>
            <a:lvl3pPr indent="-342900" lvl="2" marL="1371600" rtl="0" algn="l">
              <a:lnSpc>
                <a:spcPct val="115000"/>
              </a:lnSpc>
              <a:spcBef>
                <a:spcPts val="0"/>
              </a:spcBef>
              <a:spcAft>
                <a:spcPts val="0"/>
              </a:spcAft>
              <a:buClr>
                <a:schemeClr val="dk2"/>
              </a:buClr>
              <a:buSzPts val="1800"/>
              <a:buChar char="■"/>
              <a:defRPr>
                <a:solidFill>
                  <a:schemeClr val="dk2"/>
                </a:solidFill>
              </a:defRPr>
            </a:lvl3pPr>
            <a:lvl4pPr indent="-342900" lvl="3" marL="1828800" rtl="0" algn="l">
              <a:lnSpc>
                <a:spcPct val="115000"/>
              </a:lnSpc>
              <a:spcBef>
                <a:spcPts val="0"/>
              </a:spcBef>
              <a:spcAft>
                <a:spcPts val="0"/>
              </a:spcAft>
              <a:buClr>
                <a:schemeClr val="dk2"/>
              </a:buClr>
              <a:buSzPts val="1800"/>
              <a:buChar char="●"/>
              <a:defRPr>
                <a:solidFill>
                  <a:schemeClr val="dk2"/>
                </a:solidFill>
              </a:defRPr>
            </a:lvl4pPr>
            <a:lvl5pPr indent="-342900" lvl="4" marL="2286000" rtl="0" algn="l">
              <a:lnSpc>
                <a:spcPct val="115000"/>
              </a:lnSpc>
              <a:spcBef>
                <a:spcPts val="0"/>
              </a:spcBef>
              <a:spcAft>
                <a:spcPts val="0"/>
              </a:spcAft>
              <a:buClr>
                <a:schemeClr val="dk2"/>
              </a:buClr>
              <a:buSzPts val="1800"/>
              <a:buChar char="○"/>
              <a:defRPr>
                <a:solidFill>
                  <a:schemeClr val="dk2"/>
                </a:solidFill>
              </a:defRPr>
            </a:lvl5pPr>
            <a:lvl6pPr indent="-342900" lvl="5" marL="2743200" rtl="0" algn="l">
              <a:lnSpc>
                <a:spcPct val="115000"/>
              </a:lnSpc>
              <a:spcBef>
                <a:spcPts val="0"/>
              </a:spcBef>
              <a:spcAft>
                <a:spcPts val="0"/>
              </a:spcAft>
              <a:buClr>
                <a:schemeClr val="dk2"/>
              </a:buClr>
              <a:buSzPts val="1800"/>
              <a:buChar char="■"/>
              <a:defRPr>
                <a:solidFill>
                  <a:schemeClr val="dk2"/>
                </a:solidFill>
              </a:defRPr>
            </a:lvl6pPr>
            <a:lvl7pPr indent="-342900" lvl="6" marL="3200400" rtl="0" algn="l">
              <a:lnSpc>
                <a:spcPct val="115000"/>
              </a:lnSpc>
              <a:spcBef>
                <a:spcPts val="0"/>
              </a:spcBef>
              <a:spcAft>
                <a:spcPts val="0"/>
              </a:spcAft>
              <a:buClr>
                <a:schemeClr val="dk2"/>
              </a:buClr>
              <a:buSzPts val="1800"/>
              <a:buChar char="●"/>
              <a:defRPr>
                <a:solidFill>
                  <a:schemeClr val="dk2"/>
                </a:solidFill>
              </a:defRPr>
            </a:lvl7pPr>
            <a:lvl8pPr indent="-342900" lvl="7" marL="3657600" rtl="0" algn="l">
              <a:lnSpc>
                <a:spcPct val="115000"/>
              </a:lnSpc>
              <a:spcBef>
                <a:spcPts val="0"/>
              </a:spcBef>
              <a:spcAft>
                <a:spcPts val="0"/>
              </a:spcAft>
              <a:buClr>
                <a:schemeClr val="dk2"/>
              </a:buClr>
              <a:buSzPts val="1800"/>
              <a:buChar char="○"/>
              <a:defRPr>
                <a:solidFill>
                  <a:schemeClr val="dk2"/>
                </a:solidFill>
              </a:defRPr>
            </a:lvl8pPr>
            <a:lvl9pPr indent="-342900" lvl="8" marL="4114800" rtl="0" algn="l">
              <a:lnSpc>
                <a:spcPct val="115000"/>
              </a:lnSpc>
              <a:spcBef>
                <a:spcPts val="0"/>
              </a:spcBef>
              <a:spcAft>
                <a:spcPts val="0"/>
              </a:spcAft>
              <a:buClr>
                <a:schemeClr val="dk2"/>
              </a:buClr>
              <a:buSzPts val="1800"/>
              <a:buChar char="■"/>
              <a:defRPr>
                <a:solidFill>
                  <a:schemeClr val="dk2"/>
                </a:solidFill>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1 - Headings with line (with bullets)">
  <p:cSld name="CUSTOM_21_1">
    <p:spTree>
      <p:nvGrpSpPr>
        <p:cNvPr id="44" name="Shape 44"/>
        <p:cNvGrpSpPr/>
        <p:nvPr/>
      </p:nvGrpSpPr>
      <p:grpSpPr>
        <a:xfrm>
          <a:off x="0" y="0"/>
          <a:ext cx="0" cy="0"/>
          <a:chOff x="0" y="0"/>
          <a:chExt cx="0" cy="0"/>
        </a:xfrm>
      </p:grpSpPr>
      <p:cxnSp>
        <p:nvCxnSpPr>
          <p:cNvPr id="45" name="Google Shape;45;p8"/>
          <p:cNvCxnSpPr/>
          <p:nvPr/>
        </p:nvCxnSpPr>
        <p:spPr>
          <a:xfrm>
            <a:off x="-9375" y="929900"/>
            <a:ext cx="7346700" cy="0"/>
          </a:xfrm>
          <a:prstGeom prst="straightConnector1">
            <a:avLst/>
          </a:prstGeom>
          <a:noFill/>
          <a:ln cap="flat" cmpd="sng" w="19050">
            <a:solidFill>
              <a:srgbClr val="2E5E73"/>
            </a:solidFill>
            <a:prstDash val="solid"/>
            <a:round/>
            <a:headEnd len="sm" w="sm" type="none"/>
            <a:tailEnd len="med" w="med" type="oval"/>
          </a:ln>
        </p:spPr>
      </p:cxnSp>
      <p:sp>
        <p:nvSpPr>
          <p:cNvPr id="46" name="Google Shape;46;p8"/>
          <p:cNvSpPr/>
          <p:nvPr/>
        </p:nvSpPr>
        <p:spPr>
          <a:xfrm>
            <a:off x="607675" y="1142050"/>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 name="Google Shape;47;p8"/>
          <p:cNvSpPr/>
          <p:nvPr/>
        </p:nvSpPr>
        <p:spPr>
          <a:xfrm>
            <a:off x="607675" y="3885749"/>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 name="Google Shape;48;p8"/>
          <p:cNvSpPr/>
          <p:nvPr/>
        </p:nvSpPr>
        <p:spPr>
          <a:xfrm>
            <a:off x="607675" y="3199824"/>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 name="Google Shape;49;p8"/>
          <p:cNvSpPr/>
          <p:nvPr/>
        </p:nvSpPr>
        <p:spPr>
          <a:xfrm>
            <a:off x="607675" y="2513899"/>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 name="Google Shape;50;p8"/>
          <p:cNvSpPr/>
          <p:nvPr/>
        </p:nvSpPr>
        <p:spPr>
          <a:xfrm>
            <a:off x="607675" y="1827975"/>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 name="Google Shape;51;p8"/>
          <p:cNvSpPr/>
          <p:nvPr/>
        </p:nvSpPr>
        <p:spPr>
          <a:xfrm>
            <a:off x="457200" y="1142102"/>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1</a:t>
            </a:r>
            <a:endParaRPr b="0" i="0" sz="1800" u="none" cap="none" strike="noStrike">
              <a:solidFill>
                <a:srgbClr val="082D49"/>
              </a:solidFill>
              <a:latin typeface="Arial"/>
              <a:ea typeface="Arial"/>
              <a:cs typeface="Arial"/>
              <a:sym typeface="Arial"/>
            </a:endParaRPr>
          </a:p>
        </p:txBody>
      </p:sp>
      <p:sp>
        <p:nvSpPr>
          <p:cNvPr id="52" name="Google Shape;52;p8"/>
          <p:cNvSpPr/>
          <p:nvPr/>
        </p:nvSpPr>
        <p:spPr>
          <a:xfrm>
            <a:off x="457200" y="1828014"/>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2</a:t>
            </a:r>
            <a:endParaRPr b="0" i="0" sz="1800" u="none" cap="none" strike="noStrike">
              <a:solidFill>
                <a:srgbClr val="082D49"/>
              </a:solidFill>
              <a:latin typeface="Arial"/>
              <a:ea typeface="Arial"/>
              <a:cs typeface="Arial"/>
              <a:sym typeface="Arial"/>
            </a:endParaRPr>
          </a:p>
        </p:txBody>
      </p:sp>
      <p:sp>
        <p:nvSpPr>
          <p:cNvPr id="53" name="Google Shape;53;p8"/>
          <p:cNvSpPr/>
          <p:nvPr/>
        </p:nvSpPr>
        <p:spPr>
          <a:xfrm>
            <a:off x="457200" y="2513925"/>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3</a:t>
            </a:r>
            <a:endParaRPr b="0" i="0" sz="1800" u="none" cap="none" strike="noStrike">
              <a:solidFill>
                <a:srgbClr val="082D49"/>
              </a:solidFill>
              <a:latin typeface="Arial"/>
              <a:ea typeface="Arial"/>
              <a:cs typeface="Arial"/>
              <a:sym typeface="Arial"/>
            </a:endParaRPr>
          </a:p>
        </p:txBody>
      </p:sp>
      <p:sp>
        <p:nvSpPr>
          <p:cNvPr id="54" name="Google Shape;54;p8"/>
          <p:cNvSpPr/>
          <p:nvPr/>
        </p:nvSpPr>
        <p:spPr>
          <a:xfrm>
            <a:off x="457200" y="3199837"/>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4</a:t>
            </a:r>
            <a:endParaRPr b="0" i="0" sz="1800" u="none" cap="none" strike="noStrike">
              <a:solidFill>
                <a:srgbClr val="082D49"/>
              </a:solidFill>
              <a:latin typeface="Arial"/>
              <a:ea typeface="Arial"/>
              <a:cs typeface="Arial"/>
              <a:sym typeface="Arial"/>
            </a:endParaRPr>
          </a:p>
        </p:txBody>
      </p:sp>
      <p:sp>
        <p:nvSpPr>
          <p:cNvPr id="55" name="Google Shape;55;p8"/>
          <p:cNvSpPr/>
          <p:nvPr/>
        </p:nvSpPr>
        <p:spPr>
          <a:xfrm>
            <a:off x="457200" y="3885749"/>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5</a:t>
            </a:r>
            <a:endParaRPr b="0" i="0" sz="1800" u="none" cap="none" strike="noStrike">
              <a:solidFill>
                <a:srgbClr val="082D49"/>
              </a:solidFill>
              <a:latin typeface="Arial"/>
              <a:ea typeface="Arial"/>
              <a:cs typeface="Arial"/>
              <a:sym typeface="Arial"/>
            </a:endParaRPr>
          </a:p>
        </p:txBody>
      </p:sp>
      <p:sp>
        <p:nvSpPr>
          <p:cNvPr id="56" name="Google Shape;56;p8"/>
          <p:cNvSpPr/>
          <p:nvPr/>
        </p:nvSpPr>
        <p:spPr>
          <a:xfrm>
            <a:off x="170850" y="197450"/>
            <a:ext cx="572700" cy="5727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 name="Google Shape;57;p8"/>
          <p:cNvSpPr txBox="1"/>
          <p:nvPr>
            <p:ph type="title"/>
          </p:nvPr>
        </p:nvSpPr>
        <p:spPr>
          <a:xfrm>
            <a:off x="914400" y="146300"/>
            <a:ext cx="7778100" cy="3657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accent5"/>
              </a:buClr>
              <a:buSzPts val="2600"/>
              <a:buNone/>
              <a:defRPr>
                <a:solidFill>
                  <a:schemeClr val="accent5"/>
                </a:solidFill>
              </a:defRPr>
            </a:lvl1pPr>
            <a:lvl2pPr lvl="1" rtl="0" algn="l">
              <a:lnSpc>
                <a:spcPct val="100000"/>
              </a:lnSpc>
              <a:spcBef>
                <a:spcPts val="0"/>
              </a:spcBef>
              <a:spcAft>
                <a:spcPts val="0"/>
              </a:spcAft>
              <a:buSzPts val="2800"/>
              <a:buNone/>
              <a:defRPr/>
            </a:lvl2pPr>
            <a:lvl3pPr lvl="2" rtl="0" algn="l">
              <a:lnSpc>
                <a:spcPct val="100000"/>
              </a:lnSpc>
              <a:spcBef>
                <a:spcPts val="0"/>
              </a:spcBef>
              <a:spcAft>
                <a:spcPts val="0"/>
              </a:spcAft>
              <a:buSzPts val="2800"/>
              <a:buNone/>
              <a:defRPr/>
            </a:lvl3pPr>
            <a:lvl4pPr lvl="3" rtl="0" algn="l">
              <a:lnSpc>
                <a:spcPct val="100000"/>
              </a:lnSpc>
              <a:spcBef>
                <a:spcPts val="0"/>
              </a:spcBef>
              <a:spcAft>
                <a:spcPts val="0"/>
              </a:spcAft>
              <a:buSzPts val="2800"/>
              <a:buNone/>
              <a:defRPr/>
            </a:lvl4pPr>
            <a:lvl5pPr lvl="4" rtl="0" algn="l">
              <a:lnSpc>
                <a:spcPct val="100000"/>
              </a:lnSpc>
              <a:spcBef>
                <a:spcPts val="0"/>
              </a:spcBef>
              <a:spcAft>
                <a:spcPts val="0"/>
              </a:spcAft>
              <a:buSzPts val="2800"/>
              <a:buNone/>
              <a:defRPr/>
            </a:lvl5pPr>
            <a:lvl6pPr lvl="5" rtl="0" algn="l">
              <a:lnSpc>
                <a:spcPct val="100000"/>
              </a:lnSpc>
              <a:spcBef>
                <a:spcPts val="0"/>
              </a:spcBef>
              <a:spcAft>
                <a:spcPts val="0"/>
              </a:spcAft>
              <a:buSzPts val="2800"/>
              <a:buNone/>
              <a:defRPr/>
            </a:lvl6pPr>
            <a:lvl7pPr lvl="6" rtl="0" algn="l">
              <a:lnSpc>
                <a:spcPct val="100000"/>
              </a:lnSpc>
              <a:spcBef>
                <a:spcPts val="0"/>
              </a:spcBef>
              <a:spcAft>
                <a:spcPts val="0"/>
              </a:spcAft>
              <a:buSzPts val="2800"/>
              <a:buNone/>
              <a:defRPr/>
            </a:lvl7pPr>
            <a:lvl8pPr lvl="7" rtl="0" algn="l">
              <a:lnSpc>
                <a:spcPct val="100000"/>
              </a:lnSpc>
              <a:spcBef>
                <a:spcPts val="0"/>
              </a:spcBef>
              <a:spcAft>
                <a:spcPts val="0"/>
              </a:spcAft>
              <a:buSzPts val="2800"/>
              <a:buNone/>
              <a:defRPr/>
            </a:lvl8pPr>
            <a:lvl9pPr lvl="8" rtl="0" algn="l">
              <a:lnSpc>
                <a:spcPct val="100000"/>
              </a:lnSpc>
              <a:spcBef>
                <a:spcPts val="0"/>
              </a:spcBef>
              <a:spcAft>
                <a:spcPts val="0"/>
              </a:spcAft>
              <a:buSzPts val="2800"/>
              <a:buNone/>
              <a:defRPr/>
            </a:lvl9pPr>
          </a:lstStyle>
          <a:p/>
        </p:txBody>
      </p:sp>
      <p:sp>
        <p:nvSpPr>
          <p:cNvPr id="58" name="Google Shape;58;p8"/>
          <p:cNvSpPr txBox="1"/>
          <p:nvPr>
            <p:ph idx="1" type="subTitle"/>
          </p:nvPr>
        </p:nvSpPr>
        <p:spPr>
          <a:xfrm>
            <a:off x="914400" y="548650"/>
            <a:ext cx="7772400" cy="274200"/>
          </a:xfrm>
          <a:prstGeom prst="rect">
            <a:avLst/>
          </a:prstGeom>
          <a:noFill/>
          <a:ln>
            <a:noFill/>
          </a:ln>
        </p:spPr>
        <p:txBody>
          <a:bodyPr anchorCtr="0" anchor="t" bIns="0" lIns="0" spcFirstLastPara="1" rIns="0" wrap="square" tIns="0">
            <a:noAutofit/>
          </a:bodyPr>
          <a:lstStyle>
            <a:lvl1pPr lvl="0" rtl="0" algn="l">
              <a:lnSpc>
                <a:spcPct val="115000"/>
              </a:lnSpc>
              <a:spcBef>
                <a:spcPts val="0"/>
              </a:spcBef>
              <a:spcAft>
                <a:spcPts val="0"/>
              </a:spcAft>
              <a:buSzPts val="1800"/>
              <a:buNone/>
              <a:defRPr/>
            </a:lvl1pPr>
            <a:lvl2pPr lvl="1" rtl="0" algn="l">
              <a:lnSpc>
                <a:spcPct val="115000"/>
              </a:lnSpc>
              <a:spcBef>
                <a:spcPts val="0"/>
              </a:spcBef>
              <a:spcAft>
                <a:spcPts val="0"/>
              </a:spcAft>
              <a:buSzPts val="1800"/>
              <a:buNone/>
              <a:defRPr/>
            </a:lvl2pPr>
            <a:lvl3pPr lvl="2" rtl="0" algn="l">
              <a:lnSpc>
                <a:spcPct val="115000"/>
              </a:lnSpc>
              <a:spcBef>
                <a:spcPts val="0"/>
              </a:spcBef>
              <a:spcAft>
                <a:spcPts val="0"/>
              </a:spcAft>
              <a:buSzPts val="1800"/>
              <a:buNone/>
              <a:defRPr/>
            </a:lvl3pPr>
            <a:lvl4pPr lvl="3" rtl="0" algn="l">
              <a:lnSpc>
                <a:spcPct val="115000"/>
              </a:lnSpc>
              <a:spcBef>
                <a:spcPts val="0"/>
              </a:spcBef>
              <a:spcAft>
                <a:spcPts val="0"/>
              </a:spcAft>
              <a:buSzPts val="1800"/>
              <a:buNone/>
              <a:defRPr/>
            </a:lvl4pPr>
            <a:lvl5pPr lvl="4" rtl="0" algn="l">
              <a:lnSpc>
                <a:spcPct val="115000"/>
              </a:lnSpc>
              <a:spcBef>
                <a:spcPts val="0"/>
              </a:spcBef>
              <a:spcAft>
                <a:spcPts val="0"/>
              </a:spcAft>
              <a:buSzPts val="1800"/>
              <a:buNone/>
              <a:defRPr/>
            </a:lvl5pPr>
            <a:lvl6pPr lvl="5" rtl="0" algn="l">
              <a:lnSpc>
                <a:spcPct val="115000"/>
              </a:lnSpc>
              <a:spcBef>
                <a:spcPts val="0"/>
              </a:spcBef>
              <a:spcAft>
                <a:spcPts val="0"/>
              </a:spcAft>
              <a:buSzPts val="1800"/>
              <a:buNone/>
              <a:defRPr/>
            </a:lvl6pPr>
            <a:lvl7pPr lvl="6" rtl="0" algn="l">
              <a:lnSpc>
                <a:spcPct val="115000"/>
              </a:lnSpc>
              <a:spcBef>
                <a:spcPts val="0"/>
              </a:spcBef>
              <a:spcAft>
                <a:spcPts val="0"/>
              </a:spcAft>
              <a:buSzPts val="1800"/>
              <a:buNone/>
              <a:defRPr/>
            </a:lvl7pPr>
            <a:lvl8pPr lvl="7" rtl="0" algn="l">
              <a:lnSpc>
                <a:spcPct val="115000"/>
              </a:lnSpc>
              <a:spcBef>
                <a:spcPts val="0"/>
              </a:spcBef>
              <a:spcAft>
                <a:spcPts val="0"/>
              </a:spcAft>
              <a:buSzPts val="1800"/>
              <a:buNone/>
              <a:defRPr/>
            </a:lvl8pPr>
            <a:lvl9pPr lvl="8" rtl="0" algn="l">
              <a:lnSpc>
                <a:spcPct val="115000"/>
              </a:lnSpc>
              <a:spcBef>
                <a:spcPts val="0"/>
              </a:spcBef>
              <a:spcAft>
                <a:spcPts val="0"/>
              </a:spcAft>
              <a:buSzPts val="1800"/>
              <a:buNone/>
              <a:defRPr/>
            </a:lvl9pPr>
          </a:lstStyle>
          <a:p/>
        </p:txBody>
      </p:sp>
      <p:sp>
        <p:nvSpPr>
          <p:cNvPr id="59" name="Google Shape;59;p8"/>
          <p:cNvSpPr txBox="1"/>
          <p:nvPr>
            <p:ph idx="2" type="body"/>
          </p:nvPr>
        </p:nvSpPr>
        <p:spPr>
          <a:xfrm>
            <a:off x="914400" y="1188750"/>
            <a:ext cx="7772400" cy="365700"/>
          </a:xfrm>
          <a:prstGeom prst="rect">
            <a:avLst/>
          </a:prstGeom>
          <a:noFill/>
          <a:ln>
            <a:noFill/>
          </a:ln>
        </p:spPr>
        <p:txBody>
          <a:bodyPr anchorCtr="0" anchor="ctr" bIns="91425" lIns="91425" spcFirstLastPara="1" rIns="91425" wrap="square" tIns="91425">
            <a:noAutofit/>
          </a:bodyPr>
          <a:lstStyle>
            <a:lvl1pPr indent="-342900" lvl="0" marL="457200" rtl="0" algn="l">
              <a:lnSpc>
                <a:spcPct val="115000"/>
              </a:lnSpc>
              <a:spcBef>
                <a:spcPts val="0"/>
              </a:spcBef>
              <a:spcAft>
                <a:spcPts val="0"/>
              </a:spcAft>
              <a:buSzPts val="1800"/>
              <a:buChar char="●"/>
              <a:defRPr/>
            </a:lvl1pPr>
            <a:lvl2pPr indent="-342900" lvl="1" marL="914400" rtl="0" algn="l">
              <a:lnSpc>
                <a:spcPct val="115000"/>
              </a:lnSpc>
              <a:spcBef>
                <a:spcPts val="1200"/>
              </a:spcBef>
              <a:spcAft>
                <a:spcPts val="0"/>
              </a:spcAft>
              <a:buSzPts val="1800"/>
              <a:buChar char="○"/>
              <a:defRPr/>
            </a:lvl2pPr>
            <a:lvl3pPr indent="-342900" lvl="2" marL="1371600" rtl="0" algn="l">
              <a:lnSpc>
                <a:spcPct val="115000"/>
              </a:lnSpc>
              <a:spcBef>
                <a:spcPts val="1200"/>
              </a:spcBef>
              <a:spcAft>
                <a:spcPts val="0"/>
              </a:spcAft>
              <a:buSzPts val="1800"/>
              <a:buChar char="■"/>
              <a:defRPr/>
            </a:lvl3pPr>
            <a:lvl4pPr indent="-342900" lvl="3" marL="1828800" rtl="0" algn="l">
              <a:lnSpc>
                <a:spcPct val="115000"/>
              </a:lnSpc>
              <a:spcBef>
                <a:spcPts val="1200"/>
              </a:spcBef>
              <a:spcAft>
                <a:spcPts val="0"/>
              </a:spcAft>
              <a:buSzPts val="1800"/>
              <a:buChar char="●"/>
              <a:defRPr/>
            </a:lvl4pPr>
            <a:lvl5pPr indent="-342900" lvl="4" marL="2286000" rtl="0" algn="l">
              <a:lnSpc>
                <a:spcPct val="115000"/>
              </a:lnSpc>
              <a:spcBef>
                <a:spcPts val="1200"/>
              </a:spcBef>
              <a:spcAft>
                <a:spcPts val="0"/>
              </a:spcAft>
              <a:buSzPts val="1800"/>
              <a:buChar char="○"/>
              <a:defRPr/>
            </a:lvl5pPr>
            <a:lvl6pPr indent="-342900" lvl="5" marL="2743200" rtl="0" algn="l">
              <a:lnSpc>
                <a:spcPct val="115000"/>
              </a:lnSpc>
              <a:spcBef>
                <a:spcPts val="1200"/>
              </a:spcBef>
              <a:spcAft>
                <a:spcPts val="0"/>
              </a:spcAft>
              <a:buSzPts val="1800"/>
              <a:buChar char="■"/>
              <a:defRPr/>
            </a:lvl6pPr>
            <a:lvl7pPr indent="-342900" lvl="6" marL="3200400" rtl="0" algn="l">
              <a:lnSpc>
                <a:spcPct val="115000"/>
              </a:lnSpc>
              <a:spcBef>
                <a:spcPts val="1200"/>
              </a:spcBef>
              <a:spcAft>
                <a:spcPts val="0"/>
              </a:spcAft>
              <a:buSzPts val="1800"/>
              <a:buChar char="●"/>
              <a:defRPr/>
            </a:lvl7pPr>
            <a:lvl8pPr indent="-342900" lvl="7" marL="3657600" rtl="0" algn="l">
              <a:lnSpc>
                <a:spcPct val="115000"/>
              </a:lnSpc>
              <a:spcBef>
                <a:spcPts val="1200"/>
              </a:spcBef>
              <a:spcAft>
                <a:spcPts val="0"/>
              </a:spcAft>
              <a:buSzPts val="1800"/>
              <a:buChar char="○"/>
              <a:defRPr/>
            </a:lvl8pPr>
            <a:lvl9pPr indent="-342900" lvl="8" marL="4114800" rtl="0" algn="l">
              <a:lnSpc>
                <a:spcPct val="115000"/>
              </a:lnSpc>
              <a:spcBef>
                <a:spcPts val="1200"/>
              </a:spcBef>
              <a:spcAft>
                <a:spcPts val="1200"/>
              </a:spcAft>
              <a:buSzPts val="1800"/>
              <a:buChar char="■"/>
              <a:defRPr/>
            </a:lvl9pPr>
          </a:lstStyle>
          <a:p/>
        </p:txBody>
      </p:sp>
      <p:sp>
        <p:nvSpPr>
          <p:cNvPr id="60" name="Google Shape;60;p8"/>
          <p:cNvSpPr txBox="1"/>
          <p:nvPr>
            <p:ph idx="3" type="body"/>
          </p:nvPr>
        </p:nvSpPr>
        <p:spPr>
          <a:xfrm>
            <a:off x="914400" y="1874287"/>
            <a:ext cx="7772400" cy="365700"/>
          </a:xfrm>
          <a:prstGeom prst="rect">
            <a:avLst/>
          </a:prstGeom>
          <a:noFill/>
          <a:ln>
            <a:noFill/>
          </a:ln>
        </p:spPr>
        <p:txBody>
          <a:bodyPr anchorCtr="0" anchor="ctr" bIns="91425" lIns="91425" spcFirstLastPara="1" rIns="91425" wrap="square" tIns="91425">
            <a:noAutofit/>
          </a:bodyPr>
          <a:lstStyle>
            <a:lvl1pPr indent="-342900" lvl="0" marL="457200" rtl="0" algn="l">
              <a:lnSpc>
                <a:spcPct val="115000"/>
              </a:lnSpc>
              <a:spcBef>
                <a:spcPts val="0"/>
              </a:spcBef>
              <a:spcAft>
                <a:spcPts val="0"/>
              </a:spcAft>
              <a:buSzPts val="1800"/>
              <a:buChar char="●"/>
              <a:defRPr/>
            </a:lvl1pPr>
            <a:lvl2pPr indent="-342900" lvl="1" marL="914400" rtl="0" algn="l">
              <a:lnSpc>
                <a:spcPct val="115000"/>
              </a:lnSpc>
              <a:spcBef>
                <a:spcPts val="1200"/>
              </a:spcBef>
              <a:spcAft>
                <a:spcPts val="0"/>
              </a:spcAft>
              <a:buSzPts val="1800"/>
              <a:buChar char="○"/>
              <a:defRPr/>
            </a:lvl2pPr>
            <a:lvl3pPr indent="-342900" lvl="2" marL="1371600" rtl="0" algn="l">
              <a:lnSpc>
                <a:spcPct val="115000"/>
              </a:lnSpc>
              <a:spcBef>
                <a:spcPts val="1200"/>
              </a:spcBef>
              <a:spcAft>
                <a:spcPts val="0"/>
              </a:spcAft>
              <a:buSzPts val="1800"/>
              <a:buChar char="■"/>
              <a:defRPr/>
            </a:lvl3pPr>
            <a:lvl4pPr indent="-342900" lvl="3" marL="1828800" rtl="0" algn="l">
              <a:lnSpc>
                <a:spcPct val="115000"/>
              </a:lnSpc>
              <a:spcBef>
                <a:spcPts val="1200"/>
              </a:spcBef>
              <a:spcAft>
                <a:spcPts val="0"/>
              </a:spcAft>
              <a:buSzPts val="1800"/>
              <a:buChar char="●"/>
              <a:defRPr/>
            </a:lvl4pPr>
            <a:lvl5pPr indent="-342900" lvl="4" marL="2286000" rtl="0" algn="l">
              <a:lnSpc>
                <a:spcPct val="115000"/>
              </a:lnSpc>
              <a:spcBef>
                <a:spcPts val="1200"/>
              </a:spcBef>
              <a:spcAft>
                <a:spcPts val="0"/>
              </a:spcAft>
              <a:buSzPts val="1800"/>
              <a:buChar char="○"/>
              <a:defRPr/>
            </a:lvl5pPr>
            <a:lvl6pPr indent="-342900" lvl="5" marL="2743200" rtl="0" algn="l">
              <a:lnSpc>
                <a:spcPct val="115000"/>
              </a:lnSpc>
              <a:spcBef>
                <a:spcPts val="1200"/>
              </a:spcBef>
              <a:spcAft>
                <a:spcPts val="0"/>
              </a:spcAft>
              <a:buSzPts val="1800"/>
              <a:buChar char="■"/>
              <a:defRPr/>
            </a:lvl6pPr>
            <a:lvl7pPr indent="-342900" lvl="6" marL="3200400" rtl="0" algn="l">
              <a:lnSpc>
                <a:spcPct val="115000"/>
              </a:lnSpc>
              <a:spcBef>
                <a:spcPts val="1200"/>
              </a:spcBef>
              <a:spcAft>
                <a:spcPts val="0"/>
              </a:spcAft>
              <a:buSzPts val="1800"/>
              <a:buChar char="●"/>
              <a:defRPr/>
            </a:lvl7pPr>
            <a:lvl8pPr indent="-342900" lvl="7" marL="3657600" rtl="0" algn="l">
              <a:lnSpc>
                <a:spcPct val="115000"/>
              </a:lnSpc>
              <a:spcBef>
                <a:spcPts val="1200"/>
              </a:spcBef>
              <a:spcAft>
                <a:spcPts val="0"/>
              </a:spcAft>
              <a:buSzPts val="1800"/>
              <a:buChar char="○"/>
              <a:defRPr/>
            </a:lvl8pPr>
            <a:lvl9pPr indent="-342900" lvl="8" marL="4114800" rtl="0" algn="l">
              <a:lnSpc>
                <a:spcPct val="115000"/>
              </a:lnSpc>
              <a:spcBef>
                <a:spcPts val="1200"/>
              </a:spcBef>
              <a:spcAft>
                <a:spcPts val="1200"/>
              </a:spcAft>
              <a:buSzPts val="1800"/>
              <a:buChar char="■"/>
              <a:defRPr/>
            </a:lvl9pPr>
          </a:lstStyle>
          <a:p/>
        </p:txBody>
      </p:sp>
      <p:sp>
        <p:nvSpPr>
          <p:cNvPr id="61" name="Google Shape;61;p8"/>
          <p:cNvSpPr txBox="1"/>
          <p:nvPr>
            <p:ph idx="4" type="body"/>
          </p:nvPr>
        </p:nvSpPr>
        <p:spPr>
          <a:xfrm>
            <a:off x="914400" y="2559823"/>
            <a:ext cx="7772400" cy="365700"/>
          </a:xfrm>
          <a:prstGeom prst="rect">
            <a:avLst/>
          </a:prstGeom>
          <a:noFill/>
          <a:ln>
            <a:noFill/>
          </a:ln>
        </p:spPr>
        <p:txBody>
          <a:bodyPr anchorCtr="0" anchor="ctr" bIns="91425" lIns="91425" spcFirstLastPara="1" rIns="91425" wrap="square" tIns="91425">
            <a:noAutofit/>
          </a:bodyPr>
          <a:lstStyle>
            <a:lvl1pPr indent="-342900" lvl="0" marL="457200" rtl="0" algn="l">
              <a:lnSpc>
                <a:spcPct val="115000"/>
              </a:lnSpc>
              <a:spcBef>
                <a:spcPts val="0"/>
              </a:spcBef>
              <a:spcAft>
                <a:spcPts val="0"/>
              </a:spcAft>
              <a:buSzPts val="1800"/>
              <a:buChar char="●"/>
              <a:defRPr/>
            </a:lvl1pPr>
            <a:lvl2pPr indent="-342900" lvl="1" marL="914400" rtl="0" algn="l">
              <a:lnSpc>
                <a:spcPct val="115000"/>
              </a:lnSpc>
              <a:spcBef>
                <a:spcPts val="1200"/>
              </a:spcBef>
              <a:spcAft>
                <a:spcPts val="0"/>
              </a:spcAft>
              <a:buSzPts val="1800"/>
              <a:buChar char="○"/>
              <a:defRPr/>
            </a:lvl2pPr>
            <a:lvl3pPr indent="-342900" lvl="2" marL="1371600" rtl="0" algn="l">
              <a:lnSpc>
                <a:spcPct val="115000"/>
              </a:lnSpc>
              <a:spcBef>
                <a:spcPts val="1200"/>
              </a:spcBef>
              <a:spcAft>
                <a:spcPts val="0"/>
              </a:spcAft>
              <a:buSzPts val="1800"/>
              <a:buChar char="■"/>
              <a:defRPr/>
            </a:lvl3pPr>
            <a:lvl4pPr indent="-342900" lvl="3" marL="1828800" rtl="0" algn="l">
              <a:lnSpc>
                <a:spcPct val="115000"/>
              </a:lnSpc>
              <a:spcBef>
                <a:spcPts val="1200"/>
              </a:spcBef>
              <a:spcAft>
                <a:spcPts val="0"/>
              </a:spcAft>
              <a:buSzPts val="1800"/>
              <a:buChar char="●"/>
              <a:defRPr/>
            </a:lvl4pPr>
            <a:lvl5pPr indent="-342900" lvl="4" marL="2286000" rtl="0" algn="l">
              <a:lnSpc>
                <a:spcPct val="115000"/>
              </a:lnSpc>
              <a:spcBef>
                <a:spcPts val="1200"/>
              </a:spcBef>
              <a:spcAft>
                <a:spcPts val="0"/>
              </a:spcAft>
              <a:buSzPts val="1800"/>
              <a:buChar char="○"/>
              <a:defRPr/>
            </a:lvl5pPr>
            <a:lvl6pPr indent="-342900" lvl="5" marL="2743200" rtl="0" algn="l">
              <a:lnSpc>
                <a:spcPct val="115000"/>
              </a:lnSpc>
              <a:spcBef>
                <a:spcPts val="1200"/>
              </a:spcBef>
              <a:spcAft>
                <a:spcPts val="0"/>
              </a:spcAft>
              <a:buSzPts val="1800"/>
              <a:buChar char="■"/>
              <a:defRPr/>
            </a:lvl6pPr>
            <a:lvl7pPr indent="-342900" lvl="6" marL="3200400" rtl="0" algn="l">
              <a:lnSpc>
                <a:spcPct val="115000"/>
              </a:lnSpc>
              <a:spcBef>
                <a:spcPts val="1200"/>
              </a:spcBef>
              <a:spcAft>
                <a:spcPts val="0"/>
              </a:spcAft>
              <a:buSzPts val="1800"/>
              <a:buChar char="●"/>
              <a:defRPr/>
            </a:lvl7pPr>
            <a:lvl8pPr indent="-342900" lvl="7" marL="3657600" rtl="0" algn="l">
              <a:lnSpc>
                <a:spcPct val="115000"/>
              </a:lnSpc>
              <a:spcBef>
                <a:spcPts val="1200"/>
              </a:spcBef>
              <a:spcAft>
                <a:spcPts val="0"/>
              </a:spcAft>
              <a:buSzPts val="1800"/>
              <a:buChar char="○"/>
              <a:defRPr/>
            </a:lvl8pPr>
            <a:lvl9pPr indent="-342900" lvl="8" marL="4114800" rtl="0" algn="l">
              <a:lnSpc>
                <a:spcPct val="115000"/>
              </a:lnSpc>
              <a:spcBef>
                <a:spcPts val="1200"/>
              </a:spcBef>
              <a:spcAft>
                <a:spcPts val="1200"/>
              </a:spcAft>
              <a:buSzPts val="1800"/>
              <a:buChar char="■"/>
              <a:defRPr/>
            </a:lvl9pPr>
          </a:lstStyle>
          <a:p/>
        </p:txBody>
      </p:sp>
      <p:sp>
        <p:nvSpPr>
          <p:cNvPr id="62" name="Google Shape;62;p8"/>
          <p:cNvSpPr txBox="1"/>
          <p:nvPr>
            <p:ph idx="5" type="body"/>
          </p:nvPr>
        </p:nvSpPr>
        <p:spPr>
          <a:xfrm>
            <a:off x="914400" y="3245360"/>
            <a:ext cx="7772400" cy="365700"/>
          </a:xfrm>
          <a:prstGeom prst="rect">
            <a:avLst/>
          </a:prstGeom>
          <a:noFill/>
          <a:ln>
            <a:noFill/>
          </a:ln>
        </p:spPr>
        <p:txBody>
          <a:bodyPr anchorCtr="0" anchor="ctr" bIns="91425" lIns="91425" spcFirstLastPara="1" rIns="91425" wrap="square" tIns="91425">
            <a:noAutofit/>
          </a:bodyPr>
          <a:lstStyle>
            <a:lvl1pPr indent="-342900" lvl="0" marL="457200" rtl="0" algn="l">
              <a:lnSpc>
                <a:spcPct val="115000"/>
              </a:lnSpc>
              <a:spcBef>
                <a:spcPts val="0"/>
              </a:spcBef>
              <a:spcAft>
                <a:spcPts val="0"/>
              </a:spcAft>
              <a:buSzPts val="1800"/>
              <a:buChar char="●"/>
              <a:defRPr/>
            </a:lvl1pPr>
            <a:lvl2pPr indent="-342900" lvl="1" marL="914400" rtl="0" algn="l">
              <a:lnSpc>
                <a:spcPct val="115000"/>
              </a:lnSpc>
              <a:spcBef>
                <a:spcPts val="1200"/>
              </a:spcBef>
              <a:spcAft>
                <a:spcPts val="0"/>
              </a:spcAft>
              <a:buSzPts val="1800"/>
              <a:buChar char="○"/>
              <a:defRPr/>
            </a:lvl2pPr>
            <a:lvl3pPr indent="-342900" lvl="2" marL="1371600" rtl="0" algn="l">
              <a:lnSpc>
                <a:spcPct val="115000"/>
              </a:lnSpc>
              <a:spcBef>
                <a:spcPts val="1200"/>
              </a:spcBef>
              <a:spcAft>
                <a:spcPts val="0"/>
              </a:spcAft>
              <a:buSzPts val="1800"/>
              <a:buChar char="■"/>
              <a:defRPr/>
            </a:lvl3pPr>
            <a:lvl4pPr indent="-342900" lvl="3" marL="1828800" rtl="0" algn="l">
              <a:lnSpc>
                <a:spcPct val="115000"/>
              </a:lnSpc>
              <a:spcBef>
                <a:spcPts val="1200"/>
              </a:spcBef>
              <a:spcAft>
                <a:spcPts val="0"/>
              </a:spcAft>
              <a:buSzPts val="1800"/>
              <a:buChar char="●"/>
              <a:defRPr/>
            </a:lvl4pPr>
            <a:lvl5pPr indent="-342900" lvl="4" marL="2286000" rtl="0" algn="l">
              <a:lnSpc>
                <a:spcPct val="115000"/>
              </a:lnSpc>
              <a:spcBef>
                <a:spcPts val="1200"/>
              </a:spcBef>
              <a:spcAft>
                <a:spcPts val="0"/>
              </a:spcAft>
              <a:buSzPts val="1800"/>
              <a:buChar char="○"/>
              <a:defRPr/>
            </a:lvl5pPr>
            <a:lvl6pPr indent="-342900" lvl="5" marL="2743200" rtl="0" algn="l">
              <a:lnSpc>
                <a:spcPct val="115000"/>
              </a:lnSpc>
              <a:spcBef>
                <a:spcPts val="1200"/>
              </a:spcBef>
              <a:spcAft>
                <a:spcPts val="0"/>
              </a:spcAft>
              <a:buSzPts val="1800"/>
              <a:buChar char="■"/>
              <a:defRPr/>
            </a:lvl6pPr>
            <a:lvl7pPr indent="-342900" lvl="6" marL="3200400" rtl="0" algn="l">
              <a:lnSpc>
                <a:spcPct val="115000"/>
              </a:lnSpc>
              <a:spcBef>
                <a:spcPts val="1200"/>
              </a:spcBef>
              <a:spcAft>
                <a:spcPts val="0"/>
              </a:spcAft>
              <a:buSzPts val="1800"/>
              <a:buChar char="●"/>
              <a:defRPr/>
            </a:lvl7pPr>
            <a:lvl8pPr indent="-342900" lvl="7" marL="3657600" rtl="0" algn="l">
              <a:lnSpc>
                <a:spcPct val="115000"/>
              </a:lnSpc>
              <a:spcBef>
                <a:spcPts val="1200"/>
              </a:spcBef>
              <a:spcAft>
                <a:spcPts val="0"/>
              </a:spcAft>
              <a:buSzPts val="1800"/>
              <a:buChar char="○"/>
              <a:defRPr/>
            </a:lvl8pPr>
            <a:lvl9pPr indent="-342900" lvl="8" marL="4114800" rtl="0" algn="l">
              <a:lnSpc>
                <a:spcPct val="115000"/>
              </a:lnSpc>
              <a:spcBef>
                <a:spcPts val="1200"/>
              </a:spcBef>
              <a:spcAft>
                <a:spcPts val="1200"/>
              </a:spcAft>
              <a:buSzPts val="1800"/>
              <a:buChar char="■"/>
              <a:defRPr/>
            </a:lvl9pPr>
          </a:lstStyle>
          <a:p/>
        </p:txBody>
      </p:sp>
      <p:sp>
        <p:nvSpPr>
          <p:cNvPr id="63" name="Google Shape;63;p8"/>
          <p:cNvSpPr txBox="1"/>
          <p:nvPr>
            <p:ph idx="6" type="body"/>
          </p:nvPr>
        </p:nvSpPr>
        <p:spPr>
          <a:xfrm>
            <a:off x="914400" y="3930897"/>
            <a:ext cx="7772400" cy="365700"/>
          </a:xfrm>
          <a:prstGeom prst="rect">
            <a:avLst/>
          </a:prstGeom>
          <a:noFill/>
          <a:ln>
            <a:noFill/>
          </a:ln>
        </p:spPr>
        <p:txBody>
          <a:bodyPr anchorCtr="0" anchor="ctr" bIns="91425" lIns="91425" spcFirstLastPara="1" rIns="91425" wrap="square" tIns="91425">
            <a:noAutofit/>
          </a:bodyPr>
          <a:lstStyle>
            <a:lvl1pPr indent="-342900" lvl="0" marL="457200" rtl="0" algn="l">
              <a:lnSpc>
                <a:spcPct val="115000"/>
              </a:lnSpc>
              <a:spcBef>
                <a:spcPts val="0"/>
              </a:spcBef>
              <a:spcAft>
                <a:spcPts val="0"/>
              </a:spcAft>
              <a:buSzPts val="1800"/>
              <a:buChar char="●"/>
              <a:defRPr/>
            </a:lvl1pPr>
            <a:lvl2pPr indent="-342900" lvl="1" marL="914400" rtl="0" algn="l">
              <a:lnSpc>
                <a:spcPct val="115000"/>
              </a:lnSpc>
              <a:spcBef>
                <a:spcPts val="1200"/>
              </a:spcBef>
              <a:spcAft>
                <a:spcPts val="0"/>
              </a:spcAft>
              <a:buSzPts val="1800"/>
              <a:buChar char="○"/>
              <a:defRPr/>
            </a:lvl2pPr>
            <a:lvl3pPr indent="-342900" lvl="2" marL="1371600" rtl="0" algn="l">
              <a:lnSpc>
                <a:spcPct val="115000"/>
              </a:lnSpc>
              <a:spcBef>
                <a:spcPts val="1200"/>
              </a:spcBef>
              <a:spcAft>
                <a:spcPts val="0"/>
              </a:spcAft>
              <a:buSzPts val="1800"/>
              <a:buChar char="■"/>
              <a:defRPr/>
            </a:lvl3pPr>
            <a:lvl4pPr indent="-342900" lvl="3" marL="1828800" rtl="0" algn="l">
              <a:lnSpc>
                <a:spcPct val="115000"/>
              </a:lnSpc>
              <a:spcBef>
                <a:spcPts val="1200"/>
              </a:spcBef>
              <a:spcAft>
                <a:spcPts val="0"/>
              </a:spcAft>
              <a:buSzPts val="1800"/>
              <a:buChar char="●"/>
              <a:defRPr/>
            </a:lvl4pPr>
            <a:lvl5pPr indent="-342900" lvl="4" marL="2286000" rtl="0" algn="l">
              <a:lnSpc>
                <a:spcPct val="115000"/>
              </a:lnSpc>
              <a:spcBef>
                <a:spcPts val="1200"/>
              </a:spcBef>
              <a:spcAft>
                <a:spcPts val="0"/>
              </a:spcAft>
              <a:buSzPts val="1800"/>
              <a:buChar char="○"/>
              <a:defRPr/>
            </a:lvl5pPr>
            <a:lvl6pPr indent="-342900" lvl="5" marL="2743200" rtl="0" algn="l">
              <a:lnSpc>
                <a:spcPct val="115000"/>
              </a:lnSpc>
              <a:spcBef>
                <a:spcPts val="1200"/>
              </a:spcBef>
              <a:spcAft>
                <a:spcPts val="0"/>
              </a:spcAft>
              <a:buSzPts val="1800"/>
              <a:buChar char="■"/>
              <a:defRPr/>
            </a:lvl6pPr>
            <a:lvl7pPr indent="-342900" lvl="6" marL="3200400" rtl="0" algn="l">
              <a:lnSpc>
                <a:spcPct val="115000"/>
              </a:lnSpc>
              <a:spcBef>
                <a:spcPts val="1200"/>
              </a:spcBef>
              <a:spcAft>
                <a:spcPts val="0"/>
              </a:spcAft>
              <a:buSzPts val="1800"/>
              <a:buChar char="●"/>
              <a:defRPr/>
            </a:lvl7pPr>
            <a:lvl8pPr indent="-342900" lvl="7" marL="3657600" rtl="0" algn="l">
              <a:lnSpc>
                <a:spcPct val="115000"/>
              </a:lnSpc>
              <a:spcBef>
                <a:spcPts val="1200"/>
              </a:spcBef>
              <a:spcAft>
                <a:spcPts val="0"/>
              </a:spcAft>
              <a:buSzPts val="1800"/>
              <a:buChar char="○"/>
              <a:defRPr/>
            </a:lvl8pPr>
            <a:lvl9pPr indent="-342900" lvl="8" marL="4114800" rtl="0" algn="l">
              <a:lnSpc>
                <a:spcPct val="115000"/>
              </a:lnSpc>
              <a:spcBef>
                <a:spcPts val="1200"/>
              </a:spcBef>
              <a:spcAft>
                <a:spcPts val="1200"/>
              </a:spcAft>
              <a:buSzPts val="1800"/>
              <a:buChar char="■"/>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1 - Headings without line (blank)">
  <p:cSld name="CUSTOM_21_2_1_1">
    <p:spTree>
      <p:nvGrpSpPr>
        <p:cNvPr id="64" name="Shape 64"/>
        <p:cNvGrpSpPr/>
        <p:nvPr/>
      </p:nvGrpSpPr>
      <p:grpSpPr>
        <a:xfrm>
          <a:off x="0" y="0"/>
          <a:ext cx="0" cy="0"/>
          <a:chOff x="0" y="0"/>
          <a:chExt cx="0" cy="0"/>
        </a:xfrm>
      </p:grpSpPr>
      <p:sp>
        <p:nvSpPr>
          <p:cNvPr id="65" name="Google Shape;65;p9"/>
          <p:cNvSpPr/>
          <p:nvPr/>
        </p:nvSpPr>
        <p:spPr>
          <a:xfrm>
            <a:off x="170850" y="197450"/>
            <a:ext cx="572700" cy="5727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 name="Google Shape;66;p9"/>
          <p:cNvSpPr txBox="1"/>
          <p:nvPr>
            <p:ph type="title"/>
          </p:nvPr>
        </p:nvSpPr>
        <p:spPr>
          <a:xfrm>
            <a:off x="914400" y="146300"/>
            <a:ext cx="7778100" cy="3657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accent5"/>
              </a:buClr>
              <a:buSzPts val="2600"/>
              <a:buNone/>
              <a:defRPr>
                <a:solidFill>
                  <a:schemeClr val="accent5"/>
                </a:solidFill>
              </a:defRPr>
            </a:lvl1pPr>
            <a:lvl2pPr lvl="1" rtl="0" algn="l">
              <a:lnSpc>
                <a:spcPct val="100000"/>
              </a:lnSpc>
              <a:spcBef>
                <a:spcPts val="0"/>
              </a:spcBef>
              <a:spcAft>
                <a:spcPts val="0"/>
              </a:spcAft>
              <a:buSzPts val="2800"/>
              <a:buNone/>
              <a:defRPr/>
            </a:lvl2pPr>
            <a:lvl3pPr lvl="2" rtl="0" algn="l">
              <a:lnSpc>
                <a:spcPct val="100000"/>
              </a:lnSpc>
              <a:spcBef>
                <a:spcPts val="0"/>
              </a:spcBef>
              <a:spcAft>
                <a:spcPts val="0"/>
              </a:spcAft>
              <a:buSzPts val="2800"/>
              <a:buNone/>
              <a:defRPr/>
            </a:lvl3pPr>
            <a:lvl4pPr lvl="3" rtl="0" algn="l">
              <a:lnSpc>
                <a:spcPct val="100000"/>
              </a:lnSpc>
              <a:spcBef>
                <a:spcPts val="0"/>
              </a:spcBef>
              <a:spcAft>
                <a:spcPts val="0"/>
              </a:spcAft>
              <a:buSzPts val="2800"/>
              <a:buNone/>
              <a:defRPr/>
            </a:lvl4pPr>
            <a:lvl5pPr lvl="4" rtl="0" algn="l">
              <a:lnSpc>
                <a:spcPct val="100000"/>
              </a:lnSpc>
              <a:spcBef>
                <a:spcPts val="0"/>
              </a:spcBef>
              <a:spcAft>
                <a:spcPts val="0"/>
              </a:spcAft>
              <a:buSzPts val="2800"/>
              <a:buNone/>
              <a:defRPr/>
            </a:lvl5pPr>
            <a:lvl6pPr lvl="5" rtl="0" algn="l">
              <a:lnSpc>
                <a:spcPct val="100000"/>
              </a:lnSpc>
              <a:spcBef>
                <a:spcPts val="0"/>
              </a:spcBef>
              <a:spcAft>
                <a:spcPts val="0"/>
              </a:spcAft>
              <a:buSzPts val="2800"/>
              <a:buNone/>
              <a:defRPr/>
            </a:lvl6pPr>
            <a:lvl7pPr lvl="6" rtl="0" algn="l">
              <a:lnSpc>
                <a:spcPct val="100000"/>
              </a:lnSpc>
              <a:spcBef>
                <a:spcPts val="0"/>
              </a:spcBef>
              <a:spcAft>
                <a:spcPts val="0"/>
              </a:spcAft>
              <a:buSzPts val="2800"/>
              <a:buNone/>
              <a:defRPr/>
            </a:lvl7pPr>
            <a:lvl8pPr lvl="7" rtl="0" algn="l">
              <a:lnSpc>
                <a:spcPct val="100000"/>
              </a:lnSpc>
              <a:spcBef>
                <a:spcPts val="0"/>
              </a:spcBef>
              <a:spcAft>
                <a:spcPts val="0"/>
              </a:spcAft>
              <a:buSzPts val="2800"/>
              <a:buNone/>
              <a:defRPr/>
            </a:lvl8pPr>
            <a:lvl9pPr lvl="8" rtl="0" algn="l">
              <a:lnSpc>
                <a:spcPct val="100000"/>
              </a:lnSpc>
              <a:spcBef>
                <a:spcPts val="0"/>
              </a:spcBef>
              <a:spcAft>
                <a:spcPts val="0"/>
              </a:spcAft>
              <a:buSzPts val="2800"/>
              <a:buNone/>
              <a:defRPr/>
            </a:lvl9pPr>
          </a:lstStyle>
          <a:p/>
        </p:txBody>
      </p:sp>
      <p:sp>
        <p:nvSpPr>
          <p:cNvPr id="67" name="Google Shape;67;p9"/>
          <p:cNvSpPr txBox="1"/>
          <p:nvPr>
            <p:ph idx="1" type="subTitle"/>
          </p:nvPr>
        </p:nvSpPr>
        <p:spPr>
          <a:xfrm>
            <a:off x="914400" y="548650"/>
            <a:ext cx="7772400" cy="274200"/>
          </a:xfrm>
          <a:prstGeom prst="rect">
            <a:avLst/>
          </a:prstGeom>
          <a:noFill/>
          <a:ln>
            <a:noFill/>
          </a:ln>
        </p:spPr>
        <p:txBody>
          <a:bodyPr anchorCtr="0" anchor="t" bIns="0" lIns="0" spcFirstLastPara="1" rIns="0" wrap="square" tIns="0">
            <a:noAutofit/>
          </a:bodyPr>
          <a:lstStyle>
            <a:lvl1pPr lvl="0" rtl="0" algn="l">
              <a:lnSpc>
                <a:spcPct val="115000"/>
              </a:lnSpc>
              <a:spcBef>
                <a:spcPts val="0"/>
              </a:spcBef>
              <a:spcAft>
                <a:spcPts val="0"/>
              </a:spcAft>
              <a:buSzPts val="1800"/>
              <a:buNone/>
              <a:defRPr/>
            </a:lvl1pPr>
            <a:lvl2pPr lvl="1" rtl="0" algn="l">
              <a:lnSpc>
                <a:spcPct val="115000"/>
              </a:lnSpc>
              <a:spcBef>
                <a:spcPts val="0"/>
              </a:spcBef>
              <a:spcAft>
                <a:spcPts val="0"/>
              </a:spcAft>
              <a:buSzPts val="1800"/>
              <a:buNone/>
              <a:defRPr/>
            </a:lvl2pPr>
            <a:lvl3pPr lvl="2" rtl="0" algn="l">
              <a:lnSpc>
                <a:spcPct val="115000"/>
              </a:lnSpc>
              <a:spcBef>
                <a:spcPts val="0"/>
              </a:spcBef>
              <a:spcAft>
                <a:spcPts val="0"/>
              </a:spcAft>
              <a:buSzPts val="1800"/>
              <a:buNone/>
              <a:defRPr/>
            </a:lvl3pPr>
            <a:lvl4pPr lvl="3" rtl="0" algn="l">
              <a:lnSpc>
                <a:spcPct val="115000"/>
              </a:lnSpc>
              <a:spcBef>
                <a:spcPts val="0"/>
              </a:spcBef>
              <a:spcAft>
                <a:spcPts val="0"/>
              </a:spcAft>
              <a:buSzPts val="1800"/>
              <a:buNone/>
              <a:defRPr/>
            </a:lvl4pPr>
            <a:lvl5pPr lvl="4" rtl="0" algn="l">
              <a:lnSpc>
                <a:spcPct val="115000"/>
              </a:lnSpc>
              <a:spcBef>
                <a:spcPts val="0"/>
              </a:spcBef>
              <a:spcAft>
                <a:spcPts val="0"/>
              </a:spcAft>
              <a:buSzPts val="1800"/>
              <a:buNone/>
              <a:defRPr/>
            </a:lvl5pPr>
            <a:lvl6pPr lvl="5" rtl="0" algn="l">
              <a:lnSpc>
                <a:spcPct val="115000"/>
              </a:lnSpc>
              <a:spcBef>
                <a:spcPts val="0"/>
              </a:spcBef>
              <a:spcAft>
                <a:spcPts val="0"/>
              </a:spcAft>
              <a:buSzPts val="1800"/>
              <a:buNone/>
              <a:defRPr/>
            </a:lvl6pPr>
            <a:lvl7pPr lvl="6" rtl="0" algn="l">
              <a:lnSpc>
                <a:spcPct val="115000"/>
              </a:lnSpc>
              <a:spcBef>
                <a:spcPts val="0"/>
              </a:spcBef>
              <a:spcAft>
                <a:spcPts val="0"/>
              </a:spcAft>
              <a:buSzPts val="1800"/>
              <a:buNone/>
              <a:defRPr/>
            </a:lvl7pPr>
            <a:lvl8pPr lvl="7" rtl="0" algn="l">
              <a:lnSpc>
                <a:spcPct val="115000"/>
              </a:lnSpc>
              <a:spcBef>
                <a:spcPts val="0"/>
              </a:spcBef>
              <a:spcAft>
                <a:spcPts val="0"/>
              </a:spcAft>
              <a:buSzPts val="1800"/>
              <a:buNone/>
              <a:defRPr/>
            </a:lvl8pPr>
            <a:lvl9pPr lvl="8" rtl="0" algn="l">
              <a:lnSpc>
                <a:spcPct val="115000"/>
              </a:lnSpc>
              <a:spcBef>
                <a:spcPts val="0"/>
              </a:spcBef>
              <a:spcAft>
                <a:spcPts val="0"/>
              </a:spcAft>
              <a:buSzPts val="1800"/>
              <a:buNone/>
              <a:defRPr/>
            </a:lvl9pPr>
          </a:lstStyle>
          <a:p/>
        </p:txBody>
      </p:sp>
      <p:sp>
        <p:nvSpPr>
          <p:cNvPr id="68" name="Google Shape;68;p9"/>
          <p:cNvSpPr txBox="1"/>
          <p:nvPr>
            <p:ph idx="2" type="body"/>
          </p:nvPr>
        </p:nvSpPr>
        <p:spPr>
          <a:xfrm>
            <a:off x="461225" y="1063525"/>
            <a:ext cx="8229600" cy="3520800"/>
          </a:xfrm>
          <a:prstGeom prst="rect">
            <a:avLst/>
          </a:prstGeom>
          <a:noFill/>
          <a:ln>
            <a:noFill/>
          </a:ln>
        </p:spPr>
        <p:txBody>
          <a:bodyPr anchorCtr="0" anchor="t" bIns="0" lIns="0" spcFirstLastPara="1" rIns="0" wrap="square" tIns="91425">
            <a:noAutofit/>
          </a:bodyPr>
          <a:lstStyle>
            <a:lvl1pPr indent="-342900" lvl="0" marL="457200" rtl="0" algn="l">
              <a:lnSpc>
                <a:spcPct val="115000"/>
              </a:lnSpc>
              <a:spcBef>
                <a:spcPts val="0"/>
              </a:spcBef>
              <a:spcAft>
                <a:spcPts val="0"/>
              </a:spcAft>
              <a:buClr>
                <a:schemeClr val="dk2"/>
              </a:buClr>
              <a:buSzPts val="1800"/>
              <a:buChar char="●"/>
              <a:defRPr>
                <a:solidFill>
                  <a:schemeClr val="dk2"/>
                </a:solidFill>
              </a:defRPr>
            </a:lvl1pPr>
            <a:lvl2pPr indent="-342900" lvl="1" marL="914400" rtl="0" algn="l">
              <a:lnSpc>
                <a:spcPct val="115000"/>
              </a:lnSpc>
              <a:spcBef>
                <a:spcPts val="0"/>
              </a:spcBef>
              <a:spcAft>
                <a:spcPts val="0"/>
              </a:spcAft>
              <a:buClr>
                <a:schemeClr val="dk2"/>
              </a:buClr>
              <a:buSzPts val="1800"/>
              <a:buChar char="○"/>
              <a:defRPr>
                <a:solidFill>
                  <a:schemeClr val="dk2"/>
                </a:solidFill>
              </a:defRPr>
            </a:lvl2pPr>
            <a:lvl3pPr indent="-342900" lvl="2" marL="1371600" rtl="0" algn="l">
              <a:lnSpc>
                <a:spcPct val="115000"/>
              </a:lnSpc>
              <a:spcBef>
                <a:spcPts val="0"/>
              </a:spcBef>
              <a:spcAft>
                <a:spcPts val="0"/>
              </a:spcAft>
              <a:buClr>
                <a:schemeClr val="dk2"/>
              </a:buClr>
              <a:buSzPts val="1800"/>
              <a:buChar char="■"/>
              <a:defRPr>
                <a:solidFill>
                  <a:schemeClr val="dk2"/>
                </a:solidFill>
              </a:defRPr>
            </a:lvl3pPr>
            <a:lvl4pPr indent="-342900" lvl="3" marL="1828800" rtl="0" algn="l">
              <a:lnSpc>
                <a:spcPct val="115000"/>
              </a:lnSpc>
              <a:spcBef>
                <a:spcPts val="0"/>
              </a:spcBef>
              <a:spcAft>
                <a:spcPts val="0"/>
              </a:spcAft>
              <a:buClr>
                <a:schemeClr val="dk2"/>
              </a:buClr>
              <a:buSzPts val="1800"/>
              <a:buChar char="●"/>
              <a:defRPr>
                <a:solidFill>
                  <a:schemeClr val="dk2"/>
                </a:solidFill>
              </a:defRPr>
            </a:lvl4pPr>
            <a:lvl5pPr indent="-342900" lvl="4" marL="2286000" rtl="0" algn="l">
              <a:lnSpc>
                <a:spcPct val="115000"/>
              </a:lnSpc>
              <a:spcBef>
                <a:spcPts val="0"/>
              </a:spcBef>
              <a:spcAft>
                <a:spcPts val="0"/>
              </a:spcAft>
              <a:buClr>
                <a:schemeClr val="dk2"/>
              </a:buClr>
              <a:buSzPts val="1800"/>
              <a:buChar char="○"/>
              <a:defRPr>
                <a:solidFill>
                  <a:schemeClr val="dk2"/>
                </a:solidFill>
              </a:defRPr>
            </a:lvl5pPr>
            <a:lvl6pPr indent="-342900" lvl="5" marL="2743200" rtl="0" algn="l">
              <a:lnSpc>
                <a:spcPct val="115000"/>
              </a:lnSpc>
              <a:spcBef>
                <a:spcPts val="0"/>
              </a:spcBef>
              <a:spcAft>
                <a:spcPts val="0"/>
              </a:spcAft>
              <a:buClr>
                <a:schemeClr val="dk2"/>
              </a:buClr>
              <a:buSzPts val="1800"/>
              <a:buChar char="■"/>
              <a:defRPr>
                <a:solidFill>
                  <a:schemeClr val="dk2"/>
                </a:solidFill>
              </a:defRPr>
            </a:lvl6pPr>
            <a:lvl7pPr indent="-342900" lvl="6" marL="3200400" rtl="0" algn="l">
              <a:lnSpc>
                <a:spcPct val="115000"/>
              </a:lnSpc>
              <a:spcBef>
                <a:spcPts val="0"/>
              </a:spcBef>
              <a:spcAft>
                <a:spcPts val="0"/>
              </a:spcAft>
              <a:buClr>
                <a:schemeClr val="dk2"/>
              </a:buClr>
              <a:buSzPts val="1800"/>
              <a:buChar char="●"/>
              <a:defRPr>
                <a:solidFill>
                  <a:schemeClr val="dk2"/>
                </a:solidFill>
              </a:defRPr>
            </a:lvl7pPr>
            <a:lvl8pPr indent="-342900" lvl="7" marL="3657600" rtl="0" algn="l">
              <a:lnSpc>
                <a:spcPct val="115000"/>
              </a:lnSpc>
              <a:spcBef>
                <a:spcPts val="0"/>
              </a:spcBef>
              <a:spcAft>
                <a:spcPts val="0"/>
              </a:spcAft>
              <a:buClr>
                <a:schemeClr val="dk2"/>
              </a:buClr>
              <a:buSzPts val="1800"/>
              <a:buChar char="○"/>
              <a:defRPr>
                <a:solidFill>
                  <a:schemeClr val="dk2"/>
                </a:solidFill>
              </a:defRPr>
            </a:lvl8pPr>
            <a:lvl9pPr indent="-342900" lvl="8" marL="4114800" rtl="0" algn="l">
              <a:lnSpc>
                <a:spcPct val="115000"/>
              </a:lnSpc>
              <a:spcBef>
                <a:spcPts val="0"/>
              </a:spcBef>
              <a:spcAft>
                <a:spcPts val="0"/>
              </a:spcAft>
              <a:buClr>
                <a:schemeClr val="dk2"/>
              </a:buClr>
              <a:buSzPts val="1800"/>
              <a:buChar char="■"/>
              <a:defRPr>
                <a:solidFill>
                  <a:schemeClr val="dk2"/>
                </a:solidFill>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1 - Headings without line (With bullets)">
  <p:cSld name="CUSTOM_21_1_2_1">
    <p:spTree>
      <p:nvGrpSpPr>
        <p:cNvPr id="69" name="Shape 69"/>
        <p:cNvGrpSpPr/>
        <p:nvPr/>
      </p:nvGrpSpPr>
      <p:grpSpPr>
        <a:xfrm>
          <a:off x="0" y="0"/>
          <a:ext cx="0" cy="0"/>
          <a:chOff x="0" y="0"/>
          <a:chExt cx="0" cy="0"/>
        </a:xfrm>
      </p:grpSpPr>
      <p:sp>
        <p:nvSpPr>
          <p:cNvPr id="70" name="Google Shape;70;p10"/>
          <p:cNvSpPr/>
          <p:nvPr/>
        </p:nvSpPr>
        <p:spPr>
          <a:xfrm>
            <a:off x="607675" y="1142050"/>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 name="Google Shape;71;p10"/>
          <p:cNvSpPr/>
          <p:nvPr/>
        </p:nvSpPr>
        <p:spPr>
          <a:xfrm>
            <a:off x="607675" y="3885749"/>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 name="Google Shape;72;p10"/>
          <p:cNvSpPr/>
          <p:nvPr/>
        </p:nvSpPr>
        <p:spPr>
          <a:xfrm>
            <a:off x="607675" y="3199824"/>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 name="Google Shape;73;p10"/>
          <p:cNvSpPr/>
          <p:nvPr/>
        </p:nvSpPr>
        <p:spPr>
          <a:xfrm>
            <a:off x="607675" y="2513899"/>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 name="Google Shape;74;p10"/>
          <p:cNvSpPr/>
          <p:nvPr/>
        </p:nvSpPr>
        <p:spPr>
          <a:xfrm>
            <a:off x="607675" y="1827975"/>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 name="Google Shape;75;p10"/>
          <p:cNvSpPr txBox="1"/>
          <p:nvPr>
            <p:ph idx="1" type="subTitle"/>
          </p:nvPr>
        </p:nvSpPr>
        <p:spPr>
          <a:xfrm>
            <a:off x="916200" y="1152850"/>
            <a:ext cx="7770600" cy="437400"/>
          </a:xfrm>
          <a:prstGeom prst="rect">
            <a:avLst/>
          </a:prstGeom>
          <a:noFill/>
          <a:ln>
            <a:noFill/>
          </a:ln>
        </p:spPr>
        <p:txBody>
          <a:bodyPr anchorCtr="0" anchor="ctr" bIns="91425" lIns="91425" spcFirstLastPara="1" rIns="91425" wrap="square" tIns="91425">
            <a:noAutofit/>
          </a:bodyPr>
          <a:lstStyle>
            <a:lvl1pPr lvl="0" rtl="0" algn="l">
              <a:lnSpc>
                <a:spcPct val="115000"/>
              </a:lnSpc>
              <a:spcBef>
                <a:spcPts val="0"/>
              </a:spcBef>
              <a:spcAft>
                <a:spcPts val="0"/>
              </a:spcAft>
              <a:buClr>
                <a:schemeClr val="dk2"/>
              </a:buClr>
              <a:buSzPts val="1800"/>
              <a:buNone/>
              <a:defRPr>
                <a:solidFill>
                  <a:schemeClr val="dk2"/>
                </a:solidFill>
              </a:defRPr>
            </a:lvl1pPr>
            <a:lvl2pPr lvl="1" rtl="0" algn="l">
              <a:lnSpc>
                <a:spcPct val="115000"/>
              </a:lnSpc>
              <a:spcBef>
                <a:spcPts val="0"/>
              </a:spcBef>
              <a:spcAft>
                <a:spcPts val="0"/>
              </a:spcAft>
              <a:buClr>
                <a:schemeClr val="dk2"/>
              </a:buClr>
              <a:buSzPts val="1800"/>
              <a:buNone/>
              <a:defRPr sz="1800">
                <a:solidFill>
                  <a:schemeClr val="dk2"/>
                </a:solidFill>
              </a:defRPr>
            </a:lvl2pPr>
            <a:lvl3pPr lvl="2" rtl="0" algn="l">
              <a:lnSpc>
                <a:spcPct val="115000"/>
              </a:lnSpc>
              <a:spcBef>
                <a:spcPts val="0"/>
              </a:spcBef>
              <a:spcAft>
                <a:spcPts val="0"/>
              </a:spcAft>
              <a:buClr>
                <a:schemeClr val="dk2"/>
              </a:buClr>
              <a:buSzPts val="1800"/>
              <a:buNone/>
              <a:defRPr sz="1800">
                <a:solidFill>
                  <a:schemeClr val="dk2"/>
                </a:solidFill>
              </a:defRPr>
            </a:lvl3pPr>
            <a:lvl4pPr lvl="3" rtl="0" algn="l">
              <a:lnSpc>
                <a:spcPct val="115000"/>
              </a:lnSpc>
              <a:spcBef>
                <a:spcPts val="0"/>
              </a:spcBef>
              <a:spcAft>
                <a:spcPts val="0"/>
              </a:spcAft>
              <a:buClr>
                <a:schemeClr val="dk2"/>
              </a:buClr>
              <a:buSzPts val="1800"/>
              <a:buNone/>
              <a:defRPr sz="1800">
                <a:solidFill>
                  <a:schemeClr val="dk2"/>
                </a:solidFill>
              </a:defRPr>
            </a:lvl4pPr>
            <a:lvl5pPr lvl="4" rtl="0" algn="l">
              <a:lnSpc>
                <a:spcPct val="115000"/>
              </a:lnSpc>
              <a:spcBef>
                <a:spcPts val="0"/>
              </a:spcBef>
              <a:spcAft>
                <a:spcPts val="0"/>
              </a:spcAft>
              <a:buClr>
                <a:schemeClr val="dk2"/>
              </a:buClr>
              <a:buSzPts val="1800"/>
              <a:buNone/>
              <a:defRPr sz="1800">
                <a:solidFill>
                  <a:schemeClr val="dk2"/>
                </a:solidFill>
              </a:defRPr>
            </a:lvl5pPr>
            <a:lvl6pPr lvl="5" rtl="0" algn="l">
              <a:lnSpc>
                <a:spcPct val="115000"/>
              </a:lnSpc>
              <a:spcBef>
                <a:spcPts val="0"/>
              </a:spcBef>
              <a:spcAft>
                <a:spcPts val="0"/>
              </a:spcAft>
              <a:buClr>
                <a:schemeClr val="dk2"/>
              </a:buClr>
              <a:buSzPts val="1800"/>
              <a:buNone/>
              <a:defRPr sz="1800">
                <a:solidFill>
                  <a:schemeClr val="dk2"/>
                </a:solidFill>
              </a:defRPr>
            </a:lvl6pPr>
            <a:lvl7pPr lvl="6" rtl="0" algn="l">
              <a:lnSpc>
                <a:spcPct val="115000"/>
              </a:lnSpc>
              <a:spcBef>
                <a:spcPts val="0"/>
              </a:spcBef>
              <a:spcAft>
                <a:spcPts val="0"/>
              </a:spcAft>
              <a:buClr>
                <a:schemeClr val="dk2"/>
              </a:buClr>
              <a:buSzPts val="1800"/>
              <a:buNone/>
              <a:defRPr sz="1800">
                <a:solidFill>
                  <a:schemeClr val="dk2"/>
                </a:solidFill>
              </a:defRPr>
            </a:lvl7pPr>
            <a:lvl8pPr lvl="7" rtl="0" algn="l">
              <a:lnSpc>
                <a:spcPct val="115000"/>
              </a:lnSpc>
              <a:spcBef>
                <a:spcPts val="0"/>
              </a:spcBef>
              <a:spcAft>
                <a:spcPts val="0"/>
              </a:spcAft>
              <a:buClr>
                <a:schemeClr val="dk2"/>
              </a:buClr>
              <a:buSzPts val="1800"/>
              <a:buNone/>
              <a:defRPr sz="1800">
                <a:solidFill>
                  <a:schemeClr val="dk2"/>
                </a:solidFill>
              </a:defRPr>
            </a:lvl8pPr>
            <a:lvl9pPr lvl="8" rtl="0" algn="l">
              <a:lnSpc>
                <a:spcPct val="115000"/>
              </a:lnSpc>
              <a:spcBef>
                <a:spcPts val="0"/>
              </a:spcBef>
              <a:spcAft>
                <a:spcPts val="0"/>
              </a:spcAft>
              <a:buClr>
                <a:schemeClr val="dk2"/>
              </a:buClr>
              <a:buSzPts val="1800"/>
              <a:buNone/>
              <a:defRPr sz="1800">
                <a:solidFill>
                  <a:schemeClr val="dk2"/>
                </a:solidFill>
              </a:defRPr>
            </a:lvl9pPr>
          </a:lstStyle>
          <a:p/>
        </p:txBody>
      </p:sp>
      <p:sp>
        <p:nvSpPr>
          <p:cNvPr id="76" name="Google Shape;76;p10"/>
          <p:cNvSpPr txBox="1"/>
          <p:nvPr>
            <p:ph idx="2" type="subTitle"/>
          </p:nvPr>
        </p:nvSpPr>
        <p:spPr>
          <a:xfrm>
            <a:off x="916200" y="1838775"/>
            <a:ext cx="7770600" cy="437400"/>
          </a:xfrm>
          <a:prstGeom prst="rect">
            <a:avLst/>
          </a:prstGeom>
          <a:noFill/>
          <a:ln>
            <a:noFill/>
          </a:ln>
        </p:spPr>
        <p:txBody>
          <a:bodyPr anchorCtr="0" anchor="ctr" bIns="91425" lIns="91425" spcFirstLastPara="1" rIns="91425" wrap="square" tIns="91425">
            <a:noAutofit/>
          </a:bodyPr>
          <a:lstStyle>
            <a:lvl1pPr lvl="0" rtl="0" algn="l">
              <a:lnSpc>
                <a:spcPct val="115000"/>
              </a:lnSpc>
              <a:spcBef>
                <a:spcPts val="0"/>
              </a:spcBef>
              <a:spcAft>
                <a:spcPts val="0"/>
              </a:spcAft>
              <a:buClr>
                <a:schemeClr val="dk2"/>
              </a:buClr>
              <a:buSzPts val="1800"/>
              <a:buNone/>
              <a:defRPr>
                <a:solidFill>
                  <a:schemeClr val="dk2"/>
                </a:solidFill>
              </a:defRPr>
            </a:lvl1pPr>
            <a:lvl2pPr lvl="1" rtl="0" algn="l">
              <a:lnSpc>
                <a:spcPct val="115000"/>
              </a:lnSpc>
              <a:spcBef>
                <a:spcPts val="0"/>
              </a:spcBef>
              <a:spcAft>
                <a:spcPts val="0"/>
              </a:spcAft>
              <a:buClr>
                <a:schemeClr val="dk2"/>
              </a:buClr>
              <a:buSzPts val="1800"/>
              <a:buNone/>
              <a:defRPr sz="1800">
                <a:solidFill>
                  <a:schemeClr val="dk2"/>
                </a:solidFill>
              </a:defRPr>
            </a:lvl2pPr>
            <a:lvl3pPr lvl="2" rtl="0" algn="l">
              <a:lnSpc>
                <a:spcPct val="115000"/>
              </a:lnSpc>
              <a:spcBef>
                <a:spcPts val="0"/>
              </a:spcBef>
              <a:spcAft>
                <a:spcPts val="0"/>
              </a:spcAft>
              <a:buClr>
                <a:schemeClr val="dk2"/>
              </a:buClr>
              <a:buSzPts val="1800"/>
              <a:buNone/>
              <a:defRPr sz="1800">
                <a:solidFill>
                  <a:schemeClr val="dk2"/>
                </a:solidFill>
              </a:defRPr>
            </a:lvl3pPr>
            <a:lvl4pPr lvl="3" rtl="0" algn="l">
              <a:lnSpc>
                <a:spcPct val="115000"/>
              </a:lnSpc>
              <a:spcBef>
                <a:spcPts val="0"/>
              </a:spcBef>
              <a:spcAft>
                <a:spcPts val="0"/>
              </a:spcAft>
              <a:buClr>
                <a:schemeClr val="dk2"/>
              </a:buClr>
              <a:buSzPts val="1800"/>
              <a:buNone/>
              <a:defRPr sz="1800">
                <a:solidFill>
                  <a:schemeClr val="dk2"/>
                </a:solidFill>
              </a:defRPr>
            </a:lvl4pPr>
            <a:lvl5pPr lvl="4" rtl="0" algn="l">
              <a:lnSpc>
                <a:spcPct val="115000"/>
              </a:lnSpc>
              <a:spcBef>
                <a:spcPts val="0"/>
              </a:spcBef>
              <a:spcAft>
                <a:spcPts val="0"/>
              </a:spcAft>
              <a:buClr>
                <a:schemeClr val="dk2"/>
              </a:buClr>
              <a:buSzPts val="1800"/>
              <a:buNone/>
              <a:defRPr sz="1800">
                <a:solidFill>
                  <a:schemeClr val="dk2"/>
                </a:solidFill>
              </a:defRPr>
            </a:lvl5pPr>
            <a:lvl6pPr lvl="5" rtl="0" algn="l">
              <a:lnSpc>
                <a:spcPct val="115000"/>
              </a:lnSpc>
              <a:spcBef>
                <a:spcPts val="0"/>
              </a:spcBef>
              <a:spcAft>
                <a:spcPts val="0"/>
              </a:spcAft>
              <a:buClr>
                <a:schemeClr val="dk2"/>
              </a:buClr>
              <a:buSzPts val="1800"/>
              <a:buNone/>
              <a:defRPr sz="1800">
                <a:solidFill>
                  <a:schemeClr val="dk2"/>
                </a:solidFill>
              </a:defRPr>
            </a:lvl6pPr>
            <a:lvl7pPr lvl="6" rtl="0" algn="l">
              <a:lnSpc>
                <a:spcPct val="115000"/>
              </a:lnSpc>
              <a:spcBef>
                <a:spcPts val="0"/>
              </a:spcBef>
              <a:spcAft>
                <a:spcPts val="0"/>
              </a:spcAft>
              <a:buClr>
                <a:schemeClr val="dk2"/>
              </a:buClr>
              <a:buSzPts val="1800"/>
              <a:buNone/>
              <a:defRPr sz="1800">
                <a:solidFill>
                  <a:schemeClr val="dk2"/>
                </a:solidFill>
              </a:defRPr>
            </a:lvl7pPr>
            <a:lvl8pPr lvl="7" rtl="0" algn="l">
              <a:lnSpc>
                <a:spcPct val="115000"/>
              </a:lnSpc>
              <a:spcBef>
                <a:spcPts val="0"/>
              </a:spcBef>
              <a:spcAft>
                <a:spcPts val="0"/>
              </a:spcAft>
              <a:buClr>
                <a:schemeClr val="dk2"/>
              </a:buClr>
              <a:buSzPts val="1800"/>
              <a:buNone/>
              <a:defRPr sz="1800">
                <a:solidFill>
                  <a:schemeClr val="dk2"/>
                </a:solidFill>
              </a:defRPr>
            </a:lvl8pPr>
            <a:lvl9pPr lvl="8" rtl="0" algn="l">
              <a:lnSpc>
                <a:spcPct val="115000"/>
              </a:lnSpc>
              <a:spcBef>
                <a:spcPts val="0"/>
              </a:spcBef>
              <a:spcAft>
                <a:spcPts val="0"/>
              </a:spcAft>
              <a:buClr>
                <a:schemeClr val="dk2"/>
              </a:buClr>
              <a:buSzPts val="1800"/>
              <a:buNone/>
              <a:defRPr sz="1800">
                <a:solidFill>
                  <a:schemeClr val="dk2"/>
                </a:solidFill>
              </a:defRPr>
            </a:lvl9pPr>
          </a:lstStyle>
          <a:p/>
        </p:txBody>
      </p:sp>
      <p:sp>
        <p:nvSpPr>
          <p:cNvPr id="77" name="Google Shape;77;p10"/>
          <p:cNvSpPr txBox="1"/>
          <p:nvPr>
            <p:ph idx="3" type="subTitle"/>
          </p:nvPr>
        </p:nvSpPr>
        <p:spPr>
          <a:xfrm>
            <a:off x="916200" y="2524700"/>
            <a:ext cx="7770600" cy="437400"/>
          </a:xfrm>
          <a:prstGeom prst="rect">
            <a:avLst/>
          </a:prstGeom>
          <a:noFill/>
          <a:ln>
            <a:noFill/>
          </a:ln>
        </p:spPr>
        <p:txBody>
          <a:bodyPr anchorCtr="0" anchor="ctr" bIns="91425" lIns="91425" spcFirstLastPara="1" rIns="91425" wrap="square" tIns="91425">
            <a:noAutofit/>
          </a:bodyPr>
          <a:lstStyle>
            <a:lvl1pPr lvl="0" rtl="0" algn="l">
              <a:lnSpc>
                <a:spcPct val="115000"/>
              </a:lnSpc>
              <a:spcBef>
                <a:spcPts val="0"/>
              </a:spcBef>
              <a:spcAft>
                <a:spcPts val="0"/>
              </a:spcAft>
              <a:buClr>
                <a:schemeClr val="dk2"/>
              </a:buClr>
              <a:buSzPts val="1800"/>
              <a:buNone/>
              <a:defRPr>
                <a:solidFill>
                  <a:schemeClr val="dk2"/>
                </a:solidFill>
              </a:defRPr>
            </a:lvl1pPr>
            <a:lvl2pPr lvl="1" rtl="0" algn="l">
              <a:lnSpc>
                <a:spcPct val="115000"/>
              </a:lnSpc>
              <a:spcBef>
                <a:spcPts val="0"/>
              </a:spcBef>
              <a:spcAft>
                <a:spcPts val="0"/>
              </a:spcAft>
              <a:buClr>
                <a:schemeClr val="dk2"/>
              </a:buClr>
              <a:buSzPts val="1800"/>
              <a:buNone/>
              <a:defRPr sz="1800">
                <a:solidFill>
                  <a:schemeClr val="dk2"/>
                </a:solidFill>
              </a:defRPr>
            </a:lvl2pPr>
            <a:lvl3pPr lvl="2" rtl="0" algn="l">
              <a:lnSpc>
                <a:spcPct val="115000"/>
              </a:lnSpc>
              <a:spcBef>
                <a:spcPts val="0"/>
              </a:spcBef>
              <a:spcAft>
                <a:spcPts val="0"/>
              </a:spcAft>
              <a:buClr>
                <a:schemeClr val="dk2"/>
              </a:buClr>
              <a:buSzPts val="1800"/>
              <a:buNone/>
              <a:defRPr sz="1800">
                <a:solidFill>
                  <a:schemeClr val="dk2"/>
                </a:solidFill>
              </a:defRPr>
            </a:lvl3pPr>
            <a:lvl4pPr lvl="3" rtl="0" algn="l">
              <a:lnSpc>
                <a:spcPct val="115000"/>
              </a:lnSpc>
              <a:spcBef>
                <a:spcPts val="0"/>
              </a:spcBef>
              <a:spcAft>
                <a:spcPts val="0"/>
              </a:spcAft>
              <a:buClr>
                <a:schemeClr val="dk2"/>
              </a:buClr>
              <a:buSzPts val="1800"/>
              <a:buNone/>
              <a:defRPr sz="1800">
                <a:solidFill>
                  <a:schemeClr val="dk2"/>
                </a:solidFill>
              </a:defRPr>
            </a:lvl4pPr>
            <a:lvl5pPr lvl="4" rtl="0" algn="l">
              <a:lnSpc>
                <a:spcPct val="115000"/>
              </a:lnSpc>
              <a:spcBef>
                <a:spcPts val="0"/>
              </a:spcBef>
              <a:spcAft>
                <a:spcPts val="0"/>
              </a:spcAft>
              <a:buClr>
                <a:schemeClr val="dk2"/>
              </a:buClr>
              <a:buSzPts val="1800"/>
              <a:buNone/>
              <a:defRPr sz="1800">
                <a:solidFill>
                  <a:schemeClr val="dk2"/>
                </a:solidFill>
              </a:defRPr>
            </a:lvl5pPr>
            <a:lvl6pPr lvl="5" rtl="0" algn="l">
              <a:lnSpc>
                <a:spcPct val="115000"/>
              </a:lnSpc>
              <a:spcBef>
                <a:spcPts val="0"/>
              </a:spcBef>
              <a:spcAft>
                <a:spcPts val="0"/>
              </a:spcAft>
              <a:buClr>
                <a:schemeClr val="dk2"/>
              </a:buClr>
              <a:buSzPts val="1800"/>
              <a:buNone/>
              <a:defRPr sz="1800">
                <a:solidFill>
                  <a:schemeClr val="dk2"/>
                </a:solidFill>
              </a:defRPr>
            </a:lvl6pPr>
            <a:lvl7pPr lvl="6" rtl="0" algn="l">
              <a:lnSpc>
                <a:spcPct val="115000"/>
              </a:lnSpc>
              <a:spcBef>
                <a:spcPts val="0"/>
              </a:spcBef>
              <a:spcAft>
                <a:spcPts val="0"/>
              </a:spcAft>
              <a:buClr>
                <a:schemeClr val="dk2"/>
              </a:buClr>
              <a:buSzPts val="1800"/>
              <a:buNone/>
              <a:defRPr sz="1800">
                <a:solidFill>
                  <a:schemeClr val="dk2"/>
                </a:solidFill>
              </a:defRPr>
            </a:lvl7pPr>
            <a:lvl8pPr lvl="7" rtl="0" algn="l">
              <a:lnSpc>
                <a:spcPct val="115000"/>
              </a:lnSpc>
              <a:spcBef>
                <a:spcPts val="0"/>
              </a:spcBef>
              <a:spcAft>
                <a:spcPts val="0"/>
              </a:spcAft>
              <a:buClr>
                <a:schemeClr val="dk2"/>
              </a:buClr>
              <a:buSzPts val="1800"/>
              <a:buNone/>
              <a:defRPr sz="1800">
                <a:solidFill>
                  <a:schemeClr val="dk2"/>
                </a:solidFill>
              </a:defRPr>
            </a:lvl8pPr>
            <a:lvl9pPr lvl="8" rtl="0" algn="l">
              <a:lnSpc>
                <a:spcPct val="115000"/>
              </a:lnSpc>
              <a:spcBef>
                <a:spcPts val="0"/>
              </a:spcBef>
              <a:spcAft>
                <a:spcPts val="0"/>
              </a:spcAft>
              <a:buClr>
                <a:schemeClr val="dk2"/>
              </a:buClr>
              <a:buSzPts val="1800"/>
              <a:buNone/>
              <a:defRPr sz="1800">
                <a:solidFill>
                  <a:schemeClr val="dk2"/>
                </a:solidFill>
              </a:defRPr>
            </a:lvl9pPr>
          </a:lstStyle>
          <a:p/>
        </p:txBody>
      </p:sp>
      <p:sp>
        <p:nvSpPr>
          <p:cNvPr id="78" name="Google Shape;78;p10"/>
          <p:cNvSpPr txBox="1"/>
          <p:nvPr>
            <p:ph idx="4" type="subTitle"/>
          </p:nvPr>
        </p:nvSpPr>
        <p:spPr>
          <a:xfrm>
            <a:off x="916200" y="3210625"/>
            <a:ext cx="7770600" cy="437400"/>
          </a:xfrm>
          <a:prstGeom prst="rect">
            <a:avLst/>
          </a:prstGeom>
          <a:noFill/>
          <a:ln>
            <a:noFill/>
          </a:ln>
        </p:spPr>
        <p:txBody>
          <a:bodyPr anchorCtr="0" anchor="ctr" bIns="91425" lIns="91425" spcFirstLastPara="1" rIns="91425" wrap="square" tIns="91425">
            <a:noAutofit/>
          </a:bodyPr>
          <a:lstStyle>
            <a:lvl1pPr lvl="0" rtl="0" algn="l">
              <a:lnSpc>
                <a:spcPct val="115000"/>
              </a:lnSpc>
              <a:spcBef>
                <a:spcPts val="0"/>
              </a:spcBef>
              <a:spcAft>
                <a:spcPts val="0"/>
              </a:spcAft>
              <a:buClr>
                <a:schemeClr val="dk2"/>
              </a:buClr>
              <a:buSzPts val="1800"/>
              <a:buNone/>
              <a:defRPr>
                <a:solidFill>
                  <a:schemeClr val="dk2"/>
                </a:solidFill>
              </a:defRPr>
            </a:lvl1pPr>
            <a:lvl2pPr lvl="1" rtl="0" algn="l">
              <a:lnSpc>
                <a:spcPct val="115000"/>
              </a:lnSpc>
              <a:spcBef>
                <a:spcPts val="0"/>
              </a:spcBef>
              <a:spcAft>
                <a:spcPts val="0"/>
              </a:spcAft>
              <a:buClr>
                <a:schemeClr val="dk2"/>
              </a:buClr>
              <a:buSzPts val="1800"/>
              <a:buNone/>
              <a:defRPr sz="1800">
                <a:solidFill>
                  <a:schemeClr val="dk2"/>
                </a:solidFill>
              </a:defRPr>
            </a:lvl2pPr>
            <a:lvl3pPr lvl="2" rtl="0" algn="l">
              <a:lnSpc>
                <a:spcPct val="115000"/>
              </a:lnSpc>
              <a:spcBef>
                <a:spcPts val="0"/>
              </a:spcBef>
              <a:spcAft>
                <a:spcPts val="0"/>
              </a:spcAft>
              <a:buClr>
                <a:schemeClr val="dk2"/>
              </a:buClr>
              <a:buSzPts val="1800"/>
              <a:buNone/>
              <a:defRPr sz="1800">
                <a:solidFill>
                  <a:schemeClr val="dk2"/>
                </a:solidFill>
              </a:defRPr>
            </a:lvl3pPr>
            <a:lvl4pPr lvl="3" rtl="0" algn="l">
              <a:lnSpc>
                <a:spcPct val="115000"/>
              </a:lnSpc>
              <a:spcBef>
                <a:spcPts val="0"/>
              </a:spcBef>
              <a:spcAft>
                <a:spcPts val="0"/>
              </a:spcAft>
              <a:buClr>
                <a:schemeClr val="dk2"/>
              </a:buClr>
              <a:buSzPts val="1800"/>
              <a:buNone/>
              <a:defRPr sz="1800">
                <a:solidFill>
                  <a:schemeClr val="dk2"/>
                </a:solidFill>
              </a:defRPr>
            </a:lvl4pPr>
            <a:lvl5pPr lvl="4" rtl="0" algn="l">
              <a:lnSpc>
                <a:spcPct val="115000"/>
              </a:lnSpc>
              <a:spcBef>
                <a:spcPts val="0"/>
              </a:spcBef>
              <a:spcAft>
                <a:spcPts val="0"/>
              </a:spcAft>
              <a:buClr>
                <a:schemeClr val="dk2"/>
              </a:buClr>
              <a:buSzPts val="1800"/>
              <a:buNone/>
              <a:defRPr sz="1800">
                <a:solidFill>
                  <a:schemeClr val="dk2"/>
                </a:solidFill>
              </a:defRPr>
            </a:lvl5pPr>
            <a:lvl6pPr lvl="5" rtl="0" algn="l">
              <a:lnSpc>
                <a:spcPct val="115000"/>
              </a:lnSpc>
              <a:spcBef>
                <a:spcPts val="0"/>
              </a:spcBef>
              <a:spcAft>
                <a:spcPts val="0"/>
              </a:spcAft>
              <a:buClr>
                <a:schemeClr val="dk2"/>
              </a:buClr>
              <a:buSzPts val="1800"/>
              <a:buNone/>
              <a:defRPr sz="1800">
                <a:solidFill>
                  <a:schemeClr val="dk2"/>
                </a:solidFill>
              </a:defRPr>
            </a:lvl6pPr>
            <a:lvl7pPr lvl="6" rtl="0" algn="l">
              <a:lnSpc>
                <a:spcPct val="115000"/>
              </a:lnSpc>
              <a:spcBef>
                <a:spcPts val="0"/>
              </a:spcBef>
              <a:spcAft>
                <a:spcPts val="0"/>
              </a:spcAft>
              <a:buClr>
                <a:schemeClr val="dk2"/>
              </a:buClr>
              <a:buSzPts val="1800"/>
              <a:buNone/>
              <a:defRPr sz="1800">
                <a:solidFill>
                  <a:schemeClr val="dk2"/>
                </a:solidFill>
              </a:defRPr>
            </a:lvl7pPr>
            <a:lvl8pPr lvl="7" rtl="0" algn="l">
              <a:lnSpc>
                <a:spcPct val="115000"/>
              </a:lnSpc>
              <a:spcBef>
                <a:spcPts val="0"/>
              </a:spcBef>
              <a:spcAft>
                <a:spcPts val="0"/>
              </a:spcAft>
              <a:buClr>
                <a:schemeClr val="dk2"/>
              </a:buClr>
              <a:buSzPts val="1800"/>
              <a:buNone/>
              <a:defRPr sz="1800">
                <a:solidFill>
                  <a:schemeClr val="dk2"/>
                </a:solidFill>
              </a:defRPr>
            </a:lvl8pPr>
            <a:lvl9pPr lvl="8" rtl="0" algn="l">
              <a:lnSpc>
                <a:spcPct val="115000"/>
              </a:lnSpc>
              <a:spcBef>
                <a:spcPts val="0"/>
              </a:spcBef>
              <a:spcAft>
                <a:spcPts val="0"/>
              </a:spcAft>
              <a:buClr>
                <a:schemeClr val="dk2"/>
              </a:buClr>
              <a:buSzPts val="1800"/>
              <a:buNone/>
              <a:defRPr sz="1800">
                <a:solidFill>
                  <a:schemeClr val="dk2"/>
                </a:solidFill>
              </a:defRPr>
            </a:lvl9pPr>
          </a:lstStyle>
          <a:p/>
        </p:txBody>
      </p:sp>
      <p:sp>
        <p:nvSpPr>
          <p:cNvPr id="79" name="Google Shape;79;p10"/>
          <p:cNvSpPr txBox="1"/>
          <p:nvPr>
            <p:ph idx="5" type="subTitle"/>
          </p:nvPr>
        </p:nvSpPr>
        <p:spPr>
          <a:xfrm>
            <a:off x="916200" y="3896550"/>
            <a:ext cx="7770600" cy="437400"/>
          </a:xfrm>
          <a:prstGeom prst="rect">
            <a:avLst/>
          </a:prstGeom>
          <a:noFill/>
          <a:ln>
            <a:noFill/>
          </a:ln>
        </p:spPr>
        <p:txBody>
          <a:bodyPr anchorCtr="0" anchor="ctr" bIns="91425" lIns="91425" spcFirstLastPara="1" rIns="91425" wrap="square" tIns="91425">
            <a:noAutofit/>
          </a:bodyPr>
          <a:lstStyle>
            <a:lvl1pPr lvl="0" rtl="0" algn="l">
              <a:lnSpc>
                <a:spcPct val="115000"/>
              </a:lnSpc>
              <a:spcBef>
                <a:spcPts val="0"/>
              </a:spcBef>
              <a:spcAft>
                <a:spcPts val="0"/>
              </a:spcAft>
              <a:buClr>
                <a:schemeClr val="dk2"/>
              </a:buClr>
              <a:buSzPts val="1800"/>
              <a:buNone/>
              <a:defRPr>
                <a:solidFill>
                  <a:schemeClr val="dk2"/>
                </a:solidFill>
              </a:defRPr>
            </a:lvl1pPr>
            <a:lvl2pPr lvl="1" rtl="0" algn="l">
              <a:lnSpc>
                <a:spcPct val="115000"/>
              </a:lnSpc>
              <a:spcBef>
                <a:spcPts val="0"/>
              </a:spcBef>
              <a:spcAft>
                <a:spcPts val="0"/>
              </a:spcAft>
              <a:buClr>
                <a:schemeClr val="dk2"/>
              </a:buClr>
              <a:buSzPts val="1800"/>
              <a:buNone/>
              <a:defRPr sz="1800">
                <a:solidFill>
                  <a:schemeClr val="dk2"/>
                </a:solidFill>
              </a:defRPr>
            </a:lvl2pPr>
            <a:lvl3pPr lvl="2" rtl="0" algn="l">
              <a:lnSpc>
                <a:spcPct val="115000"/>
              </a:lnSpc>
              <a:spcBef>
                <a:spcPts val="0"/>
              </a:spcBef>
              <a:spcAft>
                <a:spcPts val="0"/>
              </a:spcAft>
              <a:buClr>
                <a:schemeClr val="dk2"/>
              </a:buClr>
              <a:buSzPts val="1800"/>
              <a:buNone/>
              <a:defRPr sz="1800">
                <a:solidFill>
                  <a:schemeClr val="dk2"/>
                </a:solidFill>
              </a:defRPr>
            </a:lvl3pPr>
            <a:lvl4pPr lvl="3" rtl="0" algn="l">
              <a:lnSpc>
                <a:spcPct val="115000"/>
              </a:lnSpc>
              <a:spcBef>
                <a:spcPts val="0"/>
              </a:spcBef>
              <a:spcAft>
                <a:spcPts val="0"/>
              </a:spcAft>
              <a:buClr>
                <a:schemeClr val="dk2"/>
              </a:buClr>
              <a:buSzPts val="1800"/>
              <a:buNone/>
              <a:defRPr sz="1800">
                <a:solidFill>
                  <a:schemeClr val="dk2"/>
                </a:solidFill>
              </a:defRPr>
            </a:lvl4pPr>
            <a:lvl5pPr lvl="4" rtl="0" algn="l">
              <a:lnSpc>
                <a:spcPct val="115000"/>
              </a:lnSpc>
              <a:spcBef>
                <a:spcPts val="0"/>
              </a:spcBef>
              <a:spcAft>
                <a:spcPts val="0"/>
              </a:spcAft>
              <a:buClr>
                <a:schemeClr val="dk2"/>
              </a:buClr>
              <a:buSzPts val="1800"/>
              <a:buNone/>
              <a:defRPr sz="1800">
                <a:solidFill>
                  <a:schemeClr val="dk2"/>
                </a:solidFill>
              </a:defRPr>
            </a:lvl5pPr>
            <a:lvl6pPr lvl="5" rtl="0" algn="l">
              <a:lnSpc>
                <a:spcPct val="115000"/>
              </a:lnSpc>
              <a:spcBef>
                <a:spcPts val="0"/>
              </a:spcBef>
              <a:spcAft>
                <a:spcPts val="0"/>
              </a:spcAft>
              <a:buClr>
                <a:schemeClr val="dk2"/>
              </a:buClr>
              <a:buSzPts val="1800"/>
              <a:buNone/>
              <a:defRPr sz="1800">
                <a:solidFill>
                  <a:schemeClr val="dk2"/>
                </a:solidFill>
              </a:defRPr>
            </a:lvl6pPr>
            <a:lvl7pPr lvl="6" rtl="0" algn="l">
              <a:lnSpc>
                <a:spcPct val="115000"/>
              </a:lnSpc>
              <a:spcBef>
                <a:spcPts val="0"/>
              </a:spcBef>
              <a:spcAft>
                <a:spcPts val="0"/>
              </a:spcAft>
              <a:buClr>
                <a:schemeClr val="dk2"/>
              </a:buClr>
              <a:buSzPts val="1800"/>
              <a:buNone/>
              <a:defRPr sz="1800">
                <a:solidFill>
                  <a:schemeClr val="dk2"/>
                </a:solidFill>
              </a:defRPr>
            </a:lvl7pPr>
            <a:lvl8pPr lvl="7" rtl="0" algn="l">
              <a:lnSpc>
                <a:spcPct val="115000"/>
              </a:lnSpc>
              <a:spcBef>
                <a:spcPts val="0"/>
              </a:spcBef>
              <a:spcAft>
                <a:spcPts val="0"/>
              </a:spcAft>
              <a:buClr>
                <a:schemeClr val="dk2"/>
              </a:buClr>
              <a:buSzPts val="1800"/>
              <a:buNone/>
              <a:defRPr sz="1800">
                <a:solidFill>
                  <a:schemeClr val="dk2"/>
                </a:solidFill>
              </a:defRPr>
            </a:lvl8pPr>
            <a:lvl9pPr lvl="8" rtl="0" algn="l">
              <a:lnSpc>
                <a:spcPct val="115000"/>
              </a:lnSpc>
              <a:spcBef>
                <a:spcPts val="0"/>
              </a:spcBef>
              <a:spcAft>
                <a:spcPts val="0"/>
              </a:spcAft>
              <a:buClr>
                <a:schemeClr val="dk2"/>
              </a:buClr>
              <a:buSzPts val="1800"/>
              <a:buNone/>
              <a:defRPr sz="1800">
                <a:solidFill>
                  <a:schemeClr val="dk2"/>
                </a:solidFill>
              </a:defRPr>
            </a:lvl9pPr>
          </a:lstStyle>
          <a:p/>
        </p:txBody>
      </p:sp>
      <p:sp>
        <p:nvSpPr>
          <p:cNvPr id="80" name="Google Shape;80;p10"/>
          <p:cNvSpPr/>
          <p:nvPr/>
        </p:nvSpPr>
        <p:spPr>
          <a:xfrm>
            <a:off x="457200" y="1142102"/>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1</a:t>
            </a:r>
            <a:endParaRPr b="0" i="0" sz="1800" u="none" cap="none" strike="noStrike">
              <a:solidFill>
                <a:srgbClr val="082D49"/>
              </a:solidFill>
              <a:latin typeface="Arial"/>
              <a:ea typeface="Arial"/>
              <a:cs typeface="Arial"/>
              <a:sym typeface="Arial"/>
            </a:endParaRPr>
          </a:p>
        </p:txBody>
      </p:sp>
      <p:sp>
        <p:nvSpPr>
          <p:cNvPr id="81" name="Google Shape;81;p10"/>
          <p:cNvSpPr/>
          <p:nvPr/>
        </p:nvSpPr>
        <p:spPr>
          <a:xfrm>
            <a:off x="457200" y="1828014"/>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2</a:t>
            </a:r>
            <a:endParaRPr b="0" i="0" sz="1800" u="none" cap="none" strike="noStrike">
              <a:solidFill>
                <a:srgbClr val="082D49"/>
              </a:solidFill>
              <a:latin typeface="Arial"/>
              <a:ea typeface="Arial"/>
              <a:cs typeface="Arial"/>
              <a:sym typeface="Arial"/>
            </a:endParaRPr>
          </a:p>
        </p:txBody>
      </p:sp>
      <p:sp>
        <p:nvSpPr>
          <p:cNvPr id="82" name="Google Shape;82;p10"/>
          <p:cNvSpPr/>
          <p:nvPr/>
        </p:nvSpPr>
        <p:spPr>
          <a:xfrm>
            <a:off x="457200" y="2513925"/>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3</a:t>
            </a:r>
            <a:endParaRPr b="0" i="0" sz="1800" u="none" cap="none" strike="noStrike">
              <a:solidFill>
                <a:srgbClr val="082D49"/>
              </a:solidFill>
              <a:latin typeface="Arial"/>
              <a:ea typeface="Arial"/>
              <a:cs typeface="Arial"/>
              <a:sym typeface="Arial"/>
            </a:endParaRPr>
          </a:p>
        </p:txBody>
      </p:sp>
      <p:sp>
        <p:nvSpPr>
          <p:cNvPr id="83" name="Google Shape;83;p10"/>
          <p:cNvSpPr/>
          <p:nvPr/>
        </p:nvSpPr>
        <p:spPr>
          <a:xfrm>
            <a:off x="457200" y="3199837"/>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4</a:t>
            </a:r>
            <a:endParaRPr b="0" i="0" sz="1800" u="none" cap="none" strike="noStrike">
              <a:solidFill>
                <a:srgbClr val="082D49"/>
              </a:solidFill>
              <a:latin typeface="Arial"/>
              <a:ea typeface="Arial"/>
              <a:cs typeface="Arial"/>
              <a:sym typeface="Arial"/>
            </a:endParaRPr>
          </a:p>
        </p:txBody>
      </p:sp>
      <p:sp>
        <p:nvSpPr>
          <p:cNvPr id="84" name="Google Shape;84;p10"/>
          <p:cNvSpPr/>
          <p:nvPr/>
        </p:nvSpPr>
        <p:spPr>
          <a:xfrm>
            <a:off x="457200" y="3885749"/>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5</a:t>
            </a:r>
            <a:endParaRPr b="0" i="0" sz="1800" u="none" cap="none" strike="noStrike">
              <a:solidFill>
                <a:srgbClr val="082D49"/>
              </a:solidFill>
              <a:latin typeface="Arial"/>
              <a:ea typeface="Arial"/>
              <a:cs typeface="Arial"/>
              <a:sym typeface="Arial"/>
            </a:endParaRPr>
          </a:p>
        </p:txBody>
      </p:sp>
      <p:sp>
        <p:nvSpPr>
          <p:cNvPr id="85" name="Google Shape;85;p10"/>
          <p:cNvSpPr/>
          <p:nvPr/>
        </p:nvSpPr>
        <p:spPr>
          <a:xfrm>
            <a:off x="170850" y="197450"/>
            <a:ext cx="572700" cy="5727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 name="Google Shape;86;p10"/>
          <p:cNvSpPr txBox="1"/>
          <p:nvPr>
            <p:ph type="title"/>
          </p:nvPr>
        </p:nvSpPr>
        <p:spPr>
          <a:xfrm>
            <a:off x="914400" y="146300"/>
            <a:ext cx="7778100" cy="3657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accent5"/>
              </a:buClr>
              <a:buSzPts val="2600"/>
              <a:buNone/>
              <a:defRPr>
                <a:solidFill>
                  <a:schemeClr val="accent5"/>
                </a:solidFill>
              </a:defRPr>
            </a:lvl1pPr>
            <a:lvl2pPr lvl="1" rtl="0" algn="l">
              <a:lnSpc>
                <a:spcPct val="100000"/>
              </a:lnSpc>
              <a:spcBef>
                <a:spcPts val="0"/>
              </a:spcBef>
              <a:spcAft>
                <a:spcPts val="0"/>
              </a:spcAft>
              <a:buSzPts val="2800"/>
              <a:buNone/>
              <a:defRPr/>
            </a:lvl2pPr>
            <a:lvl3pPr lvl="2" rtl="0" algn="l">
              <a:lnSpc>
                <a:spcPct val="100000"/>
              </a:lnSpc>
              <a:spcBef>
                <a:spcPts val="0"/>
              </a:spcBef>
              <a:spcAft>
                <a:spcPts val="0"/>
              </a:spcAft>
              <a:buSzPts val="2800"/>
              <a:buNone/>
              <a:defRPr/>
            </a:lvl3pPr>
            <a:lvl4pPr lvl="3" rtl="0" algn="l">
              <a:lnSpc>
                <a:spcPct val="100000"/>
              </a:lnSpc>
              <a:spcBef>
                <a:spcPts val="0"/>
              </a:spcBef>
              <a:spcAft>
                <a:spcPts val="0"/>
              </a:spcAft>
              <a:buSzPts val="2800"/>
              <a:buNone/>
              <a:defRPr/>
            </a:lvl4pPr>
            <a:lvl5pPr lvl="4" rtl="0" algn="l">
              <a:lnSpc>
                <a:spcPct val="100000"/>
              </a:lnSpc>
              <a:spcBef>
                <a:spcPts val="0"/>
              </a:spcBef>
              <a:spcAft>
                <a:spcPts val="0"/>
              </a:spcAft>
              <a:buSzPts val="2800"/>
              <a:buNone/>
              <a:defRPr/>
            </a:lvl5pPr>
            <a:lvl6pPr lvl="5" rtl="0" algn="l">
              <a:lnSpc>
                <a:spcPct val="100000"/>
              </a:lnSpc>
              <a:spcBef>
                <a:spcPts val="0"/>
              </a:spcBef>
              <a:spcAft>
                <a:spcPts val="0"/>
              </a:spcAft>
              <a:buSzPts val="2800"/>
              <a:buNone/>
              <a:defRPr/>
            </a:lvl6pPr>
            <a:lvl7pPr lvl="6" rtl="0" algn="l">
              <a:lnSpc>
                <a:spcPct val="100000"/>
              </a:lnSpc>
              <a:spcBef>
                <a:spcPts val="0"/>
              </a:spcBef>
              <a:spcAft>
                <a:spcPts val="0"/>
              </a:spcAft>
              <a:buSzPts val="2800"/>
              <a:buNone/>
              <a:defRPr/>
            </a:lvl7pPr>
            <a:lvl8pPr lvl="7" rtl="0" algn="l">
              <a:lnSpc>
                <a:spcPct val="100000"/>
              </a:lnSpc>
              <a:spcBef>
                <a:spcPts val="0"/>
              </a:spcBef>
              <a:spcAft>
                <a:spcPts val="0"/>
              </a:spcAft>
              <a:buSzPts val="2800"/>
              <a:buNone/>
              <a:defRPr/>
            </a:lvl8pPr>
            <a:lvl9pPr lvl="8" rtl="0" algn="l">
              <a:lnSpc>
                <a:spcPct val="100000"/>
              </a:lnSpc>
              <a:spcBef>
                <a:spcPts val="0"/>
              </a:spcBef>
              <a:spcAft>
                <a:spcPts val="0"/>
              </a:spcAft>
              <a:buSzPts val="2800"/>
              <a:buNone/>
              <a:defRPr/>
            </a:lvl9pPr>
          </a:lstStyle>
          <a:p/>
        </p:txBody>
      </p:sp>
      <p:sp>
        <p:nvSpPr>
          <p:cNvPr id="87" name="Google Shape;87;p10"/>
          <p:cNvSpPr txBox="1"/>
          <p:nvPr>
            <p:ph idx="6" type="subTitle"/>
          </p:nvPr>
        </p:nvSpPr>
        <p:spPr>
          <a:xfrm>
            <a:off x="914400" y="548650"/>
            <a:ext cx="7772400" cy="274200"/>
          </a:xfrm>
          <a:prstGeom prst="rect">
            <a:avLst/>
          </a:prstGeom>
          <a:noFill/>
          <a:ln>
            <a:noFill/>
          </a:ln>
        </p:spPr>
        <p:txBody>
          <a:bodyPr anchorCtr="0" anchor="t" bIns="0" lIns="0" spcFirstLastPara="1" rIns="0" wrap="square" tIns="0">
            <a:noAutofit/>
          </a:bodyPr>
          <a:lstStyle>
            <a:lvl1pPr lvl="0" rtl="0" algn="l">
              <a:lnSpc>
                <a:spcPct val="115000"/>
              </a:lnSpc>
              <a:spcBef>
                <a:spcPts val="0"/>
              </a:spcBef>
              <a:spcAft>
                <a:spcPts val="0"/>
              </a:spcAft>
              <a:buSzPts val="1800"/>
              <a:buNone/>
              <a:defRPr/>
            </a:lvl1pPr>
            <a:lvl2pPr lvl="1" rtl="0" algn="l">
              <a:lnSpc>
                <a:spcPct val="115000"/>
              </a:lnSpc>
              <a:spcBef>
                <a:spcPts val="0"/>
              </a:spcBef>
              <a:spcAft>
                <a:spcPts val="0"/>
              </a:spcAft>
              <a:buSzPts val="1800"/>
              <a:buNone/>
              <a:defRPr/>
            </a:lvl2pPr>
            <a:lvl3pPr lvl="2" rtl="0" algn="l">
              <a:lnSpc>
                <a:spcPct val="115000"/>
              </a:lnSpc>
              <a:spcBef>
                <a:spcPts val="0"/>
              </a:spcBef>
              <a:spcAft>
                <a:spcPts val="0"/>
              </a:spcAft>
              <a:buSzPts val="1800"/>
              <a:buNone/>
              <a:defRPr/>
            </a:lvl3pPr>
            <a:lvl4pPr lvl="3" rtl="0" algn="l">
              <a:lnSpc>
                <a:spcPct val="115000"/>
              </a:lnSpc>
              <a:spcBef>
                <a:spcPts val="0"/>
              </a:spcBef>
              <a:spcAft>
                <a:spcPts val="0"/>
              </a:spcAft>
              <a:buSzPts val="1800"/>
              <a:buNone/>
              <a:defRPr/>
            </a:lvl4pPr>
            <a:lvl5pPr lvl="4" rtl="0" algn="l">
              <a:lnSpc>
                <a:spcPct val="115000"/>
              </a:lnSpc>
              <a:spcBef>
                <a:spcPts val="0"/>
              </a:spcBef>
              <a:spcAft>
                <a:spcPts val="0"/>
              </a:spcAft>
              <a:buSzPts val="1800"/>
              <a:buNone/>
              <a:defRPr/>
            </a:lvl5pPr>
            <a:lvl6pPr lvl="5" rtl="0" algn="l">
              <a:lnSpc>
                <a:spcPct val="115000"/>
              </a:lnSpc>
              <a:spcBef>
                <a:spcPts val="0"/>
              </a:spcBef>
              <a:spcAft>
                <a:spcPts val="0"/>
              </a:spcAft>
              <a:buSzPts val="1800"/>
              <a:buNone/>
              <a:defRPr/>
            </a:lvl6pPr>
            <a:lvl7pPr lvl="6" rtl="0" algn="l">
              <a:lnSpc>
                <a:spcPct val="115000"/>
              </a:lnSpc>
              <a:spcBef>
                <a:spcPts val="0"/>
              </a:spcBef>
              <a:spcAft>
                <a:spcPts val="0"/>
              </a:spcAft>
              <a:buSzPts val="1800"/>
              <a:buNone/>
              <a:defRPr/>
            </a:lvl7pPr>
            <a:lvl8pPr lvl="7" rtl="0" algn="l">
              <a:lnSpc>
                <a:spcPct val="115000"/>
              </a:lnSpc>
              <a:spcBef>
                <a:spcPts val="0"/>
              </a:spcBef>
              <a:spcAft>
                <a:spcPts val="0"/>
              </a:spcAft>
              <a:buSzPts val="1800"/>
              <a:buNone/>
              <a:defRPr/>
            </a:lvl8pPr>
            <a:lvl9pPr lvl="8" rtl="0" algn="l">
              <a:lnSpc>
                <a:spcPct val="115000"/>
              </a:lnSpc>
              <a:spcBef>
                <a:spcPts val="0"/>
              </a:spcBef>
              <a:spcAft>
                <a:spcPts val="0"/>
              </a:spcAft>
              <a:buSzPts val="1800"/>
              <a:buNone/>
              <a:defRPr/>
            </a:lvl9pPr>
          </a:lstStyle>
          <a:p/>
        </p:txBody>
      </p:sp>
    </p:spTree>
  </p:cSld>
  <p:clrMapOvr>
    <a:masterClrMapping/>
  </p:clrMapOvr>
  <p:extLst>
    <p:ext uri="{DCECCB84-F9BA-43D5-87BE-67443E8EF086}">
      <p15:sldGuideLst>
        <p15:guide id="1" pos="288">
          <p15:clr>
            <a:srgbClr val="E46962"/>
          </p15:clr>
        </p15:guide>
      </p15:sldGuideLst>
    </p:ext>
  </p:extLst>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2 - Heading + Subheading blank">
  <p:cSld name="CUSTOM_11">
    <p:spTree>
      <p:nvGrpSpPr>
        <p:cNvPr id="88" name="Shape 88"/>
        <p:cNvGrpSpPr/>
        <p:nvPr/>
      </p:nvGrpSpPr>
      <p:grpSpPr>
        <a:xfrm>
          <a:off x="0" y="0"/>
          <a:ext cx="0" cy="0"/>
          <a:chOff x="0" y="0"/>
          <a:chExt cx="0" cy="0"/>
        </a:xfrm>
      </p:grpSpPr>
      <p:sp>
        <p:nvSpPr>
          <p:cNvPr id="89" name="Google Shape;89;p11"/>
          <p:cNvSpPr txBox="1"/>
          <p:nvPr>
            <p:ph type="title"/>
          </p:nvPr>
        </p:nvSpPr>
        <p:spPr>
          <a:xfrm>
            <a:off x="457200" y="146300"/>
            <a:ext cx="8229600" cy="3657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accent5"/>
              </a:buClr>
              <a:buSzPts val="2600"/>
              <a:buNone/>
              <a:defRPr>
                <a:solidFill>
                  <a:schemeClr val="accent5"/>
                </a:solidFill>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90" name="Google Shape;90;p11"/>
          <p:cNvSpPr txBox="1"/>
          <p:nvPr>
            <p:ph idx="1" type="subTitle"/>
          </p:nvPr>
        </p:nvSpPr>
        <p:spPr>
          <a:xfrm>
            <a:off x="463231" y="548650"/>
            <a:ext cx="8229600" cy="2742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1800"/>
              <a:buNone/>
              <a:defRPr/>
            </a:lvl1pPr>
            <a:lvl2pPr lvl="1" algn="l">
              <a:lnSpc>
                <a:spcPct val="115000"/>
              </a:lnSpc>
              <a:spcBef>
                <a:spcPts val="0"/>
              </a:spcBef>
              <a:spcAft>
                <a:spcPts val="0"/>
              </a:spcAft>
              <a:buSzPts val="1800"/>
              <a:buNone/>
              <a:defRPr/>
            </a:lvl2pPr>
            <a:lvl3pPr lvl="2" algn="l">
              <a:lnSpc>
                <a:spcPct val="115000"/>
              </a:lnSpc>
              <a:spcBef>
                <a:spcPts val="0"/>
              </a:spcBef>
              <a:spcAft>
                <a:spcPts val="0"/>
              </a:spcAft>
              <a:buSzPts val="1800"/>
              <a:buNone/>
              <a:defRPr/>
            </a:lvl3pPr>
            <a:lvl4pPr lvl="3" algn="l">
              <a:lnSpc>
                <a:spcPct val="115000"/>
              </a:lnSpc>
              <a:spcBef>
                <a:spcPts val="0"/>
              </a:spcBef>
              <a:spcAft>
                <a:spcPts val="0"/>
              </a:spcAft>
              <a:buSzPts val="1800"/>
              <a:buNone/>
              <a:defRPr/>
            </a:lvl4pPr>
            <a:lvl5pPr lvl="4" algn="l">
              <a:lnSpc>
                <a:spcPct val="115000"/>
              </a:lnSpc>
              <a:spcBef>
                <a:spcPts val="0"/>
              </a:spcBef>
              <a:spcAft>
                <a:spcPts val="0"/>
              </a:spcAft>
              <a:buSzPts val="1800"/>
              <a:buNone/>
              <a:defRPr/>
            </a:lvl5pPr>
            <a:lvl6pPr lvl="5" algn="l">
              <a:lnSpc>
                <a:spcPct val="115000"/>
              </a:lnSpc>
              <a:spcBef>
                <a:spcPts val="0"/>
              </a:spcBef>
              <a:spcAft>
                <a:spcPts val="0"/>
              </a:spcAft>
              <a:buSzPts val="1800"/>
              <a:buNone/>
              <a:defRPr/>
            </a:lvl6pPr>
            <a:lvl7pPr lvl="6" algn="l">
              <a:lnSpc>
                <a:spcPct val="115000"/>
              </a:lnSpc>
              <a:spcBef>
                <a:spcPts val="0"/>
              </a:spcBef>
              <a:spcAft>
                <a:spcPts val="0"/>
              </a:spcAft>
              <a:buSzPts val="1800"/>
              <a:buNone/>
              <a:defRPr/>
            </a:lvl7pPr>
            <a:lvl8pPr lvl="7" algn="l">
              <a:lnSpc>
                <a:spcPct val="115000"/>
              </a:lnSpc>
              <a:spcBef>
                <a:spcPts val="0"/>
              </a:spcBef>
              <a:spcAft>
                <a:spcPts val="0"/>
              </a:spcAft>
              <a:buSzPts val="1800"/>
              <a:buNone/>
              <a:defRPr/>
            </a:lvl8pPr>
            <a:lvl9pPr lvl="8" algn="l">
              <a:lnSpc>
                <a:spcPct val="115000"/>
              </a:lnSpc>
              <a:spcBef>
                <a:spcPts val="0"/>
              </a:spcBef>
              <a:spcAft>
                <a:spcPts val="0"/>
              </a:spcAft>
              <a:buSzPts val="1800"/>
              <a:buNone/>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page - Longer title" type="secHead">
  <p:cSld name="SECTION_HEADER">
    <p:bg>
      <p:bgPr>
        <a:solidFill>
          <a:schemeClr val="dk2"/>
        </a:solidFill>
      </p:bgPr>
    </p:bg>
    <p:spTree>
      <p:nvGrpSpPr>
        <p:cNvPr id="91" name="Shape 91"/>
        <p:cNvGrpSpPr/>
        <p:nvPr/>
      </p:nvGrpSpPr>
      <p:grpSpPr>
        <a:xfrm>
          <a:off x="0" y="0"/>
          <a:ext cx="0" cy="0"/>
          <a:chOff x="0" y="0"/>
          <a:chExt cx="0" cy="0"/>
        </a:xfrm>
      </p:grpSpPr>
      <p:cxnSp>
        <p:nvCxnSpPr>
          <p:cNvPr id="92" name="Google Shape;92;p12"/>
          <p:cNvCxnSpPr/>
          <p:nvPr/>
        </p:nvCxnSpPr>
        <p:spPr>
          <a:xfrm>
            <a:off x="4580627" y="1618750"/>
            <a:ext cx="5175900" cy="0"/>
          </a:xfrm>
          <a:prstGeom prst="straightConnector1">
            <a:avLst/>
          </a:prstGeom>
          <a:noFill/>
          <a:ln cap="flat" cmpd="sng" w="19050">
            <a:solidFill>
              <a:srgbClr val="FFFFFF"/>
            </a:solidFill>
            <a:prstDash val="solid"/>
            <a:round/>
            <a:headEnd len="sm" w="sm" type="none"/>
            <a:tailEnd len="med" w="med" type="oval"/>
          </a:ln>
          <a:effectLst>
            <a:outerShdw blurRad="57150" rotWithShape="0" algn="bl" dir="5400000" dist="19050">
              <a:srgbClr val="000000">
                <a:alpha val="49803"/>
              </a:srgbClr>
            </a:outerShdw>
          </a:effectLst>
        </p:spPr>
      </p:cxnSp>
      <p:sp>
        <p:nvSpPr>
          <p:cNvPr id="93" name="Google Shape;93;p12"/>
          <p:cNvSpPr txBox="1"/>
          <p:nvPr>
            <p:ph type="title"/>
          </p:nvPr>
        </p:nvSpPr>
        <p:spPr>
          <a:xfrm>
            <a:off x="4570700" y="1804650"/>
            <a:ext cx="4557900" cy="1215900"/>
          </a:xfrm>
          <a:prstGeom prst="rect">
            <a:avLst/>
          </a:prstGeom>
          <a:noFill/>
          <a:ln>
            <a:noFill/>
          </a:ln>
          <a:effectLst>
            <a:outerShdw blurRad="57150" rotWithShape="0" algn="bl" dir="5400000" dist="19050">
              <a:srgbClr val="000000">
                <a:alpha val="49803"/>
              </a:srgbClr>
            </a:outerShdw>
          </a:effectLst>
        </p:spPr>
        <p:txBody>
          <a:bodyPr anchorCtr="0" anchor="t" bIns="0" lIns="0" spcFirstLastPara="1" rIns="0" wrap="square" tIns="0">
            <a:noAutofit/>
          </a:bodyPr>
          <a:lstStyle>
            <a:lvl1pPr lvl="0" algn="l">
              <a:lnSpc>
                <a:spcPct val="100000"/>
              </a:lnSpc>
              <a:spcBef>
                <a:spcPts val="0"/>
              </a:spcBef>
              <a:spcAft>
                <a:spcPts val="0"/>
              </a:spcAft>
              <a:buClr>
                <a:schemeClr val="lt1"/>
              </a:buClr>
              <a:buSzPts val="4000"/>
              <a:buNone/>
              <a:defRPr b="0" sz="4000">
                <a:solidFill>
                  <a:schemeClr val="lt1"/>
                </a:solidFill>
              </a:defRPr>
            </a:lvl1pPr>
            <a:lvl2pPr lvl="1" algn="l">
              <a:lnSpc>
                <a:spcPct val="100000"/>
              </a:lnSpc>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2pPr>
            <a:lvl3pPr lvl="2" algn="l">
              <a:lnSpc>
                <a:spcPct val="100000"/>
              </a:lnSpc>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3pPr>
            <a:lvl4pPr lvl="3" algn="l">
              <a:lnSpc>
                <a:spcPct val="100000"/>
              </a:lnSpc>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4pPr>
            <a:lvl5pPr lvl="4" algn="l">
              <a:lnSpc>
                <a:spcPct val="100000"/>
              </a:lnSpc>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5pPr>
            <a:lvl6pPr lvl="5" algn="l">
              <a:lnSpc>
                <a:spcPct val="100000"/>
              </a:lnSpc>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6pPr>
            <a:lvl7pPr lvl="6" algn="l">
              <a:lnSpc>
                <a:spcPct val="100000"/>
              </a:lnSpc>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7pPr>
            <a:lvl8pPr lvl="7" algn="l">
              <a:lnSpc>
                <a:spcPct val="100000"/>
              </a:lnSpc>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8pPr>
            <a:lvl9pPr lvl="8" algn="l">
              <a:lnSpc>
                <a:spcPct val="100000"/>
              </a:lnSpc>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9pPr>
          </a:lstStyle>
          <a:p/>
        </p:txBody>
      </p:sp>
      <p:sp>
        <p:nvSpPr>
          <p:cNvPr id="94" name="Google Shape;94;p12"/>
          <p:cNvSpPr txBox="1"/>
          <p:nvPr>
            <p:ph idx="1" type="subTitle"/>
          </p:nvPr>
        </p:nvSpPr>
        <p:spPr>
          <a:xfrm>
            <a:off x="4572000" y="1127800"/>
            <a:ext cx="4572000" cy="185400"/>
          </a:xfrm>
          <a:prstGeom prst="rect">
            <a:avLst/>
          </a:prstGeom>
          <a:noFill/>
          <a:ln>
            <a:noFill/>
          </a:ln>
          <a:effectLst>
            <a:outerShdw blurRad="57150" rotWithShape="0" algn="bl" dir="5400000" dist="19050">
              <a:srgbClr val="000000">
                <a:alpha val="49803"/>
              </a:srgbClr>
            </a:outerShdw>
          </a:effectLst>
        </p:spPr>
        <p:txBody>
          <a:bodyPr anchorCtr="0" anchor="t" bIns="0" lIns="0" spcFirstLastPara="1" rIns="0" wrap="square" tIns="0">
            <a:noAutofit/>
          </a:bodyPr>
          <a:lstStyle>
            <a:lvl1pPr lvl="0" algn="l">
              <a:lnSpc>
                <a:spcPct val="115000"/>
              </a:lnSpc>
              <a:spcBef>
                <a:spcPts val="0"/>
              </a:spcBef>
              <a:spcAft>
                <a:spcPts val="0"/>
              </a:spcAft>
              <a:buClr>
                <a:schemeClr val="lt1"/>
              </a:buClr>
              <a:buSzPts val="1800"/>
              <a:buFont typeface="Roboto"/>
              <a:buNone/>
              <a:defRPr>
                <a:solidFill>
                  <a:schemeClr val="lt1"/>
                </a:solidFill>
                <a:latin typeface="Roboto"/>
                <a:ea typeface="Roboto"/>
                <a:cs typeface="Roboto"/>
                <a:sym typeface="Roboto"/>
              </a:defRPr>
            </a:lvl1pPr>
            <a:lvl2pPr lvl="1" algn="l">
              <a:lnSpc>
                <a:spcPct val="115000"/>
              </a:lnSpc>
              <a:spcBef>
                <a:spcPts val="0"/>
              </a:spcBef>
              <a:spcAft>
                <a:spcPts val="0"/>
              </a:spcAft>
              <a:buClr>
                <a:schemeClr val="lt1"/>
              </a:buClr>
              <a:buSzPts val="1800"/>
              <a:buFont typeface="Roboto"/>
              <a:buNone/>
              <a:defRPr>
                <a:solidFill>
                  <a:schemeClr val="lt1"/>
                </a:solidFill>
                <a:latin typeface="Roboto"/>
                <a:ea typeface="Roboto"/>
                <a:cs typeface="Roboto"/>
                <a:sym typeface="Roboto"/>
              </a:defRPr>
            </a:lvl2pPr>
            <a:lvl3pPr lvl="2" algn="l">
              <a:lnSpc>
                <a:spcPct val="115000"/>
              </a:lnSpc>
              <a:spcBef>
                <a:spcPts val="0"/>
              </a:spcBef>
              <a:spcAft>
                <a:spcPts val="0"/>
              </a:spcAft>
              <a:buClr>
                <a:schemeClr val="lt1"/>
              </a:buClr>
              <a:buSzPts val="1800"/>
              <a:buFont typeface="Roboto"/>
              <a:buNone/>
              <a:defRPr>
                <a:solidFill>
                  <a:schemeClr val="lt1"/>
                </a:solidFill>
                <a:latin typeface="Roboto"/>
                <a:ea typeface="Roboto"/>
                <a:cs typeface="Roboto"/>
                <a:sym typeface="Roboto"/>
              </a:defRPr>
            </a:lvl3pPr>
            <a:lvl4pPr lvl="3" algn="l">
              <a:lnSpc>
                <a:spcPct val="115000"/>
              </a:lnSpc>
              <a:spcBef>
                <a:spcPts val="0"/>
              </a:spcBef>
              <a:spcAft>
                <a:spcPts val="0"/>
              </a:spcAft>
              <a:buClr>
                <a:schemeClr val="lt1"/>
              </a:buClr>
              <a:buSzPts val="1800"/>
              <a:buFont typeface="Roboto"/>
              <a:buNone/>
              <a:defRPr>
                <a:solidFill>
                  <a:schemeClr val="lt1"/>
                </a:solidFill>
                <a:latin typeface="Roboto"/>
                <a:ea typeface="Roboto"/>
                <a:cs typeface="Roboto"/>
                <a:sym typeface="Roboto"/>
              </a:defRPr>
            </a:lvl4pPr>
            <a:lvl5pPr lvl="4" algn="l">
              <a:lnSpc>
                <a:spcPct val="115000"/>
              </a:lnSpc>
              <a:spcBef>
                <a:spcPts val="0"/>
              </a:spcBef>
              <a:spcAft>
                <a:spcPts val="0"/>
              </a:spcAft>
              <a:buClr>
                <a:schemeClr val="lt1"/>
              </a:buClr>
              <a:buSzPts val="1800"/>
              <a:buFont typeface="Roboto"/>
              <a:buNone/>
              <a:defRPr>
                <a:solidFill>
                  <a:schemeClr val="lt1"/>
                </a:solidFill>
                <a:latin typeface="Roboto"/>
                <a:ea typeface="Roboto"/>
                <a:cs typeface="Roboto"/>
                <a:sym typeface="Roboto"/>
              </a:defRPr>
            </a:lvl5pPr>
            <a:lvl6pPr lvl="5" algn="l">
              <a:lnSpc>
                <a:spcPct val="115000"/>
              </a:lnSpc>
              <a:spcBef>
                <a:spcPts val="0"/>
              </a:spcBef>
              <a:spcAft>
                <a:spcPts val="0"/>
              </a:spcAft>
              <a:buClr>
                <a:schemeClr val="lt1"/>
              </a:buClr>
              <a:buSzPts val="1800"/>
              <a:buFont typeface="Roboto"/>
              <a:buNone/>
              <a:defRPr>
                <a:solidFill>
                  <a:schemeClr val="lt1"/>
                </a:solidFill>
                <a:latin typeface="Roboto"/>
                <a:ea typeface="Roboto"/>
                <a:cs typeface="Roboto"/>
                <a:sym typeface="Roboto"/>
              </a:defRPr>
            </a:lvl6pPr>
            <a:lvl7pPr lvl="6" algn="l">
              <a:lnSpc>
                <a:spcPct val="115000"/>
              </a:lnSpc>
              <a:spcBef>
                <a:spcPts val="0"/>
              </a:spcBef>
              <a:spcAft>
                <a:spcPts val="0"/>
              </a:spcAft>
              <a:buClr>
                <a:schemeClr val="lt1"/>
              </a:buClr>
              <a:buSzPts val="1800"/>
              <a:buFont typeface="Roboto"/>
              <a:buNone/>
              <a:defRPr>
                <a:solidFill>
                  <a:schemeClr val="lt1"/>
                </a:solidFill>
                <a:latin typeface="Roboto"/>
                <a:ea typeface="Roboto"/>
                <a:cs typeface="Roboto"/>
                <a:sym typeface="Roboto"/>
              </a:defRPr>
            </a:lvl7pPr>
            <a:lvl8pPr lvl="7" algn="l">
              <a:lnSpc>
                <a:spcPct val="115000"/>
              </a:lnSpc>
              <a:spcBef>
                <a:spcPts val="0"/>
              </a:spcBef>
              <a:spcAft>
                <a:spcPts val="0"/>
              </a:spcAft>
              <a:buClr>
                <a:schemeClr val="lt1"/>
              </a:buClr>
              <a:buSzPts val="1800"/>
              <a:buFont typeface="Roboto"/>
              <a:buNone/>
              <a:defRPr>
                <a:solidFill>
                  <a:schemeClr val="lt1"/>
                </a:solidFill>
                <a:latin typeface="Roboto"/>
                <a:ea typeface="Roboto"/>
                <a:cs typeface="Roboto"/>
                <a:sym typeface="Roboto"/>
              </a:defRPr>
            </a:lvl8pPr>
            <a:lvl9pPr lvl="8" algn="l">
              <a:lnSpc>
                <a:spcPct val="115000"/>
              </a:lnSpc>
              <a:spcBef>
                <a:spcPts val="0"/>
              </a:spcBef>
              <a:spcAft>
                <a:spcPts val="0"/>
              </a:spcAft>
              <a:buClr>
                <a:schemeClr val="lt1"/>
              </a:buClr>
              <a:buSzPts val="1800"/>
              <a:buFont typeface="Roboto"/>
              <a:buNone/>
              <a:defRPr>
                <a:solidFill>
                  <a:schemeClr val="lt1"/>
                </a:solidFill>
                <a:latin typeface="Roboto"/>
                <a:ea typeface="Roboto"/>
                <a:cs typeface="Roboto"/>
                <a:sym typeface="Roboto"/>
              </a:defRPr>
            </a:lvl9pPr>
          </a:lstStyle>
          <a:p/>
        </p:txBody>
      </p:sp>
      <p:sp>
        <p:nvSpPr>
          <p:cNvPr id="95" name="Google Shape;95;p12"/>
          <p:cNvSpPr txBox="1"/>
          <p:nvPr>
            <p:ph idx="2" type="subTitle"/>
          </p:nvPr>
        </p:nvSpPr>
        <p:spPr>
          <a:xfrm>
            <a:off x="4572000" y="3203450"/>
            <a:ext cx="4557900" cy="244800"/>
          </a:xfrm>
          <a:prstGeom prst="rect">
            <a:avLst/>
          </a:prstGeom>
          <a:noFill/>
          <a:ln>
            <a:noFill/>
          </a:ln>
          <a:effectLst>
            <a:outerShdw blurRad="57150" rotWithShape="0" algn="bl" dir="5400000" dist="19050">
              <a:srgbClr val="000000">
                <a:alpha val="49803"/>
              </a:srgbClr>
            </a:outerShdw>
          </a:effectLst>
        </p:spPr>
        <p:txBody>
          <a:bodyPr anchorCtr="0" anchor="b" bIns="0" lIns="0" spcFirstLastPara="1" rIns="0" wrap="square" tIns="0">
            <a:noAutofit/>
          </a:bodyPr>
          <a:lstStyle>
            <a:lvl1pPr lvl="0" algn="l">
              <a:lnSpc>
                <a:spcPct val="115000"/>
              </a:lnSpc>
              <a:spcBef>
                <a:spcPts val="0"/>
              </a:spcBef>
              <a:spcAft>
                <a:spcPts val="0"/>
              </a:spcAft>
              <a:buClr>
                <a:schemeClr val="lt1"/>
              </a:buClr>
              <a:buSzPts val="1800"/>
              <a:buNone/>
              <a:defRPr>
                <a:solidFill>
                  <a:schemeClr val="lt1"/>
                </a:solidFill>
              </a:defRPr>
            </a:lvl1pPr>
            <a:lvl2pPr lvl="1" algn="l">
              <a:lnSpc>
                <a:spcPct val="115000"/>
              </a:lnSpc>
              <a:spcBef>
                <a:spcPts val="0"/>
              </a:spcBef>
              <a:spcAft>
                <a:spcPts val="0"/>
              </a:spcAft>
              <a:buClr>
                <a:schemeClr val="lt1"/>
              </a:buClr>
              <a:buSzPts val="1800"/>
              <a:buNone/>
              <a:defRPr>
                <a:solidFill>
                  <a:schemeClr val="lt1"/>
                </a:solidFill>
              </a:defRPr>
            </a:lvl2pPr>
            <a:lvl3pPr lvl="2" algn="l">
              <a:lnSpc>
                <a:spcPct val="115000"/>
              </a:lnSpc>
              <a:spcBef>
                <a:spcPts val="0"/>
              </a:spcBef>
              <a:spcAft>
                <a:spcPts val="0"/>
              </a:spcAft>
              <a:buClr>
                <a:schemeClr val="lt1"/>
              </a:buClr>
              <a:buSzPts val="1800"/>
              <a:buNone/>
              <a:defRPr>
                <a:solidFill>
                  <a:schemeClr val="lt1"/>
                </a:solidFill>
              </a:defRPr>
            </a:lvl3pPr>
            <a:lvl4pPr lvl="3" algn="l">
              <a:lnSpc>
                <a:spcPct val="115000"/>
              </a:lnSpc>
              <a:spcBef>
                <a:spcPts val="0"/>
              </a:spcBef>
              <a:spcAft>
                <a:spcPts val="0"/>
              </a:spcAft>
              <a:buClr>
                <a:schemeClr val="lt1"/>
              </a:buClr>
              <a:buSzPts val="1800"/>
              <a:buNone/>
              <a:defRPr>
                <a:solidFill>
                  <a:schemeClr val="lt1"/>
                </a:solidFill>
              </a:defRPr>
            </a:lvl4pPr>
            <a:lvl5pPr lvl="4" algn="l">
              <a:lnSpc>
                <a:spcPct val="115000"/>
              </a:lnSpc>
              <a:spcBef>
                <a:spcPts val="0"/>
              </a:spcBef>
              <a:spcAft>
                <a:spcPts val="0"/>
              </a:spcAft>
              <a:buClr>
                <a:schemeClr val="lt1"/>
              </a:buClr>
              <a:buSzPts val="1800"/>
              <a:buNone/>
              <a:defRPr>
                <a:solidFill>
                  <a:schemeClr val="lt1"/>
                </a:solidFill>
              </a:defRPr>
            </a:lvl5pPr>
            <a:lvl6pPr lvl="5" algn="l">
              <a:lnSpc>
                <a:spcPct val="115000"/>
              </a:lnSpc>
              <a:spcBef>
                <a:spcPts val="0"/>
              </a:spcBef>
              <a:spcAft>
                <a:spcPts val="0"/>
              </a:spcAft>
              <a:buClr>
                <a:schemeClr val="lt1"/>
              </a:buClr>
              <a:buSzPts val="1800"/>
              <a:buNone/>
              <a:defRPr>
                <a:solidFill>
                  <a:schemeClr val="lt1"/>
                </a:solidFill>
              </a:defRPr>
            </a:lvl6pPr>
            <a:lvl7pPr lvl="6" algn="l">
              <a:lnSpc>
                <a:spcPct val="115000"/>
              </a:lnSpc>
              <a:spcBef>
                <a:spcPts val="0"/>
              </a:spcBef>
              <a:spcAft>
                <a:spcPts val="0"/>
              </a:spcAft>
              <a:buClr>
                <a:schemeClr val="lt1"/>
              </a:buClr>
              <a:buSzPts val="1800"/>
              <a:buNone/>
              <a:defRPr>
                <a:solidFill>
                  <a:schemeClr val="lt1"/>
                </a:solidFill>
              </a:defRPr>
            </a:lvl7pPr>
            <a:lvl8pPr lvl="7" algn="l">
              <a:lnSpc>
                <a:spcPct val="115000"/>
              </a:lnSpc>
              <a:spcBef>
                <a:spcPts val="0"/>
              </a:spcBef>
              <a:spcAft>
                <a:spcPts val="0"/>
              </a:spcAft>
              <a:buClr>
                <a:schemeClr val="lt1"/>
              </a:buClr>
              <a:buSzPts val="1800"/>
              <a:buNone/>
              <a:defRPr>
                <a:solidFill>
                  <a:schemeClr val="lt1"/>
                </a:solidFill>
              </a:defRPr>
            </a:lvl8pPr>
            <a:lvl9pPr lvl="8" algn="l">
              <a:lnSpc>
                <a:spcPct val="115000"/>
              </a:lnSpc>
              <a:spcBef>
                <a:spcPts val="0"/>
              </a:spcBef>
              <a:spcAft>
                <a:spcPts val="0"/>
              </a:spcAft>
              <a:buClr>
                <a:schemeClr val="lt1"/>
              </a:buClr>
              <a:buSzPts val="1800"/>
              <a:buNone/>
              <a:defRPr>
                <a:solidFill>
                  <a:schemeClr val="lt1"/>
                </a:solidFill>
              </a:defRPr>
            </a:lvl9pPr>
          </a:lstStyle>
          <a:p/>
        </p:txBody>
      </p:sp>
      <p:sp>
        <p:nvSpPr>
          <p:cNvPr id="96" name="Google Shape;96;p12"/>
          <p:cNvSpPr txBox="1"/>
          <p:nvPr/>
        </p:nvSpPr>
        <p:spPr>
          <a:xfrm>
            <a:off x="414900" y="4911900"/>
            <a:ext cx="5064300" cy="123000"/>
          </a:xfrm>
          <a:prstGeom prst="rect">
            <a:avLst/>
          </a:prstGeom>
          <a:noFill/>
          <a:ln>
            <a:noFill/>
          </a:ln>
        </p:spPr>
        <p:txBody>
          <a:bodyPr anchorCtr="0" anchor="t" bIns="0" lIns="274300" spcFirstLastPara="1" rIns="91425" wrap="square" tIns="0">
            <a:spAutoFit/>
          </a:bodyPr>
          <a:lstStyle/>
          <a:p>
            <a:pPr indent="0" lvl="0" marL="0" marR="0" rtl="0" algn="l">
              <a:lnSpc>
                <a:spcPct val="115000"/>
              </a:lnSpc>
              <a:spcBef>
                <a:spcPts val="0"/>
              </a:spcBef>
              <a:spcAft>
                <a:spcPts val="1600"/>
              </a:spcAft>
              <a:buClr>
                <a:srgbClr val="000000"/>
              </a:buClr>
              <a:buSzPts val="800"/>
              <a:buFont typeface="Arial"/>
              <a:buNone/>
            </a:pPr>
            <a:r>
              <a:rPr b="0" i="0" lang="en" sz="800" u="none" cap="none" strike="noStrike">
                <a:solidFill>
                  <a:srgbClr val="FFFFFF"/>
                </a:solidFill>
                <a:latin typeface="Roboto"/>
                <a:ea typeface="Roboto"/>
                <a:cs typeface="Roboto"/>
                <a:sym typeface="Roboto"/>
              </a:rPr>
              <a:t>© 202</a:t>
            </a:r>
            <a:r>
              <a:rPr lang="en" sz="800">
                <a:solidFill>
                  <a:srgbClr val="FFFFFF"/>
                </a:solidFill>
                <a:latin typeface="Roboto"/>
                <a:ea typeface="Roboto"/>
                <a:cs typeface="Roboto"/>
                <a:sym typeface="Roboto"/>
              </a:rPr>
              <a:t>4</a:t>
            </a:r>
            <a:r>
              <a:rPr b="0" i="0" lang="en" sz="800" u="none" cap="none" strike="noStrike">
                <a:solidFill>
                  <a:srgbClr val="FFFFFF"/>
                </a:solidFill>
                <a:latin typeface="Roboto"/>
                <a:ea typeface="Roboto"/>
                <a:cs typeface="Roboto"/>
                <a:sym typeface="Roboto"/>
              </a:rPr>
              <a:t> edX Boot Camps LLC. Confidential and Proprietary. All Rights Reserved.</a:t>
            </a:r>
            <a:endParaRPr b="0" i="0" sz="1000" u="none" cap="none" strike="noStrike">
              <a:solidFill>
                <a:srgbClr val="FFFFFF"/>
              </a:solidFill>
              <a:latin typeface="Roboto"/>
              <a:ea typeface="Roboto"/>
              <a:cs typeface="Roboto"/>
              <a:sym typeface="Roboto"/>
            </a:endParaRPr>
          </a:p>
        </p:txBody>
      </p:sp>
    </p:spTree>
  </p:cSld>
  <p:clrMapOvr>
    <a:masterClrMapping/>
  </p:clrMapOvr>
  <p:extLst>
    <p:ext uri="{DCECCB84-F9BA-43D5-87BE-67443E8EF086}">
      <p15:sldGuideLst>
        <p15:guide id="1" orient="horz" pos="3165">
          <p15:clr>
            <a:srgbClr val="E46962"/>
          </p15:clr>
        </p15:guide>
      </p15:sldGuideLst>
    </p:ext>
  </p:extLst>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page - Shorter title">
  <p:cSld name="SECTION_HEADER_1_1">
    <p:bg>
      <p:bgPr>
        <a:solidFill>
          <a:schemeClr val="dk2"/>
        </a:solidFill>
      </p:bgPr>
    </p:bg>
    <p:spTree>
      <p:nvGrpSpPr>
        <p:cNvPr id="97" name="Shape 97"/>
        <p:cNvGrpSpPr/>
        <p:nvPr/>
      </p:nvGrpSpPr>
      <p:grpSpPr>
        <a:xfrm>
          <a:off x="0" y="0"/>
          <a:ext cx="0" cy="0"/>
          <a:chOff x="0" y="0"/>
          <a:chExt cx="0" cy="0"/>
        </a:xfrm>
      </p:grpSpPr>
      <p:cxnSp>
        <p:nvCxnSpPr>
          <p:cNvPr id="98" name="Google Shape;98;p13"/>
          <p:cNvCxnSpPr/>
          <p:nvPr/>
        </p:nvCxnSpPr>
        <p:spPr>
          <a:xfrm>
            <a:off x="3582395" y="1823650"/>
            <a:ext cx="920700" cy="0"/>
          </a:xfrm>
          <a:prstGeom prst="straightConnector1">
            <a:avLst/>
          </a:prstGeom>
          <a:noFill/>
          <a:ln cap="flat" cmpd="sng" w="19050">
            <a:solidFill>
              <a:srgbClr val="FFFFFF"/>
            </a:solidFill>
            <a:prstDash val="solid"/>
            <a:round/>
            <a:headEnd len="sm" w="sm" type="none"/>
            <a:tailEnd len="sm" w="sm" type="none"/>
          </a:ln>
          <a:effectLst>
            <a:outerShdw blurRad="57150" rotWithShape="0" algn="bl" dir="5400000" dist="19050">
              <a:srgbClr val="000000">
                <a:alpha val="49803"/>
              </a:srgbClr>
            </a:outerShdw>
          </a:effectLst>
        </p:spPr>
      </p:cxnSp>
      <p:cxnSp>
        <p:nvCxnSpPr>
          <p:cNvPr id="99" name="Google Shape;99;p13"/>
          <p:cNvCxnSpPr/>
          <p:nvPr/>
        </p:nvCxnSpPr>
        <p:spPr>
          <a:xfrm>
            <a:off x="3592327" y="1823550"/>
            <a:ext cx="5663400" cy="0"/>
          </a:xfrm>
          <a:prstGeom prst="straightConnector1">
            <a:avLst/>
          </a:prstGeom>
          <a:noFill/>
          <a:ln cap="flat" cmpd="sng" w="19050">
            <a:solidFill>
              <a:srgbClr val="FFFFFF"/>
            </a:solidFill>
            <a:prstDash val="solid"/>
            <a:round/>
            <a:headEnd len="sm" w="sm" type="none"/>
            <a:tailEnd len="med" w="med" type="oval"/>
          </a:ln>
          <a:effectLst>
            <a:outerShdw blurRad="57150" rotWithShape="0" algn="bl" dir="5400000" dist="19050">
              <a:srgbClr val="000000">
                <a:alpha val="49803"/>
              </a:srgbClr>
            </a:outerShdw>
          </a:effectLst>
        </p:spPr>
      </p:cxnSp>
      <p:sp>
        <p:nvSpPr>
          <p:cNvPr id="100" name="Google Shape;100;p13"/>
          <p:cNvSpPr txBox="1"/>
          <p:nvPr>
            <p:ph type="title"/>
          </p:nvPr>
        </p:nvSpPr>
        <p:spPr>
          <a:xfrm>
            <a:off x="3582400" y="2028900"/>
            <a:ext cx="4557900" cy="719400"/>
          </a:xfrm>
          <a:prstGeom prst="rect">
            <a:avLst/>
          </a:prstGeom>
          <a:noFill/>
          <a:ln>
            <a:noFill/>
          </a:ln>
          <a:effectLst>
            <a:outerShdw blurRad="57150" rotWithShape="0" algn="bl" dir="5400000" dist="19050">
              <a:srgbClr val="000000">
                <a:alpha val="49803"/>
              </a:srgbClr>
            </a:outerShdw>
          </a:effectLst>
        </p:spPr>
        <p:txBody>
          <a:bodyPr anchorCtr="0" anchor="t" bIns="0" lIns="0" spcFirstLastPara="1" rIns="0" wrap="square" tIns="0">
            <a:noAutofit/>
          </a:bodyPr>
          <a:lstStyle>
            <a:lvl1pPr lvl="0" algn="l">
              <a:lnSpc>
                <a:spcPct val="100000"/>
              </a:lnSpc>
              <a:spcBef>
                <a:spcPts val="0"/>
              </a:spcBef>
              <a:spcAft>
                <a:spcPts val="0"/>
              </a:spcAft>
              <a:buClr>
                <a:schemeClr val="lt1"/>
              </a:buClr>
              <a:buSzPts val="4000"/>
              <a:buNone/>
              <a:defRPr b="0" sz="4000">
                <a:solidFill>
                  <a:schemeClr val="lt1"/>
                </a:solidFill>
              </a:defRPr>
            </a:lvl1pPr>
            <a:lvl2pPr lvl="1" algn="l">
              <a:lnSpc>
                <a:spcPct val="100000"/>
              </a:lnSpc>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2pPr>
            <a:lvl3pPr lvl="2" algn="l">
              <a:lnSpc>
                <a:spcPct val="100000"/>
              </a:lnSpc>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3pPr>
            <a:lvl4pPr lvl="3" algn="l">
              <a:lnSpc>
                <a:spcPct val="100000"/>
              </a:lnSpc>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4pPr>
            <a:lvl5pPr lvl="4" algn="l">
              <a:lnSpc>
                <a:spcPct val="100000"/>
              </a:lnSpc>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5pPr>
            <a:lvl6pPr lvl="5" algn="l">
              <a:lnSpc>
                <a:spcPct val="100000"/>
              </a:lnSpc>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6pPr>
            <a:lvl7pPr lvl="6" algn="l">
              <a:lnSpc>
                <a:spcPct val="100000"/>
              </a:lnSpc>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7pPr>
            <a:lvl8pPr lvl="7" algn="l">
              <a:lnSpc>
                <a:spcPct val="100000"/>
              </a:lnSpc>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8pPr>
            <a:lvl9pPr lvl="8" algn="l">
              <a:lnSpc>
                <a:spcPct val="100000"/>
              </a:lnSpc>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9pPr>
          </a:lstStyle>
          <a:p/>
        </p:txBody>
      </p:sp>
      <p:sp>
        <p:nvSpPr>
          <p:cNvPr id="101" name="Google Shape;101;p13"/>
          <p:cNvSpPr txBox="1"/>
          <p:nvPr>
            <p:ph idx="1" type="subTitle"/>
          </p:nvPr>
        </p:nvSpPr>
        <p:spPr>
          <a:xfrm>
            <a:off x="3583700" y="1533250"/>
            <a:ext cx="4572000" cy="180900"/>
          </a:xfrm>
          <a:prstGeom prst="rect">
            <a:avLst/>
          </a:prstGeom>
          <a:noFill/>
          <a:ln>
            <a:noFill/>
          </a:ln>
          <a:effectLst>
            <a:outerShdw blurRad="57150" rotWithShape="0" algn="bl" dir="5400000" dist="19050">
              <a:srgbClr val="000000">
                <a:alpha val="49803"/>
              </a:srgbClr>
            </a:outerShdw>
          </a:effectLst>
        </p:spPr>
        <p:txBody>
          <a:bodyPr anchorCtr="0" anchor="b" bIns="0" lIns="0" spcFirstLastPara="1" rIns="0" wrap="square" tIns="0">
            <a:noAutofit/>
          </a:bodyPr>
          <a:lstStyle>
            <a:lvl1pPr lvl="0" algn="l">
              <a:lnSpc>
                <a:spcPct val="115000"/>
              </a:lnSpc>
              <a:spcBef>
                <a:spcPts val="0"/>
              </a:spcBef>
              <a:spcAft>
                <a:spcPts val="0"/>
              </a:spcAft>
              <a:buClr>
                <a:schemeClr val="lt1"/>
              </a:buClr>
              <a:buSzPts val="1800"/>
              <a:buFont typeface="Roboto"/>
              <a:buNone/>
              <a:defRPr>
                <a:solidFill>
                  <a:schemeClr val="lt1"/>
                </a:solidFill>
                <a:latin typeface="Roboto"/>
                <a:ea typeface="Roboto"/>
                <a:cs typeface="Roboto"/>
                <a:sym typeface="Roboto"/>
              </a:defRPr>
            </a:lvl1pPr>
            <a:lvl2pPr lvl="1" algn="l">
              <a:lnSpc>
                <a:spcPct val="115000"/>
              </a:lnSpc>
              <a:spcBef>
                <a:spcPts val="0"/>
              </a:spcBef>
              <a:spcAft>
                <a:spcPts val="0"/>
              </a:spcAft>
              <a:buClr>
                <a:schemeClr val="lt1"/>
              </a:buClr>
              <a:buSzPts val="1800"/>
              <a:buFont typeface="Roboto"/>
              <a:buNone/>
              <a:defRPr>
                <a:solidFill>
                  <a:schemeClr val="lt1"/>
                </a:solidFill>
                <a:latin typeface="Roboto"/>
                <a:ea typeface="Roboto"/>
                <a:cs typeface="Roboto"/>
                <a:sym typeface="Roboto"/>
              </a:defRPr>
            </a:lvl2pPr>
            <a:lvl3pPr lvl="2" algn="l">
              <a:lnSpc>
                <a:spcPct val="115000"/>
              </a:lnSpc>
              <a:spcBef>
                <a:spcPts val="0"/>
              </a:spcBef>
              <a:spcAft>
                <a:spcPts val="0"/>
              </a:spcAft>
              <a:buClr>
                <a:schemeClr val="lt1"/>
              </a:buClr>
              <a:buSzPts val="1800"/>
              <a:buFont typeface="Roboto"/>
              <a:buNone/>
              <a:defRPr>
                <a:solidFill>
                  <a:schemeClr val="lt1"/>
                </a:solidFill>
                <a:latin typeface="Roboto"/>
                <a:ea typeface="Roboto"/>
                <a:cs typeface="Roboto"/>
                <a:sym typeface="Roboto"/>
              </a:defRPr>
            </a:lvl3pPr>
            <a:lvl4pPr lvl="3" algn="l">
              <a:lnSpc>
                <a:spcPct val="115000"/>
              </a:lnSpc>
              <a:spcBef>
                <a:spcPts val="0"/>
              </a:spcBef>
              <a:spcAft>
                <a:spcPts val="0"/>
              </a:spcAft>
              <a:buClr>
                <a:schemeClr val="lt1"/>
              </a:buClr>
              <a:buSzPts val="1800"/>
              <a:buFont typeface="Roboto"/>
              <a:buNone/>
              <a:defRPr>
                <a:solidFill>
                  <a:schemeClr val="lt1"/>
                </a:solidFill>
                <a:latin typeface="Roboto"/>
                <a:ea typeface="Roboto"/>
                <a:cs typeface="Roboto"/>
                <a:sym typeface="Roboto"/>
              </a:defRPr>
            </a:lvl4pPr>
            <a:lvl5pPr lvl="4" algn="l">
              <a:lnSpc>
                <a:spcPct val="115000"/>
              </a:lnSpc>
              <a:spcBef>
                <a:spcPts val="0"/>
              </a:spcBef>
              <a:spcAft>
                <a:spcPts val="0"/>
              </a:spcAft>
              <a:buClr>
                <a:schemeClr val="lt1"/>
              </a:buClr>
              <a:buSzPts val="1800"/>
              <a:buFont typeface="Roboto"/>
              <a:buNone/>
              <a:defRPr>
                <a:solidFill>
                  <a:schemeClr val="lt1"/>
                </a:solidFill>
                <a:latin typeface="Roboto"/>
                <a:ea typeface="Roboto"/>
                <a:cs typeface="Roboto"/>
                <a:sym typeface="Roboto"/>
              </a:defRPr>
            </a:lvl5pPr>
            <a:lvl6pPr lvl="5" algn="l">
              <a:lnSpc>
                <a:spcPct val="115000"/>
              </a:lnSpc>
              <a:spcBef>
                <a:spcPts val="0"/>
              </a:spcBef>
              <a:spcAft>
                <a:spcPts val="0"/>
              </a:spcAft>
              <a:buClr>
                <a:schemeClr val="lt1"/>
              </a:buClr>
              <a:buSzPts val="1800"/>
              <a:buFont typeface="Roboto"/>
              <a:buNone/>
              <a:defRPr>
                <a:solidFill>
                  <a:schemeClr val="lt1"/>
                </a:solidFill>
                <a:latin typeface="Roboto"/>
                <a:ea typeface="Roboto"/>
                <a:cs typeface="Roboto"/>
                <a:sym typeface="Roboto"/>
              </a:defRPr>
            </a:lvl6pPr>
            <a:lvl7pPr lvl="6" algn="l">
              <a:lnSpc>
                <a:spcPct val="115000"/>
              </a:lnSpc>
              <a:spcBef>
                <a:spcPts val="0"/>
              </a:spcBef>
              <a:spcAft>
                <a:spcPts val="0"/>
              </a:spcAft>
              <a:buClr>
                <a:schemeClr val="lt1"/>
              </a:buClr>
              <a:buSzPts val="1800"/>
              <a:buFont typeface="Roboto"/>
              <a:buNone/>
              <a:defRPr>
                <a:solidFill>
                  <a:schemeClr val="lt1"/>
                </a:solidFill>
                <a:latin typeface="Roboto"/>
                <a:ea typeface="Roboto"/>
                <a:cs typeface="Roboto"/>
                <a:sym typeface="Roboto"/>
              </a:defRPr>
            </a:lvl7pPr>
            <a:lvl8pPr lvl="7" algn="l">
              <a:lnSpc>
                <a:spcPct val="115000"/>
              </a:lnSpc>
              <a:spcBef>
                <a:spcPts val="0"/>
              </a:spcBef>
              <a:spcAft>
                <a:spcPts val="0"/>
              </a:spcAft>
              <a:buClr>
                <a:schemeClr val="lt1"/>
              </a:buClr>
              <a:buSzPts val="1800"/>
              <a:buFont typeface="Roboto"/>
              <a:buNone/>
              <a:defRPr>
                <a:solidFill>
                  <a:schemeClr val="lt1"/>
                </a:solidFill>
                <a:latin typeface="Roboto"/>
                <a:ea typeface="Roboto"/>
                <a:cs typeface="Roboto"/>
                <a:sym typeface="Roboto"/>
              </a:defRPr>
            </a:lvl8pPr>
            <a:lvl9pPr lvl="8" algn="l">
              <a:lnSpc>
                <a:spcPct val="115000"/>
              </a:lnSpc>
              <a:spcBef>
                <a:spcPts val="0"/>
              </a:spcBef>
              <a:spcAft>
                <a:spcPts val="0"/>
              </a:spcAft>
              <a:buClr>
                <a:schemeClr val="lt1"/>
              </a:buClr>
              <a:buSzPts val="1800"/>
              <a:buFont typeface="Roboto"/>
              <a:buNone/>
              <a:defRPr>
                <a:solidFill>
                  <a:schemeClr val="lt1"/>
                </a:solidFill>
                <a:latin typeface="Roboto"/>
                <a:ea typeface="Roboto"/>
                <a:cs typeface="Roboto"/>
                <a:sym typeface="Roboto"/>
              </a:defRPr>
            </a:lvl9pPr>
          </a:lstStyle>
          <a:p/>
        </p:txBody>
      </p:sp>
      <p:sp>
        <p:nvSpPr>
          <p:cNvPr id="102" name="Google Shape;102;p13"/>
          <p:cNvSpPr txBox="1"/>
          <p:nvPr>
            <p:ph idx="2" type="subTitle"/>
          </p:nvPr>
        </p:nvSpPr>
        <p:spPr>
          <a:xfrm>
            <a:off x="3583700" y="3314450"/>
            <a:ext cx="4557900" cy="244800"/>
          </a:xfrm>
          <a:prstGeom prst="rect">
            <a:avLst/>
          </a:prstGeom>
          <a:noFill/>
          <a:ln>
            <a:noFill/>
          </a:ln>
          <a:effectLst>
            <a:outerShdw blurRad="57150" rotWithShape="0" algn="bl" dir="5400000" dist="19050">
              <a:srgbClr val="000000">
                <a:alpha val="49803"/>
              </a:srgbClr>
            </a:outerShdw>
          </a:effectLst>
        </p:spPr>
        <p:txBody>
          <a:bodyPr anchorCtr="0" anchor="b" bIns="0" lIns="0" spcFirstLastPara="1" rIns="0" wrap="square" tIns="0">
            <a:noAutofit/>
          </a:bodyPr>
          <a:lstStyle>
            <a:lvl1pPr lvl="0" algn="l">
              <a:lnSpc>
                <a:spcPct val="115000"/>
              </a:lnSpc>
              <a:spcBef>
                <a:spcPts val="0"/>
              </a:spcBef>
              <a:spcAft>
                <a:spcPts val="0"/>
              </a:spcAft>
              <a:buClr>
                <a:schemeClr val="lt1"/>
              </a:buClr>
              <a:buSzPts val="1800"/>
              <a:buNone/>
              <a:defRPr>
                <a:solidFill>
                  <a:schemeClr val="lt1"/>
                </a:solidFill>
              </a:defRPr>
            </a:lvl1pPr>
            <a:lvl2pPr lvl="1" algn="l">
              <a:lnSpc>
                <a:spcPct val="115000"/>
              </a:lnSpc>
              <a:spcBef>
                <a:spcPts val="0"/>
              </a:spcBef>
              <a:spcAft>
                <a:spcPts val="0"/>
              </a:spcAft>
              <a:buClr>
                <a:schemeClr val="lt1"/>
              </a:buClr>
              <a:buSzPts val="1800"/>
              <a:buNone/>
              <a:defRPr>
                <a:solidFill>
                  <a:schemeClr val="lt1"/>
                </a:solidFill>
              </a:defRPr>
            </a:lvl2pPr>
            <a:lvl3pPr lvl="2" algn="l">
              <a:lnSpc>
                <a:spcPct val="115000"/>
              </a:lnSpc>
              <a:spcBef>
                <a:spcPts val="0"/>
              </a:spcBef>
              <a:spcAft>
                <a:spcPts val="0"/>
              </a:spcAft>
              <a:buClr>
                <a:schemeClr val="lt1"/>
              </a:buClr>
              <a:buSzPts val="1800"/>
              <a:buNone/>
              <a:defRPr>
                <a:solidFill>
                  <a:schemeClr val="lt1"/>
                </a:solidFill>
              </a:defRPr>
            </a:lvl3pPr>
            <a:lvl4pPr lvl="3" algn="l">
              <a:lnSpc>
                <a:spcPct val="115000"/>
              </a:lnSpc>
              <a:spcBef>
                <a:spcPts val="0"/>
              </a:spcBef>
              <a:spcAft>
                <a:spcPts val="0"/>
              </a:spcAft>
              <a:buClr>
                <a:schemeClr val="lt1"/>
              </a:buClr>
              <a:buSzPts val="1800"/>
              <a:buNone/>
              <a:defRPr>
                <a:solidFill>
                  <a:schemeClr val="lt1"/>
                </a:solidFill>
              </a:defRPr>
            </a:lvl4pPr>
            <a:lvl5pPr lvl="4" algn="l">
              <a:lnSpc>
                <a:spcPct val="115000"/>
              </a:lnSpc>
              <a:spcBef>
                <a:spcPts val="0"/>
              </a:spcBef>
              <a:spcAft>
                <a:spcPts val="0"/>
              </a:spcAft>
              <a:buClr>
                <a:schemeClr val="lt1"/>
              </a:buClr>
              <a:buSzPts val="1800"/>
              <a:buNone/>
              <a:defRPr>
                <a:solidFill>
                  <a:schemeClr val="lt1"/>
                </a:solidFill>
              </a:defRPr>
            </a:lvl5pPr>
            <a:lvl6pPr lvl="5" algn="l">
              <a:lnSpc>
                <a:spcPct val="115000"/>
              </a:lnSpc>
              <a:spcBef>
                <a:spcPts val="0"/>
              </a:spcBef>
              <a:spcAft>
                <a:spcPts val="0"/>
              </a:spcAft>
              <a:buClr>
                <a:schemeClr val="lt1"/>
              </a:buClr>
              <a:buSzPts val="1800"/>
              <a:buNone/>
              <a:defRPr>
                <a:solidFill>
                  <a:schemeClr val="lt1"/>
                </a:solidFill>
              </a:defRPr>
            </a:lvl6pPr>
            <a:lvl7pPr lvl="6" algn="l">
              <a:lnSpc>
                <a:spcPct val="115000"/>
              </a:lnSpc>
              <a:spcBef>
                <a:spcPts val="0"/>
              </a:spcBef>
              <a:spcAft>
                <a:spcPts val="0"/>
              </a:spcAft>
              <a:buClr>
                <a:schemeClr val="lt1"/>
              </a:buClr>
              <a:buSzPts val="1800"/>
              <a:buNone/>
              <a:defRPr>
                <a:solidFill>
                  <a:schemeClr val="lt1"/>
                </a:solidFill>
              </a:defRPr>
            </a:lvl7pPr>
            <a:lvl8pPr lvl="7" algn="l">
              <a:lnSpc>
                <a:spcPct val="115000"/>
              </a:lnSpc>
              <a:spcBef>
                <a:spcPts val="0"/>
              </a:spcBef>
              <a:spcAft>
                <a:spcPts val="0"/>
              </a:spcAft>
              <a:buClr>
                <a:schemeClr val="lt1"/>
              </a:buClr>
              <a:buSzPts val="1800"/>
              <a:buNone/>
              <a:defRPr>
                <a:solidFill>
                  <a:schemeClr val="lt1"/>
                </a:solidFill>
              </a:defRPr>
            </a:lvl8pPr>
            <a:lvl9pPr lvl="8" algn="l">
              <a:lnSpc>
                <a:spcPct val="115000"/>
              </a:lnSpc>
              <a:spcBef>
                <a:spcPts val="0"/>
              </a:spcBef>
              <a:spcAft>
                <a:spcPts val="0"/>
              </a:spcAft>
              <a:buClr>
                <a:schemeClr val="lt1"/>
              </a:buClr>
              <a:buSzPts val="1800"/>
              <a:buNone/>
              <a:defRPr>
                <a:solidFill>
                  <a:schemeClr val="lt1"/>
                </a:solidFill>
              </a:defRPr>
            </a:lvl9pPr>
          </a:lstStyle>
          <a:p/>
        </p:txBody>
      </p:sp>
      <p:sp>
        <p:nvSpPr>
          <p:cNvPr id="103" name="Google Shape;103;p13"/>
          <p:cNvSpPr txBox="1"/>
          <p:nvPr/>
        </p:nvSpPr>
        <p:spPr>
          <a:xfrm>
            <a:off x="414900" y="4911900"/>
            <a:ext cx="5064300" cy="123000"/>
          </a:xfrm>
          <a:prstGeom prst="rect">
            <a:avLst/>
          </a:prstGeom>
          <a:noFill/>
          <a:ln>
            <a:noFill/>
          </a:ln>
        </p:spPr>
        <p:txBody>
          <a:bodyPr anchorCtr="0" anchor="t" bIns="0" lIns="274300" spcFirstLastPara="1" rIns="91425" wrap="square" tIns="0">
            <a:spAutoFit/>
          </a:bodyPr>
          <a:lstStyle/>
          <a:p>
            <a:pPr indent="0" lvl="0" marL="0" marR="0" rtl="0" algn="l">
              <a:lnSpc>
                <a:spcPct val="115000"/>
              </a:lnSpc>
              <a:spcBef>
                <a:spcPts val="0"/>
              </a:spcBef>
              <a:spcAft>
                <a:spcPts val="1600"/>
              </a:spcAft>
              <a:buClr>
                <a:srgbClr val="000000"/>
              </a:buClr>
              <a:buSzPts val="800"/>
              <a:buFont typeface="Arial"/>
              <a:buNone/>
            </a:pPr>
            <a:r>
              <a:rPr b="0" i="0" lang="en" sz="800" u="none" cap="none" strike="noStrike">
                <a:solidFill>
                  <a:srgbClr val="FFFFFF"/>
                </a:solidFill>
                <a:latin typeface="Roboto"/>
                <a:ea typeface="Roboto"/>
                <a:cs typeface="Roboto"/>
                <a:sym typeface="Roboto"/>
              </a:rPr>
              <a:t>© 2024 edX Boot Camps LLC. Confidential and Proprietary. All Rights Reserved.</a:t>
            </a:r>
            <a:endParaRPr b="0" i="0" sz="1000" u="none" cap="none" strike="noStrike">
              <a:solidFill>
                <a:srgbClr val="FFFFFF"/>
              </a:solidFill>
              <a:latin typeface="Roboto"/>
              <a:ea typeface="Roboto"/>
              <a:cs typeface="Roboto"/>
              <a:sym typeface="Roboto"/>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A - Blank">
  <p:cSld name="CUSTOM_26_1">
    <p:bg>
      <p:bgPr>
        <a:solidFill>
          <a:schemeClr val="dk2"/>
        </a:solidFill>
      </p:bgPr>
    </p:bg>
    <p:spTree>
      <p:nvGrpSpPr>
        <p:cNvPr id="104" name="Shape 104"/>
        <p:cNvGrpSpPr/>
        <p:nvPr/>
      </p:nvGrpSpPr>
      <p:grpSpPr>
        <a:xfrm>
          <a:off x="0" y="0"/>
          <a:ext cx="0" cy="0"/>
          <a:chOff x="0" y="0"/>
          <a:chExt cx="0" cy="0"/>
        </a:xfrm>
      </p:grpSpPr>
      <p:sp>
        <p:nvSpPr>
          <p:cNvPr id="105" name="Google Shape;105;p14"/>
          <p:cNvSpPr txBox="1"/>
          <p:nvPr>
            <p:ph type="title"/>
          </p:nvPr>
        </p:nvSpPr>
        <p:spPr>
          <a:xfrm>
            <a:off x="0" y="3073400"/>
            <a:ext cx="9144000" cy="686100"/>
          </a:xfrm>
          <a:prstGeom prst="rect">
            <a:avLst/>
          </a:prstGeom>
          <a:noFill/>
          <a:ln>
            <a:noFill/>
          </a:ln>
        </p:spPr>
        <p:txBody>
          <a:bodyPr anchorCtr="0" anchor="t" bIns="91425" lIns="0" spcFirstLastPara="1" rIns="0" wrap="square" tIns="91425">
            <a:noAutofit/>
          </a:bodyPr>
          <a:lstStyle>
            <a:lvl1pPr lvl="0" algn="ctr">
              <a:lnSpc>
                <a:spcPct val="100000"/>
              </a:lnSpc>
              <a:spcBef>
                <a:spcPts val="0"/>
              </a:spcBef>
              <a:spcAft>
                <a:spcPts val="0"/>
              </a:spcAft>
              <a:buClr>
                <a:schemeClr val="lt1"/>
              </a:buClr>
              <a:buSzPts val="4000"/>
              <a:buNone/>
              <a:defRPr sz="4000">
                <a:solidFill>
                  <a:schemeClr val="lt1"/>
                </a:solidFill>
                <a:latin typeface="Roboto Light"/>
                <a:ea typeface="Roboto Light"/>
                <a:cs typeface="Roboto Light"/>
                <a:sym typeface="Roboto Light"/>
              </a:defRPr>
            </a:lvl1pPr>
            <a:lvl2pPr lvl="1" algn="l">
              <a:lnSpc>
                <a:spcPct val="100000"/>
              </a:lnSpc>
              <a:spcBef>
                <a:spcPts val="0"/>
              </a:spcBef>
              <a:spcAft>
                <a:spcPts val="0"/>
              </a:spcAft>
              <a:buSzPts val="2800"/>
              <a:buNone/>
              <a:defRPr>
                <a:latin typeface="Roboto Light"/>
                <a:ea typeface="Roboto Light"/>
                <a:cs typeface="Roboto Light"/>
                <a:sym typeface="Roboto Light"/>
              </a:defRPr>
            </a:lvl2pPr>
            <a:lvl3pPr lvl="2" algn="l">
              <a:lnSpc>
                <a:spcPct val="100000"/>
              </a:lnSpc>
              <a:spcBef>
                <a:spcPts val="0"/>
              </a:spcBef>
              <a:spcAft>
                <a:spcPts val="0"/>
              </a:spcAft>
              <a:buSzPts val="2800"/>
              <a:buNone/>
              <a:defRPr>
                <a:latin typeface="Roboto Light"/>
                <a:ea typeface="Roboto Light"/>
                <a:cs typeface="Roboto Light"/>
                <a:sym typeface="Roboto Light"/>
              </a:defRPr>
            </a:lvl3pPr>
            <a:lvl4pPr lvl="3" algn="l">
              <a:lnSpc>
                <a:spcPct val="100000"/>
              </a:lnSpc>
              <a:spcBef>
                <a:spcPts val="0"/>
              </a:spcBef>
              <a:spcAft>
                <a:spcPts val="0"/>
              </a:spcAft>
              <a:buSzPts val="2800"/>
              <a:buNone/>
              <a:defRPr>
                <a:latin typeface="Roboto Light"/>
                <a:ea typeface="Roboto Light"/>
                <a:cs typeface="Roboto Light"/>
                <a:sym typeface="Roboto Light"/>
              </a:defRPr>
            </a:lvl4pPr>
            <a:lvl5pPr lvl="4" algn="l">
              <a:lnSpc>
                <a:spcPct val="100000"/>
              </a:lnSpc>
              <a:spcBef>
                <a:spcPts val="0"/>
              </a:spcBef>
              <a:spcAft>
                <a:spcPts val="0"/>
              </a:spcAft>
              <a:buSzPts val="2800"/>
              <a:buNone/>
              <a:defRPr>
                <a:latin typeface="Roboto Light"/>
                <a:ea typeface="Roboto Light"/>
                <a:cs typeface="Roboto Light"/>
                <a:sym typeface="Roboto Light"/>
              </a:defRPr>
            </a:lvl5pPr>
            <a:lvl6pPr lvl="5" algn="l">
              <a:lnSpc>
                <a:spcPct val="100000"/>
              </a:lnSpc>
              <a:spcBef>
                <a:spcPts val="0"/>
              </a:spcBef>
              <a:spcAft>
                <a:spcPts val="0"/>
              </a:spcAft>
              <a:buSzPts val="2800"/>
              <a:buNone/>
              <a:defRPr>
                <a:latin typeface="Roboto Light"/>
                <a:ea typeface="Roboto Light"/>
                <a:cs typeface="Roboto Light"/>
                <a:sym typeface="Roboto Light"/>
              </a:defRPr>
            </a:lvl6pPr>
            <a:lvl7pPr lvl="6" algn="l">
              <a:lnSpc>
                <a:spcPct val="100000"/>
              </a:lnSpc>
              <a:spcBef>
                <a:spcPts val="0"/>
              </a:spcBef>
              <a:spcAft>
                <a:spcPts val="0"/>
              </a:spcAft>
              <a:buSzPts val="2800"/>
              <a:buNone/>
              <a:defRPr>
                <a:latin typeface="Roboto Light"/>
                <a:ea typeface="Roboto Light"/>
                <a:cs typeface="Roboto Light"/>
                <a:sym typeface="Roboto Light"/>
              </a:defRPr>
            </a:lvl7pPr>
            <a:lvl8pPr lvl="7" algn="l">
              <a:lnSpc>
                <a:spcPct val="100000"/>
              </a:lnSpc>
              <a:spcBef>
                <a:spcPts val="0"/>
              </a:spcBef>
              <a:spcAft>
                <a:spcPts val="0"/>
              </a:spcAft>
              <a:buSzPts val="2800"/>
              <a:buNone/>
              <a:defRPr>
                <a:latin typeface="Roboto Light"/>
                <a:ea typeface="Roboto Light"/>
                <a:cs typeface="Roboto Light"/>
                <a:sym typeface="Roboto Light"/>
              </a:defRPr>
            </a:lvl8pPr>
            <a:lvl9pPr lvl="8" algn="l">
              <a:lnSpc>
                <a:spcPct val="100000"/>
              </a:lnSpc>
              <a:spcBef>
                <a:spcPts val="0"/>
              </a:spcBef>
              <a:spcAft>
                <a:spcPts val="0"/>
              </a:spcAft>
              <a:buSzPts val="2800"/>
              <a:buNone/>
              <a:defRPr>
                <a:latin typeface="Roboto Light"/>
                <a:ea typeface="Roboto Light"/>
                <a:cs typeface="Roboto Light"/>
                <a:sym typeface="Roboto Light"/>
              </a:defRPr>
            </a:lvl9pPr>
          </a:lstStyle>
          <a:p/>
        </p:txBody>
      </p:sp>
      <p:sp>
        <p:nvSpPr>
          <p:cNvPr id="106" name="Google Shape;106;p14"/>
          <p:cNvSpPr/>
          <p:nvPr/>
        </p:nvSpPr>
        <p:spPr>
          <a:xfrm>
            <a:off x="3657500" y="914400"/>
            <a:ext cx="1828800" cy="1828800"/>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7" name="Google Shape;107;p14"/>
          <p:cNvSpPr txBox="1"/>
          <p:nvPr>
            <p:ph idx="1" type="subTitle"/>
          </p:nvPr>
        </p:nvSpPr>
        <p:spPr>
          <a:xfrm>
            <a:off x="41700" y="3746925"/>
            <a:ext cx="9102300" cy="549000"/>
          </a:xfrm>
          <a:prstGeom prst="rect">
            <a:avLst/>
          </a:prstGeom>
          <a:noFill/>
          <a:ln>
            <a:noFill/>
          </a:ln>
        </p:spPr>
        <p:txBody>
          <a:bodyPr anchorCtr="0" anchor="ctr" bIns="91425" lIns="0" spcFirstLastPara="1" rIns="91425" wrap="square" tIns="0">
            <a:noAutofit/>
          </a:bodyPr>
          <a:lstStyle>
            <a:lvl1pPr lvl="0" algn="ctr">
              <a:lnSpc>
                <a:spcPct val="115000"/>
              </a:lnSpc>
              <a:spcBef>
                <a:spcPts val="0"/>
              </a:spcBef>
              <a:spcAft>
                <a:spcPts val="0"/>
              </a:spcAft>
              <a:buClr>
                <a:schemeClr val="lt1"/>
              </a:buClr>
              <a:buSzPts val="2800"/>
              <a:buNone/>
              <a:defRPr sz="2800">
                <a:solidFill>
                  <a:schemeClr val="lt1"/>
                </a:solidFill>
              </a:defRPr>
            </a:lvl1pPr>
            <a:lvl2pPr lvl="1" algn="l">
              <a:lnSpc>
                <a:spcPct val="115000"/>
              </a:lnSpc>
              <a:spcBef>
                <a:spcPts val="0"/>
              </a:spcBef>
              <a:spcAft>
                <a:spcPts val="0"/>
              </a:spcAft>
              <a:buClr>
                <a:schemeClr val="lt1"/>
              </a:buClr>
              <a:buSzPts val="1800"/>
              <a:buNone/>
              <a:defRPr>
                <a:solidFill>
                  <a:schemeClr val="lt1"/>
                </a:solidFill>
              </a:defRPr>
            </a:lvl2pPr>
            <a:lvl3pPr lvl="2" algn="l">
              <a:lnSpc>
                <a:spcPct val="115000"/>
              </a:lnSpc>
              <a:spcBef>
                <a:spcPts val="0"/>
              </a:spcBef>
              <a:spcAft>
                <a:spcPts val="0"/>
              </a:spcAft>
              <a:buClr>
                <a:schemeClr val="lt1"/>
              </a:buClr>
              <a:buSzPts val="1800"/>
              <a:buNone/>
              <a:defRPr>
                <a:solidFill>
                  <a:schemeClr val="lt1"/>
                </a:solidFill>
              </a:defRPr>
            </a:lvl3pPr>
            <a:lvl4pPr lvl="3" algn="l">
              <a:lnSpc>
                <a:spcPct val="115000"/>
              </a:lnSpc>
              <a:spcBef>
                <a:spcPts val="0"/>
              </a:spcBef>
              <a:spcAft>
                <a:spcPts val="0"/>
              </a:spcAft>
              <a:buClr>
                <a:schemeClr val="lt1"/>
              </a:buClr>
              <a:buSzPts val="1800"/>
              <a:buNone/>
              <a:defRPr>
                <a:solidFill>
                  <a:schemeClr val="lt1"/>
                </a:solidFill>
              </a:defRPr>
            </a:lvl4pPr>
            <a:lvl5pPr lvl="4" algn="l">
              <a:lnSpc>
                <a:spcPct val="115000"/>
              </a:lnSpc>
              <a:spcBef>
                <a:spcPts val="0"/>
              </a:spcBef>
              <a:spcAft>
                <a:spcPts val="0"/>
              </a:spcAft>
              <a:buClr>
                <a:schemeClr val="lt1"/>
              </a:buClr>
              <a:buSzPts val="1800"/>
              <a:buNone/>
              <a:defRPr>
                <a:solidFill>
                  <a:schemeClr val="lt1"/>
                </a:solidFill>
              </a:defRPr>
            </a:lvl5pPr>
            <a:lvl6pPr lvl="5" algn="l">
              <a:lnSpc>
                <a:spcPct val="115000"/>
              </a:lnSpc>
              <a:spcBef>
                <a:spcPts val="0"/>
              </a:spcBef>
              <a:spcAft>
                <a:spcPts val="0"/>
              </a:spcAft>
              <a:buClr>
                <a:schemeClr val="lt1"/>
              </a:buClr>
              <a:buSzPts val="1800"/>
              <a:buNone/>
              <a:defRPr>
                <a:solidFill>
                  <a:schemeClr val="lt1"/>
                </a:solidFill>
              </a:defRPr>
            </a:lvl6pPr>
            <a:lvl7pPr lvl="6" algn="l">
              <a:lnSpc>
                <a:spcPct val="115000"/>
              </a:lnSpc>
              <a:spcBef>
                <a:spcPts val="0"/>
              </a:spcBef>
              <a:spcAft>
                <a:spcPts val="0"/>
              </a:spcAft>
              <a:buClr>
                <a:schemeClr val="lt1"/>
              </a:buClr>
              <a:buSzPts val="1800"/>
              <a:buNone/>
              <a:defRPr>
                <a:solidFill>
                  <a:schemeClr val="lt1"/>
                </a:solidFill>
              </a:defRPr>
            </a:lvl7pPr>
            <a:lvl8pPr lvl="7" algn="l">
              <a:lnSpc>
                <a:spcPct val="115000"/>
              </a:lnSpc>
              <a:spcBef>
                <a:spcPts val="0"/>
              </a:spcBef>
              <a:spcAft>
                <a:spcPts val="0"/>
              </a:spcAft>
              <a:buClr>
                <a:schemeClr val="lt1"/>
              </a:buClr>
              <a:buSzPts val="1800"/>
              <a:buNone/>
              <a:defRPr>
                <a:solidFill>
                  <a:schemeClr val="lt1"/>
                </a:solidFill>
              </a:defRPr>
            </a:lvl8pPr>
            <a:lvl9pPr lvl="8" algn="l">
              <a:lnSpc>
                <a:spcPct val="115000"/>
              </a:lnSpc>
              <a:spcBef>
                <a:spcPts val="0"/>
              </a:spcBef>
              <a:spcAft>
                <a:spcPts val="0"/>
              </a:spcAft>
              <a:buClr>
                <a:schemeClr val="lt1"/>
              </a:buClr>
              <a:buSzPts val="1800"/>
              <a:buNone/>
              <a:defRPr>
                <a:solidFill>
                  <a:schemeClr val="lt1"/>
                </a:solidFill>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A - Next class">
  <p:cSld name="CUSTOM_10_1_1_1_2_2_1">
    <p:bg>
      <p:bgPr>
        <a:solidFill>
          <a:schemeClr val="dk2"/>
        </a:solidFill>
      </p:bgPr>
    </p:bg>
    <p:spTree>
      <p:nvGrpSpPr>
        <p:cNvPr id="108" name="Shape 108"/>
        <p:cNvGrpSpPr/>
        <p:nvPr/>
      </p:nvGrpSpPr>
      <p:grpSpPr>
        <a:xfrm>
          <a:off x="0" y="0"/>
          <a:ext cx="0" cy="0"/>
          <a:chOff x="0" y="0"/>
          <a:chExt cx="0" cy="0"/>
        </a:xfrm>
      </p:grpSpPr>
      <p:sp>
        <p:nvSpPr>
          <p:cNvPr id="109" name="Google Shape;109;p15"/>
          <p:cNvSpPr txBox="1"/>
          <p:nvPr/>
        </p:nvSpPr>
        <p:spPr>
          <a:xfrm>
            <a:off x="0" y="3077800"/>
            <a:ext cx="9144000" cy="752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0" i="0" lang="en" sz="4000" u="none" cap="none" strike="noStrike">
                <a:solidFill>
                  <a:schemeClr val="lt1"/>
                </a:solidFill>
                <a:latin typeface="Roboto"/>
                <a:ea typeface="Roboto"/>
                <a:cs typeface="Roboto"/>
                <a:sym typeface="Roboto"/>
              </a:rPr>
              <a:t>Next </a:t>
            </a:r>
            <a:r>
              <a:rPr lang="en" sz="4000">
                <a:solidFill>
                  <a:schemeClr val="lt1"/>
                </a:solidFill>
                <a:latin typeface="Roboto"/>
                <a:ea typeface="Roboto"/>
                <a:cs typeface="Roboto"/>
                <a:sym typeface="Roboto"/>
              </a:rPr>
              <a:t>c</a:t>
            </a:r>
            <a:r>
              <a:rPr b="0" i="0" lang="en" sz="4000" u="none" cap="none" strike="noStrike">
                <a:solidFill>
                  <a:schemeClr val="lt1"/>
                </a:solidFill>
                <a:latin typeface="Roboto"/>
                <a:ea typeface="Roboto"/>
                <a:cs typeface="Roboto"/>
                <a:sym typeface="Roboto"/>
              </a:rPr>
              <a:t>lass</a:t>
            </a:r>
            <a:endParaRPr b="0" i="0" sz="4000" u="none" cap="none" strike="noStrike">
              <a:solidFill>
                <a:schemeClr val="lt1"/>
              </a:solidFill>
              <a:latin typeface="Roboto"/>
              <a:ea typeface="Roboto"/>
              <a:cs typeface="Roboto"/>
              <a:sym typeface="Roboto"/>
            </a:endParaRPr>
          </a:p>
        </p:txBody>
      </p:sp>
      <p:sp>
        <p:nvSpPr>
          <p:cNvPr id="110" name="Google Shape;110;p15"/>
          <p:cNvSpPr/>
          <p:nvPr/>
        </p:nvSpPr>
        <p:spPr>
          <a:xfrm>
            <a:off x="3657500" y="914400"/>
            <a:ext cx="1828800" cy="1828800"/>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1" name="Google Shape;111;p15"/>
          <p:cNvSpPr/>
          <p:nvPr/>
        </p:nvSpPr>
        <p:spPr>
          <a:xfrm>
            <a:off x="4429130" y="1541930"/>
            <a:ext cx="285844" cy="574072"/>
          </a:xfrm>
          <a:custGeom>
            <a:rect b="b" l="l" r="r" t="t"/>
            <a:pathLst>
              <a:path extrusionOk="0" fill="none" h="206130" w="102637">
                <a:moveTo>
                  <a:pt x="0" y="1"/>
                </a:moveTo>
                <a:lnTo>
                  <a:pt x="102637" y="103065"/>
                </a:lnTo>
                <a:lnTo>
                  <a:pt x="0" y="206129"/>
                </a:lnTo>
              </a:path>
            </a:pathLst>
          </a:custGeom>
          <a:solidFill>
            <a:srgbClr val="FFFFFF"/>
          </a:solidFill>
          <a:ln cap="rnd" cmpd="sng" w="28575">
            <a:solidFill>
              <a:srgbClr val="28363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28363B"/>
              </a:solidFill>
              <a:latin typeface="Arial"/>
              <a:ea typeface="Arial"/>
              <a:cs typeface="Arial"/>
              <a:sym typeface="Arial"/>
            </a:endParaRPr>
          </a:p>
        </p:txBody>
      </p:sp>
      <p:sp>
        <p:nvSpPr>
          <p:cNvPr id="112" name="Google Shape;112;p15"/>
          <p:cNvSpPr txBox="1"/>
          <p:nvPr>
            <p:ph idx="1" type="subTitle"/>
          </p:nvPr>
        </p:nvSpPr>
        <p:spPr>
          <a:xfrm>
            <a:off x="41700" y="3746925"/>
            <a:ext cx="9102300" cy="549000"/>
          </a:xfrm>
          <a:prstGeom prst="rect">
            <a:avLst/>
          </a:prstGeom>
          <a:noFill/>
          <a:ln>
            <a:noFill/>
          </a:ln>
        </p:spPr>
        <p:txBody>
          <a:bodyPr anchorCtr="0" anchor="ctr" bIns="91425" lIns="0" spcFirstLastPara="1" rIns="91425" wrap="square" tIns="0">
            <a:noAutofit/>
          </a:bodyPr>
          <a:lstStyle>
            <a:lvl1pPr lvl="0" algn="ctr">
              <a:lnSpc>
                <a:spcPct val="115000"/>
              </a:lnSpc>
              <a:spcBef>
                <a:spcPts val="0"/>
              </a:spcBef>
              <a:spcAft>
                <a:spcPts val="0"/>
              </a:spcAft>
              <a:buClr>
                <a:schemeClr val="lt1"/>
              </a:buClr>
              <a:buSzPts val="2800"/>
              <a:buNone/>
              <a:defRPr sz="2800">
                <a:solidFill>
                  <a:schemeClr val="lt1"/>
                </a:solidFill>
              </a:defRPr>
            </a:lvl1pPr>
            <a:lvl2pPr lvl="1" algn="l">
              <a:lnSpc>
                <a:spcPct val="115000"/>
              </a:lnSpc>
              <a:spcBef>
                <a:spcPts val="0"/>
              </a:spcBef>
              <a:spcAft>
                <a:spcPts val="0"/>
              </a:spcAft>
              <a:buClr>
                <a:schemeClr val="lt1"/>
              </a:buClr>
              <a:buSzPts val="1800"/>
              <a:buNone/>
              <a:defRPr>
                <a:solidFill>
                  <a:schemeClr val="lt1"/>
                </a:solidFill>
              </a:defRPr>
            </a:lvl2pPr>
            <a:lvl3pPr lvl="2" algn="l">
              <a:lnSpc>
                <a:spcPct val="115000"/>
              </a:lnSpc>
              <a:spcBef>
                <a:spcPts val="0"/>
              </a:spcBef>
              <a:spcAft>
                <a:spcPts val="0"/>
              </a:spcAft>
              <a:buClr>
                <a:schemeClr val="lt1"/>
              </a:buClr>
              <a:buSzPts val="1800"/>
              <a:buNone/>
              <a:defRPr>
                <a:solidFill>
                  <a:schemeClr val="lt1"/>
                </a:solidFill>
              </a:defRPr>
            </a:lvl3pPr>
            <a:lvl4pPr lvl="3" algn="l">
              <a:lnSpc>
                <a:spcPct val="115000"/>
              </a:lnSpc>
              <a:spcBef>
                <a:spcPts val="0"/>
              </a:spcBef>
              <a:spcAft>
                <a:spcPts val="0"/>
              </a:spcAft>
              <a:buClr>
                <a:schemeClr val="lt1"/>
              </a:buClr>
              <a:buSzPts val="1800"/>
              <a:buNone/>
              <a:defRPr>
                <a:solidFill>
                  <a:schemeClr val="lt1"/>
                </a:solidFill>
              </a:defRPr>
            </a:lvl4pPr>
            <a:lvl5pPr lvl="4" algn="l">
              <a:lnSpc>
                <a:spcPct val="115000"/>
              </a:lnSpc>
              <a:spcBef>
                <a:spcPts val="0"/>
              </a:spcBef>
              <a:spcAft>
                <a:spcPts val="0"/>
              </a:spcAft>
              <a:buClr>
                <a:schemeClr val="lt1"/>
              </a:buClr>
              <a:buSzPts val="1800"/>
              <a:buNone/>
              <a:defRPr>
                <a:solidFill>
                  <a:schemeClr val="lt1"/>
                </a:solidFill>
              </a:defRPr>
            </a:lvl5pPr>
            <a:lvl6pPr lvl="5" algn="l">
              <a:lnSpc>
                <a:spcPct val="115000"/>
              </a:lnSpc>
              <a:spcBef>
                <a:spcPts val="0"/>
              </a:spcBef>
              <a:spcAft>
                <a:spcPts val="0"/>
              </a:spcAft>
              <a:buClr>
                <a:schemeClr val="lt1"/>
              </a:buClr>
              <a:buSzPts val="1800"/>
              <a:buNone/>
              <a:defRPr>
                <a:solidFill>
                  <a:schemeClr val="lt1"/>
                </a:solidFill>
              </a:defRPr>
            </a:lvl6pPr>
            <a:lvl7pPr lvl="6" algn="l">
              <a:lnSpc>
                <a:spcPct val="115000"/>
              </a:lnSpc>
              <a:spcBef>
                <a:spcPts val="0"/>
              </a:spcBef>
              <a:spcAft>
                <a:spcPts val="0"/>
              </a:spcAft>
              <a:buClr>
                <a:schemeClr val="lt1"/>
              </a:buClr>
              <a:buSzPts val="1800"/>
              <a:buNone/>
              <a:defRPr>
                <a:solidFill>
                  <a:schemeClr val="lt1"/>
                </a:solidFill>
              </a:defRPr>
            </a:lvl7pPr>
            <a:lvl8pPr lvl="7" algn="l">
              <a:lnSpc>
                <a:spcPct val="115000"/>
              </a:lnSpc>
              <a:spcBef>
                <a:spcPts val="0"/>
              </a:spcBef>
              <a:spcAft>
                <a:spcPts val="0"/>
              </a:spcAft>
              <a:buClr>
                <a:schemeClr val="lt1"/>
              </a:buClr>
              <a:buSzPts val="1800"/>
              <a:buNone/>
              <a:defRPr>
                <a:solidFill>
                  <a:schemeClr val="lt1"/>
                </a:solidFill>
              </a:defRPr>
            </a:lvl8pPr>
            <a:lvl9pPr lvl="8" algn="l">
              <a:lnSpc>
                <a:spcPct val="115000"/>
              </a:lnSpc>
              <a:spcBef>
                <a:spcPts val="0"/>
              </a:spcBef>
              <a:spcAft>
                <a:spcPts val="0"/>
              </a:spcAft>
              <a:buClr>
                <a:schemeClr val="lt1"/>
              </a:buClr>
              <a:buSzPts val="1800"/>
              <a:buNone/>
              <a:defRPr>
                <a:solidFill>
                  <a:schemeClr val="lt1"/>
                </a:solidFill>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A - Time to Code">
  <p:cSld name="CUSTOM_10_1_1_1_2_2_1_1">
    <p:bg>
      <p:bgPr>
        <a:solidFill>
          <a:schemeClr val="dk2"/>
        </a:solidFill>
      </p:bgPr>
    </p:bg>
    <p:spTree>
      <p:nvGrpSpPr>
        <p:cNvPr id="113" name="Shape 113"/>
        <p:cNvGrpSpPr/>
        <p:nvPr/>
      </p:nvGrpSpPr>
      <p:grpSpPr>
        <a:xfrm>
          <a:off x="0" y="0"/>
          <a:ext cx="0" cy="0"/>
          <a:chOff x="0" y="0"/>
          <a:chExt cx="0" cy="0"/>
        </a:xfrm>
      </p:grpSpPr>
      <p:sp>
        <p:nvSpPr>
          <p:cNvPr id="114" name="Google Shape;114;p16"/>
          <p:cNvSpPr txBox="1"/>
          <p:nvPr/>
        </p:nvSpPr>
        <p:spPr>
          <a:xfrm>
            <a:off x="5901175" y="3977950"/>
            <a:ext cx="2785500" cy="434400"/>
          </a:xfrm>
          <a:prstGeom prst="rect">
            <a:avLst/>
          </a:prstGeom>
          <a:noFill/>
          <a:ln>
            <a:noFill/>
          </a:ln>
        </p:spPr>
        <p:txBody>
          <a:bodyPr anchorCtr="0" anchor="ctr" bIns="0" lIns="640075"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1" i="0" lang="en" sz="1800" u="none" cap="none" strike="noStrike">
                <a:solidFill>
                  <a:schemeClr val="lt1"/>
                </a:solidFill>
                <a:latin typeface="Roboto"/>
                <a:ea typeface="Roboto"/>
                <a:cs typeface="Roboto"/>
                <a:sym typeface="Roboto"/>
              </a:rPr>
              <a:t>Suggested Time:</a:t>
            </a:r>
            <a:endParaRPr b="1" i="0" sz="1800" u="none" cap="none" strike="noStrike">
              <a:solidFill>
                <a:schemeClr val="lt1"/>
              </a:solidFill>
              <a:latin typeface="Roboto"/>
              <a:ea typeface="Roboto"/>
              <a:cs typeface="Roboto"/>
              <a:sym typeface="Roboto"/>
            </a:endParaRPr>
          </a:p>
        </p:txBody>
      </p:sp>
      <p:sp>
        <p:nvSpPr>
          <p:cNvPr id="115" name="Google Shape;115;p16"/>
          <p:cNvSpPr txBox="1"/>
          <p:nvPr/>
        </p:nvSpPr>
        <p:spPr>
          <a:xfrm>
            <a:off x="0" y="3086100"/>
            <a:ext cx="9144000" cy="6795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0" i="0" lang="en" sz="4000" u="none" cap="none" strike="noStrike">
                <a:solidFill>
                  <a:schemeClr val="lt1"/>
                </a:solidFill>
                <a:latin typeface="Roboto"/>
                <a:ea typeface="Roboto"/>
                <a:cs typeface="Roboto"/>
                <a:sym typeface="Roboto"/>
              </a:rPr>
              <a:t>Time to </a:t>
            </a:r>
            <a:r>
              <a:rPr lang="en" sz="4000">
                <a:solidFill>
                  <a:schemeClr val="lt1"/>
                </a:solidFill>
                <a:latin typeface="Roboto"/>
                <a:ea typeface="Roboto"/>
                <a:cs typeface="Roboto"/>
                <a:sym typeface="Roboto"/>
              </a:rPr>
              <a:t>c</a:t>
            </a:r>
            <a:r>
              <a:rPr b="0" i="0" lang="en" sz="4000" u="none" cap="none" strike="noStrike">
                <a:solidFill>
                  <a:schemeClr val="lt1"/>
                </a:solidFill>
                <a:latin typeface="Roboto"/>
                <a:ea typeface="Roboto"/>
                <a:cs typeface="Roboto"/>
                <a:sym typeface="Roboto"/>
              </a:rPr>
              <a:t>ode</a:t>
            </a:r>
            <a:endParaRPr b="0" i="0" sz="4000" u="none" cap="none" strike="noStrike">
              <a:solidFill>
                <a:schemeClr val="lt1"/>
              </a:solidFill>
              <a:latin typeface="Roboto"/>
              <a:ea typeface="Roboto"/>
              <a:cs typeface="Roboto"/>
              <a:sym typeface="Roboto"/>
            </a:endParaRPr>
          </a:p>
        </p:txBody>
      </p:sp>
      <p:sp>
        <p:nvSpPr>
          <p:cNvPr id="116" name="Google Shape;116;p16"/>
          <p:cNvSpPr/>
          <p:nvPr/>
        </p:nvSpPr>
        <p:spPr>
          <a:xfrm>
            <a:off x="3657600" y="914400"/>
            <a:ext cx="1828800" cy="1828800"/>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17" name="Google Shape;117;p16"/>
          <p:cNvPicPr preferRelativeResize="0"/>
          <p:nvPr/>
        </p:nvPicPr>
        <p:blipFill rotWithShape="1">
          <a:blip r:embed="rId2">
            <a:alphaModFix/>
          </a:blip>
          <a:srcRect b="0" l="0" r="0" t="0"/>
          <a:stretch/>
        </p:blipFill>
        <p:spPr>
          <a:xfrm>
            <a:off x="3994290" y="1424853"/>
            <a:ext cx="1155368" cy="818142"/>
          </a:xfrm>
          <a:prstGeom prst="rect">
            <a:avLst/>
          </a:prstGeom>
          <a:noFill/>
          <a:ln>
            <a:noFill/>
          </a:ln>
        </p:spPr>
      </p:pic>
      <p:sp>
        <p:nvSpPr>
          <p:cNvPr id="118" name="Google Shape;118;p16"/>
          <p:cNvSpPr txBox="1"/>
          <p:nvPr>
            <p:ph idx="1" type="subTitle"/>
          </p:nvPr>
        </p:nvSpPr>
        <p:spPr>
          <a:xfrm>
            <a:off x="5029200" y="4245725"/>
            <a:ext cx="3657600" cy="323100"/>
          </a:xfrm>
          <a:prstGeom prst="rect">
            <a:avLst/>
          </a:prstGeom>
          <a:noFill/>
          <a:ln>
            <a:noFill/>
          </a:ln>
        </p:spPr>
        <p:txBody>
          <a:bodyPr anchorCtr="0" anchor="t" bIns="91425" lIns="0" spcFirstLastPara="1" rIns="0" wrap="square" tIns="91425">
            <a:noAutofit/>
          </a:bodyPr>
          <a:lstStyle>
            <a:lvl1pPr lvl="0" rtl="0" algn="r">
              <a:lnSpc>
                <a:spcPct val="115000"/>
              </a:lnSpc>
              <a:spcBef>
                <a:spcPts val="0"/>
              </a:spcBef>
              <a:spcAft>
                <a:spcPts val="0"/>
              </a:spcAft>
              <a:buClr>
                <a:schemeClr val="lt1"/>
              </a:buClr>
              <a:buSzPts val="1800"/>
              <a:buNone/>
              <a:defRPr>
                <a:solidFill>
                  <a:schemeClr val="lt1"/>
                </a:solidFill>
              </a:defRPr>
            </a:lvl1pPr>
            <a:lvl2pPr lvl="1" rtl="0" algn="r">
              <a:lnSpc>
                <a:spcPct val="115000"/>
              </a:lnSpc>
              <a:spcBef>
                <a:spcPts val="0"/>
              </a:spcBef>
              <a:spcAft>
                <a:spcPts val="0"/>
              </a:spcAft>
              <a:buClr>
                <a:schemeClr val="lt1"/>
              </a:buClr>
              <a:buSzPts val="1800"/>
              <a:buNone/>
              <a:defRPr>
                <a:solidFill>
                  <a:schemeClr val="lt1"/>
                </a:solidFill>
              </a:defRPr>
            </a:lvl2pPr>
            <a:lvl3pPr lvl="2" rtl="0" algn="r">
              <a:lnSpc>
                <a:spcPct val="115000"/>
              </a:lnSpc>
              <a:spcBef>
                <a:spcPts val="0"/>
              </a:spcBef>
              <a:spcAft>
                <a:spcPts val="0"/>
              </a:spcAft>
              <a:buClr>
                <a:schemeClr val="lt1"/>
              </a:buClr>
              <a:buSzPts val="1800"/>
              <a:buNone/>
              <a:defRPr>
                <a:solidFill>
                  <a:schemeClr val="lt1"/>
                </a:solidFill>
              </a:defRPr>
            </a:lvl3pPr>
            <a:lvl4pPr lvl="3" rtl="0" algn="r">
              <a:lnSpc>
                <a:spcPct val="115000"/>
              </a:lnSpc>
              <a:spcBef>
                <a:spcPts val="0"/>
              </a:spcBef>
              <a:spcAft>
                <a:spcPts val="0"/>
              </a:spcAft>
              <a:buClr>
                <a:schemeClr val="lt1"/>
              </a:buClr>
              <a:buSzPts val="1800"/>
              <a:buNone/>
              <a:defRPr>
                <a:solidFill>
                  <a:schemeClr val="lt1"/>
                </a:solidFill>
              </a:defRPr>
            </a:lvl4pPr>
            <a:lvl5pPr lvl="4" rtl="0" algn="r">
              <a:lnSpc>
                <a:spcPct val="115000"/>
              </a:lnSpc>
              <a:spcBef>
                <a:spcPts val="0"/>
              </a:spcBef>
              <a:spcAft>
                <a:spcPts val="0"/>
              </a:spcAft>
              <a:buClr>
                <a:schemeClr val="lt1"/>
              </a:buClr>
              <a:buSzPts val="1800"/>
              <a:buNone/>
              <a:defRPr>
                <a:solidFill>
                  <a:schemeClr val="lt1"/>
                </a:solidFill>
              </a:defRPr>
            </a:lvl5pPr>
            <a:lvl6pPr lvl="5" rtl="0" algn="r">
              <a:lnSpc>
                <a:spcPct val="115000"/>
              </a:lnSpc>
              <a:spcBef>
                <a:spcPts val="0"/>
              </a:spcBef>
              <a:spcAft>
                <a:spcPts val="0"/>
              </a:spcAft>
              <a:buClr>
                <a:schemeClr val="lt1"/>
              </a:buClr>
              <a:buSzPts val="1800"/>
              <a:buNone/>
              <a:defRPr>
                <a:solidFill>
                  <a:schemeClr val="lt1"/>
                </a:solidFill>
              </a:defRPr>
            </a:lvl6pPr>
            <a:lvl7pPr lvl="6" rtl="0" algn="r">
              <a:lnSpc>
                <a:spcPct val="115000"/>
              </a:lnSpc>
              <a:spcBef>
                <a:spcPts val="0"/>
              </a:spcBef>
              <a:spcAft>
                <a:spcPts val="0"/>
              </a:spcAft>
              <a:buClr>
                <a:schemeClr val="lt1"/>
              </a:buClr>
              <a:buSzPts val="1800"/>
              <a:buNone/>
              <a:defRPr>
                <a:solidFill>
                  <a:schemeClr val="lt1"/>
                </a:solidFill>
              </a:defRPr>
            </a:lvl7pPr>
            <a:lvl8pPr lvl="7" rtl="0" algn="r">
              <a:lnSpc>
                <a:spcPct val="115000"/>
              </a:lnSpc>
              <a:spcBef>
                <a:spcPts val="0"/>
              </a:spcBef>
              <a:spcAft>
                <a:spcPts val="0"/>
              </a:spcAft>
              <a:buClr>
                <a:schemeClr val="lt1"/>
              </a:buClr>
              <a:buSzPts val="1800"/>
              <a:buNone/>
              <a:defRPr>
                <a:solidFill>
                  <a:schemeClr val="lt1"/>
                </a:solidFill>
              </a:defRPr>
            </a:lvl8pPr>
            <a:lvl9pPr lvl="8" rtl="0" algn="r">
              <a:lnSpc>
                <a:spcPct val="115000"/>
              </a:lnSpc>
              <a:spcBef>
                <a:spcPts val="0"/>
              </a:spcBef>
              <a:spcAft>
                <a:spcPts val="0"/>
              </a:spcAft>
              <a:buClr>
                <a:schemeClr val="lt1"/>
              </a:buClr>
              <a:buSzPts val="1800"/>
              <a:buNone/>
              <a:defRPr>
                <a:solidFill>
                  <a:schemeClr val="lt1"/>
                </a:solidFill>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A - Challenge">
  <p:cSld name="CUSTOM_10_1_1_1_2_1_1">
    <p:bg>
      <p:bgPr>
        <a:solidFill>
          <a:schemeClr val="dk2"/>
        </a:solidFill>
      </p:bgPr>
    </p:bg>
    <p:spTree>
      <p:nvGrpSpPr>
        <p:cNvPr id="119" name="Shape 119"/>
        <p:cNvGrpSpPr/>
        <p:nvPr/>
      </p:nvGrpSpPr>
      <p:grpSpPr>
        <a:xfrm>
          <a:off x="0" y="0"/>
          <a:ext cx="0" cy="0"/>
          <a:chOff x="0" y="0"/>
          <a:chExt cx="0" cy="0"/>
        </a:xfrm>
      </p:grpSpPr>
      <p:sp>
        <p:nvSpPr>
          <p:cNvPr id="120" name="Google Shape;120;p17"/>
          <p:cNvSpPr txBox="1"/>
          <p:nvPr/>
        </p:nvSpPr>
        <p:spPr>
          <a:xfrm>
            <a:off x="0" y="3086100"/>
            <a:ext cx="9144000" cy="6045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0" i="0" lang="en" sz="4000" u="none" cap="none" strike="noStrike">
                <a:solidFill>
                  <a:schemeClr val="lt1"/>
                </a:solidFill>
                <a:latin typeface="Roboto"/>
                <a:ea typeface="Roboto"/>
                <a:cs typeface="Roboto"/>
                <a:sym typeface="Roboto"/>
              </a:rPr>
              <a:t>Challenge</a:t>
            </a:r>
            <a:endParaRPr b="0" i="0" sz="4000" u="none" cap="none" strike="noStrike">
              <a:solidFill>
                <a:schemeClr val="lt1"/>
              </a:solidFill>
              <a:latin typeface="Roboto Light"/>
              <a:ea typeface="Roboto Light"/>
              <a:cs typeface="Roboto Light"/>
              <a:sym typeface="Roboto Light"/>
            </a:endParaRPr>
          </a:p>
        </p:txBody>
      </p:sp>
      <p:sp>
        <p:nvSpPr>
          <p:cNvPr id="121" name="Google Shape;121;p17"/>
          <p:cNvSpPr txBox="1"/>
          <p:nvPr>
            <p:ph idx="1" type="subTitle"/>
          </p:nvPr>
        </p:nvSpPr>
        <p:spPr>
          <a:xfrm>
            <a:off x="41700" y="3746925"/>
            <a:ext cx="9102300" cy="549000"/>
          </a:xfrm>
          <a:prstGeom prst="rect">
            <a:avLst/>
          </a:prstGeom>
          <a:noFill/>
          <a:ln>
            <a:noFill/>
          </a:ln>
        </p:spPr>
        <p:txBody>
          <a:bodyPr anchorCtr="0" anchor="ctr" bIns="91425" lIns="0" spcFirstLastPara="1" rIns="91425" wrap="square" tIns="0">
            <a:noAutofit/>
          </a:bodyPr>
          <a:lstStyle>
            <a:lvl1pPr lvl="0" algn="ctr">
              <a:lnSpc>
                <a:spcPct val="115000"/>
              </a:lnSpc>
              <a:spcBef>
                <a:spcPts val="0"/>
              </a:spcBef>
              <a:spcAft>
                <a:spcPts val="0"/>
              </a:spcAft>
              <a:buClr>
                <a:schemeClr val="lt1"/>
              </a:buClr>
              <a:buSzPts val="2800"/>
              <a:buNone/>
              <a:defRPr sz="2800">
                <a:solidFill>
                  <a:schemeClr val="lt1"/>
                </a:solidFill>
              </a:defRPr>
            </a:lvl1pPr>
            <a:lvl2pPr lvl="1" algn="l">
              <a:lnSpc>
                <a:spcPct val="115000"/>
              </a:lnSpc>
              <a:spcBef>
                <a:spcPts val="0"/>
              </a:spcBef>
              <a:spcAft>
                <a:spcPts val="0"/>
              </a:spcAft>
              <a:buClr>
                <a:schemeClr val="lt1"/>
              </a:buClr>
              <a:buSzPts val="1800"/>
              <a:buNone/>
              <a:defRPr>
                <a:solidFill>
                  <a:schemeClr val="lt1"/>
                </a:solidFill>
              </a:defRPr>
            </a:lvl2pPr>
            <a:lvl3pPr lvl="2" algn="l">
              <a:lnSpc>
                <a:spcPct val="115000"/>
              </a:lnSpc>
              <a:spcBef>
                <a:spcPts val="0"/>
              </a:spcBef>
              <a:spcAft>
                <a:spcPts val="0"/>
              </a:spcAft>
              <a:buClr>
                <a:schemeClr val="lt1"/>
              </a:buClr>
              <a:buSzPts val="1800"/>
              <a:buNone/>
              <a:defRPr>
                <a:solidFill>
                  <a:schemeClr val="lt1"/>
                </a:solidFill>
              </a:defRPr>
            </a:lvl3pPr>
            <a:lvl4pPr lvl="3" algn="l">
              <a:lnSpc>
                <a:spcPct val="115000"/>
              </a:lnSpc>
              <a:spcBef>
                <a:spcPts val="0"/>
              </a:spcBef>
              <a:spcAft>
                <a:spcPts val="0"/>
              </a:spcAft>
              <a:buClr>
                <a:schemeClr val="lt1"/>
              </a:buClr>
              <a:buSzPts val="1800"/>
              <a:buNone/>
              <a:defRPr>
                <a:solidFill>
                  <a:schemeClr val="lt1"/>
                </a:solidFill>
              </a:defRPr>
            </a:lvl4pPr>
            <a:lvl5pPr lvl="4" algn="l">
              <a:lnSpc>
                <a:spcPct val="115000"/>
              </a:lnSpc>
              <a:spcBef>
                <a:spcPts val="0"/>
              </a:spcBef>
              <a:spcAft>
                <a:spcPts val="0"/>
              </a:spcAft>
              <a:buClr>
                <a:schemeClr val="lt1"/>
              </a:buClr>
              <a:buSzPts val="1800"/>
              <a:buNone/>
              <a:defRPr>
                <a:solidFill>
                  <a:schemeClr val="lt1"/>
                </a:solidFill>
              </a:defRPr>
            </a:lvl5pPr>
            <a:lvl6pPr lvl="5" algn="l">
              <a:lnSpc>
                <a:spcPct val="115000"/>
              </a:lnSpc>
              <a:spcBef>
                <a:spcPts val="0"/>
              </a:spcBef>
              <a:spcAft>
                <a:spcPts val="0"/>
              </a:spcAft>
              <a:buClr>
                <a:schemeClr val="lt1"/>
              </a:buClr>
              <a:buSzPts val="1800"/>
              <a:buNone/>
              <a:defRPr>
                <a:solidFill>
                  <a:schemeClr val="lt1"/>
                </a:solidFill>
              </a:defRPr>
            </a:lvl6pPr>
            <a:lvl7pPr lvl="6" algn="l">
              <a:lnSpc>
                <a:spcPct val="115000"/>
              </a:lnSpc>
              <a:spcBef>
                <a:spcPts val="0"/>
              </a:spcBef>
              <a:spcAft>
                <a:spcPts val="0"/>
              </a:spcAft>
              <a:buClr>
                <a:schemeClr val="lt1"/>
              </a:buClr>
              <a:buSzPts val="1800"/>
              <a:buNone/>
              <a:defRPr>
                <a:solidFill>
                  <a:schemeClr val="lt1"/>
                </a:solidFill>
              </a:defRPr>
            </a:lvl7pPr>
            <a:lvl8pPr lvl="7" algn="l">
              <a:lnSpc>
                <a:spcPct val="115000"/>
              </a:lnSpc>
              <a:spcBef>
                <a:spcPts val="0"/>
              </a:spcBef>
              <a:spcAft>
                <a:spcPts val="0"/>
              </a:spcAft>
              <a:buClr>
                <a:schemeClr val="lt1"/>
              </a:buClr>
              <a:buSzPts val="1800"/>
              <a:buNone/>
              <a:defRPr>
                <a:solidFill>
                  <a:schemeClr val="lt1"/>
                </a:solidFill>
              </a:defRPr>
            </a:lvl8pPr>
            <a:lvl9pPr lvl="8" algn="l">
              <a:lnSpc>
                <a:spcPct val="115000"/>
              </a:lnSpc>
              <a:spcBef>
                <a:spcPts val="0"/>
              </a:spcBef>
              <a:spcAft>
                <a:spcPts val="0"/>
              </a:spcAft>
              <a:buClr>
                <a:schemeClr val="lt1"/>
              </a:buClr>
              <a:buSzPts val="1800"/>
              <a:buNone/>
              <a:defRPr>
                <a:solidFill>
                  <a:schemeClr val="lt1"/>
                </a:solidFill>
              </a:defRPr>
            </a:lvl9pPr>
          </a:lstStyle>
          <a:p/>
        </p:txBody>
      </p:sp>
      <p:sp>
        <p:nvSpPr>
          <p:cNvPr id="122" name="Google Shape;122;p17"/>
          <p:cNvSpPr/>
          <p:nvPr/>
        </p:nvSpPr>
        <p:spPr>
          <a:xfrm>
            <a:off x="3657600" y="914400"/>
            <a:ext cx="1820700" cy="1820700"/>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23" name="Google Shape;123;p17"/>
          <p:cNvPicPr preferRelativeResize="0"/>
          <p:nvPr/>
        </p:nvPicPr>
        <p:blipFill rotWithShape="1">
          <a:blip r:embed="rId2">
            <a:alphaModFix/>
          </a:blip>
          <a:srcRect b="0" l="0" r="0" t="0"/>
          <a:stretch/>
        </p:blipFill>
        <p:spPr>
          <a:xfrm>
            <a:off x="3872546" y="1094559"/>
            <a:ext cx="1390807" cy="1212461"/>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A - Course overview">
  <p:cSld name="CUSTOM_10_1_1_1_2_1_1_1">
    <p:bg>
      <p:bgPr>
        <a:solidFill>
          <a:schemeClr val="dk2"/>
        </a:solidFill>
      </p:bgPr>
    </p:bg>
    <p:spTree>
      <p:nvGrpSpPr>
        <p:cNvPr id="124" name="Shape 124"/>
        <p:cNvGrpSpPr/>
        <p:nvPr/>
      </p:nvGrpSpPr>
      <p:grpSpPr>
        <a:xfrm>
          <a:off x="0" y="0"/>
          <a:ext cx="0" cy="0"/>
          <a:chOff x="0" y="0"/>
          <a:chExt cx="0" cy="0"/>
        </a:xfrm>
      </p:grpSpPr>
      <p:sp>
        <p:nvSpPr>
          <p:cNvPr id="125" name="Google Shape;125;p18"/>
          <p:cNvSpPr txBox="1"/>
          <p:nvPr/>
        </p:nvSpPr>
        <p:spPr>
          <a:xfrm>
            <a:off x="0" y="3086100"/>
            <a:ext cx="9144000" cy="6045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0" i="0" lang="en" sz="4000" u="none" cap="none" strike="noStrike">
                <a:solidFill>
                  <a:schemeClr val="lt1"/>
                </a:solidFill>
                <a:latin typeface="Roboto"/>
                <a:ea typeface="Roboto"/>
                <a:cs typeface="Roboto"/>
                <a:sym typeface="Roboto"/>
              </a:rPr>
              <a:t>C</a:t>
            </a:r>
            <a:r>
              <a:rPr lang="en" sz="4000">
                <a:solidFill>
                  <a:schemeClr val="lt1"/>
                </a:solidFill>
                <a:latin typeface="Roboto"/>
                <a:ea typeface="Roboto"/>
                <a:cs typeface="Roboto"/>
                <a:sym typeface="Roboto"/>
              </a:rPr>
              <a:t>ourse overview</a:t>
            </a:r>
            <a:endParaRPr b="0" i="0" sz="4000" u="none" cap="none" strike="noStrike">
              <a:solidFill>
                <a:schemeClr val="lt1"/>
              </a:solidFill>
              <a:latin typeface="Roboto Light"/>
              <a:ea typeface="Roboto Light"/>
              <a:cs typeface="Roboto Light"/>
              <a:sym typeface="Roboto Light"/>
            </a:endParaRPr>
          </a:p>
        </p:txBody>
      </p:sp>
      <p:sp>
        <p:nvSpPr>
          <p:cNvPr id="126" name="Google Shape;126;p18"/>
          <p:cNvSpPr txBox="1"/>
          <p:nvPr>
            <p:ph idx="1" type="subTitle"/>
          </p:nvPr>
        </p:nvSpPr>
        <p:spPr>
          <a:xfrm>
            <a:off x="41700" y="3746925"/>
            <a:ext cx="9102300" cy="549000"/>
          </a:xfrm>
          <a:prstGeom prst="rect">
            <a:avLst/>
          </a:prstGeom>
          <a:noFill/>
          <a:ln>
            <a:noFill/>
          </a:ln>
        </p:spPr>
        <p:txBody>
          <a:bodyPr anchorCtr="0" anchor="ctr" bIns="91425" lIns="0" spcFirstLastPara="1" rIns="91425" wrap="square" tIns="0">
            <a:noAutofit/>
          </a:bodyPr>
          <a:lstStyle>
            <a:lvl1pPr lvl="0" rtl="0" algn="ctr">
              <a:lnSpc>
                <a:spcPct val="115000"/>
              </a:lnSpc>
              <a:spcBef>
                <a:spcPts val="0"/>
              </a:spcBef>
              <a:spcAft>
                <a:spcPts val="0"/>
              </a:spcAft>
              <a:buClr>
                <a:schemeClr val="lt1"/>
              </a:buClr>
              <a:buSzPts val="2800"/>
              <a:buNone/>
              <a:defRPr sz="2800">
                <a:solidFill>
                  <a:schemeClr val="lt1"/>
                </a:solidFill>
              </a:defRPr>
            </a:lvl1pPr>
            <a:lvl2pPr lvl="1" rtl="0" algn="l">
              <a:lnSpc>
                <a:spcPct val="115000"/>
              </a:lnSpc>
              <a:spcBef>
                <a:spcPts val="0"/>
              </a:spcBef>
              <a:spcAft>
                <a:spcPts val="0"/>
              </a:spcAft>
              <a:buClr>
                <a:schemeClr val="lt1"/>
              </a:buClr>
              <a:buSzPts val="1800"/>
              <a:buNone/>
              <a:defRPr>
                <a:solidFill>
                  <a:schemeClr val="lt1"/>
                </a:solidFill>
              </a:defRPr>
            </a:lvl2pPr>
            <a:lvl3pPr lvl="2" rtl="0" algn="l">
              <a:lnSpc>
                <a:spcPct val="115000"/>
              </a:lnSpc>
              <a:spcBef>
                <a:spcPts val="0"/>
              </a:spcBef>
              <a:spcAft>
                <a:spcPts val="0"/>
              </a:spcAft>
              <a:buClr>
                <a:schemeClr val="lt1"/>
              </a:buClr>
              <a:buSzPts val="1800"/>
              <a:buNone/>
              <a:defRPr>
                <a:solidFill>
                  <a:schemeClr val="lt1"/>
                </a:solidFill>
              </a:defRPr>
            </a:lvl3pPr>
            <a:lvl4pPr lvl="3" rtl="0" algn="l">
              <a:lnSpc>
                <a:spcPct val="115000"/>
              </a:lnSpc>
              <a:spcBef>
                <a:spcPts val="0"/>
              </a:spcBef>
              <a:spcAft>
                <a:spcPts val="0"/>
              </a:spcAft>
              <a:buClr>
                <a:schemeClr val="lt1"/>
              </a:buClr>
              <a:buSzPts val="1800"/>
              <a:buNone/>
              <a:defRPr>
                <a:solidFill>
                  <a:schemeClr val="lt1"/>
                </a:solidFill>
              </a:defRPr>
            </a:lvl4pPr>
            <a:lvl5pPr lvl="4" rtl="0" algn="l">
              <a:lnSpc>
                <a:spcPct val="115000"/>
              </a:lnSpc>
              <a:spcBef>
                <a:spcPts val="0"/>
              </a:spcBef>
              <a:spcAft>
                <a:spcPts val="0"/>
              </a:spcAft>
              <a:buClr>
                <a:schemeClr val="lt1"/>
              </a:buClr>
              <a:buSzPts val="1800"/>
              <a:buNone/>
              <a:defRPr>
                <a:solidFill>
                  <a:schemeClr val="lt1"/>
                </a:solidFill>
              </a:defRPr>
            </a:lvl5pPr>
            <a:lvl6pPr lvl="5" rtl="0" algn="l">
              <a:lnSpc>
                <a:spcPct val="115000"/>
              </a:lnSpc>
              <a:spcBef>
                <a:spcPts val="0"/>
              </a:spcBef>
              <a:spcAft>
                <a:spcPts val="0"/>
              </a:spcAft>
              <a:buClr>
                <a:schemeClr val="lt1"/>
              </a:buClr>
              <a:buSzPts val="1800"/>
              <a:buNone/>
              <a:defRPr>
                <a:solidFill>
                  <a:schemeClr val="lt1"/>
                </a:solidFill>
              </a:defRPr>
            </a:lvl6pPr>
            <a:lvl7pPr lvl="6" rtl="0" algn="l">
              <a:lnSpc>
                <a:spcPct val="115000"/>
              </a:lnSpc>
              <a:spcBef>
                <a:spcPts val="0"/>
              </a:spcBef>
              <a:spcAft>
                <a:spcPts val="0"/>
              </a:spcAft>
              <a:buClr>
                <a:schemeClr val="lt1"/>
              </a:buClr>
              <a:buSzPts val="1800"/>
              <a:buNone/>
              <a:defRPr>
                <a:solidFill>
                  <a:schemeClr val="lt1"/>
                </a:solidFill>
              </a:defRPr>
            </a:lvl7pPr>
            <a:lvl8pPr lvl="7" rtl="0" algn="l">
              <a:lnSpc>
                <a:spcPct val="115000"/>
              </a:lnSpc>
              <a:spcBef>
                <a:spcPts val="0"/>
              </a:spcBef>
              <a:spcAft>
                <a:spcPts val="0"/>
              </a:spcAft>
              <a:buClr>
                <a:schemeClr val="lt1"/>
              </a:buClr>
              <a:buSzPts val="1800"/>
              <a:buNone/>
              <a:defRPr>
                <a:solidFill>
                  <a:schemeClr val="lt1"/>
                </a:solidFill>
              </a:defRPr>
            </a:lvl8pPr>
            <a:lvl9pPr lvl="8" rtl="0" algn="l">
              <a:lnSpc>
                <a:spcPct val="115000"/>
              </a:lnSpc>
              <a:spcBef>
                <a:spcPts val="0"/>
              </a:spcBef>
              <a:spcAft>
                <a:spcPts val="0"/>
              </a:spcAft>
              <a:buClr>
                <a:schemeClr val="lt1"/>
              </a:buClr>
              <a:buSzPts val="1800"/>
              <a:buNone/>
              <a:defRPr>
                <a:solidFill>
                  <a:schemeClr val="lt1"/>
                </a:solidFill>
              </a:defRPr>
            </a:lvl9pPr>
          </a:lstStyle>
          <a:p/>
        </p:txBody>
      </p:sp>
      <p:sp>
        <p:nvSpPr>
          <p:cNvPr id="127" name="Google Shape;127;p18"/>
          <p:cNvSpPr/>
          <p:nvPr/>
        </p:nvSpPr>
        <p:spPr>
          <a:xfrm>
            <a:off x="3657600" y="914400"/>
            <a:ext cx="1820700" cy="1820700"/>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28" name="Google Shape;128;p18"/>
          <p:cNvPicPr preferRelativeResize="0"/>
          <p:nvPr/>
        </p:nvPicPr>
        <p:blipFill rotWithShape="1">
          <a:blip r:embed="rId2">
            <a:alphaModFix/>
          </a:blip>
          <a:srcRect b="0" l="0" r="0" t="0"/>
          <a:stretch/>
        </p:blipFill>
        <p:spPr>
          <a:xfrm>
            <a:off x="4096605" y="1339647"/>
            <a:ext cx="950800" cy="970225"/>
          </a:xfrm>
          <a:prstGeom prst="rect">
            <a:avLst/>
          </a:prstGeom>
          <a:noFill/>
          <a:ln>
            <a:noFill/>
          </a:ln>
        </p:spPr>
      </p:pic>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B - Blank slide">
  <p:cSld name="CUSTOM_26_1_1">
    <p:bg>
      <p:bgPr>
        <a:solidFill>
          <a:schemeClr val="dk2"/>
        </a:solidFill>
      </p:bgPr>
    </p:bg>
    <p:spTree>
      <p:nvGrpSpPr>
        <p:cNvPr id="129" name="Shape 129"/>
        <p:cNvGrpSpPr/>
        <p:nvPr/>
      </p:nvGrpSpPr>
      <p:grpSpPr>
        <a:xfrm>
          <a:off x="0" y="0"/>
          <a:ext cx="0" cy="0"/>
          <a:chOff x="0" y="0"/>
          <a:chExt cx="0" cy="0"/>
        </a:xfrm>
      </p:grpSpPr>
      <p:sp>
        <p:nvSpPr>
          <p:cNvPr id="130" name="Google Shape;130;p19"/>
          <p:cNvSpPr txBox="1"/>
          <p:nvPr>
            <p:ph type="title"/>
          </p:nvPr>
        </p:nvSpPr>
        <p:spPr>
          <a:xfrm>
            <a:off x="0" y="3072384"/>
            <a:ext cx="9144000" cy="704700"/>
          </a:xfrm>
          <a:prstGeom prst="rect">
            <a:avLst/>
          </a:prstGeom>
          <a:noFill/>
          <a:ln>
            <a:noFill/>
          </a:ln>
        </p:spPr>
        <p:txBody>
          <a:bodyPr anchorCtr="0" anchor="t" bIns="91425" lIns="0" spcFirstLastPara="1" rIns="0" wrap="square" tIns="91425">
            <a:noAutofit/>
          </a:bodyPr>
          <a:lstStyle>
            <a:lvl1pPr lvl="0" algn="ctr">
              <a:lnSpc>
                <a:spcPct val="100000"/>
              </a:lnSpc>
              <a:spcBef>
                <a:spcPts val="0"/>
              </a:spcBef>
              <a:spcAft>
                <a:spcPts val="0"/>
              </a:spcAft>
              <a:buClr>
                <a:schemeClr val="lt1"/>
              </a:buClr>
              <a:buSzPts val="4000"/>
              <a:buNone/>
              <a:defRPr b="0" sz="4000">
                <a:solidFill>
                  <a:schemeClr val="lt1"/>
                </a:solidFill>
              </a:defRPr>
            </a:lvl1pPr>
            <a:lvl2pPr lvl="1" algn="ctr">
              <a:lnSpc>
                <a:spcPct val="100000"/>
              </a:lnSpc>
              <a:spcBef>
                <a:spcPts val="0"/>
              </a:spcBef>
              <a:spcAft>
                <a:spcPts val="0"/>
              </a:spcAft>
              <a:buClr>
                <a:schemeClr val="lt1"/>
              </a:buClr>
              <a:buSzPts val="4000"/>
              <a:buNone/>
              <a:defRPr sz="4000">
                <a:solidFill>
                  <a:schemeClr val="lt1"/>
                </a:solidFill>
              </a:defRPr>
            </a:lvl2pPr>
            <a:lvl3pPr lvl="2" algn="ctr">
              <a:lnSpc>
                <a:spcPct val="100000"/>
              </a:lnSpc>
              <a:spcBef>
                <a:spcPts val="0"/>
              </a:spcBef>
              <a:spcAft>
                <a:spcPts val="0"/>
              </a:spcAft>
              <a:buClr>
                <a:schemeClr val="lt1"/>
              </a:buClr>
              <a:buSzPts val="4000"/>
              <a:buNone/>
              <a:defRPr sz="4000">
                <a:solidFill>
                  <a:schemeClr val="lt1"/>
                </a:solidFill>
              </a:defRPr>
            </a:lvl3pPr>
            <a:lvl4pPr lvl="3" algn="ctr">
              <a:lnSpc>
                <a:spcPct val="100000"/>
              </a:lnSpc>
              <a:spcBef>
                <a:spcPts val="0"/>
              </a:spcBef>
              <a:spcAft>
                <a:spcPts val="0"/>
              </a:spcAft>
              <a:buClr>
                <a:schemeClr val="lt1"/>
              </a:buClr>
              <a:buSzPts val="4000"/>
              <a:buNone/>
              <a:defRPr sz="4000">
                <a:solidFill>
                  <a:schemeClr val="lt1"/>
                </a:solidFill>
              </a:defRPr>
            </a:lvl4pPr>
            <a:lvl5pPr lvl="4" algn="ctr">
              <a:lnSpc>
                <a:spcPct val="100000"/>
              </a:lnSpc>
              <a:spcBef>
                <a:spcPts val="0"/>
              </a:spcBef>
              <a:spcAft>
                <a:spcPts val="0"/>
              </a:spcAft>
              <a:buClr>
                <a:schemeClr val="lt1"/>
              </a:buClr>
              <a:buSzPts val="4000"/>
              <a:buNone/>
              <a:defRPr sz="4000">
                <a:solidFill>
                  <a:schemeClr val="lt1"/>
                </a:solidFill>
              </a:defRPr>
            </a:lvl5pPr>
            <a:lvl6pPr lvl="5" algn="ctr">
              <a:lnSpc>
                <a:spcPct val="100000"/>
              </a:lnSpc>
              <a:spcBef>
                <a:spcPts val="0"/>
              </a:spcBef>
              <a:spcAft>
                <a:spcPts val="0"/>
              </a:spcAft>
              <a:buClr>
                <a:schemeClr val="lt1"/>
              </a:buClr>
              <a:buSzPts val="4000"/>
              <a:buNone/>
              <a:defRPr sz="4000">
                <a:solidFill>
                  <a:schemeClr val="lt1"/>
                </a:solidFill>
              </a:defRPr>
            </a:lvl6pPr>
            <a:lvl7pPr lvl="6" algn="ctr">
              <a:lnSpc>
                <a:spcPct val="100000"/>
              </a:lnSpc>
              <a:spcBef>
                <a:spcPts val="0"/>
              </a:spcBef>
              <a:spcAft>
                <a:spcPts val="0"/>
              </a:spcAft>
              <a:buClr>
                <a:schemeClr val="lt1"/>
              </a:buClr>
              <a:buSzPts val="4000"/>
              <a:buNone/>
              <a:defRPr sz="4000">
                <a:solidFill>
                  <a:schemeClr val="lt1"/>
                </a:solidFill>
              </a:defRPr>
            </a:lvl7pPr>
            <a:lvl8pPr lvl="7" algn="ctr">
              <a:lnSpc>
                <a:spcPct val="100000"/>
              </a:lnSpc>
              <a:spcBef>
                <a:spcPts val="0"/>
              </a:spcBef>
              <a:spcAft>
                <a:spcPts val="0"/>
              </a:spcAft>
              <a:buClr>
                <a:schemeClr val="lt1"/>
              </a:buClr>
              <a:buSzPts val="4000"/>
              <a:buNone/>
              <a:defRPr sz="4000">
                <a:solidFill>
                  <a:schemeClr val="lt1"/>
                </a:solidFill>
              </a:defRPr>
            </a:lvl8pPr>
            <a:lvl9pPr lvl="8" algn="ctr">
              <a:lnSpc>
                <a:spcPct val="100000"/>
              </a:lnSpc>
              <a:spcBef>
                <a:spcPts val="0"/>
              </a:spcBef>
              <a:spcAft>
                <a:spcPts val="0"/>
              </a:spcAft>
              <a:buClr>
                <a:schemeClr val="lt1"/>
              </a:buClr>
              <a:buSzPts val="4000"/>
              <a:buNone/>
              <a:defRPr sz="4000">
                <a:solidFill>
                  <a:schemeClr val="lt1"/>
                </a:solidFill>
              </a:defRPr>
            </a:lvl9pPr>
          </a:lstStyle>
          <a:p/>
        </p:txBody>
      </p:sp>
      <p:sp>
        <p:nvSpPr>
          <p:cNvPr id="131" name="Google Shape;131;p19"/>
          <p:cNvSpPr txBox="1"/>
          <p:nvPr>
            <p:ph idx="1" type="subTitle"/>
          </p:nvPr>
        </p:nvSpPr>
        <p:spPr>
          <a:xfrm>
            <a:off x="41700" y="3746925"/>
            <a:ext cx="9102300" cy="549000"/>
          </a:xfrm>
          <a:prstGeom prst="rect">
            <a:avLst/>
          </a:prstGeom>
          <a:noFill/>
          <a:ln>
            <a:noFill/>
          </a:ln>
        </p:spPr>
        <p:txBody>
          <a:bodyPr anchorCtr="0" anchor="ctr" bIns="91425" lIns="0" spcFirstLastPara="1" rIns="91425" wrap="square" tIns="0">
            <a:noAutofit/>
          </a:bodyPr>
          <a:lstStyle>
            <a:lvl1pPr lvl="0" rtl="0" algn="ctr">
              <a:lnSpc>
                <a:spcPct val="115000"/>
              </a:lnSpc>
              <a:spcBef>
                <a:spcPts val="0"/>
              </a:spcBef>
              <a:spcAft>
                <a:spcPts val="0"/>
              </a:spcAft>
              <a:buClr>
                <a:schemeClr val="lt1"/>
              </a:buClr>
              <a:buSzPts val="2800"/>
              <a:buNone/>
              <a:defRPr sz="2800">
                <a:solidFill>
                  <a:schemeClr val="lt1"/>
                </a:solidFill>
              </a:defRPr>
            </a:lvl1pPr>
            <a:lvl2pPr lvl="1" rtl="0" algn="l">
              <a:lnSpc>
                <a:spcPct val="115000"/>
              </a:lnSpc>
              <a:spcBef>
                <a:spcPts val="0"/>
              </a:spcBef>
              <a:spcAft>
                <a:spcPts val="0"/>
              </a:spcAft>
              <a:buClr>
                <a:schemeClr val="lt1"/>
              </a:buClr>
              <a:buSzPts val="1800"/>
              <a:buNone/>
              <a:defRPr>
                <a:solidFill>
                  <a:schemeClr val="lt1"/>
                </a:solidFill>
              </a:defRPr>
            </a:lvl2pPr>
            <a:lvl3pPr lvl="2" rtl="0" algn="l">
              <a:lnSpc>
                <a:spcPct val="115000"/>
              </a:lnSpc>
              <a:spcBef>
                <a:spcPts val="0"/>
              </a:spcBef>
              <a:spcAft>
                <a:spcPts val="0"/>
              </a:spcAft>
              <a:buClr>
                <a:schemeClr val="lt1"/>
              </a:buClr>
              <a:buSzPts val="1800"/>
              <a:buNone/>
              <a:defRPr>
                <a:solidFill>
                  <a:schemeClr val="lt1"/>
                </a:solidFill>
              </a:defRPr>
            </a:lvl3pPr>
            <a:lvl4pPr lvl="3" rtl="0" algn="l">
              <a:lnSpc>
                <a:spcPct val="115000"/>
              </a:lnSpc>
              <a:spcBef>
                <a:spcPts val="0"/>
              </a:spcBef>
              <a:spcAft>
                <a:spcPts val="0"/>
              </a:spcAft>
              <a:buClr>
                <a:schemeClr val="lt1"/>
              </a:buClr>
              <a:buSzPts val="1800"/>
              <a:buNone/>
              <a:defRPr>
                <a:solidFill>
                  <a:schemeClr val="lt1"/>
                </a:solidFill>
              </a:defRPr>
            </a:lvl4pPr>
            <a:lvl5pPr lvl="4" rtl="0" algn="l">
              <a:lnSpc>
                <a:spcPct val="115000"/>
              </a:lnSpc>
              <a:spcBef>
                <a:spcPts val="0"/>
              </a:spcBef>
              <a:spcAft>
                <a:spcPts val="0"/>
              </a:spcAft>
              <a:buClr>
                <a:schemeClr val="lt1"/>
              </a:buClr>
              <a:buSzPts val="1800"/>
              <a:buNone/>
              <a:defRPr>
                <a:solidFill>
                  <a:schemeClr val="lt1"/>
                </a:solidFill>
              </a:defRPr>
            </a:lvl5pPr>
            <a:lvl6pPr lvl="5" rtl="0" algn="l">
              <a:lnSpc>
                <a:spcPct val="115000"/>
              </a:lnSpc>
              <a:spcBef>
                <a:spcPts val="0"/>
              </a:spcBef>
              <a:spcAft>
                <a:spcPts val="0"/>
              </a:spcAft>
              <a:buClr>
                <a:schemeClr val="lt1"/>
              </a:buClr>
              <a:buSzPts val="1800"/>
              <a:buNone/>
              <a:defRPr>
                <a:solidFill>
                  <a:schemeClr val="lt1"/>
                </a:solidFill>
              </a:defRPr>
            </a:lvl6pPr>
            <a:lvl7pPr lvl="6" rtl="0" algn="l">
              <a:lnSpc>
                <a:spcPct val="115000"/>
              </a:lnSpc>
              <a:spcBef>
                <a:spcPts val="0"/>
              </a:spcBef>
              <a:spcAft>
                <a:spcPts val="0"/>
              </a:spcAft>
              <a:buClr>
                <a:schemeClr val="lt1"/>
              </a:buClr>
              <a:buSzPts val="1800"/>
              <a:buNone/>
              <a:defRPr>
                <a:solidFill>
                  <a:schemeClr val="lt1"/>
                </a:solidFill>
              </a:defRPr>
            </a:lvl7pPr>
            <a:lvl8pPr lvl="7" rtl="0" algn="l">
              <a:lnSpc>
                <a:spcPct val="115000"/>
              </a:lnSpc>
              <a:spcBef>
                <a:spcPts val="0"/>
              </a:spcBef>
              <a:spcAft>
                <a:spcPts val="0"/>
              </a:spcAft>
              <a:buClr>
                <a:schemeClr val="lt1"/>
              </a:buClr>
              <a:buSzPts val="1800"/>
              <a:buNone/>
              <a:defRPr>
                <a:solidFill>
                  <a:schemeClr val="lt1"/>
                </a:solidFill>
              </a:defRPr>
            </a:lvl8pPr>
            <a:lvl9pPr lvl="8" rtl="0" algn="l">
              <a:lnSpc>
                <a:spcPct val="115000"/>
              </a:lnSpc>
              <a:spcBef>
                <a:spcPts val="0"/>
              </a:spcBef>
              <a:spcAft>
                <a:spcPts val="0"/>
              </a:spcAft>
              <a:buClr>
                <a:schemeClr val="lt1"/>
              </a:buClr>
              <a:buSzPts val="1800"/>
              <a:buNone/>
              <a:defRPr>
                <a:solidFill>
                  <a:schemeClr val="lt1"/>
                </a:solidFill>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B - Welcome page">
  <p:cSld name="CUSTOM_26_1_1_1">
    <p:bg>
      <p:bgPr>
        <a:solidFill>
          <a:schemeClr val="dk2"/>
        </a:solidFill>
      </p:bgPr>
    </p:bg>
    <p:spTree>
      <p:nvGrpSpPr>
        <p:cNvPr id="132" name="Shape 132"/>
        <p:cNvGrpSpPr/>
        <p:nvPr/>
      </p:nvGrpSpPr>
      <p:grpSpPr>
        <a:xfrm>
          <a:off x="0" y="0"/>
          <a:ext cx="0" cy="0"/>
          <a:chOff x="0" y="0"/>
          <a:chExt cx="0" cy="0"/>
        </a:xfrm>
      </p:grpSpPr>
      <p:sp>
        <p:nvSpPr>
          <p:cNvPr id="133" name="Google Shape;133;p20"/>
          <p:cNvSpPr txBox="1"/>
          <p:nvPr/>
        </p:nvSpPr>
        <p:spPr>
          <a:xfrm>
            <a:off x="0" y="3073400"/>
            <a:ext cx="9144000" cy="711300"/>
          </a:xfrm>
          <a:prstGeom prst="rect">
            <a:avLst/>
          </a:prstGeom>
          <a:noFill/>
          <a:ln>
            <a:noFill/>
          </a:ln>
        </p:spPr>
        <p:txBody>
          <a:bodyPr anchorCtr="0" anchor="t" bIns="91425" lIns="0" spcFirstLastPara="1" rIns="0"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1" i="0" lang="en" sz="4000" u="none" cap="none" strike="noStrike">
                <a:solidFill>
                  <a:schemeClr val="lt1"/>
                </a:solidFill>
                <a:latin typeface="Roboto Light"/>
                <a:ea typeface="Roboto Light"/>
                <a:cs typeface="Roboto Light"/>
                <a:sym typeface="Roboto Light"/>
              </a:rPr>
              <a:t>Welcome</a:t>
            </a:r>
            <a:endParaRPr b="1" i="0" sz="4000" u="none" cap="none" strike="noStrike">
              <a:solidFill>
                <a:schemeClr val="lt1"/>
              </a:solidFill>
              <a:latin typeface="Roboto Light"/>
              <a:ea typeface="Roboto Light"/>
              <a:cs typeface="Roboto Light"/>
              <a:sym typeface="Roboto Light"/>
            </a:endParaRPr>
          </a:p>
        </p:txBody>
      </p:sp>
      <p:pic>
        <p:nvPicPr>
          <p:cNvPr id="134" name="Google Shape;134;p20"/>
          <p:cNvPicPr preferRelativeResize="0"/>
          <p:nvPr/>
        </p:nvPicPr>
        <p:blipFill rotWithShape="1">
          <a:blip r:embed="rId2">
            <a:alphaModFix/>
          </a:blip>
          <a:srcRect b="0" l="0" r="0" t="0"/>
          <a:stretch/>
        </p:blipFill>
        <p:spPr>
          <a:xfrm>
            <a:off x="3684112" y="1371590"/>
            <a:ext cx="1776025" cy="1324635"/>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B - Conclusion">
  <p:cSld name="CUSTOM_26_1_1_1_1">
    <p:bg>
      <p:bgPr>
        <a:solidFill>
          <a:schemeClr val="dk2"/>
        </a:solidFill>
      </p:bgPr>
    </p:bg>
    <p:spTree>
      <p:nvGrpSpPr>
        <p:cNvPr id="135" name="Shape 135"/>
        <p:cNvGrpSpPr/>
        <p:nvPr/>
      </p:nvGrpSpPr>
      <p:grpSpPr>
        <a:xfrm>
          <a:off x="0" y="0"/>
          <a:ext cx="0" cy="0"/>
          <a:chOff x="0" y="0"/>
          <a:chExt cx="0" cy="0"/>
        </a:xfrm>
      </p:grpSpPr>
      <p:sp>
        <p:nvSpPr>
          <p:cNvPr id="136" name="Google Shape;136;p21"/>
          <p:cNvSpPr txBox="1"/>
          <p:nvPr/>
        </p:nvSpPr>
        <p:spPr>
          <a:xfrm>
            <a:off x="0" y="3073400"/>
            <a:ext cx="9144000" cy="711300"/>
          </a:xfrm>
          <a:prstGeom prst="rect">
            <a:avLst/>
          </a:prstGeom>
          <a:noFill/>
          <a:ln>
            <a:noFill/>
          </a:ln>
        </p:spPr>
        <p:txBody>
          <a:bodyPr anchorCtr="0" anchor="t" bIns="91425" lIns="0" spcFirstLastPara="1" rIns="0" wrap="square" tIns="91425">
            <a:noAutofit/>
          </a:bodyPr>
          <a:lstStyle/>
          <a:p>
            <a:pPr indent="0" lvl="0" marL="0" rtl="0" algn="ctr">
              <a:spcBef>
                <a:spcPts val="0"/>
              </a:spcBef>
              <a:spcAft>
                <a:spcPts val="0"/>
              </a:spcAft>
              <a:buNone/>
            </a:pPr>
            <a:r>
              <a:rPr b="1" lang="en" sz="4000">
                <a:solidFill>
                  <a:schemeClr val="lt1"/>
                </a:solidFill>
                <a:latin typeface="Roboto Light"/>
                <a:ea typeface="Roboto Light"/>
                <a:cs typeface="Roboto Light"/>
                <a:sym typeface="Roboto Light"/>
              </a:rPr>
              <a:t>Conclusion</a:t>
            </a:r>
            <a:endParaRPr b="1" sz="4000">
              <a:solidFill>
                <a:schemeClr val="lt1"/>
              </a:solidFill>
              <a:latin typeface="Roboto Light"/>
              <a:ea typeface="Roboto Light"/>
              <a:cs typeface="Roboto Light"/>
              <a:sym typeface="Roboto Light"/>
            </a:endParaRPr>
          </a:p>
        </p:txBody>
      </p:sp>
      <p:pic>
        <p:nvPicPr>
          <p:cNvPr id="137" name="Google Shape;137;p21"/>
          <p:cNvPicPr preferRelativeResize="0"/>
          <p:nvPr/>
        </p:nvPicPr>
        <p:blipFill rotWithShape="1">
          <a:blip r:embed="rId2">
            <a:alphaModFix/>
          </a:blip>
          <a:srcRect b="0" l="0" r="0" t="0"/>
          <a:stretch/>
        </p:blipFill>
        <p:spPr>
          <a:xfrm>
            <a:off x="4048275" y="1452275"/>
            <a:ext cx="1047450" cy="1209175"/>
          </a:xfrm>
          <a:prstGeom prst="rect">
            <a:avLst/>
          </a:prstGeom>
          <a:noFill/>
          <a:ln>
            <a:noFill/>
          </a:ln>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B - Time's up! Let's review">
  <p:cSld name="CUSTOM_10_2_1_1_1">
    <p:bg>
      <p:bgPr>
        <a:solidFill>
          <a:schemeClr val="dk2"/>
        </a:solidFill>
      </p:bgPr>
    </p:bg>
    <p:spTree>
      <p:nvGrpSpPr>
        <p:cNvPr id="138" name="Shape 138"/>
        <p:cNvGrpSpPr/>
        <p:nvPr/>
      </p:nvGrpSpPr>
      <p:grpSpPr>
        <a:xfrm>
          <a:off x="0" y="0"/>
          <a:ext cx="0" cy="0"/>
          <a:chOff x="0" y="0"/>
          <a:chExt cx="0" cy="0"/>
        </a:xfrm>
      </p:grpSpPr>
      <p:pic>
        <p:nvPicPr>
          <p:cNvPr id="139" name="Google Shape;139;p22"/>
          <p:cNvPicPr preferRelativeResize="0"/>
          <p:nvPr/>
        </p:nvPicPr>
        <p:blipFill rotWithShape="1">
          <a:blip r:embed="rId2">
            <a:alphaModFix/>
          </a:blip>
          <a:srcRect b="0" l="0" r="0" t="0"/>
          <a:stretch/>
        </p:blipFill>
        <p:spPr>
          <a:xfrm>
            <a:off x="3856863" y="1371602"/>
            <a:ext cx="1430525" cy="1376700"/>
          </a:xfrm>
          <a:prstGeom prst="rect">
            <a:avLst/>
          </a:prstGeom>
          <a:noFill/>
          <a:ln>
            <a:noFill/>
          </a:ln>
        </p:spPr>
      </p:pic>
      <p:sp>
        <p:nvSpPr>
          <p:cNvPr id="140" name="Google Shape;140;p22"/>
          <p:cNvSpPr txBox="1"/>
          <p:nvPr/>
        </p:nvSpPr>
        <p:spPr>
          <a:xfrm>
            <a:off x="0" y="3077800"/>
            <a:ext cx="9144000" cy="752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0" i="0" lang="en" sz="4000" u="none" cap="none" strike="noStrike">
                <a:solidFill>
                  <a:schemeClr val="lt1"/>
                </a:solidFill>
                <a:latin typeface="Roboto"/>
                <a:ea typeface="Roboto"/>
                <a:cs typeface="Roboto"/>
                <a:sym typeface="Roboto"/>
              </a:rPr>
              <a:t>Time’s </a:t>
            </a:r>
            <a:r>
              <a:rPr lang="en" sz="4000">
                <a:solidFill>
                  <a:schemeClr val="lt1"/>
                </a:solidFill>
                <a:latin typeface="Roboto"/>
                <a:ea typeface="Roboto"/>
                <a:cs typeface="Roboto"/>
                <a:sym typeface="Roboto"/>
              </a:rPr>
              <a:t>U</a:t>
            </a:r>
            <a:r>
              <a:rPr b="0" i="0" lang="en" sz="4000" u="none" cap="none" strike="noStrike">
                <a:solidFill>
                  <a:schemeClr val="lt1"/>
                </a:solidFill>
                <a:latin typeface="Roboto"/>
                <a:ea typeface="Roboto"/>
                <a:cs typeface="Roboto"/>
                <a:sym typeface="Roboto"/>
              </a:rPr>
              <a:t>p!</a:t>
            </a:r>
            <a:endParaRPr b="0" i="0" sz="4000" u="none" cap="none" strike="noStrike">
              <a:solidFill>
                <a:schemeClr val="lt1"/>
              </a:solidFill>
              <a:latin typeface="Roboto"/>
              <a:ea typeface="Roboto"/>
              <a:cs typeface="Roboto"/>
              <a:sym typeface="Roboto"/>
            </a:endParaRPr>
          </a:p>
        </p:txBody>
      </p:sp>
      <p:sp>
        <p:nvSpPr>
          <p:cNvPr id="141" name="Google Shape;141;p22"/>
          <p:cNvSpPr txBox="1"/>
          <p:nvPr/>
        </p:nvSpPr>
        <p:spPr>
          <a:xfrm>
            <a:off x="311700" y="3657600"/>
            <a:ext cx="8520600" cy="6372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800"/>
              <a:buFont typeface="Arial"/>
              <a:buNone/>
            </a:pPr>
            <a:r>
              <a:rPr b="0" i="0" lang="en" sz="2800" u="none" cap="none" strike="noStrike">
                <a:solidFill>
                  <a:schemeClr val="lt1"/>
                </a:solidFill>
                <a:latin typeface="Roboto"/>
                <a:ea typeface="Roboto"/>
                <a:cs typeface="Roboto"/>
                <a:sym typeface="Roboto"/>
              </a:rPr>
              <a:t>Let’s review</a:t>
            </a:r>
            <a:endParaRPr b="0" i="0" sz="2800" u="none" cap="none" strike="noStrike">
              <a:solidFill>
                <a:schemeClr val="lt1"/>
              </a:solidFill>
              <a:latin typeface="Roboto"/>
              <a:ea typeface="Roboto"/>
              <a:cs typeface="Roboto"/>
              <a:sym typeface="Roboto"/>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B - Break">
  <p:cSld name="CUSTOM_10_1">
    <p:bg>
      <p:bgPr>
        <a:solidFill>
          <a:schemeClr val="dk2"/>
        </a:solidFill>
      </p:bgPr>
    </p:bg>
    <p:spTree>
      <p:nvGrpSpPr>
        <p:cNvPr id="142" name="Shape 142"/>
        <p:cNvGrpSpPr/>
        <p:nvPr/>
      </p:nvGrpSpPr>
      <p:grpSpPr>
        <a:xfrm>
          <a:off x="0" y="0"/>
          <a:ext cx="0" cy="0"/>
          <a:chOff x="0" y="0"/>
          <a:chExt cx="0" cy="0"/>
        </a:xfrm>
      </p:grpSpPr>
      <p:pic>
        <p:nvPicPr>
          <p:cNvPr id="143" name="Google Shape;143;p23"/>
          <p:cNvPicPr preferRelativeResize="0"/>
          <p:nvPr/>
        </p:nvPicPr>
        <p:blipFill rotWithShape="1">
          <a:blip r:embed="rId2">
            <a:alphaModFix/>
          </a:blip>
          <a:srcRect b="0" l="0" r="0" t="0"/>
          <a:stretch/>
        </p:blipFill>
        <p:spPr>
          <a:xfrm>
            <a:off x="3861200" y="1371599"/>
            <a:ext cx="1421602" cy="1376700"/>
          </a:xfrm>
          <a:prstGeom prst="rect">
            <a:avLst/>
          </a:prstGeom>
          <a:noFill/>
          <a:ln>
            <a:noFill/>
          </a:ln>
        </p:spPr>
      </p:pic>
      <p:sp>
        <p:nvSpPr>
          <p:cNvPr id="144" name="Google Shape;144;p23"/>
          <p:cNvSpPr txBox="1"/>
          <p:nvPr/>
        </p:nvSpPr>
        <p:spPr>
          <a:xfrm>
            <a:off x="0" y="3077800"/>
            <a:ext cx="9144000" cy="752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0" i="0" lang="en" sz="4000" u="none" cap="none" strike="noStrike">
                <a:solidFill>
                  <a:schemeClr val="lt1"/>
                </a:solidFill>
                <a:latin typeface="Roboto"/>
                <a:ea typeface="Roboto"/>
                <a:cs typeface="Roboto"/>
                <a:sym typeface="Roboto"/>
              </a:rPr>
              <a:t>Break</a:t>
            </a:r>
            <a:endParaRPr b="0" i="0" sz="4000" u="none" cap="none" strike="noStrike">
              <a:solidFill>
                <a:schemeClr val="lt1"/>
              </a:solidFill>
              <a:latin typeface="Roboto"/>
              <a:ea typeface="Roboto"/>
              <a:cs typeface="Roboto"/>
              <a:sym typeface="Roboto"/>
            </a:endParaRPr>
          </a:p>
        </p:txBody>
      </p:sp>
      <p:sp>
        <p:nvSpPr>
          <p:cNvPr id="145" name="Google Shape;145;p23"/>
          <p:cNvSpPr txBox="1"/>
          <p:nvPr/>
        </p:nvSpPr>
        <p:spPr>
          <a:xfrm>
            <a:off x="311700" y="3657600"/>
            <a:ext cx="8520600" cy="6372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800"/>
              <a:buFont typeface="Arial"/>
              <a:buNone/>
            </a:pPr>
            <a:r>
              <a:rPr b="0" i="0" lang="en" sz="2800" u="none" cap="none" strike="noStrike">
                <a:solidFill>
                  <a:schemeClr val="lt1"/>
                </a:solidFill>
                <a:latin typeface="Roboto"/>
                <a:ea typeface="Roboto"/>
                <a:cs typeface="Roboto"/>
                <a:sym typeface="Roboto"/>
              </a:rPr>
              <a:t>15 mins</a:t>
            </a:r>
            <a:endParaRPr b="0" i="0" sz="2800" u="none" cap="none" strike="noStrike">
              <a:solidFill>
                <a:schemeClr val="lt1"/>
              </a:solidFill>
              <a:latin typeface="Roboto"/>
              <a:ea typeface="Roboto"/>
              <a:cs typeface="Roboto"/>
              <a:sym typeface="Roboto"/>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B - Time for a quick review">
  <p:cSld name="CUSTOM_10_1_1_2">
    <p:bg>
      <p:bgPr>
        <a:solidFill>
          <a:schemeClr val="dk2"/>
        </a:solidFill>
      </p:bgPr>
    </p:bg>
    <p:spTree>
      <p:nvGrpSpPr>
        <p:cNvPr id="146" name="Shape 146"/>
        <p:cNvGrpSpPr/>
        <p:nvPr/>
      </p:nvGrpSpPr>
      <p:grpSpPr>
        <a:xfrm>
          <a:off x="0" y="0"/>
          <a:ext cx="0" cy="0"/>
          <a:chOff x="0" y="0"/>
          <a:chExt cx="0" cy="0"/>
        </a:xfrm>
      </p:grpSpPr>
      <p:pic>
        <p:nvPicPr>
          <p:cNvPr id="147" name="Google Shape;147;p24"/>
          <p:cNvPicPr preferRelativeResize="0"/>
          <p:nvPr/>
        </p:nvPicPr>
        <p:blipFill rotWithShape="1">
          <a:blip r:embed="rId2">
            <a:alphaModFix/>
          </a:blip>
          <a:srcRect b="0" l="0" r="0" t="0"/>
          <a:stretch/>
        </p:blipFill>
        <p:spPr>
          <a:xfrm>
            <a:off x="3722162" y="1448847"/>
            <a:ext cx="1699675" cy="1224853"/>
          </a:xfrm>
          <a:prstGeom prst="rect">
            <a:avLst/>
          </a:prstGeom>
          <a:noFill/>
          <a:ln>
            <a:noFill/>
          </a:ln>
        </p:spPr>
      </p:pic>
      <p:sp>
        <p:nvSpPr>
          <p:cNvPr id="148" name="Google Shape;148;p24"/>
          <p:cNvSpPr txBox="1"/>
          <p:nvPr/>
        </p:nvSpPr>
        <p:spPr>
          <a:xfrm>
            <a:off x="0" y="3077800"/>
            <a:ext cx="9144000" cy="752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0" i="0" lang="en" sz="4000" u="none" cap="none" strike="noStrike">
                <a:solidFill>
                  <a:schemeClr val="lt1"/>
                </a:solidFill>
                <a:latin typeface="Roboto"/>
                <a:ea typeface="Roboto"/>
                <a:cs typeface="Roboto"/>
                <a:sym typeface="Roboto"/>
              </a:rPr>
              <a:t>Time for a quick video</a:t>
            </a:r>
            <a:endParaRPr b="0" i="0" sz="4000" u="none" cap="none" strike="noStrike">
              <a:solidFill>
                <a:schemeClr val="lt1"/>
              </a:solidFill>
              <a:latin typeface="Roboto"/>
              <a:ea typeface="Roboto"/>
              <a:cs typeface="Roboto"/>
              <a:sym typeface="Roboto"/>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B - Peer review">
  <p:cSld name="CUSTOM_10_1_1_1_3">
    <p:bg>
      <p:bgPr>
        <a:solidFill>
          <a:schemeClr val="dk2"/>
        </a:solidFill>
      </p:bgPr>
    </p:bg>
    <p:spTree>
      <p:nvGrpSpPr>
        <p:cNvPr id="149" name="Shape 149"/>
        <p:cNvGrpSpPr/>
        <p:nvPr/>
      </p:nvGrpSpPr>
      <p:grpSpPr>
        <a:xfrm>
          <a:off x="0" y="0"/>
          <a:ext cx="0" cy="0"/>
          <a:chOff x="0" y="0"/>
          <a:chExt cx="0" cy="0"/>
        </a:xfrm>
      </p:grpSpPr>
      <p:pic>
        <p:nvPicPr>
          <p:cNvPr id="150" name="Google Shape;150;p25"/>
          <p:cNvPicPr preferRelativeResize="0"/>
          <p:nvPr/>
        </p:nvPicPr>
        <p:blipFill rotWithShape="1">
          <a:blip r:embed="rId2">
            <a:alphaModFix/>
          </a:blip>
          <a:srcRect b="0" l="0" r="0" t="0"/>
          <a:stretch/>
        </p:blipFill>
        <p:spPr>
          <a:xfrm>
            <a:off x="3926225" y="1453000"/>
            <a:ext cx="1291550" cy="1291550"/>
          </a:xfrm>
          <a:prstGeom prst="rect">
            <a:avLst/>
          </a:prstGeom>
          <a:noFill/>
          <a:ln>
            <a:noFill/>
          </a:ln>
        </p:spPr>
      </p:pic>
      <p:sp>
        <p:nvSpPr>
          <p:cNvPr id="151" name="Google Shape;151;p25"/>
          <p:cNvSpPr txBox="1"/>
          <p:nvPr/>
        </p:nvSpPr>
        <p:spPr>
          <a:xfrm>
            <a:off x="0" y="3077800"/>
            <a:ext cx="9144000" cy="752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0" i="0" lang="en" sz="4000" u="none" cap="none" strike="noStrike">
                <a:solidFill>
                  <a:schemeClr val="lt1"/>
                </a:solidFill>
                <a:latin typeface="Roboto"/>
                <a:ea typeface="Roboto"/>
                <a:cs typeface="Roboto"/>
                <a:sym typeface="Roboto"/>
              </a:rPr>
              <a:t>Peer review</a:t>
            </a:r>
            <a:endParaRPr b="0" i="0" sz="4000" u="none" cap="none" strike="noStrike">
              <a:solidFill>
                <a:schemeClr val="lt1"/>
              </a:solidFill>
              <a:latin typeface="Roboto"/>
              <a:ea typeface="Roboto"/>
              <a:cs typeface="Roboto"/>
              <a:sym typeface="Roboto"/>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B - Let's recap">
  <p:cSld name="CUSTOM_10_1_1_1_2">
    <p:bg>
      <p:bgPr>
        <a:solidFill>
          <a:schemeClr val="dk2"/>
        </a:solidFill>
      </p:bgPr>
    </p:bg>
    <p:spTree>
      <p:nvGrpSpPr>
        <p:cNvPr id="152" name="Shape 152"/>
        <p:cNvGrpSpPr/>
        <p:nvPr/>
      </p:nvGrpSpPr>
      <p:grpSpPr>
        <a:xfrm>
          <a:off x="0" y="0"/>
          <a:ext cx="0" cy="0"/>
          <a:chOff x="0" y="0"/>
          <a:chExt cx="0" cy="0"/>
        </a:xfrm>
      </p:grpSpPr>
      <p:pic>
        <p:nvPicPr>
          <p:cNvPr id="153" name="Google Shape;153;p26"/>
          <p:cNvPicPr preferRelativeResize="0"/>
          <p:nvPr/>
        </p:nvPicPr>
        <p:blipFill rotWithShape="1">
          <a:blip r:embed="rId2">
            <a:alphaModFix/>
          </a:blip>
          <a:srcRect b="0" l="0" r="0" t="0"/>
          <a:stretch/>
        </p:blipFill>
        <p:spPr>
          <a:xfrm>
            <a:off x="3926225" y="1435359"/>
            <a:ext cx="1291550" cy="1326833"/>
          </a:xfrm>
          <a:prstGeom prst="rect">
            <a:avLst/>
          </a:prstGeom>
          <a:noFill/>
          <a:ln>
            <a:noFill/>
          </a:ln>
        </p:spPr>
      </p:pic>
      <p:sp>
        <p:nvSpPr>
          <p:cNvPr id="154" name="Google Shape;154;p26"/>
          <p:cNvSpPr txBox="1"/>
          <p:nvPr/>
        </p:nvSpPr>
        <p:spPr>
          <a:xfrm>
            <a:off x="0" y="3077800"/>
            <a:ext cx="9144000" cy="752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0" i="0" lang="en" sz="4000" u="none" cap="none" strike="noStrike">
                <a:solidFill>
                  <a:schemeClr val="lt1"/>
                </a:solidFill>
                <a:latin typeface="Roboto"/>
                <a:ea typeface="Roboto"/>
                <a:cs typeface="Roboto"/>
                <a:sym typeface="Roboto"/>
              </a:rPr>
              <a:t>Let’s recap</a:t>
            </a:r>
            <a:endParaRPr b="0" i="0" sz="4000" u="none" cap="none" strike="noStrike">
              <a:solidFill>
                <a:schemeClr val="lt1"/>
              </a:solidFill>
              <a:latin typeface="Roboto"/>
              <a:ea typeface="Roboto"/>
              <a:cs typeface="Roboto"/>
              <a:sym typeface="Roboto"/>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B - Office hours">
  <p:cSld name="CUSTOM_10_1_1_1_2_3_2">
    <p:bg>
      <p:bgPr>
        <a:solidFill>
          <a:schemeClr val="dk2"/>
        </a:solidFill>
      </p:bgPr>
    </p:bg>
    <p:spTree>
      <p:nvGrpSpPr>
        <p:cNvPr id="155" name="Shape 155"/>
        <p:cNvGrpSpPr/>
        <p:nvPr/>
      </p:nvGrpSpPr>
      <p:grpSpPr>
        <a:xfrm>
          <a:off x="0" y="0"/>
          <a:ext cx="0" cy="0"/>
          <a:chOff x="0" y="0"/>
          <a:chExt cx="0" cy="0"/>
        </a:xfrm>
      </p:grpSpPr>
      <p:pic>
        <p:nvPicPr>
          <p:cNvPr id="156" name="Google Shape;156;p27"/>
          <p:cNvPicPr preferRelativeResize="0"/>
          <p:nvPr/>
        </p:nvPicPr>
        <p:blipFill rotWithShape="1">
          <a:blip r:embed="rId2">
            <a:alphaModFix/>
          </a:blip>
          <a:srcRect b="0" l="0" r="0" t="0"/>
          <a:stretch/>
        </p:blipFill>
        <p:spPr>
          <a:xfrm>
            <a:off x="3492850" y="1583850"/>
            <a:ext cx="2158300" cy="1138725"/>
          </a:xfrm>
          <a:prstGeom prst="rect">
            <a:avLst/>
          </a:prstGeom>
          <a:noFill/>
          <a:ln>
            <a:noFill/>
          </a:ln>
        </p:spPr>
      </p:pic>
      <p:sp>
        <p:nvSpPr>
          <p:cNvPr id="157" name="Google Shape;157;p27"/>
          <p:cNvSpPr txBox="1"/>
          <p:nvPr/>
        </p:nvSpPr>
        <p:spPr>
          <a:xfrm>
            <a:off x="0" y="3077800"/>
            <a:ext cx="9144000" cy="752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0" i="0" lang="en" sz="4000" u="none" cap="none" strike="noStrike">
                <a:solidFill>
                  <a:schemeClr val="lt1"/>
                </a:solidFill>
                <a:latin typeface="Roboto"/>
                <a:ea typeface="Roboto"/>
                <a:cs typeface="Roboto"/>
                <a:sym typeface="Roboto"/>
              </a:rPr>
              <a:t>Office hours</a:t>
            </a:r>
            <a:endParaRPr b="0" i="0" sz="4000" u="none" cap="none" strike="noStrike">
              <a:solidFill>
                <a:schemeClr val="lt1"/>
              </a:solidFill>
              <a:latin typeface="Roboto"/>
              <a:ea typeface="Roboto"/>
              <a:cs typeface="Roboto"/>
              <a:sym typeface="Roboto"/>
            </a:endParaRPr>
          </a:p>
        </p:txBody>
      </p:sp>
      <p:sp>
        <p:nvSpPr>
          <p:cNvPr id="158" name="Google Shape;158;p27"/>
          <p:cNvSpPr txBox="1"/>
          <p:nvPr>
            <p:ph idx="1" type="subTitle"/>
          </p:nvPr>
        </p:nvSpPr>
        <p:spPr>
          <a:xfrm>
            <a:off x="41700" y="3746925"/>
            <a:ext cx="9102300" cy="549000"/>
          </a:xfrm>
          <a:prstGeom prst="rect">
            <a:avLst/>
          </a:prstGeom>
          <a:noFill/>
          <a:ln>
            <a:noFill/>
          </a:ln>
        </p:spPr>
        <p:txBody>
          <a:bodyPr anchorCtr="0" anchor="ctr" bIns="91425" lIns="0" spcFirstLastPara="1" rIns="91425" wrap="square" tIns="0">
            <a:noAutofit/>
          </a:bodyPr>
          <a:lstStyle>
            <a:lvl1pPr lvl="0" algn="ctr">
              <a:lnSpc>
                <a:spcPct val="115000"/>
              </a:lnSpc>
              <a:spcBef>
                <a:spcPts val="0"/>
              </a:spcBef>
              <a:spcAft>
                <a:spcPts val="0"/>
              </a:spcAft>
              <a:buClr>
                <a:schemeClr val="lt1"/>
              </a:buClr>
              <a:buSzPts val="2800"/>
              <a:buNone/>
              <a:defRPr sz="2800">
                <a:solidFill>
                  <a:schemeClr val="lt1"/>
                </a:solidFill>
              </a:defRPr>
            </a:lvl1pPr>
            <a:lvl2pPr lvl="1" algn="l">
              <a:lnSpc>
                <a:spcPct val="115000"/>
              </a:lnSpc>
              <a:spcBef>
                <a:spcPts val="0"/>
              </a:spcBef>
              <a:spcAft>
                <a:spcPts val="0"/>
              </a:spcAft>
              <a:buClr>
                <a:schemeClr val="lt1"/>
              </a:buClr>
              <a:buSzPts val="1800"/>
              <a:buNone/>
              <a:defRPr>
                <a:solidFill>
                  <a:schemeClr val="lt1"/>
                </a:solidFill>
              </a:defRPr>
            </a:lvl2pPr>
            <a:lvl3pPr lvl="2" algn="l">
              <a:lnSpc>
                <a:spcPct val="115000"/>
              </a:lnSpc>
              <a:spcBef>
                <a:spcPts val="0"/>
              </a:spcBef>
              <a:spcAft>
                <a:spcPts val="0"/>
              </a:spcAft>
              <a:buClr>
                <a:schemeClr val="lt1"/>
              </a:buClr>
              <a:buSzPts val="1800"/>
              <a:buNone/>
              <a:defRPr>
                <a:solidFill>
                  <a:schemeClr val="lt1"/>
                </a:solidFill>
              </a:defRPr>
            </a:lvl3pPr>
            <a:lvl4pPr lvl="3" algn="l">
              <a:lnSpc>
                <a:spcPct val="115000"/>
              </a:lnSpc>
              <a:spcBef>
                <a:spcPts val="0"/>
              </a:spcBef>
              <a:spcAft>
                <a:spcPts val="0"/>
              </a:spcAft>
              <a:buClr>
                <a:schemeClr val="lt1"/>
              </a:buClr>
              <a:buSzPts val="1800"/>
              <a:buNone/>
              <a:defRPr>
                <a:solidFill>
                  <a:schemeClr val="lt1"/>
                </a:solidFill>
              </a:defRPr>
            </a:lvl4pPr>
            <a:lvl5pPr lvl="4" algn="l">
              <a:lnSpc>
                <a:spcPct val="115000"/>
              </a:lnSpc>
              <a:spcBef>
                <a:spcPts val="0"/>
              </a:spcBef>
              <a:spcAft>
                <a:spcPts val="0"/>
              </a:spcAft>
              <a:buClr>
                <a:schemeClr val="lt1"/>
              </a:buClr>
              <a:buSzPts val="1800"/>
              <a:buNone/>
              <a:defRPr>
                <a:solidFill>
                  <a:schemeClr val="lt1"/>
                </a:solidFill>
              </a:defRPr>
            </a:lvl5pPr>
            <a:lvl6pPr lvl="5" algn="l">
              <a:lnSpc>
                <a:spcPct val="115000"/>
              </a:lnSpc>
              <a:spcBef>
                <a:spcPts val="0"/>
              </a:spcBef>
              <a:spcAft>
                <a:spcPts val="0"/>
              </a:spcAft>
              <a:buClr>
                <a:schemeClr val="lt1"/>
              </a:buClr>
              <a:buSzPts val="1800"/>
              <a:buNone/>
              <a:defRPr>
                <a:solidFill>
                  <a:schemeClr val="lt1"/>
                </a:solidFill>
              </a:defRPr>
            </a:lvl6pPr>
            <a:lvl7pPr lvl="6" algn="l">
              <a:lnSpc>
                <a:spcPct val="115000"/>
              </a:lnSpc>
              <a:spcBef>
                <a:spcPts val="0"/>
              </a:spcBef>
              <a:spcAft>
                <a:spcPts val="0"/>
              </a:spcAft>
              <a:buClr>
                <a:schemeClr val="lt1"/>
              </a:buClr>
              <a:buSzPts val="1800"/>
              <a:buNone/>
              <a:defRPr>
                <a:solidFill>
                  <a:schemeClr val="lt1"/>
                </a:solidFill>
              </a:defRPr>
            </a:lvl7pPr>
            <a:lvl8pPr lvl="7" algn="l">
              <a:lnSpc>
                <a:spcPct val="115000"/>
              </a:lnSpc>
              <a:spcBef>
                <a:spcPts val="0"/>
              </a:spcBef>
              <a:spcAft>
                <a:spcPts val="0"/>
              </a:spcAft>
              <a:buClr>
                <a:schemeClr val="lt1"/>
              </a:buClr>
              <a:buSzPts val="1800"/>
              <a:buNone/>
              <a:defRPr>
                <a:solidFill>
                  <a:schemeClr val="lt1"/>
                </a:solidFill>
              </a:defRPr>
            </a:lvl8pPr>
            <a:lvl9pPr lvl="8" algn="l">
              <a:lnSpc>
                <a:spcPct val="115000"/>
              </a:lnSpc>
              <a:spcBef>
                <a:spcPts val="0"/>
              </a:spcBef>
              <a:spcAft>
                <a:spcPts val="0"/>
              </a:spcAft>
              <a:buClr>
                <a:schemeClr val="lt1"/>
              </a:buClr>
              <a:buSzPts val="1800"/>
              <a:buNone/>
              <a:defRPr>
                <a:solidFill>
                  <a:schemeClr val="lt1"/>
                </a:solidFill>
              </a:defRPr>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B - Slack slide">
  <p:cSld name="CUSTOM_10_1_1_1_2_3_1">
    <p:bg>
      <p:bgPr>
        <a:solidFill>
          <a:schemeClr val="dk2"/>
        </a:solidFill>
      </p:bgPr>
    </p:bg>
    <p:spTree>
      <p:nvGrpSpPr>
        <p:cNvPr id="159" name="Shape 159"/>
        <p:cNvGrpSpPr/>
        <p:nvPr/>
      </p:nvGrpSpPr>
      <p:grpSpPr>
        <a:xfrm>
          <a:off x="0" y="0"/>
          <a:ext cx="0" cy="0"/>
          <a:chOff x="0" y="0"/>
          <a:chExt cx="0" cy="0"/>
        </a:xfrm>
      </p:grpSpPr>
      <p:sp>
        <p:nvSpPr>
          <p:cNvPr id="160" name="Google Shape;160;p28"/>
          <p:cNvSpPr txBox="1"/>
          <p:nvPr/>
        </p:nvSpPr>
        <p:spPr>
          <a:xfrm>
            <a:off x="0" y="3077800"/>
            <a:ext cx="9144000" cy="752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0" i="0" lang="en" sz="4000" u="none" cap="none" strike="noStrike">
                <a:solidFill>
                  <a:schemeClr val="lt1"/>
                </a:solidFill>
                <a:latin typeface="Roboto"/>
                <a:ea typeface="Roboto"/>
                <a:cs typeface="Roboto"/>
                <a:sym typeface="Roboto"/>
              </a:rPr>
              <a:t>Class Slack Channel:</a:t>
            </a:r>
            <a:endParaRPr b="0" i="0" sz="4000" u="none" cap="none" strike="noStrike">
              <a:solidFill>
                <a:schemeClr val="lt1"/>
              </a:solidFill>
              <a:latin typeface="Roboto"/>
              <a:ea typeface="Roboto"/>
              <a:cs typeface="Roboto"/>
              <a:sym typeface="Roboto"/>
            </a:endParaRPr>
          </a:p>
        </p:txBody>
      </p:sp>
      <p:sp>
        <p:nvSpPr>
          <p:cNvPr id="161" name="Google Shape;161;p28"/>
          <p:cNvSpPr txBox="1"/>
          <p:nvPr>
            <p:ph idx="1" type="subTitle"/>
          </p:nvPr>
        </p:nvSpPr>
        <p:spPr>
          <a:xfrm>
            <a:off x="41700" y="3746925"/>
            <a:ext cx="9102300" cy="549000"/>
          </a:xfrm>
          <a:prstGeom prst="rect">
            <a:avLst/>
          </a:prstGeom>
          <a:noFill/>
          <a:ln>
            <a:noFill/>
          </a:ln>
        </p:spPr>
        <p:txBody>
          <a:bodyPr anchorCtr="0" anchor="ctr" bIns="91425" lIns="0" spcFirstLastPara="1" rIns="91425" wrap="square" tIns="0">
            <a:noAutofit/>
          </a:bodyPr>
          <a:lstStyle>
            <a:lvl1pPr lvl="0" algn="ctr">
              <a:lnSpc>
                <a:spcPct val="115000"/>
              </a:lnSpc>
              <a:spcBef>
                <a:spcPts val="0"/>
              </a:spcBef>
              <a:spcAft>
                <a:spcPts val="0"/>
              </a:spcAft>
              <a:buClr>
                <a:schemeClr val="lt1"/>
              </a:buClr>
              <a:buSzPts val="2800"/>
              <a:buNone/>
              <a:defRPr sz="2800">
                <a:solidFill>
                  <a:schemeClr val="lt1"/>
                </a:solidFill>
              </a:defRPr>
            </a:lvl1pPr>
            <a:lvl2pPr lvl="1" algn="l">
              <a:lnSpc>
                <a:spcPct val="115000"/>
              </a:lnSpc>
              <a:spcBef>
                <a:spcPts val="0"/>
              </a:spcBef>
              <a:spcAft>
                <a:spcPts val="0"/>
              </a:spcAft>
              <a:buClr>
                <a:schemeClr val="lt1"/>
              </a:buClr>
              <a:buSzPts val="1800"/>
              <a:buNone/>
              <a:defRPr>
                <a:solidFill>
                  <a:schemeClr val="lt1"/>
                </a:solidFill>
              </a:defRPr>
            </a:lvl2pPr>
            <a:lvl3pPr lvl="2" algn="l">
              <a:lnSpc>
                <a:spcPct val="115000"/>
              </a:lnSpc>
              <a:spcBef>
                <a:spcPts val="0"/>
              </a:spcBef>
              <a:spcAft>
                <a:spcPts val="0"/>
              </a:spcAft>
              <a:buClr>
                <a:schemeClr val="lt1"/>
              </a:buClr>
              <a:buSzPts val="1800"/>
              <a:buNone/>
              <a:defRPr>
                <a:solidFill>
                  <a:schemeClr val="lt1"/>
                </a:solidFill>
              </a:defRPr>
            </a:lvl3pPr>
            <a:lvl4pPr lvl="3" algn="l">
              <a:lnSpc>
                <a:spcPct val="115000"/>
              </a:lnSpc>
              <a:spcBef>
                <a:spcPts val="0"/>
              </a:spcBef>
              <a:spcAft>
                <a:spcPts val="0"/>
              </a:spcAft>
              <a:buClr>
                <a:schemeClr val="lt1"/>
              </a:buClr>
              <a:buSzPts val="1800"/>
              <a:buNone/>
              <a:defRPr>
                <a:solidFill>
                  <a:schemeClr val="lt1"/>
                </a:solidFill>
              </a:defRPr>
            </a:lvl4pPr>
            <a:lvl5pPr lvl="4" algn="l">
              <a:lnSpc>
                <a:spcPct val="115000"/>
              </a:lnSpc>
              <a:spcBef>
                <a:spcPts val="0"/>
              </a:spcBef>
              <a:spcAft>
                <a:spcPts val="0"/>
              </a:spcAft>
              <a:buClr>
                <a:schemeClr val="lt1"/>
              </a:buClr>
              <a:buSzPts val="1800"/>
              <a:buNone/>
              <a:defRPr>
                <a:solidFill>
                  <a:schemeClr val="lt1"/>
                </a:solidFill>
              </a:defRPr>
            </a:lvl5pPr>
            <a:lvl6pPr lvl="5" algn="l">
              <a:lnSpc>
                <a:spcPct val="115000"/>
              </a:lnSpc>
              <a:spcBef>
                <a:spcPts val="0"/>
              </a:spcBef>
              <a:spcAft>
                <a:spcPts val="0"/>
              </a:spcAft>
              <a:buClr>
                <a:schemeClr val="lt1"/>
              </a:buClr>
              <a:buSzPts val="1800"/>
              <a:buNone/>
              <a:defRPr>
                <a:solidFill>
                  <a:schemeClr val="lt1"/>
                </a:solidFill>
              </a:defRPr>
            </a:lvl6pPr>
            <a:lvl7pPr lvl="6" algn="l">
              <a:lnSpc>
                <a:spcPct val="115000"/>
              </a:lnSpc>
              <a:spcBef>
                <a:spcPts val="0"/>
              </a:spcBef>
              <a:spcAft>
                <a:spcPts val="0"/>
              </a:spcAft>
              <a:buClr>
                <a:schemeClr val="lt1"/>
              </a:buClr>
              <a:buSzPts val="1800"/>
              <a:buNone/>
              <a:defRPr>
                <a:solidFill>
                  <a:schemeClr val="lt1"/>
                </a:solidFill>
              </a:defRPr>
            </a:lvl7pPr>
            <a:lvl8pPr lvl="7" algn="l">
              <a:lnSpc>
                <a:spcPct val="115000"/>
              </a:lnSpc>
              <a:spcBef>
                <a:spcPts val="0"/>
              </a:spcBef>
              <a:spcAft>
                <a:spcPts val="0"/>
              </a:spcAft>
              <a:buClr>
                <a:schemeClr val="lt1"/>
              </a:buClr>
              <a:buSzPts val="1800"/>
              <a:buNone/>
              <a:defRPr>
                <a:solidFill>
                  <a:schemeClr val="lt1"/>
                </a:solidFill>
              </a:defRPr>
            </a:lvl8pPr>
            <a:lvl9pPr lvl="8" algn="l">
              <a:lnSpc>
                <a:spcPct val="115000"/>
              </a:lnSpc>
              <a:spcBef>
                <a:spcPts val="0"/>
              </a:spcBef>
              <a:spcAft>
                <a:spcPts val="0"/>
              </a:spcAft>
              <a:buClr>
                <a:schemeClr val="lt1"/>
              </a:buClr>
              <a:buSzPts val="1800"/>
              <a:buNone/>
              <a:defRPr>
                <a:solidFill>
                  <a:schemeClr val="lt1"/>
                </a:solidFill>
              </a:defRPr>
            </a:lvl9pPr>
          </a:lstStyle>
          <a:p/>
        </p:txBody>
      </p:sp>
      <p:pic>
        <p:nvPicPr>
          <p:cNvPr id="162" name="Google Shape;162;p28"/>
          <p:cNvPicPr preferRelativeResize="0"/>
          <p:nvPr/>
        </p:nvPicPr>
        <p:blipFill rotWithShape="1">
          <a:blip r:embed="rId2">
            <a:alphaModFix/>
          </a:blip>
          <a:srcRect b="24412" l="9534" r="69121" t="23790"/>
          <a:stretch/>
        </p:blipFill>
        <p:spPr>
          <a:xfrm>
            <a:off x="3876275" y="1390350"/>
            <a:ext cx="1391451" cy="1382525"/>
          </a:xfrm>
          <a:prstGeom prst="rect">
            <a:avLst/>
          </a:prstGeom>
          <a:noFill/>
          <a:ln>
            <a:noFill/>
          </a:ln>
        </p:spPr>
      </p:pic>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B - Thank you">
  <p:cSld name="CUSTOM_10_1_1_1_2_1_2">
    <p:bg>
      <p:bgPr>
        <a:solidFill>
          <a:schemeClr val="dk2"/>
        </a:solidFill>
      </p:bgPr>
    </p:bg>
    <p:spTree>
      <p:nvGrpSpPr>
        <p:cNvPr id="163" name="Shape 163"/>
        <p:cNvGrpSpPr/>
        <p:nvPr/>
      </p:nvGrpSpPr>
      <p:grpSpPr>
        <a:xfrm>
          <a:off x="0" y="0"/>
          <a:ext cx="0" cy="0"/>
          <a:chOff x="0" y="0"/>
          <a:chExt cx="0" cy="0"/>
        </a:xfrm>
      </p:grpSpPr>
      <p:sp>
        <p:nvSpPr>
          <p:cNvPr id="164" name="Google Shape;164;p29"/>
          <p:cNvSpPr txBox="1"/>
          <p:nvPr/>
        </p:nvSpPr>
        <p:spPr>
          <a:xfrm>
            <a:off x="0" y="3073400"/>
            <a:ext cx="9144000" cy="7239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0" i="0" lang="en" sz="4000" u="none" cap="none" strike="noStrike">
                <a:solidFill>
                  <a:schemeClr val="lt1"/>
                </a:solidFill>
                <a:latin typeface="Roboto"/>
                <a:ea typeface="Roboto"/>
                <a:cs typeface="Roboto"/>
                <a:sym typeface="Roboto"/>
              </a:rPr>
              <a:t>Thank </a:t>
            </a:r>
            <a:r>
              <a:rPr lang="en" sz="4000">
                <a:solidFill>
                  <a:schemeClr val="lt1"/>
                </a:solidFill>
                <a:latin typeface="Roboto"/>
                <a:ea typeface="Roboto"/>
                <a:cs typeface="Roboto"/>
                <a:sym typeface="Roboto"/>
              </a:rPr>
              <a:t>Y</a:t>
            </a:r>
            <a:r>
              <a:rPr b="0" i="0" lang="en" sz="4000" u="none" cap="none" strike="noStrike">
                <a:solidFill>
                  <a:schemeClr val="lt1"/>
                </a:solidFill>
                <a:latin typeface="Roboto"/>
                <a:ea typeface="Roboto"/>
                <a:cs typeface="Roboto"/>
                <a:sym typeface="Roboto"/>
              </a:rPr>
              <a:t>ou</a:t>
            </a:r>
            <a:endParaRPr b="0" i="0" sz="4000" u="none" cap="none" strike="noStrike">
              <a:solidFill>
                <a:schemeClr val="lt1"/>
              </a:solidFill>
              <a:latin typeface="Roboto"/>
              <a:ea typeface="Roboto"/>
              <a:cs typeface="Roboto"/>
              <a:sym typeface="Roboto"/>
            </a:endParaRPr>
          </a:p>
        </p:txBody>
      </p:sp>
      <p:pic>
        <p:nvPicPr>
          <p:cNvPr id="165" name="Google Shape;165;p29"/>
          <p:cNvPicPr preferRelativeResize="0"/>
          <p:nvPr/>
        </p:nvPicPr>
        <p:blipFill rotWithShape="1">
          <a:blip r:embed="rId2">
            <a:alphaModFix/>
          </a:blip>
          <a:srcRect b="0" l="0" r="0" t="0"/>
          <a:stretch/>
        </p:blipFill>
        <p:spPr>
          <a:xfrm>
            <a:off x="3883775" y="1371600"/>
            <a:ext cx="1376700" cy="1376700"/>
          </a:xfrm>
          <a:prstGeom prst="rect">
            <a:avLst/>
          </a:prstGeom>
          <a:noFill/>
          <a:ln>
            <a:noFill/>
          </a:ln>
        </p:spPr>
      </p:pic>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B - Questions">
  <p:cSld name="CUSTOM_10_1_1_1_1_2">
    <p:bg>
      <p:bgPr>
        <a:solidFill>
          <a:schemeClr val="dk2"/>
        </a:solidFill>
      </p:bgPr>
    </p:bg>
    <p:spTree>
      <p:nvGrpSpPr>
        <p:cNvPr id="166" name="Shape 166"/>
        <p:cNvGrpSpPr/>
        <p:nvPr/>
      </p:nvGrpSpPr>
      <p:grpSpPr>
        <a:xfrm>
          <a:off x="0" y="0"/>
          <a:ext cx="0" cy="0"/>
          <a:chOff x="0" y="0"/>
          <a:chExt cx="0" cy="0"/>
        </a:xfrm>
      </p:grpSpPr>
      <p:sp>
        <p:nvSpPr>
          <p:cNvPr id="167" name="Google Shape;167;p30"/>
          <p:cNvSpPr txBox="1"/>
          <p:nvPr/>
        </p:nvSpPr>
        <p:spPr>
          <a:xfrm>
            <a:off x="0" y="3054950"/>
            <a:ext cx="9144000" cy="752400"/>
          </a:xfrm>
          <a:prstGeom prst="rect">
            <a:avLst/>
          </a:prstGeom>
          <a:noFill/>
          <a:ln>
            <a:noFill/>
          </a:ln>
        </p:spPr>
        <p:txBody>
          <a:bodyPr anchorCtr="0" anchor="t" bIns="91425" lIns="0" spcFirstLastPara="1" rIns="0"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0" i="0" lang="en" sz="4000" u="none" cap="none" strike="noStrike">
                <a:solidFill>
                  <a:schemeClr val="lt1"/>
                </a:solidFill>
                <a:latin typeface="Roboto"/>
                <a:ea typeface="Roboto"/>
                <a:cs typeface="Roboto"/>
                <a:sym typeface="Roboto"/>
              </a:rPr>
              <a:t>Questions?</a:t>
            </a:r>
            <a:endParaRPr b="0" i="0" sz="4000" u="none" cap="none" strike="noStrike">
              <a:solidFill>
                <a:schemeClr val="lt1"/>
              </a:solidFill>
              <a:latin typeface="Roboto"/>
              <a:ea typeface="Roboto"/>
              <a:cs typeface="Roboto"/>
              <a:sym typeface="Roboto"/>
            </a:endParaRPr>
          </a:p>
        </p:txBody>
      </p:sp>
      <p:pic>
        <p:nvPicPr>
          <p:cNvPr id="168" name="Google Shape;168;p30"/>
          <p:cNvPicPr preferRelativeResize="0"/>
          <p:nvPr/>
        </p:nvPicPr>
        <p:blipFill rotWithShape="1">
          <a:blip r:embed="rId2">
            <a:alphaModFix/>
          </a:blip>
          <a:srcRect b="0" l="0" r="0" t="0"/>
          <a:stretch/>
        </p:blipFill>
        <p:spPr>
          <a:xfrm>
            <a:off x="3726873" y="1589513"/>
            <a:ext cx="1690255" cy="1324800"/>
          </a:xfrm>
          <a:prstGeom prst="rect">
            <a:avLst/>
          </a:prstGeom>
          <a:noFill/>
          <a:ln>
            <a:noFill/>
          </a:ln>
        </p:spPr>
      </p:pic>
      <p:pic>
        <p:nvPicPr>
          <p:cNvPr id="169" name="Google Shape;169;p30"/>
          <p:cNvPicPr preferRelativeResize="0"/>
          <p:nvPr/>
        </p:nvPicPr>
        <p:blipFill rotWithShape="1">
          <a:blip r:embed="rId3">
            <a:alphaModFix/>
          </a:blip>
          <a:srcRect b="9853" l="0" r="0" t="0"/>
          <a:stretch/>
        </p:blipFill>
        <p:spPr>
          <a:xfrm>
            <a:off x="653025" y="4126875"/>
            <a:ext cx="870750" cy="1194250"/>
          </a:xfrm>
          <a:prstGeom prst="rect">
            <a:avLst/>
          </a:prstGeom>
          <a:noFill/>
          <a:ln>
            <a:noFill/>
          </a:ln>
        </p:spPr>
      </p:pic>
      <p:pic>
        <p:nvPicPr>
          <p:cNvPr id="170" name="Google Shape;170;p30"/>
          <p:cNvPicPr preferRelativeResize="0"/>
          <p:nvPr/>
        </p:nvPicPr>
        <p:blipFill rotWithShape="1">
          <a:blip r:embed="rId3">
            <a:alphaModFix/>
          </a:blip>
          <a:srcRect b="19664" l="0" r="0" t="0"/>
          <a:stretch/>
        </p:blipFill>
        <p:spPr>
          <a:xfrm flipH="1">
            <a:off x="1651350" y="4364000"/>
            <a:ext cx="783075" cy="957125"/>
          </a:xfrm>
          <a:prstGeom prst="rect">
            <a:avLst/>
          </a:prstGeom>
          <a:noFill/>
          <a:ln>
            <a:noFill/>
          </a:ln>
        </p:spPr>
      </p:pic>
      <p:pic>
        <p:nvPicPr>
          <p:cNvPr id="171" name="Google Shape;171;p30"/>
          <p:cNvPicPr preferRelativeResize="0"/>
          <p:nvPr/>
        </p:nvPicPr>
        <p:blipFill rotWithShape="1">
          <a:blip r:embed="rId3">
            <a:alphaModFix/>
          </a:blip>
          <a:srcRect b="30598" l="0" r="0" t="0"/>
          <a:stretch/>
        </p:blipFill>
        <p:spPr>
          <a:xfrm flipH="1">
            <a:off x="3638200" y="4387525"/>
            <a:ext cx="712575" cy="752400"/>
          </a:xfrm>
          <a:prstGeom prst="rect">
            <a:avLst/>
          </a:prstGeom>
          <a:noFill/>
          <a:ln>
            <a:noFill/>
          </a:ln>
        </p:spPr>
      </p:pic>
      <p:pic>
        <p:nvPicPr>
          <p:cNvPr id="172" name="Google Shape;172;p30"/>
          <p:cNvPicPr preferRelativeResize="0"/>
          <p:nvPr/>
        </p:nvPicPr>
        <p:blipFill rotWithShape="1">
          <a:blip r:embed="rId3">
            <a:alphaModFix/>
          </a:blip>
          <a:srcRect b="9853" l="0" r="0" t="0"/>
          <a:stretch/>
        </p:blipFill>
        <p:spPr>
          <a:xfrm>
            <a:off x="2655487" y="3973275"/>
            <a:ext cx="982713" cy="1347850"/>
          </a:xfrm>
          <a:prstGeom prst="rect">
            <a:avLst/>
          </a:prstGeom>
          <a:noFill/>
          <a:ln>
            <a:noFill/>
          </a:ln>
        </p:spPr>
      </p:pic>
      <p:pic>
        <p:nvPicPr>
          <p:cNvPr id="173" name="Google Shape;173;p30"/>
          <p:cNvPicPr preferRelativeResize="0"/>
          <p:nvPr/>
        </p:nvPicPr>
        <p:blipFill rotWithShape="1">
          <a:blip r:embed="rId3">
            <a:alphaModFix/>
          </a:blip>
          <a:srcRect b="9853" l="0" r="0" t="0"/>
          <a:stretch/>
        </p:blipFill>
        <p:spPr>
          <a:xfrm>
            <a:off x="4517888" y="4134937"/>
            <a:ext cx="870750" cy="1194250"/>
          </a:xfrm>
          <a:prstGeom prst="rect">
            <a:avLst/>
          </a:prstGeom>
          <a:noFill/>
          <a:ln>
            <a:noFill/>
          </a:ln>
        </p:spPr>
      </p:pic>
      <p:pic>
        <p:nvPicPr>
          <p:cNvPr id="174" name="Google Shape;174;p30"/>
          <p:cNvPicPr preferRelativeResize="0"/>
          <p:nvPr/>
        </p:nvPicPr>
        <p:blipFill rotWithShape="1">
          <a:blip r:embed="rId3">
            <a:alphaModFix/>
          </a:blip>
          <a:srcRect b="5686" l="0" r="0" t="0"/>
          <a:stretch/>
        </p:blipFill>
        <p:spPr>
          <a:xfrm flipH="1">
            <a:off x="5979175" y="4168652"/>
            <a:ext cx="783075" cy="1123675"/>
          </a:xfrm>
          <a:prstGeom prst="rect">
            <a:avLst/>
          </a:prstGeom>
          <a:noFill/>
          <a:ln>
            <a:noFill/>
          </a:ln>
        </p:spPr>
      </p:pic>
      <p:pic>
        <p:nvPicPr>
          <p:cNvPr id="175" name="Google Shape;175;p30"/>
          <p:cNvPicPr preferRelativeResize="0"/>
          <p:nvPr/>
        </p:nvPicPr>
        <p:blipFill rotWithShape="1">
          <a:blip r:embed="rId3">
            <a:alphaModFix/>
          </a:blip>
          <a:srcRect b="0" l="0" r="0" t="0"/>
          <a:stretch/>
        </p:blipFill>
        <p:spPr>
          <a:xfrm>
            <a:off x="7223650" y="3973275"/>
            <a:ext cx="870750" cy="1324800"/>
          </a:xfrm>
          <a:prstGeom prst="rect">
            <a:avLst/>
          </a:prstGeom>
          <a:noFill/>
          <a:ln>
            <a:noFill/>
          </a:ln>
        </p:spPr>
      </p:pic>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C - Instructor Demonstration">
  <p:cSld name="CUSTOM_10_2">
    <p:bg>
      <p:bgPr>
        <a:solidFill>
          <a:schemeClr val="dk2"/>
        </a:solidFill>
      </p:bgPr>
    </p:bg>
    <p:spTree>
      <p:nvGrpSpPr>
        <p:cNvPr id="176" name="Shape 176"/>
        <p:cNvGrpSpPr/>
        <p:nvPr/>
      </p:nvGrpSpPr>
      <p:grpSpPr>
        <a:xfrm>
          <a:off x="0" y="0"/>
          <a:ext cx="0" cy="0"/>
          <a:chOff x="0" y="0"/>
          <a:chExt cx="0" cy="0"/>
        </a:xfrm>
      </p:grpSpPr>
      <p:sp>
        <p:nvSpPr>
          <p:cNvPr id="177" name="Google Shape;177;p31"/>
          <p:cNvSpPr txBox="1"/>
          <p:nvPr>
            <p:ph type="title"/>
          </p:nvPr>
        </p:nvSpPr>
        <p:spPr>
          <a:xfrm>
            <a:off x="0" y="3772475"/>
            <a:ext cx="9144000" cy="461400"/>
          </a:xfrm>
          <a:prstGeom prst="rect">
            <a:avLst/>
          </a:prstGeom>
          <a:noFill/>
          <a:ln>
            <a:noFill/>
          </a:ln>
        </p:spPr>
        <p:txBody>
          <a:bodyPr anchorCtr="0" anchor="t" bIns="0" lIns="0" spcFirstLastPara="1" rIns="0" wrap="square" tIns="0">
            <a:noAutofit/>
          </a:bodyPr>
          <a:lstStyle>
            <a:lvl1pPr lvl="0" algn="ctr">
              <a:lnSpc>
                <a:spcPct val="100000"/>
              </a:lnSpc>
              <a:spcBef>
                <a:spcPts val="0"/>
              </a:spcBef>
              <a:spcAft>
                <a:spcPts val="0"/>
              </a:spcAft>
              <a:buClr>
                <a:schemeClr val="accent2"/>
              </a:buClr>
              <a:buSzPts val="2800"/>
              <a:buNone/>
              <a:defRPr sz="2800">
                <a:solidFill>
                  <a:schemeClr val="accent2"/>
                </a:solidFill>
                <a:latin typeface="Roboto Light"/>
                <a:ea typeface="Roboto Light"/>
                <a:cs typeface="Roboto Light"/>
                <a:sym typeface="Roboto Light"/>
              </a:defRPr>
            </a:lvl1pPr>
            <a:lvl2pPr lvl="1" algn="ctr">
              <a:lnSpc>
                <a:spcPct val="100000"/>
              </a:lnSpc>
              <a:spcBef>
                <a:spcPts val="0"/>
              </a:spcBef>
              <a:spcAft>
                <a:spcPts val="0"/>
              </a:spcAft>
              <a:buSzPts val="2800"/>
              <a:buNone/>
              <a:defRPr>
                <a:latin typeface="Roboto Light"/>
                <a:ea typeface="Roboto Light"/>
                <a:cs typeface="Roboto Light"/>
                <a:sym typeface="Roboto Light"/>
              </a:defRPr>
            </a:lvl2pPr>
            <a:lvl3pPr lvl="2" algn="ctr">
              <a:lnSpc>
                <a:spcPct val="100000"/>
              </a:lnSpc>
              <a:spcBef>
                <a:spcPts val="0"/>
              </a:spcBef>
              <a:spcAft>
                <a:spcPts val="0"/>
              </a:spcAft>
              <a:buSzPts val="2800"/>
              <a:buNone/>
              <a:defRPr>
                <a:latin typeface="Roboto Light"/>
                <a:ea typeface="Roboto Light"/>
                <a:cs typeface="Roboto Light"/>
                <a:sym typeface="Roboto Light"/>
              </a:defRPr>
            </a:lvl3pPr>
            <a:lvl4pPr lvl="3" algn="ctr">
              <a:lnSpc>
                <a:spcPct val="100000"/>
              </a:lnSpc>
              <a:spcBef>
                <a:spcPts val="0"/>
              </a:spcBef>
              <a:spcAft>
                <a:spcPts val="0"/>
              </a:spcAft>
              <a:buSzPts val="2800"/>
              <a:buNone/>
              <a:defRPr>
                <a:latin typeface="Roboto Light"/>
                <a:ea typeface="Roboto Light"/>
                <a:cs typeface="Roboto Light"/>
                <a:sym typeface="Roboto Light"/>
              </a:defRPr>
            </a:lvl4pPr>
            <a:lvl5pPr lvl="4" algn="ctr">
              <a:lnSpc>
                <a:spcPct val="100000"/>
              </a:lnSpc>
              <a:spcBef>
                <a:spcPts val="0"/>
              </a:spcBef>
              <a:spcAft>
                <a:spcPts val="0"/>
              </a:spcAft>
              <a:buSzPts val="2800"/>
              <a:buNone/>
              <a:defRPr>
                <a:latin typeface="Roboto Light"/>
                <a:ea typeface="Roboto Light"/>
                <a:cs typeface="Roboto Light"/>
                <a:sym typeface="Roboto Light"/>
              </a:defRPr>
            </a:lvl5pPr>
            <a:lvl6pPr lvl="5" algn="ctr">
              <a:lnSpc>
                <a:spcPct val="100000"/>
              </a:lnSpc>
              <a:spcBef>
                <a:spcPts val="0"/>
              </a:spcBef>
              <a:spcAft>
                <a:spcPts val="0"/>
              </a:spcAft>
              <a:buSzPts val="2800"/>
              <a:buNone/>
              <a:defRPr>
                <a:latin typeface="Roboto Light"/>
                <a:ea typeface="Roboto Light"/>
                <a:cs typeface="Roboto Light"/>
                <a:sym typeface="Roboto Light"/>
              </a:defRPr>
            </a:lvl6pPr>
            <a:lvl7pPr lvl="6" algn="ctr">
              <a:lnSpc>
                <a:spcPct val="100000"/>
              </a:lnSpc>
              <a:spcBef>
                <a:spcPts val="0"/>
              </a:spcBef>
              <a:spcAft>
                <a:spcPts val="0"/>
              </a:spcAft>
              <a:buSzPts val="2800"/>
              <a:buNone/>
              <a:defRPr>
                <a:latin typeface="Roboto Light"/>
                <a:ea typeface="Roboto Light"/>
                <a:cs typeface="Roboto Light"/>
                <a:sym typeface="Roboto Light"/>
              </a:defRPr>
            </a:lvl7pPr>
            <a:lvl8pPr lvl="7" algn="ctr">
              <a:lnSpc>
                <a:spcPct val="100000"/>
              </a:lnSpc>
              <a:spcBef>
                <a:spcPts val="0"/>
              </a:spcBef>
              <a:spcAft>
                <a:spcPts val="0"/>
              </a:spcAft>
              <a:buSzPts val="2800"/>
              <a:buNone/>
              <a:defRPr>
                <a:latin typeface="Roboto Light"/>
                <a:ea typeface="Roboto Light"/>
                <a:cs typeface="Roboto Light"/>
                <a:sym typeface="Roboto Light"/>
              </a:defRPr>
            </a:lvl8pPr>
            <a:lvl9pPr lvl="8" algn="ctr">
              <a:lnSpc>
                <a:spcPct val="100000"/>
              </a:lnSpc>
              <a:spcBef>
                <a:spcPts val="0"/>
              </a:spcBef>
              <a:spcAft>
                <a:spcPts val="0"/>
              </a:spcAft>
              <a:buSzPts val="2800"/>
              <a:buNone/>
              <a:defRPr>
                <a:latin typeface="Roboto Light"/>
                <a:ea typeface="Roboto Light"/>
                <a:cs typeface="Roboto Light"/>
                <a:sym typeface="Roboto Light"/>
              </a:defRPr>
            </a:lvl9pPr>
          </a:lstStyle>
          <a:p/>
        </p:txBody>
      </p:sp>
      <p:sp>
        <p:nvSpPr>
          <p:cNvPr id="178" name="Google Shape;178;p31"/>
          <p:cNvSpPr/>
          <p:nvPr/>
        </p:nvSpPr>
        <p:spPr>
          <a:xfrm>
            <a:off x="3657600" y="919500"/>
            <a:ext cx="1828800" cy="1828800"/>
          </a:xfrm>
          <a:prstGeom prst="ellipse">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79" name="Google Shape;179;p31"/>
          <p:cNvSpPr txBox="1"/>
          <p:nvPr/>
        </p:nvSpPr>
        <p:spPr>
          <a:xfrm>
            <a:off x="311700" y="3073125"/>
            <a:ext cx="8520600" cy="752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0" i="0" lang="en" sz="4000" u="none" cap="none" strike="noStrike">
                <a:solidFill>
                  <a:schemeClr val="lt1"/>
                </a:solidFill>
                <a:latin typeface="Roboto"/>
                <a:ea typeface="Roboto"/>
                <a:cs typeface="Roboto"/>
                <a:sym typeface="Roboto"/>
              </a:rPr>
              <a:t>Instructor</a:t>
            </a:r>
            <a:r>
              <a:rPr i="0" lang="en" sz="4000" u="none" cap="none" strike="noStrike">
                <a:solidFill>
                  <a:schemeClr val="lt1"/>
                </a:solidFill>
                <a:latin typeface="Roboto"/>
                <a:ea typeface="Roboto"/>
                <a:cs typeface="Roboto"/>
                <a:sym typeface="Roboto"/>
              </a:rPr>
              <a:t> Demonstration</a:t>
            </a:r>
            <a:endParaRPr i="0" sz="2400" u="none" cap="none" strike="noStrike">
              <a:solidFill>
                <a:schemeClr val="lt1"/>
              </a:solidFill>
              <a:latin typeface="Roboto Light"/>
              <a:ea typeface="Roboto Light"/>
              <a:cs typeface="Roboto Light"/>
              <a:sym typeface="Roboto Light"/>
            </a:endParaRPr>
          </a:p>
        </p:txBody>
      </p:sp>
      <p:pic>
        <p:nvPicPr>
          <p:cNvPr id="180" name="Google Shape;180;p31"/>
          <p:cNvPicPr preferRelativeResize="0"/>
          <p:nvPr/>
        </p:nvPicPr>
        <p:blipFill rotWithShape="1">
          <a:blip r:embed="rId2">
            <a:alphaModFix/>
          </a:blip>
          <a:srcRect b="0" l="0" r="0" t="0"/>
          <a:stretch/>
        </p:blipFill>
        <p:spPr>
          <a:xfrm>
            <a:off x="3934596" y="1424818"/>
            <a:ext cx="1274808" cy="818164"/>
          </a:xfrm>
          <a:prstGeom prst="rect">
            <a:avLst/>
          </a:prstGeom>
          <a:noFill/>
          <a:ln>
            <a:noFill/>
          </a:ln>
        </p:spPr>
      </p:pic>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D - Blank chapter title slide">
  <p:cSld name="CUSTOM_26_2">
    <p:bg>
      <p:bgPr>
        <a:solidFill>
          <a:schemeClr val="accent2"/>
        </a:solidFill>
      </p:bgPr>
    </p:bg>
    <p:spTree>
      <p:nvGrpSpPr>
        <p:cNvPr id="181" name="Shape 181"/>
        <p:cNvGrpSpPr/>
        <p:nvPr/>
      </p:nvGrpSpPr>
      <p:grpSpPr>
        <a:xfrm>
          <a:off x="0" y="0"/>
          <a:ext cx="0" cy="0"/>
          <a:chOff x="0" y="0"/>
          <a:chExt cx="0" cy="0"/>
        </a:xfrm>
      </p:grpSpPr>
      <p:sp>
        <p:nvSpPr>
          <p:cNvPr id="182" name="Google Shape;182;p32"/>
          <p:cNvSpPr txBox="1"/>
          <p:nvPr>
            <p:ph type="title"/>
          </p:nvPr>
        </p:nvSpPr>
        <p:spPr>
          <a:xfrm>
            <a:off x="0" y="2628900"/>
            <a:ext cx="9144000" cy="806400"/>
          </a:xfrm>
          <a:prstGeom prst="rect">
            <a:avLst/>
          </a:prstGeom>
          <a:noFill/>
          <a:ln>
            <a:noFill/>
          </a:ln>
        </p:spPr>
        <p:txBody>
          <a:bodyPr anchorCtr="0" anchor="t" bIns="91425" lIns="0" spcFirstLastPara="1" rIns="0" wrap="square" tIns="91425">
            <a:noAutofit/>
          </a:bodyPr>
          <a:lstStyle>
            <a:lvl1pPr lvl="0" algn="ctr">
              <a:lnSpc>
                <a:spcPct val="100000"/>
              </a:lnSpc>
              <a:spcBef>
                <a:spcPts val="0"/>
              </a:spcBef>
              <a:spcAft>
                <a:spcPts val="0"/>
              </a:spcAft>
              <a:buSzPts val="4000"/>
              <a:buNone/>
              <a:defRPr sz="4000">
                <a:latin typeface="Roboto Light"/>
                <a:ea typeface="Roboto Light"/>
                <a:cs typeface="Roboto Light"/>
                <a:sym typeface="Roboto Light"/>
              </a:defRPr>
            </a:lvl1pPr>
            <a:lvl2pPr lvl="1" algn="l">
              <a:lnSpc>
                <a:spcPct val="100000"/>
              </a:lnSpc>
              <a:spcBef>
                <a:spcPts val="0"/>
              </a:spcBef>
              <a:spcAft>
                <a:spcPts val="0"/>
              </a:spcAft>
              <a:buSzPts val="2800"/>
              <a:buNone/>
              <a:defRPr>
                <a:latin typeface="Roboto Light"/>
                <a:ea typeface="Roboto Light"/>
                <a:cs typeface="Roboto Light"/>
                <a:sym typeface="Roboto Light"/>
              </a:defRPr>
            </a:lvl2pPr>
            <a:lvl3pPr lvl="2" algn="l">
              <a:lnSpc>
                <a:spcPct val="100000"/>
              </a:lnSpc>
              <a:spcBef>
                <a:spcPts val="0"/>
              </a:spcBef>
              <a:spcAft>
                <a:spcPts val="0"/>
              </a:spcAft>
              <a:buSzPts val="2800"/>
              <a:buNone/>
              <a:defRPr>
                <a:latin typeface="Roboto Light"/>
                <a:ea typeface="Roboto Light"/>
                <a:cs typeface="Roboto Light"/>
                <a:sym typeface="Roboto Light"/>
              </a:defRPr>
            </a:lvl3pPr>
            <a:lvl4pPr lvl="3" algn="l">
              <a:lnSpc>
                <a:spcPct val="100000"/>
              </a:lnSpc>
              <a:spcBef>
                <a:spcPts val="0"/>
              </a:spcBef>
              <a:spcAft>
                <a:spcPts val="0"/>
              </a:spcAft>
              <a:buSzPts val="2800"/>
              <a:buNone/>
              <a:defRPr>
                <a:latin typeface="Roboto Light"/>
                <a:ea typeface="Roboto Light"/>
                <a:cs typeface="Roboto Light"/>
                <a:sym typeface="Roboto Light"/>
              </a:defRPr>
            </a:lvl4pPr>
            <a:lvl5pPr lvl="4" algn="l">
              <a:lnSpc>
                <a:spcPct val="100000"/>
              </a:lnSpc>
              <a:spcBef>
                <a:spcPts val="0"/>
              </a:spcBef>
              <a:spcAft>
                <a:spcPts val="0"/>
              </a:spcAft>
              <a:buSzPts val="2800"/>
              <a:buNone/>
              <a:defRPr>
                <a:latin typeface="Roboto Light"/>
                <a:ea typeface="Roboto Light"/>
                <a:cs typeface="Roboto Light"/>
                <a:sym typeface="Roboto Light"/>
              </a:defRPr>
            </a:lvl5pPr>
            <a:lvl6pPr lvl="5" algn="l">
              <a:lnSpc>
                <a:spcPct val="100000"/>
              </a:lnSpc>
              <a:spcBef>
                <a:spcPts val="0"/>
              </a:spcBef>
              <a:spcAft>
                <a:spcPts val="0"/>
              </a:spcAft>
              <a:buSzPts val="2800"/>
              <a:buNone/>
              <a:defRPr>
                <a:latin typeface="Roboto Light"/>
                <a:ea typeface="Roboto Light"/>
                <a:cs typeface="Roboto Light"/>
                <a:sym typeface="Roboto Light"/>
              </a:defRPr>
            </a:lvl6pPr>
            <a:lvl7pPr lvl="6" algn="l">
              <a:lnSpc>
                <a:spcPct val="100000"/>
              </a:lnSpc>
              <a:spcBef>
                <a:spcPts val="0"/>
              </a:spcBef>
              <a:spcAft>
                <a:spcPts val="0"/>
              </a:spcAft>
              <a:buSzPts val="2800"/>
              <a:buNone/>
              <a:defRPr>
                <a:latin typeface="Roboto Light"/>
                <a:ea typeface="Roboto Light"/>
                <a:cs typeface="Roboto Light"/>
                <a:sym typeface="Roboto Light"/>
              </a:defRPr>
            </a:lvl7pPr>
            <a:lvl8pPr lvl="7" algn="l">
              <a:lnSpc>
                <a:spcPct val="100000"/>
              </a:lnSpc>
              <a:spcBef>
                <a:spcPts val="0"/>
              </a:spcBef>
              <a:spcAft>
                <a:spcPts val="0"/>
              </a:spcAft>
              <a:buSzPts val="2800"/>
              <a:buNone/>
              <a:defRPr>
                <a:latin typeface="Roboto Light"/>
                <a:ea typeface="Roboto Light"/>
                <a:cs typeface="Roboto Light"/>
                <a:sym typeface="Roboto Light"/>
              </a:defRPr>
            </a:lvl8pPr>
            <a:lvl9pPr lvl="8" algn="l">
              <a:lnSpc>
                <a:spcPct val="100000"/>
              </a:lnSpc>
              <a:spcBef>
                <a:spcPts val="0"/>
              </a:spcBef>
              <a:spcAft>
                <a:spcPts val="0"/>
              </a:spcAft>
              <a:buSzPts val="2800"/>
              <a:buNone/>
              <a:defRPr>
                <a:latin typeface="Roboto Light"/>
                <a:ea typeface="Roboto Light"/>
                <a:cs typeface="Roboto Light"/>
                <a:sym typeface="Roboto Light"/>
              </a:defRPr>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ecap (blank)">
  <p:cSld name="CUSTOM_21_2_2">
    <p:spTree>
      <p:nvGrpSpPr>
        <p:cNvPr id="183" name="Shape 183"/>
        <p:cNvGrpSpPr/>
        <p:nvPr/>
      </p:nvGrpSpPr>
      <p:grpSpPr>
        <a:xfrm>
          <a:off x="0" y="0"/>
          <a:ext cx="0" cy="0"/>
          <a:chOff x="0" y="0"/>
          <a:chExt cx="0" cy="0"/>
        </a:xfrm>
      </p:grpSpPr>
      <p:cxnSp>
        <p:nvCxnSpPr>
          <p:cNvPr id="184" name="Google Shape;184;p33"/>
          <p:cNvCxnSpPr/>
          <p:nvPr/>
        </p:nvCxnSpPr>
        <p:spPr>
          <a:xfrm>
            <a:off x="0" y="929900"/>
            <a:ext cx="7337400" cy="0"/>
          </a:xfrm>
          <a:prstGeom prst="straightConnector1">
            <a:avLst/>
          </a:prstGeom>
          <a:noFill/>
          <a:ln cap="flat" cmpd="sng" w="19050">
            <a:solidFill>
              <a:schemeClr val="dk2"/>
            </a:solidFill>
            <a:prstDash val="solid"/>
            <a:round/>
            <a:headEnd len="sm" w="sm" type="none"/>
            <a:tailEnd len="med" w="med" type="oval"/>
          </a:ln>
        </p:spPr>
      </p:cxnSp>
      <p:sp>
        <p:nvSpPr>
          <p:cNvPr id="185" name="Google Shape;185;p33"/>
          <p:cNvSpPr/>
          <p:nvPr/>
        </p:nvSpPr>
        <p:spPr>
          <a:xfrm>
            <a:off x="170850" y="197450"/>
            <a:ext cx="572700" cy="5727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86" name="Google Shape;186;p33"/>
          <p:cNvPicPr preferRelativeResize="0"/>
          <p:nvPr/>
        </p:nvPicPr>
        <p:blipFill rotWithShape="1">
          <a:blip r:embed="rId2">
            <a:alphaModFix/>
          </a:blip>
          <a:srcRect b="0" l="0" r="0" t="0"/>
          <a:stretch/>
        </p:blipFill>
        <p:spPr>
          <a:xfrm>
            <a:off x="227700" y="248025"/>
            <a:ext cx="459000" cy="471541"/>
          </a:xfrm>
          <a:prstGeom prst="rect">
            <a:avLst/>
          </a:prstGeom>
          <a:noFill/>
          <a:ln>
            <a:noFill/>
          </a:ln>
        </p:spPr>
      </p:pic>
      <p:sp>
        <p:nvSpPr>
          <p:cNvPr id="187" name="Google Shape;187;p33"/>
          <p:cNvSpPr txBox="1"/>
          <p:nvPr>
            <p:ph idx="1" type="subTitle"/>
          </p:nvPr>
        </p:nvSpPr>
        <p:spPr>
          <a:xfrm>
            <a:off x="914400" y="548650"/>
            <a:ext cx="7772400" cy="2742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1800"/>
              <a:buNone/>
              <a:defRPr/>
            </a:lvl1pPr>
            <a:lvl2pPr lvl="1" algn="l">
              <a:lnSpc>
                <a:spcPct val="115000"/>
              </a:lnSpc>
              <a:spcBef>
                <a:spcPts val="0"/>
              </a:spcBef>
              <a:spcAft>
                <a:spcPts val="0"/>
              </a:spcAft>
              <a:buSzPts val="1800"/>
              <a:buNone/>
              <a:defRPr/>
            </a:lvl2pPr>
            <a:lvl3pPr lvl="2" algn="l">
              <a:lnSpc>
                <a:spcPct val="115000"/>
              </a:lnSpc>
              <a:spcBef>
                <a:spcPts val="0"/>
              </a:spcBef>
              <a:spcAft>
                <a:spcPts val="0"/>
              </a:spcAft>
              <a:buSzPts val="1800"/>
              <a:buNone/>
              <a:defRPr/>
            </a:lvl3pPr>
            <a:lvl4pPr lvl="3" algn="l">
              <a:lnSpc>
                <a:spcPct val="115000"/>
              </a:lnSpc>
              <a:spcBef>
                <a:spcPts val="0"/>
              </a:spcBef>
              <a:spcAft>
                <a:spcPts val="0"/>
              </a:spcAft>
              <a:buSzPts val="1800"/>
              <a:buNone/>
              <a:defRPr/>
            </a:lvl4pPr>
            <a:lvl5pPr lvl="4" algn="l">
              <a:lnSpc>
                <a:spcPct val="115000"/>
              </a:lnSpc>
              <a:spcBef>
                <a:spcPts val="0"/>
              </a:spcBef>
              <a:spcAft>
                <a:spcPts val="0"/>
              </a:spcAft>
              <a:buSzPts val="1800"/>
              <a:buNone/>
              <a:defRPr/>
            </a:lvl5pPr>
            <a:lvl6pPr lvl="5" algn="l">
              <a:lnSpc>
                <a:spcPct val="115000"/>
              </a:lnSpc>
              <a:spcBef>
                <a:spcPts val="0"/>
              </a:spcBef>
              <a:spcAft>
                <a:spcPts val="0"/>
              </a:spcAft>
              <a:buSzPts val="1800"/>
              <a:buNone/>
              <a:defRPr/>
            </a:lvl6pPr>
            <a:lvl7pPr lvl="6" algn="l">
              <a:lnSpc>
                <a:spcPct val="115000"/>
              </a:lnSpc>
              <a:spcBef>
                <a:spcPts val="0"/>
              </a:spcBef>
              <a:spcAft>
                <a:spcPts val="0"/>
              </a:spcAft>
              <a:buSzPts val="1800"/>
              <a:buNone/>
              <a:defRPr/>
            </a:lvl7pPr>
            <a:lvl8pPr lvl="7" algn="l">
              <a:lnSpc>
                <a:spcPct val="115000"/>
              </a:lnSpc>
              <a:spcBef>
                <a:spcPts val="0"/>
              </a:spcBef>
              <a:spcAft>
                <a:spcPts val="0"/>
              </a:spcAft>
              <a:buSzPts val="1800"/>
              <a:buNone/>
              <a:defRPr/>
            </a:lvl8pPr>
            <a:lvl9pPr lvl="8" algn="l">
              <a:lnSpc>
                <a:spcPct val="115000"/>
              </a:lnSpc>
              <a:spcBef>
                <a:spcPts val="0"/>
              </a:spcBef>
              <a:spcAft>
                <a:spcPts val="0"/>
              </a:spcAft>
              <a:buSzPts val="1800"/>
              <a:buNone/>
              <a:defRPr/>
            </a:lvl9pPr>
          </a:lstStyle>
          <a:p/>
        </p:txBody>
      </p:sp>
      <p:sp>
        <p:nvSpPr>
          <p:cNvPr id="188" name="Google Shape;188;p33"/>
          <p:cNvSpPr txBox="1"/>
          <p:nvPr/>
        </p:nvSpPr>
        <p:spPr>
          <a:xfrm>
            <a:off x="916200" y="146300"/>
            <a:ext cx="7770600" cy="365700"/>
          </a:xfrm>
          <a:prstGeom prst="rect">
            <a:avLst/>
          </a:prstGeom>
          <a:noFill/>
          <a:ln>
            <a:noFill/>
          </a:ln>
        </p:spPr>
        <p:txBody>
          <a:bodyPr anchorCtr="0" anchor="t" bIns="91425" lIns="0" spcFirstLastPara="1" rIns="0" wrap="square" tIns="0">
            <a:noAutofit/>
          </a:bodyPr>
          <a:lstStyle/>
          <a:p>
            <a:pPr indent="0" lvl="0" marL="0" marR="0" rtl="0" algn="l">
              <a:lnSpc>
                <a:spcPct val="100000"/>
              </a:lnSpc>
              <a:spcBef>
                <a:spcPts val="0"/>
              </a:spcBef>
              <a:spcAft>
                <a:spcPts val="0"/>
              </a:spcAft>
              <a:buClr>
                <a:srgbClr val="000000"/>
              </a:buClr>
              <a:buSzPts val="2600"/>
              <a:buFont typeface="Arial"/>
              <a:buNone/>
            </a:pPr>
            <a:r>
              <a:rPr b="1" i="0" lang="en" sz="2600" u="none" cap="none" strike="noStrike">
                <a:solidFill>
                  <a:schemeClr val="dk2"/>
                </a:solidFill>
                <a:latin typeface="Roboto"/>
                <a:ea typeface="Roboto"/>
                <a:cs typeface="Roboto"/>
                <a:sym typeface="Roboto"/>
              </a:rPr>
              <a:t>Recap</a:t>
            </a:r>
            <a:endParaRPr b="1" i="0" sz="2600" u="none" cap="none" strike="noStrike">
              <a:solidFill>
                <a:schemeClr val="dk2"/>
              </a:solidFill>
              <a:latin typeface="Roboto"/>
              <a:ea typeface="Roboto"/>
              <a:cs typeface="Roboto"/>
              <a:sym typeface="Roboto"/>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ecap (with bullets)">
  <p:cSld name="CUSTOM_21_2_3">
    <p:spTree>
      <p:nvGrpSpPr>
        <p:cNvPr id="189" name="Shape 189"/>
        <p:cNvGrpSpPr/>
        <p:nvPr/>
      </p:nvGrpSpPr>
      <p:grpSpPr>
        <a:xfrm>
          <a:off x="0" y="0"/>
          <a:ext cx="0" cy="0"/>
          <a:chOff x="0" y="0"/>
          <a:chExt cx="0" cy="0"/>
        </a:xfrm>
      </p:grpSpPr>
      <p:cxnSp>
        <p:nvCxnSpPr>
          <p:cNvPr id="190" name="Google Shape;190;p34"/>
          <p:cNvCxnSpPr/>
          <p:nvPr/>
        </p:nvCxnSpPr>
        <p:spPr>
          <a:xfrm>
            <a:off x="0" y="929900"/>
            <a:ext cx="7337400" cy="0"/>
          </a:xfrm>
          <a:prstGeom prst="straightConnector1">
            <a:avLst/>
          </a:prstGeom>
          <a:noFill/>
          <a:ln cap="flat" cmpd="sng" w="19050">
            <a:solidFill>
              <a:schemeClr val="dk2"/>
            </a:solidFill>
            <a:prstDash val="solid"/>
            <a:round/>
            <a:headEnd len="sm" w="sm" type="none"/>
            <a:tailEnd len="med" w="med" type="oval"/>
          </a:ln>
        </p:spPr>
      </p:cxnSp>
      <p:sp>
        <p:nvSpPr>
          <p:cNvPr id="191" name="Google Shape;191;p34"/>
          <p:cNvSpPr/>
          <p:nvPr/>
        </p:nvSpPr>
        <p:spPr>
          <a:xfrm>
            <a:off x="170850" y="197450"/>
            <a:ext cx="572700" cy="5727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92" name="Google Shape;192;p34"/>
          <p:cNvPicPr preferRelativeResize="0"/>
          <p:nvPr/>
        </p:nvPicPr>
        <p:blipFill rotWithShape="1">
          <a:blip r:embed="rId2">
            <a:alphaModFix/>
          </a:blip>
          <a:srcRect b="0" l="0" r="0" t="0"/>
          <a:stretch/>
        </p:blipFill>
        <p:spPr>
          <a:xfrm>
            <a:off x="227700" y="248025"/>
            <a:ext cx="459000" cy="471541"/>
          </a:xfrm>
          <a:prstGeom prst="rect">
            <a:avLst/>
          </a:prstGeom>
          <a:noFill/>
          <a:ln>
            <a:noFill/>
          </a:ln>
        </p:spPr>
      </p:pic>
      <p:sp>
        <p:nvSpPr>
          <p:cNvPr id="193" name="Google Shape;193;p34"/>
          <p:cNvSpPr txBox="1"/>
          <p:nvPr/>
        </p:nvSpPr>
        <p:spPr>
          <a:xfrm>
            <a:off x="916200" y="146300"/>
            <a:ext cx="7770600" cy="365700"/>
          </a:xfrm>
          <a:prstGeom prst="rect">
            <a:avLst/>
          </a:prstGeom>
          <a:noFill/>
          <a:ln>
            <a:noFill/>
          </a:ln>
        </p:spPr>
        <p:txBody>
          <a:bodyPr anchorCtr="0" anchor="t" bIns="91425" lIns="0" spcFirstLastPara="1" rIns="0" wrap="square" tIns="0">
            <a:noAutofit/>
          </a:bodyPr>
          <a:lstStyle/>
          <a:p>
            <a:pPr indent="0" lvl="0" marL="0" marR="0" rtl="0" algn="l">
              <a:lnSpc>
                <a:spcPct val="100000"/>
              </a:lnSpc>
              <a:spcBef>
                <a:spcPts val="0"/>
              </a:spcBef>
              <a:spcAft>
                <a:spcPts val="0"/>
              </a:spcAft>
              <a:buClr>
                <a:srgbClr val="000000"/>
              </a:buClr>
              <a:buSzPts val="2600"/>
              <a:buFont typeface="Arial"/>
              <a:buNone/>
            </a:pPr>
            <a:r>
              <a:rPr b="1" i="0" lang="en" sz="2600" u="none" cap="none" strike="noStrike">
                <a:solidFill>
                  <a:schemeClr val="dk2"/>
                </a:solidFill>
                <a:latin typeface="Roboto"/>
                <a:ea typeface="Roboto"/>
                <a:cs typeface="Roboto"/>
                <a:sym typeface="Roboto"/>
              </a:rPr>
              <a:t>Recap</a:t>
            </a:r>
            <a:endParaRPr b="1" i="0" sz="2600" u="none" cap="none" strike="noStrike">
              <a:solidFill>
                <a:schemeClr val="dk2"/>
              </a:solidFill>
              <a:latin typeface="Roboto"/>
              <a:ea typeface="Roboto"/>
              <a:cs typeface="Roboto"/>
              <a:sym typeface="Roboto"/>
            </a:endParaRPr>
          </a:p>
        </p:txBody>
      </p:sp>
      <p:sp>
        <p:nvSpPr>
          <p:cNvPr id="194" name="Google Shape;194;p34"/>
          <p:cNvSpPr/>
          <p:nvPr/>
        </p:nvSpPr>
        <p:spPr>
          <a:xfrm>
            <a:off x="607675" y="1142050"/>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5" name="Google Shape;195;p34"/>
          <p:cNvSpPr/>
          <p:nvPr/>
        </p:nvSpPr>
        <p:spPr>
          <a:xfrm>
            <a:off x="607675" y="3885749"/>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6" name="Google Shape;196;p34"/>
          <p:cNvSpPr/>
          <p:nvPr/>
        </p:nvSpPr>
        <p:spPr>
          <a:xfrm>
            <a:off x="607675" y="3199824"/>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7" name="Google Shape;197;p34"/>
          <p:cNvSpPr/>
          <p:nvPr/>
        </p:nvSpPr>
        <p:spPr>
          <a:xfrm>
            <a:off x="607675" y="2513899"/>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8" name="Google Shape;198;p34"/>
          <p:cNvSpPr/>
          <p:nvPr/>
        </p:nvSpPr>
        <p:spPr>
          <a:xfrm>
            <a:off x="607675" y="1827975"/>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9" name="Google Shape;199;p34"/>
          <p:cNvSpPr txBox="1"/>
          <p:nvPr>
            <p:ph idx="1" type="subTitle"/>
          </p:nvPr>
        </p:nvSpPr>
        <p:spPr>
          <a:xfrm>
            <a:off x="916200" y="1152850"/>
            <a:ext cx="7770600" cy="437400"/>
          </a:xfrm>
          <a:prstGeom prst="rect">
            <a:avLst/>
          </a:prstGeom>
          <a:noFill/>
          <a:ln>
            <a:noFill/>
          </a:ln>
        </p:spPr>
        <p:txBody>
          <a:bodyPr anchorCtr="0" anchor="ctr" bIns="91425" lIns="91425" spcFirstLastPara="1" rIns="91425" wrap="square" tIns="91425">
            <a:noAutofit/>
          </a:bodyPr>
          <a:lstStyle>
            <a:lvl1pPr lvl="0" algn="l">
              <a:lnSpc>
                <a:spcPct val="115000"/>
              </a:lnSpc>
              <a:spcBef>
                <a:spcPts val="0"/>
              </a:spcBef>
              <a:spcAft>
                <a:spcPts val="0"/>
              </a:spcAft>
              <a:buClr>
                <a:schemeClr val="dk2"/>
              </a:buClr>
              <a:buSzPts val="1800"/>
              <a:buNone/>
              <a:defRPr>
                <a:solidFill>
                  <a:schemeClr val="dk2"/>
                </a:solidFill>
              </a:defRPr>
            </a:lvl1pPr>
            <a:lvl2pPr lvl="1" algn="l">
              <a:lnSpc>
                <a:spcPct val="115000"/>
              </a:lnSpc>
              <a:spcBef>
                <a:spcPts val="0"/>
              </a:spcBef>
              <a:spcAft>
                <a:spcPts val="0"/>
              </a:spcAft>
              <a:buClr>
                <a:schemeClr val="dk2"/>
              </a:buClr>
              <a:buSzPts val="1800"/>
              <a:buNone/>
              <a:defRPr sz="1800">
                <a:solidFill>
                  <a:schemeClr val="dk2"/>
                </a:solidFill>
              </a:defRPr>
            </a:lvl2pPr>
            <a:lvl3pPr lvl="2" algn="l">
              <a:lnSpc>
                <a:spcPct val="115000"/>
              </a:lnSpc>
              <a:spcBef>
                <a:spcPts val="0"/>
              </a:spcBef>
              <a:spcAft>
                <a:spcPts val="0"/>
              </a:spcAft>
              <a:buClr>
                <a:schemeClr val="dk2"/>
              </a:buClr>
              <a:buSzPts val="1800"/>
              <a:buNone/>
              <a:defRPr sz="1800">
                <a:solidFill>
                  <a:schemeClr val="dk2"/>
                </a:solidFill>
              </a:defRPr>
            </a:lvl3pPr>
            <a:lvl4pPr lvl="3" algn="l">
              <a:lnSpc>
                <a:spcPct val="115000"/>
              </a:lnSpc>
              <a:spcBef>
                <a:spcPts val="0"/>
              </a:spcBef>
              <a:spcAft>
                <a:spcPts val="0"/>
              </a:spcAft>
              <a:buClr>
                <a:schemeClr val="dk2"/>
              </a:buClr>
              <a:buSzPts val="1800"/>
              <a:buNone/>
              <a:defRPr sz="1800">
                <a:solidFill>
                  <a:schemeClr val="dk2"/>
                </a:solidFill>
              </a:defRPr>
            </a:lvl4pPr>
            <a:lvl5pPr lvl="4" algn="l">
              <a:lnSpc>
                <a:spcPct val="115000"/>
              </a:lnSpc>
              <a:spcBef>
                <a:spcPts val="0"/>
              </a:spcBef>
              <a:spcAft>
                <a:spcPts val="0"/>
              </a:spcAft>
              <a:buClr>
                <a:schemeClr val="dk2"/>
              </a:buClr>
              <a:buSzPts val="1800"/>
              <a:buNone/>
              <a:defRPr sz="1800">
                <a:solidFill>
                  <a:schemeClr val="dk2"/>
                </a:solidFill>
              </a:defRPr>
            </a:lvl5pPr>
            <a:lvl6pPr lvl="5" algn="l">
              <a:lnSpc>
                <a:spcPct val="115000"/>
              </a:lnSpc>
              <a:spcBef>
                <a:spcPts val="0"/>
              </a:spcBef>
              <a:spcAft>
                <a:spcPts val="0"/>
              </a:spcAft>
              <a:buClr>
                <a:schemeClr val="dk2"/>
              </a:buClr>
              <a:buSzPts val="1800"/>
              <a:buNone/>
              <a:defRPr sz="1800">
                <a:solidFill>
                  <a:schemeClr val="dk2"/>
                </a:solidFill>
              </a:defRPr>
            </a:lvl6pPr>
            <a:lvl7pPr lvl="6" algn="l">
              <a:lnSpc>
                <a:spcPct val="115000"/>
              </a:lnSpc>
              <a:spcBef>
                <a:spcPts val="0"/>
              </a:spcBef>
              <a:spcAft>
                <a:spcPts val="0"/>
              </a:spcAft>
              <a:buClr>
                <a:schemeClr val="dk2"/>
              </a:buClr>
              <a:buSzPts val="1800"/>
              <a:buNone/>
              <a:defRPr sz="1800">
                <a:solidFill>
                  <a:schemeClr val="dk2"/>
                </a:solidFill>
              </a:defRPr>
            </a:lvl7pPr>
            <a:lvl8pPr lvl="7" algn="l">
              <a:lnSpc>
                <a:spcPct val="115000"/>
              </a:lnSpc>
              <a:spcBef>
                <a:spcPts val="0"/>
              </a:spcBef>
              <a:spcAft>
                <a:spcPts val="0"/>
              </a:spcAft>
              <a:buClr>
                <a:schemeClr val="dk2"/>
              </a:buClr>
              <a:buSzPts val="1800"/>
              <a:buNone/>
              <a:defRPr sz="1800">
                <a:solidFill>
                  <a:schemeClr val="dk2"/>
                </a:solidFill>
              </a:defRPr>
            </a:lvl8pPr>
            <a:lvl9pPr lvl="8" algn="l">
              <a:lnSpc>
                <a:spcPct val="115000"/>
              </a:lnSpc>
              <a:spcBef>
                <a:spcPts val="0"/>
              </a:spcBef>
              <a:spcAft>
                <a:spcPts val="0"/>
              </a:spcAft>
              <a:buClr>
                <a:schemeClr val="dk2"/>
              </a:buClr>
              <a:buSzPts val="1800"/>
              <a:buNone/>
              <a:defRPr sz="1800">
                <a:solidFill>
                  <a:schemeClr val="dk2"/>
                </a:solidFill>
              </a:defRPr>
            </a:lvl9pPr>
          </a:lstStyle>
          <a:p/>
        </p:txBody>
      </p:sp>
      <p:sp>
        <p:nvSpPr>
          <p:cNvPr id="200" name="Google Shape;200;p34"/>
          <p:cNvSpPr txBox="1"/>
          <p:nvPr>
            <p:ph idx="2" type="subTitle"/>
          </p:nvPr>
        </p:nvSpPr>
        <p:spPr>
          <a:xfrm>
            <a:off x="916200" y="1838775"/>
            <a:ext cx="7770600" cy="437400"/>
          </a:xfrm>
          <a:prstGeom prst="rect">
            <a:avLst/>
          </a:prstGeom>
          <a:noFill/>
          <a:ln>
            <a:noFill/>
          </a:ln>
        </p:spPr>
        <p:txBody>
          <a:bodyPr anchorCtr="0" anchor="ctr" bIns="91425" lIns="91425" spcFirstLastPara="1" rIns="91425" wrap="square" tIns="91425">
            <a:noAutofit/>
          </a:bodyPr>
          <a:lstStyle>
            <a:lvl1pPr lvl="0" algn="l">
              <a:lnSpc>
                <a:spcPct val="115000"/>
              </a:lnSpc>
              <a:spcBef>
                <a:spcPts val="0"/>
              </a:spcBef>
              <a:spcAft>
                <a:spcPts val="0"/>
              </a:spcAft>
              <a:buClr>
                <a:schemeClr val="dk2"/>
              </a:buClr>
              <a:buSzPts val="1800"/>
              <a:buNone/>
              <a:defRPr>
                <a:solidFill>
                  <a:schemeClr val="dk2"/>
                </a:solidFill>
              </a:defRPr>
            </a:lvl1pPr>
            <a:lvl2pPr lvl="1" algn="l">
              <a:lnSpc>
                <a:spcPct val="115000"/>
              </a:lnSpc>
              <a:spcBef>
                <a:spcPts val="0"/>
              </a:spcBef>
              <a:spcAft>
                <a:spcPts val="0"/>
              </a:spcAft>
              <a:buClr>
                <a:schemeClr val="dk2"/>
              </a:buClr>
              <a:buSzPts val="1800"/>
              <a:buNone/>
              <a:defRPr sz="1800">
                <a:solidFill>
                  <a:schemeClr val="dk2"/>
                </a:solidFill>
              </a:defRPr>
            </a:lvl2pPr>
            <a:lvl3pPr lvl="2" algn="l">
              <a:lnSpc>
                <a:spcPct val="115000"/>
              </a:lnSpc>
              <a:spcBef>
                <a:spcPts val="0"/>
              </a:spcBef>
              <a:spcAft>
                <a:spcPts val="0"/>
              </a:spcAft>
              <a:buClr>
                <a:schemeClr val="dk2"/>
              </a:buClr>
              <a:buSzPts val="1800"/>
              <a:buNone/>
              <a:defRPr sz="1800">
                <a:solidFill>
                  <a:schemeClr val="dk2"/>
                </a:solidFill>
              </a:defRPr>
            </a:lvl3pPr>
            <a:lvl4pPr lvl="3" algn="l">
              <a:lnSpc>
                <a:spcPct val="115000"/>
              </a:lnSpc>
              <a:spcBef>
                <a:spcPts val="0"/>
              </a:spcBef>
              <a:spcAft>
                <a:spcPts val="0"/>
              </a:spcAft>
              <a:buClr>
                <a:schemeClr val="dk2"/>
              </a:buClr>
              <a:buSzPts val="1800"/>
              <a:buNone/>
              <a:defRPr sz="1800">
                <a:solidFill>
                  <a:schemeClr val="dk2"/>
                </a:solidFill>
              </a:defRPr>
            </a:lvl4pPr>
            <a:lvl5pPr lvl="4" algn="l">
              <a:lnSpc>
                <a:spcPct val="115000"/>
              </a:lnSpc>
              <a:spcBef>
                <a:spcPts val="0"/>
              </a:spcBef>
              <a:spcAft>
                <a:spcPts val="0"/>
              </a:spcAft>
              <a:buClr>
                <a:schemeClr val="dk2"/>
              </a:buClr>
              <a:buSzPts val="1800"/>
              <a:buNone/>
              <a:defRPr sz="1800">
                <a:solidFill>
                  <a:schemeClr val="dk2"/>
                </a:solidFill>
              </a:defRPr>
            </a:lvl5pPr>
            <a:lvl6pPr lvl="5" algn="l">
              <a:lnSpc>
                <a:spcPct val="115000"/>
              </a:lnSpc>
              <a:spcBef>
                <a:spcPts val="0"/>
              </a:spcBef>
              <a:spcAft>
                <a:spcPts val="0"/>
              </a:spcAft>
              <a:buClr>
                <a:schemeClr val="dk2"/>
              </a:buClr>
              <a:buSzPts val="1800"/>
              <a:buNone/>
              <a:defRPr sz="1800">
                <a:solidFill>
                  <a:schemeClr val="dk2"/>
                </a:solidFill>
              </a:defRPr>
            </a:lvl6pPr>
            <a:lvl7pPr lvl="6" algn="l">
              <a:lnSpc>
                <a:spcPct val="115000"/>
              </a:lnSpc>
              <a:spcBef>
                <a:spcPts val="0"/>
              </a:spcBef>
              <a:spcAft>
                <a:spcPts val="0"/>
              </a:spcAft>
              <a:buClr>
                <a:schemeClr val="dk2"/>
              </a:buClr>
              <a:buSzPts val="1800"/>
              <a:buNone/>
              <a:defRPr sz="1800">
                <a:solidFill>
                  <a:schemeClr val="dk2"/>
                </a:solidFill>
              </a:defRPr>
            </a:lvl7pPr>
            <a:lvl8pPr lvl="7" algn="l">
              <a:lnSpc>
                <a:spcPct val="115000"/>
              </a:lnSpc>
              <a:spcBef>
                <a:spcPts val="0"/>
              </a:spcBef>
              <a:spcAft>
                <a:spcPts val="0"/>
              </a:spcAft>
              <a:buClr>
                <a:schemeClr val="dk2"/>
              </a:buClr>
              <a:buSzPts val="1800"/>
              <a:buNone/>
              <a:defRPr sz="1800">
                <a:solidFill>
                  <a:schemeClr val="dk2"/>
                </a:solidFill>
              </a:defRPr>
            </a:lvl8pPr>
            <a:lvl9pPr lvl="8" algn="l">
              <a:lnSpc>
                <a:spcPct val="115000"/>
              </a:lnSpc>
              <a:spcBef>
                <a:spcPts val="0"/>
              </a:spcBef>
              <a:spcAft>
                <a:spcPts val="0"/>
              </a:spcAft>
              <a:buClr>
                <a:schemeClr val="dk2"/>
              </a:buClr>
              <a:buSzPts val="1800"/>
              <a:buNone/>
              <a:defRPr sz="1800">
                <a:solidFill>
                  <a:schemeClr val="dk2"/>
                </a:solidFill>
              </a:defRPr>
            </a:lvl9pPr>
          </a:lstStyle>
          <a:p/>
        </p:txBody>
      </p:sp>
      <p:sp>
        <p:nvSpPr>
          <p:cNvPr id="201" name="Google Shape;201;p34"/>
          <p:cNvSpPr txBox="1"/>
          <p:nvPr>
            <p:ph idx="3" type="subTitle"/>
          </p:nvPr>
        </p:nvSpPr>
        <p:spPr>
          <a:xfrm>
            <a:off x="916200" y="2524700"/>
            <a:ext cx="7770600" cy="437400"/>
          </a:xfrm>
          <a:prstGeom prst="rect">
            <a:avLst/>
          </a:prstGeom>
          <a:noFill/>
          <a:ln>
            <a:noFill/>
          </a:ln>
        </p:spPr>
        <p:txBody>
          <a:bodyPr anchorCtr="0" anchor="ctr" bIns="91425" lIns="91425" spcFirstLastPara="1" rIns="91425" wrap="square" tIns="91425">
            <a:noAutofit/>
          </a:bodyPr>
          <a:lstStyle>
            <a:lvl1pPr lvl="0" algn="l">
              <a:lnSpc>
                <a:spcPct val="115000"/>
              </a:lnSpc>
              <a:spcBef>
                <a:spcPts val="0"/>
              </a:spcBef>
              <a:spcAft>
                <a:spcPts val="0"/>
              </a:spcAft>
              <a:buClr>
                <a:schemeClr val="dk2"/>
              </a:buClr>
              <a:buSzPts val="1800"/>
              <a:buNone/>
              <a:defRPr>
                <a:solidFill>
                  <a:schemeClr val="dk2"/>
                </a:solidFill>
              </a:defRPr>
            </a:lvl1pPr>
            <a:lvl2pPr lvl="1" algn="l">
              <a:lnSpc>
                <a:spcPct val="115000"/>
              </a:lnSpc>
              <a:spcBef>
                <a:spcPts val="0"/>
              </a:spcBef>
              <a:spcAft>
                <a:spcPts val="0"/>
              </a:spcAft>
              <a:buClr>
                <a:schemeClr val="dk2"/>
              </a:buClr>
              <a:buSzPts val="1800"/>
              <a:buNone/>
              <a:defRPr sz="1800">
                <a:solidFill>
                  <a:schemeClr val="dk2"/>
                </a:solidFill>
              </a:defRPr>
            </a:lvl2pPr>
            <a:lvl3pPr lvl="2" algn="l">
              <a:lnSpc>
                <a:spcPct val="115000"/>
              </a:lnSpc>
              <a:spcBef>
                <a:spcPts val="0"/>
              </a:spcBef>
              <a:spcAft>
                <a:spcPts val="0"/>
              </a:spcAft>
              <a:buClr>
                <a:schemeClr val="dk2"/>
              </a:buClr>
              <a:buSzPts val="1800"/>
              <a:buNone/>
              <a:defRPr sz="1800">
                <a:solidFill>
                  <a:schemeClr val="dk2"/>
                </a:solidFill>
              </a:defRPr>
            </a:lvl3pPr>
            <a:lvl4pPr lvl="3" algn="l">
              <a:lnSpc>
                <a:spcPct val="115000"/>
              </a:lnSpc>
              <a:spcBef>
                <a:spcPts val="0"/>
              </a:spcBef>
              <a:spcAft>
                <a:spcPts val="0"/>
              </a:spcAft>
              <a:buClr>
                <a:schemeClr val="dk2"/>
              </a:buClr>
              <a:buSzPts val="1800"/>
              <a:buNone/>
              <a:defRPr sz="1800">
                <a:solidFill>
                  <a:schemeClr val="dk2"/>
                </a:solidFill>
              </a:defRPr>
            </a:lvl4pPr>
            <a:lvl5pPr lvl="4" algn="l">
              <a:lnSpc>
                <a:spcPct val="115000"/>
              </a:lnSpc>
              <a:spcBef>
                <a:spcPts val="0"/>
              </a:spcBef>
              <a:spcAft>
                <a:spcPts val="0"/>
              </a:spcAft>
              <a:buClr>
                <a:schemeClr val="dk2"/>
              </a:buClr>
              <a:buSzPts val="1800"/>
              <a:buNone/>
              <a:defRPr sz="1800">
                <a:solidFill>
                  <a:schemeClr val="dk2"/>
                </a:solidFill>
              </a:defRPr>
            </a:lvl5pPr>
            <a:lvl6pPr lvl="5" algn="l">
              <a:lnSpc>
                <a:spcPct val="115000"/>
              </a:lnSpc>
              <a:spcBef>
                <a:spcPts val="0"/>
              </a:spcBef>
              <a:spcAft>
                <a:spcPts val="0"/>
              </a:spcAft>
              <a:buClr>
                <a:schemeClr val="dk2"/>
              </a:buClr>
              <a:buSzPts val="1800"/>
              <a:buNone/>
              <a:defRPr sz="1800">
                <a:solidFill>
                  <a:schemeClr val="dk2"/>
                </a:solidFill>
              </a:defRPr>
            </a:lvl6pPr>
            <a:lvl7pPr lvl="6" algn="l">
              <a:lnSpc>
                <a:spcPct val="115000"/>
              </a:lnSpc>
              <a:spcBef>
                <a:spcPts val="0"/>
              </a:spcBef>
              <a:spcAft>
                <a:spcPts val="0"/>
              </a:spcAft>
              <a:buClr>
                <a:schemeClr val="dk2"/>
              </a:buClr>
              <a:buSzPts val="1800"/>
              <a:buNone/>
              <a:defRPr sz="1800">
                <a:solidFill>
                  <a:schemeClr val="dk2"/>
                </a:solidFill>
              </a:defRPr>
            </a:lvl7pPr>
            <a:lvl8pPr lvl="7" algn="l">
              <a:lnSpc>
                <a:spcPct val="115000"/>
              </a:lnSpc>
              <a:spcBef>
                <a:spcPts val="0"/>
              </a:spcBef>
              <a:spcAft>
                <a:spcPts val="0"/>
              </a:spcAft>
              <a:buClr>
                <a:schemeClr val="dk2"/>
              </a:buClr>
              <a:buSzPts val="1800"/>
              <a:buNone/>
              <a:defRPr sz="1800">
                <a:solidFill>
                  <a:schemeClr val="dk2"/>
                </a:solidFill>
              </a:defRPr>
            </a:lvl8pPr>
            <a:lvl9pPr lvl="8" algn="l">
              <a:lnSpc>
                <a:spcPct val="115000"/>
              </a:lnSpc>
              <a:spcBef>
                <a:spcPts val="0"/>
              </a:spcBef>
              <a:spcAft>
                <a:spcPts val="0"/>
              </a:spcAft>
              <a:buClr>
                <a:schemeClr val="dk2"/>
              </a:buClr>
              <a:buSzPts val="1800"/>
              <a:buNone/>
              <a:defRPr sz="1800">
                <a:solidFill>
                  <a:schemeClr val="dk2"/>
                </a:solidFill>
              </a:defRPr>
            </a:lvl9pPr>
          </a:lstStyle>
          <a:p/>
        </p:txBody>
      </p:sp>
      <p:sp>
        <p:nvSpPr>
          <p:cNvPr id="202" name="Google Shape;202;p34"/>
          <p:cNvSpPr txBox="1"/>
          <p:nvPr>
            <p:ph idx="4" type="subTitle"/>
          </p:nvPr>
        </p:nvSpPr>
        <p:spPr>
          <a:xfrm>
            <a:off x="916200" y="3210625"/>
            <a:ext cx="7770600" cy="437400"/>
          </a:xfrm>
          <a:prstGeom prst="rect">
            <a:avLst/>
          </a:prstGeom>
          <a:noFill/>
          <a:ln>
            <a:noFill/>
          </a:ln>
        </p:spPr>
        <p:txBody>
          <a:bodyPr anchorCtr="0" anchor="ctr" bIns="91425" lIns="91425" spcFirstLastPara="1" rIns="91425" wrap="square" tIns="91425">
            <a:noAutofit/>
          </a:bodyPr>
          <a:lstStyle>
            <a:lvl1pPr lvl="0" algn="l">
              <a:lnSpc>
                <a:spcPct val="115000"/>
              </a:lnSpc>
              <a:spcBef>
                <a:spcPts val="0"/>
              </a:spcBef>
              <a:spcAft>
                <a:spcPts val="0"/>
              </a:spcAft>
              <a:buClr>
                <a:schemeClr val="dk2"/>
              </a:buClr>
              <a:buSzPts val="1800"/>
              <a:buNone/>
              <a:defRPr>
                <a:solidFill>
                  <a:schemeClr val="dk2"/>
                </a:solidFill>
              </a:defRPr>
            </a:lvl1pPr>
            <a:lvl2pPr lvl="1" algn="l">
              <a:lnSpc>
                <a:spcPct val="115000"/>
              </a:lnSpc>
              <a:spcBef>
                <a:spcPts val="0"/>
              </a:spcBef>
              <a:spcAft>
                <a:spcPts val="0"/>
              </a:spcAft>
              <a:buClr>
                <a:schemeClr val="dk2"/>
              </a:buClr>
              <a:buSzPts val="1800"/>
              <a:buNone/>
              <a:defRPr sz="1800">
                <a:solidFill>
                  <a:schemeClr val="dk2"/>
                </a:solidFill>
              </a:defRPr>
            </a:lvl2pPr>
            <a:lvl3pPr lvl="2" algn="l">
              <a:lnSpc>
                <a:spcPct val="115000"/>
              </a:lnSpc>
              <a:spcBef>
                <a:spcPts val="0"/>
              </a:spcBef>
              <a:spcAft>
                <a:spcPts val="0"/>
              </a:spcAft>
              <a:buClr>
                <a:schemeClr val="dk2"/>
              </a:buClr>
              <a:buSzPts val="1800"/>
              <a:buNone/>
              <a:defRPr sz="1800">
                <a:solidFill>
                  <a:schemeClr val="dk2"/>
                </a:solidFill>
              </a:defRPr>
            </a:lvl3pPr>
            <a:lvl4pPr lvl="3" algn="l">
              <a:lnSpc>
                <a:spcPct val="115000"/>
              </a:lnSpc>
              <a:spcBef>
                <a:spcPts val="0"/>
              </a:spcBef>
              <a:spcAft>
                <a:spcPts val="0"/>
              </a:spcAft>
              <a:buClr>
                <a:schemeClr val="dk2"/>
              </a:buClr>
              <a:buSzPts val="1800"/>
              <a:buNone/>
              <a:defRPr sz="1800">
                <a:solidFill>
                  <a:schemeClr val="dk2"/>
                </a:solidFill>
              </a:defRPr>
            </a:lvl4pPr>
            <a:lvl5pPr lvl="4" algn="l">
              <a:lnSpc>
                <a:spcPct val="115000"/>
              </a:lnSpc>
              <a:spcBef>
                <a:spcPts val="0"/>
              </a:spcBef>
              <a:spcAft>
                <a:spcPts val="0"/>
              </a:spcAft>
              <a:buClr>
                <a:schemeClr val="dk2"/>
              </a:buClr>
              <a:buSzPts val="1800"/>
              <a:buNone/>
              <a:defRPr sz="1800">
                <a:solidFill>
                  <a:schemeClr val="dk2"/>
                </a:solidFill>
              </a:defRPr>
            </a:lvl5pPr>
            <a:lvl6pPr lvl="5" algn="l">
              <a:lnSpc>
                <a:spcPct val="115000"/>
              </a:lnSpc>
              <a:spcBef>
                <a:spcPts val="0"/>
              </a:spcBef>
              <a:spcAft>
                <a:spcPts val="0"/>
              </a:spcAft>
              <a:buClr>
                <a:schemeClr val="dk2"/>
              </a:buClr>
              <a:buSzPts val="1800"/>
              <a:buNone/>
              <a:defRPr sz="1800">
                <a:solidFill>
                  <a:schemeClr val="dk2"/>
                </a:solidFill>
              </a:defRPr>
            </a:lvl6pPr>
            <a:lvl7pPr lvl="6" algn="l">
              <a:lnSpc>
                <a:spcPct val="115000"/>
              </a:lnSpc>
              <a:spcBef>
                <a:spcPts val="0"/>
              </a:spcBef>
              <a:spcAft>
                <a:spcPts val="0"/>
              </a:spcAft>
              <a:buClr>
                <a:schemeClr val="dk2"/>
              </a:buClr>
              <a:buSzPts val="1800"/>
              <a:buNone/>
              <a:defRPr sz="1800">
                <a:solidFill>
                  <a:schemeClr val="dk2"/>
                </a:solidFill>
              </a:defRPr>
            </a:lvl7pPr>
            <a:lvl8pPr lvl="7" algn="l">
              <a:lnSpc>
                <a:spcPct val="115000"/>
              </a:lnSpc>
              <a:spcBef>
                <a:spcPts val="0"/>
              </a:spcBef>
              <a:spcAft>
                <a:spcPts val="0"/>
              </a:spcAft>
              <a:buClr>
                <a:schemeClr val="dk2"/>
              </a:buClr>
              <a:buSzPts val="1800"/>
              <a:buNone/>
              <a:defRPr sz="1800">
                <a:solidFill>
                  <a:schemeClr val="dk2"/>
                </a:solidFill>
              </a:defRPr>
            </a:lvl8pPr>
            <a:lvl9pPr lvl="8" algn="l">
              <a:lnSpc>
                <a:spcPct val="115000"/>
              </a:lnSpc>
              <a:spcBef>
                <a:spcPts val="0"/>
              </a:spcBef>
              <a:spcAft>
                <a:spcPts val="0"/>
              </a:spcAft>
              <a:buClr>
                <a:schemeClr val="dk2"/>
              </a:buClr>
              <a:buSzPts val="1800"/>
              <a:buNone/>
              <a:defRPr sz="1800">
                <a:solidFill>
                  <a:schemeClr val="dk2"/>
                </a:solidFill>
              </a:defRPr>
            </a:lvl9pPr>
          </a:lstStyle>
          <a:p/>
        </p:txBody>
      </p:sp>
      <p:sp>
        <p:nvSpPr>
          <p:cNvPr id="203" name="Google Shape;203;p34"/>
          <p:cNvSpPr txBox="1"/>
          <p:nvPr>
            <p:ph idx="5" type="subTitle"/>
          </p:nvPr>
        </p:nvSpPr>
        <p:spPr>
          <a:xfrm>
            <a:off x="916200" y="3896550"/>
            <a:ext cx="7770600" cy="437400"/>
          </a:xfrm>
          <a:prstGeom prst="rect">
            <a:avLst/>
          </a:prstGeom>
          <a:noFill/>
          <a:ln>
            <a:noFill/>
          </a:ln>
        </p:spPr>
        <p:txBody>
          <a:bodyPr anchorCtr="0" anchor="ctr" bIns="91425" lIns="91425" spcFirstLastPara="1" rIns="91425" wrap="square" tIns="91425">
            <a:noAutofit/>
          </a:bodyPr>
          <a:lstStyle>
            <a:lvl1pPr lvl="0" algn="l">
              <a:lnSpc>
                <a:spcPct val="115000"/>
              </a:lnSpc>
              <a:spcBef>
                <a:spcPts val="0"/>
              </a:spcBef>
              <a:spcAft>
                <a:spcPts val="0"/>
              </a:spcAft>
              <a:buClr>
                <a:schemeClr val="dk2"/>
              </a:buClr>
              <a:buSzPts val="1800"/>
              <a:buNone/>
              <a:defRPr>
                <a:solidFill>
                  <a:schemeClr val="dk2"/>
                </a:solidFill>
              </a:defRPr>
            </a:lvl1pPr>
            <a:lvl2pPr lvl="1" algn="l">
              <a:lnSpc>
                <a:spcPct val="115000"/>
              </a:lnSpc>
              <a:spcBef>
                <a:spcPts val="0"/>
              </a:spcBef>
              <a:spcAft>
                <a:spcPts val="0"/>
              </a:spcAft>
              <a:buClr>
                <a:schemeClr val="dk2"/>
              </a:buClr>
              <a:buSzPts val="1800"/>
              <a:buNone/>
              <a:defRPr sz="1800">
                <a:solidFill>
                  <a:schemeClr val="dk2"/>
                </a:solidFill>
              </a:defRPr>
            </a:lvl2pPr>
            <a:lvl3pPr lvl="2" algn="l">
              <a:lnSpc>
                <a:spcPct val="115000"/>
              </a:lnSpc>
              <a:spcBef>
                <a:spcPts val="0"/>
              </a:spcBef>
              <a:spcAft>
                <a:spcPts val="0"/>
              </a:spcAft>
              <a:buClr>
                <a:schemeClr val="dk2"/>
              </a:buClr>
              <a:buSzPts val="1800"/>
              <a:buNone/>
              <a:defRPr sz="1800">
                <a:solidFill>
                  <a:schemeClr val="dk2"/>
                </a:solidFill>
              </a:defRPr>
            </a:lvl3pPr>
            <a:lvl4pPr lvl="3" algn="l">
              <a:lnSpc>
                <a:spcPct val="115000"/>
              </a:lnSpc>
              <a:spcBef>
                <a:spcPts val="0"/>
              </a:spcBef>
              <a:spcAft>
                <a:spcPts val="0"/>
              </a:spcAft>
              <a:buClr>
                <a:schemeClr val="dk2"/>
              </a:buClr>
              <a:buSzPts val="1800"/>
              <a:buNone/>
              <a:defRPr sz="1800">
                <a:solidFill>
                  <a:schemeClr val="dk2"/>
                </a:solidFill>
              </a:defRPr>
            </a:lvl4pPr>
            <a:lvl5pPr lvl="4" algn="l">
              <a:lnSpc>
                <a:spcPct val="115000"/>
              </a:lnSpc>
              <a:spcBef>
                <a:spcPts val="0"/>
              </a:spcBef>
              <a:spcAft>
                <a:spcPts val="0"/>
              </a:spcAft>
              <a:buClr>
                <a:schemeClr val="dk2"/>
              </a:buClr>
              <a:buSzPts val="1800"/>
              <a:buNone/>
              <a:defRPr sz="1800">
                <a:solidFill>
                  <a:schemeClr val="dk2"/>
                </a:solidFill>
              </a:defRPr>
            </a:lvl5pPr>
            <a:lvl6pPr lvl="5" algn="l">
              <a:lnSpc>
                <a:spcPct val="115000"/>
              </a:lnSpc>
              <a:spcBef>
                <a:spcPts val="0"/>
              </a:spcBef>
              <a:spcAft>
                <a:spcPts val="0"/>
              </a:spcAft>
              <a:buClr>
                <a:schemeClr val="dk2"/>
              </a:buClr>
              <a:buSzPts val="1800"/>
              <a:buNone/>
              <a:defRPr sz="1800">
                <a:solidFill>
                  <a:schemeClr val="dk2"/>
                </a:solidFill>
              </a:defRPr>
            </a:lvl6pPr>
            <a:lvl7pPr lvl="6" algn="l">
              <a:lnSpc>
                <a:spcPct val="115000"/>
              </a:lnSpc>
              <a:spcBef>
                <a:spcPts val="0"/>
              </a:spcBef>
              <a:spcAft>
                <a:spcPts val="0"/>
              </a:spcAft>
              <a:buClr>
                <a:schemeClr val="dk2"/>
              </a:buClr>
              <a:buSzPts val="1800"/>
              <a:buNone/>
              <a:defRPr sz="1800">
                <a:solidFill>
                  <a:schemeClr val="dk2"/>
                </a:solidFill>
              </a:defRPr>
            </a:lvl7pPr>
            <a:lvl8pPr lvl="7" algn="l">
              <a:lnSpc>
                <a:spcPct val="115000"/>
              </a:lnSpc>
              <a:spcBef>
                <a:spcPts val="0"/>
              </a:spcBef>
              <a:spcAft>
                <a:spcPts val="0"/>
              </a:spcAft>
              <a:buClr>
                <a:schemeClr val="dk2"/>
              </a:buClr>
              <a:buSzPts val="1800"/>
              <a:buNone/>
              <a:defRPr sz="1800">
                <a:solidFill>
                  <a:schemeClr val="dk2"/>
                </a:solidFill>
              </a:defRPr>
            </a:lvl8pPr>
            <a:lvl9pPr lvl="8" algn="l">
              <a:lnSpc>
                <a:spcPct val="115000"/>
              </a:lnSpc>
              <a:spcBef>
                <a:spcPts val="0"/>
              </a:spcBef>
              <a:spcAft>
                <a:spcPts val="0"/>
              </a:spcAft>
              <a:buClr>
                <a:schemeClr val="dk2"/>
              </a:buClr>
              <a:buSzPts val="1800"/>
              <a:buNone/>
              <a:defRPr sz="1800">
                <a:solidFill>
                  <a:schemeClr val="dk2"/>
                </a:solidFill>
              </a:defRPr>
            </a:lvl9pPr>
          </a:lstStyle>
          <a:p/>
        </p:txBody>
      </p:sp>
      <p:sp>
        <p:nvSpPr>
          <p:cNvPr id="204" name="Google Shape;204;p34"/>
          <p:cNvSpPr/>
          <p:nvPr/>
        </p:nvSpPr>
        <p:spPr>
          <a:xfrm>
            <a:off x="457200" y="1142102"/>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1</a:t>
            </a:r>
            <a:endParaRPr b="0" i="0" sz="1800" u="none" cap="none" strike="noStrike">
              <a:solidFill>
                <a:srgbClr val="082D49"/>
              </a:solidFill>
              <a:latin typeface="Arial"/>
              <a:ea typeface="Arial"/>
              <a:cs typeface="Arial"/>
              <a:sym typeface="Arial"/>
            </a:endParaRPr>
          </a:p>
        </p:txBody>
      </p:sp>
      <p:sp>
        <p:nvSpPr>
          <p:cNvPr id="205" name="Google Shape;205;p34"/>
          <p:cNvSpPr/>
          <p:nvPr/>
        </p:nvSpPr>
        <p:spPr>
          <a:xfrm>
            <a:off x="457200" y="1828014"/>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2</a:t>
            </a:r>
            <a:endParaRPr b="0" i="0" sz="1800" u="none" cap="none" strike="noStrike">
              <a:solidFill>
                <a:srgbClr val="082D49"/>
              </a:solidFill>
              <a:latin typeface="Arial"/>
              <a:ea typeface="Arial"/>
              <a:cs typeface="Arial"/>
              <a:sym typeface="Arial"/>
            </a:endParaRPr>
          </a:p>
        </p:txBody>
      </p:sp>
      <p:sp>
        <p:nvSpPr>
          <p:cNvPr id="206" name="Google Shape;206;p34"/>
          <p:cNvSpPr/>
          <p:nvPr/>
        </p:nvSpPr>
        <p:spPr>
          <a:xfrm>
            <a:off x="457200" y="2513925"/>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3</a:t>
            </a:r>
            <a:endParaRPr b="0" i="0" sz="1800" u="none" cap="none" strike="noStrike">
              <a:solidFill>
                <a:srgbClr val="082D49"/>
              </a:solidFill>
              <a:latin typeface="Arial"/>
              <a:ea typeface="Arial"/>
              <a:cs typeface="Arial"/>
              <a:sym typeface="Arial"/>
            </a:endParaRPr>
          </a:p>
        </p:txBody>
      </p:sp>
      <p:sp>
        <p:nvSpPr>
          <p:cNvPr id="207" name="Google Shape;207;p34"/>
          <p:cNvSpPr/>
          <p:nvPr/>
        </p:nvSpPr>
        <p:spPr>
          <a:xfrm>
            <a:off x="457200" y="3199837"/>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4</a:t>
            </a:r>
            <a:endParaRPr b="0" i="0" sz="1800" u="none" cap="none" strike="noStrike">
              <a:solidFill>
                <a:srgbClr val="082D49"/>
              </a:solidFill>
              <a:latin typeface="Arial"/>
              <a:ea typeface="Arial"/>
              <a:cs typeface="Arial"/>
              <a:sym typeface="Arial"/>
            </a:endParaRPr>
          </a:p>
        </p:txBody>
      </p:sp>
      <p:sp>
        <p:nvSpPr>
          <p:cNvPr id="208" name="Google Shape;208;p34"/>
          <p:cNvSpPr/>
          <p:nvPr/>
        </p:nvSpPr>
        <p:spPr>
          <a:xfrm>
            <a:off x="457200" y="3885749"/>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5</a:t>
            </a:r>
            <a:endParaRPr b="0" i="0" sz="1800" u="none" cap="none" strike="noStrike">
              <a:solidFill>
                <a:srgbClr val="082D49"/>
              </a:solidFill>
              <a:latin typeface="Arial"/>
              <a:ea typeface="Arial"/>
              <a:cs typeface="Arial"/>
              <a:sym typeface="Arial"/>
            </a:endParaRPr>
          </a:p>
        </p:txBody>
      </p:sp>
      <p:sp>
        <p:nvSpPr>
          <p:cNvPr id="209" name="Google Shape;209;p34"/>
          <p:cNvSpPr txBox="1"/>
          <p:nvPr>
            <p:ph idx="6" type="subTitle"/>
          </p:nvPr>
        </p:nvSpPr>
        <p:spPr>
          <a:xfrm>
            <a:off x="914400" y="548650"/>
            <a:ext cx="7772400" cy="2742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1800"/>
              <a:buNone/>
              <a:defRPr/>
            </a:lvl1pPr>
            <a:lvl2pPr lvl="1" algn="l">
              <a:lnSpc>
                <a:spcPct val="115000"/>
              </a:lnSpc>
              <a:spcBef>
                <a:spcPts val="0"/>
              </a:spcBef>
              <a:spcAft>
                <a:spcPts val="0"/>
              </a:spcAft>
              <a:buSzPts val="1800"/>
              <a:buNone/>
              <a:defRPr/>
            </a:lvl2pPr>
            <a:lvl3pPr lvl="2" algn="l">
              <a:lnSpc>
                <a:spcPct val="115000"/>
              </a:lnSpc>
              <a:spcBef>
                <a:spcPts val="0"/>
              </a:spcBef>
              <a:spcAft>
                <a:spcPts val="0"/>
              </a:spcAft>
              <a:buSzPts val="1800"/>
              <a:buNone/>
              <a:defRPr/>
            </a:lvl3pPr>
            <a:lvl4pPr lvl="3" algn="l">
              <a:lnSpc>
                <a:spcPct val="115000"/>
              </a:lnSpc>
              <a:spcBef>
                <a:spcPts val="0"/>
              </a:spcBef>
              <a:spcAft>
                <a:spcPts val="0"/>
              </a:spcAft>
              <a:buSzPts val="1800"/>
              <a:buNone/>
              <a:defRPr/>
            </a:lvl4pPr>
            <a:lvl5pPr lvl="4" algn="l">
              <a:lnSpc>
                <a:spcPct val="115000"/>
              </a:lnSpc>
              <a:spcBef>
                <a:spcPts val="0"/>
              </a:spcBef>
              <a:spcAft>
                <a:spcPts val="0"/>
              </a:spcAft>
              <a:buSzPts val="1800"/>
              <a:buNone/>
              <a:defRPr/>
            </a:lvl5pPr>
            <a:lvl6pPr lvl="5" algn="l">
              <a:lnSpc>
                <a:spcPct val="115000"/>
              </a:lnSpc>
              <a:spcBef>
                <a:spcPts val="0"/>
              </a:spcBef>
              <a:spcAft>
                <a:spcPts val="0"/>
              </a:spcAft>
              <a:buSzPts val="1800"/>
              <a:buNone/>
              <a:defRPr/>
            </a:lvl6pPr>
            <a:lvl7pPr lvl="6" algn="l">
              <a:lnSpc>
                <a:spcPct val="115000"/>
              </a:lnSpc>
              <a:spcBef>
                <a:spcPts val="0"/>
              </a:spcBef>
              <a:spcAft>
                <a:spcPts val="0"/>
              </a:spcAft>
              <a:buSzPts val="1800"/>
              <a:buNone/>
              <a:defRPr/>
            </a:lvl7pPr>
            <a:lvl8pPr lvl="7" algn="l">
              <a:lnSpc>
                <a:spcPct val="115000"/>
              </a:lnSpc>
              <a:spcBef>
                <a:spcPts val="0"/>
              </a:spcBef>
              <a:spcAft>
                <a:spcPts val="0"/>
              </a:spcAft>
              <a:buSzPts val="1800"/>
              <a:buNone/>
              <a:defRPr/>
            </a:lvl8pPr>
            <a:lvl9pPr lvl="8" algn="l">
              <a:lnSpc>
                <a:spcPct val="115000"/>
              </a:lnSpc>
              <a:spcBef>
                <a:spcPts val="0"/>
              </a:spcBef>
              <a:spcAft>
                <a:spcPts val="0"/>
              </a:spcAft>
              <a:buSzPts val="1800"/>
              <a:buNone/>
              <a:defRPr/>
            </a:lvl9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earning Objectives (blank)">
  <p:cSld name="CUSTOM_21_2_2_1">
    <p:spTree>
      <p:nvGrpSpPr>
        <p:cNvPr id="210" name="Shape 210"/>
        <p:cNvGrpSpPr/>
        <p:nvPr/>
      </p:nvGrpSpPr>
      <p:grpSpPr>
        <a:xfrm>
          <a:off x="0" y="0"/>
          <a:ext cx="0" cy="0"/>
          <a:chOff x="0" y="0"/>
          <a:chExt cx="0" cy="0"/>
        </a:xfrm>
      </p:grpSpPr>
      <p:cxnSp>
        <p:nvCxnSpPr>
          <p:cNvPr id="211" name="Google Shape;211;p35"/>
          <p:cNvCxnSpPr/>
          <p:nvPr/>
        </p:nvCxnSpPr>
        <p:spPr>
          <a:xfrm>
            <a:off x="0" y="929900"/>
            <a:ext cx="7337400" cy="0"/>
          </a:xfrm>
          <a:prstGeom prst="straightConnector1">
            <a:avLst/>
          </a:prstGeom>
          <a:noFill/>
          <a:ln cap="flat" cmpd="sng" w="19050">
            <a:solidFill>
              <a:schemeClr val="dk2"/>
            </a:solidFill>
            <a:prstDash val="solid"/>
            <a:round/>
            <a:headEnd len="sm" w="sm" type="none"/>
            <a:tailEnd len="med" w="med" type="oval"/>
          </a:ln>
        </p:spPr>
      </p:cxnSp>
      <p:sp>
        <p:nvSpPr>
          <p:cNvPr id="212" name="Google Shape;212;p35"/>
          <p:cNvSpPr/>
          <p:nvPr/>
        </p:nvSpPr>
        <p:spPr>
          <a:xfrm>
            <a:off x="170850" y="197450"/>
            <a:ext cx="572700" cy="5727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213" name="Google Shape;213;p35"/>
          <p:cNvPicPr preferRelativeResize="0"/>
          <p:nvPr/>
        </p:nvPicPr>
        <p:blipFill rotWithShape="1">
          <a:blip r:embed="rId2">
            <a:alphaModFix/>
          </a:blip>
          <a:srcRect b="0" l="0" r="0" t="0"/>
          <a:stretch/>
        </p:blipFill>
        <p:spPr>
          <a:xfrm>
            <a:off x="208763" y="235363"/>
            <a:ext cx="496875" cy="496875"/>
          </a:xfrm>
          <a:prstGeom prst="rect">
            <a:avLst/>
          </a:prstGeom>
          <a:noFill/>
          <a:ln>
            <a:noFill/>
          </a:ln>
        </p:spPr>
      </p:pic>
      <p:sp>
        <p:nvSpPr>
          <p:cNvPr id="214" name="Google Shape;214;p35"/>
          <p:cNvSpPr txBox="1"/>
          <p:nvPr/>
        </p:nvSpPr>
        <p:spPr>
          <a:xfrm>
            <a:off x="916200" y="146300"/>
            <a:ext cx="7770600" cy="365700"/>
          </a:xfrm>
          <a:prstGeom prst="rect">
            <a:avLst/>
          </a:prstGeom>
          <a:noFill/>
          <a:ln>
            <a:noFill/>
          </a:ln>
        </p:spPr>
        <p:txBody>
          <a:bodyPr anchorCtr="0" anchor="t" bIns="91425" lIns="0" spcFirstLastPara="1" rIns="0" wrap="square" tIns="0">
            <a:noAutofit/>
          </a:bodyPr>
          <a:lstStyle/>
          <a:p>
            <a:pPr indent="0" lvl="0" marL="0" marR="0" rtl="0" algn="l">
              <a:lnSpc>
                <a:spcPct val="100000"/>
              </a:lnSpc>
              <a:spcBef>
                <a:spcPts val="0"/>
              </a:spcBef>
              <a:spcAft>
                <a:spcPts val="0"/>
              </a:spcAft>
              <a:buClr>
                <a:srgbClr val="000000"/>
              </a:buClr>
              <a:buSzPts val="2600"/>
              <a:buFont typeface="Arial"/>
              <a:buNone/>
            </a:pPr>
            <a:r>
              <a:rPr b="1" i="0" lang="en" sz="2600" u="none" cap="none" strike="noStrike">
                <a:solidFill>
                  <a:schemeClr val="dk2"/>
                </a:solidFill>
                <a:latin typeface="Roboto"/>
                <a:ea typeface="Roboto"/>
                <a:cs typeface="Roboto"/>
                <a:sym typeface="Roboto"/>
              </a:rPr>
              <a:t>Learning Objectives</a:t>
            </a:r>
            <a:endParaRPr b="1" i="0" sz="2600" u="none" cap="none" strike="noStrike">
              <a:solidFill>
                <a:schemeClr val="dk2"/>
              </a:solidFill>
              <a:latin typeface="Roboto"/>
              <a:ea typeface="Roboto"/>
              <a:cs typeface="Roboto"/>
              <a:sym typeface="Roboto"/>
            </a:endParaRPr>
          </a:p>
        </p:txBody>
      </p:sp>
      <p:sp>
        <p:nvSpPr>
          <p:cNvPr id="215" name="Google Shape;215;p35"/>
          <p:cNvSpPr txBox="1"/>
          <p:nvPr>
            <p:ph idx="1" type="subTitle"/>
          </p:nvPr>
        </p:nvSpPr>
        <p:spPr>
          <a:xfrm>
            <a:off x="914400" y="548650"/>
            <a:ext cx="7772400" cy="2742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1800"/>
              <a:buNone/>
              <a:defRPr/>
            </a:lvl1pPr>
            <a:lvl2pPr lvl="1" algn="l">
              <a:lnSpc>
                <a:spcPct val="115000"/>
              </a:lnSpc>
              <a:spcBef>
                <a:spcPts val="0"/>
              </a:spcBef>
              <a:spcAft>
                <a:spcPts val="0"/>
              </a:spcAft>
              <a:buSzPts val="1800"/>
              <a:buNone/>
              <a:defRPr/>
            </a:lvl2pPr>
            <a:lvl3pPr lvl="2" algn="l">
              <a:lnSpc>
                <a:spcPct val="115000"/>
              </a:lnSpc>
              <a:spcBef>
                <a:spcPts val="0"/>
              </a:spcBef>
              <a:spcAft>
                <a:spcPts val="0"/>
              </a:spcAft>
              <a:buSzPts val="1800"/>
              <a:buNone/>
              <a:defRPr/>
            </a:lvl3pPr>
            <a:lvl4pPr lvl="3" algn="l">
              <a:lnSpc>
                <a:spcPct val="115000"/>
              </a:lnSpc>
              <a:spcBef>
                <a:spcPts val="0"/>
              </a:spcBef>
              <a:spcAft>
                <a:spcPts val="0"/>
              </a:spcAft>
              <a:buSzPts val="1800"/>
              <a:buNone/>
              <a:defRPr/>
            </a:lvl4pPr>
            <a:lvl5pPr lvl="4" algn="l">
              <a:lnSpc>
                <a:spcPct val="115000"/>
              </a:lnSpc>
              <a:spcBef>
                <a:spcPts val="0"/>
              </a:spcBef>
              <a:spcAft>
                <a:spcPts val="0"/>
              </a:spcAft>
              <a:buSzPts val="1800"/>
              <a:buNone/>
              <a:defRPr/>
            </a:lvl5pPr>
            <a:lvl6pPr lvl="5" algn="l">
              <a:lnSpc>
                <a:spcPct val="115000"/>
              </a:lnSpc>
              <a:spcBef>
                <a:spcPts val="0"/>
              </a:spcBef>
              <a:spcAft>
                <a:spcPts val="0"/>
              </a:spcAft>
              <a:buSzPts val="1800"/>
              <a:buNone/>
              <a:defRPr/>
            </a:lvl6pPr>
            <a:lvl7pPr lvl="6" algn="l">
              <a:lnSpc>
                <a:spcPct val="115000"/>
              </a:lnSpc>
              <a:spcBef>
                <a:spcPts val="0"/>
              </a:spcBef>
              <a:spcAft>
                <a:spcPts val="0"/>
              </a:spcAft>
              <a:buSzPts val="1800"/>
              <a:buNone/>
              <a:defRPr/>
            </a:lvl7pPr>
            <a:lvl8pPr lvl="7" algn="l">
              <a:lnSpc>
                <a:spcPct val="115000"/>
              </a:lnSpc>
              <a:spcBef>
                <a:spcPts val="0"/>
              </a:spcBef>
              <a:spcAft>
                <a:spcPts val="0"/>
              </a:spcAft>
              <a:buSzPts val="1800"/>
              <a:buNone/>
              <a:defRPr/>
            </a:lvl8pPr>
            <a:lvl9pPr lvl="8" algn="l">
              <a:lnSpc>
                <a:spcPct val="115000"/>
              </a:lnSpc>
              <a:spcBef>
                <a:spcPts val="0"/>
              </a:spcBef>
              <a:spcAft>
                <a:spcPts val="0"/>
              </a:spcAft>
              <a:buSzPts val="1800"/>
              <a:buNone/>
              <a:defRPr/>
            </a:lvl9pPr>
          </a:lstStyle>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earning Objectives (with bullets)">
  <p:cSld name="CUSTOM_21_2_2_1_1">
    <p:spTree>
      <p:nvGrpSpPr>
        <p:cNvPr id="216" name="Shape 216"/>
        <p:cNvGrpSpPr/>
        <p:nvPr/>
      </p:nvGrpSpPr>
      <p:grpSpPr>
        <a:xfrm>
          <a:off x="0" y="0"/>
          <a:ext cx="0" cy="0"/>
          <a:chOff x="0" y="0"/>
          <a:chExt cx="0" cy="0"/>
        </a:xfrm>
      </p:grpSpPr>
      <p:cxnSp>
        <p:nvCxnSpPr>
          <p:cNvPr id="217" name="Google Shape;217;p36"/>
          <p:cNvCxnSpPr/>
          <p:nvPr/>
        </p:nvCxnSpPr>
        <p:spPr>
          <a:xfrm>
            <a:off x="0" y="929900"/>
            <a:ext cx="7337400" cy="0"/>
          </a:xfrm>
          <a:prstGeom prst="straightConnector1">
            <a:avLst/>
          </a:prstGeom>
          <a:noFill/>
          <a:ln cap="flat" cmpd="sng" w="19050">
            <a:solidFill>
              <a:schemeClr val="dk2"/>
            </a:solidFill>
            <a:prstDash val="solid"/>
            <a:round/>
            <a:headEnd len="sm" w="sm" type="none"/>
            <a:tailEnd len="med" w="med" type="oval"/>
          </a:ln>
        </p:spPr>
      </p:cxnSp>
      <p:sp>
        <p:nvSpPr>
          <p:cNvPr id="218" name="Google Shape;218;p36"/>
          <p:cNvSpPr/>
          <p:nvPr/>
        </p:nvSpPr>
        <p:spPr>
          <a:xfrm>
            <a:off x="170850" y="197450"/>
            <a:ext cx="572700" cy="5727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219" name="Google Shape;219;p36"/>
          <p:cNvPicPr preferRelativeResize="0"/>
          <p:nvPr/>
        </p:nvPicPr>
        <p:blipFill rotWithShape="1">
          <a:blip r:embed="rId2">
            <a:alphaModFix/>
          </a:blip>
          <a:srcRect b="0" l="0" r="0" t="0"/>
          <a:stretch/>
        </p:blipFill>
        <p:spPr>
          <a:xfrm>
            <a:off x="208763" y="235363"/>
            <a:ext cx="496875" cy="496875"/>
          </a:xfrm>
          <a:prstGeom prst="rect">
            <a:avLst/>
          </a:prstGeom>
          <a:noFill/>
          <a:ln>
            <a:noFill/>
          </a:ln>
        </p:spPr>
      </p:pic>
      <p:sp>
        <p:nvSpPr>
          <p:cNvPr id="220" name="Google Shape;220;p36"/>
          <p:cNvSpPr/>
          <p:nvPr/>
        </p:nvSpPr>
        <p:spPr>
          <a:xfrm>
            <a:off x="607675" y="1142050"/>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1" name="Google Shape;221;p36"/>
          <p:cNvSpPr/>
          <p:nvPr/>
        </p:nvSpPr>
        <p:spPr>
          <a:xfrm>
            <a:off x="607675" y="3885749"/>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2" name="Google Shape;222;p36"/>
          <p:cNvSpPr/>
          <p:nvPr/>
        </p:nvSpPr>
        <p:spPr>
          <a:xfrm>
            <a:off x="607675" y="3199824"/>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3" name="Google Shape;223;p36"/>
          <p:cNvSpPr/>
          <p:nvPr/>
        </p:nvSpPr>
        <p:spPr>
          <a:xfrm>
            <a:off x="607675" y="2513899"/>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4" name="Google Shape;224;p36"/>
          <p:cNvSpPr/>
          <p:nvPr/>
        </p:nvSpPr>
        <p:spPr>
          <a:xfrm>
            <a:off x="607675" y="1827975"/>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5" name="Google Shape;225;p36"/>
          <p:cNvSpPr txBox="1"/>
          <p:nvPr>
            <p:ph idx="1" type="subTitle"/>
          </p:nvPr>
        </p:nvSpPr>
        <p:spPr>
          <a:xfrm>
            <a:off x="916200" y="1152850"/>
            <a:ext cx="7770600" cy="437400"/>
          </a:xfrm>
          <a:prstGeom prst="rect">
            <a:avLst/>
          </a:prstGeom>
          <a:noFill/>
          <a:ln>
            <a:noFill/>
          </a:ln>
        </p:spPr>
        <p:txBody>
          <a:bodyPr anchorCtr="0" anchor="ctr" bIns="91425" lIns="91425" spcFirstLastPara="1" rIns="91425" wrap="square" tIns="91425">
            <a:noAutofit/>
          </a:bodyPr>
          <a:lstStyle>
            <a:lvl1pPr lvl="0" algn="l">
              <a:lnSpc>
                <a:spcPct val="115000"/>
              </a:lnSpc>
              <a:spcBef>
                <a:spcPts val="0"/>
              </a:spcBef>
              <a:spcAft>
                <a:spcPts val="0"/>
              </a:spcAft>
              <a:buClr>
                <a:schemeClr val="dk2"/>
              </a:buClr>
              <a:buSzPts val="1800"/>
              <a:buNone/>
              <a:defRPr>
                <a:solidFill>
                  <a:schemeClr val="dk2"/>
                </a:solidFill>
              </a:defRPr>
            </a:lvl1pPr>
            <a:lvl2pPr lvl="1" algn="l">
              <a:lnSpc>
                <a:spcPct val="115000"/>
              </a:lnSpc>
              <a:spcBef>
                <a:spcPts val="0"/>
              </a:spcBef>
              <a:spcAft>
                <a:spcPts val="0"/>
              </a:spcAft>
              <a:buClr>
                <a:schemeClr val="dk2"/>
              </a:buClr>
              <a:buSzPts val="1800"/>
              <a:buNone/>
              <a:defRPr sz="1800">
                <a:solidFill>
                  <a:schemeClr val="dk2"/>
                </a:solidFill>
              </a:defRPr>
            </a:lvl2pPr>
            <a:lvl3pPr lvl="2" algn="l">
              <a:lnSpc>
                <a:spcPct val="115000"/>
              </a:lnSpc>
              <a:spcBef>
                <a:spcPts val="0"/>
              </a:spcBef>
              <a:spcAft>
                <a:spcPts val="0"/>
              </a:spcAft>
              <a:buClr>
                <a:schemeClr val="dk2"/>
              </a:buClr>
              <a:buSzPts val="1800"/>
              <a:buNone/>
              <a:defRPr sz="1800">
                <a:solidFill>
                  <a:schemeClr val="dk2"/>
                </a:solidFill>
              </a:defRPr>
            </a:lvl3pPr>
            <a:lvl4pPr lvl="3" algn="l">
              <a:lnSpc>
                <a:spcPct val="115000"/>
              </a:lnSpc>
              <a:spcBef>
                <a:spcPts val="0"/>
              </a:spcBef>
              <a:spcAft>
                <a:spcPts val="0"/>
              </a:spcAft>
              <a:buClr>
                <a:schemeClr val="dk2"/>
              </a:buClr>
              <a:buSzPts val="1800"/>
              <a:buNone/>
              <a:defRPr sz="1800">
                <a:solidFill>
                  <a:schemeClr val="dk2"/>
                </a:solidFill>
              </a:defRPr>
            </a:lvl4pPr>
            <a:lvl5pPr lvl="4" algn="l">
              <a:lnSpc>
                <a:spcPct val="115000"/>
              </a:lnSpc>
              <a:spcBef>
                <a:spcPts val="0"/>
              </a:spcBef>
              <a:spcAft>
                <a:spcPts val="0"/>
              </a:spcAft>
              <a:buClr>
                <a:schemeClr val="dk2"/>
              </a:buClr>
              <a:buSzPts val="1800"/>
              <a:buNone/>
              <a:defRPr sz="1800">
                <a:solidFill>
                  <a:schemeClr val="dk2"/>
                </a:solidFill>
              </a:defRPr>
            </a:lvl5pPr>
            <a:lvl6pPr lvl="5" algn="l">
              <a:lnSpc>
                <a:spcPct val="115000"/>
              </a:lnSpc>
              <a:spcBef>
                <a:spcPts val="0"/>
              </a:spcBef>
              <a:spcAft>
                <a:spcPts val="0"/>
              </a:spcAft>
              <a:buClr>
                <a:schemeClr val="dk2"/>
              </a:buClr>
              <a:buSzPts val="1800"/>
              <a:buNone/>
              <a:defRPr sz="1800">
                <a:solidFill>
                  <a:schemeClr val="dk2"/>
                </a:solidFill>
              </a:defRPr>
            </a:lvl6pPr>
            <a:lvl7pPr lvl="6" algn="l">
              <a:lnSpc>
                <a:spcPct val="115000"/>
              </a:lnSpc>
              <a:spcBef>
                <a:spcPts val="0"/>
              </a:spcBef>
              <a:spcAft>
                <a:spcPts val="0"/>
              </a:spcAft>
              <a:buClr>
                <a:schemeClr val="dk2"/>
              </a:buClr>
              <a:buSzPts val="1800"/>
              <a:buNone/>
              <a:defRPr sz="1800">
                <a:solidFill>
                  <a:schemeClr val="dk2"/>
                </a:solidFill>
              </a:defRPr>
            </a:lvl7pPr>
            <a:lvl8pPr lvl="7" algn="l">
              <a:lnSpc>
                <a:spcPct val="115000"/>
              </a:lnSpc>
              <a:spcBef>
                <a:spcPts val="0"/>
              </a:spcBef>
              <a:spcAft>
                <a:spcPts val="0"/>
              </a:spcAft>
              <a:buClr>
                <a:schemeClr val="dk2"/>
              </a:buClr>
              <a:buSzPts val="1800"/>
              <a:buNone/>
              <a:defRPr sz="1800">
                <a:solidFill>
                  <a:schemeClr val="dk2"/>
                </a:solidFill>
              </a:defRPr>
            </a:lvl8pPr>
            <a:lvl9pPr lvl="8" algn="l">
              <a:lnSpc>
                <a:spcPct val="115000"/>
              </a:lnSpc>
              <a:spcBef>
                <a:spcPts val="0"/>
              </a:spcBef>
              <a:spcAft>
                <a:spcPts val="0"/>
              </a:spcAft>
              <a:buClr>
                <a:schemeClr val="dk2"/>
              </a:buClr>
              <a:buSzPts val="1800"/>
              <a:buNone/>
              <a:defRPr sz="1800">
                <a:solidFill>
                  <a:schemeClr val="dk2"/>
                </a:solidFill>
              </a:defRPr>
            </a:lvl9pPr>
          </a:lstStyle>
          <a:p/>
        </p:txBody>
      </p:sp>
      <p:sp>
        <p:nvSpPr>
          <p:cNvPr id="226" name="Google Shape;226;p36"/>
          <p:cNvSpPr txBox="1"/>
          <p:nvPr>
            <p:ph idx="2" type="subTitle"/>
          </p:nvPr>
        </p:nvSpPr>
        <p:spPr>
          <a:xfrm>
            <a:off x="916200" y="1838775"/>
            <a:ext cx="7770600" cy="437400"/>
          </a:xfrm>
          <a:prstGeom prst="rect">
            <a:avLst/>
          </a:prstGeom>
          <a:noFill/>
          <a:ln>
            <a:noFill/>
          </a:ln>
        </p:spPr>
        <p:txBody>
          <a:bodyPr anchorCtr="0" anchor="ctr" bIns="91425" lIns="91425" spcFirstLastPara="1" rIns="91425" wrap="square" tIns="91425">
            <a:noAutofit/>
          </a:bodyPr>
          <a:lstStyle>
            <a:lvl1pPr lvl="0" algn="l">
              <a:lnSpc>
                <a:spcPct val="115000"/>
              </a:lnSpc>
              <a:spcBef>
                <a:spcPts val="0"/>
              </a:spcBef>
              <a:spcAft>
                <a:spcPts val="0"/>
              </a:spcAft>
              <a:buClr>
                <a:schemeClr val="dk2"/>
              </a:buClr>
              <a:buSzPts val="1800"/>
              <a:buNone/>
              <a:defRPr>
                <a:solidFill>
                  <a:schemeClr val="dk2"/>
                </a:solidFill>
              </a:defRPr>
            </a:lvl1pPr>
            <a:lvl2pPr lvl="1" algn="l">
              <a:lnSpc>
                <a:spcPct val="115000"/>
              </a:lnSpc>
              <a:spcBef>
                <a:spcPts val="0"/>
              </a:spcBef>
              <a:spcAft>
                <a:spcPts val="0"/>
              </a:spcAft>
              <a:buClr>
                <a:schemeClr val="dk2"/>
              </a:buClr>
              <a:buSzPts val="1800"/>
              <a:buNone/>
              <a:defRPr sz="1800">
                <a:solidFill>
                  <a:schemeClr val="dk2"/>
                </a:solidFill>
              </a:defRPr>
            </a:lvl2pPr>
            <a:lvl3pPr lvl="2" algn="l">
              <a:lnSpc>
                <a:spcPct val="115000"/>
              </a:lnSpc>
              <a:spcBef>
                <a:spcPts val="0"/>
              </a:spcBef>
              <a:spcAft>
                <a:spcPts val="0"/>
              </a:spcAft>
              <a:buClr>
                <a:schemeClr val="dk2"/>
              </a:buClr>
              <a:buSzPts val="1800"/>
              <a:buNone/>
              <a:defRPr sz="1800">
                <a:solidFill>
                  <a:schemeClr val="dk2"/>
                </a:solidFill>
              </a:defRPr>
            </a:lvl3pPr>
            <a:lvl4pPr lvl="3" algn="l">
              <a:lnSpc>
                <a:spcPct val="115000"/>
              </a:lnSpc>
              <a:spcBef>
                <a:spcPts val="0"/>
              </a:spcBef>
              <a:spcAft>
                <a:spcPts val="0"/>
              </a:spcAft>
              <a:buClr>
                <a:schemeClr val="dk2"/>
              </a:buClr>
              <a:buSzPts val="1800"/>
              <a:buNone/>
              <a:defRPr sz="1800">
                <a:solidFill>
                  <a:schemeClr val="dk2"/>
                </a:solidFill>
              </a:defRPr>
            </a:lvl4pPr>
            <a:lvl5pPr lvl="4" algn="l">
              <a:lnSpc>
                <a:spcPct val="115000"/>
              </a:lnSpc>
              <a:spcBef>
                <a:spcPts val="0"/>
              </a:spcBef>
              <a:spcAft>
                <a:spcPts val="0"/>
              </a:spcAft>
              <a:buClr>
                <a:schemeClr val="dk2"/>
              </a:buClr>
              <a:buSzPts val="1800"/>
              <a:buNone/>
              <a:defRPr sz="1800">
                <a:solidFill>
                  <a:schemeClr val="dk2"/>
                </a:solidFill>
              </a:defRPr>
            </a:lvl5pPr>
            <a:lvl6pPr lvl="5" algn="l">
              <a:lnSpc>
                <a:spcPct val="115000"/>
              </a:lnSpc>
              <a:spcBef>
                <a:spcPts val="0"/>
              </a:spcBef>
              <a:spcAft>
                <a:spcPts val="0"/>
              </a:spcAft>
              <a:buClr>
                <a:schemeClr val="dk2"/>
              </a:buClr>
              <a:buSzPts val="1800"/>
              <a:buNone/>
              <a:defRPr sz="1800">
                <a:solidFill>
                  <a:schemeClr val="dk2"/>
                </a:solidFill>
              </a:defRPr>
            </a:lvl6pPr>
            <a:lvl7pPr lvl="6" algn="l">
              <a:lnSpc>
                <a:spcPct val="115000"/>
              </a:lnSpc>
              <a:spcBef>
                <a:spcPts val="0"/>
              </a:spcBef>
              <a:spcAft>
                <a:spcPts val="0"/>
              </a:spcAft>
              <a:buClr>
                <a:schemeClr val="dk2"/>
              </a:buClr>
              <a:buSzPts val="1800"/>
              <a:buNone/>
              <a:defRPr sz="1800">
                <a:solidFill>
                  <a:schemeClr val="dk2"/>
                </a:solidFill>
              </a:defRPr>
            </a:lvl7pPr>
            <a:lvl8pPr lvl="7" algn="l">
              <a:lnSpc>
                <a:spcPct val="115000"/>
              </a:lnSpc>
              <a:spcBef>
                <a:spcPts val="0"/>
              </a:spcBef>
              <a:spcAft>
                <a:spcPts val="0"/>
              </a:spcAft>
              <a:buClr>
                <a:schemeClr val="dk2"/>
              </a:buClr>
              <a:buSzPts val="1800"/>
              <a:buNone/>
              <a:defRPr sz="1800">
                <a:solidFill>
                  <a:schemeClr val="dk2"/>
                </a:solidFill>
              </a:defRPr>
            </a:lvl8pPr>
            <a:lvl9pPr lvl="8" algn="l">
              <a:lnSpc>
                <a:spcPct val="115000"/>
              </a:lnSpc>
              <a:spcBef>
                <a:spcPts val="0"/>
              </a:spcBef>
              <a:spcAft>
                <a:spcPts val="0"/>
              </a:spcAft>
              <a:buClr>
                <a:schemeClr val="dk2"/>
              </a:buClr>
              <a:buSzPts val="1800"/>
              <a:buNone/>
              <a:defRPr sz="1800">
                <a:solidFill>
                  <a:schemeClr val="dk2"/>
                </a:solidFill>
              </a:defRPr>
            </a:lvl9pPr>
          </a:lstStyle>
          <a:p/>
        </p:txBody>
      </p:sp>
      <p:sp>
        <p:nvSpPr>
          <p:cNvPr id="227" name="Google Shape;227;p36"/>
          <p:cNvSpPr txBox="1"/>
          <p:nvPr>
            <p:ph idx="3" type="subTitle"/>
          </p:nvPr>
        </p:nvSpPr>
        <p:spPr>
          <a:xfrm>
            <a:off x="916200" y="2524700"/>
            <a:ext cx="7770600" cy="437400"/>
          </a:xfrm>
          <a:prstGeom prst="rect">
            <a:avLst/>
          </a:prstGeom>
          <a:noFill/>
          <a:ln>
            <a:noFill/>
          </a:ln>
        </p:spPr>
        <p:txBody>
          <a:bodyPr anchorCtr="0" anchor="ctr" bIns="91425" lIns="91425" spcFirstLastPara="1" rIns="91425" wrap="square" tIns="91425">
            <a:noAutofit/>
          </a:bodyPr>
          <a:lstStyle>
            <a:lvl1pPr lvl="0" algn="l">
              <a:lnSpc>
                <a:spcPct val="115000"/>
              </a:lnSpc>
              <a:spcBef>
                <a:spcPts val="0"/>
              </a:spcBef>
              <a:spcAft>
                <a:spcPts val="0"/>
              </a:spcAft>
              <a:buClr>
                <a:schemeClr val="dk2"/>
              </a:buClr>
              <a:buSzPts val="1800"/>
              <a:buNone/>
              <a:defRPr>
                <a:solidFill>
                  <a:schemeClr val="dk2"/>
                </a:solidFill>
              </a:defRPr>
            </a:lvl1pPr>
            <a:lvl2pPr lvl="1" algn="l">
              <a:lnSpc>
                <a:spcPct val="115000"/>
              </a:lnSpc>
              <a:spcBef>
                <a:spcPts val="0"/>
              </a:spcBef>
              <a:spcAft>
                <a:spcPts val="0"/>
              </a:spcAft>
              <a:buClr>
                <a:schemeClr val="dk2"/>
              </a:buClr>
              <a:buSzPts val="1800"/>
              <a:buNone/>
              <a:defRPr sz="1800">
                <a:solidFill>
                  <a:schemeClr val="dk2"/>
                </a:solidFill>
              </a:defRPr>
            </a:lvl2pPr>
            <a:lvl3pPr lvl="2" algn="l">
              <a:lnSpc>
                <a:spcPct val="115000"/>
              </a:lnSpc>
              <a:spcBef>
                <a:spcPts val="0"/>
              </a:spcBef>
              <a:spcAft>
                <a:spcPts val="0"/>
              </a:spcAft>
              <a:buClr>
                <a:schemeClr val="dk2"/>
              </a:buClr>
              <a:buSzPts val="1800"/>
              <a:buNone/>
              <a:defRPr sz="1800">
                <a:solidFill>
                  <a:schemeClr val="dk2"/>
                </a:solidFill>
              </a:defRPr>
            </a:lvl3pPr>
            <a:lvl4pPr lvl="3" algn="l">
              <a:lnSpc>
                <a:spcPct val="115000"/>
              </a:lnSpc>
              <a:spcBef>
                <a:spcPts val="0"/>
              </a:spcBef>
              <a:spcAft>
                <a:spcPts val="0"/>
              </a:spcAft>
              <a:buClr>
                <a:schemeClr val="dk2"/>
              </a:buClr>
              <a:buSzPts val="1800"/>
              <a:buNone/>
              <a:defRPr sz="1800">
                <a:solidFill>
                  <a:schemeClr val="dk2"/>
                </a:solidFill>
              </a:defRPr>
            </a:lvl4pPr>
            <a:lvl5pPr lvl="4" algn="l">
              <a:lnSpc>
                <a:spcPct val="115000"/>
              </a:lnSpc>
              <a:spcBef>
                <a:spcPts val="0"/>
              </a:spcBef>
              <a:spcAft>
                <a:spcPts val="0"/>
              </a:spcAft>
              <a:buClr>
                <a:schemeClr val="dk2"/>
              </a:buClr>
              <a:buSzPts val="1800"/>
              <a:buNone/>
              <a:defRPr sz="1800">
                <a:solidFill>
                  <a:schemeClr val="dk2"/>
                </a:solidFill>
              </a:defRPr>
            </a:lvl5pPr>
            <a:lvl6pPr lvl="5" algn="l">
              <a:lnSpc>
                <a:spcPct val="115000"/>
              </a:lnSpc>
              <a:spcBef>
                <a:spcPts val="0"/>
              </a:spcBef>
              <a:spcAft>
                <a:spcPts val="0"/>
              </a:spcAft>
              <a:buClr>
                <a:schemeClr val="dk2"/>
              </a:buClr>
              <a:buSzPts val="1800"/>
              <a:buNone/>
              <a:defRPr sz="1800">
                <a:solidFill>
                  <a:schemeClr val="dk2"/>
                </a:solidFill>
              </a:defRPr>
            </a:lvl6pPr>
            <a:lvl7pPr lvl="6" algn="l">
              <a:lnSpc>
                <a:spcPct val="115000"/>
              </a:lnSpc>
              <a:spcBef>
                <a:spcPts val="0"/>
              </a:spcBef>
              <a:spcAft>
                <a:spcPts val="0"/>
              </a:spcAft>
              <a:buClr>
                <a:schemeClr val="dk2"/>
              </a:buClr>
              <a:buSzPts val="1800"/>
              <a:buNone/>
              <a:defRPr sz="1800">
                <a:solidFill>
                  <a:schemeClr val="dk2"/>
                </a:solidFill>
              </a:defRPr>
            </a:lvl7pPr>
            <a:lvl8pPr lvl="7" algn="l">
              <a:lnSpc>
                <a:spcPct val="115000"/>
              </a:lnSpc>
              <a:spcBef>
                <a:spcPts val="0"/>
              </a:spcBef>
              <a:spcAft>
                <a:spcPts val="0"/>
              </a:spcAft>
              <a:buClr>
                <a:schemeClr val="dk2"/>
              </a:buClr>
              <a:buSzPts val="1800"/>
              <a:buNone/>
              <a:defRPr sz="1800">
                <a:solidFill>
                  <a:schemeClr val="dk2"/>
                </a:solidFill>
              </a:defRPr>
            </a:lvl8pPr>
            <a:lvl9pPr lvl="8" algn="l">
              <a:lnSpc>
                <a:spcPct val="115000"/>
              </a:lnSpc>
              <a:spcBef>
                <a:spcPts val="0"/>
              </a:spcBef>
              <a:spcAft>
                <a:spcPts val="0"/>
              </a:spcAft>
              <a:buClr>
                <a:schemeClr val="dk2"/>
              </a:buClr>
              <a:buSzPts val="1800"/>
              <a:buNone/>
              <a:defRPr sz="1800">
                <a:solidFill>
                  <a:schemeClr val="dk2"/>
                </a:solidFill>
              </a:defRPr>
            </a:lvl9pPr>
          </a:lstStyle>
          <a:p/>
        </p:txBody>
      </p:sp>
      <p:sp>
        <p:nvSpPr>
          <p:cNvPr id="228" name="Google Shape;228;p36"/>
          <p:cNvSpPr txBox="1"/>
          <p:nvPr>
            <p:ph idx="4" type="subTitle"/>
          </p:nvPr>
        </p:nvSpPr>
        <p:spPr>
          <a:xfrm>
            <a:off x="916200" y="3210625"/>
            <a:ext cx="7770600" cy="437400"/>
          </a:xfrm>
          <a:prstGeom prst="rect">
            <a:avLst/>
          </a:prstGeom>
          <a:noFill/>
          <a:ln>
            <a:noFill/>
          </a:ln>
        </p:spPr>
        <p:txBody>
          <a:bodyPr anchorCtr="0" anchor="ctr" bIns="91425" lIns="91425" spcFirstLastPara="1" rIns="91425" wrap="square" tIns="91425">
            <a:noAutofit/>
          </a:bodyPr>
          <a:lstStyle>
            <a:lvl1pPr lvl="0" algn="l">
              <a:lnSpc>
                <a:spcPct val="115000"/>
              </a:lnSpc>
              <a:spcBef>
                <a:spcPts val="0"/>
              </a:spcBef>
              <a:spcAft>
                <a:spcPts val="0"/>
              </a:spcAft>
              <a:buClr>
                <a:schemeClr val="dk2"/>
              </a:buClr>
              <a:buSzPts val="1800"/>
              <a:buNone/>
              <a:defRPr>
                <a:solidFill>
                  <a:schemeClr val="dk2"/>
                </a:solidFill>
              </a:defRPr>
            </a:lvl1pPr>
            <a:lvl2pPr lvl="1" algn="l">
              <a:lnSpc>
                <a:spcPct val="115000"/>
              </a:lnSpc>
              <a:spcBef>
                <a:spcPts val="0"/>
              </a:spcBef>
              <a:spcAft>
                <a:spcPts val="0"/>
              </a:spcAft>
              <a:buClr>
                <a:schemeClr val="dk2"/>
              </a:buClr>
              <a:buSzPts val="1800"/>
              <a:buNone/>
              <a:defRPr sz="1800">
                <a:solidFill>
                  <a:schemeClr val="dk2"/>
                </a:solidFill>
              </a:defRPr>
            </a:lvl2pPr>
            <a:lvl3pPr lvl="2" algn="l">
              <a:lnSpc>
                <a:spcPct val="115000"/>
              </a:lnSpc>
              <a:spcBef>
                <a:spcPts val="0"/>
              </a:spcBef>
              <a:spcAft>
                <a:spcPts val="0"/>
              </a:spcAft>
              <a:buClr>
                <a:schemeClr val="dk2"/>
              </a:buClr>
              <a:buSzPts val="1800"/>
              <a:buNone/>
              <a:defRPr sz="1800">
                <a:solidFill>
                  <a:schemeClr val="dk2"/>
                </a:solidFill>
              </a:defRPr>
            </a:lvl3pPr>
            <a:lvl4pPr lvl="3" algn="l">
              <a:lnSpc>
                <a:spcPct val="115000"/>
              </a:lnSpc>
              <a:spcBef>
                <a:spcPts val="0"/>
              </a:spcBef>
              <a:spcAft>
                <a:spcPts val="0"/>
              </a:spcAft>
              <a:buClr>
                <a:schemeClr val="dk2"/>
              </a:buClr>
              <a:buSzPts val="1800"/>
              <a:buNone/>
              <a:defRPr sz="1800">
                <a:solidFill>
                  <a:schemeClr val="dk2"/>
                </a:solidFill>
              </a:defRPr>
            </a:lvl4pPr>
            <a:lvl5pPr lvl="4" algn="l">
              <a:lnSpc>
                <a:spcPct val="115000"/>
              </a:lnSpc>
              <a:spcBef>
                <a:spcPts val="0"/>
              </a:spcBef>
              <a:spcAft>
                <a:spcPts val="0"/>
              </a:spcAft>
              <a:buClr>
                <a:schemeClr val="dk2"/>
              </a:buClr>
              <a:buSzPts val="1800"/>
              <a:buNone/>
              <a:defRPr sz="1800">
                <a:solidFill>
                  <a:schemeClr val="dk2"/>
                </a:solidFill>
              </a:defRPr>
            </a:lvl5pPr>
            <a:lvl6pPr lvl="5" algn="l">
              <a:lnSpc>
                <a:spcPct val="115000"/>
              </a:lnSpc>
              <a:spcBef>
                <a:spcPts val="0"/>
              </a:spcBef>
              <a:spcAft>
                <a:spcPts val="0"/>
              </a:spcAft>
              <a:buClr>
                <a:schemeClr val="dk2"/>
              </a:buClr>
              <a:buSzPts val="1800"/>
              <a:buNone/>
              <a:defRPr sz="1800">
                <a:solidFill>
                  <a:schemeClr val="dk2"/>
                </a:solidFill>
              </a:defRPr>
            </a:lvl6pPr>
            <a:lvl7pPr lvl="6" algn="l">
              <a:lnSpc>
                <a:spcPct val="115000"/>
              </a:lnSpc>
              <a:spcBef>
                <a:spcPts val="0"/>
              </a:spcBef>
              <a:spcAft>
                <a:spcPts val="0"/>
              </a:spcAft>
              <a:buClr>
                <a:schemeClr val="dk2"/>
              </a:buClr>
              <a:buSzPts val="1800"/>
              <a:buNone/>
              <a:defRPr sz="1800">
                <a:solidFill>
                  <a:schemeClr val="dk2"/>
                </a:solidFill>
              </a:defRPr>
            </a:lvl7pPr>
            <a:lvl8pPr lvl="7" algn="l">
              <a:lnSpc>
                <a:spcPct val="115000"/>
              </a:lnSpc>
              <a:spcBef>
                <a:spcPts val="0"/>
              </a:spcBef>
              <a:spcAft>
                <a:spcPts val="0"/>
              </a:spcAft>
              <a:buClr>
                <a:schemeClr val="dk2"/>
              </a:buClr>
              <a:buSzPts val="1800"/>
              <a:buNone/>
              <a:defRPr sz="1800">
                <a:solidFill>
                  <a:schemeClr val="dk2"/>
                </a:solidFill>
              </a:defRPr>
            </a:lvl8pPr>
            <a:lvl9pPr lvl="8" algn="l">
              <a:lnSpc>
                <a:spcPct val="115000"/>
              </a:lnSpc>
              <a:spcBef>
                <a:spcPts val="0"/>
              </a:spcBef>
              <a:spcAft>
                <a:spcPts val="0"/>
              </a:spcAft>
              <a:buClr>
                <a:schemeClr val="dk2"/>
              </a:buClr>
              <a:buSzPts val="1800"/>
              <a:buNone/>
              <a:defRPr sz="1800">
                <a:solidFill>
                  <a:schemeClr val="dk2"/>
                </a:solidFill>
              </a:defRPr>
            </a:lvl9pPr>
          </a:lstStyle>
          <a:p/>
        </p:txBody>
      </p:sp>
      <p:sp>
        <p:nvSpPr>
          <p:cNvPr id="229" name="Google Shape;229;p36"/>
          <p:cNvSpPr txBox="1"/>
          <p:nvPr>
            <p:ph idx="5" type="subTitle"/>
          </p:nvPr>
        </p:nvSpPr>
        <p:spPr>
          <a:xfrm>
            <a:off x="916200" y="3896550"/>
            <a:ext cx="7770600" cy="437400"/>
          </a:xfrm>
          <a:prstGeom prst="rect">
            <a:avLst/>
          </a:prstGeom>
          <a:noFill/>
          <a:ln>
            <a:noFill/>
          </a:ln>
        </p:spPr>
        <p:txBody>
          <a:bodyPr anchorCtr="0" anchor="ctr" bIns="91425" lIns="91425" spcFirstLastPara="1" rIns="91425" wrap="square" tIns="91425">
            <a:noAutofit/>
          </a:bodyPr>
          <a:lstStyle>
            <a:lvl1pPr lvl="0" algn="l">
              <a:lnSpc>
                <a:spcPct val="115000"/>
              </a:lnSpc>
              <a:spcBef>
                <a:spcPts val="0"/>
              </a:spcBef>
              <a:spcAft>
                <a:spcPts val="0"/>
              </a:spcAft>
              <a:buClr>
                <a:schemeClr val="dk2"/>
              </a:buClr>
              <a:buSzPts val="1800"/>
              <a:buNone/>
              <a:defRPr>
                <a:solidFill>
                  <a:schemeClr val="dk2"/>
                </a:solidFill>
              </a:defRPr>
            </a:lvl1pPr>
            <a:lvl2pPr lvl="1" algn="l">
              <a:lnSpc>
                <a:spcPct val="115000"/>
              </a:lnSpc>
              <a:spcBef>
                <a:spcPts val="0"/>
              </a:spcBef>
              <a:spcAft>
                <a:spcPts val="0"/>
              </a:spcAft>
              <a:buClr>
                <a:schemeClr val="dk2"/>
              </a:buClr>
              <a:buSzPts val="1800"/>
              <a:buNone/>
              <a:defRPr sz="1800">
                <a:solidFill>
                  <a:schemeClr val="dk2"/>
                </a:solidFill>
              </a:defRPr>
            </a:lvl2pPr>
            <a:lvl3pPr lvl="2" algn="l">
              <a:lnSpc>
                <a:spcPct val="115000"/>
              </a:lnSpc>
              <a:spcBef>
                <a:spcPts val="0"/>
              </a:spcBef>
              <a:spcAft>
                <a:spcPts val="0"/>
              </a:spcAft>
              <a:buClr>
                <a:schemeClr val="dk2"/>
              </a:buClr>
              <a:buSzPts val="1800"/>
              <a:buNone/>
              <a:defRPr sz="1800">
                <a:solidFill>
                  <a:schemeClr val="dk2"/>
                </a:solidFill>
              </a:defRPr>
            </a:lvl3pPr>
            <a:lvl4pPr lvl="3" algn="l">
              <a:lnSpc>
                <a:spcPct val="115000"/>
              </a:lnSpc>
              <a:spcBef>
                <a:spcPts val="0"/>
              </a:spcBef>
              <a:spcAft>
                <a:spcPts val="0"/>
              </a:spcAft>
              <a:buClr>
                <a:schemeClr val="dk2"/>
              </a:buClr>
              <a:buSzPts val="1800"/>
              <a:buNone/>
              <a:defRPr sz="1800">
                <a:solidFill>
                  <a:schemeClr val="dk2"/>
                </a:solidFill>
              </a:defRPr>
            </a:lvl4pPr>
            <a:lvl5pPr lvl="4" algn="l">
              <a:lnSpc>
                <a:spcPct val="115000"/>
              </a:lnSpc>
              <a:spcBef>
                <a:spcPts val="0"/>
              </a:spcBef>
              <a:spcAft>
                <a:spcPts val="0"/>
              </a:spcAft>
              <a:buClr>
                <a:schemeClr val="dk2"/>
              </a:buClr>
              <a:buSzPts val="1800"/>
              <a:buNone/>
              <a:defRPr sz="1800">
                <a:solidFill>
                  <a:schemeClr val="dk2"/>
                </a:solidFill>
              </a:defRPr>
            </a:lvl5pPr>
            <a:lvl6pPr lvl="5" algn="l">
              <a:lnSpc>
                <a:spcPct val="115000"/>
              </a:lnSpc>
              <a:spcBef>
                <a:spcPts val="0"/>
              </a:spcBef>
              <a:spcAft>
                <a:spcPts val="0"/>
              </a:spcAft>
              <a:buClr>
                <a:schemeClr val="dk2"/>
              </a:buClr>
              <a:buSzPts val="1800"/>
              <a:buNone/>
              <a:defRPr sz="1800">
                <a:solidFill>
                  <a:schemeClr val="dk2"/>
                </a:solidFill>
              </a:defRPr>
            </a:lvl6pPr>
            <a:lvl7pPr lvl="6" algn="l">
              <a:lnSpc>
                <a:spcPct val="115000"/>
              </a:lnSpc>
              <a:spcBef>
                <a:spcPts val="0"/>
              </a:spcBef>
              <a:spcAft>
                <a:spcPts val="0"/>
              </a:spcAft>
              <a:buClr>
                <a:schemeClr val="dk2"/>
              </a:buClr>
              <a:buSzPts val="1800"/>
              <a:buNone/>
              <a:defRPr sz="1800">
                <a:solidFill>
                  <a:schemeClr val="dk2"/>
                </a:solidFill>
              </a:defRPr>
            </a:lvl7pPr>
            <a:lvl8pPr lvl="7" algn="l">
              <a:lnSpc>
                <a:spcPct val="115000"/>
              </a:lnSpc>
              <a:spcBef>
                <a:spcPts val="0"/>
              </a:spcBef>
              <a:spcAft>
                <a:spcPts val="0"/>
              </a:spcAft>
              <a:buClr>
                <a:schemeClr val="dk2"/>
              </a:buClr>
              <a:buSzPts val="1800"/>
              <a:buNone/>
              <a:defRPr sz="1800">
                <a:solidFill>
                  <a:schemeClr val="dk2"/>
                </a:solidFill>
              </a:defRPr>
            </a:lvl8pPr>
            <a:lvl9pPr lvl="8" algn="l">
              <a:lnSpc>
                <a:spcPct val="115000"/>
              </a:lnSpc>
              <a:spcBef>
                <a:spcPts val="0"/>
              </a:spcBef>
              <a:spcAft>
                <a:spcPts val="0"/>
              </a:spcAft>
              <a:buClr>
                <a:schemeClr val="dk2"/>
              </a:buClr>
              <a:buSzPts val="1800"/>
              <a:buNone/>
              <a:defRPr sz="1800">
                <a:solidFill>
                  <a:schemeClr val="dk2"/>
                </a:solidFill>
              </a:defRPr>
            </a:lvl9pPr>
          </a:lstStyle>
          <a:p/>
        </p:txBody>
      </p:sp>
      <p:sp>
        <p:nvSpPr>
          <p:cNvPr id="230" name="Google Shape;230;p36"/>
          <p:cNvSpPr/>
          <p:nvPr/>
        </p:nvSpPr>
        <p:spPr>
          <a:xfrm>
            <a:off x="457200" y="1142102"/>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1</a:t>
            </a:r>
            <a:endParaRPr b="0" i="0" sz="1800" u="none" cap="none" strike="noStrike">
              <a:solidFill>
                <a:srgbClr val="082D49"/>
              </a:solidFill>
              <a:latin typeface="Arial"/>
              <a:ea typeface="Arial"/>
              <a:cs typeface="Arial"/>
              <a:sym typeface="Arial"/>
            </a:endParaRPr>
          </a:p>
        </p:txBody>
      </p:sp>
      <p:sp>
        <p:nvSpPr>
          <p:cNvPr id="231" name="Google Shape;231;p36"/>
          <p:cNvSpPr/>
          <p:nvPr/>
        </p:nvSpPr>
        <p:spPr>
          <a:xfrm>
            <a:off x="457200" y="1828014"/>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2</a:t>
            </a:r>
            <a:endParaRPr b="0" i="0" sz="1800" u="none" cap="none" strike="noStrike">
              <a:solidFill>
                <a:srgbClr val="082D49"/>
              </a:solidFill>
              <a:latin typeface="Arial"/>
              <a:ea typeface="Arial"/>
              <a:cs typeface="Arial"/>
              <a:sym typeface="Arial"/>
            </a:endParaRPr>
          </a:p>
        </p:txBody>
      </p:sp>
      <p:sp>
        <p:nvSpPr>
          <p:cNvPr id="232" name="Google Shape;232;p36"/>
          <p:cNvSpPr/>
          <p:nvPr/>
        </p:nvSpPr>
        <p:spPr>
          <a:xfrm>
            <a:off x="457200" y="2513925"/>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3</a:t>
            </a:r>
            <a:endParaRPr b="0" i="0" sz="1800" u="none" cap="none" strike="noStrike">
              <a:solidFill>
                <a:srgbClr val="082D49"/>
              </a:solidFill>
              <a:latin typeface="Arial"/>
              <a:ea typeface="Arial"/>
              <a:cs typeface="Arial"/>
              <a:sym typeface="Arial"/>
            </a:endParaRPr>
          </a:p>
        </p:txBody>
      </p:sp>
      <p:sp>
        <p:nvSpPr>
          <p:cNvPr id="233" name="Google Shape;233;p36"/>
          <p:cNvSpPr/>
          <p:nvPr/>
        </p:nvSpPr>
        <p:spPr>
          <a:xfrm>
            <a:off x="457200" y="3199837"/>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4</a:t>
            </a:r>
            <a:endParaRPr b="0" i="0" sz="1800" u="none" cap="none" strike="noStrike">
              <a:solidFill>
                <a:srgbClr val="082D49"/>
              </a:solidFill>
              <a:latin typeface="Arial"/>
              <a:ea typeface="Arial"/>
              <a:cs typeface="Arial"/>
              <a:sym typeface="Arial"/>
            </a:endParaRPr>
          </a:p>
        </p:txBody>
      </p:sp>
      <p:sp>
        <p:nvSpPr>
          <p:cNvPr id="234" name="Google Shape;234;p36"/>
          <p:cNvSpPr/>
          <p:nvPr/>
        </p:nvSpPr>
        <p:spPr>
          <a:xfrm>
            <a:off x="457200" y="3885749"/>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5</a:t>
            </a:r>
            <a:endParaRPr b="0" i="0" sz="1800" u="none" cap="none" strike="noStrike">
              <a:solidFill>
                <a:srgbClr val="082D49"/>
              </a:solidFill>
              <a:latin typeface="Arial"/>
              <a:ea typeface="Arial"/>
              <a:cs typeface="Arial"/>
              <a:sym typeface="Arial"/>
            </a:endParaRPr>
          </a:p>
        </p:txBody>
      </p:sp>
      <p:sp>
        <p:nvSpPr>
          <p:cNvPr id="235" name="Google Shape;235;p36"/>
          <p:cNvSpPr txBox="1"/>
          <p:nvPr/>
        </p:nvSpPr>
        <p:spPr>
          <a:xfrm>
            <a:off x="916200" y="146300"/>
            <a:ext cx="7770600" cy="365700"/>
          </a:xfrm>
          <a:prstGeom prst="rect">
            <a:avLst/>
          </a:prstGeom>
          <a:noFill/>
          <a:ln>
            <a:noFill/>
          </a:ln>
        </p:spPr>
        <p:txBody>
          <a:bodyPr anchorCtr="0" anchor="t" bIns="91425" lIns="0" spcFirstLastPara="1" rIns="0" wrap="square" tIns="0">
            <a:noAutofit/>
          </a:bodyPr>
          <a:lstStyle/>
          <a:p>
            <a:pPr indent="0" lvl="0" marL="0" marR="0" rtl="0" algn="l">
              <a:lnSpc>
                <a:spcPct val="100000"/>
              </a:lnSpc>
              <a:spcBef>
                <a:spcPts val="0"/>
              </a:spcBef>
              <a:spcAft>
                <a:spcPts val="0"/>
              </a:spcAft>
              <a:buClr>
                <a:srgbClr val="000000"/>
              </a:buClr>
              <a:buSzPts val="2600"/>
              <a:buFont typeface="Arial"/>
              <a:buNone/>
            </a:pPr>
            <a:r>
              <a:rPr b="1" i="0" lang="en" sz="2600" u="none" cap="none" strike="noStrike">
                <a:solidFill>
                  <a:schemeClr val="dk2"/>
                </a:solidFill>
                <a:latin typeface="Roboto"/>
                <a:ea typeface="Roboto"/>
                <a:cs typeface="Roboto"/>
                <a:sym typeface="Roboto"/>
              </a:rPr>
              <a:t>Learning Objectives</a:t>
            </a:r>
            <a:endParaRPr b="1" i="0" sz="2600" u="none" cap="none" strike="noStrike">
              <a:solidFill>
                <a:schemeClr val="dk2"/>
              </a:solidFill>
              <a:latin typeface="Roboto"/>
              <a:ea typeface="Roboto"/>
              <a:cs typeface="Roboto"/>
              <a:sym typeface="Roboto"/>
            </a:endParaRPr>
          </a:p>
        </p:txBody>
      </p:sp>
      <p:sp>
        <p:nvSpPr>
          <p:cNvPr id="236" name="Google Shape;236;p36"/>
          <p:cNvSpPr txBox="1"/>
          <p:nvPr>
            <p:ph idx="6" type="subTitle"/>
          </p:nvPr>
        </p:nvSpPr>
        <p:spPr>
          <a:xfrm>
            <a:off x="914400" y="548650"/>
            <a:ext cx="7772400" cy="2742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1800"/>
              <a:buNone/>
              <a:defRPr/>
            </a:lvl1pPr>
            <a:lvl2pPr lvl="1" algn="l">
              <a:lnSpc>
                <a:spcPct val="115000"/>
              </a:lnSpc>
              <a:spcBef>
                <a:spcPts val="0"/>
              </a:spcBef>
              <a:spcAft>
                <a:spcPts val="0"/>
              </a:spcAft>
              <a:buSzPts val="1800"/>
              <a:buNone/>
              <a:defRPr/>
            </a:lvl2pPr>
            <a:lvl3pPr lvl="2" algn="l">
              <a:lnSpc>
                <a:spcPct val="115000"/>
              </a:lnSpc>
              <a:spcBef>
                <a:spcPts val="0"/>
              </a:spcBef>
              <a:spcAft>
                <a:spcPts val="0"/>
              </a:spcAft>
              <a:buSzPts val="1800"/>
              <a:buNone/>
              <a:defRPr/>
            </a:lvl3pPr>
            <a:lvl4pPr lvl="3" algn="l">
              <a:lnSpc>
                <a:spcPct val="115000"/>
              </a:lnSpc>
              <a:spcBef>
                <a:spcPts val="0"/>
              </a:spcBef>
              <a:spcAft>
                <a:spcPts val="0"/>
              </a:spcAft>
              <a:buSzPts val="1800"/>
              <a:buNone/>
              <a:defRPr/>
            </a:lvl4pPr>
            <a:lvl5pPr lvl="4" algn="l">
              <a:lnSpc>
                <a:spcPct val="115000"/>
              </a:lnSpc>
              <a:spcBef>
                <a:spcPts val="0"/>
              </a:spcBef>
              <a:spcAft>
                <a:spcPts val="0"/>
              </a:spcAft>
              <a:buSzPts val="1800"/>
              <a:buNone/>
              <a:defRPr/>
            </a:lvl5pPr>
            <a:lvl6pPr lvl="5" algn="l">
              <a:lnSpc>
                <a:spcPct val="115000"/>
              </a:lnSpc>
              <a:spcBef>
                <a:spcPts val="0"/>
              </a:spcBef>
              <a:spcAft>
                <a:spcPts val="0"/>
              </a:spcAft>
              <a:buSzPts val="1800"/>
              <a:buNone/>
              <a:defRPr/>
            </a:lvl6pPr>
            <a:lvl7pPr lvl="6" algn="l">
              <a:lnSpc>
                <a:spcPct val="115000"/>
              </a:lnSpc>
              <a:spcBef>
                <a:spcPts val="0"/>
              </a:spcBef>
              <a:spcAft>
                <a:spcPts val="0"/>
              </a:spcAft>
              <a:buSzPts val="1800"/>
              <a:buNone/>
              <a:defRPr/>
            </a:lvl7pPr>
            <a:lvl8pPr lvl="7" algn="l">
              <a:lnSpc>
                <a:spcPct val="115000"/>
              </a:lnSpc>
              <a:spcBef>
                <a:spcPts val="0"/>
              </a:spcBef>
              <a:spcAft>
                <a:spcPts val="0"/>
              </a:spcAft>
              <a:buSzPts val="1800"/>
              <a:buNone/>
              <a:defRPr/>
            </a:lvl8pPr>
            <a:lvl9pPr lvl="8" algn="l">
              <a:lnSpc>
                <a:spcPct val="115000"/>
              </a:lnSpc>
              <a:spcBef>
                <a:spcPts val="0"/>
              </a:spcBef>
              <a:spcAft>
                <a:spcPts val="0"/>
              </a:spcAft>
              <a:buSzPts val="1800"/>
              <a:buNone/>
              <a:defRPr/>
            </a:lvl9pPr>
          </a:lstStyle>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CUSTOM_1">
    <p:spTree>
      <p:nvGrpSpPr>
        <p:cNvPr id="237" name="Shape 237"/>
        <p:cNvGrpSpPr/>
        <p:nvPr/>
      </p:nvGrpSpPr>
      <p:grpSpPr>
        <a:xfrm>
          <a:off x="0" y="0"/>
          <a:ext cx="0" cy="0"/>
          <a:chOff x="0" y="0"/>
          <a:chExt cx="0" cy="0"/>
        </a:xfrm>
      </p:grpSpPr>
      <p:sp>
        <p:nvSpPr>
          <p:cNvPr id="238" name="Google Shape;238;p37"/>
          <p:cNvSpPr/>
          <p:nvPr/>
        </p:nvSpPr>
        <p:spPr>
          <a:xfrm>
            <a:off x="170850" y="197450"/>
            <a:ext cx="572700" cy="5727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9" name="Google Shape;239;p37"/>
          <p:cNvSpPr txBox="1"/>
          <p:nvPr/>
        </p:nvSpPr>
        <p:spPr>
          <a:xfrm>
            <a:off x="457200" y="1600200"/>
            <a:ext cx="4515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chemeClr val="dk2"/>
                </a:solidFill>
                <a:latin typeface="Roboto"/>
                <a:ea typeface="Roboto"/>
                <a:cs typeface="Roboto"/>
                <a:sym typeface="Roboto"/>
              </a:rPr>
              <a:t>01.</a:t>
            </a:r>
            <a:endParaRPr b="1" i="0" sz="1800" u="none" cap="none" strike="noStrike">
              <a:solidFill>
                <a:schemeClr val="dk2"/>
              </a:solidFill>
              <a:latin typeface="Roboto"/>
              <a:ea typeface="Roboto"/>
              <a:cs typeface="Roboto"/>
              <a:sym typeface="Roboto"/>
            </a:endParaRPr>
          </a:p>
        </p:txBody>
      </p:sp>
      <p:sp>
        <p:nvSpPr>
          <p:cNvPr id="240" name="Google Shape;240;p37"/>
          <p:cNvSpPr txBox="1"/>
          <p:nvPr/>
        </p:nvSpPr>
        <p:spPr>
          <a:xfrm>
            <a:off x="457197" y="2062175"/>
            <a:ext cx="4515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chemeClr val="dk2"/>
                </a:solidFill>
                <a:latin typeface="Roboto"/>
                <a:ea typeface="Roboto"/>
                <a:cs typeface="Roboto"/>
                <a:sym typeface="Roboto"/>
              </a:rPr>
              <a:t>02.</a:t>
            </a:r>
            <a:endParaRPr b="1" i="0" sz="1800" u="none" cap="none" strike="noStrike">
              <a:solidFill>
                <a:schemeClr val="dk2"/>
              </a:solidFill>
              <a:latin typeface="Roboto"/>
              <a:ea typeface="Roboto"/>
              <a:cs typeface="Roboto"/>
              <a:sym typeface="Roboto"/>
            </a:endParaRPr>
          </a:p>
        </p:txBody>
      </p:sp>
      <p:sp>
        <p:nvSpPr>
          <p:cNvPr id="241" name="Google Shape;241;p37"/>
          <p:cNvSpPr txBox="1"/>
          <p:nvPr/>
        </p:nvSpPr>
        <p:spPr>
          <a:xfrm>
            <a:off x="457204" y="2539250"/>
            <a:ext cx="4515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chemeClr val="dk2"/>
                </a:solidFill>
                <a:latin typeface="Roboto"/>
                <a:ea typeface="Roboto"/>
                <a:cs typeface="Roboto"/>
                <a:sym typeface="Roboto"/>
              </a:rPr>
              <a:t>03.</a:t>
            </a:r>
            <a:endParaRPr b="1" i="0" sz="1800" u="none" cap="none" strike="noStrike">
              <a:solidFill>
                <a:schemeClr val="dk2"/>
              </a:solidFill>
              <a:latin typeface="Roboto"/>
              <a:ea typeface="Roboto"/>
              <a:cs typeface="Roboto"/>
              <a:sym typeface="Roboto"/>
            </a:endParaRPr>
          </a:p>
        </p:txBody>
      </p:sp>
      <p:sp>
        <p:nvSpPr>
          <p:cNvPr id="242" name="Google Shape;242;p37"/>
          <p:cNvSpPr txBox="1"/>
          <p:nvPr/>
        </p:nvSpPr>
        <p:spPr>
          <a:xfrm>
            <a:off x="457197" y="2981656"/>
            <a:ext cx="4515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chemeClr val="dk2"/>
                </a:solidFill>
                <a:latin typeface="Roboto"/>
                <a:ea typeface="Roboto"/>
                <a:cs typeface="Roboto"/>
                <a:sym typeface="Roboto"/>
              </a:rPr>
              <a:t>04.</a:t>
            </a:r>
            <a:endParaRPr b="1" i="0" sz="1800" u="none" cap="none" strike="noStrike">
              <a:solidFill>
                <a:schemeClr val="dk2"/>
              </a:solidFill>
              <a:latin typeface="Roboto"/>
              <a:ea typeface="Roboto"/>
              <a:cs typeface="Roboto"/>
              <a:sym typeface="Roboto"/>
            </a:endParaRPr>
          </a:p>
        </p:txBody>
      </p:sp>
      <p:sp>
        <p:nvSpPr>
          <p:cNvPr id="243" name="Google Shape;243;p37"/>
          <p:cNvSpPr txBox="1"/>
          <p:nvPr/>
        </p:nvSpPr>
        <p:spPr>
          <a:xfrm>
            <a:off x="457200" y="3443301"/>
            <a:ext cx="4515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chemeClr val="dk2"/>
                </a:solidFill>
                <a:latin typeface="Roboto"/>
                <a:ea typeface="Roboto"/>
                <a:cs typeface="Roboto"/>
                <a:sym typeface="Roboto"/>
              </a:rPr>
              <a:t>05.</a:t>
            </a:r>
            <a:endParaRPr b="1" i="0" sz="1800" u="none" cap="none" strike="noStrike">
              <a:solidFill>
                <a:schemeClr val="dk2"/>
              </a:solidFill>
              <a:latin typeface="Roboto"/>
              <a:ea typeface="Roboto"/>
              <a:cs typeface="Roboto"/>
              <a:sym typeface="Roboto"/>
            </a:endParaRPr>
          </a:p>
        </p:txBody>
      </p:sp>
      <p:sp>
        <p:nvSpPr>
          <p:cNvPr id="244" name="Google Shape;244;p37"/>
          <p:cNvSpPr txBox="1"/>
          <p:nvPr/>
        </p:nvSpPr>
        <p:spPr>
          <a:xfrm>
            <a:off x="4563800" y="1600200"/>
            <a:ext cx="4515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chemeClr val="dk2"/>
                </a:solidFill>
                <a:latin typeface="Roboto"/>
                <a:ea typeface="Roboto"/>
                <a:cs typeface="Roboto"/>
                <a:sym typeface="Roboto"/>
              </a:rPr>
              <a:t>06.</a:t>
            </a:r>
            <a:endParaRPr b="1" i="0" sz="1800" u="none" cap="none" strike="noStrike">
              <a:solidFill>
                <a:schemeClr val="dk2"/>
              </a:solidFill>
              <a:latin typeface="Roboto"/>
              <a:ea typeface="Roboto"/>
              <a:cs typeface="Roboto"/>
              <a:sym typeface="Roboto"/>
            </a:endParaRPr>
          </a:p>
        </p:txBody>
      </p:sp>
      <p:sp>
        <p:nvSpPr>
          <p:cNvPr id="245" name="Google Shape;245;p37"/>
          <p:cNvSpPr txBox="1"/>
          <p:nvPr/>
        </p:nvSpPr>
        <p:spPr>
          <a:xfrm>
            <a:off x="4563800" y="2064886"/>
            <a:ext cx="4515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chemeClr val="dk2"/>
                </a:solidFill>
                <a:latin typeface="Roboto"/>
                <a:ea typeface="Roboto"/>
                <a:cs typeface="Roboto"/>
                <a:sym typeface="Roboto"/>
              </a:rPr>
              <a:t>07.</a:t>
            </a:r>
            <a:endParaRPr b="1" i="0" sz="1800" u="none" cap="none" strike="noStrike">
              <a:solidFill>
                <a:schemeClr val="dk2"/>
              </a:solidFill>
              <a:latin typeface="Roboto"/>
              <a:ea typeface="Roboto"/>
              <a:cs typeface="Roboto"/>
              <a:sym typeface="Roboto"/>
            </a:endParaRPr>
          </a:p>
        </p:txBody>
      </p:sp>
      <p:sp>
        <p:nvSpPr>
          <p:cNvPr id="246" name="Google Shape;246;p37"/>
          <p:cNvSpPr txBox="1"/>
          <p:nvPr/>
        </p:nvSpPr>
        <p:spPr>
          <a:xfrm>
            <a:off x="4563800" y="2529587"/>
            <a:ext cx="4515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chemeClr val="dk2"/>
                </a:solidFill>
                <a:latin typeface="Roboto"/>
                <a:ea typeface="Roboto"/>
                <a:cs typeface="Roboto"/>
                <a:sym typeface="Roboto"/>
              </a:rPr>
              <a:t>08.</a:t>
            </a:r>
            <a:endParaRPr b="1" i="0" sz="1800" u="none" cap="none" strike="noStrike">
              <a:solidFill>
                <a:schemeClr val="dk2"/>
              </a:solidFill>
              <a:latin typeface="Roboto"/>
              <a:ea typeface="Roboto"/>
              <a:cs typeface="Roboto"/>
              <a:sym typeface="Roboto"/>
            </a:endParaRPr>
          </a:p>
        </p:txBody>
      </p:sp>
      <p:sp>
        <p:nvSpPr>
          <p:cNvPr id="247" name="Google Shape;247;p37"/>
          <p:cNvSpPr txBox="1"/>
          <p:nvPr/>
        </p:nvSpPr>
        <p:spPr>
          <a:xfrm>
            <a:off x="4563800" y="2981625"/>
            <a:ext cx="4515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chemeClr val="dk2"/>
                </a:solidFill>
                <a:latin typeface="Roboto"/>
                <a:ea typeface="Roboto"/>
                <a:cs typeface="Roboto"/>
                <a:sym typeface="Roboto"/>
              </a:rPr>
              <a:t>09.</a:t>
            </a:r>
            <a:endParaRPr b="1" i="0" sz="1800" u="none" cap="none" strike="noStrike">
              <a:solidFill>
                <a:schemeClr val="dk2"/>
              </a:solidFill>
              <a:latin typeface="Roboto"/>
              <a:ea typeface="Roboto"/>
              <a:cs typeface="Roboto"/>
              <a:sym typeface="Roboto"/>
            </a:endParaRPr>
          </a:p>
        </p:txBody>
      </p:sp>
      <p:sp>
        <p:nvSpPr>
          <p:cNvPr id="248" name="Google Shape;248;p37"/>
          <p:cNvSpPr txBox="1"/>
          <p:nvPr/>
        </p:nvSpPr>
        <p:spPr>
          <a:xfrm>
            <a:off x="4563800" y="3444731"/>
            <a:ext cx="4515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chemeClr val="dk2"/>
                </a:solidFill>
                <a:latin typeface="Roboto"/>
                <a:ea typeface="Roboto"/>
                <a:cs typeface="Roboto"/>
                <a:sym typeface="Roboto"/>
              </a:rPr>
              <a:t>10.</a:t>
            </a:r>
            <a:endParaRPr b="1" i="0" sz="1800" u="none" cap="none" strike="noStrike">
              <a:solidFill>
                <a:schemeClr val="dk2"/>
              </a:solidFill>
              <a:latin typeface="Roboto"/>
              <a:ea typeface="Roboto"/>
              <a:cs typeface="Roboto"/>
              <a:sym typeface="Roboto"/>
            </a:endParaRPr>
          </a:p>
        </p:txBody>
      </p:sp>
      <p:pic>
        <p:nvPicPr>
          <p:cNvPr id="249" name="Google Shape;249;p37"/>
          <p:cNvPicPr preferRelativeResize="0"/>
          <p:nvPr/>
        </p:nvPicPr>
        <p:blipFill rotWithShape="1">
          <a:blip r:embed="rId2">
            <a:alphaModFix/>
          </a:blip>
          <a:srcRect b="0" l="0" r="0" t="0"/>
          <a:stretch/>
        </p:blipFill>
        <p:spPr>
          <a:xfrm>
            <a:off x="313425" y="301475"/>
            <a:ext cx="287550" cy="364650"/>
          </a:xfrm>
          <a:prstGeom prst="rect">
            <a:avLst/>
          </a:prstGeom>
          <a:noFill/>
          <a:ln>
            <a:noFill/>
          </a:ln>
        </p:spPr>
      </p:pic>
      <p:cxnSp>
        <p:nvCxnSpPr>
          <p:cNvPr id="250" name="Google Shape;250;p37"/>
          <p:cNvCxnSpPr/>
          <p:nvPr/>
        </p:nvCxnSpPr>
        <p:spPr>
          <a:xfrm>
            <a:off x="0" y="929900"/>
            <a:ext cx="7337400" cy="0"/>
          </a:xfrm>
          <a:prstGeom prst="straightConnector1">
            <a:avLst/>
          </a:prstGeom>
          <a:noFill/>
          <a:ln cap="flat" cmpd="sng" w="19050">
            <a:solidFill>
              <a:schemeClr val="dk2"/>
            </a:solidFill>
            <a:prstDash val="solid"/>
            <a:round/>
            <a:headEnd len="sm" w="sm" type="none"/>
            <a:tailEnd len="med" w="med" type="oval"/>
          </a:ln>
        </p:spPr>
      </p:cxnSp>
      <p:sp>
        <p:nvSpPr>
          <p:cNvPr id="251" name="Google Shape;251;p37"/>
          <p:cNvSpPr txBox="1"/>
          <p:nvPr>
            <p:ph idx="1" type="subTitle"/>
          </p:nvPr>
        </p:nvSpPr>
        <p:spPr>
          <a:xfrm>
            <a:off x="914400" y="548650"/>
            <a:ext cx="7772400" cy="2742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1800"/>
              <a:buNone/>
              <a:defRPr/>
            </a:lvl1pPr>
            <a:lvl2pPr lvl="1" algn="l">
              <a:lnSpc>
                <a:spcPct val="115000"/>
              </a:lnSpc>
              <a:spcBef>
                <a:spcPts val="0"/>
              </a:spcBef>
              <a:spcAft>
                <a:spcPts val="0"/>
              </a:spcAft>
              <a:buSzPts val="1800"/>
              <a:buNone/>
              <a:defRPr/>
            </a:lvl2pPr>
            <a:lvl3pPr lvl="2" algn="l">
              <a:lnSpc>
                <a:spcPct val="115000"/>
              </a:lnSpc>
              <a:spcBef>
                <a:spcPts val="0"/>
              </a:spcBef>
              <a:spcAft>
                <a:spcPts val="0"/>
              </a:spcAft>
              <a:buSzPts val="1800"/>
              <a:buNone/>
              <a:defRPr/>
            </a:lvl3pPr>
            <a:lvl4pPr lvl="3" algn="l">
              <a:lnSpc>
                <a:spcPct val="115000"/>
              </a:lnSpc>
              <a:spcBef>
                <a:spcPts val="0"/>
              </a:spcBef>
              <a:spcAft>
                <a:spcPts val="0"/>
              </a:spcAft>
              <a:buSzPts val="1800"/>
              <a:buNone/>
              <a:defRPr/>
            </a:lvl4pPr>
            <a:lvl5pPr lvl="4" algn="l">
              <a:lnSpc>
                <a:spcPct val="115000"/>
              </a:lnSpc>
              <a:spcBef>
                <a:spcPts val="0"/>
              </a:spcBef>
              <a:spcAft>
                <a:spcPts val="0"/>
              </a:spcAft>
              <a:buSzPts val="1800"/>
              <a:buNone/>
              <a:defRPr/>
            </a:lvl5pPr>
            <a:lvl6pPr lvl="5" algn="l">
              <a:lnSpc>
                <a:spcPct val="115000"/>
              </a:lnSpc>
              <a:spcBef>
                <a:spcPts val="0"/>
              </a:spcBef>
              <a:spcAft>
                <a:spcPts val="0"/>
              </a:spcAft>
              <a:buSzPts val="1800"/>
              <a:buNone/>
              <a:defRPr/>
            </a:lvl6pPr>
            <a:lvl7pPr lvl="6" algn="l">
              <a:lnSpc>
                <a:spcPct val="115000"/>
              </a:lnSpc>
              <a:spcBef>
                <a:spcPts val="0"/>
              </a:spcBef>
              <a:spcAft>
                <a:spcPts val="0"/>
              </a:spcAft>
              <a:buSzPts val="1800"/>
              <a:buNone/>
              <a:defRPr/>
            </a:lvl7pPr>
            <a:lvl8pPr lvl="7" algn="l">
              <a:lnSpc>
                <a:spcPct val="115000"/>
              </a:lnSpc>
              <a:spcBef>
                <a:spcPts val="0"/>
              </a:spcBef>
              <a:spcAft>
                <a:spcPts val="0"/>
              </a:spcAft>
              <a:buSzPts val="1800"/>
              <a:buNone/>
              <a:defRPr/>
            </a:lvl8pPr>
            <a:lvl9pPr lvl="8" algn="l">
              <a:lnSpc>
                <a:spcPct val="115000"/>
              </a:lnSpc>
              <a:spcBef>
                <a:spcPts val="0"/>
              </a:spcBef>
              <a:spcAft>
                <a:spcPts val="0"/>
              </a:spcAft>
              <a:buSzPts val="1800"/>
              <a:buNone/>
              <a:defRPr/>
            </a:lvl9pPr>
          </a:lstStyle>
          <a:p/>
        </p:txBody>
      </p:sp>
      <p:sp>
        <p:nvSpPr>
          <p:cNvPr id="252" name="Google Shape;252;p37"/>
          <p:cNvSpPr txBox="1"/>
          <p:nvPr/>
        </p:nvSpPr>
        <p:spPr>
          <a:xfrm>
            <a:off x="916200" y="146300"/>
            <a:ext cx="7770600" cy="365700"/>
          </a:xfrm>
          <a:prstGeom prst="rect">
            <a:avLst/>
          </a:prstGeom>
          <a:noFill/>
          <a:ln>
            <a:noFill/>
          </a:ln>
        </p:spPr>
        <p:txBody>
          <a:bodyPr anchorCtr="0" anchor="t" bIns="91425" lIns="0" spcFirstLastPara="1" rIns="0" wrap="square" tIns="0">
            <a:noAutofit/>
          </a:bodyPr>
          <a:lstStyle/>
          <a:p>
            <a:pPr indent="0" lvl="0" marL="0" marR="0" rtl="0" algn="l">
              <a:lnSpc>
                <a:spcPct val="100000"/>
              </a:lnSpc>
              <a:spcBef>
                <a:spcPts val="0"/>
              </a:spcBef>
              <a:spcAft>
                <a:spcPts val="0"/>
              </a:spcAft>
              <a:buClr>
                <a:srgbClr val="000000"/>
              </a:buClr>
              <a:buSzPts val="2600"/>
              <a:buFont typeface="Arial"/>
              <a:buNone/>
            </a:pPr>
            <a:r>
              <a:rPr b="1" lang="en" sz="2600">
                <a:solidFill>
                  <a:schemeClr val="dk2"/>
                </a:solidFill>
                <a:latin typeface="Roboto"/>
                <a:ea typeface="Roboto"/>
                <a:cs typeface="Roboto"/>
                <a:sym typeface="Roboto"/>
              </a:rPr>
              <a:t>Table of Contents</a:t>
            </a:r>
            <a:endParaRPr b="1" i="0" sz="2600" u="none" cap="none" strike="noStrike">
              <a:solidFill>
                <a:schemeClr val="dk2"/>
              </a:solidFill>
              <a:latin typeface="Roboto"/>
              <a:ea typeface="Roboto"/>
              <a:cs typeface="Roboto"/>
              <a:sym typeface="Roboto"/>
            </a:endParaRPr>
          </a:p>
        </p:txBody>
      </p:sp>
      <p:sp>
        <p:nvSpPr>
          <p:cNvPr id="253" name="Google Shape;253;p37"/>
          <p:cNvSpPr txBox="1"/>
          <p:nvPr>
            <p:ph idx="2" type="body"/>
          </p:nvPr>
        </p:nvSpPr>
        <p:spPr>
          <a:xfrm>
            <a:off x="914400" y="1609349"/>
            <a:ext cx="3200400" cy="274200"/>
          </a:xfrm>
          <a:prstGeom prst="rect">
            <a:avLst/>
          </a:prstGeom>
        </p:spPr>
        <p:txBody>
          <a:bodyPr anchorCtr="0" anchor="t" bIns="0" lIns="0" spcFirstLastPara="1" rIns="0" wrap="square" tIns="0">
            <a:noAutofit/>
          </a:bodyPr>
          <a:lstStyle>
            <a:lvl1pPr indent="-342900" lvl="0" marL="457200" rtl="0">
              <a:spcBef>
                <a:spcPts val="0"/>
              </a:spcBef>
              <a:spcAft>
                <a:spcPts val="0"/>
              </a:spcAft>
              <a:buSzPts val="1800"/>
              <a:buChar char="●"/>
              <a:defRPr/>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254" name="Google Shape;254;p37"/>
          <p:cNvSpPr txBox="1"/>
          <p:nvPr>
            <p:ph idx="3" type="body"/>
          </p:nvPr>
        </p:nvSpPr>
        <p:spPr>
          <a:xfrm>
            <a:off x="914400" y="3435562"/>
            <a:ext cx="3200400" cy="274200"/>
          </a:xfrm>
          <a:prstGeom prst="rect">
            <a:avLst/>
          </a:prstGeom>
        </p:spPr>
        <p:txBody>
          <a:bodyPr anchorCtr="0" anchor="t" bIns="0" lIns="0" spcFirstLastPara="1" rIns="0" wrap="square" tIns="0">
            <a:noAutofit/>
          </a:bodyPr>
          <a:lstStyle>
            <a:lvl1pPr indent="-342900" lvl="0" marL="457200" rtl="0">
              <a:spcBef>
                <a:spcPts val="0"/>
              </a:spcBef>
              <a:spcAft>
                <a:spcPts val="0"/>
              </a:spcAft>
              <a:buSzPts val="1800"/>
              <a:buChar char="●"/>
              <a:defRPr/>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255" name="Google Shape;255;p37"/>
          <p:cNvSpPr txBox="1"/>
          <p:nvPr>
            <p:ph idx="4" type="body"/>
          </p:nvPr>
        </p:nvSpPr>
        <p:spPr>
          <a:xfrm>
            <a:off x="914400" y="2065902"/>
            <a:ext cx="3200400" cy="274200"/>
          </a:xfrm>
          <a:prstGeom prst="rect">
            <a:avLst/>
          </a:prstGeom>
        </p:spPr>
        <p:txBody>
          <a:bodyPr anchorCtr="0" anchor="t" bIns="0" lIns="0" spcFirstLastPara="1" rIns="0" wrap="square" tIns="0">
            <a:noAutofit/>
          </a:bodyPr>
          <a:lstStyle>
            <a:lvl1pPr indent="-342900" lvl="0" marL="457200" rtl="0">
              <a:spcBef>
                <a:spcPts val="0"/>
              </a:spcBef>
              <a:spcAft>
                <a:spcPts val="0"/>
              </a:spcAft>
              <a:buSzPts val="1800"/>
              <a:buChar char="●"/>
              <a:defRPr/>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256" name="Google Shape;256;p37"/>
          <p:cNvSpPr txBox="1"/>
          <p:nvPr>
            <p:ph idx="5" type="body"/>
          </p:nvPr>
        </p:nvSpPr>
        <p:spPr>
          <a:xfrm>
            <a:off x="914400" y="2522456"/>
            <a:ext cx="3200400" cy="274200"/>
          </a:xfrm>
          <a:prstGeom prst="rect">
            <a:avLst/>
          </a:prstGeom>
        </p:spPr>
        <p:txBody>
          <a:bodyPr anchorCtr="0" anchor="t" bIns="0" lIns="0" spcFirstLastPara="1" rIns="0" wrap="square" tIns="0">
            <a:noAutofit/>
          </a:bodyPr>
          <a:lstStyle>
            <a:lvl1pPr indent="-342900" lvl="0" marL="457200" rtl="0">
              <a:spcBef>
                <a:spcPts val="0"/>
              </a:spcBef>
              <a:spcAft>
                <a:spcPts val="0"/>
              </a:spcAft>
              <a:buSzPts val="1800"/>
              <a:buChar char="●"/>
              <a:defRPr/>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257" name="Google Shape;257;p37"/>
          <p:cNvSpPr txBox="1"/>
          <p:nvPr>
            <p:ph idx="6" type="body"/>
          </p:nvPr>
        </p:nvSpPr>
        <p:spPr>
          <a:xfrm>
            <a:off x="914400" y="2979009"/>
            <a:ext cx="3200400" cy="274200"/>
          </a:xfrm>
          <a:prstGeom prst="rect">
            <a:avLst/>
          </a:prstGeom>
        </p:spPr>
        <p:txBody>
          <a:bodyPr anchorCtr="0" anchor="t" bIns="0" lIns="0" spcFirstLastPara="1" rIns="0" wrap="square" tIns="0">
            <a:noAutofit/>
          </a:bodyPr>
          <a:lstStyle>
            <a:lvl1pPr indent="-342900" lvl="0" marL="457200" rtl="0">
              <a:spcBef>
                <a:spcPts val="0"/>
              </a:spcBef>
              <a:spcAft>
                <a:spcPts val="0"/>
              </a:spcAft>
              <a:buSzPts val="1800"/>
              <a:buChar char="●"/>
              <a:defRPr/>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258" name="Google Shape;258;p37"/>
          <p:cNvSpPr txBox="1"/>
          <p:nvPr>
            <p:ph idx="7" type="body"/>
          </p:nvPr>
        </p:nvSpPr>
        <p:spPr>
          <a:xfrm>
            <a:off x="5029200" y="1609350"/>
            <a:ext cx="3200400" cy="274200"/>
          </a:xfrm>
          <a:prstGeom prst="rect">
            <a:avLst/>
          </a:prstGeom>
        </p:spPr>
        <p:txBody>
          <a:bodyPr anchorCtr="0" anchor="t" bIns="0" lIns="0" spcFirstLastPara="1" rIns="0" wrap="square" tIns="0">
            <a:noAutofit/>
          </a:bodyPr>
          <a:lstStyle>
            <a:lvl1pPr indent="-342900" lvl="0" marL="457200" rtl="0">
              <a:spcBef>
                <a:spcPts val="0"/>
              </a:spcBef>
              <a:spcAft>
                <a:spcPts val="0"/>
              </a:spcAft>
              <a:buSzPts val="1800"/>
              <a:buChar char="●"/>
              <a:defRPr/>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259" name="Google Shape;259;p37"/>
          <p:cNvSpPr txBox="1"/>
          <p:nvPr>
            <p:ph idx="8" type="body"/>
          </p:nvPr>
        </p:nvSpPr>
        <p:spPr>
          <a:xfrm>
            <a:off x="5029200" y="3435550"/>
            <a:ext cx="3200400" cy="274200"/>
          </a:xfrm>
          <a:prstGeom prst="rect">
            <a:avLst/>
          </a:prstGeom>
        </p:spPr>
        <p:txBody>
          <a:bodyPr anchorCtr="0" anchor="t" bIns="0" lIns="0" spcFirstLastPara="1" rIns="0" wrap="square" tIns="0">
            <a:noAutofit/>
          </a:bodyPr>
          <a:lstStyle>
            <a:lvl1pPr indent="-342900" lvl="0" marL="457200" rtl="0">
              <a:spcBef>
                <a:spcPts val="0"/>
              </a:spcBef>
              <a:spcAft>
                <a:spcPts val="0"/>
              </a:spcAft>
              <a:buSzPts val="1800"/>
              <a:buChar char="●"/>
              <a:defRPr/>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260" name="Google Shape;260;p37"/>
          <p:cNvSpPr txBox="1"/>
          <p:nvPr>
            <p:ph idx="9" type="body"/>
          </p:nvPr>
        </p:nvSpPr>
        <p:spPr>
          <a:xfrm>
            <a:off x="5029200" y="2065900"/>
            <a:ext cx="3200400" cy="274200"/>
          </a:xfrm>
          <a:prstGeom prst="rect">
            <a:avLst/>
          </a:prstGeom>
        </p:spPr>
        <p:txBody>
          <a:bodyPr anchorCtr="0" anchor="t" bIns="0" lIns="0" spcFirstLastPara="1" rIns="0" wrap="square" tIns="0">
            <a:noAutofit/>
          </a:bodyPr>
          <a:lstStyle>
            <a:lvl1pPr indent="-342900" lvl="0" marL="457200" rtl="0">
              <a:spcBef>
                <a:spcPts val="0"/>
              </a:spcBef>
              <a:spcAft>
                <a:spcPts val="0"/>
              </a:spcAft>
              <a:buSzPts val="1800"/>
              <a:buChar char="●"/>
              <a:defRPr/>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261" name="Google Shape;261;p37"/>
          <p:cNvSpPr txBox="1"/>
          <p:nvPr>
            <p:ph idx="13" type="body"/>
          </p:nvPr>
        </p:nvSpPr>
        <p:spPr>
          <a:xfrm>
            <a:off x="5029200" y="2522451"/>
            <a:ext cx="3200400" cy="274200"/>
          </a:xfrm>
          <a:prstGeom prst="rect">
            <a:avLst/>
          </a:prstGeom>
        </p:spPr>
        <p:txBody>
          <a:bodyPr anchorCtr="0" anchor="t" bIns="0" lIns="0" spcFirstLastPara="1" rIns="0" wrap="square" tIns="0">
            <a:noAutofit/>
          </a:bodyPr>
          <a:lstStyle>
            <a:lvl1pPr indent="-342900" lvl="0" marL="457200" rtl="0">
              <a:spcBef>
                <a:spcPts val="0"/>
              </a:spcBef>
              <a:spcAft>
                <a:spcPts val="0"/>
              </a:spcAft>
              <a:buSzPts val="1800"/>
              <a:buChar char="●"/>
              <a:defRPr/>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262" name="Google Shape;262;p37"/>
          <p:cNvSpPr txBox="1"/>
          <p:nvPr>
            <p:ph idx="14" type="body"/>
          </p:nvPr>
        </p:nvSpPr>
        <p:spPr>
          <a:xfrm>
            <a:off x="5029200" y="2979000"/>
            <a:ext cx="3200400" cy="274200"/>
          </a:xfrm>
          <a:prstGeom prst="rect">
            <a:avLst/>
          </a:prstGeom>
        </p:spPr>
        <p:txBody>
          <a:bodyPr anchorCtr="0" anchor="t" bIns="0" lIns="0" spcFirstLastPara="1" rIns="0" wrap="square" tIns="0">
            <a:noAutofit/>
          </a:bodyPr>
          <a:lstStyle>
            <a:lvl1pPr indent="-342900" lvl="0" marL="457200" rtl="0">
              <a:spcBef>
                <a:spcPts val="0"/>
              </a:spcBef>
              <a:spcAft>
                <a:spcPts val="0"/>
              </a:spcAft>
              <a:buSzPts val="1800"/>
              <a:buChar char="●"/>
              <a:defRPr/>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Tree>
  </p:cSld>
  <p:clrMapOvr>
    <a:masterClrMapping/>
  </p:clrMapOvr>
  <p:extLst>
    <p:ext uri="{DCECCB84-F9BA-43D5-87BE-67443E8EF086}">
      <p15:sldGuideLst>
        <p15:guide id="1" pos="572">
          <p15:clr>
            <a:srgbClr val="E46962"/>
          </p15:clr>
        </p15:guide>
        <p15:guide id="2" pos="2884">
          <p15:clr>
            <a:srgbClr val="E46962"/>
          </p15:clr>
        </p15:guide>
        <p15:guide id="3" pos="3168">
          <p15:clr>
            <a:srgbClr val="E46962"/>
          </p15:clr>
        </p15:guide>
        <p15:guide id="4" orient="horz" pos="288">
          <p15:clr>
            <a:srgbClr val="E46962"/>
          </p15:clr>
        </p15:guide>
      </p15:sldGuideLst>
    </p:ext>
  </p:extLst>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ctivity">
  <p:cSld name="CUSTOM_23">
    <p:bg>
      <p:bgPr>
        <a:solidFill>
          <a:srgbClr val="F2F2F2"/>
        </a:solidFill>
      </p:bgPr>
    </p:bg>
    <p:spTree>
      <p:nvGrpSpPr>
        <p:cNvPr id="263" name="Shape 263"/>
        <p:cNvGrpSpPr/>
        <p:nvPr/>
      </p:nvGrpSpPr>
      <p:grpSpPr>
        <a:xfrm>
          <a:off x="0" y="0"/>
          <a:ext cx="0" cy="0"/>
          <a:chOff x="0" y="0"/>
          <a:chExt cx="0" cy="0"/>
        </a:xfrm>
      </p:grpSpPr>
      <p:sp>
        <p:nvSpPr>
          <p:cNvPr id="264" name="Google Shape;264;p38"/>
          <p:cNvSpPr/>
          <p:nvPr/>
        </p:nvSpPr>
        <p:spPr>
          <a:xfrm>
            <a:off x="170850" y="197450"/>
            <a:ext cx="572700" cy="5727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5" name="Google Shape;265;p38"/>
          <p:cNvSpPr txBox="1"/>
          <p:nvPr/>
        </p:nvSpPr>
        <p:spPr>
          <a:xfrm>
            <a:off x="914400" y="146300"/>
            <a:ext cx="7772400" cy="365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600"/>
              <a:buFont typeface="Arial"/>
              <a:buNone/>
            </a:pPr>
            <a:r>
              <a:rPr b="1" i="0" lang="en" sz="2600" u="none" cap="none" strike="noStrike">
                <a:solidFill>
                  <a:schemeClr val="dk2"/>
                </a:solidFill>
                <a:latin typeface="Roboto"/>
                <a:ea typeface="Roboto"/>
                <a:cs typeface="Roboto"/>
                <a:sym typeface="Roboto"/>
              </a:rPr>
              <a:t>Activity: </a:t>
            </a:r>
            <a:endParaRPr b="1" i="0" sz="2600" u="none" cap="none" strike="noStrike">
              <a:solidFill>
                <a:schemeClr val="dk2"/>
              </a:solidFill>
              <a:latin typeface="Roboto"/>
              <a:ea typeface="Roboto"/>
              <a:cs typeface="Roboto"/>
              <a:sym typeface="Roboto"/>
            </a:endParaRPr>
          </a:p>
        </p:txBody>
      </p:sp>
      <p:sp>
        <p:nvSpPr>
          <p:cNvPr id="266" name="Google Shape;266;p38"/>
          <p:cNvSpPr txBox="1"/>
          <p:nvPr/>
        </p:nvSpPr>
        <p:spPr>
          <a:xfrm>
            <a:off x="5901175" y="4263275"/>
            <a:ext cx="3242700" cy="434400"/>
          </a:xfrm>
          <a:prstGeom prst="rect">
            <a:avLst/>
          </a:prstGeom>
          <a:noFill/>
          <a:ln>
            <a:noFill/>
          </a:ln>
        </p:spPr>
        <p:txBody>
          <a:bodyPr anchorCtr="0" anchor="ctr" bIns="0" lIns="640075" spcFirstLastPara="1" rIns="457200" wrap="square" tIns="0">
            <a:noAutofit/>
          </a:bodyPr>
          <a:lstStyle/>
          <a:p>
            <a:pPr indent="0" lvl="0" marL="0" marR="0" rtl="0" algn="r">
              <a:lnSpc>
                <a:spcPct val="100000"/>
              </a:lnSpc>
              <a:spcBef>
                <a:spcPts val="0"/>
              </a:spcBef>
              <a:spcAft>
                <a:spcPts val="0"/>
              </a:spcAft>
              <a:buClr>
                <a:srgbClr val="000000"/>
              </a:buClr>
              <a:buSzPts val="1800"/>
              <a:buFont typeface="Arial"/>
              <a:buNone/>
            </a:pPr>
            <a:r>
              <a:rPr b="1" i="0" lang="en" sz="1800" u="none" cap="none" strike="noStrike">
                <a:solidFill>
                  <a:schemeClr val="dk2"/>
                </a:solidFill>
                <a:latin typeface="Roboto"/>
                <a:ea typeface="Roboto"/>
                <a:cs typeface="Roboto"/>
                <a:sym typeface="Roboto"/>
              </a:rPr>
              <a:t>Suggested Time:</a:t>
            </a:r>
            <a:endParaRPr b="1" i="0" sz="1800" u="none" cap="none" strike="noStrike">
              <a:solidFill>
                <a:schemeClr val="dk2"/>
              </a:solidFill>
              <a:latin typeface="Roboto"/>
              <a:ea typeface="Roboto"/>
              <a:cs typeface="Roboto"/>
              <a:sym typeface="Roboto"/>
            </a:endParaRPr>
          </a:p>
        </p:txBody>
      </p:sp>
      <p:pic>
        <p:nvPicPr>
          <p:cNvPr id="267" name="Google Shape;267;p38"/>
          <p:cNvPicPr preferRelativeResize="0"/>
          <p:nvPr/>
        </p:nvPicPr>
        <p:blipFill rotWithShape="1">
          <a:blip r:embed="rId2">
            <a:alphaModFix amt="12000"/>
          </a:blip>
          <a:srcRect b="41054" l="-3280" r="-37524" t="-19179"/>
          <a:stretch/>
        </p:blipFill>
        <p:spPr>
          <a:xfrm>
            <a:off x="0" y="3069475"/>
            <a:ext cx="3716100" cy="2074025"/>
          </a:xfrm>
          <a:prstGeom prst="rect">
            <a:avLst/>
          </a:prstGeom>
          <a:noFill/>
          <a:ln>
            <a:noFill/>
          </a:ln>
        </p:spPr>
      </p:pic>
      <p:cxnSp>
        <p:nvCxnSpPr>
          <p:cNvPr id="268" name="Google Shape;268;p38"/>
          <p:cNvCxnSpPr/>
          <p:nvPr/>
        </p:nvCxnSpPr>
        <p:spPr>
          <a:xfrm>
            <a:off x="0" y="929900"/>
            <a:ext cx="7337400" cy="0"/>
          </a:xfrm>
          <a:prstGeom prst="straightConnector1">
            <a:avLst/>
          </a:prstGeom>
          <a:noFill/>
          <a:ln cap="flat" cmpd="sng" w="19050">
            <a:solidFill>
              <a:schemeClr val="dk2"/>
            </a:solidFill>
            <a:prstDash val="solid"/>
            <a:round/>
            <a:headEnd len="sm" w="sm" type="none"/>
            <a:tailEnd len="med" w="med" type="oval"/>
          </a:ln>
        </p:spPr>
      </p:cxnSp>
      <p:sp>
        <p:nvSpPr>
          <p:cNvPr id="269" name="Google Shape;269;p38"/>
          <p:cNvSpPr txBox="1"/>
          <p:nvPr>
            <p:ph idx="1" type="subTitle"/>
          </p:nvPr>
        </p:nvSpPr>
        <p:spPr>
          <a:xfrm>
            <a:off x="0" y="4568875"/>
            <a:ext cx="9144000" cy="323100"/>
          </a:xfrm>
          <a:prstGeom prst="rect">
            <a:avLst/>
          </a:prstGeom>
          <a:noFill/>
          <a:ln>
            <a:noFill/>
          </a:ln>
        </p:spPr>
        <p:txBody>
          <a:bodyPr anchorCtr="0" anchor="t" bIns="91425" lIns="91425" spcFirstLastPara="1" rIns="457200" wrap="square" tIns="91425">
            <a:noAutofit/>
          </a:bodyPr>
          <a:lstStyle>
            <a:lvl1pPr lvl="0" algn="r">
              <a:lnSpc>
                <a:spcPct val="115000"/>
              </a:lnSpc>
              <a:spcBef>
                <a:spcPts val="0"/>
              </a:spcBef>
              <a:spcAft>
                <a:spcPts val="0"/>
              </a:spcAft>
              <a:buClr>
                <a:schemeClr val="dk2"/>
              </a:buClr>
              <a:buSzPts val="1800"/>
              <a:buNone/>
              <a:defRPr>
                <a:solidFill>
                  <a:schemeClr val="dk2"/>
                </a:solidFill>
              </a:defRPr>
            </a:lvl1pPr>
            <a:lvl2pPr lvl="1" algn="r">
              <a:lnSpc>
                <a:spcPct val="115000"/>
              </a:lnSpc>
              <a:spcBef>
                <a:spcPts val="0"/>
              </a:spcBef>
              <a:spcAft>
                <a:spcPts val="0"/>
              </a:spcAft>
              <a:buClr>
                <a:schemeClr val="dk2"/>
              </a:buClr>
              <a:buSzPts val="1800"/>
              <a:buNone/>
              <a:defRPr>
                <a:solidFill>
                  <a:schemeClr val="dk2"/>
                </a:solidFill>
              </a:defRPr>
            </a:lvl2pPr>
            <a:lvl3pPr lvl="2" algn="r">
              <a:lnSpc>
                <a:spcPct val="115000"/>
              </a:lnSpc>
              <a:spcBef>
                <a:spcPts val="0"/>
              </a:spcBef>
              <a:spcAft>
                <a:spcPts val="0"/>
              </a:spcAft>
              <a:buClr>
                <a:schemeClr val="dk2"/>
              </a:buClr>
              <a:buSzPts val="1800"/>
              <a:buNone/>
              <a:defRPr>
                <a:solidFill>
                  <a:schemeClr val="dk2"/>
                </a:solidFill>
              </a:defRPr>
            </a:lvl3pPr>
            <a:lvl4pPr lvl="3" algn="r">
              <a:lnSpc>
                <a:spcPct val="115000"/>
              </a:lnSpc>
              <a:spcBef>
                <a:spcPts val="0"/>
              </a:spcBef>
              <a:spcAft>
                <a:spcPts val="0"/>
              </a:spcAft>
              <a:buClr>
                <a:schemeClr val="dk2"/>
              </a:buClr>
              <a:buSzPts val="1800"/>
              <a:buNone/>
              <a:defRPr>
                <a:solidFill>
                  <a:schemeClr val="dk2"/>
                </a:solidFill>
              </a:defRPr>
            </a:lvl4pPr>
            <a:lvl5pPr lvl="4" algn="r">
              <a:lnSpc>
                <a:spcPct val="115000"/>
              </a:lnSpc>
              <a:spcBef>
                <a:spcPts val="0"/>
              </a:spcBef>
              <a:spcAft>
                <a:spcPts val="0"/>
              </a:spcAft>
              <a:buClr>
                <a:schemeClr val="dk2"/>
              </a:buClr>
              <a:buSzPts val="1800"/>
              <a:buNone/>
              <a:defRPr>
                <a:solidFill>
                  <a:schemeClr val="dk2"/>
                </a:solidFill>
              </a:defRPr>
            </a:lvl5pPr>
            <a:lvl6pPr lvl="5" algn="r">
              <a:lnSpc>
                <a:spcPct val="115000"/>
              </a:lnSpc>
              <a:spcBef>
                <a:spcPts val="0"/>
              </a:spcBef>
              <a:spcAft>
                <a:spcPts val="0"/>
              </a:spcAft>
              <a:buClr>
                <a:schemeClr val="dk2"/>
              </a:buClr>
              <a:buSzPts val="1800"/>
              <a:buNone/>
              <a:defRPr>
                <a:solidFill>
                  <a:schemeClr val="dk2"/>
                </a:solidFill>
              </a:defRPr>
            </a:lvl6pPr>
            <a:lvl7pPr lvl="6" algn="r">
              <a:lnSpc>
                <a:spcPct val="115000"/>
              </a:lnSpc>
              <a:spcBef>
                <a:spcPts val="0"/>
              </a:spcBef>
              <a:spcAft>
                <a:spcPts val="0"/>
              </a:spcAft>
              <a:buClr>
                <a:schemeClr val="dk2"/>
              </a:buClr>
              <a:buSzPts val="1800"/>
              <a:buNone/>
              <a:defRPr>
                <a:solidFill>
                  <a:schemeClr val="dk2"/>
                </a:solidFill>
              </a:defRPr>
            </a:lvl7pPr>
            <a:lvl8pPr lvl="7" algn="r">
              <a:lnSpc>
                <a:spcPct val="115000"/>
              </a:lnSpc>
              <a:spcBef>
                <a:spcPts val="0"/>
              </a:spcBef>
              <a:spcAft>
                <a:spcPts val="0"/>
              </a:spcAft>
              <a:buClr>
                <a:schemeClr val="dk2"/>
              </a:buClr>
              <a:buSzPts val="1800"/>
              <a:buNone/>
              <a:defRPr>
                <a:solidFill>
                  <a:schemeClr val="dk2"/>
                </a:solidFill>
              </a:defRPr>
            </a:lvl8pPr>
            <a:lvl9pPr lvl="8" algn="r">
              <a:lnSpc>
                <a:spcPct val="115000"/>
              </a:lnSpc>
              <a:spcBef>
                <a:spcPts val="0"/>
              </a:spcBef>
              <a:spcAft>
                <a:spcPts val="0"/>
              </a:spcAft>
              <a:buClr>
                <a:schemeClr val="dk2"/>
              </a:buClr>
              <a:buSzPts val="1800"/>
              <a:buNone/>
              <a:defRPr>
                <a:solidFill>
                  <a:schemeClr val="dk2"/>
                </a:solidFill>
              </a:defRPr>
            </a:lvl9pPr>
          </a:lstStyle>
          <a:p/>
        </p:txBody>
      </p:sp>
      <p:pic>
        <p:nvPicPr>
          <p:cNvPr id="270" name="Google Shape;270;p38"/>
          <p:cNvPicPr preferRelativeResize="0"/>
          <p:nvPr/>
        </p:nvPicPr>
        <p:blipFill rotWithShape="1">
          <a:blip r:embed="rId3">
            <a:alphaModFix/>
          </a:blip>
          <a:srcRect b="0" l="0" r="0" t="0"/>
          <a:stretch/>
        </p:blipFill>
        <p:spPr>
          <a:xfrm>
            <a:off x="257646" y="287000"/>
            <a:ext cx="399107" cy="393600"/>
          </a:xfrm>
          <a:prstGeom prst="rect">
            <a:avLst/>
          </a:prstGeom>
          <a:noFill/>
          <a:ln>
            <a:noFill/>
          </a:ln>
        </p:spPr>
      </p:pic>
      <p:sp>
        <p:nvSpPr>
          <p:cNvPr id="271" name="Google Shape;271;p38"/>
          <p:cNvSpPr txBox="1"/>
          <p:nvPr>
            <p:ph idx="2" type="subTitle"/>
          </p:nvPr>
        </p:nvSpPr>
        <p:spPr>
          <a:xfrm>
            <a:off x="914400" y="548650"/>
            <a:ext cx="7772400" cy="2742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1800"/>
              <a:buNone/>
              <a:defRPr/>
            </a:lvl1pPr>
            <a:lvl2pPr lvl="1" algn="l">
              <a:lnSpc>
                <a:spcPct val="115000"/>
              </a:lnSpc>
              <a:spcBef>
                <a:spcPts val="0"/>
              </a:spcBef>
              <a:spcAft>
                <a:spcPts val="0"/>
              </a:spcAft>
              <a:buSzPts val="1800"/>
              <a:buNone/>
              <a:defRPr/>
            </a:lvl2pPr>
            <a:lvl3pPr lvl="2" algn="l">
              <a:lnSpc>
                <a:spcPct val="115000"/>
              </a:lnSpc>
              <a:spcBef>
                <a:spcPts val="0"/>
              </a:spcBef>
              <a:spcAft>
                <a:spcPts val="0"/>
              </a:spcAft>
              <a:buSzPts val="1800"/>
              <a:buNone/>
              <a:defRPr/>
            </a:lvl3pPr>
            <a:lvl4pPr lvl="3" algn="l">
              <a:lnSpc>
                <a:spcPct val="115000"/>
              </a:lnSpc>
              <a:spcBef>
                <a:spcPts val="0"/>
              </a:spcBef>
              <a:spcAft>
                <a:spcPts val="0"/>
              </a:spcAft>
              <a:buSzPts val="1800"/>
              <a:buNone/>
              <a:defRPr/>
            </a:lvl4pPr>
            <a:lvl5pPr lvl="4" algn="l">
              <a:lnSpc>
                <a:spcPct val="115000"/>
              </a:lnSpc>
              <a:spcBef>
                <a:spcPts val="0"/>
              </a:spcBef>
              <a:spcAft>
                <a:spcPts val="0"/>
              </a:spcAft>
              <a:buSzPts val="1800"/>
              <a:buNone/>
              <a:defRPr/>
            </a:lvl5pPr>
            <a:lvl6pPr lvl="5" algn="l">
              <a:lnSpc>
                <a:spcPct val="115000"/>
              </a:lnSpc>
              <a:spcBef>
                <a:spcPts val="0"/>
              </a:spcBef>
              <a:spcAft>
                <a:spcPts val="0"/>
              </a:spcAft>
              <a:buSzPts val="1800"/>
              <a:buNone/>
              <a:defRPr/>
            </a:lvl6pPr>
            <a:lvl7pPr lvl="6" algn="l">
              <a:lnSpc>
                <a:spcPct val="115000"/>
              </a:lnSpc>
              <a:spcBef>
                <a:spcPts val="0"/>
              </a:spcBef>
              <a:spcAft>
                <a:spcPts val="0"/>
              </a:spcAft>
              <a:buSzPts val="1800"/>
              <a:buNone/>
              <a:defRPr/>
            </a:lvl7pPr>
            <a:lvl8pPr lvl="7" algn="l">
              <a:lnSpc>
                <a:spcPct val="115000"/>
              </a:lnSpc>
              <a:spcBef>
                <a:spcPts val="0"/>
              </a:spcBef>
              <a:spcAft>
                <a:spcPts val="0"/>
              </a:spcAft>
              <a:buSzPts val="1800"/>
              <a:buNone/>
              <a:defRPr/>
            </a:lvl8pPr>
            <a:lvl9pPr lvl="8" algn="l">
              <a:lnSpc>
                <a:spcPct val="115000"/>
              </a:lnSpc>
              <a:spcBef>
                <a:spcPts val="0"/>
              </a:spcBef>
              <a:spcAft>
                <a:spcPts val="0"/>
              </a:spcAft>
              <a:buSzPts val="1800"/>
              <a:buNone/>
              <a:defRPr/>
            </a:lvl9pPr>
          </a:lstStyle>
          <a:p/>
        </p:txBody>
      </p:sp>
      <p:sp>
        <p:nvSpPr>
          <p:cNvPr id="272" name="Google Shape;272;p38"/>
          <p:cNvSpPr txBox="1"/>
          <p:nvPr>
            <p:ph idx="3" type="body"/>
          </p:nvPr>
        </p:nvSpPr>
        <p:spPr>
          <a:xfrm>
            <a:off x="912725" y="1516225"/>
            <a:ext cx="7337400" cy="2597400"/>
          </a:xfrm>
          <a:prstGeom prst="rect">
            <a:avLst/>
          </a:prstGeom>
        </p:spPr>
        <p:txBody>
          <a:bodyPr anchorCtr="0" anchor="t" bIns="0" lIns="0" spcFirstLastPara="1" rIns="0" wrap="square" tIns="91425">
            <a:noAutofit/>
          </a:bodyPr>
          <a:lstStyle>
            <a:lvl1pPr indent="-342900" lvl="0" marL="457200" rtl="0">
              <a:spcBef>
                <a:spcPts val="0"/>
              </a:spcBef>
              <a:spcAft>
                <a:spcPts val="0"/>
              </a:spcAft>
              <a:buSzPts val="1800"/>
              <a:buChar char="●"/>
              <a:defRPr/>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ctivity (Class activity)">
  <p:cSld name="CUSTOM_23_2">
    <p:bg>
      <p:bgPr>
        <a:solidFill>
          <a:srgbClr val="F2F2F2"/>
        </a:solidFill>
      </p:bgPr>
    </p:bg>
    <p:spTree>
      <p:nvGrpSpPr>
        <p:cNvPr id="273" name="Shape 273"/>
        <p:cNvGrpSpPr/>
        <p:nvPr/>
      </p:nvGrpSpPr>
      <p:grpSpPr>
        <a:xfrm>
          <a:off x="0" y="0"/>
          <a:ext cx="0" cy="0"/>
          <a:chOff x="0" y="0"/>
          <a:chExt cx="0" cy="0"/>
        </a:xfrm>
      </p:grpSpPr>
      <p:sp>
        <p:nvSpPr>
          <p:cNvPr id="274" name="Google Shape;274;p39"/>
          <p:cNvSpPr/>
          <p:nvPr/>
        </p:nvSpPr>
        <p:spPr>
          <a:xfrm>
            <a:off x="170850" y="197450"/>
            <a:ext cx="572700" cy="5727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5" name="Google Shape;275;p39"/>
          <p:cNvSpPr txBox="1"/>
          <p:nvPr/>
        </p:nvSpPr>
        <p:spPr>
          <a:xfrm>
            <a:off x="914400" y="146300"/>
            <a:ext cx="7772400" cy="365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600"/>
              <a:buFont typeface="Arial"/>
              <a:buNone/>
            </a:pPr>
            <a:r>
              <a:rPr b="1" lang="en" sz="2600">
                <a:solidFill>
                  <a:schemeClr val="dk2"/>
                </a:solidFill>
                <a:latin typeface="Roboto"/>
                <a:ea typeface="Roboto"/>
                <a:cs typeface="Roboto"/>
                <a:sym typeface="Roboto"/>
              </a:rPr>
              <a:t>Class </a:t>
            </a:r>
            <a:r>
              <a:rPr b="1" i="0" lang="en" sz="2600" u="none" cap="none" strike="noStrike">
                <a:solidFill>
                  <a:schemeClr val="dk2"/>
                </a:solidFill>
                <a:latin typeface="Roboto"/>
                <a:ea typeface="Roboto"/>
                <a:cs typeface="Roboto"/>
                <a:sym typeface="Roboto"/>
              </a:rPr>
              <a:t>Activity: </a:t>
            </a:r>
            <a:endParaRPr b="1" i="0" sz="2600" u="none" cap="none" strike="noStrike">
              <a:solidFill>
                <a:schemeClr val="dk2"/>
              </a:solidFill>
              <a:latin typeface="Roboto"/>
              <a:ea typeface="Roboto"/>
              <a:cs typeface="Roboto"/>
              <a:sym typeface="Roboto"/>
            </a:endParaRPr>
          </a:p>
        </p:txBody>
      </p:sp>
      <p:sp>
        <p:nvSpPr>
          <p:cNvPr id="276" name="Google Shape;276;p39"/>
          <p:cNvSpPr txBox="1"/>
          <p:nvPr/>
        </p:nvSpPr>
        <p:spPr>
          <a:xfrm>
            <a:off x="5901175" y="4263275"/>
            <a:ext cx="3242700" cy="434400"/>
          </a:xfrm>
          <a:prstGeom prst="rect">
            <a:avLst/>
          </a:prstGeom>
          <a:noFill/>
          <a:ln>
            <a:noFill/>
          </a:ln>
        </p:spPr>
        <p:txBody>
          <a:bodyPr anchorCtr="0" anchor="ctr" bIns="0" lIns="640075" spcFirstLastPara="1" rIns="457200" wrap="square" tIns="0">
            <a:noAutofit/>
          </a:bodyPr>
          <a:lstStyle/>
          <a:p>
            <a:pPr indent="0" lvl="0" marL="0" marR="0" rtl="0" algn="r">
              <a:lnSpc>
                <a:spcPct val="100000"/>
              </a:lnSpc>
              <a:spcBef>
                <a:spcPts val="0"/>
              </a:spcBef>
              <a:spcAft>
                <a:spcPts val="0"/>
              </a:spcAft>
              <a:buClr>
                <a:srgbClr val="000000"/>
              </a:buClr>
              <a:buSzPts val="1800"/>
              <a:buFont typeface="Arial"/>
              <a:buNone/>
            </a:pPr>
            <a:r>
              <a:rPr b="1" i="0" lang="en" sz="1800" u="none" cap="none" strike="noStrike">
                <a:solidFill>
                  <a:schemeClr val="dk2"/>
                </a:solidFill>
                <a:latin typeface="Roboto"/>
                <a:ea typeface="Roboto"/>
                <a:cs typeface="Roboto"/>
                <a:sym typeface="Roboto"/>
              </a:rPr>
              <a:t>Suggested Time:</a:t>
            </a:r>
            <a:endParaRPr b="1" i="0" sz="1800" u="none" cap="none" strike="noStrike">
              <a:solidFill>
                <a:schemeClr val="dk2"/>
              </a:solidFill>
              <a:latin typeface="Roboto"/>
              <a:ea typeface="Roboto"/>
              <a:cs typeface="Roboto"/>
              <a:sym typeface="Roboto"/>
            </a:endParaRPr>
          </a:p>
        </p:txBody>
      </p:sp>
      <p:pic>
        <p:nvPicPr>
          <p:cNvPr id="277" name="Google Shape;277;p39"/>
          <p:cNvPicPr preferRelativeResize="0"/>
          <p:nvPr/>
        </p:nvPicPr>
        <p:blipFill rotWithShape="1">
          <a:blip r:embed="rId2">
            <a:alphaModFix amt="12000"/>
          </a:blip>
          <a:srcRect b="41054" l="-3280" r="-37524" t="-19179"/>
          <a:stretch/>
        </p:blipFill>
        <p:spPr>
          <a:xfrm>
            <a:off x="0" y="3069475"/>
            <a:ext cx="3716100" cy="2074025"/>
          </a:xfrm>
          <a:prstGeom prst="rect">
            <a:avLst/>
          </a:prstGeom>
          <a:noFill/>
          <a:ln>
            <a:noFill/>
          </a:ln>
        </p:spPr>
      </p:pic>
      <p:cxnSp>
        <p:nvCxnSpPr>
          <p:cNvPr id="278" name="Google Shape;278;p39"/>
          <p:cNvCxnSpPr/>
          <p:nvPr/>
        </p:nvCxnSpPr>
        <p:spPr>
          <a:xfrm>
            <a:off x="0" y="929900"/>
            <a:ext cx="7337400" cy="0"/>
          </a:xfrm>
          <a:prstGeom prst="straightConnector1">
            <a:avLst/>
          </a:prstGeom>
          <a:noFill/>
          <a:ln cap="flat" cmpd="sng" w="19050">
            <a:solidFill>
              <a:schemeClr val="dk2"/>
            </a:solidFill>
            <a:prstDash val="solid"/>
            <a:round/>
            <a:headEnd len="sm" w="sm" type="none"/>
            <a:tailEnd len="med" w="med" type="oval"/>
          </a:ln>
        </p:spPr>
      </p:cxnSp>
      <p:sp>
        <p:nvSpPr>
          <p:cNvPr id="279" name="Google Shape;279;p39"/>
          <p:cNvSpPr txBox="1"/>
          <p:nvPr>
            <p:ph idx="1" type="subTitle"/>
          </p:nvPr>
        </p:nvSpPr>
        <p:spPr>
          <a:xfrm>
            <a:off x="0" y="4568875"/>
            <a:ext cx="9144000" cy="323100"/>
          </a:xfrm>
          <a:prstGeom prst="rect">
            <a:avLst/>
          </a:prstGeom>
          <a:noFill/>
          <a:ln>
            <a:noFill/>
          </a:ln>
        </p:spPr>
        <p:txBody>
          <a:bodyPr anchorCtr="0" anchor="t" bIns="91425" lIns="91425" spcFirstLastPara="1" rIns="457200" wrap="square" tIns="91425">
            <a:noAutofit/>
          </a:bodyPr>
          <a:lstStyle>
            <a:lvl1pPr lvl="0" rtl="0" algn="r">
              <a:lnSpc>
                <a:spcPct val="115000"/>
              </a:lnSpc>
              <a:spcBef>
                <a:spcPts val="0"/>
              </a:spcBef>
              <a:spcAft>
                <a:spcPts val="0"/>
              </a:spcAft>
              <a:buClr>
                <a:schemeClr val="dk2"/>
              </a:buClr>
              <a:buSzPts val="1800"/>
              <a:buNone/>
              <a:defRPr>
                <a:solidFill>
                  <a:schemeClr val="dk2"/>
                </a:solidFill>
              </a:defRPr>
            </a:lvl1pPr>
            <a:lvl2pPr lvl="1" rtl="0" algn="r">
              <a:lnSpc>
                <a:spcPct val="115000"/>
              </a:lnSpc>
              <a:spcBef>
                <a:spcPts val="0"/>
              </a:spcBef>
              <a:spcAft>
                <a:spcPts val="0"/>
              </a:spcAft>
              <a:buClr>
                <a:schemeClr val="dk2"/>
              </a:buClr>
              <a:buSzPts val="1800"/>
              <a:buNone/>
              <a:defRPr>
                <a:solidFill>
                  <a:schemeClr val="dk2"/>
                </a:solidFill>
              </a:defRPr>
            </a:lvl2pPr>
            <a:lvl3pPr lvl="2" rtl="0" algn="r">
              <a:lnSpc>
                <a:spcPct val="115000"/>
              </a:lnSpc>
              <a:spcBef>
                <a:spcPts val="0"/>
              </a:spcBef>
              <a:spcAft>
                <a:spcPts val="0"/>
              </a:spcAft>
              <a:buClr>
                <a:schemeClr val="dk2"/>
              </a:buClr>
              <a:buSzPts val="1800"/>
              <a:buNone/>
              <a:defRPr>
                <a:solidFill>
                  <a:schemeClr val="dk2"/>
                </a:solidFill>
              </a:defRPr>
            </a:lvl3pPr>
            <a:lvl4pPr lvl="3" rtl="0" algn="r">
              <a:lnSpc>
                <a:spcPct val="115000"/>
              </a:lnSpc>
              <a:spcBef>
                <a:spcPts val="0"/>
              </a:spcBef>
              <a:spcAft>
                <a:spcPts val="0"/>
              </a:spcAft>
              <a:buClr>
                <a:schemeClr val="dk2"/>
              </a:buClr>
              <a:buSzPts val="1800"/>
              <a:buNone/>
              <a:defRPr>
                <a:solidFill>
                  <a:schemeClr val="dk2"/>
                </a:solidFill>
              </a:defRPr>
            </a:lvl4pPr>
            <a:lvl5pPr lvl="4" rtl="0" algn="r">
              <a:lnSpc>
                <a:spcPct val="115000"/>
              </a:lnSpc>
              <a:spcBef>
                <a:spcPts val="0"/>
              </a:spcBef>
              <a:spcAft>
                <a:spcPts val="0"/>
              </a:spcAft>
              <a:buClr>
                <a:schemeClr val="dk2"/>
              </a:buClr>
              <a:buSzPts val="1800"/>
              <a:buNone/>
              <a:defRPr>
                <a:solidFill>
                  <a:schemeClr val="dk2"/>
                </a:solidFill>
              </a:defRPr>
            </a:lvl5pPr>
            <a:lvl6pPr lvl="5" rtl="0" algn="r">
              <a:lnSpc>
                <a:spcPct val="115000"/>
              </a:lnSpc>
              <a:spcBef>
                <a:spcPts val="0"/>
              </a:spcBef>
              <a:spcAft>
                <a:spcPts val="0"/>
              </a:spcAft>
              <a:buClr>
                <a:schemeClr val="dk2"/>
              </a:buClr>
              <a:buSzPts val="1800"/>
              <a:buNone/>
              <a:defRPr>
                <a:solidFill>
                  <a:schemeClr val="dk2"/>
                </a:solidFill>
              </a:defRPr>
            </a:lvl6pPr>
            <a:lvl7pPr lvl="6" rtl="0" algn="r">
              <a:lnSpc>
                <a:spcPct val="115000"/>
              </a:lnSpc>
              <a:spcBef>
                <a:spcPts val="0"/>
              </a:spcBef>
              <a:spcAft>
                <a:spcPts val="0"/>
              </a:spcAft>
              <a:buClr>
                <a:schemeClr val="dk2"/>
              </a:buClr>
              <a:buSzPts val="1800"/>
              <a:buNone/>
              <a:defRPr>
                <a:solidFill>
                  <a:schemeClr val="dk2"/>
                </a:solidFill>
              </a:defRPr>
            </a:lvl7pPr>
            <a:lvl8pPr lvl="7" rtl="0" algn="r">
              <a:lnSpc>
                <a:spcPct val="115000"/>
              </a:lnSpc>
              <a:spcBef>
                <a:spcPts val="0"/>
              </a:spcBef>
              <a:spcAft>
                <a:spcPts val="0"/>
              </a:spcAft>
              <a:buClr>
                <a:schemeClr val="dk2"/>
              </a:buClr>
              <a:buSzPts val="1800"/>
              <a:buNone/>
              <a:defRPr>
                <a:solidFill>
                  <a:schemeClr val="dk2"/>
                </a:solidFill>
              </a:defRPr>
            </a:lvl8pPr>
            <a:lvl9pPr lvl="8" rtl="0" algn="r">
              <a:lnSpc>
                <a:spcPct val="115000"/>
              </a:lnSpc>
              <a:spcBef>
                <a:spcPts val="0"/>
              </a:spcBef>
              <a:spcAft>
                <a:spcPts val="0"/>
              </a:spcAft>
              <a:buClr>
                <a:schemeClr val="dk2"/>
              </a:buClr>
              <a:buSzPts val="1800"/>
              <a:buNone/>
              <a:defRPr>
                <a:solidFill>
                  <a:schemeClr val="dk2"/>
                </a:solidFill>
              </a:defRPr>
            </a:lvl9pPr>
          </a:lstStyle>
          <a:p/>
        </p:txBody>
      </p:sp>
      <p:pic>
        <p:nvPicPr>
          <p:cNvPr id="280" name="Google Shape;280;p39"/>
          <p:cNvPicPr preferRelativeResize="0"/>
          <p:nvPr/>
        </p:nvPicPr>
        <p:blipFill rotWithShape="1">
          <a:blip r:embed="rId3">
            <a:alphaModFix/>
          </a:blip>
          <a:srcRect b="0" l="0" r="0" t="0"/>
          <a:stretch/>
        </p:blipFill>
        <p:spPr>
          <a:xfrm>
            <a:off x="257646" y="287000"/>
            <a:ext cx="399107" cy="393600"/>
          </a:xfrm>
          <a:prstGeom prst="rect">
            <a:avLst/>
          </a:prstGeom>
          <a:noFill/>
          <a:ln>
            <a:noFill/>
          </a:ln>
        </p:spPr>
      </p:pic>
      <p:sp>
        <p:nvSpPr>
          <p:cNvPr id="281" name="Google Shape;281;p39"/>
          <p:cNvSpPr txBox="1"/>
          <p:nvPr>
            <p:ph idx="2" type="subTitle"/>
          </p:nvPr>
        </p:nvSpPr>
        <p:spPr>
          <a:xfrm>
            <a:off x="914400" y="548650"/>
            <a:ext cx="7772400" cy="274200"/>
          </a:xfrm>
          <a:prstGeom prst="rect">
            <a:avLst/>
          </a:prstGeom>
          <a:noFill/>
          <a:ln>
            <a:noFill/>
          </a:ln>
        </p:spPr>
        <p:txBody>
          <a:bodyPr anchorCtr="0" anchor="t" bIns="0" lIns="0" spcFirstLastPara="1" rIns="0" wrap="square" tIns="0">
            <a:noAutofit/>
          </a:bodyPr>
          <a:lstStyle>
            <a:lvl1pPr lvl="0" rtl="0" algn="l">
              <a:lnSpc>
                <a:spcPct val="115000"/>
              </a:lnSpc>
              <a:spcBef>
                <a:spcPts val="0"/>
              </a:spcBef>
              <a:spcAft>
                <a:spcPts val="0"/>
              </a:spcAft>
              <a:buSzPts val="1800"/>
              <a:buNone/>
              <a:defRPr/>
            </a:lvl1pPr>
            <a:lvl2pPr lvl="1" rtl="0" algn="l">
              <a:lnSpc>
                <a:spcPct val="115000"/>
              </a:lnSpc>
              <a:spcBef>
                <a:spcPts val="0"/>
              </a:spcBef>
              <a:spcAft>
                <a:spcPts val="0"/>
              </a:spcAft>
              <a:buSzPts val="1800"/>
              <a:buNone/>
              <a:defRPr/>
            </a:lvl2pPr>
            <a:lvl3pPr lvl="2" rtl="0" algn="l">
              <a:lnSpc>
                <a:spcPct val="115000"/>
              </a:lnSpc>
              <a:spcBef>
                <a:spcPts val="0"/>
              </a:spcBef>
              <a:spcAft>
                <a:spcPts val="0"/>
              </a:spcAft>
              <a:buSzPts val="1800"/>
              <a:buNone/>
              <a:defRPr/>
            </a:lvl3pPr>
            <a:lvl4pPr lvl="3" rtl="0" algn="l">
              <a:lnSpc>
                <a:spcPct val="115000"/>
              </a:lnSpc>
              <a:spcBef>
                <a:spcPts val="0"/>
              </a:spcBef>
              <a:spcAft>
                <a:spcPts val="0"/>
              </a:spcAft>
              <a:buSzPts val="1800"/>
              <a:buNone/>
              <a:defRPr/>
            </a:lvl4pPr>
            <a:lvl5pPr lvl="4" rtl="0" algn="l">
              <a:lnSpc>
                <a:spcPct val="115000"/>
              </a:lnSpc>
              <a:spcBef>
                <a:spcPts val="0"/>
              </a:spcBef>
              <a:spcAft>
                <a:spcPts val="0"/>
              </a:spcAft>
              <a:buSzPts val="1800"/>
              <a:buNone/>
              <a:defRPr/>
            </a:lvl5pPr>
            <a:lvl6pPr lvl="5" rtl="0" algn="l">
              <a:lnSpc>
                <a:spcPct val="115000"/>
              </a:lnSpc>
              <a:spcBef>
                <a:spcPts val="0"/>
              </a:spcBef>
              <a:spcAft>
                <a:spcPts val="0"/>
              </a:spcAft>
              <a:buSzPts val="1800"/>
              <a:buNone/>
              <a:defRPr/>
            </a:lvl6pPr>
            <a:lvl7pPr lvl="6" rtl="0" algn="l">
              <a:lnSpc>
                <a:spcPct val="115000"/>
              </a:lnSpc>
              <a:spcBef>
                <a:spcPts val="0"/>
              </a:spcBef>
              <a:spcAft>
                <a:spcPts val="0"/>
              </a:spcAft>
              <a:buSzPts val="1800"/>
              <a:buNone/>
              <a:defRPr/>
            </a:lvl7pPr>
            <a:lvl8pPr lvl="7" rtl="0" algn="l">
              <a:lnSpc>
                <a:spcPct val="115000"/>
              </a:lnSpc>
              <a:spcBef>
                <a:spcPts val="0"/>
              </a:spcBef>
              <a:spcAft>
                <a:spcPts val="0"/>
              </a:spcAft>
              <a:buSzPts val="1800"/>
              <a:buNone/>
              <a:defRPr/>
            </a:lvl8pPr>
            <a:lvl9pPr lvl="8" rtl="0" algn="l">
              <a:lnSpc>
                <a:spcPct val="115000"/>
              </a:lnSpc>
              <a:spcBef>
                <a:spcPts val="0"/>
              </a:spcBef>
              <a:spcAft>
                <a:spcPts val="0"/>
              </a:spcAft>
              <a:buSzPts val="1800"/>
              <a:buNone/>
              <a:defRPr/>
            </a:lvl9pPr>
          </a:lstStyle>
          <a:p/>
        </p:txBody>
      </p:sp>
      <p:sp>
        <p:nvSpPr>
          <p:cNvPr id="282" name="Google Shape;282;p39"/>
          <p:cNvSpPr txBox="1"/>
          <p:nvPr>
            <p:ph idx="3" type="body"/>
          </p:nvPr>
        </p:nvSpPr>
        <p:spPr>
          <a:xfrm>
            <a:off x="912725" y="1516225"/>
            <a:ext cx="7337400" cy="2597400"/>
          </a:xfrm>
          <a:prstGeom prst="rect">
            <a:avLst/>
          </a:prstGeom>
        </p:spPr>
        <p:txBody>
          <a:bodyPr anchorCtr="0" anchor="t" bIns="0" lIns="0" spcFirstLastPara="1" rIns="0" wrap="square" tIns="91425">
            <a:noAutofit/>
          </a:bodyPr>
          <a:lstStyle>
            <a:lvl1pPr indent="-342900" lvl="0" marL="457200" rtl="0">
              <a:spcBef>
                <a:spcPts val="0"/>
              </a:spcBef>
              <a:spcAft>
                <a:spcPts val="0"/>
              </a:spcAft>
              <a:buSzPts val="1800"/>
              <a:buChar char="●"/>
              <a:defRPr/>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initions">
  <p:cSld name="CUSTOM_22_1_1">
    <p:bg>
      <p:bgPr>
        <a:solidFill>
          <a:schemeClr val="lt2"/>
        </a:solidFill>
      </p:bgPr>
    </p:bg>
    <p:spTree>
      <p:nvGrpSpPr>
        <p:cNvPr id="283" name="Shape 283"/>
        <p:cNvGrpSpPr/>
        <p:nvPr/>
      </p:nvGrpSpPr>
      <p:grpSpPr>
        <a:xfrm>
          <a:off x="0" y="0"/>
          <a:ext cx="0" cy="0"/>
          <a:chOff x="0" y="0"/>
          <a:chExt cx="0" cy="0"/>
        </a:xfrm>
      </p:grpSpPr>
      <p:sp>
        <p:nvSpPr>
          <p:cNvPr id="284" name="Google Shape;284;p40"/>
          <p:cNvSpPr/>
          <p:nvPr/>
        </p:nvSpPr>
        <p:spPr>
          <a:xfrm flipH="1" rot="10800000">
            <a:off x="688800" y="692100"/>
            <a:ext cx="7766400" cy="3759300"/>
          </a:xfrm>
          <a:prstGeom prst="bracePair">
            <a:avLst/>
          </a:prstGeom>
          <a:noFill/>
          <a:ln cap="flat" cmpd="sng" w="7620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5" name="Google Shape;285;p40"/>
          <p:cNvSpPr/>
          <p:nvPr/>
        </p:nvSpPr>
        <p:spPr>
          <a:xfrm>
            <a:off x="1104268" y="1039688"/>
            <a:ext cx="6935464" cy="3131678"/>
          </a:xfrm>
          <a:custGeom>
            <a:rect b="b" l="l" r="r" t="t"/>
            <a:pathLst>
              <a:path extrusionOk="0" h="128611" w="284824">
                <a:moveTo>
                  <a:pt x="26676" y="0"/>
                </a:moveTo>
                <a:cubicBezTo>
                  <a:pt x="22180" y="0"/>
                  <a:pt x="18965" y="1390"/>
                  <a:pt x="17030" y="4169"/>
                </a:cubicBezTo>
                <a:cubicBezTo>
                  <a:pt x="15068" y="6948"/>
                  <a:pt x="14114" y="11035"/>
                  <a:pt x="14114" y="16431"/>
                </a:cubicBezTo>
                <a:lnTo>
                  <a:pt x="14114" y="45150"/>
                </a:lnTo>
                <a:cubicBezTo>
                  <a:pt x="14114" y="50191"/>
                  <a:pt x="12807" y="54360"/>
                  <a:pt x="10191" y="57684"/>
                </a:cubicBezTo>
                <a:cubicBezTo>
                  <a:pt x="7684" y="60981"/>
                  <a:pt x="4060" y="63242"/>
                  <a:pt x="0" y="64087"/>
                </a:cubicBezTo>
                <a:lnTo>
                  <a:pt x="0" y="64305"/>
                </a:lnTo>
                <a:cubicBezTo>
                  <a:pt x="4332" y="65368"/>
                  <a:pt x="7766" y="67548"/>
                  <a:pt x="10300" y="70817"/>
                </a:cubicBezTo>
                <a:cubicBezTo>
                  <a:pt x="12834" y="74087"/>
                  <a:pt x="14114" y="78283"/>
                  <a:pt x="14114" y="83460"/>
                </a:cubicBezTo>
                <a:lnTo>
                  <a:pt x="14114" y="112180"/>
                </a:lnTo>
                <a:cubicBezTo>
                  <a:pt x="14114" y="117684"/>
                  <a:pt x="15068" y="121798"/>
                  <a:pt x="17030" y="124523"/>
                </a:cubicBezTo>
                <a:cubicBezTo>
                  <a:pt x="18992" y="127248"/>
                  <a:pt x="22207" y="128610"/>
                  <a:pt x="26676" y="128610"/>
                </a:cubicBezTo>
                <a:lnTo>
                  <a:pt x="258148" y="128610"/>
                </a:lnTo>
                <a:cubicBezTo>
                  <a:pt x="262644" y="128610"/>
                  <a:pt x="265832" y="127248"/>
                  <a:pt x="267794" y="124523"/>
                </a:cubicBezTo>
                <a:cubicBezTo>
                  <a:pt x="269728" y="121798"/>
                  <a:pt x="270709" y="117684"/>
                  <a:pt x="270709" y="112180"/>
                </a:cubicBezTo>
                <a:lnTo>
                  <a:pt x="270709" y="83460"/>
                </a:lnTo>
                <a:cubicBezTo>
                  <a:pt x="270709" y="78283"/>
                  <a:pt x="271990" y="74087"/>
                  <a:pt x="274497" y="70817"/>
                </a:cubicBezTo>
                <a:cubicBezTo>
                  <a:pt x="277058" y="67548"/>
                  <a:pt x="280491" y="65395"/>
                  <a:pt x="284824" y="64305"/>
                </a:cubicBezTo>
                <a:lnTo>
                  <a:pt x="284824" y="64087"/>
                </a:lnTo>
                <a:cubicBezTo>
                  <a:pt x="280764" y="63242"/>
                  <a:pt x="277140" y="60981"/>
                  <a:pt x="274606" y="57684"/>
                </a:cubicBezTo>
                <a:cubicBezTo>
                  <a:pt x="272017" y="54360"/>
                  <a:pt x="270709" y="50191"/>
                  <a:pt x="270709" y="45150"/>
                </a:cubicBezTo>
                <a:lnTo>
                  <a:pt x="270709" y="16431"/>
                </a:lnTo>
                <a:cubicBezTo>
                  <a:pt x="270709" y="11035"/>
                  <a:pt x="269728" y="6948"/>
                  <a:pt x="267794" y="4169"/>
                </a:cubicBezTo>
                <a:cubicBezTo>
                  <a:pt x="265832" y="1417"/>
                  <a:pt x="262616" y="27"/>
                  <a:pt x="258148"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286" name="Google Shape;286;p40"/>
          <p:cNvPicPr preferRelativeResize="0"/>
          <p:nvPr/>
        </p:nvPicPr>
        <p:blipFill rotWithShape="1">
          <a:blip r:embed="rId2">
            <a:alphaModFix amt="7000"/>
          </a:blip>
          <a:srcRect b="0" l="0" r="0" t="0"/>
          <a:stretch/>
        </p:blipFill>
        <p:spPr>
          <a:xfrm>
            <a:off x="5484975" y="2744075"/>
            <a:ext cx="4044599" cy="2622600"/>
          </a:xfrm>
          <a:prstGeom prst="rect">
            <a:avLst/>
          </a:prstGeom>
          <a:noFill/>
          <a:ln>
            <a:noFill/>
          </a:ln>
        </p:spPr>
      </p:pic>
      <p:sp>
        <p:nvSpPr>
          <p:cNvPr id="287" name="Google Shape;287;p40"/>
          <p:cNvSpPr txBox="1"/>
          <p:nvPr>
            <p:ph idx="1" type="body"/>
          </p:nvPr>
        </p:nvSpPr>
        <p:spPr>
          <a:xfrm>
            <a:off x="1450375" y="1039700"/>
            <a:ext cx="6244200" cy="3131700"/>
          </a:xfrm>
          <a:prstGeom prst="rect">
            <a:avLst/>
          </a:prstGeom>
        </p:spPr>
        <p:txBody>
          <a:bodyPr anchorCtr="0" anchor="ctr" bIns="91425" lIns="365750" spcFirstLastPara="1" rIns="91425" wrap="square" tIns="91425">
            <a:noAutofit/>
          </a:bodyPr>
          <a:lstStyle>
            <a:lvl1pPr indent="-444500" lvl="0" marL="457200" rtl="0">
              <a:spcBef>
                <a:spcPts val="0"/>
              </a:spcBef>
              <a:spcAft>
                <a:spcPts val="0"/>
              </a:spcAft>
              <a:buSzPts val="3400"/>
              <a:buChar char="●"/>
              <a:defRPr sz="3400"/>
            </a:lvl1pPr>
            <a:lvl2pPr indent="-444500" lvl="1" marL="914400" rtl="0">
              <a:spcBef>
                <a:spcPts val="0"/>
              </a:spcBef>
              <a:spcAft>
                <a:spcPts val="0"/>
              </a:spcAft>
              <a:buSzPts val="3400"/>
              <a:buChar char="○"/>
              <a:defRPr sz="3400"/>
            </a:lvl2pPr>
            <a:lvl3pPr indent="-444500" lvl="2" marL="1371600" rtl="0">
              <a:spcBef>
                <a:spcPts val="0"/>
              </a:spcBef>
              <a:spcAft>
                <a:spcPts val="0"/>
              </a:spcAft>
              <a:buSzPts val="3400"/>
              <a:buChar char="■"/>
              <a:defRPr sz="3400"/>
            </a:lvl3pPr>
            <a:lvl4pPr indent="-444500" lvl="3" marL="1828800" rtl="0">
              <a:spcBef>
                <a:spcPts val="0"/>
              </a:spcBef>
              <a:spcAft>
                <a:spcPts val="0"/>
              </a:spcAft>
              <a:buSzPts val="3400"/>
              <a:buChar char="●"/>
              <a:defRPr sz="3400"/>
            </a:lvl4pPr>
            <a:lvl5pPr indent="-444500" lvl="4" marL="2286000" rtl="0">
              <a:spcBef>
                <a:spcPts val="0"/>
              </a:spcBef>
              <a:spcAft>
                <a:spcPts val="0"/>
              </a:spcAft>
              <a:buSzPts val="3400"/>
              <a:buChar char="○"/>
              <a:defRPr sz="3400"/>
            </a:lvl5pPr>
            <a:lvl6pPr indent="-444500" lvl="5" marL="2743200" rtl="0">
              <a:spcBef>
                <a:spcPts val="0"/>
              </a:spcBef>
              <a:spcAft>
                <a:spcPts val="0"/>
              </a:spcAft>
              <a:buSzPts val="3400"/>
              <a:buChar char="■"/>
              <a:defRPr sz="3400"/>
            </a:lvl6pPr>
            <a:lvl7pPr indent="-444500" lvl="6" marL="3200400" rtl="0">
              <a:spcBef>
                <a:spcPts val="0"/>
              </a:spcBef>
              <a:spcAft>
                <a:spcPts val="0"/>
              </a:spcAft>
              <a:buSzPts val="3400"/>
              <a:buChar char="●"/>
              <a:defRPr sz="3400"/>
            </a:lvl7pPr>
            <a:lvl8pPr indent="-444500" lvl="7" marL="3657600" rtl="0">
              <a:spcBef>
                <a:spcPts val="0"/>
              </a:spcBef>
              <a:spcAft>
                <a:spcPts val="0"/>
              </a:spcAft>
              <a:buSzPts val="3400"/>
              <a:buChar char="○"/>
              <a:defRPr sz="3400"/>
            </a:lvl8pPr>
            <a:lvl9pPr indent="-444500" lvl="8" marL="4114800" rtl="0">
              <a:spcBef>
                <a:spcPts val="0"/>
              </a:spcBef>
              <a:spcAft>
                <a:spcPts val="0"/>
              </a:spcAft>
              <a:buSzPts val="3400"/>
              <a:buChar char="■"/>
              <a:defRPr sz="3400"/>
            </a:lvl9pPr>
          </a:lstStyle>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rge icons - Key Idea">
  <p:cSld name="CUSTOM_4">
    <p:bg>
      <p:bgPr>
        <a:solidFill>
          <a:schemeClr val="lt2"/>
        </a:solidFill>
      </p:bgPr>
    </p:bg>
    <p:spTree>
      <p:nvGrpSpPr>
        <p:cNvPr id="288" name="Shape 288"/>
        <p:cNvGrpSpPr/>
        <p:nvPr/>
      </p:nvGrpSpPr>
      <p:grpSpPr>
        <a:xfrm>
          <a:off x="0" y="0"/>
          <a:ext cx="0" cy="0"/>
          <a:chOff x="0" y="0"/>
          <a:chExt cx="0" cy="0"/>
        </a:xfrm>
      </p:grpSpPr>
      <p:sp>
        <p:nvSpPr>
          <p:cNvPr id="289" name="Google Shape;289;p41"/>
          <p:cNvSpPr/>
          <p:nvPr/>
        </p:nvSpPr>
        <p:spPr>
          <a:xfrm>
            <a:off x="459100" y="1377600"/>
            <a:ext cx="2741400" cy="27414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290" name="Google Shape;290;p41"/>
          <p:cNvPicPr preferRelativeResize="0"/>
          <p:nvPr/>
        </p:nvPicPr>
        <p:blipFill rotWithShape="1">
          <a:blip r:embed="rId2">
            <a:alphaModFix/>
          </a:blip>
          <a:srcRect b="0" l="0" r="0" t="0"/>
          <a:stretch/>
        </p:blipFill>
        <p:spPr>
          <a:xfrm>
            <a:off x="900550" y="1861613"/>
            <a:ext cx="1856475" cy="1856475"/>
          </a:xfrm>
          <a:prstGeom prst="rect">
            <a:avLst/>
          </a:prstGeom>
          <a:noFill/>
          <a:ln>
            <a:noFill/>
          </a:ln>
        </p:spPr>
      </p:pic>
      <p:pic>
        <p:nvPicPr>
          <p:cNvPr id="291" name="Google Shape;291;p41"/>
          <p:cNvPicPr preferRelativeResize="0"/>
          <p:nvPr/>
        </p:nvPicPr>
        <p:blipFill rotWithShape="1">
          <a:blip r:embed="rId3">
            <a:alphaModFix amt="11000"/>
          </a:blip>
          <a:srcRect b="7135" l="-6410" r="6410" t="-3050"/>
          <a:stretch/>
        </p:blipFill>
        <p:spPr>
          <a:xfrm>
            <a:off x="5157740" y="2672100"/>
            <a:ext cx="3986260" cy="2471400"/>
          </a:xfrm>
          <a:prstGeom prst="rect">
            <a:avLst/>
          </a:prstGeom>
          <a:noFill/>
          <a:ln>
            <a:noFill/>
          </a:ln>
        </p:spPr>
      </p:pic>
      <p:sp>
        <p:nvSpPr>
          <p:cNvPr id="292" name="Google Shape;292;p41"/>
          <p:cNvSpPr txBox="1"/>
          <p:nvPr>
            <p:ph idx="1" type="body"/>
          </p:nvPr>
        </p:nvSpPr>
        <p:spPr>
          <a:xfrm>
            <a:off x="3647875" y="1377600"/>
            <a:ext cx="5038800" cy="2741400"/>
          </a:xfrm>
          <a:prstGeom prst="rect">
            <a:avLst/>
          </a:prstGeom>
        </p:spPr>
        <p:txBody>
          <a:bodyPr anchorCtr="0" anchor="ctr" bIns="91425" lIns="0" spcFirstLastPara="1" rIns="0" wrap="square" tIns="91425">
            <a:noAutofit/>
          </a:bodyPr>
          <a:lstStyle>
            <a:lvl1pPr indent="-457200" lvl="0" marL="457200" rtl="0">
              <a:spcBef>
                <a:spcPts val="0"/>
              </a:spcBef>
              <a:spcAft>
                <a:spcPts val="0"/>
              </a:spcAft>
              <a:buSzPts val="3600"/>
              <a:buChar char="●"/>
              <a:defRPr sz="3600"/>
            </a:lvl1pPr>
            <a:lvl2pPr indent="-457200" lvl="1" marL="914400" rtl="0">
              <a:spcBef>
                <a:spcPts val="0"/>
              </a:spcBef>
              <a:spcAft>
                <a:spcPts val="0"/>
              </a:spcAft>
              <a:buSzPts val="3600"/>
              <a:buChar char="○"/>
              <a:defRPr sz="3600"/>
            </a:lvl2pPr>
            <a:lvl3pPr indent="-457200" lvl="2" marL="1371600" rtl="0">
              <a:spcBef>
                <a:spcPts val="0"/>
              </a:spcBef>
              <a:spcAft>
                <a:spcPts val="0"/>
              </a:spcAft>
              <a:buSzPts val="3600"/>
              <a:buChar char="■"/>
              <a:defRPr sz="3600"/>
            </a:lvl3pPr>
            <a:lvl4pPr indent="-457200" lvl="3" marL="1828800" rtl="0">
              <a:spcBef>
                <a:spcPts val="0"/>
              </a:spcBef>
              <a:spcAft>
                <a:spcPts val="0"/>
              </a:spcAft>
              <a:buSzPts val="3600"/>
              <a:buChar char="●"/>
              <a:defRPr sz="3600"/>
            </a:lvl4pPr>
            <a:lvl5pPr indent="-457200" lvl="4" marL="2286000" rtl="0">
              <a:spcBef>
                <a:spcPts val="0"/>
              </a:spcBef>
              <a:spcAft>
                <a:spcPts val="0"/>
              </a:spcAft>
              <a:buSzPts val="3600"/>
              <a:buChar char="○"/>
              <a:defRPr sz="3600"/>
            </a:lvl5pPr>
            <a:lvl6pPr indent="-457200" lvl="5" marL="2743200" rtl="0">
              <a:spcBef>
                <a:spcPts val="0"/>
              </a:spcBef>
              <a:spcAft>
                <a:spcPts val="0"/>
              </a:spcAft>
              <a:buSzPts val="3600"/>
              <a:buChar char="■"/>
              <a:defRPr sz="3600"/>
            </a:lvl6pPr>
            <a:lvl7pPr indent="-457200" lvl="6" marL="3200400" rtl="0">
              <a:spcBef>
                <a:spcPts val="0"/>
              </a:spcBef>
              <a:spcAft>
                <a:spcPts val="0"/>
              </a:spcAft>
              <a:buSzPts val="3600"/>
              <a:buChar char="●"/>
              <a:defRPr sz="3600"/>
            </a:lvl7pPr>
            <a:lvl8pPr indent="-457200" lvl="7" marL="3657600" rtl="0">
              <a:spcBef>
                <a:spcPts val="0"/>
              </a:spcBef>
              <a:spcAft>
                <a:spcPts val="0"/>
              </a:spcAft>
              <a:buSzPts val="3600"/>
              <a:buChar char="○"/>
              <a:defRPr sz="3600"/>
            </a:lvl8pPr>
            <a:lvl9pPr indent="-457200" lvl="8" marL="4114800" rtl="0">
              <a:spcBef>
                <a:spcPts val="0"/>
              </a:spcBef>
              <a:spcAft>
                <a:spcPts val="0"/>
              </a:spcAft>
              <a:buSzPts val="3600"/>
              <a:buChar char="■"/>
              <a:defRPr sz="3600"/>
            </a:lvl9pPr>
          </a:lstStyle>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rge icons - Question">
  <p:cSld name="CUSTOM_4_1_2_1">
    <p:bg>
      <p:bgPr>
        <a:solidFill>
          <a:schemeClr val="lt2"/>
        </a:solidFill>
      </p:bgPr>
    </p:bg>
    <p:spTree>
      <p:nvGrpSpPr>
        <p:cNvPr id="293" name="Shape 293"/>
        <p:cNvGrpSpPr/>
        <p:nvPr/>
      </p:nvGrpSpPr>
      <p:grpSpPr>
        <a:xfrm>
          <a:off x="0" y="0"/>
          <a:ext cx="0" cy="0"/>
          <a:chOff x="0" y="0"/>
          <a:chExt cx="0" cy="0"/>
        </a:xfrm>
      </p:grpSpPr>
      <p:sp>
        <p:nvSpPr>
          <p:cNvPr id="294" name="Google Shape;294;p42"/>
          <p:cNvSpPr/>
          <p:nvPr/>
        </p:nvSpPr>
        <p:spPr>
          <a:xfrm>
            <a:off x="459100" y="1377600"/>
            <a:ext cx="2741400" cy="2741400"/>
          </a:xfrm>
          <a:prstGeom prst="ellipse">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295" name="Google Shape;295;p42"/>
          <p:cNvPicPr preferRelativeResize="0"/>
          <p:nvPr/>
        </p:nvPicPr>
        <p:blipFill rotWithShape="1">
          <a:blip r:embed="rId2">
            <a:alphaModFix amt="7000"/>
          </a:blip>
          <a:srcRect b="0" l="0" r="0" t="0"/>
          <a:stretch/>
        </p:blipFill>
        <p:spPr>
          <a:xfrm>
            <a:off x="5484975" y="2744075"/>
            <a:ext cx="4044599" cy="2622600"/>
          </a:xfrm>
          <a:prstGeom prst="rect">
            <a:avLst/>
          </a:prstGeom>
          <a:noFill/>
          <a:ln>
            <a:noFill/>
          </a:ln>
        </p:spPr>
      </p:pic>
      <p:pic>
        <p:nvPicPr>
          <p:cNvPr id="296" name="Google Shape;296;p42"/>
          <p:cNvPicPr preferRelativeResize="0"/>
          <p:nvPr/>
        </p:nvPicPr>
        <p:blipFill rotWithShape="1">
          <a:blip r:embed="rId3">
            <a:alphaModFix/>
          </a:blip>
          <a:srcRect b="0" l="0" r="0" t="0"/>
          <a:stretch/>
        </p:blipFill>
        <p:spPr>
          <a:xfrm>
            <a:off x="1327875" y="2012779"/>
            <a:ext cx="1003696" cy="1489696"/>
          </a:xfrm>
          <a:prstGeom prst="rect">
            <a:avLst/>
          </a:prstGeom>
          <a:noFill/>
          <a:ln>
            <a:noFill/>
          </a:ln>
        </p:spPr>
      </p:pic>
      <p:sp>
        <p:nvSpPr>
          <p:cNvPr id="297" name="Google Shape;297;p42"/>
          <p:cNvSpPr txBox="1"/>
          <p:nvPr>
            <p:ph idx="1" type="body"/>
          </p:nvPr>
        </p:nvSpPr>
        <p:spPr>
          <a:xfrm>
            <a:off x="3647875" y="1377600"/>
            <a:ext cx="5038800" cy="2741400"/>
          </a:xfrm>
          <a:prstGeom prst="rect">
            <a:avLst/>
          </a:prstGeom>
        </p:spPr>
        <p:txBody>
          <a:bodyPr anchorCtr="0" anchor="ctr" bIns="91425" lIns="0" spcFirstLastPara="1" rIns="0" wrap="square" tIns="91425">
            <a:noAutofit/>
          </a:bodyPr>
          <a:lstStyle>
            <a:lvl1pPr indent="-457200" lvl="0" marL="457200" rtl="0">
              <a:spcBef>
                <a:spcPts val="0"/>
              </a:spcBef>
              <a:spcAft>
                <a:spcPts val="0"/>
              </a:spcAft>
              <a:buSzPts val="3600"/>
              <a:buChar char="●"/>
              <a:defRPr sz="3600"/>
            </a:lvl1pPr>
            <a:lvl2pPr indent="-457200" lvl="1" marL="914400" rtl="0">
              <a:spcBef>
                <a:spcPts val="0"/>
              </a:spcBef>
              <a:spcAft>
                <a:spcPts val="0"/>
              </a:spcAft>
              <a:buSzPts val="3600"/>
              <a:buChar char="○"/>
              <a:defRPr sz="3600"/>
            </a:lvl2pPr>
            <a:lvl3pPr indent="-457200" lvl="2" marL="1371600" rtl="0">
              <a:spcBef>
                <a:spcPts val="0"/>
              </a:spcBef>
              <a:spcAft>
                <a:spcPts val="0"/>
              </a:spcAft>
              <a:buSzPts val="3600"/>
              <a:buChar char="■"/>
              <a:defRPr sz="3600"/>
            </a:lvl3pPr>
            <a:lvl4pPr indent="-457200" lvl="3" marL="1828800" rtl="0">
              <a:spcBef>
                <a:spcPts val="0"/>
              </a:spcBef>
              <a:spcAft>
                <a:spcPts val="0"/>
              </a:spcAft>
              <a:buSzPts val="3600"/>
              <a:buChar char="●"/>
              <a:defRPr sz="3600"/>
            </a:lvl4pPr>
            <a:lvl5pPr indent="-457200" lvl="4" marL="2286000" rtl="0">
              <a:spcBef>
                <a:spcPts val="0"/>
              </a:spcBef>
              <a:spcAft>
                <a:spcPts val="0"/>
              </a:spcAft>
              <a:buSzPts val="3600"/>
              <a:buChar char="○"/>
              <a:defRPr sz="3600"/>
            </a:lvl5pPr>
            <a:lvl6pPr indent="-457200" lvl="5" marL="2743200" rtl="0">
              <a:spcBef>
                <a:spcPts val="0"/>
              </a:spcBef>
              <a:spcAft>
                <a:spcPts val="0"/>
              </a:spcAft>
              <a:buSzPts val="3600"/>
              <a:buChar char="■"/>
              <a:defRPr sz="3600"/>
            </a:lvl6pPr>
            <a:lvl7pPr indent="-457200" lvl="6" marL="3200400" rtl="0">
              <a:spcBef>
                <a:spcPts val="0"/>
              </a:spcBef>
              <a:spcAft>
                <a:spcPts val="0"/>
              </a:spcAft>
              <a:buSzPts val="3600"/>
              <a:buChar char="●"/>
              <a:defRPr sz="3600"/>
            </a:lvl7pPr>
            <a:lvl8pPr indent="-457200" lvl="7" marL="3657600" rtl="0">
              <a:spcBef>
                <a:spcPts val="0"/>
              </a:spcBef>
              <a:spcAft>
                <a:spcPts val="0"/>
              </a:spcAft>
              <a:buSzPts val="3600"/>
              <a:buChar char="○"/>
              <a:defRPr sz="3600"/>
            </a:lvl8pPr>
            <a:lvl9pPr indent="-457200" lvl="8" marL="4114800" rtl="0">
              <a:spcBef>
                <a:spcPts val="0"/>
              </a:spcBef>
              <a:spcAft>
                <a:spcPts val="0"/>
              </a:spcAft>
              <a:buSzPts val="3600"/>
              <a:buChar char="■"/>
              <a:defRPr sz="3600"/>
            </a:lvl9pPr>
          </a:lstStyle>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rge icons - Quotation">
  <p:cSld name="CUSTOM_4_1_1">
    <p:bg>
      <p:bgPr>
        <a:solidFill>
          <a:schemeClr val="lt2"/>
        </a:solidFill>
      </p:bgPr>
    </p:bg>
    <p:spTree>
      <p:nvGrpSpPr>
        <p:cNvPr id="298" name="Shape 298"/>
        <p:cNvGrpSpPr/>
        <p:nvPr/>
      </p:nvGrpSpPr>
      <p:grpSpPr>
        <a:xfrm>
          <a:off x="0" y="0"/>
          <a:ext cx="0" cy="0"/>
          <a:chOff x="0" y="0"/>
          <a:chExt cx="0" cy="0"/>
        </a:xfrm>
      </p:grpSpPr>
      <p:sp>
        <p:nvSpPr>
          <p:cNvPr id="299" name="Google Shape;299;p43"/>
          <p:cNvSpPr/>
          <p:nvPr/>
        </p:nvSpPr>
        <p:spPr>
          <a:xfrm>
            <a:off x="459100" y="1377600"/>
            <a:ext cx="2741400" cy="2741400"/>
          </a:xfrm>
          <a:prstGeom prst="ellipse">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300" name="Google Shape;300;p43"/>
          <p:cNvGrpSpPr/>
          <p:nvPr/>
        </p:nvGrpSpPr>
        <p:grpSpPr>
          <a:xfrm>
            <a:off x="1074625" y="2258150"/>
            <a:ext cx="1473491" cy="980288"/>
            <a:chOff x="1074625" y="2258150"/>
            <a:chExt cx="1473491" cy="980288"/>
          </a:xfrm>
        </p:grpSpPr>
        <p:sp>
          <p:nvSpPr>
            <p:cNvPr id="301" name="Google Shape;301;p43"/>
            <p:cNvSpPr/>
            <p:nvPr/>
          </p:nvSpPr>
          <p:spPr>
            <a:xfrm>
              <a:off x="1074625" y="2258150"/>
              <a:ext cx="704970" cy="980288"/>
            </a:xfrm>
            <a:custGeom>
              <a:rect b="b" l="l" r="r" t="t"/>
              <a:pathLst>
                <a:path extrusionOk="0" fill="none" h="79682" w="57303">
                  <a:moveTo>
                    <a:pt x="12677" y="79681"/>
                  </a:moveTo>
                  <a:lnTo>
                    <a:pt x="12677" y="79681"/>
                  </a:lnTo>
                  <a:lnTo>
                    <a:pt x="15652" y="75283"/>
                  </a:lnTo>
                  <a:lnTo>
                    <a:pt x="17980" y="71403"/>
                  </a:lnTo>
                  <a:lnTo>
                    <a:pt x="19920" y="67910"/>
                  </a:lnTo>
                  <a:lnTo>
                    <a:pt x="21343" y="64806"/>
                  </a:lnTo>
                  <a:lnTo>
                    <a:pt x="22378" y="62090"/>
                  </a:lnTo>
                  <a:lnTo>
                    <a:pt x="23025" y="59891"/>
                  </a:lnTo>
                  <a:lnTo>
                    <a:pt x="23413" y="58080"/>
                  </a:lnTo>
                  <a:lnTo>
                    <a:pt x="23542" y="56786"/>
                  </a:lnTo>
                  <a:lnTo>
                    <a:pt x="23542" y="56786"/>
                  </a:lnTo>
                  <a:lnTo>
                    <a:pt x="21084" y="56139"/>
                  </a:lnTo>
                  <a:lnTo>
                    <a:pt x="18627" y="55363"/>
                  </a:lnTo>
                  <a:lnTo>
                    <a:pt x="16428" y="54458"/>
                  </a:lnTo>
                  <a:lnTo>
                    <a:pt x="14229" y="53294"/>
                  </a:lnTo>
                  <a:lnTo>
                    <a:pt x="12159" y="52000"/>
                  </a:lnTo>
                  <a:lnTo>
                    <a:pt x="10219" y="50448"/>
                  </a:lnTo>
                  <a:lnTo>
                    <a:pt x="8408" y="48896"/>
                  </a:lnTo>
                  <a:lnTo>
                    <a:pt x="6726" y="47085"/>
                  </a:lnTo>
                  <a:lnTo>
                    <a:pt x="5304" y="45144"/>
                  </a:lnTo>
                  <a:lnTo>
                    <a:pt x="4010" y="43075"/>
                  </a:lnTo>
                  <a:lnTo>
                    <a:pt x="2846" y="40876"/>
                  </a:lnTo>
                  <a:lnTo>
                    <a:pt x="1811" y="38547"/>
                  </a:lnTo>
                  <a:lnTo>
                    <a:pt x="1035" y="36219"/>
                  </a:lnTo>
                  <a:lnTo>
                    <a:pt x="518" y="33761"/>
                  </a:lnTo>
                  <a:lnTo>
                    <a:pt x="129" y="31174"/>
                  </a:lnTo>
                  <a:lnTo>
                    <a:pt x="0" y="28587"/>
                  </a:lnTo>
                  <a:lnTo>
                    <a:pt x="0" y="28587"/>
                  </a:lnTo>
                  <a:lnTo>
                    <a:pt x="259" y="25742"/>
                  </a:lnTo>
                  <a:lnTo>
                    <a:pt x="647" y="22896"/>
                  </a:lnTo>
                  <a:lnTo>
                    <a:pt x="1294" y="20050"/>
                  </a:lnTo>
                  <a:lnTo>
                    <a:pt x="2328" y="17463"/>
                  </a:lnTo>
                  <a:lnTo>
                    <a:pt x="3493" y="15005"/>
                  </a:lnTo>
                  <a:lnTo>
                    <a:pt x="4915" y="12677"/>
                  </a:lnTo>
                  <a:lnTo>
                    <a:pt x="6597" y="10478"/>
                  </a:lnTo>
                  <a:lnTo>
                    <a:pt x="8408" y="8409"/>
                  </a:lnTo>
                  <a:lnTo>
                    <a:pt x="10478" y="6598"/>
                  </a:lnTo>
                  <a:lnTo>
                    <a:pt x="12677" y="4916"/>
                  </a:lnTo>
                  <a:lnTo>
                    <a:pt x="15005" y="3493"/>
                  </a:lnTo>
                  <a:lnTo>
                    <a:pt x="17592" y="2200"/>
                  </a:lnTo>
                  <a:lnTo>
                    <a:pt x="20179" y="1294"/>
                  </a:lnTo>
                  <a:lnTo>
                    <a:pt x="22895" y="647"/>
                  </a:lnTo>
                  <a:lnTo>
                    <a:pt x="25741" y="130"/>
                  </a:lnTo>
                  <a:lnTo>
                    <a:pt x="28716" y="1"/>
                  </a:lnTo>
                  <a:lnTo>
                    <a:pt x="28716" y="1"/>
                  </a:lnTo>
                  <a:lnTo>
                    <a:pt x="31562" y="130"/>
                  </a:lnTo>
                  <a:lnTo>
                    <a:pt x="34408" y="647"/>
                  </a:lnTo>
                  <a:lnTo>
                    <a:pt x="37124" y="1294"/>
                  </a:lnTo>
                  <a:lnTo>
                    <a:pt x="39840" y="2200"/>
                  </a:lnTo>
                  <a:lnTo>
                    <a:pt x="42298" y="3493"/>
                  </a:lnTo>
                  <a:lnTo>
                    <a:pt x="44626" y="4916"/>
                  </a:lnTo>
                  <a:lnTo>
                    <a:pt x="46825" y="6598"/>
                  </a:lnTo>
                  <a:lnTo>
                    <a:pt x="48895" y="8409"/>
                  </a:lnTo>
                  <a:lnTo>
                    <a:pt x="50706" y="10478"/>
                  </a:lnTo>
                  <a:lnTo>
                    <a:pt x="52388" y="12677"/>
                  </a:lnTo>
                  <a:lnTo>
                    <a:pt x="53810" y="15005"/>
                  </a:lnTo>
                  <a:lnTo>
                    <a:pt x="54975" y="17463"/>
                  </a:lnTo>
                  <a:lnTo>
                    <a:pt x="56009" y="20050"/>
                  </a:lnTo>
                  <a:lnTo>
                    <a:pt x="56656" y="22896"/>
                  </a:lnTo>
                  <a:lnTo>
                    <a:pt x="57174" y="25742"/>
                  </a:lnTo>
                  <a:lnTo>
                    <a:pt x="57303" y="28587"/>
                  </a:lnTo>
                  <a:lnTo>
                    <a:pt x="57303" y="28587"/>
                  </a:lnTo>
                  <a:lnTo>
                    <a:pt x="57174" y="31562"/>
                  </a:lnTo>
                  <a:lnTo>
                    <a:pt x="56915" y="34279"/>
                  </a:lnTo>
                  <a:lnTo>
                    <a:pt x="56398" y="37125"/>
                  </a:lnTo>
                  <a:lnTo>
                    <a:pt x="55751" y="39712"/>
                  </a:lnTo>
                  <a:lnTo>
                    <a:pt x="54845" y="42299"/>
                  </a:lnTo>
                  <a:lnTo>
                    <a:pt x="53940" y="44886"/>
                  </a:lnTo>
                  <a:lnTo>
                    <a:pt x="52776" y="47214"/>
                  </a:lnTo>
                  <a:lnTo>
                    <a:pt x="51611" y="49542"/>
                  </a:lnTo>
                  <a:lnTo>
                    <a:pt x="50189" y="51871"/>
                  </a:lnTo>
                  <a:lnTo>
                    <a:pt x="48766" y="54070"/>
                  </a:lnTo>
                  <a:lnTo>
                    <a:pt x="47214" y="56139"/>
                  </a:lnTo>
                  <a:lnTo>
                    <a:pt x="45532" y="58209"/>
                  </a:lnTo>
                  <a:lnTo>
                    <a:pt x="43850" y="60020"/>
                  </a:lnTo>
                  <a:lnTo>
                    <a:pt x="42039" y="61960"/>
                  </a:lnTo>
                  <a:lnTo>
                    <a:pt x="40229" y="63642"/>
                  </a:lnTo>
                  <a:lnTo>
                    <a:pt x="38288" y="65323"/>
                  </a:lnTo>
                  <a:lnTo>
                    <a:pt x="36477" y="66876"/>
                  </a:lnTo>
                  <a:lnTo>
                    <a:pt x="34537" y="68428"/>
                  </a:lnTo>
                  <a:lnTo>
                    <a:pt x="30786" y="71144"/>
                  </a:lnTo>
                  <a:lnTo>
                    <a:pt x="27035" y="73472"/>
                  </a:lnTo>
                  <a:lnTo>
                    <a:pt x="23413" y="75413"/>
                  </a:lnTo>
                  <a:lnTo>
                    <a:pt x="20050" y="77094"/>
                  </a:lnTo>
                  <a:lnTo>
                    <a:pt x="17204" y="78388"/>
                  </a:lnTo>
                  <a:lnTo>
                    <a:pt x="14617" y="79164"/>
                  </a:lnTo>
                  <a:lnTo>
                    <a:pt x="12677" y="79681"/>
                  </a:lnTo>
                  <a:lnTo>
                    <a:pt x="12677" y="79681"/>
                  </a:lnTo>
                  <a:close/>
                </a:path>
              </a:pathLst>
            </a:custGeom>
            <a:noFill/>
            <a:ln cap="rnd" cmpd="sng" w="28575">
              <a:solidFill>
                <a:srgbClr val="28363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2" name="Google Shape;302;p43"/>
            <p:cNvSpPr/>
            <p:nvPr/>
          </p:nvSpPr>
          <p:spPr>
            <a:xfrm>
              <a:off x="1844733" y="2258150"/>
              <a:ext cx="703383" cy="980288"/>
            </a:xfrm>
            <a:custGeom>
              <a:rect b="b" l="l" r="r" t="t"/>
              <a:pathLst>
                <a:path extrusionOk="0" fill="none" h="79682" w="57174">
                  <a:moveTo>
                    <a:pt x="12548" y="79681"/>
                  </a:moveTo>
                  <a:lnTo>
                    <a:pt x="12548" y="79681"/>
                  </a:lnTo>
                  <a:lnTo>
                    <a:pt x="15523" y="75283"/>
                  </a:lnTo>
                  <a:lnTo>
                    <a:pt x="17980" y="71403"/>
                  </a:lnTo>
                  <a:lnTo>
                    <a:pt x="19791" y="67910"/>
                  </a:lnTo>
                  <a:lnTo>
                    <a:pt x="21214" y="64806"/>
                  </a:lnTo>
                  <a:lnTo>
                    <a:pt x="22249" y="62090"/>
                  </a:lnTo>
                  <a:lnTo>
                    <a:pt x="22896" y="59891"/>
                  </a:lnTo>
                  <a:lnTo>
                    <a:pt x="23284" y="58080"/>
                  </a:lnTo>
                  <a:lnTo>
                    <a:pt x="23413" y="56786"/>
                  </a:lnTo>
                  <a:lnTo>
                    <a:pt x="23413" y="56786"/>
                  </a:lnTo>
                  <a:lnTo>
                    <a:pt x="20955" y="56139"/>
                  </a:lnTo>
                  <a:lnTo>
                    <a:pt x="18498" y="55363"/>
                  </a:lnTo>
                  <a:lnTo>
                    <a:pt x="16299" y="54458"/>
                  </a:lnTo>
                  <a:lnTo>
                    <a:pt x="14100" y="53294"/>
                  </a:lnTo>
                  <a:lnTo>
                    <a:pt x="12030" y="52000"/>
                  </a:lnTo>
                  <a:lnTo>
                    <a:pt x="10090" y="50448"/>
                  </a:lnTo>
                  <a:lnTo>
                    <a:pt x="8279" y="48896"/>
                  </a:lnTo>
                  <a:lnTo>
                    <a:pt x="6727" y="47085"/>
                  </a:lnTo>
                  <a:lnTo>
                    <a:pt x="5174" y="45144"/>
                  </a:lnTo>
                  <a:lnTo>
                    <a:pt x="3881" y="43075"/>
                  </a:lnTo>
                  <a:lnTo>
                    <a:pt x="2717" y="40876"/>
                  </a:lnTo>
                  <a:lnTo>
                    <a:pt x="1811" y="38547"/>
                  </a:lnTo>
                  <a:lnTo>
                    <a:pt x="1035" y="36219"/>
                  </a:lnTo>
                  <a:lnTo>
                    <a:pt x="388" y="33761"/>
                  </a:lnTo>
                  <a:lnTo>
                    <a:pt x="130" y="31174"/>
                  </a:lnTo>
                  <a:lnTo>
                    <a:pt x="0" y="28587"/>
                  </a:lnTo>
                  <a:lnTo>
                    <a:pt x="0" y="28587"/>
                  </a:lnTo>
                  <a:lnTo>
                    <a:pt x="130" y="25742"/>
                  </a:lnTo>
                  <a:lnTo>
                    <a:pt x="518" y="22896"/>
                  </a:lnTo>
                  <a:lnTo>
                    <a:pt x="1294" y="20050"/>
                  </a:lnTo>
                  <a:lnTo>
                    <a:pt x="2199" y="17463"/>
                  </a:lnTo>
                  <a:lnTo>
                    <a:pt x="3364" y="15005"/>
                  </a:lnTo>
                  <a:lnTo>
                    <a:pt x="4786" y="12677"/>
                  </a:lnTo>
                  <a:lnTo>
                    <a:pt x="6468" y="10478"/>
                  </a:lnTo>
                  <a:lnTo>
                    <a:pt x="8279" y="8409"/>
                  </a:lnTo>
                  <a:lnTo>
                    <a:pt x="10349" y="6598"/>
                  </a:lnTo>
                  <a:lnTo>
                    <a:pt x="12548" y="4916"/>
                  </a:lnTo>
                  <a:lnTo>
                    <a:pt x="14876" y="3493"/>
                  </a:lnTo>
                  <a:lnTo>
                    <a:pt x="17463" y="2200"/>
                  </a:lnTo>
                  <a:lnTo>
                    <a:pt x="20050" y="1294"/>
                  </a:lnTo>
                  <a:lnTo>
                    <a:pt x="22766" y="647"/>
                  </a:lnTo>
                  <a:lnTo>
                    <a:pt x="25612" y="130"/>
                  </a:lnTo>
                  <a:lnTo>
                    <a:pt x="28587" y="1"/>
                  </a:lnTo>
                  <a:lnTo>
                    <a:pt x="28587" y="1"/>
                  </a:lnTo>
                  <a:lnTo>
                    <a:pt x="31433" y="130"/>
                  </a:lnTo>
                  <a:lnTo>
                    <a:pt x="34279" y="647"/>
                  </a:lnTo>
                  <a:lnTo>
                    <a:pt x="37124" y="1294"/>
                  </a:lnTo>
                  <a:lnTo>
                    <a:pt x="39711" y="2200"/>
                  </a:lnTo>
                  <a:lnTo>
                    <a:pt x="42169" y="3493"/>
                  </a:lnTo>
                  <a:lnTo>
                    <a:pt x="44627" y="4916"/>
                  </a:lnTo>
                  <a:lnTo>
                    <a:pt x="46826" y="6598"/>
                  </a:lnTo>
                  <a:lnTo>
                    <a:pt x="48766" y="8409"/>
                  </a:lnTo>
                  <a:lnTo>
                    <a:pt x="50706" y="10478"/>
                  </a:lnTo>
                  <a:lnTo>
                    <a:pt x="52259" y="12677"/>
                  </a:lnTo>
                  <a:lnTo>
                    <a:pt x="53681" y="15005"/>
                  </a:lnTo>
                  <a:lnTo>
                    <a:pt x="54975" y="17463"/>
                  </a:lnTo>
                  <a:lnTo>
                    <a:pt x="55880" y="20050"/>
                  </a:lnTo>
                  <a:lnTo>
                    <a:pt x="56657" y="22896"/>
                  </a:lnTo>
                  <a:lnTo>
                    <a:pt x="57045" y="25742"/>
                  </a:lnTo>
                  <a:lnTo>
                    <a:pt x="57174" y="28587"/>
                  </a:lnTo>
                  <a:lnTo>
                    <a:pt x="57174" y="28587"/>
                  </a:lnTo>
                  <a:lnTo>
                    <a:pt x="57045" y="31562"/>
                  </a:lnTo>
                  <a:lnTo>
                    <a:pt x="56786" y="34279"/>
                  </a:lnTo>
                  <a:lnTo>
                    <a:pt x="56268" y="37125"/>
                  </a:lnTo>
                  <a:lnTo>
                    <a:pt x="55622" y="39712"/>
                  </a:lnTo>
                  <a:lnTo>
                    <a:pt x="54846" y="42299"/>
                  </a:lnTo>
                  <a:lnTo>
                    <a:pt x="53811" y="44886"/>
                  </a:lnTo>
                  <a:lnTo>
                    <a:pt x="52776" y="47214"/>
                  </a:lnTo>
                  <a:lnTo>
                    <a:pt x="51482" y="49542"/>
                  </a:lnTo>
                  <a:lnTo>
                    <a:pt x="50060" y="51871"/>
                  </a:lnTo>
                  <a:lnTo>
                    <a:pt x="48637" y="54070"/>
                  </a:lnTo>
                  <a:lnTo>
                    <a:pt x="47084" y="56139"/>
                  </a:lnTo>
                  <a:lnTo>
                    <a:pt x="45403" y="58209"/>
                  </a:lnTo>
                  <a:lnTo>
                    <a:pt x="43721" y="60020"/>
                  </a:lnTo>
                  <a:lnTo>
                    <a:pt x="41910" y="61960"/>
                  </a:lnTo>
                  <a:lnTo>
                    <a:pt x="40099" y="63642"/>
                  </a:lnTo>
                  <a:lnTo>
                    <a:pt x="38289" y="65323"/>
                  </a:lnTo>
                  <a:lnTo>
                    <a:pt x="36348" y="66876"/>
                  </a:lnTo>
                  <a:lnTo>
                    <a:pt x="34408" y="68428"/>
                  </a:lnTo>
                  <a:lnTo>
                    <a:pt x="30657" y="71144"/>
                  </a:lnTo>
                  <a:lnTo>
                    <a:pt x="26906" y="73472"/>
                  </a:lnTo>
                  <a:lnTo>
                    <a:pt x="23284" y="75413"/>
                  </a:lnTo>
                  <a:lnTo>
                    <a:pt x="20050" y="77094"/>
                  </a:lnTo>
                  <a:lnTo>
                    <a:pt x="17075" y="78388"/>
                  </a:lnTo>
                  <a:lnTo>
                    <a:pt x="14488" y="79164"/>
                  </a:lnTo>
                  <a:lnTo>
                    <a:pt x="12548" y="79681"/>
                  </a:lnTo>
                  <a:lnTo>
                    <a:pt x="12548" y="79681"/>
                  </a:lnTo>
                  <a:close/>
                </a:path>
              </a:pathLst>
            </a:custGeom>
            <a:noFill/>
            <a:ln cap="rnd" cmpd="sng" w="28575">
              <a:solidFill>
                <a:srgbClr val="28363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303" name="Google Shape;303;p43"/>
          <p:cNvSpPr txBox="1"/>
          <p:nvPr>
            <p:ph idx="1" type="subTitle"/>
          </p:nvPr>
        </p:nvSpPr>
        <p:spPr>
          <a:xfrm>
            <a:off x="459100" y="4189950"/>
            <a:ext cx="2741400" cy="546900"/>
          </a:xfrm>
          <a:prstGeom prst="rect">
            <a:avLst/>
          </a:prstGeom>
          <a:noFill/>
          <a:ln>
            <a:noFill/>
          </a:ln>
        </p:spPr>
        <p:txBody>
          <a:bodyPr anchorCtr="0" anchor="t" bIns="91425" lIns="0" spcFirstLastPara="1" rIns="91425" wrap="square" tIns="0">
            <a:noAutofit/>
          </a:bodyPr>
          <a:lstStyle>
            <a:lvl1pPr lvl="0" algn="ctr">
              <a:lnSpc>
                <a:spcPct val="115000"/>
              </a:lnSpc>
              <a:spcBef>
                <a:spcPts val="0"/>
              </a:spcBef>
              <a:spcAft>
                <a:spcPts val="0"/>
              </a:spcAft>
              <a:buClr>
                <a:schemeClr val="dk2"/>
              </a:buClr>
              <a:buSzPts val="1800"/>
              <a:buNone/>
              <a:defRPr>
                <a:solidFill>
                  <a:schemeClr val="dk2"/>
                </a:solidFill>
              </a:defRPr>
            </a:lvl1pPr>
            <a:lvl2pPr lvl="1" algn="l">
              <a:lnSpc>
                <a:spcPct val="115000"/>
              </a:lnSpc>
              <a:spcBef>
                <a:spcPts val="0"/>
              </a:spcBef>
              <a:spcAft>
                <a:spcPts val="0"/>
              </a:spcAft>
              <a:buClr>
                <a:schemeClr val="dk2"/>
              </a:buClr>
              <a:buSzPts val="1800"/>
              <a:buNone/>
              <a:defRPr>
                <a:solidFill>
                  <a:schemeClr val="dk2"/>
                </a:solidFill>
              </a:defRPr>
            </a:lvl2pPr>
            <a:lvl3pPr lvl="2" algn="l">
              <a:lnSpc>
                <a:spcPct val="115000"/>
              </a:lnSpc>
              <a:spcBef>
                <a:spcPts val="0"/>
              </a:spcBef>
              <a:spcAft>
                <a:spcPts val="0"/>
              </a:spcAft>
              <a:buClr>
                <a:schemeClr val="dk2"/>
              </a:buClr>
              <a:buSzPts val="1800"/>
              <a:buNone/>
              <a:defRPr>
                <a:solidFill>
                  <a:schemeClr val="dk2"/>
                </a:solidFill>
              </a:defRPr>
            </a:lvl3pPr>
            <a:lvl4pPr lvl="3" algn="l">
              <a:lnSpc>
                <a:spcPct val="115000"/>
              </a:lnSpc>
              <a:spcBef>
                <a:spcPts val="0"/>
              </a:spcBef>
              <a:spcAft>
                <a:spcPts val="0"/>
              </a:spcAft>
              <a:buClr>
                <a:schemeClr val="dk2"/>
              </a:buClr>
              <a:buSzPts val="1800"/>
              <a:buNone/>
              <a:defRPr>
                <a:solidFill>
                  <a:schemeClr val="dk2"/>
                </a:solidFill>
              </a:defRPr>
            </a:lvl4pPr>
            <a:lvl5pPr lvl="4" algn="l">
              <a:lnSpc>
                <a:spcPct val="115000"/>
              </a:lnSpc>
              <a:spcBef>
                <a:spcPts val="0"/>
              </a:spcBef>
              <a:spcAft>
                <a:spcPts val="0"/>
              </a:spcAft>
              <a:buClr>
                <a:schemeClr val="dk2"/>
              </a:buClr>
              <a:buSzPts val="1800"/>
              <a:buNone/>
              <a:defRPr>
                <a:solidFill>
                  <a:schemeClr val="dk2"/>
                </a:solidFill>
              </a:defRPr>
            </a:lvl5pPr>
            <a:lvl6pPr lvl="5" algn="l">
              <a:lnSpc>
                <a:spcPct val="115000"/>
              </a:lnSpc>
              <a:spcBef>
                <a:spcPts val="0"/>
              </a:spcBef>
              <a:spcAft>
                <a:spcPts val="0"/>
              </a:spcAft>
              <a:buClr>
                <a:schemeClr val="dk2"/>
              </a:buClr>
              <a:buSzPts val="1800"/>
              <a:buNone/>
              <a:defRPr>
                <a:solidFill>
                  <a:schemeClr val="dk2"/>
                </a:solidFill>
              </a:defRPr>
            </a:lvl6pPr>
            <a:lvl7pPr lvl="6" algn="l">
              <a:lnSpc>
                <a:spcPct val="115000"/>
              </a:lnSpc>
              <a:spcBef>
                <a:spcPts val="0"/>
              </a:spcBef>
              <a:spcAft>
                <a:spcPts val="0"/>
              </a:spcAft>
              <a:buClr>
                <a:schemeClr val="dk2"/>
              </a:buClr>
              <a:buSzPts val="1800"/>
              <a:buNone/>
              <a:defRPr>
                <a:solidFill>
                  <a:schemeClr val="dk2"/>
                </a:solidFill>
              </a:defRPr>
            </a:lvl7pPr>
            <a:lvl8pPr lvl="7" algn="l">
              <a:lnSpc>
                <a:spcPct val="115000"/>
              </a:lnSpc>
              <a:spcBef>
                <a:spcPts val="0"/>
              </a:spcBef>
              <a:spcAft>
                <a:spcPts val="0"/>
              </a:spcAft>
              <a:buClr>
                <a:schemeClr val="dk2"/>
              </a:buClr>
              <a:buSzPts val="1800"/>
              <a:buNone/>
              <a:defRPr>
                <a:solidFill>
                  <a:schemeClr val="dk2"/>
                </a:solidFill>
              </a:defRPr>
            </a:lvl8pPr>
            <a:lvl9pPr lvl="8" algn="l">
              <a:lnSpc>
                <a:spcPct val="115000"/>
              </a:lnSpc>
              <a:spcBef>
                <a:spcPts val="0"/>
              </a:spcBef>
              <a:spcAft>
                <a:spcPts val="0"/>
              </a:spcAft>
              <a:buClr>
                <a:schemeClr val="dk2"/>
              </a:buClr>
              <a:buSzPts val="1800"/>
              <a:buNone/>
              <a:defRPr>
                <a:solidFill>
                  <a:schemeClr val="dk2"/>
                </a:solidFill>
              </a:defRPr>
            </a:lvl9pPr>
          </a:lstStyle>
          <a:p/>
        </p:txBody>
      </p:sp>
      <p:pic>
        <p:nvPicPr>
          <p:cNvPr id="304" name="Google Shape;304;p43"/>
          <p:cNvPicPr preferRelativeResize="0"/>
          <p:nvPr/>
        </p:nvPicPr>
        <p:blipFill rotWithShape="1">
          <a:blip r:embed="rId2">
            <a:alphaModFix amt="7000"/>
          </a:blip>
          <a:srcRect b="0" l="0" r="0" t="0"/>
          <a:stretch/>
        </p:blipFill>
        <p:spPr>
          <a:xfrm>
            <a:off x="5484975" y="2744075"/>
            <a:ext cx="4044599" cy="2622600"/>
          </a:xfrm>
          <a:prstGeom prst="rect">
            <a:avLst/>
          </a:prstGeom>
          <a:noFill/>
          <a:ln>
            <a:noFill/>
          </a:ln>
        </p:spPr>
      </p:pic>
      <p:sp>
        <p:nvSpPr>
          <p:cNvPr id="305" name="Google Shape;305;p43"/>
          <p:cNvSpPr txBox="1"/>
          <p:nvPr>
            <p:ph idx="2" type="body"/>
          </p:nvPr>
        </p:nvSpPr>
        <p:spPr>
          <a:xfrm>
            <a:off x="3647875" y="1377600"/>
            <a:ext cx="5038800" cy="2741400"/>
          </a:xfrm>
          <a:prstGeom prst="rect">
            <a:avLst/>
          </a:prstGeom>
        </p:spPr>
        <p:txBody>
          <a:bodyPr anchorCtr="0" anchor="ctr" bIns="91425" lIns="0" spcFirstLastPara="1" rIns="0" wrap="square" tIns="91425">
            <a:noAutofit/>
          </a:bodyPr>
          <a:lstStyle>
            <a:lvl1pPr indent="-457200" lvl="0" marL="457200" rtl="0">
              <a:spcBef>
                <a:spcPts val="0"/>
              </a:spcBef>
              <a:spcAft>
                <a:spcPts val="0"/>
              </a:spcAft>
              <a:buSzPts val="3600"/>
              <a:buChar char="●"/>
              <a:defRPr sz="3600"/>
            </a:lvl1pPr>
            <a:lvl2pPr indent="-457200" lvl="1" marL="914400" rtl="0">
              <a:spcBef>
                <a:spcPts val="0"/>
              </a:spcBef>
              <a:spcAft>
                <a:spcPts val="0"/>
              </a:spcAft>
              <a:buSzPts val="3600"/>
              <a:buChar char="○"/>
              <a:defRPr sz="3600"/>
            </a:lvl2pPr>
            <a:lvl3pPr indent="-457200" lvl="2" marL="1371600" rtl="0">
              <a:spcBef>
                <a:spcPts val="0"/>
              </a:spcBef>
              <a:spcAft>
                <a:spcPts val="0"/>
              </a:spcAft>
              <a:buSzPts val="3600"/>
              <a:buChar char="■"/>
              <a:defRPr sz="3600"/>
            </a:lvl3pPr>
            <a:lvl4pPr indent="-457200" lvl="3" marL="1828800" rtl="0">
              <a:spcBef>
                <a:spcPts val="0"/>
              </a:spcBef>
              <a:spcAft>
                <a:spcPts val="0"/>
              </a:spcAft>
              <a:buSzPts val="3600"/>
              <a:buChar char="●"/>
              <a:defRPr sz="3600"/>
            </a:lvl4pPr>
            <a:lvl5pPr indent="-457200" lvl="4" marL="2286000" rtl="0">
              <a:spcBef>
                <a:spcPts val="0"/>
              </a:spcBef>
              <a:spcAft>
                <a:spcPts val="0"/>
              </a:spcAft>
              <a:buSzPts val="3600"/>
              <a:buChar char="○"/>
              <a:defRPr sz="3600"/>
            </a:lvl5pPr>
            <a:lvl6pPr indent="-457200" lvl="5" marL="2743200" rtl="0">
              <a:spcBef>
                <a:spcPts val="0"/>
              </a:spcBef>
              <a:spcAft>
                <a:spcPts val="0"/>
              </a:spcAft>
              <a:buSzPts val="3600"/>
              <a:buChar char="■"/>
              <a:defRPr sz="3600"/>
            </a:lvl6pPr>
            <a:lvl7pPr indent="-457200" lvl="6" marL="3200400" rtl="0">
              <a:spcBef>
                <a:spcPts val="0"/>
              </a:spcBef>
              <a:spcAft>
                <a:spcPts val="0"/>
              </a:spcAft>
              <a:buSzPts val="3600"/>
              <a:buChar char="●"/>
              <a:defRPr sz="3600"/>
            </a:lvl7pPr>
            <a:lvl8pPr indent="-457200" lvl="7" marL="3657600" rtl="0">
              <a:spcBef>
                <a:spcPts val="0"/>
              </a:spcBef>
              <a:spcAft>
                <a:spcPts val="0"/>
              </a:spcAft>
              <a:buSzPts val="3600"/>
              <a:buChar char="○"/>
              <a:defRPr sz="3600"/>
            </a:lvl8pPr>
            <a:lvl9pPr indent="-457200" lvl="8" marL="4114800" rtl="0">
              <a:spcBef>
                <a:spcPts val="0"/>
              </a:spcBef>
              <a:spcAft>
                <a:spcPts val="0"/>
              </a:spcAft>
              <a:buSzPts val="3600"/>
              <a:buChar char="■"/>
              <a:defRPr sz="3600"/>
            </a:lvl9pPr>
          </a:lstStyle>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rge icons - Tip or Answer">
  <p:cSld name="CUSTOM_4_1_1_1">
    <p:bg>
      <p:bgPr>
        <a:solidFill>
          <a:schemeClr val="lt2"/>
        </a:solidFill>
      </p:bgPr>
    </p:bg>
    <p:spTree>
      <p:nvGrpSpPr>
        <p:cNvPr id="306" name="Shape 306"/>
        <p:cNvGrpSpPr/>
        <p:nvPr/>
      </p:nvGrpSpPr>
      <p:grpSpPr>
        <a:xfrm>
          <a:off x="0" y="0"/>
          <a:ext cx="0" cy="0"/>
          <a:chOff x="0" y="0"/>
          <a:chExt cx="0" cy="0"/>
        </a:xfrm>
      </p:grpSpPr>
      <p:sp>
        <p:nvSpPr>
          <p:cNvPr id="307" name="Google Shape;307;p44"/>
          <p:cNvSpPr/>
          <p:nvPr/>
        </p:nvSpPr>
        <p:spPr>
          <a:xfrm>
            <a:off x="459100" y="1380744"/>
            <a:ext cx="2741400" cy="2741400"/>
          </a:xfrm>
          <a:prstGeom prst="ellipse">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308" name="Google Shape;308;p44"/>
          <p:cNvPicPr preferRelativeResize="0"/>
          <p:nvPr/>
        </p:nvPicPr>
        <p:blipFill rotWithShape="1">
          <a:blip r:embed="rId2">
            <a:alphaModFix amt="7000"/>
          </a:blip>
          <a:srcRect b="0" l="0" r="0" t="0"/>
          <a:stretch/>
        </p:blipFill>
        <p:spPr>
          <a:xfrm>
            <a:off x="5484975" y="2744075"/>
            <a:ext cx="4044599" cy="2622600"/>
          </a:xfrm>
          <a:prstGeom prst="rect">
            <a:avLst/>
          </a:prstGeom>
          <a:noFill/>
          <a:ln>
            <a:noFill/>
          </a:ln>
        </p:spPr>
      </p:pic>
      <p:pic>
        <p:nvPicPr>
          <p:cNvPr id="309" name="Google Shape;309;p44"/>
          <p:cNvPicPr preferRelativeResize="0"/>
          <p:nvPr/>
        </p:nvPicPr>
        <p:blipFill rotWithShape="1">
          <a:blip r:embed="rId3">
            <a:alphaModFix/>
          </a:blip>
          <a:srcRect b="0" l="0" r="0" t="0"/>
          <a:stretch/>
        </p:blipFill>
        <p:spPr>
          <a:xfrm>
            <a:off x="967670" y="1896525"/>
            <a:ext cx="1724260" cy="1620450"/>
          </a:xfrm>
          <a:prstGeom prst="rect">
            <a:avLst/>
          </a:prstGeom>
          <a:noFill/>
          <a:ln>
            <a:noFill/>
          </a:ln>
        </p:spPr>
      </p:pic>
      <p:sp>
        <p:nvSpPr>
          <p:cNvPr id="310" name="Google Shape;310;p44"/>
          <p:cNvSpPr txBox="1"/>
          <p:nvPr>
            <p:ph idx="1" type="body"/>
          </p:nvPr>
        </p:nvSpPr>
        <p:spPr>
          <a:xfrm>
            <a:off x="3647875" y="1377600"/>
            <a:ext cx="5038800" cy="2741400"/>
          </a:xfrm>
          <a:prstGeom prst="rect">
            <a:avLst/>
          </a:prstGeom>
        </p:spPr>
        <p:txBody>
          <a:bodyPr anchorCtr="0" anchor="ctr" bIns="91425" lIns="0" spcFirstLastPara="1" rIns="0" wrap="square" tIns="91425">
            <a:noAutofit/>
          </a:bodyPr>
          <a:lstStyle>
            <a:lvl1pPr indent="-457200" lvl="0" marL="457200" rtl="0">
              <a:spcBef>
                <a:spcPts val="0"/>
              </a:spcBef>
              <a:spcAft>
                <a:spcPts val="0"/>
              </a:spcAft>
              <a:buSzPts val="3600"/>
              <a:buChar char="●"/>
              <a:defRPr sz="3600"/>
            </a:lvl1pPr>
            <a:lvl2pPr indent="-457200" lvl="1" marL="914400" rtl="0">
              <a:spcBef>
                <a:spcPts val="0"/>
              </a:spcBef>
              <a:spcAft>
                <a:spcPts val="0"/>
              </a:spcAft>
              <a:buSzPts val="3600"/>
              <a:buChar char="○"/>
              <a:defRPr sz="3600"/>
            </a:lvl2pPr>
            <a:lvl3pPr indent="-457200" lvl="2" marL="1371600" rtl="0">
              <a:spcBef>
                <a:spcPts val="0"/>
              </a:spcBef>
              <a:spcAft>
                <a:spcPts val="0"/>
              </a:spcAft>
              <a:buSzPts val="3600"/>
              <a:buChar char="■"/>
              <a:defRPr sz="3600"/>
            </a:lvl3pPr>
            <a:lvl4pPr indent="-457200" lvl="3" marL="1828800" rtl="0">
              <a:spcBef>
                <a:spcPts val="0"/>
              </a:spcBef>
              <a:spcAft>
                <a:spcPts val="0"/>
              </a:spcAft>
              <a:buSzPts val="3600"/>
              <a:buChar char="●"/>
              <a:defRPr sz="3600"/>
            </a:lvl4pPr>
            <a:lvl5pPr indent="-457200" lvl="4" marL="2286000" rtl="0">
              <a:spcBef>
                <a:spcPts val="0"/>
              </a:spcBef>
              <a:spcAft>
                <a:spcPts val="0"/>
              </a:spcAft>
              <a:buSzPts val="3600"/>
              <a:buChar char="○"/>
              <a:defRPr sz="3600"/>
            </a:lvl5pPr>
            <a:lvl6pPr indent="-457200" lvl="5" marL="2743200" rtl="0">
              <a:spcBef>
                <a:spcPts val="0"/>
              </a:spcBef>
              <a:spcAft>
                <a:spcPts val="0"/>
              </a:spcAft>
              <a:buSzPts val="3600"/>
              <a:buChar char="■"/>
              <a:defRPr sz="3600"/>
            </a:lvl6pPr>
            <a:lvl7pPr indent="-457200" lvl="6" marL="3200400" rtl="0">
              <a:spcBef>
                <a:spcPts val="0"/>
              </a:spcBef>
              <a:spcAft>
                <a:spcPts val="0"/>
              </a:spcAft>
              <a:buSzPts val="3600"/>
              <a:buChar char="●"/>
              <a:defRPr sz="3600"/>
            </a:lvl7pPr>
            <a:lvl8pPr indent="-457200" lvl="7" marL="3657600" rtl="0">
              <a:spcBef>
                <a:spcPts val="0"/>
              </a:spcBef>
              <a:spcAft>
                <a:spcPts val="0"/>
              </a:spcAft>
              <a:buSzPts val="3600"/>
              <a:buChar char="○"/>
              <a:defRPr sz="3600"/>
            </a:lvl8pPr>
            <a:lvl9pPr indent="-457200" lvl="8" marL="4114800" rtl="0">
              <a:spcBef>
                <a:spcPts val="0"/>
              </a:spcBef>
              <a:spcAft>
                <a:spcPts val="0"/>
              </a:spcAft>
              <a:buSzPts val="3600"/>
              <a:buChar char="■"/>
              <a:defRPr sz="3600"/>
            </a:lvl9pPr>
          </a:lstStyle>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hare Your Answers">
  <p:cSld name="CUSTOM_10_1_1_1_1_1_2">
    <p:bg>
      <p:bgPr>
        <a:solidFill>
          <a:srgbClr val="F2F2F2"/>
        </a:solidFill>
      </p:bgPr>
    </p:bg>
    <p:spTree>
      <p:nvGrpSpPr>
        <p:cNvPr id="311" name="Shape 311"/>
        <p:cNvGrpSpPr/>
        <p:nvPr/>
      </p:nvGrpSpPr>
      <p:grpSpPr>
        <a:xfrm>
          <a:off x="0" y="0"/>
          <a:ext cx="0" cy="0"/>
          <a:chOff x="0" y="0"/>
          <a:chExt cx="0" cy="0"/>
        </a:xfrm>
      </p:grpSpPr>
      <p:sp>
        <p:nvSpPr>
          <p:cNvPr id="312" name="Google Shape;312;p45"/>
          <p:cNvSpPr/>
          <p:nvPr/>
        </p:nvSpPr>
        <p:spPr>
          <a:xfrm flipH="1">
            <a:off x="1251238" y="1174875"/>
            <a:ext cx="2443200" cy="2443500"/>
          </a:xfrm>
          <a:prstGeom prst="wedgeEllipseCallout">
            <a:avLst>
              <a:gd fmla="val -20833" name="adj1"/>
              <a:gd fmla="val 62500" name="adj2"/>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3" name="Google Shape;313;p45"/>
          <p:cNvSpPr/>
          <p:nvPr/>
        </p:nvSpPr>
        <p:spPr>
          <a:xfrm>
            <a:off x="5449563" y="1174875"/>
            <a:ext cx="2443200" cy="2443500"/>
          </a:xfrm>
          <a:prstGeom prst="wedgeEllipseCallout">
            <a:avLst>
              <a:gd fmla="val -20833" name="adj1"/>
              <a:gd fmla="val 62500" name="adj2"/>
            </a:avLst>
          </a:prstGeom>
          <a:solidFill>
            <a:srgbClr val="00C7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4" name="Google Shape;314;p45"/>
          <p:cNvSpPr/>
          <p:nvPr/>
        </p:nvSpPr>
        <p:spPr>
          <a:xfrm>
            <a:off x="3586938" y="1399275"/>
            <a:ext cx="1994400" cy="1994700"/>
          </a:xfrm>
          <a:prstGeom prst="wedgeEllipseCallout">
            <a:avLst>
              <a:gd fmla="val -20833" name="adj1"/>
              <a:gd fmla="val 62500" name="adj2"/>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5" name="Google Shape;315;p45"/>
          <p:cNvSpPr txBox="1"/>
          <p:nvPr/>
        </p:nvSpPr>
        <p:spPr>
          <a:xfrm>
            <a:off x="1418338" y="2020425"/>
            <a:ext cx="2109000" cy="752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1" i="0" lang="en" sz="4000" u="none" cap="none" strike="noStrike">
                <a:solidFill>
                  <a:srgbClr val="FFFFFF"/>
                </a:solidFill>
                <a:latin typeface="Roboto"/>
                <a:ea typeface="Roboto"/>
                <a:cs typeface="Roboto"/>
                <a:sym typeface="Roboto"/>
              </a:rPr>
              <a:t>Share</a:t>
            </a:r>
            <a:endParaRPr b="1" i="0" sz="4000" u="none" cap="none" strike="noStrike">
              <a:solidFill>
                <a:srgbClr val="FFFFFF"/>
              </a:solidFill>
              <a:latin typeface="Roboto"/>
              <a:ea typeface="Roboto"/>
              <a:cs typeface="Roboto"/>
              <a:sym typeface="Roboto"/>
            </a:endParaRPr>
          </a:p>
        </p:txBody>
      </p:sp>
      <p:sp>
        <p:nvSpPr>
          <p:cNvPr id="316" name="Google Shape;316;p45"/>
          <p:cNvSpPr txBox="1"/>
          <p:nvPr/>
        </p:nvSpPr>
        <p:spPr>
          <a:xfrm>
            <a:off x="3529638" y="2020425"/>
            <a:ext cx="2109000" cy="752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1" i="0" lang="en" sz="4000" u="none" cap="none" strike="noStrike">
                <a:solidFill>
                  <a:srgbClr val="FFFFFF"/>
                </a:solidFill>
                <a:latin typeface="Roboto"/>
                <a:ea typeface="Roboto"/>
                <a:cs typeface="Roboto"/>
                <a:sym typeface="Roboto"/>
              </a:rPr>
              <a:t>Your</a:t>
            </a:r>
            <a:endParaRPr b="1" i="0" sz="4000" u="none" cap="none" strike="noStrike">
              <a:solidFill>
                <a:srgbClr val="FFFFFF"/>
              </a:solidFill>
              <a:latin typeface="Roboto"/>
              <a:ea typeface="Roboto"/>
              <a:cs typeface="Roboto"/>
              <a:sym typeface="Roboto"/>
            </a:endParaRPr>
          </a:p>
        </p:txBody>
      </p:sp>
      <p:sp>
        <p:nvSpPr>
          <p:cNvPr id="317" name="Google Shape;317;p45"/>
          <p:cNvSpPr txBox="1"/>
          <p:nvPr/>
        </p:nvSpPr>
        <p:spPr>
          <a:xfrm>
            <a:off x="5469363" y="2020425"/>
            <a:ext cx="2403600" cy="752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1" i="0" lang="en" sz="4000" u="none" cap="none" strike="noStrike">
                <a:solidFill>
                  <a:srgbClr val="FFFFFF"/>
                </a:solidFill>
                <a:latin typeface="Roboto"/>
                <a:ea typeface="Roboto"/>
                <a:cs typeface="Roboto"/>
                <a:sym typeface="Roboto"/>
              </a:rPr>
              <a:t>Answers</a:t>
            </a:r>
            <a:endParaRPr b="1" i="0" sz="4000" u="none" cap="none" strike="noStrike">
              <a:solidFill>
                <a:srgbClr val="FFFFFF"/>
              </a:solidFill>
              <a:latin typeface="Roboto"/>
              <a:ea typeface="Roboto"/>
              <a:cs typeface="Roboto"/>
              <a:sym typeface="Roboto"/>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emember">
  <p:cSld name="CUSTOM_10_1_1_1_1_1_1">
    <p:bg>
      <p:bgPr>
        <a:solidFill>
          <a:srgbClr val="F2F2F2"/>
        </a:solidFill>
      </p:bgPr>
    </p:bg>
    <p:spTree>
      <p:nvGrpSpPr>
        <p:cNvPr id="318" name="Shape 318"/>
        <p:cNvGrpSpPr/>
        <p:nvPr/>
      </p:nvGrpSpPr>
      <p:grpSpPr>
        <a:xfrm>
          <a:off x="0" y="0"/>
          <a:ext cx="0" cy="0"/>
          <a:chOff x="0" y="0"/>
          <a:chExt cx="0" cy="0"/>
        </a:xfrm>
      </p:grpSpPr>
      <p:sp>
        <p:nvSpPr>
          <p:cNvPr id="319" name="Google Shape;319;p46"/>
          <p:cNvSpPr txBox="1"/>
          <p:nvPr/>
        </p:nvSpPr>
        <p:spPr>
          <a:xfrm>
            <a:off x="4869500" y="1501000"/>
            <a:ext cx="3901200" cy="740100"/>
          </a:xfrm>
          <a:prstGeom prst="rect">
            <a:avLst/>
          </a:prstGeom>
          <a:noFill/>
          <a:ln>
            <a:noFill/>
          </a:ln>
        </p:spPr>
        <p:txBody>
          <a:bodyPr anchorCtr="0" anchor="t" bIns="0" lIns="457200" spcFirstLastPara="1" rIns="457200" wrap="square" tIns="91425">
            <a:noAutofit/>
          </a:bodyPr>
          <a:lstStyle/>
          <a:p>
            <a:pPr indent="0" lvl="0" marL="0" marR="0" rtl="0" algn="l">
              <a:lnSpc>
                <a:spcPct val="100000"/>
              </a:lnSpc>
              <a:spcBef>
                <a:spcPts val="0"/>
              </a:spcBef>
              <a:spcAft>
                <a:spcPts val="0"/>
              </a:spcAft>
              <a:buClr>
                <a:srgbClr val="000000"/>
              </a:buClr>
              <a:buSzPts val="5200"/>
              <a:buFont typeface="Arial"/>
              <a:buNone/>
            </a:pPr>
            <a:r>
              <a:rPr b="1" i="0" lang="en" sz="4500" u="none" cap="none" strike="noStrike">
                <a:solidFill>
                  <a:schemeClr val="dk2"/>
                </a:solidFill>
                <a:latin typeface="Roboto"/>
                <a:ea typeface="Roboto"/>
                <a:cs typeface="Roboto"/>
                <a:sym typeface="Roboto"/>
              </a:rPr>
              <a:t>Remember, </a:t>
            </a:r>
            <a:endParaRPr b="1" i="0" sz="4500" u="none" cap="none" strike="noStrike">
              <a:solidFill>
                <a:schemeClr val="dk2"/>
              </a:solidFill>
              <a:latin typeface="Roboto"/>
              <a:ea typeface="Roboto"/>
              <a:cs typeface="Roboto"/>
              <a:sym typeface="Roboto"/>
            </a:endParaRPr>
          </a:p>
        </p:txBody>
      </p:sp>
      <p:pic>
        <p:nvPicPr>
          <p:cNvPr id="320" name="Google Shape;320;p46"/>
          <p:cNvPicPr preferRelativeResize="0"/>
          <p:nvPr/>
        </p:nvPicPr>
        <p:blipFill rotWithShape="1">
          <a:blip r:embed="rId2">
            <a:alphaModFix/>
          </a:blip>
          <a:srcRect b="0" l="0" r="0" t="0"/>
          <a:stretch/>
        </p:blipFill>
        <p:spPr>
          <a:xfrm flipH="1">
            <a:off x="-556324" y="1502075"/>
            <a:ext cx="5962899" cy="2537225"/>
          </a:xfrm>
          <a:prstGeom prst="rect">
            <a:avLst/>
          </a:prstGeom>
          <a:noFill/>
          <a:ln>
            <a:noFill/>
          </a:ln>
        </p:spPr>
      </p:pic>
      <p:grpSp>
        <p:nvGrpSpPr>
          <p:cNvPr id="321" name="Google Shape;321;p46"/>
          <p:cNvGrpSpPr/>
          <p:nvPr/>
        </p:nvGrpSpPr>
        <p:grpSpPr>
          <a:xfrm>
            <a:off x="3972318" y="1206125"/>
            <a:ext cx="1051285" cy="920372"/>
            <a:chOff x="587700" y="-13400"/>
            <a:chExt cx="5735325" cy="5021125"/>
          </a:xfrm>
        </p:grpSpPr>
        <p:sp>
          <p:nvSpPr>
            <p:cNvPr id="322" name="Google Shape;322;p46"/>
            <p:cNvSpPr/>
            <p:nvPr/>
          </p:nvSpPr>
          <p:spPr>
            <a:xfrm>
              <a:off x="3126550" y="3129550"/>
              <a:ext cx="449525" cy="1850775"/>
            </a:xfrm>
            <a:custGeom>
              <a:rect b="b" l="l" r="r" t="t"/>
              <a:pathLst>
                <a:path extrusionOk="0" fill="none" h="74031" w="17981">
                  <a:moveTo>
                    <a:pt x="1" y="68541"/>
                  </a:moveTo>
                  <a:cubicBezTo>
                    <a:pt x="7486" y="74031"/>
                    <a:pt x="17981" y="42278"/>
                    <a:pt x="5491" y="0"/>
                  </a:cubicBezTo>
                </a:path>
              </a:pathLst>
            </a:custGeom>
            <a:noFill/>
            <a:ln cap="rnd" cmpd="sng" w="76200">
              <a:solidFill>
                <a:srgbClr val="FCB91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3" name="Google Shape;323;p46"/>
            <p:cNvSpPr/>
            <p:nvPr/>
          </p:nvSpPr>
          <p:spPr>
            <a:xfrm>
              <a:off x="3253475" y="3038050"/>
              <a:ext cx="1008375" cy="1969675"/>
            </a:xfrm>
            <a:custGeom>
              <a:rect b="b" l="l" r="r" t="t"/>
              <a:pathLst>
                <a:path extrusionOk="0" fill="none" h="78787" w="40335">
                  <a:moveTo>
                    <a:pt x="0" y="69792"/>
                  </a:moveTo>
                  <a:cubicBezTo>
                    <a:pt x="16481" y="78787"/>
                    <a:pt x="40334" y="34844"/>
                    <a:pt x="28206" y="11125"/>
                  </a:cubicBezTo>
                  <a:cubicBezTo>
                    <a:pt x="22519" y="0"/>
                    <a:pt x="1541" y="5118"/>
                    <a:pt x="1913" y="9099"/>
                  </a:cubicBezTo>
                </a:path>
              </a:pathLst>
            </a:custGeom>
            <a:noFill/>
            <a:ln cap="rnd" cmpd="sng" w="76200">
              <a:solidFill>
                <a:srgbClr val="FCB91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4" name="Google Shape;324;p46"/>
            <p:cNvSpPr/>
            <p:nvPr/>
          </p:nvSpPr>
          <p:spPr>
            <a:xfrm>
              <a:off x="587700" y="131875"/>
              <a:ext cx="2878775" cy="2997700"/>
            </a:xfrm>
            <a:custGeom>
              <a:rect b="b" l="l" r="r" t="t"/>
              <a:pathLst>
                <a:path extrusionOk="0" fill="none" h="119908" w="115151">
                  <a:moveTo>
                    <a:pt x="115151" y="119907"/>
                  </a:moveTo>
                  <a:cubicBezTo>
                    <a:pt x="50602" y="114789"/>
                    <a:pt x="1" y="75106"/>
                    <a:pt x="30926" y="48761"/>
                  </a:cubicBezTo>
                  <a:cubicBezTo>
                    <a:pt x="88165" y="0"/>
                    <a:pt x="115151" y="119907"/>
                    <a:pt x="115151" y="119907"/>
                  </a:cubicBezTo>
                  <a:close/>
                </a:path>
              </a:pathLst>
            </a:custGeom>
            <a:noFill/>
            <a:ln cap="rnd" cmpd="sng" w="76200">
              <a:solidFill>
                <a:srgbClr val="FCB91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5" name="Google Shape;325;p46"/>
            <p:cNvSpPr/>
            <p:nvPr/>
          </p:nvSpPr>
          <p:spPr>
            <a:xfrm>
              <a:off x="3408550" y="-13400"/>
              <a:ext cx="1796500" cy="3142975"/>
            </a:xfrm>
            <a:custGeom>
              <a:rect b="b" l="l" r="r" t="t"/>
              <a:pathLst>
                <a:path extrusionOk="0" fill="none" h="125719" w="71860">
                  <a:moveTo>
                    <a:pt x="2317" y="125718"/>
                  </a:moveTo>
                  <a:cubicBezTo>
                    <a:pt x="1" y="63568"/>
                    <a:pt x="64974" y="1"/>
                    <a:pt x="69492" y="63568"/>
                  </a:cubicBezTo>
                  <a:cubicBezTo>
                    <a:pt x="71860" y="96850"/>
                    <a:pt x="2317" y="125718"/>
                    <a:pt x="2317" y="125718"/>
                  </a:cubicBezTo>
                  <a:close/>
                </a:path>
              </a:pathLst>
            </a:custGeom>
            <a:noFill/>
            <a:ln cap="rnd" cmpd="sng" w="76200">
              <a:solidFill>
                <a:srgbClr val="FCB91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6" name="Google Shape;326;p46"/>
            <p:cNvSpPr/>
            <p:nvPr/>
          </p:nvSpPr>
          <p:spPr>
            <a:xfrm>
              <a:off x="3466450" y="2580250"/>
              <a:ext cx="2856575" cy="1271275"/>
            </a:xfrm>
            <a:custGeom>
              <a:rect b="b" l="l" r="r" t="t"/>
              <a:pathLst>
                <a:path extrusionOk="0" fill="none" h="50851" w="114263">
                  <a:moveTo>
                    <a:pt x="1" y="21972"/>
                  </a:moveTo>
                  <a:cubicBezTo>
                    <a:pt x="52732" y="1"/>
                    <a:pt x="75965" y="50850"/>
                    <a:pt x="114262" y="13184"/>
                  </a:cubicBezTo>
                </a:path>
              </a:pathLst>
            </a:custGeom>
            <a:noFill/>
            <a:ln cap="rnd" cmpd="sng" w="76200">
              <a:solidFill>
                <a:srgbClr val="FCB91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327" name="Google Shape;327;p46"/>
          <p:cNvSpPr txBox="1"/>
          <p:nvPr/>
        </p:nvSpPr>
        <p:spPr>
          <a:xfrm>
            <a:off x="5345350" y="2338950"/>
            <a:ext cx="3524400" cy="2471400"/>
          </a:xfrm>
          <a:prstGeom prst="rect">
            <a:avLst/>
          </a:prstGeom>
          <a:noFill/>
          <a:ln>
            <a:noFill/>
          </a:ln>
        </p:spPr>
        <p:txBody>
          <a:bodyPr anchorCtr="0" anchor="t" bIns="0" lIns="0" spcFirstLastPara="1" rIns="45720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2E5E73"/>
              </a:solidFill>
              <a:latin typeface="Roboto"/>
              <a:ea typeface="Roboto"/>
              <a:cs typeface="Roboto"/>
              <a:sym typeface="Roboto"/>
            </a:endParaRPr>
          </a:p>
        </p:txBody>
      </p:sp>
      <p:pic>
        <p:nvPicPr>
          <p:cNvPr id="328" name="Google Shape;328;p46"/>
          <p:cNvPicPr preferRelativeResize="0"/>
          <p:nvPr/>
        </p:nvPicPr>
        <p:blipFill rotWithShape="1">
          <a:blip r:embed="rId3">
            <a:alphaModFix amt="11000"/>
          </a:blip>
          <a:srcRect b="7135" l="-6410" r="6410" t="-3050"/>
          <a:stretch/>
        </p:blipFill>
        <p:spPr>
          <a:xfrm>
            <a:off x="5157740" y="2672100"/>
            <a:ext cx="3986260" cy="2471400"/>
          </a:xfrm>
          <a:prstGeom prst="rect">
            <a:avLst/>
          </a:prstGeom>
          <a:noFill/>
          <a:ln>
            <a:noFill/>
          </a:ln>
        </p:spPr>
      </p:pic>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type="blank">
  <p:cSld name="BLANK">
    <p:spTree>
      <p:nvGrpSpPr>
        <p:cNvPr id="329" name="Shape 329"/>
        <p:cNvGrpSpPr/>
        <p:nvPr/>
      </p:nvGrpSpPr>
      <p:grpSpPr>
        <a:xfrm>
          <a:off x="0" y="0"/>
          <a:ext cx="0" cy="0"/>
          <a:chOff x="0" y="0"/>
          <a:chExt cx="0" cy="0"/>
        </a:xfrm>
      </p:grpSpPr>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bjectives slide - 1-4 ">
  <p:cSld name="CUSTOM_21_1_1">
    <p:spTree>
      <p:nvGrpSpPr>
        <p:cNvPr id="330" name="Shape 330"/>
        <p:cNvGrpSpPr/>
        <p:nvPr/>
      </p:nvGrpSpPr>
      <p:grpSpPr>
        <a:xfrm>
          <a:off x="0" y="0"/>
          <a:ext cx="0" cy="0"/>
          <a:chOff x="0" y="0"/>
          <a:chExt cx="0" cy="0"/>
        </a:xfrm>
      </p:grpSpPr>
      <p:cxnSp>
        <p:nvCxnSpPr>
          <p:cNvPr id="331" name="Google Shape;331;p48"/>
          <p:cNvCxnSpPr/>
          <p:nvPr/>
        </p:nvCxnSpPr>
        <p:spPr>
          <a:xfrm>
            <a:off x="-9375" y="929900"/>
            <a:ext cx="7346700" cy="0"/>
          </a:xfrm>
          <a:prstGeom prst="straightConnector1">
            <a:avLst/>
          </a:prstGeom>
          <a:noFill/>
          <a:ln cap="flat" cmpd="sng" w="19050">
            <a:solidFill>
              <a:schemeClr val="dk2"/>
            </a:solidFill>
            <a:prstDash val="solid"/>
            <a:round/>
            <a:headEnd len="med" w="med" type="none"/>
            <a:tailEnd len="med" w="med" type="oval"/>
          </a:ln>
        </p:spPr>
      </p:cxnSp>
      <p:sp>
        <p:nvSpPr>
          <p:cNvPr id="332" name="Google Shape;332;p48"/>
          <p:cNvSpPr/>
          <p:nvPr/>
        </p:nvSpPr>
        <p:spPr>
          <a:xfrm>
            <a:off x="724725" y="1778663"/>
            <a:ext cx="7813500" cy="4002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 name="Google Shape;333;p48"/>
          <p:cNvSpPr/>
          <p:nvPr/>
        </p:nvSpPr>
        <p:spPr>
          <a:xfrm>
            <a:off x="724725" y="2421088"/>
            <a:ext cx="7813500" cy="4002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 name="Google Shape;334;p48"/>
          <p:cNvSpPr/>
          <p:nvPr/>
        </p:nvSpPr>
        <p:spPr>
          <a:xfrm>
            <a:off x="724725" y="3063525"/>
            <a:ext cx="7813500" cy="4002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 name="Google Shape;335;p48"/>
          <p:cNvSpPr/>
          <p:nvPr/>
        </p:nvSpPr>
        <p:spPr>
          <a:xfrm>
            <a:off x="724725" y="1136875"/>
            <a:ext cx="7813500" cy="4002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 name="Google Shape;336;p48"/>
          <p:cNvSpPr/>
          <p:nvPr/>
        </p:nvSpPr>
        <p:spPr>
          <a:xfrm>
            <a:off x="574250" y="1107479"/>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600">
                <a:solidFill>
                  <a:srgbClr val="082D49"/>
                </a:solidFill>
                <a:latin typeface="Roboto"/>
                <a:ea typeface="Roboto"/>
                <a:cs typeface="Roboto"/>
                <a:sym typeface="Roboto"/>
              </a:rPr>
              <a:t>1</a:t>
            </a:r>
            <a:endParaRPr sz="1600">
              <a:solidFill>
                <a:srgbClr val="082D49"/>
              </a:solidFill>
              <a:latin typeface="Roboto"/>
              <a:ea typeface="Roboto"/>
              <a:cs typeface="Roboto"/>
              <a:sym typeface="Roboto"/>
            </a:endParaRPr>
          </a:p>
        </p:txBody>
      </p:sp>
      <p:sp>
        <p:nvSpPr>
          <p:cNvPr id="337" name="Google Shape;337;p48"/>
          <p:cNvSpPr/>
          <p:nvPr/>
        </p:nvSpPr>
        <p:spPr>
          <a:xfrm>
            <a:off x="574250" y="1749267"/>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600">
                <a:solidFill>
                  <a:srgbClr val="082D49"/>
                </a:solidFill>
                <a:latin typeface="Roboto"/>
                <a:ea typeface="Roboto"/>
                <a:cs typeface="Roboto"/>
                <a:sym typeface="Roboto"/>
              </a:rPr>
              <a:t>2</a:t>
            </a:r>
            <a:endParaRPr sz="1600">
              <a:solidFill>
                <a:srgbClr val="082D49"/>
              </a:solidFill>
              <a:latin typeface="Roboto"/>
              <a:ea typeface="Roboto"/>
              <a:cs typeface="Roboto"/>
              <a:sym typeface="Roboto"/>
            </a:endParaRPr>
          </a:p>
        </p:txBody>
      </p:sp>
      <p:sp>
        <p:nvSpPr>
          <p:cNvPr id="338" name="Google Shape;338;p48"/>
          <p:cNvSpPr/>
          <p:nvPr/>
        </p:nvSpPr>
        <p:spPr>
          <a:xfrm>
            <a:off x="574250" y="2391692"/>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600">
                <a:solidFill>
                  <a:srgbClr val="082D49"/>
                </a:solidFill>
                <a:latin typeface="Roboto"/>
                <a:ea typeface="Roboto"/>
                <a:cs typeface="Roboto"/>
                <a:sym typeface="Roboto"/>
              </a:rPr>
              <a:t>3</a:t>
            </a:r>
            <a:endParaRPr sz="1600">
              <a:solidFill>
                <a:srgbClr val="082D49"/>
              </a:solidFill>
              <a:latin typeface="Roboto"/>
              <a:ea typeface="Roboto"/>
              <a:cs typeface="Roboto"/>
              <a:sym typeface="Roboto"/>
            </a:endParaRPr>
          </a:p>
        </p:txBody>
      </p:sp>
      <p:sp>
        <p:nvSpPr>
          <p:cNvPr id="339" name="Google Shape;339;p48"/>
          <p:cNvSpPr/>
          <p:nvPr/>
        </p:nvSpPr>
        <p:spPr>
          <a:xfrm>
            <a:off x="574250" y="3026867"/>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600">
                <a:solidFill>
                  <a:srgbClr val="082D49"/>
                </a:solidFill>
                <a:latin typeface="Roboto"/>
                <a:ea typeface="Roboto"/>
                <a:cs typeface="Roboto"/>
                <a:sym typeface="Roboto"/>
              </a:rPr>
              <a:t>4</a:t>
            </a:r>
            <a:endParaRPr sz="1600">
              <a:solidFill>
                <a:srgbClr val="082D49"/>
              </a:solidFill>
              <a:latin typeface="Roboto"/>
              <a:ea typeface="Roboto"/>
              <a:cs typeface="Roboto"/>
              <a:sym typeface="Roboto"/>
            </a:endParaRPr>
          </a:p>
        </p:txBody>
      </p:sp>
      <p:sp>
        <p:nvSpPr>
          <p:cNvPr id="340" name="Google Shape;340;p48"/>
          <p:cNvSpPr txBox="1"/>
          <p:nvPr>
            <p:ph idx="1" type="subTitle"/>
          </p:nvPr>
        </p:nvSpPr>
        <p:spPr>
          <a:xfrm>
            <a:off x="996025" y="1129175"/>
            <a:ext cx="7110300" cy="400200"/>
          </a:xfrm>
          <a:prstGeom prst="rect">
            <a:avLst/>
          </a:prstGeom>
        </p:spPr>
        <p:txBody>
          <a:bodyPr anchorCtr="0" anchor="t" bIns="91425" lIns="0" spcFirstLastPara="1" rIns="91425" wrap="square" tIns="0">
            <a:noAutofit/>
          </a:bodyPr>
          <a:lstStyle>
            <a:lvl1pPr lvl="0">
              <a:spcBef>
                <a:spcPts val="0"/>
              </a:spcBef>
              <a:spcAft>
                <a:spcPts val="0"/>
              </a:spcAft>
              <a:buSzPts val="1400"/>
              <a:buNone/>
              <a:defRPr sz="1400"/>
            </a:lvl1pPr>
            <a:lvl2pPr lvl="1">
              <a:spcBef>
                <a:spcPts val="0"/>
              </a:spcBef>
              <a:spcAft>
                <a:spcPts val="0"/>
              </a:spcAft>
              <a:buSzPts val="1800"/>
              <a:buNone/>
              <a:defRPr/>
            </a:lvl2pPr>
            <a:lvl3pPr lvl="2">
              <a:spcBef>
                <a:spcPts val="0"/>
              </a:spcBef>
              <a:spcAft>
                <a:spcPts val="0"/>
              </a:spcAft>
              <a:buSzPts val="1800"/>
              <a:buNone/>
              <a:defRPr/>
            </a:lvl3pPr>
            <a:lvl4pPr lvl="3">
              <a:spcBef>
                <a:spcPts val="0"/>
              </a:spcBef>
              <a:spcAft>
                <a:spcPts val="0"/>
              </a:spcAft>
              <a:buSzPts val="1800"/>
              <a:buNone/>
              <a:defRPr/>
            </a:lvl4pPr>
            <a:lvl5pPr lvl="4">
              <a:spcBef>
                <a:spcPts val="0"/>
              </a:spcBef>
              <a:spcAft>
                <a:spcPts val="0"/>
              </a:spcAft>
              <a:buSzPts val="18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p:txBody>
      </p:sp>
      <p:sp>
        <p:nvSpPr>
          <p:cNvPr id="341" name="Google Shape;341;p48"/>
          <p:cNvSpPr txBox="1"/>
          <p:nvPr>
            <p:ph idx="2" type="subTitle"/>
          </p:nvPr>
        </p:nvSpPr>
        <p:spPr>
          <a:xfrm>
            <a:off x="996025" y="1793688"/>
            <a:ext cx="7110300" cy="400200"/>
          </a:xfrm>
          <a:prstGeom prst="rect">
            <a:avLst/>
          </a:prstGeom>
        </p:spPr>
        <p:txBody>
          <a:bodyPr anchorCtr="0" anchor="t" bIns="91425" lIns="0" spcFirstLastPara="1" rIns="91425" wrap="square" tIns="0">
            <a:noAutofit/>
          </a:bodyPr>
          <a:lstStyle>
            <a:lvl1pPr lvl="0">
              <a:spcBef>
                <a:spcPts val="0"/>
              </a:spcBef>
              <a:spcAft>
                <a:spcPts val="0"/>
              </a:spcAft>
              <a:buSzPts val="1400"/>
              <a:buNone/>
              <a:defRPr sz="1400"/>
            </a:lvl1pPr>
            <a:lvl2pPr lvl="1">
              <a:spcBef>
                <a:spcPts val="0"/>
              </a:spcBef>
              <a:spcAft>
                <a:spcPts val="0"/>
              </a:spcAft>
              <a:buSzPts val="1800"/>
              <a:buNone/>
              <a:defRPr/>
            </a:lvl2pPr>
            <a:lvl3pPr lvl="2">
              <a:spcBef>
                <a:spcPts val="0"/>
              </a:spcBef>
              <a:spcAft>
                <a:spcPts val="0"/>
              </a:spcAft>
              <a:buSzPts val="1800"/>
              <a:buNone/>
              <a:defRPr/>
            </a:lvl3pPr>
            <a:lvl4pPr lvl="3">
              <a:spcBef>
                <a:spcPts val="0"/>
              </a:spcBef>
              <a:spcAft>
                <a:spcPts val="0"/>
              </a:spcAft>
              <a:buSzPts val="1800"/>
              <a:buNone/>
              <a:defRPr/>
            </a:lvl4pPr>
            <a:lvl5pPr lvl="4">
              <a:spcBef>
                <a:spcPts val="0"/>
              </a:spcBef>
              <a:spcAft>
                <a:spcPts val="0"/>
              </a:spcAft>
              <a:buSzPts val="18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p:txBody>
      </p:sp>
      <p:sp>
        <p:nvSpPr>
          <p:cNvPr id="342" name="Google Shape;342;p48"/>
          <p:cNvSpPr txBox="1"/>
          <p:nvPr>
            <p:ph idx="3" type="subTitle"/>
          </p:nvPr>
        </p:nvSpPr>
        <p:spPr>
          <a:xfrm>
            <a:off x="996025" y="2435788"/>
            <a:ext cx="7110300" cy="400200"/>
          </a:xfrm>
          <a:prstGeom prst="rect">
            <a:avLst/>
          </a:prstGeom>
        </p:spPr>
        <p:txBody>
          <a:bodyPr anchorCtr="0" anchor="t" bIns="91425" lIns="0" spcFirstLastPara="1" rIns="91425" wrap="square" tIns="0">
            <a:noAutofit/>
          </a:bodyPr>
          <a:lstStyle>
            <a:lvl1pPr lvl="0">
              <a:spcBef>
                <a:spcPts val="0"/>
              </a:spcBef>
              <a:spcAft>
                <a:spcPts val="0"/>
              </a:spcAft>
              <a:buSzPts val="1400"/>
              <a:buNone/>
              <a:defRPr sz="1400"/>
            </a:lvl1pPr>
            <a:lvl2pPr lvl="1">
              <a:spcBef>
                <a:spcPts val="0"/>
              </a:spcBef>
              <a:spcAft>
                <a:spcPts val="0"/>
              </a:spcAft>
              <a:buSzPts val="1800"/>
              <a:buNone/>
              <a:defRPr/>
            </a:lvl2pPr>
            <a:lvl3pPr lvl="2">
              <a:spcBef>
                <a:spcPts val="0"/>
              </a:spcBef>
              <a:spcAft>
                <a:spcPts val="0"/>
              </a:spcAft>
              <a:buSzPts val="1800"/>
              <a:buNone/>
              <a:defRPr/>
            </a:lvl3pPr>
            <a:lvl4pPr lvl="3">
              <a:spcBef>
                <a:spcPts val="0"/>
              </a:spcBef>
              <a:spcAft>
                <a:spcPts val="0"/>
              </a:spcAft>
              <a:buSzPts val="1800"/>
              <a:buNone/>
              <a:defRPr/>
            </a:lvl4pPr>
            <a:lvl5pPr lvl="4">
              <a:spcBef>
                <a:spcPts val="0"/>
              </a:spcBef>
              <a:spcAft>
                <a:spcPts val="0"/>
              </a:spcAft>
              <a:buSzPts val="18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p:txBody>
      </p:sp>
      <p:sp>
        <p:nvSpPr>
          <p:cNvPr id="343" name="Google Shape;343;p48"/>
          <p:cNvSpPr txBox="1"/>
          <p:nvPr>
            <p:ph idx="4" type="subTitle"/>
          </p:nvPr>
        </p:nvSpPr>
        <p:spPr>
          <a:xfrm>
            <a:off x="996025" y="3063525"/>
            <a:ext cx="7110300" cy="400200"/>
          </a:xfrm>
          <a:prstGeom prst="rect">
            <a:avLst/>
          </a:prstGeom>
        </p:spPr>
        <p:txBody>
          <a:bodyPr anchorCtr="0" anchor="t" bIns="91425" lIns="0" spcFirstLastPara="1" rIns="91425" wrap="square" tIns="0">
            <a:noAutofit/>
          </a:bodyPr>
          <a:lstStyle>
            <a:lvl1pPr lvl="0">
              <a:spcBef>
                <a:spcPts val="0"/>
              </a:spcBef>
              <a:spcAft>
                <a:spcPts val="0"/>
              </a:spcAft>
              <a:buSzPts val="1400"/>
              <a:buNone/>
              <a:defRPr sz="1400"/>
            </a:lvl1pPr>
            <a:lvl2pPr lvl="1">
              <a:spcBef>
                <a:spcPts val="0"/>
              </a:spcBef>
              <a:spcAft>
                <a:spcPts val="0"/>
              </a:spcAft>
              <a:buSzPts val="1800"/>
              <a:buNone/>
              <a:defRPr/>
            </a:lvl2pPr>
            <a:lvl3pPr lvl="2">
              <a:spcBef>
                <a:spcPts val="0"/>
              </a:spcBef>
              <a:spcAft>
                <a:spcPts val="0"/>
              </a:spcAft>
              <a:buSzPts val="1800"/>
              <a:buNone/>
              <a:defRPr/>
            </a:lvl3pPr>
            <a:lvl4pPr lvl="3">
              <a:spcBef>
                <a:spcPts val="0"/>
              </a:spcBef>
              <a:spcAft>
                <a:spcPts val="0"/>
              </a:spcAft>
              <a:buSzPts val="1800"/>
              <a:buNone/>
              <a:defRPr/>
            </a:lvl4pPr>
            <a:lvl5pPr lvl="4">
              <a:spcBef>
                <a:spcPts val="0"/>
              </a:spcBef>
              <a:spcAft>
                <a:spcPts val="0"/>
              </a:spcAft>
              <a:buSzPts val="18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p:txBody>
      </p:sp>
      <p:sp>
        <p:nvSpPr>
          <p:cNvPr id="344" name="Google Shape;344;p48"/>
          <p:cNvSpPr txBox="1"/>
          <p:nvPr>
            <p:ph type="title"/>
          </p:nvPr>
        </p:nvSpPr>
        <p:spPr>
          <a:xfrm>
            <a:off x="50" y="127400"/>
            <a:ext cx="9144000" cy="393600"/>
          </a:xfrm>
          <a:prstGeom prst="rect">
            <a:avLst/>
          </a:prstGeom>
        </p:spPr>
        <p:txBody>
          <a:bodyPr anchorCtr="0" anchor="t" bIns="91425" lIns="822950" spcFirstLastPara="1" rIns="91425" wrap="square" tIns="91425">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345" name="Google Shape;345;p48"/>
          <p:cNvSpPr txBox="1"/>
          <p:nvPr>
            <p:ph idx="5" type="title"/>
          </p:nvPr>
        </p:nvSpPr>
        <p:spPr>
          <a:xfrm>
            <a:off x="-6000" y="478650"/>
            <a:ext cx="9168600" cy="323100"/>
          </a:xfrm>
          <a:prstGeom prst="rect">
            <a:avLst/>
          </a:prstGeom>
        </p:spPr>
        <p:txBody>
          <a:bodyPr anchorCtr="0" anchor="t" bIns="91425" lIns="822950" spcFirstLastPara="1" rIns="91425" wrap="square" tIns="91425">
            <a:noAutofit/>
          </a:bodyPr>
          <a:lstStyle>
            <a:lvl1pPr lvl="0">
              <a:spcBef>
                <a:spcPts val="0"/>
              </a:spcBef>
              <a:spcAft>
                <a:spcPts val="0"/>
              </a:spcAft>
              <a:buSzPts val="1800"/>
              <a:buNone/>
              <a:defRPr b="0" sz="1800"/>
            </a:lvl1pPr>
            <a:lvl2pPr lvl="1">
              <a:spcBef>
                <a:spcPts val="0"/>
              </a:spcBef>
              <a:spcAft>
                <a:spcPts val="0"/>
              </a:spcAft>
              <a:buSzPts val="1800"/>
              <a:buFont typeface="Roboto"/>
              <a:buNone/>
              <a:defRPr sz="1800">
                <a:latin typeface="Roboto"/>
                <a:ea typeface="Roboto"/>
                <a:cs typeface="Roboto"/>
                <a:sym typeface="Roboto"/>
              </a:defRPr>
            </a:lvl2pPr>
            <a:lvl3pPr lvl="2">
              <a:spcBef>
                <a:spcPts val="0"/>
              </a:spcBef>
              <a:spcAft>
                <a:spcPts val="0"/>
              </a:spcAft>
              <a:buSzPts val="1800"/>
              <a:buFont typeface="Roboto"/>
              <a:buNone/>
              <a:defRPr sz="1800">
                <a:latin typeface="Roboto"/>
                <a:ea typeface="Roboto"/>
                <a:cs typeface="Roboto"/>
                <a:sym typeface="Roboto"/>
              </a:defRPr>
            </a:lvl3pPr>
            <a:lvl4pPr lvl="3">
              <a:spcBef>
                <a:spcPts val="0"/>
              </a:spcBef>
              <a:spcAft>
                <a:spcPts val="0"/>
              </a:spcAft>
              <a:buSzPts val="1800"/>
              <a:buFont typeface="Roboto"/>
              <a:buNone/>
              <a:defRPr sz="1800">
                <a:latin typeface="Roboto"/>
                <a:ea typeface="Roboto"/>
                <a:cs typeface="Roboto"/>
                <a:sym typeface="Roboto"/>
              </a:defRPr>
            </a:lvl4pPr>
            <a:lvl5pPr lvl="4">
              <a:spcBef>
                <a:spcPts val="0"/>
              </a:spcBef>
              <a:spcAft>
                <a:spcPts val="0"/>
              </a:spcAft>
              <a:buSzPts val="1800"/>
              <a:buFont typeface="Roboto"/>
              <a:buNone/>
              <a:defRPr sz="1800">
                <a:latin typeface="Roboto"/>
                <a:ea typeface="Roboto"/>
                <a:cs typeface="Roboto"/>
                <a:sym typeface="Roboto"/>
              </a:defRPr>
            </a:lvl5pPr>
            <a:lvl6pPr lvl="5">
              <a:spcBef>
                <a:spcPts val="0"/>
              </a:spcBef>
              <a:spcAft>
                <a:spcPts val="0"/>
              </a:spcAft>
              <a:buSzPts val="1800"/>
              <a:buFont typeface="Roboto"/>
              <a:buNone/>
              <a:defRPr sz="1800">
                <a:latin typeface="Roboto"/>
                <a:ea typeface="Roboto"/>
                <a:cs typeface="Roboto"/>
                <a:sym typeface="Roboto"/>
              </a:defRPr>
            </a:lvl6pPr>
            <a:lvl7pPr lvl="6">
              <a:spcBef>
                <a:spcPts val="0"/>
              </a:spcBef>
              <a:spcAft>
                <a:spcPts val="0"/>
              </a:spcAft>
              <a:buSzPts val="1800"/>
              <a:buFont typeface="Roboto"/>
              <a:buNone/>
              <a:defRPr sz="1800">
                <a:latin typeface="Roboto"/>
                <a:ea typeface="Roboto"/>
                <a:cs typeface="Roboto"/>
                <a:sym typeface="Roboto"/>
              </a:defRPr>
            </a:lvl7pPr>
            <a:lvl8pPr lvl="7">
              <a:spcBef>
                <a:spcPts val="0"/>
              </a:spcBef>
              <a:spcAft>
                <a:spcPts val="0"/>
              </a:spcAft>
              <a:buSzPts val="1800"/>
              <a:buFont typeface="Roboto"/>
              <a:buNone/>
              <a:defRPr sz="1800">
                <a:latin typeface="Roboto"/>
                <a:ea typeface="Roboto"/>
                <a:cs typeface="Roboto"/>
                <a:sym typeface="Roboto"/>
              </a:defRPr>
            </a:lvl8pPr>
            <a:lvl9pPr lvl="8">
              <a:spcBef>
                <a:spcPts val="0"/>
              </a:spcBef>
              <a:spcAft>
                <a:spcPts val="0"/>
              </a:spcAft>
              <a:buSzPts val="1800"/>
              <a:buFont typeface="Roboto"/>
              <a:buNone/>
              <a:defRPr sz="1800">
                <a:latin typeface="Roboto"/>
                <a:ea typeface="Roboto"/>
                <a:cs typeface="Roboto"/>
                <a:sym typeface="Roboto"/>
              </a:defRPr>
            </a:lvl9pPr>
          </a:lstStyle>
          <a:p/>
        </p:txBody>
      </p:sp>
      <p:sp>
        <p:nvSpPr>
          <p:cNvPr id="346" name="Google Shape;346;p48"/>
          <p:cNvSpPr/>
          <p:nvPr/>
        </p:nvSpPr>
        <p:spPr>
          <a:xfrm>
            <a:off x="136025" y="233625"/>
            <a:ext cx="572700" cy="572700"/>
          </a:xfrm>
          <a:prstGeom prst="ellipse">
            <a:avLst/>
          </a:prstGeom>
          <a:solidFill>
            <a:srgbClr val="FCB91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47" name="Google Shape;347;p48"/>
          <p:cNvPicPr preferRelativeResize="0"/>
          <p:nvPr/>
        </p:nvPicPr>
        <p:blipFill>
          <a:blip r:embed="rId2">
            <a:alphaModFix/>
          </a:blip>
          <a:stretch>
            <a:fillRect/>
          </a:stretch>
        </p:blipFill>
        <p:spPr>
          <a:xfrm>
            <a:off x="173938" y="271538"/>
            <a:ext cx="496875" cy="496875"/>
          </a:xfrm>
          <a:prstGeom prst="rect">
            <a:avLst/>
          </a:prstGeom>
          <a:noFill/>
          <a:ln>
            <a:noFill/>
          </a:ln>
        </p:spPr>
      </p:pic>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1">
  <p:cSld name="TITLE_AND_BODY_1">
    <p:spTree>
      <p:nvGrpSpPr>
        <p:cNvPr id="348" name="Shape 348"/>
        <p:cNvGrpSpPr/>
        <p:nvPr/>
      </p:nvGrpSpPr>
      <p:grpSpPr>
        <a:xfrm>
          <a:off x="0" y="0"/>
          <a:ext cx="0" cy="0"/>
          <a:chOff x="0" y="0"/>
          <a:chExt cx="0" cy="0"/>
        </a:xfrm>
      </p:grpSpPr>
      <p:sp>
        <p:nvSpPr>
          <p:cNvPr id="349" name="Google Shape;349;p49"/>
          <p:cNvSpPr txBox="1"/>
          <p:nvPr>
            <p:ph type="title"/>
          </p:nvPr>
        </p:nvSpPr>
        <p:spPr>
          <a:xfrm>
            <a:off x="311700" y="445025"/>
            <a:ext cx="8520600" cy="572700"/>
          </a:xfrm>
          <a:prstGeom prst="rect">
            <a:avLst/>
          </a:prstGeom>
        </p:spPr>
        <p:txBody>
          <a:bodyPr anchorCtr="0" anchor="t" bIns="0" lIns="0" spcFirstLastPara="1" rIns="0" wrap="square" tIns="0">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350" name="Google Shape;350;p49"/>
          <p:cNvSpPr txBox="1"/>
          <p:nvPr>
            <p:ph idx="1" type="body"/>
          </p:nvPr>
        </p:nvSpPr>
        <p:spPr>
          <a:xfrm>
            <a:off x="311700" y="1152475"/>
            <a:ext cx="8520600" cy="3416400"/>
          </a:xfrm>
          <a:prstGeom prst="rect">
            <a:avLst/>
          </a:prstGeom>
        </p:spPr>
        <p:txBody>
          <a:bodyPr anchorCtr="0" anchor="t" bIns="91425" lIns="0" spcFirstLastPara="1" rIns="91425" wrap="square" tIns="0">
            <a:noAutofit/>
          </a:bodyPr>
          <a:lstStyle>
            <a:lvl1pPr indent="-342900" lvl="0" marL="457200">
              <a:spcBef>
                <a:spcPts val="0"/>
              </a:spcBef>
              <a:spcAft>
                <a:spcPts val="0"/>
              </a:spcAft>
              <a:buSzPts val="1800"/>
              <a:buChar char="●"/>
              <a:defRPr/>
            </a:lvl1pPr>
            <a:lvl2pPr indent="-342900" lvl="1" marL="914400">
              <a:spcBef>
                <a:spcPts val="0"/>
              </a:spcBef>
              <a:spcAft>
                <a:spcPts val="0"/>
              </a:spcAft>
              <a:buSzPts val="1800"/>
              <a:buChar char="○"/>
              <a:defRPr/>
            </a:lvl2pPr>
            <a:lvl3pPr indent="-342900" lvl="2" marL="1371600">
              <a:spcBef>
                <a:spcPts val="0"/>
              </a:spcBef>
              <a:spcAft>
                <a:spcPts val="0"/>
              </a:spcAft>
              <a:buSzPts val="18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351" name="Google Shape;351;p4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2">
  <p:cSld name="CUSTOM_27">
    <p:bg>
      <p:bgPr>
        <a:solidFill>
          <a:srgbClr val="FFFFFF"/>
        </a:solidFill>
      </p:bgPr>
    </p:bg>
    <p:spTree>
      <p:nvGrpSpPr>
        <p:cNvPr id="352" name="Shape 352"/>
        <p:cNvGrpSpPr/>
        <p:nvPr/>
      </p:nvGrpSpPr>
      <p:grpSpPr>
        <a:xfrm>
          <a:off x="0" y="0"/>
          <a:ext cx="0" cy="0"/>
          <a:chOff x="0" y="0"/>
          <a:chExt cx="0" cy="0"/>
        </a:xfrm>
      </p:grpSpPr>
      <p:sp>
        <p:nvSpPr>
          <p:cNvPr id="353" name="Google Shape;353;p50"/>
          <p:cNvSpPr/>
          <p:nvPr/>
        </p:nvSpPr>
        <p:spPr>
          <a:xfrm flipH="1">
            <a:off x="6333225" y="1422943"/>
            <a:ext cx="2428500" cy="3178500"/>
          </a:xfrm>
          <a:prstGeom prst="round2DiagRect">
            <a:avLst>
              <a:gd fmla="val 16667" name="adj1"/>
              <a:gd fmla="val 0" name="adj2"/>
            </a:avLst>
          </a:prstGeom>
          <a:solidFill>
            <a:srgbClr val="F3F3F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4" name="Google Shape;354;p50"/>
          <p:cNvSpPr txBox="1"/>
          <p:nvPr/>
        </p:nvSpPr>
        <p:spPr>
          <a:xfrm>
            <a:off x="6359750" y="1907245"/>
            <a:ext cx="2371500" cy="2694300"/>
          </a:xfrm>
          <a:prstGeom prst="rect">
            <a:avLst/>
          </a:prstGeom>
          <a:noFill/>
          <a:ln>
            <a:noFill/>
          </a:ln>
        </p:spPr>
        <p:txBody>
          <a:bodyPr anchorCtr="0" anchor="t" bIns="182875" lIns="182875" spcFirstLastPara="1" rIns="182875" wrap="square" tIns="182875">
            <a:noAutofit/>
          </a:bodyPr>
          <a:lstStyle/>
          <a:p>
            <a:pPr indent="0" lvl="0" marL="0" rtl="0" algn="l">
              <a:lnSpc>
                <a:spcPct val="115000"/>
              </a:lnSpc>
              <a:spcBef>
                <a:spcPts val="0"/>
              </a:spcBef>
              <a:spcAft>
                <a:spcPts val="0"/>
              </a:spcAft>
              <a:buNone/>
            </a:pPr>
            <a:r>
              <a:t/>
            </a:r>
            <a:endParaRPr>
              <a:latin typeface="Roboto Light"/>
              <a:ea typeface="Roboto Light"/>
              <a:cs typeface="Roboto Light"/>
              <a:sym typeface="Roboto Light"/>
            </a:endParaRPr>
          </a:p>
        </p:txBody>
      </p:sp>
      <p:sp>
        <p:nvSpPr>
          <p:cNvPr id="355" name="Google Shape;355;p50"/>
          <p:cNvSpPr/>
          <p:nvPr/>
        </p:nvSpPr>
        <p:spPr>
          <a:xfrm>
            <a:off x="6332699" y="1345100"/>
            <a:ext cx="2427300" cy="476700"/>
          </a:xfrm>
          <a:prstGeom prst="roundRect">
            <a:avLst>
              <a:gd fmla="val 13342" name="adj"/>
            </a:avLst>
          </a:prstGeom>
          <a:solidFill>
            <a:srgbClr val="04346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Roboto Light"/>
              <a:ea typeface="Roboto Light"/>
              <a:cs typeface="Roboto Light"/>
              <a:sym typeface="Roboto Light"/>
            </a:endParaRPr>
          </a:p>
        </p:txBody>
      </p:sp>
      <p:sp>
        <p:nvSpPr>
          <p:cNvPr id="356" name="Google Shape;356;p50"/>
          <p:cNvSpPr/>
          <p:nvPr/>
        </p:nvSpPr>
        <p:spPr>
          <a:xfrm flipH="1">
            <a:off x="467725" y="1422048"/>
            <a:ext cx="2428500" cy="3178500"/>
          </a:xfrm>
          <a:prstGeom prst="round2DiagRect">
            <a:avLst>
              <a:gd fmla="val 16667" name="adj1"/>
              <a:gd fmla="val 0" name="adj2"/>
            </a:avLst>
          </a:prstGeom>
          <a:solidFill>
            <a:srgbClr val="F3F3F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7" name="Google Shape;357;p50"/>
          <p:cNvSpPr txBox="1"/>
          <p:nvPr/>
        </p:nvSpPr>
        <p:spPr>
          <a:xfrm>
            <a:off x="494250" y="1906474"/>
            <a:ext cx="2371500" cy="2694300"/>
          </a:xfrm>
          <a:prstGeom prst="rect">
            <a:avLst/>
          </a:prstGeom>
          <a:noFill/>
          <a:ln>
            <a:noFill/>
          </a:ln>
        </p:spPr>
        <p:txBody>
          <a:bodyPr anchorCtr="0" anchor="t" bIns="182875" lIns="182875" spcFirstLastPara="1" rIns="182875" wrap="square" tIns="182875">
            <a:noAutofit/>
          </a:bodyPr>
          <a:lstStyle/>
          <a:p>
            <a:pPr indent="0" lvl="0" marL="0" rtl="0" algn="l">
              <a:lnSpc>
                <a:spcPct val="115000"/>
              </a:lnSpc>
              <a:spcBef>
                <a:spcPts val="0"/>
              </a:spcBef>
              <a:spcAft>
                <a:spcPts val="0"/>
              </a:spcAft>
              <a:buNone/>
            </a:pPr>
            <a:r>
              <a:t/>
            </a:r>
            <a:endParaRPr>
              <a:latin typeface="Roboto Light"/>
              <a:ea typeface="Roboto Light"/>
              <a:cs typeface="Roboto Light"/>
              <a:sym typeface="Roboto Light"/>
            </a:endParaRPr>
          </a:p>
        </p:txBody>
      </p:sp>
      <p:sp>
        <p:nvSpPr>
          <p:cNvPr id="358" name="Google Shape;358;p50"/>
          <p:cNvSpPr/>
          <p:nvPr/>
        </p:nvSpPr>
        <p:spPr>
          <a:xfrm>
            <a:off x="468324" y="1345100"/>
            <a:ext cx="2427300" cy="476700"/>
          </a:xfrm>
          <a:prstGeom prst="roundRect">
            <a:avLst>
              <a:gd fmla="val 13342" name="adj"/>
            </a:avLst>
          </a:prstGeom>
          <a:solidFill>
            <a:srgbClr val="2E5E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100"/>
              <a:buFont typeface="Arial"/>
              <a:buNone/>
            </a:pPr>
            <a:r>
              <a:t/>
            </a:r>
            <a:endParaRPr i="0" sz="2100" u="none" cap="none" strike="noStrike">
              <a:solidFill>
                <a:schemeClr val="lt1"/>
              </a:solidFill>
              <a:latin typeface="Roboto"/>
              <a:ea typeface="Roboto"/>
              <a:cs typeface="Roboto"/>
              <a:sym typeface="Roboto"/>
            </a:endParaRPr>
          </a:p>
        </p:txBody>
      </p:sp>
      <p:sp>
        <p:nvSpPr>
          <p:cNvPr id="359" name="Google Shape;359;p50"/>
          <p:cNvSpPr/>
          <p:nvPr/>
        </p:nvSpPr>
        <p:spPr>
          <a:xfrm flipH="1">
            <a:off x="3405788" y="1422048"/>
            <a:ext cx="2428500" cy="3178500"/>
          </a:xfrm>
          <a:prstGeom prst="round2DiagRect">
            <a:avLst>
              <a:gd fmla="val 16667" name="adj1"/>
              <a:gd fmla="val 0" name="adj2"/>
            </a:avLst>
          </a:prstGeom>
          <a:solidFill>
            <a:srgbClr val="F3F3F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0" name="Google Shape;360;p50"/>
          <p:cNvSpPr txBox="1"/>
          <p:nvPr/>
        </p:nvSpPr>
        <p:spPr>
          <a:xfrm>
            <a:off x="3432313" y="1906486"/>
            <a:ext cx="2371500" cy="2694300"/>
          </a:xfrm>
          <a:prstGeom prst="rect">
            <a:avLst/>
          </a:prstGeom>
          <a:noFill/>
          <a:ln>
            <a:noFill/>
          </a:ln>
        </p:spPr>
        <p:txBody>
          <a:bodyPr anchorCtr="0" anchor="t" bIns="182875" lIns="182875" spcFirstLastPara="1" rIns="182875" wrap="square" tIns="182875">
            <a:noAutofit/>
          </a:bodyPr>
          <a:lstStyle/>
          <a:p>
            <a:pPr indent="0" lvl="0" marL="0" rtl="0" algn="l">
              <a:lnSpc>
                <a:spcPct val="115000"/>
              </a:lnSpc>
              <a:spcBef>
                <a:spcPts val="0"/>
              </a:spcBef>
              <a:spcAft>
                <a:spcPts val="0"/>
              </a:spcAft>
              <a:buNone/>
            </a:pPr>
            <a:r>
              <a:t/>
            </a:r>
            <a:endParaRPr>
              <a:latin typeface="Roboto Light"/>
              <a:ea typeface="Roboto Light"/>
              <a:cs typeface="Roboto Light"/>
              <a:sym typeface="Roboto Light"/>
            </a:endParaRPr>
          </a:p>
        </p:txBody>
      </p:sp>
      <p:sp>
        <p:nvSpPr>
          <p:cNvPr id="361" name="Google Shape;361;p50"/>
          <p:cNvSpPr txBox="1"/>
          <p:nvPr/>
        </p:nvSpPr>
        <p:spPr>
          <a:xfrm>
            <a:off x="3366713" y="1345000"/>
            <a:ext cx="2342400" cy="476700"/>
          </a:xfrm>
          <a:prstGeom prst="rect">
            <a:avLst/>
          </a:prstGeom>
          <a:noFill/>
          <a:ln>
            <a:noFill/>
          </a:ln>
        </p:spPr>
        <p:txBody>
          <a:bodyPr anchorCtr="0" anchor="t" bIns="91425" lIns="137150" spcFirstLastPara="1" rIns="91425" wrap="square" tIns="91425">
            <a:noAutofit/>
          </a:bodyPr>
          <a:lstStyle/>
          <a:p>
            <a:pPr indent="0" lvl="0" marL="0" rtl="0" algn="l">
              <a:spcBef>
                <a:spcPts val="0"/>
              </a:spcBef>
              <a:spcAft>
                <a:spcPts val="0"/>
              </a:spcAft>
              <a:buNone/>
            </a:pPr>
            <a:r>
              <a:t/>
            </a:r>
            <a:endParaRPr>
              <a:solidFill>
                <a:srgbClr val="28363B"/>
              </a:solidFill>
              <a:latin typeface="Roboto Medium"/>
              <a:ea typeface="Roboto Medium"/>
              <a:cs typeface="Roboto Medium"/>
              <a:sym typeface="Roboto Medium"/>
            </a:endParaRPr>
          </a:p>
        </p:txBody>
      </p:sp>
      <p:sp>
        <p:nvSpPr>
          <p:cNvPr id="362" name="Google Shape;362;p50"/>
          <p:cNvSpPr txBox="1"/>
          <p:nvPr/>
        </p:nvSpPr>
        <p:spPr>
          <a:xfrm>
            <a:off x="6304775" y="1345000"/>
            <a:ext cx="2323800" cy="476700"/>
          </a:xfrm>
          <a:prstGeom prst="rect">
            <a:avLst/>
          </a:prstGeom>
          <a:noFill/>
          <a:ln>
            <a:noFill/>
          </a:ln>
        </p:spPr>
        <p:txBody>
          <a:bodyPr anchorCtr="0" anchor="t" bIns="91425" lIns="137150" spcFirstLastPara="1" rIns="91425" wrap="square" tIns="91425">
            <a:noAutofit/>
          </a:bodyPr>
          <a:lstStyle/>
          <a:p>
            <a:pPr indent="0" lvl="0" marL="0" rtl="0" algn="l">
              <a:spcBef>
                <a:spcPts val="0"/>
              </a:spcBef>
              <a:spcAft>
                <a:spcPts val="0"/>
              </a:spcAft>
              <a:buNone/>
            </a:pPr>
            <a:r>
              <a:t/>
            </a:r>
            <a:endParaRPr>
              <a:solidFill>
                <a:schemeClr val="lt1"/>
              </a:solidFill>
              <a:latin typeface="Roboto"/>
              <a:ea typeface="Roboto"/>
              <a:cs typeface="Roboto"/>
              <a:sym typeface="Roboto"/>
            </a:endParaRPr>
          </a:p>
        </p:txBody>
      </p:sp>
      <p:sp>
        <p:nvSpPr>
          <p:cNvPr id="363" name="Google Shape;363;p50"/>
          <p:cNvSpPr/>
          <p:nvPr/>
        </p:nvSpPr>
        <p:spPr>
          <a:xfrm>
            <a:off x="3399112" y="1345100"/>
            <a:ext cx="2427300" cy="476700"/>
          </a:xfrm>
          <a:prstGeom prst="roundRect">
            <a:avLst>
              <a:gd fmla="val 13342" name="adj"/>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100"/>
              <a:buFont typeface="Arial"/>
              <a:buNone/>
            </a:pPr>
            <a:r>
              <a:t/>
            </a:r>
            <a:endParaRPr i="0" sz="2100" u="none" cap="none" strike="noStrike">
              <a:solidFill>
                <a:srgbClr val="000000"/>
              </a:solidFill>
              <a:latin typeface="Roboto"/>
              <a:ea typeface="Roboto"/>
              <a:cs typeface="Roboto"/>
              <a:sym typeface="Roboto"/>
            </a:endParaRPr>
          </a:p>
        </p:txBody>
      </p:sp>
      <p:sp>
        <p:nvSpPr>
          <p:cNvPr id="364" name="Google Shape;364;p50"/>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365" name="Google Shape;365;p50"/>
          <p:cNvSpPr txBox="1"/>
          <p:nvPr>
            <p:ph idx="2" type="title"/>
          </p:nvPr>
        </p:nvSpPr>
        <p:spPr>
          <a:xfrm>
            <a:off x="-6000" y="515275"/>
            <a:ext cx="9168600" cy="323100"/>
          </a:xfrm>
          <a:prstGeom prst="rect">
            <a:avLst/>
          </a:prstGeom>
        </p:spPr>
        <p:txBody>
          <a:bodyPr anchorCtr="0" anchor="t" bIns="91425" lIns="365750" spcFirstLastPara="1" rIns="91425" wrap="square" tIns="91425">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estion slide">
  <p:cSld name="CUSTOM_4_1_2_2">
    <p:spTree>
      <p:nvGrpSpPr>
        <p:cNvPr id="366" name="Shape 366"/>
        <p:cNvGrpSpPr/>
        <p:nvPr/>
      </p:nvGrpSpPr>
      <p:grpSpPr>
        <a:xfrm>
          <a:off x="0" y="0"/>
          <a:ext cx="0" cy="0"/>
          <a:chOff x="0" y="0"/>
          <a:chExt cx="0" cy="0"/>
        </a:xfrm>
      </p:grpSpPr>
      <p:sp>
        <p:nvSpPr>
          <p:cNvPr id="367" name="Google Shape;367;p51"/>
          <p:cNvSpPr/>
          <p:nvPr/>
        </p:nvSpPr>
        <p:spPr>
          <a:xfrm>
            <a:off x="459099" y="1336050"/>
            <a:ext cx="2471400" cy="2471400"/>
          </a:xfrm>
          <a:prstGeom prst="ellipse">
            <a:avLst/>
          </a:prstGeom>
          <a:solidFill>
            <a:srgbClr val="FCB912"/>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 name="Google Shape;368;p51"/>
          <p:cNvSpPr txBox="1"/>
          <p:nvPr>
            <p:ph type="title"/>
          </p:nvPr>
        </p:nvSpPr>
        <p:spPr>
          <a:xfrm>
            <a:off x="3141250" y="1925250"/>
            <a:ext cx="5555100" cy="1304700"/>
          </a:xfrm>
          <a:prstGeom prst="rect">
            <a:avLst/>
          </a:prstGeom>
        </p:spPr>
        <p:txBody>
          <a:bodyPr anchorCtr="0" anchor="t" bIns="91425" lIns="91425" spcFirstLastPara="1" rIns="91425" wrap="square" tIns="91425">
            <a:noAutofit/>
          </a:bodyPr>
          <a:lstStyle>
            <a:lvl1pPr lvl="0">
              <a:spcBef>
                <a:spcPts val="0"/>
              </a:spcBef>
              <a:spcAft>
                <a:spcPts val="0"/>
              </a:spcAft>
              <a:buSzPts val="3800"/>
              <a:buNone/>
              <a:defRPr sz="3800">
                <a:latin typeface="Roboto Light"/>
                <a:ea typeface="Roboto Light"/>
                <a:cs typeface="Roboto Light"/>
                <a:sym typeface="Roboto Light"/>
              </a:defRPr>
            </a:lvl1pPr>
            <a:lvl2pPr lvl="1">
              <a:spcBef>
                <a:spcPts val="0"/>
              </a:spcBef>
              <a:spcAft>
                <a:spcPts val="0"/>
              </a:spcAft>
              <a:buClr>
                <a:srgbClr val="2E5E73"/>
              </a:buClr>
              <a:buSzPts val="3800"/>
              <a:buNone/>
              <a:defRPr sz="3800">
                <a:solidFill>
                  <a:srgbClr val="2E5E73"/>
                </a:solidFill>
                <a:latin typeface="Roboto Light"/>
                <a:ea typeface="Roboto Light"/>
                <a:cs typeface="Roboto Light"/>
                <a:sym typeface="Roboto Light"/>
              </a:defRPr>
            </a:lvl2pPr>
            <a:lvl3pPr lvl="2">
              <a:spcBef>
                <a:spcPts val="0"/>
              </a:spcBef>
              <a:spcAft>
                <a:spcPts val="0"/>
              </a:spcAft>
              <a:buClr>
                <a:srgbClr val="2E5E73"/>
              </a:buClr>
              <a:buSzPts val="3800"/>
              <a:buNone/>
              <a:defRPr sz="3800">
                <a:solidFill>
                  <a:srgbClr val="2E5E73"/>
                </a:solidFill>
                <a:latin typeface="Roboto Light"/>
                <a:ea typeface="Roboto Light"/>
                <a:cs typeface="Roboto Light"/>
                <a:sym typeface="Roboto Light"/>
              </a:defRPr>
            </a:lvl3pPr>
            <a:lvl4pPr lvl="3">
              <a:spcBef>
                <a:spcPts val="0"/>
              </a:spcBef>
              <a:spcAft>
                <a:spcPts val="0"/>
              </a:spcAft>
              <a:buClr>
                <a:srgbClr val="2E5E73"/>
              </a:buClr>
              <a:buSzPts val="3800"/>
              <a:buNone/>
              <a:defRPr sz="3800">
                <a:solidFill>
                  <a:srgbClr val="2E5E73"/>
                </a:solidFill>
                <a:latin typeface="Roboto Light"/>
                <a:ea typeface="Roboto Light"/>
                <a:cs typeface="Roboto Light"/>
                <a:sym typeface="Roboto Light"/>
              </a:defRPr>
            </a:lvl4pPr>
            <a:lvl5pPr lvl="4">
              <a:spcBef>
                <a:spcPts val="0"/>
              </a:spcBef>
              <a:spcAft>
                <a:spcPts val="0"/>
              </a:spcAft>
              <a:buClr>
                <a:srgbClr val="2E5E73"/>
              </a:buClr>
              <a:buSzPts val="3800"/>
              <a:buNone/>
              <a:defRPr sz="3800">
                <a:solidFill>
                  <a:srgbClr val="2E5E73"/>
                </a:solidFill>
                <a:latin typeface="Roboto Light"/>
                <a:ea typeface="Roboto Light"/>
                <a:cs typeface="Roboto Light"/>
                <a:sym typeface="Roboto Light"/>
              </a:defRPr>
            </a:lvl5pPr>
            <a:lvl6pPr lvl="5">
              <a:spcBef>
                <a:spcPts val="0"/>
              </a:spcBef>
              <a:spcAft>
                <a:spcPts val="0"/>
              </a:spcAft>
              <a:buClr>
                <a:srgbClr val="2E5E73"/>
              </a:buClr>
              <a:buSzPts val="3800"/>
              <a:buNone/>
              <a:defRPr sz="3800">
                <a:solidFill>
                  <a:srgbClr val="2E5E73"/>
                </a:solidFill>
                <a:latin typeface="Roboto Light"/>
                <a:ea typeface="Roboto Light"/>
                <a:cs typeface="Roboto Light"/>
                <a:sym typeface="Roboto Light"/>
              </a:defRPr>
            </a:lvl6pPr>
            <a:lvl7pPr lvl="6">
              <a:spcBef>
                <a:spcPts val="0"/>
              </a:spcBef>
              <a:spcAft>
                <a:spcPts val="0"/>
              </a:spcAft>
              <a:buClr>
                <a:srgbClr val="2E5E73"/>
              </a:buClr>
              <a:buSzPts val="3800"/>
              <a:buNone/>
              <a:defRPr sz="3800">
                <a:solidFill>
                  <a:srgbClr val="2E5E73"/>
                </a:solidFill>
                <a:latin typeface="Roboto Light"/>
                <a:ea typeface="Roboto Light"/>
                <a:cs typeface="Roboto Light"/>
                <a:sym typeface="Roboto Light"/>
              </a:defRPr>
            </a:lvl7pPr>
            <a:lvl8pPr lvl="7">
              <a:spcBef>
                <a:spcPts val="0"/>
              </a:spcBef>
              <a:spcAft>
                <a:spcPts val="0"/>
              </a:spcAft>
              <a:buClr>
                <a:srgbClr val="2E5E73"/>
              </a:buClr>
              <a:buSzPts val="3800"/>
              <a:buNone/>
              <a:defRPr sz="3800">
                <a:solidFill>
                  <a:srgbClr val="2E5E73"/>
                </a:solidFill>
                <a:latin typeface="Roboto Light"/>
                <a:ea typeface="Roboto Light"/>
                <a:cs typeface="Roboto Light"/>
                <a:sym typeface="Roboto Light"/>
              </a:defRPr>
            </a:lvl8pPr>
            <a:lvl9pPr lvl="8">
              <a:spcBef>
                <a:spcPts val="0"/>
              </a:spcBef>
              <a:spcAft>
                <a:spcPts val="0"/>
              </a:spcAft>
              <a:buClr>
                <a:srgbClr val="2E5E73"/>
              </a:buClr>
              <a:buSzPts val="3800"/>
              <a:buNone/>
              <a:defRPr sz="3800">
                <a:solidFill>
                  <a:srgbClr val="2E5E73"/>
                </a:solidFill>
                <a:latin typeface="Roboto Light"/>
                <a:ea typeface="Roboto Light"/>
                <a:cs typeface="Roboto Light"/>
                <a:sym typeface="Roboto Light"/>
              </a:defRPr>
            </a:lvl9pPr>
          </a:lstStyle>
          <a:p/>
        </p:txBody>
      </p:sp>
      <p:pic>
        <p:nvPicPr>
          <p:cNvPr id="369" name="Google Shape;369;p51"/>
          <p:cNvPicPr preferRelativeResize="0"/>
          <p:nvPr/>
        </p:nvPicPr>
        <p:blipFill>
          <a:blip r:embed="rId2">
            <a:alphaModFix/>
          </a:blip>
          <a:stretch>
            <a:fillRect/>
          </a:stretch>
        </p:blipFill>
        <p:spPr>
          <a:xfrm>
            <a:off x="1242338" y="1946150"/>
            <a:ext cx="904875" cy="1343025"/>
          </a:xfrm>
          <a:prstGeom prst="rect">
            <a:avLst/>
          </a:prstGeom>
          <a:noFill/>
          <a:ln>
            <a:noFill/>
          </a:ln>
        </p:spPr>
      </p:pic>
      <p:pic>
        <p:nvPicPr>
          <p:cNvPr id="370" name="Google Shape;370;p51"/>
          <p:cNvPicPr preferRelativeResize="0"/>
          <p:nvPr/>
        </p:nvPicPr>
        <p:blipFill rotWithShape="1">
          <a:blip r:embed="rId3">
            <a:alphaModFix amt="11000"/>
          </a:blip>
          <a:srcRect b="7136" l="-6410" r="6410" t="-3050"/>
          <a:stretch/>
        </p:blipFill>
        <p:spPr>
          <a:xfrm>
            <a:off x="5157740" y="2672100"/>
            <a:ext cx="3986260" cy="2471400"/>
          </a:xfrm>
          <a:prstGeom prst="rect">
            <a:avLst/>
          </a:prstGeom>
          <a:noFill/>
          <a:ln>
            <a:noFill/>
          </a:ln>
        </p:spPr>
      </p:pic>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Key Idea slide">
  <p:cSld name="CUSTOM_4_1_2_3">
    <p:spTree>
      <p:nvGrpSpPr>
        <p:cNvPr id="371" name="Shape 371"/>
        <p:cNvGrpSpPr/>
        <p:nvPr/>
      </p:nvGrpSpPr>
      <p:grpSpPr>
        <a:xfrm>
          <a:off x="0" y="0"/>
          <a:ext cx="0" cy="0"/>
          <a:chOff x="0" y="0"/>
          <a:chExt cx="0" cy="0"/>
        </a:xfrm>
      </p:grpSpPr>
      <p:sp>
        <p:nvSpPr>
          <p:cNvPr id="372" name="Google Shape;372;p52"/>
          <p:cNvSpPr/>
          <p:nvPr/>
        </p:nvSpPr>
        <p:spPr>
          <a:xfrm>
            <a:off x="459099" y="1336050"/>
            <a:ext cx="2471400" cy="2471400"/>
          </a:xfrm>
          <a:prstGeom prst="ellipse">
            <a:avLst/>
          </a:prstGeom>
          <a:solidFill>
            <a:srgbClr val="FCB912"/>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73" name="Google Shape;373;p52"/>
          <p:cNvPicPr preferRelativeResize="0"/>
          <p:nvPr/>
        </p:nvPicPr>
        <p:blipFill>
          <a:blip r:embed="rId2">
            <a:alphaModFix/>
          </a:blip>
          <a:stretch>
            <a:fillRect/>
          </a:stretch>
        </p:blipFill>
        <p:spPr>
          <a:xfrm>
            <a:off x="772288" y="1643513"/>
            <a:ext cx="1856475" cy="1856475"/>
          </a:xfrm>
          <a:prstGeom prst="rect">
            <a:avLst/>
          </a:prstGeom>
          <a:noFill/>
          <a:ln>
            <a:noFill/>
          </a:ln>
        </p:spPr>
      </p:pic>
      <p:pic>
        <p:nvPicPr>
          <p:cNvPr id="374" name="Google Shape;374;p52"/>
          <p:cNvPicPr preferRelativeResize="0"/>
          <p:nvPr/>
        </p:nvPicPr>
        <p:blipFill rotWithShape="1">
          <a:blip r:embed="rId3">
            <a:alphaModFix amt="11000"/>
          </a:blip>
          <a:srcRect b="7136" l="-6410" r="6410" t="-3050"/>
          <a:stretch/>
        </p:blipFill>
        <p:spPr>
          <a:xfrm>
            <a:off x="5157740" y="2672100"/>
            <a:ext cx="3986260" cy="2471400"/>
          </a:xfrm>
          <a:prstGeom prst="rect">
            <a:avLst/>
          </a:prstGeom>
          <a:noFill/>
          <a:ln>
            <a:noFill/>
          </a:ln>
        </p:spPr>
      </p:pic>
      <p:sp>
        <p:nvSpPr>
          <p:cNvPr id="375" name="Google Shape;375;p52"/>
          <p:cNvSpPr txBox="1"/>
          <p:nvPr>
            <p:ph type="title"/>
          </p:nvPr>
        </p:nvSpPr>
        <p:spPr>
          <a:xfrm>
            <a:off x="3145536" y="1925250"/>
            <a:ext cx="5555100" cy="1304700"/>
          </a:xfrm>
          <a:prstGeom prst="rect">
            <a:avLst/>
          </a:prstGeom>
        </p:spPr>
        <p:txBody>
          <a:bodyPr anchorCtr="0" anchor="t" bIns="91425" lIns="91425" spcFirstLastPara="1" rIns="91425" wrap="square" tIns="91425">
            <a:noAutofit/>
          </a:bodyPr>
          <a:lstStyle>
            <a:lvl1pPr lvl="0">
              <a:spcBef>
                <a:spcPts val="0"/>
              </a:spcBef>
              <a:spcAft>
                <a:spcPts val="0"/>
              </a:spcAft>
              <a:buSzPts val="3800"/>
              <a:buNone/>
              <a:defRPr sz="3800">
                <a:latin typeface="Roboto Light"/>
                <a:ea typeface="Roboto Light"/>
                <a:cs typeface="Roboto Light"/>
                <a:sym typeface="Roboto Light"/>
              </a:defRPr>
            </a:lvl1pPr>
            <a:lvl2pPr lvl="1">
              <a:spcBef>
                <a:spcPts val="0"/>
              </a:spcBef>
              <a:spcAft>
                <a:spcPts val="0"/>
              </a:spcAft>
              <a:buClr>
                <a:srgbClr val="2E5E73"/>
              </a:buClr>
              <a:buSzPts val="3800"/>
              <a:buNone/>
              <a:defRPr sz="3800">
                <a:solidFill>
                  <a:srgbClr val="2E5E73"/>
                </a:solidFill>
                <a:latin typeface="Roboto Light"/>
                <a:ea typeface="Roboto Light"/>
                <a:cs typeface="Roboto Light"/>
                <a:sym typeface="Roboto Light"/>
              </a:defRPr>
            </a:lvl2pPr>
            <a:lvl3pPr lvl="2">
              <a:spcBef>
                <a:spcPts val="0"/>
              </a:spcBef>
              <a:spcAft>
                <a:spcPts val="0"/>
              </a:spcAft>
              <a:buClr>
                <a:srgbClr val="2E5E73"/>
              </a:buClr>
              <a:buSzPts val="3800"/>
              <a:buNone/>
              <a:defRPr sz="3800">
                <a:solidFill>
                  <a:srgbClr val="2E5E73"/>
                </a:solidFill>
                <a:latin typeface="Roboto Light"/>
                <a:ea typeface="Roboto Light"/>
                <a:cs typeface="Roboto Light"/>
                <a:sym typeface="Roboto Light"/>
              </a:defRPr>
            </a:lvl3pPr>
            <a:lvl4pPr lvl="3">
              <a:spcBef>
                <a:spcPts val="0"/>
              </a:spcBef>
              <a:spcAft>
                <a:spcPts val="0"/>
              </a:spcAft>
              <a:buClr>
                <a:srgbClr val="2E5E73"/>
              </a:buClr>
              <a:buSzPts val="3800"/>
              <a:buNone/>
              <a:defRPr sz="3800">
                <a:solidFill>
                  <a:srgbClr val="2E5E73"/>
                </a:solidFill>
                <a:latin typeface="Roboto Light"/>
                <a:ea typeface="Roboto Light"/>
                <a:cs typeface="Roboto Light"/>
                <a:sym typeface="Roboto Light"/>
              </a:defRPr>
            </a:lvl4pPr>
            <a:lvl5pPr lvl="4">
              <a:spcBef>
                <a:spcPts val="0"/>
              </a:spcBef>
              <a:spcAft>
                <a:spcPts val="0"/>
              </a:spcAft>
              <a:buClr>
                <a:srgbClr val="2E5E73"/>
              </a:buClr>
              <a:buSzPts val="3800"/>
              <a:buNone/>
              <a:defRPr sz="3800">
                <a:solidFill>
                  <a:srgbClr val="2E5E73"/>
                </a:solidFill>
                <a:latin typeface="Roboto Light"/>
                <a:ea typeface="Roboto Light"/>
                <a:cs typeface="Roboto Light"/>
                <a:sym typeface="Roboto Light"/>
              </a:defRPr>
            </a:lvl5pPr>
            <a:lvl6pPr lvl="5">
              <a:spcBef>
                <a:spcPts val="0"/>
              </a:spcBef>
              <a:spcAft>
                <a:spcPts val="0"/>
              </a:spcAft>
              <a:buClr>
                <a:srgbClr val="2E5E73"/>
              </a:buClr>
              <a:buSzPts val="3800"/>
              <a:buNone/>
              <a:defRPr sz="3800">
                <a:solidFill>
                  <a:srgbClr val="2E5E73"/>
                </a:solidFill>
                <a:latin typeface="Roboto Light"/>
                <a:ea typeface="Roboto Light"/>
                <a:cs typeface="Roboto Light"/>
                <a:sym typeface="Roboto Light"/>
              </a:defRPr>
            </a:lvl6pPr>
            <a:lvl7pPr lvl="6">
              <a:spcBef>
                <a:spcPts val="0"/>
              </a:spcBef>
              <a:spcAft>
                <a:spcPts val="0"/>
              </a:spcAft>
              <a:buClr>
                <a:srgbClr val="2E5E73"/>
              </a:buClr>
              <a:buSzPts val="3800"/>
              <a:buNone/>
              <a:defRPr sz="3800">
                <a:solidFill>
                  <a:srgbClr val="2E5E73"/>
                </a:solidFill>
                <a:latin typeface="Roboto Light"/>
                <a:ea typeface="Roboto Light"/>
                <a:cs typeface="Roboto Light"/>
                <a:sym typeface="Roboto Light"/>
              </a:defRPr>
            </a:lvl7pPr>
            <a:lvl8pPr lvl="7">
              <a:spcBef>
                <a:spcPts val="0"/>
              </a:spcBef>
              <a:spcAft>
                <a:spcPts val="0"/>
              </a:spcAft>
              <a:buClr>
                <a:srgbClr val="2E5E73"/>
              </a:buClr>
              <a:buSzPts val="3800"/>
              <a:buNone/>
              <a:defRPr sz="3800">
                <a:solidFill>
                  <a:srgbClr val="2E5E73"/>
                </a:solidFill>
                <a:latin typeface="Roboto Light"/>
                <a:ea typeface="Roboto Light"/>
                <a:cs typeface="Roboto Light"/>
                <a:sym typeface="Roboto Light"/>
              </a:defRPr>
            </a:lvl8pPr>
            <a:lvl9pPr lvl="8">
              <a:spcBef>
                <a:spcPts val="0"/>
              </a:spcBef>
              <a:spcAft>
                <a:spcPts val="0"/>
              </a:spcAft>
              <a:buClr>
                <a:srgbClr val="2E5E73"/>
              </a:buClr>
              <a:buSzPts val="3800"/>
              <a:buNone/>
              <a:defRPr sz="3800">
                <a:solidFill>
                  <a:srgbClr val="2E5E73"/>
                </a:solidFill>
                <a:latin typeface="Roboto Light"/>
                <a:ea typeface="Roboto Light"/>
                <a:cs typeface="Roboto Light"/>
                <a:sym typeface="Roboto Light"/>
              </a:defRPr>
            </a:lvl9pPr>
          </a:lstStyle>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inition slide">
  <p:cSld name="CUSTOM_22">
    <p:bg>
      <p:bgPr>
        <a:solidFill>
          <a:srgbClr val="F2F2F2"/>
        </a:solidFill>
      </p:bgPr>
    </p:bg>
    <p:spTree>
      <p:nvGrpSpPr>
        <p:cNvPr id="376" name="Shape 376"/>
        <p:cNvGrpSpPr/>
        <p:nvPr/>
      </p:nvGrpSpPr>
      <p:grpSpPr>
        <a:xfrm>
          <a:off x="0" y="0"/>
          <a:ext cx="0" cy="0"/>
          <a:chOff x="0" y="0"/>
          <a:chExt cx="0" cy="0"/>
        </a:xfrm>
      </p:grpSpPr>
      <p:pic>
        <p:nvPicPr>
          <p:cNvPr id="377" name="Google Shape;377;p53"/>
          <p:cNvPicPr preferRelativeResize="0"/>
          <p:nvPr/>
        </p:nvPicPr>
        <p:blipFill rotWithShape="1">
          <a:blip r:embed="rId2">
            <a:alphaModFix amt="11000"/>
          </a:blip>
          <a:srcRect b="7136" l="-6410" r="6410" t="-3050"/>
          <a:stretch/>
        </p:blipFill>
        <p:spPr>
          <a:xfrm>
            <a:off x="5157740" y="2672100"/>
            <a:ext cx="3986260" cy="2471400"/>
          </a:xfrm>
          <a:prstGeom prst="rect">
            <a:avLst/>
          </a:prstGeom>
          <a:noFill/>
          <a:ln>
            <a:noFill/>
          </a:ln>
        </p:spPr>
      </p:pic>
      <p:sp>
        <p:nvSpPr>
          <p:cNvPr id="378" name="Google Shape;378;p53"/>
          <p:cNvSpPr txBox="1"/>
          <p:nvPr>
            <p:ph type="title"/>
          </p:nvPr>
        </p:nvSpPr>
        <p:spPr>
          <a:xfrm>
            <a:off x="1959725" y="1641200"/>
            <a:ext cx="8520600" cy="572700"/>
          </a:xfrm>
          <a:prstGeom prst="rect">
            <a:avLst/>
          </a:prstGeom>
        </p:spPr>
        <p:txBody>
          <a:bodyPr anchorCtr="0" anchor="t" bIns="0" lIns="0" spcFirstLastPara="1" rIns="0" wrap="square" tIns="0">
            <a:noAutofit/>
          </a:bodyPr>
          <a:lstStyle>
            <a:lvl1pPr lvl="0">
              <a:spcBef>
                <a:spcPts val="0"/>
              </a:spcBef>
              <a:spcAft>
                <a:spcPts val="0"/>
              </a:spcAft>
              <a:buSzPts val="2600"/>
              <a:buNone/>
              <a:defRPr>
                <a:latin typeface="Roboto Light"/>
                <a:ea typeface="Roboto Light"/>
                <a:cs typeface="Roboto Light"/>
                <a:sym typeface="Roboto Light"/>
              </a:defRPr>
            </a:lvl1pPr>
            <a:lvl2pPr lvl="1">
              <a:spcBef>
                <a:spcPts val="0"/>
              </a:spcBef>
              <a:spcAft>
                <a:spcPts val="0"/>
              </a:spcAft>
              <a:buSzPts val="2800"/>
              <a:buNone/>
              <a:defRPr>
                <a:latin typeface="Roboto Light"/>
                <a:ea typeface="Roboto Light"/>
                <a:cs typeface="Roboto Light"/>
                <a:sym typeface="Roboto Light"/>
              </a:defRPr>
            </a:lvl2pPr>
            <a:lvl3pPr lvl="2">
              <a:spcBef>
                <a:spcPts val="0"/>
              </a:spcBef>
              <a:spcAft>
                <a:spcPts val="0"/>
              </a:spcAft>
              <a:buSzPts val="2800"/>
              <a:buNone/>
              <a:defRPr>
                <a:latin typeface="Roboto Light"/>
                <a:ea typeface="Roboto Light"/>
                <a:cs typeface="Roboto Light"/>
                <a:sym typeface="Roboto Light"/>
              </a:defRPr>
            </a:lvl3pPr>
            <a:lvl4pPr lvl="3">
              <a:spcBef>
                <a:spcPts val="0"/>
              </a:spcBef>
              <a:spcAft>
                <a:spcPts val="0"/>
              </a:spcAft>
              <a:buSzPts val="2800"/>
              <a:buNone/>
              <a:defRPr>
                <a:latin typeface="Roboto Light"/>
                <a:ea typeface="Roboto Light"/>
                <a:cs typeface="Roboto Light"/>
                <a:sym typeface="Roboto Light"/>
              </a:defRPr>
            </a:lvl4pPr>
            <a:lvl5pPr lvl="4">
              <a:spcBef>
                <a:spcPts val="0"/>
              </a:spcBef>
              <a:spcAft>
                <a:spcPts val="0"/>
              </a:spcAft>
              <a:buSzPts val="2800"/>
              <a:buNone/>
              <a:defRPr>
                <a:latin typeface="Roboto Light"/>
                <a:ea typeface="Roboto Light"/>
                <a:cs typeface="Roboto Light"/>
                <a:sym typeface="Roboto Light"/>
              </a:defRPr>
            </a:lvl5pPr>
            <a:lvl6pPr lvl="5">
              <a:spcBef>
                <a:spcPts val="0"/>
              </a:spcBef>
              <a:spcAft>
                <a:spcPts val="0"/>
              </a:spcAft>
              <a:buSzPts val="2800"/>
              <a:buNone/>
              <a:defRPr>
                <a:latin typeface="Roboto Light"/>
                <a:ea typeface="Roboto Light"/>
                <a:cs typeface="Roboto Light"/>
                <a:sym typeface="Roboto Light"/>
              </a:defRPr>
            </a:lvl6pPr>
            <a:lvl7pPr lvl="6">
              <a:spcBef>
                <a:spcPts val="0"/>
              </a:spcBef>
              <a:spcAft>
                <a:spcPts val="0"/>
              </a:spcAft>
              <a:buSzPts val="2800"/>
              <a:buNone/>
              <a:defRPr>
                <a:latin typeface="Roboto Light"/>
                <a:ea typeface="Roboto Light"/>
                <a:cs typeface="Roboto Light"/>
                <a:sym typeface="Roboto Light"/>
              </a:defRPr>
            </a:lvl7pPr>
            <a:lvl8pPr lvl="7">
              <a:spcBef>
                <a:spcPts val="0"/>
              </a:spcBef>
              <a:spcAft>
                <a:spcPts val="0"/>
              </a:spcAft>
              <a:buSzPts val="2800"/>
              <a:buNone/>
              <a:defRPr>
                <a:latin typeface="Roboto Light"/>
                <a:ea typeface="Roboto Light"/>
                <a:cs typeface="Roboto Light"/>
                <a:sym typeface="Roboto Light"/>
              </a:defRPr>
            </a:lvl8pPr>
            <a:lvl9pPr lvl="8">
              <a:spcBef>
                <a:spcPts val="0"/>
              </a:spcBef>
              <a:spcAft>
                <a:spcPts val="0"/>
              </a:spcAft>
              <a:buSzPts val="2800"/>
              <a:buNone/>
              <a:defRPr>
                <a:latin typeface="Roboto Light"/>
                <a:ea typeface="Roboto Light"/>
                <a:cs typeface="Roboto Light"/>
                <a:sym typeface="Roboto Light"/>
              </a:defRPr>
            </a:lvl9pPr>
          </a:lstStyle>
          <a:p/>
        </p:txBody>
      </p:sp>
      <p:sp>
        <p:nvSpPr>
          <p:cNvPr id="379" name="Google Shape;379;p53"/>
          <p:cNvSpPr/>
          <p:nvPr/>
        </p:nvSpPr>
        <p:spPr>
          <a:xfrm flipH="1" rot="10800000">
            <a:off x="688800" y="692100"/>
            <a:ext cx="7766400" cy="3759300"/>
          </a:xfrm>
          <a:prstGeom prst="bracePair">
            <a:avLst/>
          </a:prstGeom>
          <a:noFill/>
          <a:ln cap="flat" cmpd="sng" w="76200">
            <a:solidFill>
              <a:srgbClr val="FCB91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0" name="Google Shape;380;p53"/>
          <p:cNvSpPr/>
          <p:nvPr/>
        </p:nvSpPr>
        <p:spPr>
          <a:xfrm>
            <a:off x="1104268" y="1039688"/>
            <a:ext cx="6935464" cy="3131678"/>
          </a:xfrm>
          <a:custGeom>
            <a:rect b="b" l="l" r="r" t="t"/>
            <a:pathLst>
              <a:path extrusionOk="0" h="128611" w="284824">
                <a:moveTo>
                  <a:pt x="26676" y="0"/>
                </a:moveTo>
                <a:cubicBezTo>
                  <a:pt x="22180" y="0"/>
                  <a:pt x="18965" y="1390"/>
                  <a:pt x="17030" y="4169"/>
                </a:cubicBezTo>
                <a:cubicBezTo>
                  <a:pt x="15068" y="6948"/>
                  <a:pt x="14114" y="11035"/>
                  <a:pt x="14114" y="16431"/>
                </a:cubicBezTo>
                <a:lnTo>
                  <a:pt x="14114" y="45150"/>
                </a:lnTo>
                <a:cubicBezTo>
                  <a:pt x="14114" y="50191"/>
                  <a:pt x="12807" y="54360"/>
                  <a:pt x="10191" y="57684"/>
                </a:cubicBezTo>
                <a:cubicBezTo>
                  <a:pt x="7684" y="60981"/>
                  <a:pt x="4060" y="63242"/>
                  <a:pt x="0" y="64087"/>
                </a:cubicBezTo>
                <a:lnTo>
                  <a:pt x="0" y="64305"/>
                </a:lnTo>
                <a:cubicBezTo>
                  <a:pt x="4332" y="65368"/>
                  <a:pt x="7766" y="67548"/>
                  <a:pt x="10300" y="70817"/>
                </a:cubicBezTo>
                <a:cubicBezTo>
                  <a:pt x="12834" y="74087"/>
                  <a:pt x="14114" y="78283"/>
                  <a:pt x="14114" y="83460"/>
                </a:cubicBezTo>
                <a:lnTo>
                  <a:pt x="14114" y="112180"/>
                </a:lnTo>
                <a:cubicBezTo>
                  <a:pt x="14114" y="117684"/>
                  <a:pt x="15068" y="121798"/>
                  <a:pt x="17030" y="124523"/>
                </a:cubicBezTo>
                <a:cubicBezTo>
                  <a:pt x="18992" y="127248"/>
                  <a:pt x="22207" y="128610"/>
                  <a:pt x="26676" y="128610"/>
                </a:cubicBezTo>
                <a:lnTo>
                  <a:pt x="258148" y="128610"/>
                </a:lnTo>
                <a:cubicBezTo>
                  <a:pt x="262644" y="128610"/>
                  <a:pt x="265832" y="127248"/>
                  <a:pt x="267794" y="124523"/>
                </a:cubicBezTo>
                <a:cubicBezTo>
                  <a:pt x="269728" y="121798"/>
                  <a:pt x="270709" y="117684"/>
                  <a:pt x="270709" y="112180"/>
                </a:cubicBezTo>
                <a:lnTo>
                  <a:pt x="270709" y="83460"/>
                </a:lnTo>
                <a:cubicBezTo>
                  <a:pt x="270709" y="78283"/>
                  <a:pt x="271990" y="74087"/>
                  <a:pt x="274497" y="70817"/>
                </a:cubicBezTo>
                <a:cubicBezTo>
                  <a:pt x="277058" y="67548"/>
                  <a:pt x="280491" y="65395"/>
                  <a:pt x="284824" y="64305"/>
                </a:cubicBezTo>
                <a:lnTo>
                  <a:pt x="284824" y="64087"/>
                </a:lnTo>
                <a:cubicBezTo>
                  <a:pt x="280764" y="63242"/>
                  <a:pt x="277140" y="60981"/>
                  <a:pt x="274606" y="57684"/>
                </a:cubicBezTo>
                <a:cubicBezTo>
                  <a:pt x="272017" y="54360"/>
                  <a:pt x="270709" y="50191"/>
                  <a:pt x="270709" y="45150"/>
                </a:cubicBezTo>
                <a:lnTo>
                  <a:pt x="270709" y="16431"/>
                </a:lnTo>
                <a:cubicBezTo>
                  <a:pt x="270709" y="11035"/>
                  <a:pt x="269728" y="6948"/>
                  <a:pt x="267794" y="4169"/>
                </a:cubicBezTo>
                <a:cubicBezTo>
                  <a:pt x="265832" y="1417"/>
                  <a:pt x="262616" y="27"/>
                  <a:pt x="258148"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1" name="Google Shape;381;p53"/>
          <p:cNvSpPr txBox="1"/>
          <p:nvPr>
            <p:ph idx="2" type="title"/>
          </p:nvPr>
        </p:nvSpPr>
        <p:spPr>
          <a:xfrm>
            <a:off x="1450375" y="1039700"/>
            <a:ext cx="6244200" cy="3131700"/>
          </a:xfrm>
          <a:prstGeom prst="rect">
            <a:avLst/>
          </a:prstGeom>
        </p:spPr>
        <p:txBody>
          <a:bodyPr anchorCtr="0" anchor="ctr" bIns="0" lIns="0" spcFirstLastPara="1" rIns="0" wrap="square" tIns="0">
            <a:noAutofit/>
          </a:bodyPr>
          <a:lstStyle>
            <a:lvl1pPr lvl="0">
              <a:spcBef>
                <a:spcPts val="0"/>
              </a:spcBef>
              <a:spcAft>
                <a:spcPts val="0"/>
              </a:spcAft>
              <a:buSzPts val="3400"/>
              <a:buNone/>
              <a:defRPr sz="3400">
                <a:latin typeface="Roboto Light"/>
                <a:ea typeface="Roboto Light"/>
                <a:cs typeface="Roboto Light"/>
                <a:sym typeface="Roboto Light"/>
              </a:defRPr>
            </a:lvl1pPr>
            <a:lvl2pPr lvl="1">
              <a:spcBef>
                <a:spcPts val="0"/>
              </a:spcBef>
              <a:spcAft>
                <a:spcPts val="0"/>
              </a:spcAft>
              <a:buClr>
                <a:srgbClr val="2E5E73"/>
              </a:buClr>
              <a:buSzPts val="3400"/>
              <a:buNone/>
              <a:defRPr sz="3400">
                <a:solidFill>
                  <a:srgbClr val="2E5E73"/>
                </a:solidFill>
                <a:latin typeface="Roboto Light"/>
                <a:ea typeface="Roboto Light"/>
                <a:cs typeface="Roboto Light"/>
                <a:sym typeface="Roboto Light"/>
              </a:defRPr>
            </a:lvl2pPr>
            <a:lvl3pPr lvl="2">
              <a:spcBef>
                <a:spcPts val="0"/>
              </a:spcBef>
              <a:spcAft>
                <a:spcPts val="0"/>
              </a:spcAft>
              <a:buClr>
                <a:srgbClr val="2E5E73"/>
              </a:buClr>
              <a:buSzPts val="3400"/>
              <a:buNone/>
              <a:defRPr sz="3400">
                <a:solidFill>
                  <a:srgbClr val="2E5E73"/>
                </a:solidFill>
                <a:latin typeface="Roboto Light"/>
                <a:ea typeface="Roboto Light"/>
                <a:cs typeface="Roboto Light"/>
                <a:sym typeface="Roboto Light"/>
              </a:defRPr>
            </a:lvl3pPr>
            <a:lvl4pPr lvl="3">
              <a:spcBef>
                <a:spcPts val="0"/>
              </a:spcBef>
              <a:spcAft>
                <a:spcPts val="0"/>
              </a:spcAft>
              <a:buClr>
                <a:srgbClr val="2E5E73"/>
              </a:buClr>
              <a:buSzPts val="3400"/>
              <a:buNone/>
              <a:defRPr sz="3400">
                <a:solidFill>
                  <a:srgbClr val="2E5E73"/>
                </a:solidFill>
                <a:latin typeface="Roboto Light"/>
                <a:ea typeface="Roboto Light"/>
                <a:cs typeface="Roboto Light"/>
                <a:sym typeface="Roboto Light"/>
              </a:defRPr>
            </a:lvl4pPr>
            <a:lvl5pPr lvl="4">
              <a:spcBef>
                <a:spcPts val="0"/>
              </a:spcBef>
              <a:spcAft>
                <a:spcPts val="0"/>
              </a:spcAft>
              <a:buClr>
                <a:srgbClr val="2E5E73"/>
              </a:buClr>
              <a:buSzPts val="3400"/>
              <a:buNone/>
              <a:defRPr sz="3400">
                <a:solidFill>
                  <a:srgbClr val="2E5E73"/>
                </a:solidFill>
                <a:latin typeface="Roboto Light"/>
                <a:ea typeface="Roboto Light"/>
                <a:cs typeface="Roboto Light"/>
                <a:sym typeface="Roboto Light"/>
              </a:defRPr>
            </a:lvl5pPr>
            <a:lvl6pPr lvl="5">
              <a:spcBef>
                <a:spcPts val="0"/>
              </a:spcBef>
              <a:spcAft>
                <a:spcPts val="0"/>
              </a:spcAft>
              <a:buClr>
                <a:srgbClr val="2E5E73"/>
              </a:buClr>
              <a:buSzPts val="3400"/>
              <a:buNone/>
              <a:defRPr sz="3400">
                <a:solidFill>
                  <a:srgbClr val="2E5E73"/>
                </a:solidFill>
                <a:latin typeface="Roboto Light"/>
                <a:ea typeface="Roboto Light"/>
                <a:cs typeface="Roboto Light"/>
                <a:sym typeface="Roboto Light"/>
              </a:defRPr>
            </a:lvl6pPr>
            <a:lvl7pPr lvl="6">
              <a:spcBef>
                <a:spcPts val="0"/>
              </a:spcBef>
              <a:spcAft>
                <a:spcPts val="0"/>
              </a:spcAft>
              <a:buClr>
                <a:srgbClr val="2E5E73"/>
              </a:buClr>
              <a:buSzPts val="3400"/>
              <a:buNone/>
              <a:defRPr sz="3400">
                <a:solidFill>
                  <a:srgbClr val="2E5E73"/>
                </a:solidFill>
                <a:latin typeface="Roboto Light"/>
                <a:ea typeface="Roboto Light"/>
                <a:cs typeface="Roboto Light"/>
                <a:sym typeface="Roboto Light"/>
              </a:defRPr>
            </a:lvl7pPr>
            <a:lvl8pPr lvl="7">
              <a:spcBef>
                <a:spcPts val="0"/>
              </a:spcBef>
              <a:spcAft>
                <a:spcPts val="0"/>
              </a:spcAft>
              <a:buClr>
                <a:srgbClr val="2E5E73"/>
              </a:buClr>
              <a:buSzPts val="3400"/>
              <a:buNone/>
              <a:defRPr sz="3400">
                <a:solidFill>
                  <a:srgbClr val="2E5E73"/>
                </a:solidFill>
                <a:latin typeface="Roboto Light"/>
                <a:ea typeface="Roboto Light"/>
                <a:cs typeface="Roboto Light"/>
                <a:sym typeface="Roboto Light"/>
              </a:defRPr>
            </a:lvl8pPr>
            <a:lvl9pPr lvl="8">
              <a:spcBef>
                <a:spcPts val="0"/>
              </a:spcBef>
              <a:spcAft>
                <a:spcPts val="0"/>
              </a:spcAft>
              <a:buClr>
                <a:srgbClr val="2E5E73"/>
              </a:buClr>
              <a:buSzPts val="3400"/>
              <a:buNone/>
              <a:defRPr sz="3400">
                <a:solidFill>
                  <a:srgbClr val="2E5E73"/>
                </a:solidFill>
                <a:latin typeface="Roboto Light"/>
                <a:ea typeface="Roboto Light"/>
                <a:cs typeface="Roboto Light"/>
                <a:sym typeface="Roboto Light"/>
              </a:defRPr>
            </a:lvl9pPr>
          </a:lstStyle>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lternative Numbered Slide 1-3">
  <p:cSld name="CUSTOM_11_1_1_2_1">
    <p:spTree>
      <p:nvGrpSpPr>
        <p:cNvPr id="382" name="Shape 382"/>
        <p:cNvGrpSpPr/>
        <p:nvPr/>
      </p:nvGrpSpPr>
      <p:grpSpPr>
        <a:xfrm>
          <a:off x="0" y="0"/>
          <a:ext cx="0" cy="0"/>
          <a:chOff x="0" y="0"/>
          <a:chExt cx="0" cy="0"/>
        </a:xfrm>
      </p:grpSpPr>
      <p:sp>
        <p:nvSpPr>
          <p:cNvPr id="383" name="Google Shape;383;p54"/>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384" name="Google Shape;384;p54"/>
          <p:cNvSpPr/>
          <p:nvPr/>
        </p:nvSpPr>
        <p:spPr>
          <a:xfrm>
            <a:off x="1352550" y="1136875"/>
            <a:ext cx="7517100" cy="621300"/>
          </a:xfrm>
          <a:prstGeom prst="roundRect">
            <a:avLst>
              <a:gd fmla="val 16667" name="adj"/>
            </a:avLst>
          </a:prstGeom>
          <a:solidFill>
            <a:srgbClr val="F3F3F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385" name="Google Shape;385;p54"/>
          <p:cNvGrpSpPr/>
          <p:nvPr/>
        </p:nvGrpSpPr>
        <p:grpSpPr>
          <a:xfrm>
            <a:off x="457200" y="1136863"/>
            <a:ext cx="776889" cy="621300"/>
            <a:chOff x="457200" y="1378813"/>
            <a:chExt cx="776889" cy="621300"/>
          </a:xfrm>
        </p:grpSpPr>
        <p:sp>
          <p:nvSpPr>
            <p:cNvPr id="386" name="Google Shape;386;p54"/>
            <p:cNvSpPr/>
            <p:nvPr/>
          </p:nvSpPr>
          <p:spPr>
            <a:xfrm>
              <a:off x="457200" y="1378813"/>
              <a:ext cx="695400" cy="621300"/>
            </a:xfrm>
            <a:prstGeom prst="roundRect">
              <a:avLst>
                <a:gd fmla="val 16667" name="adj"/>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i="0" lang="en" sz="3000" u="none" cap="none" strike="noStrike">
                  <a:solidFill>
                    <a:schemeClr val="dk2"/>
                  </a:solidFill>
                  <a:latin typeface="Roboto Light"/>
                  <a:ea typeface="Roboto Light"/>
                  <a:cs typeface="Roboto Light"/>
                  <a:sym typeface="Roboto Light"/>
                </a:rPr>
                <a:t>01</a:t>
              </a:r>
              <a:endParaRPr i="0" sz="3000" u="none" cap="none" strike="noStrike">
                <a:solidFill>
                  <a:schemeClr val="dk2"/>
                </a:solidFill>
                <a:latin typeface="Roboto Light"/>
                <a:ea typeface="Roboto Light"/>
                <a:cs typeface="Roboto Light"/>
                <a:sym typeface="Roboto Light"/>
              </a:endParaRPr>
            </a:p>
          </p:txBody>
        </p:sp>
        <p:sp>
          <p:nvSpPr>
            <p:cNvPr id="387" name="Google Shape;387;p54"/>
            <p:cNvSpPr/>
            <p:nvPr/>
          </p:nvSpPr>
          <p:spPr>
            <a:xfrm rot="5400000">
              <a:off x="969614" y="1607625"/>
              <a:ext cx="340325" cy="188625"/>
            </a:xfrm>
            <a:prstGeom prst="flowChartExtra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i="0" sz="1400" u="none" cap="none" strike="noStrike">
                <a:solidFill>
                  <a:srgbClr val="FFFFFF"/>
                </a:solidFill>
                <a:latin typeface="Roboto Light"/>
                <a:ea typeface="Roboto Light"/>
                <a:cs typeface="Roboto Light"/>
                <a:sym typeface="Roboto Light"/>
              </a:endParaRPr>
            </a:p>
          </p:txBody>
        </p:sp>
      </p:grpSp>
      <p:grpSp>
        <p:nvGrpSpPr>
          <p:cNvPr id="388" name="Google Shape;388;p54"/>
          <p:cNvGrpSpPr/>
          <p:nvPr/>
        </p:nvGrpSpPr>
        <p:grpSpPr>
          <a:xfrm>
            <a:off x="457200" y="1986775"/>
            <a:ext cx="776889" cy="621300"/>
            <a:chOff x="457200" y="1378813"/>
            <a:chExt cx="776889" cy="621300"/>
          </a:xfrm>
        </p:grpSpPr>
        <p:sp>
          <p:nvSpPr>
            <p:cNvPr id="389" name="Google Shape;389;p54"/>
            <p:cNvSpPr/>
            <p:nvPr/>
          </p:nvSpPr>
          <p:spPr>
            <a:xfrm>
              <a:off x="457200" y="1378813"/>
              <a:ext cx="695400" cy="621300"/>
            </a:xfrm>
            <a:prstGeom prst="roundRect">
              <a:avLst>
                <a:gd fmla="val 16667" name="adj"/>
              </a:avLst>
            </a:prstGeom>
            <a:solidFill>
              <a:schemeClr val="dk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i="0" lang="en" sz="3000" u="none" cap="none" strike="noStrike">
                  <a:solidFill>
                    <a:srgbClr val="FFFFFF"/>
                  </a:solidFill>
                  <a:latin typeface="Roboto Light"/>
                  <a:ea typeface="Roboto Light"/>
                  <a:cs typeface="Roboto Light"/>
                  <a:sym typeface="Roboto Light"/>
                </a:rPr>
                <a:t>02</a:t>
              </a:r>
              <a:endParaRPr i="0" sz="3000" u="none" cap="none" strike="noStrike">
                <a:solidFill>
                  <a:srgbClr val="FFFFFF"/>
                </a:solidFill>
                <a:latin typeface="Roboto Light"/>
                <a:ea typeface="Roboto Light"/>
                <a:cs typeface="Roboto Light"/>
                <a:sym typeface="Roboto Light"/>
              </a:endParaRPr>
            </a:p>
          </p:txBody>
        </p:sp>
        <p:sp>
          <p:nvSpPr>
            <p:cNvPr id="390" name="Google Shape;390;p54"/>
            <p:cNvSpPr/>
            <p:nvPr/>
          </p:nvSpPr>
          <p:spPr>
            <a:xfrm rot="5400000">
              <a:off x="969614" y="1607625"/>
              <a:ext cx="340325" cy="188625"/>
            </a:xfrm>
            <a:prstGeom prst="flowChartExtract">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i="0" sz="1400" u="none" cap="none" strike="noStrike">
                <a:solidFill>
                  <a:srgbClr val="FFFFFF"/>
                </a:solidFill>
                <a:latin typeface="Roboto Light"/>
                <a:ea typeface="Roboto Light"/>
                <a:cs typeface="Roboto Light"/>
                <a:sym typeface="Roboto Light"/>
              </a:endParaRPr>
            </a:p>
          </p:txBody>
        </p:sp>
      </p:grpSp>
      <p:grpSp>
        <p:nvGrpSpPr>
          <p:cNvPr id="391" name="Google Shape;391;p54"/>
          <p:cNvGrpSpPr/>
          <p:nvPr/>
        </p:nvGrpSpPr>
        <p:grpSpPr>
          <a:xfrm>
            <a:off x="457200" y="2831900"/>
            <a:ext cx="776889" cy="621300"/>
            <a:chOff x="457200" y="1378813"/>
            <a:chExt cx="776889" cy="621300"/>
          </a:xfrm>
        </p:grpSpPr>
        <p:sp>
          <p:nvSpPr>
            <p:cNvPr id="392" name="Google Shape;392;p54"/>
            <p:cNvSpPr/>
            <p:nvPr/>
          </p:nvSpPr>
          <p:spPr>
            <a:xfrm>
              <a:off x="457200" y="1378813"/>
              <a:ext cx="695400" cy="621300"/>
            </a:xfrm>
            <a:prstGeom prst="roundRect">
              <a:avLst>
                <a:gd fmla="val 16667" name="adj"/>
              </a:avLst>
            </a:prstGeom>
            <a:solidFill>
              <a:srgbClr val="1475D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i="0" lang="en" sz="3000" u="none" cap="none" strike="noStrike">
                  <a:solidFill>
                    <a:srgbClr val="FFFFFF"/>
                  </a:solidFill>
                  <a:latin typeface="Roboto Light"/>
                  <a:ea typeface="Roboto Light"/>
                  <a:cs typeface="Roboto Light"/>
                  <a:sym typeface="Roboto Light"/>
                </a:rPr>
                <a:t>03</a:t>
              </a:r>
              <a:endParaRPr i="0" sz="3000" u="none" cap="none" strike="noStrike">
                <a:solidFill>
                  <a:srgbClr val="FFFFFF"/>
                </a:solidFill>
                <a:latin typeface="Roboto Light"/>
                <a:ea typeface="Roboto Light"/>
                <a:cs typeface="Roboto Light"/>
                <a:sym typeface="Roboto Light"/>
              </a:endParaRPr>
            </a:p>
          </p:txBody>
        </p:sp>
        <p:sp>
          <p:nvSpPr>
            <p:cNvPr id="393" name="Google Shape;393;p54"/>
            <p:cNvSpPr/>
            <p:nvPr/>
          </p:nvSpPr>
          <p:spPr>
            <a:xfrm rot="5400000">
              <a:off x="969614" y="1607625"/>
              <a:ext cx="340325" cy="188625"/>
            </a:xfrm>
            <a:prstGeom prst="flowChartExtract">
              <a:avLst/>
            </a:prstGeom>
            <a:solidFill>
              <a:srgbClr val="1475D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i="0" sz="1400" u="none" cap="none" strike="noStrike">
                <a:solidFill>
                  <a:srgbClr val="FFFFFF"/>
                </a:solidFill>
                <a:latin typeface="Roboto Light"/>
                <a:ea typeface="Roboto Light"/>
                <a:cs typeface="Roboto Light"/>
                <a:sym typeface="Roboto Light"/>
              </a:endParaRPr>
            </a:p>
          </p:txBody>
        </p:sp>
      </p:grpSp>
      <p:sp>
        <p:nvSpPr>
          <p:cNvPr id="394" name="Google Shape;394;p54"/>
          <p:cNvSpPr/>
          <p:nvPr/>
        </p:nvSpPr>
        <p:spPr>
          <a:xfrm>
            <a:off x="1352550" y="1989186"/>
            <a:ext cx="7517100" cy="621300"/>
          </a:xfrm>
          <a:prstGeom prst="roundRect">
            <a:avLst>
              <a:gd fmla="val 16667" name="adj"/>
            </a:avLst>
          </a:prstGeom>
          <a:solidFill>
            <a:srgbClr val="F3F3F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5" name="Google Shape;395;p54"/>
          <p:cNvSpPr/>
          <p:nvPr/>
        </p:nvSpPr>
        <p:spPr>
          <a:xfrm>
            <a:off x="1352550" y="2831900"/>
            <a:ext cx="7517100" cy="621300"/>
          </a:xfrm>
          <a:prstGeom prst="roundRect">
            <a:avLst>
              <a:gd fmla="val 16667" name="adj"/>
            </a:avLst>
          </a:prstGeom>
          <a:solidFill>
            <a:srgbClr val="F3F3F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6" name="Google Shape;396;p54"/>
          <p:cNvSpPr txBox="1"/>
          <p:nvPr/>
        </p:nvSpPr>
        <p:spPr>
          <a:xfrm>
            <a:off x="-12300" y="1179258"/>
            <a:ext cx="9168600" cy="606900"/>
          </a:xfrm>
          <a:prstGeom prst="rect">
            <a:avLst/>
          </a:prstGeom>
          <a:noFill/>
          <a:ln>
            <a:noFill/>
          </a:ln>
        </p:spPr>
        <p:txBody>
          <a:bodyPr anchorCtr="0" anchor="ctr" bIns="0" lIns="1554475" spcFirstLastPara="1" rIns="457200" wrap="square" tIns="0">
            <a:noAutofit/>
          </a:bodyPr>
          <a:lstStyle/>
          <a:p>
            <a:pPr indent="0" lvl="0" marL="0" rtl="0" algn="l">
              <a:lnSpc>
                <a:spcPct val="115000"/>
              </a:lnSpc>
              <a:spcBef>
                <a:spcPts val="0"/>
              </a:spcBef>
              <a:spcAft>
                <a:spcPts val="0"/>
              </a:spcAft>
              <a:buNone/>
            </a:pPr>
            <a:r>
              <a:t/>
            </a:r>
            <a:endParaRPr>
              <a:solidFill>
                <a:schemeClr val="dk1"/>
              </a:solidFill>
              <a:latin typeface="Roboto"/>
              <a:ea typeface="Roboto"/>
              <a:cs typeface="Roboto"/>
              <a:sym typeface="Roboto"/>
            </a:endParaRPr>
          </a:p>
        </p:txBody>
      </p:sp>
      <p:sp>
        <p:nvSpPr>
          <p:cNvPr id="397" name="Google Shape;397;p54"/>
          <p:cNvSpPr txBox="1"/>
          <p:nvPr/>
        </p:nvSpPr>
        <p:spPr>
          <a:xfrm>
            <a:off x="-12300" y="1991588"/>
            <a:ext cx="9168600" cy="606900"/>
          </a:xfrm>
          <a:prstGeom prst="rect">
            <a:avLst/>
          </a:prstGeom>
          <a:noFill/>
          <a:ln>
            <a:noFill/>
          </a:ln>
        </p:spPr>
        <p:txBody>
          <a:bodyPr anchorCtr="0" anchor="ctr" bIns="0" lIns="1554475" spcFirstLastPara="1" rIns="457200" wrap="square" tIns="0">
            <a:noAutofit/>
          </a:bodyPr>
          <a:lstStyle/>
          <a:p>
            <a:pPr indent="0" lvl="0" marL="0" rtl="0" algn="l">
              <a:lnSpc>
                <a:spcPct val="115000"/>
              </a:lnSpc>
              <a:spcBef>
                <a:spcPts val="0"/>
              </a:spcBef>
              <a:spcAft>
                <a:spcPts val="0"/>
              </a:spcAft>
              <a:buNone/>
            </a:pPr>
            <a:r>
              <a:t/>
            </a:r>
            <a:endParaRPr>
              <a:solidFill>
                <a:schemeClr val="dk1"/>
              </a:solidFill>
              <a:latin typeface="Roboto"/>
              <a:ea typeface="Roboto"/>
              <a:cs typeface="Roboto"/>
              <a:sym typeface="Roboto"/>
            </a:endParaRPr>
          </a:p>
        </p:txBody>
      </p:sp>
      <p:sp>
        <p:nvSpPr>
          <p:cNvPr id="398" name="Google Shape;398;p54"/>
          <p:cNvSpPr txBox="1"/>
          <p:nvPr/>
        </p:nvSpPr>
        <p:spPr>
          <a:xfrm>
            <a:off x="0" y="2834313"/>
            <a:ext cx="9168600" cy="606900"/>
          </a:xfrm>
          <a:prstGeom prst="rect">
            <a:avLst/>
          </a:prstGeom>
          <a:noFill/>
          <a:ln>
            <a:noFill/>
          </a:ln>
        </p:spPr>
        <p:txBody>
          <a:bodyPr anchorCtr="0" anchor="ctr" bIns="0" lIns="1554475" spcFirstLastPara="1" rIns="457200" wrap="square" tIns="0">
            <a:noAutofit/>
          </a:bodyPr>
          <a:lstStyle/>
          <a:p>
            <a:pPr indent="0" lvl="0" marL="0" rtl="0" algn="l">
              <a:lnSpc>
                <a:spcPct val="115000"/>
              </a:lnSpc>
              <a:spcBef>
                <a:spcPts val="0"/>
              </a:spcBef>
              <a:spcAft>
                <a:spcPts val="0"/>
              </a:spcAft>
              <a:buNone/>
            </a:pPr>
            <a:r>
              <a:t/>
            </a:r>
            <a:endParaRPr>
              <a:solidFill>
                <a:schemeClr val="dk1"/>
              </a:solidFill>
              <a:latin typeface="Roboto"/>
              <a:ea typeface="Roboto"/>
              <a:cs typeface="Roboto"/>
              <a:sym typeface="Roboto"/>
            </a:endParaRPr>
          </a:p>
        </p:txBody>
      </p:sp>
      <p:sp>
        <p:nvSpPr>
          <p:cNvPr id="399" name="Google Shape;399;p54"/>
          <p:cNvSpPr txBox="1"/>
          <p:nvPr>
            <p:ph idx="2" type="title"/>
          </p:nvPr>
        </p:nvSpPr>
        <p:spPr>
          <a:xfrm>
            <a:off x="-6000" y="515275"/>
            <a:ext cx="9192600" cy="323100"/>
          </a:xfrm>
          <a:prstGeom prst="rect">
            <a:avLst/>
          </a:prstGeom>
        </p:spPr>
        <p:txBody>
          <a:bodyPr anchorCtr="0" anchor="t" bIns="91425" lIns="365750" spcFirstLastPara="1" rIns="91425" wrap="square" tIns="91425">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Heading slide">
  <p:cSld name="CUSTOM_21_2_1_2">
    <p:spTree>
      <p:nvGrpSpPr>
        <p:cNvPr id="400" name="Shape 400"/>
        <p:cNvGrpSpPr/>
        <p:nvPr/>
      </p:nvGrpSpPr>
      <p:grpSpPr>
        <a:xfrm>
          <a:off x="0" y="0"/>
          <a:ext cx="0" cy="0"/>
          <a:chOff x="0" y="0"/>
          <a:chExt cx="0" cy="0"/>
        </a:xfrm>
      </p:grpSpPr>
      <p:cxnSp>
        <p:nvCxnSpPr>
          <p:cNvPr id="401" name="Google Shape;401;p55"/>
          <p:cNvCxnSpPr/>
          <p:nvPr/>
        </p:nvCxnSpPr>
        <p:spPr>
          <a:xfrm>
            <a:off x="-9375" y="929900"/>
            <a:ext cx="7346700" cy="0"/>
          </a:xfrm>
          <a:prstGeom prst="straightConnector1">
            <a:avLst/>
          </a:prstGeom>
          <a:noFill/>
          <a:ln cap="flat" cmpd="sng" w="19050">
            <a:solidFill>
              <a:schemeClr val="dk2"/>
            </a:solidFill>
            <a:prstDash val="solid"/>
            <a:round/>
            <a:headEnd len="med" w="med" type="none"/>
            <a:tailEnd len="med" w="med" type="oval"/>
          </a:ln>
        </p:spPr>
      </p:cxnSp>
      <p:sp>
        <p:nvSpPr>
          <p:cNvPr id="402" name="Google Shape;402;p55"/>
          <p:cNvSpPr txBox="1"/>
          <p:nvPr>
            <p:ph type="title"/>
          </p:nvPr>
        </p:nvSpPr>
        <p:spPr>
          <a:xfrm>
            <a:off x="50" y="127400"/>
            <a:ext cx="9144000" cy="393600"/>
          </a:xfrm>
          <a:prstGeom prst="rect">
            <a:avLst/>
          </a:prstGeom>
        </p:spPr>
        <p:txBody>
          <a:bodyPr anchorCtr="0" anchor="t" bIns="91425" lIns="822950" spcFirstLastPara="1" rIns="91425" wrap="square" tIns="91425">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403" name="Google Shape;403;p55"/>
          <p:cNvSpPr txBox="1"/>
          <p:nvPr>
            <p:ph idx="2" type="title"/>
          </p:nvPr>
        </p:nvSpPr>
        <p:spPr>
          <a:xfrm>
            <a:off x="-6000" y="478650"/>
            <a:ext cx="9168600" cy="323100"/>
          </a:xfrm>
          <a:prstGeom prst="rect">
            <a:avLst/>
          </a:prstGeom>
        </p:spPr>
        <p:txBody>
          <a:bodyPr anchorCtr="0" anchor="t" bIns="91425" lIns="822950" spcFirstLastPara="1" rIns="91425" wrap="square" tIns="91425">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404" name="Google Shape;404;p55"/>
          <p:cNvSpPr/>
          <p:nvPr/>
        </p:nvSpPr>
        <p:spPr>
          <a:xfrm>
            <a:off x="136025" y="229050"/>
            <a:ext cx="572700" cy="572700"/>
          </a:xfrm>
          <a:prstGeom prst="ellipse">
            <a:avLst/>
          </a:prstGeom>
          <a:solidFill>
            <a:srgbClr val="FCB91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2 1">
  <p:cSld name="CUSTOM_27_1">
    <p:bg>
      <p:bgPr>
        <a:solidFill>
          <a:srgbClr val="FFFFFF"/>
        </a:solidFill>
      </p:bgPr>
    </p:bg>
    <p:spTree>
      <p:nvGrpSpPr>
        <p:cNvPr id="405" name="Shape 405"/>
        <p:cNvGrpSpPr/>
        <p:nvPr/>
      </p:nvGrpSpPr>
      <p:grpSpPr>
        <a:xfrm>
          <a:off x="0" y="0"/>
          <a:ext cx="0" cy="0"/>
          <a:chOff x="0" y="0"/>
          <a:chExt cx="0" cy="0"/>
        </a:xfrm>
      </p:grpSpPr>
      <p:sp>
        <p:nvSpPr>
          <p:cNvPr id="406" name="Google Shape;406;p56"/>
          <p:cNvSpPr/>
          <p:nvPr/>
        </p:nvSpPr>
        <p:spPr>
          <a:xfrm flipH="1">
            <a:off x="511775" y="1783100"/>
            <a:ext cx="2428500" cy="2918400"/>
          </a:xfrm>
          <a:prstGeom prst="round2DiagRect">
            <a:avLst>
              <a:gd fmla="val 16667" name="adj1"/>
              <a:gd fmla="val 0" name="adj2"/>
            </a:avLst>
          </a:prstGeom>
          <a:solidFill>
            <a:srgbClr val="F3F3F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407" name="Google Shape;407;p56"/>
          <p:cNvGrpSpPr/>
          <p:nvPr/>
        </p:nvGrpSpPr>
        <p:grpSpPr>
          <a:xfrm>
            <a:off x="511772" y="1190428"/>
            <a:ext cx="533372" cy="533480"/>
            <a:chOff x="457200" y="1378813"/>
            <a:chExt cx="695400" cy="695450"/>
          </a:xfrm>
        </p:grpSpPr>
        <p:sp>
          <p:nvSpPr>
            <p:cNvPr id="408" name="Google Shape;408;p56"/>
            <p:cNvSpPr/>
            <p:nvPr/>
          </p:nvSpPr>
          <p:spPr>
            <a:xfrm>
              <a:off x="457200" y="1378813"/>
              <a:ext cx="695400" cy="621300"/>
            </a:xfrm>
            <a:prstGeom prst="roundRect">
              <a:avLst>
                <a:gd fmla="val 16667" name="adj"/>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100"/>
                <a:buFont typeface="Arial"/>
                <a:buNone/>
              </a:pPr>
              <a:r>
                <a:rPr i="0" lang="en" sz="2100" u="none" cap="none" strike="noStrike">
                  <a:solidFill>
                    <a:schemeClr val="lt1"/>
                  </a:solidFill>
                  <a:latin typeface="Roboto"/>
                  <a:ea typeface="Roboto"/>
                  <a:cs typeface="Roboto"/>
                  <a:sym typeface="Roboto"/>
                </a:rPr>
                <a:t>01</a:t>
              </a:r>
              <a:endParaRPr i="0" sz="2100" u="none" cap="none" strike="noStrike">
                <a:solidFill>
                  <a:schemeClr val="lt1"/>
                </a:solidFill>
                <a:latin typeface="Roboto"/>
                <a:ea typeface="Roboto"/>
                <a:cs typeface="Roboto"/>
                <a:sym typeface="Roboto"/>
              </a:endParaRPr>
            </a:p>
          </p:txBody>
        </p:sp>
        <p:sp>
          <p:nvSpPr>
            <p:cNvPr id="409" name="Google Shape;409;p56"/>
            <p:cNvSpPr/>
            <p:nvPr/>
          </p:nvSpPr>
          <p:spPr>
            <a:xfrm rot="10800000">
              <a:off x="634726" y="1885638"/>
              <a:ext cx="340325" cy="188625"/>
            </a:xfrm>
            <a:prstGeom prst="flowChartExtra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i="0" sz="1400" u="none" cap="none" strike="noStrike">
                <a:solidFill>
                  <a:schemeClr val="lt1"/>
                </a:solidFill>
                <a:latin typeface="Roboto"/>
                <a:ea typeface="Roboto"/>
                <a:cs typeface="Roboto"/>
                <a:sym typeface="Roboto"/>
              </a:endParaRPr>
            </a:p>
          </p:txBody>
        </p:sp>
      </p:grpSp>
      <p:grpSp>
        <p:nvGrpSpPr>
          <p:cNvPr id="410" name="Google Shape;410;p56"/>
          <p:cNvGrpSpPr/>
          <p:nvPr/>
        </p:nvGrpSpPr>
        <p:grpSpPr>
          <a:xfrm>
            <a:off x="3283547" y="1190428"/>
            <a:ext cx="533372" cy="533480"/>
            <a:chOff x="457200" y="1378813"/>
            <a:chExt cx="695400" cy="695450"/>
          </a:xfrm>
        </p:grpSpPr>
        <p:sp>
          <p:nvSpPr>
            <p:cNvPr id="411" name="Google Shape;411;p56"/>
            <p:cNvSpPr/>
            <p:nvPr/>
          </p:nvSpPr>
          <p:spPr>
            <a:xfrm>
              <a:off x="457200" y="1378813"/>
              <a:ext cx="695400" cy="621300"/>
            </a:xfrm>
            <a:prstGeom prst="roundRect">
              <a:avLst>
                <a:gd fmla="val 16667" name="adj"/>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100"/>
                <a:buFont typeface="Arial"/>
                <a:buNone/>
              </a:pPr>
              <a:r>
                <a:rPr i="0" lang="en" sz="2100" u="none" cap="none" strike="noStrike">
                  <a:solidFill>
                    <a:schemeClr val="dk2"/>
                  </a:solidFill>
                  <a:latin typeface="Roboto"/>
                  <a:ea typeface="Roboto"/>
                  <a:cs typeface="Roboto"/>
                  <a:sym typeface="Roboto"/>
                </a:rPr>
                <a:t>02</a:t>
              </a:r>
              <a:endParaRPr i="0" sz="2100" u="none" cap="none" strike="noStrike">
                <a:solidFill>
                  <a:schemeClr val="dk2"/>
                </a:solidFill>
                <a:latin typeface="Roboto"/>
                <a:ea typeface="Roboto"/>
                <a:cs typeface="Roboto"/>
                <a:sym typeface="Roboto"/>
              </a:endParaRPr>
            </a:p>
          </p:txBody>
        </p:sp>
        <p:sp>
          <p:nvSpPr>
            <p:cNvPr id="412" name="Google Shape;412;p56"/>
            <p:cNvSpPr/>
            <p:nvPr/>
          </p:nvSpPr>
          <p:spPr>
            <a:xfrm rot="10800000">
              <a:off x="634726" y="1885638"/>
              <a:ext cx="340325" cy="188625"/>
            </a:xfrm>
            <a:prstGeom prst="flowChartExtra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i="0" sz="1400" u="none" cap="none" strike="noStrike">
                <a:solidFill>
                  <a:schemeClr val="dk2"/>
                </a:solidFill>
                <a:latin typeface="Roboto"/>
                <a:ea typeface="Roboto"/>
                <a:cs typeface="Roboto"/>
                <a:sym typeface="Roboto"/>
              </a:endParaRPr>
            </a:p>
          </p:txBody>
        </p:sp>
      </p:grpSp>
      <p:sp>
        <p:nvSpPr>
          <p:cNvPr id="413" name="Google Shape;413;p56"/>
          <p:cNvSpPr/>
          <p:nvPr/>
        </p:nvSpPr>
        <p:spPr>
          <a:xfrm flipH="1">
            <a:off x="3283550" y="1783100"/>
            <a:ext cx="2428500" cy="2918400"/>
          </a:xfrm>
          <a:prstGeom prst="round2DiagRect">
            <a:avLst>
              <a:gd fmla="val 16667" name="adj1"/>
              <a:gd fmla="val 0" name="adj2"/>
            </a:avLst>
          </a:prstGeom>
          <a:solidFill>
            <a:srgbClr val="F3F3F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414" name="Google Shape;414;p56"/>
          <p:cNvGrpSpPr/>
          <p:nvPr/>
        </p:nvGrpSpPr>
        <p:grpSpPr>
          <a:xfrm>
            <a:off x="6188672" y="1191178"/>
            <a:ext cx="533372" cy="533480"/>
            <a:chOff x="457200" y="1378813"/>
            <a:chExt cx="695400" cy="695450"/>
          </a:xfrm>
        </p:grpSpPr>
        <p:sp>
          <p:nvSpPr>
            <p:cNvPr id="415" name="Google Shape;415;p56"/>
            <p:cNvSpPr/>
            <p:nvPr/>
          </p:nvSpPr>
          <p:spPr>
            <a:xfrm>
              <a:off x="457200" y="1378813"/>
              <a:ext cx="695400" cy="621300"/>
            </a:xfrm>
            <a:prstGeom prst="roundRect">
              <a:avLst>
                <a:gd fmla="val 16667" name="adj"/>
              </a:avLst>
            </a:prstGeom>
            <a:solidFill>
              <a:schemeClr val="accent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100"/>
                <a:buFont typeface="Arial"/>
                <a:buNone/>
              </a:pPr>
              <a:r>
                <a:rPr i="0" lang="en" sz="2100" u="none" cap="none" strike="noStrike">
                  <a:solidFill>
                    <a:schemeClr val="accent5"/>
                  </a:solidFill>
                  <a:latin typeface="Roboto"/>
                  <a:ea typeface="Roboto"/>
                  <a:cs typeface="Roboto"/>
                  <a:sym typeface="Roboto"/>
                </a:rPr>
                <a:t>03</a:t>
              </a:r>
              <a:endParaRPr i="0" sz="2100" u="none" cap="none" strike="noStrike">
                <a:solidFill>
                  <a:schemeClr val="accent5"/>
                </a:solidFill>
                <a:latin typeface="Roboto"/>
                <a:ea typeface="Roboto"/>
                <a:cs typeface="Roboto"/>
                <a:sym typeface="Roboto"/>
              </a:endParaRPr>
            </a:p>
          </p:txBody>
        </p:sp>
        <p:sp>
          <p:nvSpPr>
            <p:cNvPr id="416" name="Google Shape;416;p56"/>
            <p:cNvSpPr/>
            <p:nvPr/>
          </p:nvSpPr>
          <p:spPr>
            <a:xfrm rot="10800000">
              <a:off x="634726" y="1885638"/>
              <a:ext cx="340325" cy="188625"/>
            </a:xfrm>
            <a:prstGeom prst="flowChartExtract">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i="0" sz="1400" u="none" cap="none" strike="noStrike">
                <a:solidFill>
                  <a:schemeClr val="accent5"/>
                </a:solidFill>
                <a:latin typeface="Roboto"/>
                <a:ea typeface="Roboto"/>
                <a:cs typeface="Roboto"/>
                <a:sym typeface="Roboto"/>
              </a:endParaRPr>
            </a:p>
          </p:txBody>
        </p:sp>
      </p:grpSp>
      <p:sp>
        <p:nvSpPr>
          <p:cNvPr id="417" name="Google Shape;417;p56"/>
          <p:cNvSpPr/>
          <p:nvPr/>
        </p:nvSpPr>
        <p:spPr>
          <a:xfrm flipH="1">
            <a:off x="6188675" y="1783922"/>
            <a:ext cx="2428500" cy="2918400"/>
          </a:xfrm>
          <a:prstGeom prst="round2DiagRect">
            <a:avLst>
              <a:gd fmla="val 16667" name="adj1"/>
              <a:gd fmla="val 0" name="adj2"/>
            </a:avLst>
          </a:prstGeom>
          <a:solidFill>
            <a:srgbClr val="F3F3F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8" name="Google Shape;418;p56"/>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419" name="Google Shape;419;p56"/>
          <p:cNvSpPr txBox="1"/>
          <p:nvPr>
            <p:ph idx="2" type="title"/>
          </p:nvPr>
        </p:nvSpPr>
        <p:spPr>
          <a:xfrm>
            <a:off x="-6000" y="515275"/>
            <a:ext cx="9168600" cy="323100"/>
          </a:xfrm>
          <a:prstGeom prst="rect">
            <a:avLst/>
          </a:prstGeom>
        </p:spPr>
        <p:txBody>
          <a:bodyPr anchorCtr="0" anchor="t" bIns="91425" lIns="365750" spcFirstLastPara="1" rIns="91425" wrap="square" tIns="91425">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Key Idea slide 1">
  <p:cSld name="CUSTOM_4_1_2_4">
    <p:spTree>
      <p:nvGrpSpPr>
        <p:cNvPr id="420" name="Shape 420"/>
        <p:cNvGrpSpPr/>
        <p:nvPr/>
      </p:nvGrpSpPr>
      <p:grpSpPr>
        <a:xfrm>
          <a:off x="0" y="0"/>
          <a:ext cx="0" cy="0"/>
          <a:chOff x="0" y="0"/>
          <a:chExt cx="0" cy="0"/>
        </a:xfrm>
      </p:grpSpPr>
      <p:sp>
        <p:nvSpPr>
          <p:cNvPr id="421" name="Google Shape;421;p57"/>
          <p:cNvSpPr/>
          <p:nvPr/>
        </p:nvSpPr>
        <p:spPr>
          <a:xfrm>
            <a:off x="459099" y="1336050"/>
            <a:ext cx="2471400" cy="2471400"/>
          </a:xfrm>
          <a:prstGeom prst="ellipse">
            <a:avLst/>
          </a:prstGeom>
          <a:solidFill>
            <a:srgbClr val="FCB912"/>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422" name="Google Shape;422;p57"/>
          <p:cNvPicPr preferRelativeResize="0"/>
          <p:nvPr/>
        </p:nvPicPr>
        <p:blipFill>
          <a:blip r:embed="rId2">
            <a:alphaModFix/>
          </a:blip>
          <a:stretch>
            <a:fillRect/>
          </a:stretch>
        </p:blipFill>
        <p:spPr>
          <a:xfrm>
            <a:off x="772288" y="1643513"/>
            <a:ext cx="1856475" cy="1856475"/>
          </a:xfrm>
          <a:prstGeom prst="rect">
            <a:avLst/>
          </a:prstGeom>
          <a:noFill/>
          <a:ln>
            <a:noFill/>
          </a:ln>
        </p:spPr>
      </p:pic>
      <p:pic>
        <p:nvPicPr>
          <p:cNvPr id="423" name="Google Shape;423;p57"/>
          <p:cNvPicPr preferRelativeResize="0"/>
          <p:nvPr/>
        </p:nvPicPr>
        <p:blipFill rotWithShape="1">
          <a:blip r:embed="rId3">
            <a:alphaModFix amt="11000"/>
          </a:blip>
          <a:srcRect b="7136" l="-6410" r="6410" t="-3050"/>
          <a:stretch/>
        </p:blipFill>
        <p:spPr>
          <a:xfrm>
            <a:off x="5157740" y="2672100"/>
            <a:ext cx="3986260" cy="2471400"/>
          </a:xfrm>
          <a:prstGeom prst="rect">
            <a:avLst/>
          </a:prstGeom>
          <a:noFill/>
          <a:ln>
            <a:noFill/>
          </a:ln>
        </p:spPr>
      </p:pic>
      <p:sp>
        <p:nvSpPr>
          <p:cNvPr id="424" name="Google Shape;424;p57"/>
          <p:cNvSpPr txBox="1"/>
          <p:nvPr>
            <p:ph type="title"/>
          </p:nvPr>
        </p:nvSpPr>
        <p:spPr>
          <a:xfrm>
            <a:off x="3145536" y="1925250"/>
            <a:ext cx="5555100" cy="1304700"/>
          </a:xfrm>
          <a:prstGeom prst="rect">
            <a:avLst/>
          </a:prstGeom>
        </p:spPr>
        <p:txBody>
          <a:bodyPr anchorCtr="0" anchor="t" bIns="91425" lIns="91425" spcFirstLastPara="1" rIns="91425" wrap="square" tIns="91425">
            <a:noAutofit/>
          </a:bodyPr>
          <a:lstStyle>
            <a:lvl1pPr lvl="0">
              <a:spcBef>
                <a:spcPts val="0"/>
              </a:spcBef>
              <a:spcAft>
                <a:spcPts val="0"/>
              </a:spcAft>
              <a:buSzPts val="3800"/>
              <a:buNone/>
              <a:defRPr sz="3800">
                <a:latin typeface="Roboto Light"/>
                <a:ea typeface="Roboto Light"/>
                <a:cs typeface="Roboto Light"/>
                <a:sym typeface="Roboto Light"/>
              </a:defRPr>
            </a:lvl1pPr>
            <a:lvl2pPr lvl="1">
              <a:spcBef>
                <a:spcPts val="0"/>
              </a:spcBef>
              <a:spcAft>
                <a:spcPts val="0"/>
              </a:spcAft>
              <a:buClr>
                <a:srgbClr val="2E5E73"/>
              </a:buClr>
              <a:buSzPts val="3800"/>
              <a:buNone/>
              <a:defRPr sz="3800">
                <a:solidFill>
                  <a:srgbClr val="2E5E73"/>
                </a:solidFill>
                <a:latin typeface="Roboto Light"/>
                <a:ea typeface="Roboto Light"/>
                <a:cs typeface="Roboto Light"/>
                <a:sym typeface="Roboto Light"/>
              </a:defRPr>
            </a:lvl2pPr>
            <a:lvl3pPr lvl="2">
              <a:spcBef>
                <a:spcPts val="0"/>
              </a:spcBef>
              <a:spcAft>
                <a:spcPts val="0"/>
              </a:spcAft>
              <a:buClr>
                <a:srgbClr val="2E5E73"/>
              </a:buClr>
              <a:buSzPts val="3800"/>
              <a:buNone/>
              <a:defRPr sz="3800">
                <a:solidFill>
                  <a:srgbClr val="2E5E73"/>
                </a:solidFill>
                <a:latin typeface="Roboto Light"/>
                <a:ea typeface="Roboto Light"/>
                <a:cs typeface="Roboto Light"/>
                <a:sym typeface="Roboto Light"/>
              </a:defRPr>
            </a:lvl3pPr>
            <a:lvl4pPr lvl="3">
              <a:spcBef>
                <a:spcPts val="0"/>
              </a:spcBef>
              <a:spcAft>
                <a:spcPts val="0"/>
              </a:spcAft>
              <a:buClr>
                <a:srgbClr val="2E5E73"/>
              </a:buClr>
              <a:buSzPts val="3800"/>
              <a:buNone/>
              <a:defRPr sz="3800">
                <a:solidFill>
                  <a:srgbClr val="2E5E73"/>
                </a:solidFill>
                <a:latin typeface="Roboto Light"/>
                <a:ea typeface="Roboto Light"/>
                <a:cs typeface="Roboto Light"/>
                <a:sym typeface="Roboto Light"/>
              </a:defRPr>
            </a:lvl4pPr>
            <a:lvl5pPr lvl="4">
              <a:spcBef>
                <a:spcPts val="0"/>
              </a:spcBef>
              <a:spcAft>
                <a:spcPts val="0"/>
              </a:spcAft>
              <a:buClr>
                <a:srgbClr val="2E5E73"/>
              </a:buClr>
              <a:buSzPts val="3800"/>
              <a:buNone/>
              <a:defRPr sz="3800">
                <a:solidFill>
                  <a:srgbClr val="2E5E73"/>
                </a:solidFill>
                <a:latin typeface="Roboto Light"/>
                <a:ea typeface="Roboto Light"/>
                <a:cs typeface="Roboto Light"/>
                <a:sym typeface="Roboto Light"/>
              </a:defRPr>
            </a:lvl5pPr>
            <a:lvl6pPr lvl="5">
              <a:spcBef>
                <a:spcPts val="0"/>
              </a:spcBef>
              <a:spcAft>
                <a:spcPts val="0"/>
              </a:spcAft>
              <a:buClr>
                <a:srgbClr val="2E5E73"/>
              </a:buClr>
              <a:buSzPts val="3800"/>
              <a:buNone/>
              <a:defRPr sz="3800">
                <a:solidFill>
                  <a:srgbClr val="2E5E73"/>
                </a:solidFill>
                <a:latin typeface="Roboto Light"/>
                <a:ea typeface="Roboto Light"/>
                <a:cs typeface="Roboto Light"/>
                <a:sym typeface="Roboto Light"/>
              </a:defRPr>
            </a:lvl6pPr>
            <a:lvl7pPr lvl="6">
              <a:spcBef>
                <a:spcPts val="0"/>
              </a:spcBef>
              <a:spcAft>
                <a:spcPts val="0"/>
              </a:spcAft>
              <a:buClr>
                <a:srgbClr val="2E5E73"/>
              </a:buClr>
              <a:buSzPts val="3800"/>
              <a:buNone/>
              <a:defRPr sz="3800">
                <a:solidFill>
                  <a:srgbClr val="2E5E73"/>
                </a:solidFill>
                <a:latin typeface="Roboto Light"/>
                <a:ea typeface="Roboto Light"/>
                <a:cs typeface="Roboto Light"/>
                <a:sym typeface="Roboto Light"/>
              </a:defRPr>
            </a:lvl7pPr>
            <a:lvl8pPr lvl="7">
              <a:spcBef>
                <a:spcPts val="0"/>
              </a:spcBef>
              <a:spcAft>
                <a:spcPts val="0"/>
              </a:spcAft>
              <a:buClr>
                <a:srgbClr val="2E5E73"/>
              </a:buClr>
              <a:buSzPts val="3800"/>
              <a:buNone/>
              <a:defRPr sz="3800">
                <a:solidFill>
                  <a:srgbClr val="2E5E73"/>
                </a:solidFill>
                <a:latin typeface="Roboto Light"/>
                <a:ea typeface="Roboto Light"/>
                <a:cs typeface="Roboto Light"/>
                <a:sym typeface="Roboto Light"/>
              </a:defRPr>
            </a:lvl8pPr>
            <a:lvl9pPr lvl="8">
              <a:spcBef>
                <a:spcPts val="0"/>
              </a:spcBef>
              <a:spcAft>
                <a:spcPts val="0"/>
              </a:spcAft>
              <a:buClr>
                <a:srgbClr val="2E5E73"/>
              </a:buClr>
              <a:buSzPts val="3800"/>
              <a:buNone/>
              <a:defRPr sz="3800">
                <a:solidFill>
                  <a:srgbClr val="2E5E73"/>
                </a:solidFill>
                <a:latin typeface="Roboto Light"/>
                <a:ea typeface="Roboto Light"/>
                <a:cs typeface="Roboto Light"/>
                <a:sym typeface="Roboto Light"/>
              </a:defRPr>
            </a:lvl9pPr>
          </a:lstStyle>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ctivity slide">
  <p:cSld name="CUSTOM_23_3">
    <p:bg>
      <p:bgPr>
        <a:solidFill>
          <a:srgbClr val="F2F2F2"/>
        </a:solidFill>
      </p:bgPr>
    </p:bg>
    <p:spTree>
      <p:nvGrpSpPr>
        <p:cNvPr id="425" name="Shape 425"/>
        <p:cNvGrpSpPr/>
        <p:nvPr/>
      </p:nvGrpSpPr>
      <p:grpSpPr>
        <a:xfrm>
          <a:off x="0" y="0"/>
          <a:ext cx="0" cy="0"/>
          <a:chOff x="0" y="0"/>
          <a:chExt cx="0" cy="0"/>
        </a:xfrm>
      </p:grpSpPr>
      <p:sp>
        <p:nvSpPr>
          <p:cNvPr id="426" name="Google Shape;426;p58"/>
          <p:cNvSpPr/>
          <p:nvPr/>
        </p:nvSpPr>
        <p:spPr>
          <a:xfrm>
            <a:off x="136025" y="233625"/>
            <a:ext cx="572700" cy="572700"/>
          </a:xfrm>
          <a:prstGeom prst="ellipse">
            <a:avLst/>
          </a:prstGeom>
          <a:solidFill>
            <a:srgbClr val="FCB91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7" name="Google Shape;427;p58"/>
          <p:cNvSpPr txBox="1"/>
          <p:nvPr/>
        </p:nvSpPr>
        <p:spPr>
          <a:xfrm>
            <a:off x="-5875" y="203600"/>
            <a:ext cx="9168600" cy="393600"/>
          </a:xfrm>
          <a:prstGeom prst="rect">
            <a:avLst/>
          </a:prstGeom>
          <a:noFill/>
          <a:ln>
            <a:noFill/>
          </a:ln>
        </p:spPr>
        <p:txBody>
          <a:bodyPr anchorCtr="0" anchor="ctr" bIns="91425" lIns="822950" spcFirstLastPara="1" rIns="91425" wrap="square" tIns="91425">
            <a:noAutofit/>
          </a:bodyPr>
          <a:lstStyle/>
          <a:p>
            <a:pPr indent="0" lvl="0" marL="0" rtl="0" algn="l">
              <a:spcBef>
                <a:spcPts val="0"/>
              </a:spcBef>
              <a:spcAft>
                <a:spcPts val="0"/>
              </a:spcAft>
              <a:buNone/>
            </a:pPr>
            <a:r>
              <a:rPr b="1" lang="en" sz="2400">
                <a:solidFill>
                  <a:schemeClr val="dk2"/>
                </a:solidFill>
                <a:latin typeface="Roboto"/>
                <a:ea typeface="Roboto"/>
                <a:cs typeface="Roboto"/>
                <a:sym typeface="Roboto"/>
              </a:rPr>
              <a:t>Activity </a:t>
            </a:r>
            <a:endParaRPr b="1" sz="2400">
              <a:solidFill>
                <a:schemeClr val="dk2"/>
              </a:solidFill>
              <a:latin typeface="Roboto"/>
              <a:ea typeface="Roboto"/>
              <a:cs typeface="Roboto"/>
              <a:sym typeface="Roboto"/>
            </a:endParaRPr>
          </a:p>
        </p:txBody>
      </p:sp>
      <p:sp>
        <p:nvSpPr>
          <p:cNvPr id="428" name="Google Shape;428;p58"/>
          <p:cNvSpPr txBox="1"/>
          <p:nvPr/>
        </p:nvSpPr>
        <p:spPr>
          <a:xfrm>
            <a:off x="5901175" y="3977950"/>
            <a:ext cx="2872200" cy="434400"/>
          </a:xfrm>
          <a:prstGeom prst="rect">
            <a:avLst/>
          </a:prstGeom>
          <a:noFill/>
          <a:ln>
            <a:noFill/>
          </a:ln>
        </p:spPr>
        <p:txBody>
          <a:bodyPr anchorCtr="0" anchor="ctr" bIns="0" lIns="640075" spcFirstLastPara="1" rIns="91425" wrap="square" tIns="0">
            <a:noAutofit/>
          </a:bodyPr>
          <a:lstStyle/>
          <a:p>
            <a:pPr indent="0" lvl="0" marL="0" rtl="0" algn="r">
              <a:spcBef>
                <a:spcPts val="0"/>
              </a:spcBef>
              <a:spcAft>
                <a:spcPts val="0"/>
              </a:spcAft>
              <a:buNone/>
            </a:pPr>
            <a:r>
              <a:rPr b="1" lang="en">
                <a:solidFill>
                  <a:schemeClr val="dk2"/>
                </a:solidFill>
                <a:latin typeface="Roboto"/>
                <a:ea typeface="Roboto"/>
                <a:cs typeface="Roboto"/>
                <a:sym typeface="Roboto"/>
              </a:rPr>
              <a:t>Suggested Time</a:t>
            </a:r>
            <a:endParaRPr b="1">
              <a:solidFill>
                <a:schemeClr val="dk2"/>
              </a:solidFill>
              <a:latin typeface="Roboto"/>
              <a:ea typeface="Roboto"/>
              <a:cs typeface="Roboto"/>
              <a:sym typeface="Roboto"/>
            </a:endParaRPr>
          </a:p>
        </p:txBody>
      </p:sp>
      <p:pic>
        <p:nvPicPr>
          <p:cNvPr id="429" name="Google Shape;429;p58"/>
          <p:cNvPicPr preferRelativeResize="0"/>
          <p:nvPr/>
        </p:nvPicPr>
        <p:blipFill rotWithShape="1">
          <a:blip r:embed="rId2">
            <a:alphaModFix amt="12000"/>
          </a:blip>
          <a:srcRect b="41054" l="-3280" r="-37524" t="-19179"/>
          <a:stretch/>
        </p:blipFill>
        <p:spPr>
          <a:xfrm>
            <a:off x="0" y="3069475"/>
            <a:ext cx="3716100" cy="2074025"/>
          </a:xfrm>
          <a:prstGeom prst="rect">
            <a:avLst/>
          </a:prstGeom>
          <a:noFill/>
          <a:ln>
            <a:noFill/>
          </a:ln>
        </p:spPr>
      </p:pic>
      <p:cxnSp>
        <p:nvCxnSpPr>
          <p:cNvPr id="430" name="Google Shape;430;p58"/>
          <p:cNvCxnSpPr/>
          <p:nvPr/>
        </p:nvCxnSpPr>
        <p:spPr>
          <a:xfrm>
            <a:off x="0" y="929900"/>
            <a:ext cx="7337400" cy="0"/>
          </a:xfrm>
          <a:prstGeom prst="straightConnector1">
            <a:avLst/>
          </a:prstGeom>
          <a:noFill/>
          <a:ln cap="flat" cmpd="sng" w="19050">
            <a:solidFill>
              <a:srgbClr val="2E5E73"/>
            </a:solidFill>
            <a:prstDash val="solid"/>
            <a:round/>
            <a:headEnd len="med" w="med" type="none"/>
            <a:tailEnd len="med" w="med" type="oval"/>
          </a:ln>
        </p:spPr>
      </p:cxnSp>
      <p:sp>
        <p:nvSpPr>
          <p:cNvPr id="431" name="Google Shape;431;p58"/>
          <p:cNvSpPr txBox="1"/>
          <p:nvPr>
            <p:ph idx="1" type="subTitle"/>
          </p:nvPr>
        </p:nvSpPr>
        <p:spPr>
          <a:xfrm>
            <a:off x="818575" y="1726975"/>
            <a:ext cx="6518700" cy="2116200"/>
          </a:xfrm>
          <a:prstGeom prst="rect">
            <a:avLst/>
          </a:prstGeom>
        </p:spPr>
        <p:txBody>
          <a:bodyPr anchorCtr="0" anchor="t" bIns="91425" lIns="0" spcFirstLastPara="1" rIns="91425" wrap="square" tIns="91425">
            <a:noAutofit/>
          </a:bodyPr>
          <a:lstStyle>
            <a:lvl1pPr lvl="0">
              <a:spcBef>
                <a:spcPts val="0"/>
              </a:spcBef>
              <a:spcAft>
                <a:spcPts val="0"/>
              </a:spcAft>
              <a:buSzPts val="1400"/>
              <a:buNone/>
              <a:defRPr sz="1400"/>
            </a:lvl1pPr>
            <a:lvl2pPr lvl="1">
              <a:spcBef>
                <a:spcPts val="0"/>
              </a:spcBef>
              <a:spcAft>
                <a:spcPts val="0"/>
              </a:spcAft>
              <a:buSzPts val="1800"/>
              <a:buNone/>
              <a:defRPr/>
            </a:lvl2pPr>
            <a:lvl3pPr lvl="2">
              <a:spcBef>
                <a:spcPts val="0"/>
              </a:spcBef>
              <a:spcAft>
                <a:spcPts val="0"/>
              </a:spcAft>
              <a:buSzPts val="1800"/>
              <a:buNone/>
              <a:defRPr/>
            </a:lvl3pPr>
            <a:lvl4pPr lvl="3">
              <a:spcBef>
                <a:spcPts val="0"/>
              </a:spcBef>
              <a:spcAft>
                <a:spcPts val="0"/>
              </a:spcAft>
              <a:buSzPts val="1800"/>
              <a:buNone/>
              <a:defRPr/>
            </a:lvl4pPr>
            <a:lvl5pPr lvl="4">
              <a:spcBef>
                <a:spcPts val="0"/>
              </a:spcBef>
              <a:spcAft>
                <a:spcPts val="0"/>
              </a:spcAft>
              <a:buSzPts val="18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p:txBody>
      </p:sp>
      <p:sp>
        <p:nvSpPr>
          <p:cNvPr id="432" name="Google Shape;432;p58"/>
          <p:cNvSpPr txBox="1"/>
          <p:nvPr>
            <p:ph idx="2" type="subTitle"/>
          </p:nvPr>
        </p:nvSpPr>
        <p:spPr>
          <a:xfrm>
            <a:off x="0" y="4322600"/>
            <a:ext cx="8703600" cy="323100"/>
          </a:xfrm>
          <a:prstGeom prst="rect">
            <a:avLst/>
          </a:prstGeom>
        </p:spPr>
        <p:txBody>
          <a:bodyPr anchorCtr="0" anchor="t" bIns="91425" lIns="0" spcFirstLastPara="1" rIns="91425" wrap="square" tIns="0">
            <a:noAutofit/>
          </a:bodyPr>
          <a:lstStyle>
            <a:lvl1pPr lvl="0" algn="r">
              <a:spcBef>
                <a:spcPts val="0"/>
              </a:spcBef>
              <a:spcAft>
                <a:spcPts val="0"/>
              </a:spcAft>
              <a:buSzPts val="1400"/>
              <a:buNone/>
              <a:defRPr sz="1400"/>
            </a:lvl1pPr>
            <a:lvl2pPr lvl="1" algn="r">
              <a:spcBef>
                <a:spcPts val="0"/>
              </a:spcBef>
              <a:spcAft>
                <a:spcPts val="0"/>
              </a:spcAft>
              <a:buSzPts val="1800"/>
              <a:buNone/>
              <a:defRPr/>
            </a:lvl2pPr>
            <a:lvl3pPr lvl="2" algn="r">
              <a:spcBef>
                <a:spcPts val="0"/>
              </a:spcBef>
              <a:spcAft>
                <a:spcPts val="0"/>
              </a:spcAft>
              <a:buSzPts val="1800"/>
              <a:buNone/>
              <a:defRPr/>
            </a:lvl3pPr>
            <a:lvl4pPr lvl="3" algn="r">
              <a:spcBef>
                <a:spcPts val="0"/>
              </a:spcBef>
              <a:spcAft>
                <a:spcPts val="0"/>
              </a:spcAft>
              <a:buSzPts val="1800"/>
              <a:buNone/>
              <a:defRPr/>
            </a:lvl4pPr>
            <a:lvl5pPr lvl="4" algn="r">
              <a:spcBef>
                <a:spcPts val="0"/>
              </a:spcBef>
              <a:spcAft>
                <a:spcPts val="0"/>
              </a:spcAft>
              <a:buSzPts val="1800"/>
              <a:buNone/>
              <a:defRPr/>
            </a:lvl5pPr>
            <a:lvl6pPr lvl="5" algn="r">
              <a:spcBef>
                <a:spcPts val="0"/>
              </a:spcBef>
              <a:spcAft>
                <a:spcPts val="0"/>
              </a:spcAft>
              <a:buSzPts val="1800"/>
              <a:buNone/>
              <a:defRPr/>
            </a:lvl6pPr>
            <a:lvl7pPr lvl="6" algn="r">
              <a:spcBef>
                <a:spcPts val="0"/>
              </a:spcBef>
              <a:spcAft>
                <a:spcPts val="0"/>
              </a:spcAft>
              <a:buSzPts val="1800"/>
              <a:buNone/>
              <a:defRPr/>
            </a:lvl7pPr>
            <a:lvl8pPr lvl="7" algn="r">
              <a:spcBef>
                <a:spcPts val="0"/>
              </a:spcBef>
              <a:spcAft>
                <a:spcPts val="0"/>
              </a:spcAft>
              <a:buSzPts val="1800"/>
              <a:buNone/>
              <a:defRPr/>
            </a:lvl8pPr>
            <a:lvl9pPr lvl="8" algn="r">
              <a:spcBef>
                <a:spcPts val="0"/>
              </a:spcBef>
              <a:spcAft>
                <a:spcPts val="0"/>
              </a:spcAft>
              <a:buSzPts val="1800"/>
              <a:buNone/>
              <a:defRPr/>
            </a:lvl9pPr>
          </a:lstStyle>
          <a:p/>
        </p:txBody>
      </p:sp>
      <p:pic>
        <p:nvPicPr>
          <p:cNvPr id="433" name="Google Shape;433;p58"/>
          <p:cNvPicPr preferRelativeResize="0"/>
          <p:nvPr/>
        </p:nvPicPr>
        <p:blipFill>
          <a:blip r:embed="rId3">
            <a:alphaModFix/>
          </a:blip>
          <a:stretch>
            <a:fillRect/>
          </a:stretch>
        </p:blipFill>
        <p:spPr>
          <a:xfrm>
            <a:off x="222821" y="323175"/>
            <a:ext cx="399107" cy="393600"/>
          </a:xfrm>
          <a:prstGeom prst="rect">
            <a:avLst/>
          </a:prstGeom>
          <a:noFill/>
          <a:ln>
            <a:noFill/>
          </a:ln>
        </p:spPr>
      </p:pic>
      <p:sp>
        <p:nvSpPr>
          <p:cNvPr id="434" name="Google Shape;434;p58"/>
          <p:cNvSpPr txBox="1"/>
          <p:nvPr>
            <p:ph type="title"/>
          </p:nvPr>
        </p:nvSpPr>
        <p:spPr>
          <a:xfrm>
            <a:off x="-6000" y="478650"/>
            <a:ext cx="9168600" cy="323100"/>
          </a:xfrm>
          <a:prstGeom prst="rect">
            <a:avLst/>
          </a:prstGeom>
        </p:spPr>
        <p:txBody>
          <a:bodyPr anchorCtr="0" anchor="t" bIns="91425" lIns="822950" spcFirstLastPara="1" rIns="91425" wrap="square" tIns="91425">
            <a:noAutofit/>
          </a:bodyPr>
          <a:lstStyle>
            <a:lvl1pPr lvl="0">
              <a:spcBef>
                <a:spcPts val="0"/>
              </a:spcBef>
              <a:spcAft>
                <a:spcPts val="0"/>
              </a:spcAft>
              <a:buSzPts val="1400"/>
              <a:buNone/>
              <a:defRPr b="0" sz="1400"/>
            </a:lvl1pPr>
            <a:lvl2pPr lvl="1">
              <a:spcBef>
                <a:spcPts val="0"/>
              </a:spcBef>
              <a:spcAft>
                <a:spcPts val="0"/>
              </a:spcAft>
              <a:buSzPts val="2800"/>
              <a:buFont typeface="Roboto"/>
              <a:buNone/>
              <a:defRPr>
                <a:latin typeface="Roboto"/>
                <a:ea typeface="Roboto"/>
                <a:cs typeface="Roboto"/>
                <a:sym typeface="Roboto"/>
              </a:defRPr>
            </a:lvl2pPr>
            <a:lvl3pPr lvl="2">
              <a:spcBef>
                <a:spcPts val="0"/>
              </a:spcBef>
              <a:spcAft>
                <a:spcPts val="0"/>
              </a:spcAft>
              <a:buSzPts val="2800"/>
              <a:buFont typeface="Roboto"/>
              <a:buNone/>
              <a:defRPr>
                <a:latin typeface="Roboto"/>
                <a:ea typeface="Roboto"/>
                <a:cs typeface="Roboto"/>
                <a:sym typeface="Roboto"/>
              </a:defRPr>
            </a:lvl3pPr>
            <a:lvl4pPr lvl="3">
              <a:spcBef>
                <a:spcPts val="0"/>
              </a:spcBef>
              <a:spcAft>
                <a:spcPts val="0"/>
              </a:spcAft>
              <a:buSzPts val="2800"/>
              <a:buFont typeface="Roboto"/>
              <a:buNone/>
              <a:defRPr>
                <a:latin typeface="Roboto"/>
                <a:ea typeface="Roboto"/>
                <a:cs typeface="Roboto"/>
                <a:sym typeface="Roboto"/>
              </a:defRPr>
            </a:lvl4pPr>
            <a:lvl5pPr lvl="4">
              <a:spcBef>
                <a:spcPts val="0"/>
              </a:spcBef>
              <a:spcAft>
                <a:spcPts val="0"/>
              </a:spcAft>
              <a:buSzPts val="2800"/>
              <a:buFont typeface="Roboto"/>
              <a:buNone/>
              <a:defRPr>
                <a:latin typeface="Roboto"/>
                <a:ea typeface="Roboto"/>
                <a:cs typeface="Roboto"/>
                <a:sym typeface="Roboto"/>
              </a:defRPr>
            </a:lvl5pPr>
            <a:lvl6pPr lvl="5">
              <a:spcBef>
                <a:spcPts val="0"/>
              </a:spcBef>
              <a:spcAft>
                <a:spcPts val="0"/>
              </a:spcAft>
              <a:buSzPts val="2800"/>
              <a:buFont typeface="Roboto"/>
              <a:buNone/>
              <a:defRPr>
                <a:latin typeface="Roboto"/>
                <a:ea typeface="Roboto"/>
                <a:cs typeface="Roboto"/>
                <a:sym typeface="Roboto"/>
              </a:defRPr>
            </a:lvl6pPr>
            <a:lvl7pPr lvl="6">
              <a:spcBef>
                <a:spcPts val="0"/>
              </a:spcBef>
              <a:spcAft>
                <a:spcPts val="0"/>
              </a:spcAft>
              <a:buSzPts val="2800"/>
              <a:buFont typeface="Roboto"/>
              <a:buNone/>
              <a:defRPr>
                <a:latin typeface="Roboto"/>
                <a:ea typeface="Roboto"/>
                <a:cs typeface="Roboto"/>
                <a:sym typeface="Roboto"/>
              </a:defRPr>
            </a:lvl7pPr>
            <a:lvl8pPr lvl="7">
              <a:spcBef>
                <a:spcPts val="0"/>
              </a:spcBef>
              <a:spcAft>
                <a:spcPts val="0"/>
              </a:spcAft>
              <a:buSzPts val="2800"/>
              <a:buFont typeface="Roboto"/>
              <a:buNone/>
              <a:defRPr>
                <a:latin typeface="Roboto"/>
                <a:ea typeface="Roboto"/>
                <a:cs typeface="Roboto"/>
                <a:sym typeface="Roboto"/>
              </a:defRPr>
            </a:lvl8pPr>
            <a:lvl9pPr lvl="8">
              <a:spcBef>
                <a:spcPts val="0"/>
              </a:spcBef>
              <a:spcAft>
                <a:spcPts val="0"/>
              </a:spcAft>
              <a:buSzPts val="2800"/>
              <a:buFont typeface="Roboto"/>
              <a:buNone/>
              <a:defRPr>
                <a:latin typeface="Roboto"/>
                <a:ea typeface="Roboto"/>
                <a:cs typeface="Roboto"/>
                <a:sym typeface="Roboto"/>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40" Type="http://schemas.openxmlformats.org/officeDocument/2006/relationships/slideLayout" Target="../slideLayouts/slideLayout40.xml"/><Relationship Id="rId42" Type="http://schemas.openxmlformats.org/officeDocument/2006/relationships/slideLayout" Target="../slideLayouts/slideLayout42.xml"/><Relationship Id="rId41" Type="http://schemas.openxmlformats.org/officeDocument/2006/relationships/slideLayout" Target="../slideLayouts/slideLayout41.xml"/><Relationship Id="rId44" Type="http://schemas.openxmlformats.org/officeDocument/2006/relationships/slideLayout" Target="../slideLayouts/slideLayout44.xml"/><Relationship Id="rId43" Type="http://schemas.openxmlformats.org/officeDocument/2006/relationships/slideLayout" Target="../slideLayouts/slideLayout43.xml"/><Relationship Id="rId46" Type="http://schemas.openxmlformats.org/officeDocument/2006/relationships/slideLayout" Target="../slideLayouts/slideLayout46.xml"/><Relationship Id="rId45" Type="http://schemas.openxmlformats.org/officeDocument/2006/relationships/slideLayout" Target="../slideLayouts/slideLayout45.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48" Type="http://schemas.openxmlformats.org/officeDocument/2006/relationships/slideLayout" Target="../slideLayouts/slideLayout48.xml"/><Relationship Id="rId47" Type="http://schemas.openxmlformats.org/officeDocument/2006/relationships/slideLayout" Target="../slideLayouts/slideLayout47.xml"/><Relationship Id="rId49" Type="http://schemas.openxmlformats.org/officeDocument/2006/relationships/slideLayout" Target="../slideLayouts/slideLayout4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33" Type="http://schemas.openxmlformats.org/officeDocument/2006/relationships/slideLayout" Target="../slideLayouts/slideLayout33.xml"/><Relationship Id="rId32" Type="http://schemas.openxmlformats.org/officeDocument/2006/relationships/slideLayout" Target="../slideLayouts/slideLayout32.xml"/><Relationship Id="rId35" Type="http://schemas.openxmlformats.org/officeDocument/2006/relationships/slideLayout" Target="../slideLayouts/slideLayout35.xml"/><Relationship Id="rId34" Type="http://schemas.openxmlformats.org/officeDocument/2006/relationships/slideLayout" Target="../slideLayouts/slideLayout34.xml"/><Relationship Id="rId37" Type="http://schemas.openxmlformats.org/officeDocument/2006/relationships/slideLayout" Target="../slideLayouts/slideLayout37.xml"/><Relationship Id="rId36" Type="http://schemas.openxmlformats.org/officeDocument/2006/relationships/slideLayout" Target="../slideLayouts/slideLayout36.xml"/><Relationship Id="rId39" Type="http://schemas.openxmlformats.org/officeDocument/2006/relationships/slideLayout" Target="../slideLayouts/slideLayout39.xml"/><Relationship Id="rId38" Type="http://schemas.openxmlformats.org/officeDocument/2006/relationships/slideLayout" Target="../slideLayouts/slideLayout38.xml"/><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29" Type="http://schemas.openxmlformats.org/officeDocument/2006/relationships/slideLayout" Target="../slideLayouts/slideLayout29.xml"/><Relationship Id="rId51" Type="http://schemas.openxmlformats.org/officeDocument/2006/relationships/slideLayout" Target="../slideLayouts/slideLayout51.xml"/><Relationship Id="rId50" Type="http://schemas.openxmlformats.org/officeDocument/2006/relationships/slideLayout" Target="../slideLayouts/slideLayout50.xml"/><Relationship Id="rId53" Type="http://schemas.openxmlformats.org/officeDocument/2006/relationships/slideLayout" Target="../slideLayouts/slideLayout53.xml"/><Relationship Id="rId52" Type="http://schemas.openxmlformats.org/officeDocument/2006/relationships/slideLayout" Target="../slideLayouts/slideLayout52.xml"/><Relationship Id="rId11" Type="http://schemas.openxmlformats.org/officeDocument/2006/relationships/slideLayout" Target="../slideLayouts/slideLayout11.xml"/><Relationship Id="rId55" Type="http://schemas.openxmlformats.org/officeDocument/2006/relationships/slideLayout" Target="../slideLayouts/slideLayout55.xml"/><Relationship Id="rId10" Type="http://schemas.openxmlformats.org/officeDocument/2006/relationships/slideLayout" Target="../slideLayouts/slideLayout10.xml"/><Relationship Id="rId54" Type="http://schemas.openxmlformats.org/officeDocument/2006/relationships/slideLayout" Target="../slideLayouts/slideLayout54.xml"/><Relationship Id="rId13" Type="http://schemas.openxmlformats.org/officeDocument/2006/relationships/slideLayout" Target="../slideLayouts/slideLayout13.xml"/><Relationship Id="rId57" Type="http://schemas.openxmlformats.org/officeDocument/2006/relationships/slideLayout" Target="../slideLayouts/slideLayout57.xml"/><Relationship Id="rId12" Type="http://schemas.openxmlformats.org/officeDocument/2006/relationships/slideLayout" Target="../slideLayouts/slideLayout12.xml"/><Relationship Id="rId56" Type="http://schemas.openxmlformats.org/officeDocument/2006/relationships/slideLayout" Target="../slideLayouts/slideLayout5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58" Type="http://schemas.openxmlformats.org/officeDocument/2006/relationships/theme" Target="../theme/theme2.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7200" y="64000"/>
            <a:ext cx="8229600" cy="399000"/>
          </a:xfrm>
          <a:prstGeom prst="rect">
            <a:avLst/>
          </a:prstGeom>
          <a:noFill/>
          <a:ln>
            <a:noFill/>
          </a:ln>
        </p:spPr>
        <p:txBody>
          <a:bodyPr anchorCtr="0" anchor="t" bIns="0" lIns="0" spcFirstLastPara="1" rIns="0" wrap="square" tIns="0">
            <a:noAutofit/>
          </a:bodyPr>
          <a:lstStyle>
            <a:lvl1pPr lvl="0" marR="0" rtl="0" algn="l">
              <a:lnSpc>
                <a:spcPct val="100000"/>
              </a:lnSpc>
              <a:spcBef>
                <a:spcPts val="0"/>
              </a:spcBef>
              <a:spcAft>
                <a:spcPts val="0"/>
              </a:spcAft>
              <a:buClr>
                <a:schemeClr val="dk2"/>
              </a:buClr>
              <a:buSzPts val="2600"/>
              <a:buFont typeface="Roboto"/>
              <a:buNone/>
              <a:defRPr b="1" i="0" sz="2600" u="none" cap="none" strike="noStrike">
                <a:solidFill>
                  <a:schemeClr val="dk2"/>
                </a:solidFill>
                <a:latin typeface="Roboto"/>
                <a:ea typeface="Roboto"/>
                <a:cs typeface="Roboto"/>
                <a:sym typeface="Roboto"/>
              </a:defRPr>
            </a:lvl1pPr>
            <a:lvl2pPr lvl="1" marR="0" rtl="0" algn="l">
              <a:lnSpc>
                <a:spcPct val="100000"/>
              </a:lnSpc>
              <a:spcBef>
                <a:spcPts val="0"/>
              </a:spcBef>
              <a:spcAft>
                <a:spcPts val="0"/>
              </a:spcAft>
              <a:buClr>
                <a:schemeClr val="dk2"/>
              </a:buClr>
              <a:buSzPts val="2800"/>
              <a:buFont typeface="Arial"/>
              <a:buNone/>
              <a:defRPr b="0" i="0" sz="2800" u="none" cap="none" strike="noStrike">
                <a:solidFill>
                  <a:schemeClr val="dk2"/>
                </a:solidFill>
                <a:latin typeface="Arial"/>
                <a:ea typeface="Arial"/>
                <a:cs typeface="Arial"/>
                <a:sym typeface="Arial"/>
              </a:defRPr>
            </a:lvl2pPr>
            <a:lvl3pPr lvl="2" marR="0" rtl="0" algn="l">
              <a:lnSpc>
                <a:spcPct val="100000"/>
              </a:lnSpc>
              <a:spcBef>
                <a:spcPts val="0"/>
              </a:spcBef>
              <a:spcAft>
                <a:spcPts val="0"/>
              </a:spcAft>
              <a:buClr>
                <a:schemeClr val="dk2"/>
              </a:buClr>
              <a:buSzPts val="2800"/>
              <a:buFont typeface="Arial"/>
              <a:buNone/>
              <a:defRPr b="0" i="0" sz="2800" u="none" cap="none" strike="noStrike">
                <a:solidFill>
                  <a:schemeClr val="dk2"/>
                </a:solidFill>
                <a:latin typeface="Arial"/>
                <a:ea typeface="Arial"/>
                <a:cs typeface="Arial"/>
                <a:sym typeface="Arial"/>
              </a:defRPr>
            </a:lvl3pPr>
            <a:lvl4pPr lvl="3" marR="0" rtl="0" algn="l">
              <a:lnSpc>
                <a:spcPct val="100000"/>
              </a:lnSpc>
              <a:spcBef>
                <a:spcPts val="0"/>
              </a:spcBef>
              <a:spcAft>
                <a:spcPts val="0"/>
              </a:spcAft>
              <a:buClr>
                <a:schemeClr val="dk2"/>
              </a:buClr>
              <a:buSzPts val="2800"/>
              <a:buFont typeface="Arial"/>
              <a:buNone/>
              <a:defRPr b="0" i="0" sz="2800" u="none" cap="none" strike="noStrike">
                <a:solidFill>
                  <a:schemeClr val="dk2"/>
                </a:solidFill>
                <a:latin typeface="Arial"/>
                <a:ea typeface="Arial"/>
                <a:cs typeface="Arial"/>
                <a:sym typeface="Arial"/>
              </a:defRPr>
            </a:lvl4pPr>
            <a:lvl5pPr lvl="4" marR="0" rtl="0" algn="l">
              <a:lnSpc>
                <a:spcPct val="100000"/>
              </a:lnSpc>
              <a:spcBef>
                <a:spcPts val="0"/>
              </a:spcBef>
              <a:spcAft>
                <a:spcPts val="0"/>
              </a:spcAft>
              <a:buClr>
                <a:schemeClr val="dk2"/>
              </a:buClr>
              <a:buSzPts val="2800"/>
              <a:buFont typeface="Arial"/>
              <a:buNone/>
              <a:defRPr b="0" i="0" sz="2800" u="none" cap="none" strike="noStrike">
                <a:solidFill>
                  <a:schemeClr val="dk2"/>
                </a:solidFill>
                <a:latin typeface="Arial"/>
                <a:ea typeface="Arial"/>
                <a:cs typeface="Arial"/>
                <a:sym typeface="Arial"/>
              </a:defRPr>
            </a:lvl5pPr>
            <a:lvl6pPr lvl="5" marR="0" rtl="0" algn="l">
              <a:lnSpc>
                <a:spcPct val="100000"/>
              </a:lnSpc>
              <a:spcBef>
                <a:spcPts val="0"/>
              </a:spcBef>
              <a:spcAft>
                <a:spcPts val="0"/>
              </a:spcAft>
              <a:buClr>
                <a:schemeClr val="dk2"/>
              </a:buClr>
              <a:buSzPts val="2800"/>
              <a:buFont typeface="Arial"/>
              <a:buNone/>
              <a:defRPr b="0" i="0" sz="2800" u="none" cap="none" strike="noStrike">
                <a:solidFill>
                  <a:schemeClr val="dk2"/>
                </a:solidFill>
                <a:latin typeface="Arial"/>
                <a:ea typeface="Arial"/>
                <a:cs typeface="Arial"/>
                <a:sym typeface="Arial"/>
              </a:defRPr>
            </a:lvl6pPr>
            <a:lvl7pPr lvl="6" marR="0" rtl="0" algn="l">
              <a:lnSpc>
                <a:spcPct val="100000"/>
              </a:lnSpc>
              <a:spcBef>
                <a:spcPts val="0"/>
              </a:spcBef>
              <a:spcAft>
                <a:spcPts val="0"/>
              </a:spcAft>
              <a:buClr>
                <a:schemeClr val="dk2"/>
              </a:buClr>
              <a:buSzPts val="2800"/>
              <a:buFont typeface="Arial"/>
              <a:buNone/>
              <a:defRPr b="0" i="0" sz="2800" u="none" cap="none" strike="noStrike">
                <a:solidFill>
                  <a:schemeClr val="dk2"/>
                </a:solidFill>
                <a:latin typeface="Arial"/>
                <a:ea typeface="Arial"/>
                <a:cs typeface="Arial"/>
                <a:sym typeface="Arial"/>
              </a:defRPr>
            </a:lvl7pPr>
            <a:lvl8pPr lvl="7" marR="0" rtl="0" algn="l">
              <a:lnSpc>
                <a:spcPct val="100000"/>
              </a:lnSpc>
              <a:spcBef>
                <a:spcPts val="0"/>
              </a:spcBef>
              <a:spcAft>
                <a:spcPts val="0"/>
              </a:spcAft>
              <a:buClr>
                <a:schemeClr val="dk2"/>
              </a:buClr>
              <a:buSzPts val="2800"/>
              <a:buFont typeface="Arial"/>
              <a:buNone/>
              <a:defRPr b="0" i="0" sz="2800" u="none" cap="none" strike="noStrike">
                <a:solidFill>
                  <a:schemeClr val="dk2"/>
                </a:solidFill>
                <a:latin typeface="Arial"/>
                <a:ea typeface="Arial"/>
                <a:cs typeface="Arial"/>
                <a:sym typeface="Arial"/>
              </a:defRPr>
            </a:lvl8pPr>
            <a:lvl9pPr lvl="8" marR="0" rtl="0" algn="l">
              <a:lnSpc>
                <a:spcPct val="100000"/>
              </a:lnSpc>
              <a:spcBef>
                <a:spcPts val="0"/>
              </a:spcBef>
              <a:spcAft>
                <a:spcPts val="0"/>
              </a:spcAft>
              <a:buClr>
                <a:schemeClr val="dk2"/>
              </a:buClr>
              <a:buSzPts val="2800"/>
              <a:buFont typeface="Arial"/>
              <a:buNone/>
              <a:defRPr b="0" i="0" sz="2800" u="none" cap="none" strike="noStrike">
                <a:solidFill>
                  <a:schemeClr val="dk2"/>
                </a:solidFill>
                <a:latin typeface="Arial"/>
                <a:ea typeface="Arial"/>
                <a:cs typeface="Arial"/>
                <a:sym typeface="Arial"/>
              </a:defRPr>
            </a:lvl9pPr>
          </a:lstStyle>
          <a:p/>
        </p:txBody>
      </p:sp>
      <p:sp>
        <p:nvSpPr>
          <p:cNvPr id="7" name="Google Shape;7;p1"/>
          <p:cNvSpPr txBox="1"/>
          <p:nvPr>
            <p:ph idx="1" type="body"/>
          </p:nvPr>
        </p:nvSpPr>
        <p:spPr>
          <a:xfrm>
            <a:off x="457125" y="1143000"/>
            <a:ext cx="8229600" cy="3499500"/>
          </a:xfrm>
          <a:prstGeom prst="rect">
            <a:avLst/>
          </a:prstGeom>
          <a:noFill/>
          <a:ln>
            <a:noFill/>
          </a:ln>
        </p:spPr>
        <p:txBody>
          <a:bodyPr anchorCtr="0" anchor="t" bIns="91425" lIns="0" spcFirstLastPara="1" rIns="91425" wrap="square" tIns="0">
            <a:noAutofit/>
          </a:bodyPr>
          <a:lstStyle>
            <a:lvl1pPr indent="-342900" lvl="0" marL="457200" marR="0" rtl="0" algn="l">
              <a:lnSpc>
                <a:spcPct val="115000"/>
              </a:lnSpc>
              <a:spcBef>
                <a:spcPts val="0"/>
              </a:spcBef>
              <a:spcAft>
                <a:spcPts val="0"/>
              </a:spcAft>
              <a:buClr>
                <a:schemeClr val="dk2"/>
              </a:buClr>
              <a:buSzPts val="1800"/>
              <a:buFont typeface="Roboto"/>
              <a:buChar char="●"/>
              <a:defRPr b="0" i="0" sz="1800" u="none" cap="none" strike="noStrike">
                <a:solidFill>
                  <a:schemeClr val="dk2"/>
                </a:solidFill>
                <a:latin typeface="Roboto"/>
                <a:ea typeface="Roboto"/>
                <a:cs typeface="Roboto"/>
                <a:sym typeface="Roboto"/>
              </a:defRPr>
            </a:lvl1pPr>
            <a:lvl2pPr indent="-342900" lvl="1" marL="914400" marR="0" rtl="0" algn="l">
              <a:lnSpc>
                <a:spcPct val="115000"/>
              </a:lnSpc>
              <a:spcBef>
                <a:spcPts val="0"/>
              </a:spcBef>
              <a:spcAft>
                <a:spcPts val="0"/>
              </a:spcAft>
              <a:buClr>
                <a:schemeClr val="dk2"/>
              </a:buClr>
              <a:buSzPts val="1800"/>
              <a:buFont typeface="Roboto"/>
              <a:buChar char="○"/>
              <a:defRPr b="0" i="0" sz="1800" u="none" cap="none" strike="noStrike">
                <a:solidFill>
                  <a:schemeClr val="dk2"/>
                </a:solidFill>
                <a:latin typeface="Roboto"/>
                <a:ea typeface="Roboto"/>
                <a:cs typeface="Roboto"/>
                <a:sym typeface="Roboto"/>
              </a:defRPr>
            </a:lvl2pPr>
            <a:lvl3pPr indent="-342900" lvl="2" marL="1371600" marR="0" rtl="0" algn="l">
              <a:lnSpc>
                <a:spcPct val="115000"/>
              </a:lnSpc>
              <a:spcBef>
                <a:spcPts val="0"/>
              </a:spcBef>
              <a:spcAft>
                <a:spcPts val="0"/>
              </a:spcAft>
              <a:buClr>
                <a:schemeClr val="dk2"/>
              </a:buClr>
              <a:buSzPts val="1800"/>
              <a:buFont typeface="Roboto"/>
              <a:buChar char="■"/>
              <a:defRPr b="0" i="0" sz="1800" u="none" cap="none" strike="noStrike">
                <a:solidFill>
                  <a:schemeClr val="dk2"/>
                </a:solidFill>
                <a:latin typeface="Roboto"/>
                <a:ea typeface="Roboto"/>
                <a:cs typeface="Roboto"/>
                <a:sym typeface="Roboto"/>
              </a:defRPr>
            </a:lvl3pPr>
            <a:lvl4pPr indent="-342900" lvl="3" marL="1828800" marR="0" rtl="0" algn="l">
              <a:lnSpc>
                <a:spcPct val="115000"/>
              </a:lnSpc>
              <a:spcBef>
                <a:spcPts val="0"/>
              </a:spcBef>
              <a:spcAft>
                <a:spcPts val="0"/>
              </a:spcAft>
              <a:buClr>
                <a:schemeClr val="dk2"/>
              </a:buClr>
              <a:buSzPts val="1800"/>
              <a:buFont typeface="Roboto"/>
              <a:buChar char="●"/>
              <a:defRPr b="0" i="0" sz="1800" u="none" cap="none" strike="noStrike">
                <a:solidFill>
                  <a:schemeClr val="dk2"/>
                </a:solidFill>
                <a:latin typeface="Roboto"/>
                <a:ea typeface="Roboto"/>
                <a:cs typeface="Roboto"/>
                <a:sym typeface="Roboto"/>
              </a:defRPr>
            </a:lvl4pPr>
            <a:lvl5pPr indent="-342900" lvl="4" marL="2286000" marR="0" rtl="0" algn="l">
              <a:lnSpc>
                <a:spcPct val="115000"/>
              </a:lnSpc>
              <a:spcBef>
                <a:spcPts val="0"/>
              </a:spcBef>
              <a:spcAft>
                <a:spcPts val="0"/>
              </a:spcAft>
              <a:buClr>
                <a:schemeClr val="dk2"/>
              </a:buClr>
              <a:buSzPts val="1800"/>
              <a:buFont typeface="Roboto"/>
              <a:buChar char="○"/>
              <a:defRPr b="0" i="0" sz="1800" u="none" cap="none" strike="noStrike">
                <a:solidFill>
                  <a:schemeClr val="dk2"/>
                </a:solidFill>
                <a:latin typeface="Roboto"/>
                <a:ea typeface="Roboto"/>
                <a:cs typeface="Roboto"/>
                <a:sym typeface="Roboto"/>
              </a:defRPr>
            </a:lvl5pPr>
            <a:lvl6pPr indent="-342900" lvl="5" marL="2743200" marR="0" rtl="0" algn="l">
              <a:lnSpc>
                <a:spcPct val="115000"/>
              </a:lnSpc>
              <a:spcBef>
                <a:spcPts val="0"/>
              </a:spcBef>
              <a:spcAft>
                <a:spcPts val="0"/>
              </a:spcAft>
              <a:buClr>
                <a:schemeClr val="dk2"/>
              </a:buClr>
              <a:buSzPts val="1800"/>
              <a:buFont typeface="Roboto"/>
              <a:buChar char="■"/>
              <a:defRPr b="0" i="0" sz="1800" u="none" cap="none" strike="noStrike">
                <a:solidFill>
                  <a:schemeClr val="dk2"/>
                </a:solidFill>
                <a:latin typeface="Roboto"/>
                <a:ea typeface="Roboto"/>
                <a:cs typeface="Roboto"/>
                <a:sym typeface="Roboto"/>
              </a:defRPr>
            </a:lvl6pPr>
            <a:lvl7pPr indent="-342900" lvl="6" marL="3200400" marR="0" rtl="0" algn="l">
              <a:lnSpc>
                <a:spcPct val="115000"/>
              </a:lnSpc>
              <a:spcBef>
                <a:spcPts val="0"/>
              </a:spcBef>
              <a:spcAft>
                <a:spcPts val="0"/>
              </a:spcAft>
              <a:buClr>
                <a:schemeClr val="dk2"/>
              </a:buClr>
              <a:buSzPts val="1800"/>
              <a:buFont typeface="Roboto"/>
              <a:buChar char="●"/>
              <a:defRPr b="0" i="0" sz="1800" u="none" cap="none" strike="noStrike">
                <a:solidFill>
                  <a:schemeClr val="dk2"/>
                </a:solidFill>
                <a:latin typeface="Roboto"/>
                <a:ea typeface="Roboto"/>
                <a:cs typeface="Roboto"/>
                <a:sym typeface="Roboto"/>
              </a:defRPr>
            </a:lvl7pPr>
            <a:lvl8pPr indent="-342900" lvl="7" marL="3657600" marR="0" rtl="0" algn="l">
              <a:lnSpc>
                <a:spcPct val="115000"/>
              </a:lnSpc>
              <a:spcBef>
                <a:spcPts val="0"/>
              </a:spcBef>
              <a:spcAft>
                <a:spcPts val="0"/>
              </a:spcAft>
              <a:buClr>
                <a:schemeClr val="dk2"/>
              </a:buClr>
              <a:buSzPts val="1800"/>
              <a:buFont typeface="Roboto"/>
              <a:buChar char="○"/>
              <a:defRPr b="0" i="0" sz="1800" u="none" cap="none" strike="noStrike">
                <a:solidFill>
                  <a:schemeClr val="dk2"/>
                </a:solidFill>
                <a:latin typeface="Roboto"/>
                <a:ea typeface="Roboto"/>
                <a:cs typeface="Roboto"/>
                <a:sym typeface="Roboto"/>
              </a:defRPr>
            </a:lvl8pPr>
            <a:lvl9pPr indent="-342900" lvl="8" marL="4114800" marR="0" rtl="0" algn="l">
              <a:lnSpc>
                <a:spcPct val="115000"/>
              </a:lnSpc>
              <a:spcBef>
                <a:spcPts val="0"/>
              </a:spcBef>
              <a:spcAft>
                <a:spcPts val="0"/>
              </a:spcAft>
              <a:buClr>
                <a:schemeClr val="dk2"/>
              </a:buClr>
              <a:buSzPts val="1800"/>
              <a:buFont typeface="Roboto"/>
              <a:buChar char="■"/>
              <a:defRPr b="0" i="0" sz="1800" u="none" cap="none" strike="noStrike">
                <a:solidFill>
                  <a:schemeClr val="dk2"/>
                </a:solidFill>
                <a:latin typeface="Roboto"/>
                <a:ea typeface="Roboto"/>
                <a:cs typeface="Roboto"/>
                <a:sym typeface="Roboto"/>
              </a:defRPr>
            </a:lvl9pPr>
          </a:lstStyle>
          <a:p/>
        </p:txBody>
      </p:sp>
      <p:sp>
        <p:nvSpPr>
          <p:cNvPr id="8" name="Google Shape;8;p1"/>
          <p:cNvSpPr txBox="1"/>
          <p:nvPr>
            <p:ph idx="2" type="title"/>
          </p:nvPr>
        </p:nvSpPr>
        <p:spPr>
          <a:xfrm>
            <a:off x="457200" y="457200"/>
            <a:ext cx="8229600" cy="399000"/>
          </a:xfrm>
          <a:prstGeom prst="rect">
            <a:avLst/>
          </a:prstGeom>
          <a:noFill/>
          <a:ln>
            <a:noFill/>
          </a:ln>
        </p:spPr>
        <p:txBody>
          <a:bodyPr anchorCtr="0" anchor="t" bIns="0" lIns="0" spcFirstLastPara="1" rIns="0" wrap="square" tIns="0">
            <a:noAutofit/>
          </a:bodyPr>
          <a:lstStyle>
            <a:lvl1pPr lvl="0" marR="0" rtl="0" algn="l">
              <a:lnSpc>
                <a:spcPct val="100000"/>
              </a:lnSpc>
              <a:spcBef>
                <a:spcPts val="0"/>
              </a:spcBef>
              <a:spcAft>
                <a:spcPts val="0"/>
              </a:spcAft>
              <a:buClr>
                <a:schemeClr val="dk2"/>
              </a:buClr>
              <a:buSzPts val="1800"/>
              <a:buFont typeface="Roboto"/>
              <a:buNone/>
              <a:defRPr b="0" i="0" sz="1800" u="none" cap="none" strike="noStrike">
                <a:solidFill>
                  <a:schemeClr val="dk2"/>
                </a:solidFill>
                <a:latin typeface="Roboto"/>
                <a:ea typeface="Roboto"/>
                <a:cs typeface="Roboto"/>
                <a:sym typeface="Roboto"/>
              </a:defRPr>
            </a:lvl1pPr>
            <a:lvl2pPr lvl="1" marR="0" rtl="0" algn="l">
              <a:lnSpc>
                <a:spcPct val="100000"/>
              </a:lnSpc>
              <a:spcBef>
                <a:spcPts val="0"/>
              </a:spcBef>
              <a:spcAft>
                <a:spcPts val="0"/>
              </a:spcAft>
              <a:buClr>
                <a:schemeClr val="dk2"/>
              </a:buClr>
              <a:buSzPts val="1800"/>
              <a:buFont typeface="Arial"/>
              <a:buNone/>
              <a:defRPr b="1" i="0" sz="1800" u="none" cap="none" strike="noStrike">
                <a:solidFill>
                  <a:schemeClr val="dk2"/>
                </a:solidFill>
                <a:latin typeface="Arial"/>
                <a:ea typeface="Arial"/>
                <a:cs typeface="Arial"/>
                <a:sym typeface="Arial"/>
              </a:defRPr>
            </a:lvl2pPr>
            <a:lvl3pPr lvl="2" marR="0" rtl="0" algn="l">
              <a:lnSpc>
                <a:spcPct val="100000"/>
              </a:lnSpc>
              <a:spcBef>
                <a:spcPts val="0"/>
              </a:spcBef>
              <a:spcAft>
                <a:spcPts val="0"/>
              </a:spcAft>
              <a:buClr>
                <a:schemeClr val="dk2"/>
              </a:buClr>
              <a:buSzPts val="1800"/>
              <a:buFont typeface="Arial"/>
              <a:buNone/>
              <a:defRPr b="1" i="0" sz="1800" u="none" cap="none" strike="noStrike">
                <a:solidFill>
                  <a:schemeClr val="dk2"/>
                </a:solidFill>
                <a:latin typeface="Arial"/>
                <a:ea typeface="Arial"/>
                <a:cs typeface="Arial"/>
                <a:sym typeface="Arial"/>
              </a:defRPr>
            </a:lvl3pPr>
            <a:lvl4pPr lvl="3" marR="0" rtl="0" algn="l">
              <a:lnSpc>
                <a:spcPct val="100000"/>
              </a:lnSpc>
              <a:spcBef>
                <a:spcPts val="0"/>
              </a:spcBef>
              <a:spcAft>
                <a:spcPts val="0"/>
              </a:spcAft>
              <a:buClr>
                <a:schemeClr val="dk2"/>
              </a:buClr>
              <a:buSzPts val="1800"/>
              <a:buFont typeface="Arial"/>
              <a:buNone/>
              <a:defRPr b="1" i="0" sz="1800" u="none" cap="none" strike="noStrike">
                <a:solidFill>
                  <a:schemeClr val="dk2"/>
                </a:solidFill>
                <a:latin typeface="Arial"/>
                <a:ea typeface="Arial"/>
                <a:cs typeface="Arial"/>
                <a:sym typeface="Arial"/>
              </a:defRPr>
            </a:lvl4pPr>
            <a:lvl5pPr lvl="4" marR="0" rtl="0" algn="l">
              <a:lnSpc>
                <a:spcPct val="100000"/>
              </a:lnSpc>
              <a:spcBef>
                <a:spcPts val="0"/>
              </a:spcBef>
              <a:spcAft>
                <a:spcPts val="0"/>
              </a:spcAft>
              <a:buClr>
                <a:schemeClr val="dk2"/>
              </a:buClr>
              <a:buSzPts val="1800"/>
              <a:buFont typeface="Arial"/>
              <a:buNone/>
              <a:defRPr b="1" i="0" sz="1800" u="none" cap="none" strike="noStrike">
                <a:solidFill>
                  <a:schemeClr val="dk2"/>
                </a:solidFill>
                <a:latin typeface="Arial"/>
                <a:ea typeface="Arial"/>
                <a:cs typeface="Arial"/>
                <a:sym typeface="Arial"/>
              </a:defRPr>
            </a:lvl5pPr>
            <a:lvl6pPr lvl="5" marR="0" rtl="0" algn="l">
              <a:lnSpc>
                <a:spcPct val="100000"/>
              </a:lnSpc>
              <a:spcBef>
                <a:spcPts val="0"/>
              </a:spcBef>
              <a:spcAft>
                <a:spcPts val="0"/>
              </a:spcAft>
              <a:buClr>
                <a:schemeClr val="dk2"/>
              </a:buClr>
              <a:buSzPts val="1800"/>
              <a:buFont typeface="Arial"/>
              <a:buNone/>
              <a:defRPr b="1" i="0" sz="1800" u="none" cap="none" strike="noStrike">
                <a:solidFill>
                  <a:schemeClr val="dk2"/>
                </a:solidFill>
                <a:latin typeface="Arial"/>
                <a:ea typeface="Arial"/>
                <a:cs typeface="Arial"/>
                <a:sym typeface="Arial"/>
              </a:defRPr>
            </a:lvl6pPr>
            <a:lvl7pPr lvl="6" marR="0" rtl="0" algn="l">
              <a:lnSpc>
                <a:spcPct val="100000"/>
              </a:lnSpc>
              <a:spcBef>
                <a:spcPts val="0"/>
              </a:spcBef>
              <a:spcAft>
                <a:spcPts val="0"/>
              </a:spcAft>
              <a:buClr>
                <a:schemeClr val="dk2"/>
              </a:buClr>
              <a:buSzPts val="1800"/>
              <a:buFont typeface="Arial"/>
              <a:buNone/>
              <a:defRPr b="1" i="0" sz="1800" u="none" cap="none" strike="noStrike">
                <a:solidFill>
                  <a:schemeClr val="dk2"/>
                </a:solidFill>
                <a:latin typeface="Arial"/>
                <a:ea typeface="Arial"/>
                <a:cs typeface="Arial"/>
                <a:sym typeface="Arial"/>
              </a:defRPr>
            </a:lvl7pPr>
            <a:lvl8pPr lvl="7" marR="0" rtl="0" algn="l">
              <a:lnSpc>
                <a:spcPct val="100000"/>
              </a:lnSpc>
              <a:spcBef>
                <a:spcPts val="0"/>
              </a:spcBef>
              <a:spcAft>
                <a:spcPts val="0"/>
              </a:spcAft>
              <a:buClr>
                <a:schemeClr val="dk2"/>
              </a:buClr>
              <a:buSzPts val="1800"/>
              <a:buFont typeface="Arial"/>
              <a:buNone/>
              <a:defRPr b="1" i="0" sz="1800" u="none" cap="none" strike="noStrike">
                <a:solidFill>
                  <a:schemeClr val="dk2"/>
                </a:solidFill>
                <a:latin typeface="Arial"/>
                <a:ea typeface="Arial"/>
                <a:cs typeface="Arial"/>
                <a:sym typeface="Arial"/>
              </a:defRPr>
            </a:lvl8pPr>
            <a:lvl9pPr lvl="8" marR="0" rtl="0" algn="l">
              <a:lnSpc>
                <a:spcPct val="100000"/>
              </a:lnSpc>
              <a:spcBef>
                <a:spcPts val="0"/>
              </a:spcBef>
              <a:spcAft>
                <a:spcPts val="0"/>
              </a:spcAft>
              <a:buClr>
                <a:schemeClr val="dk2"/>
              </a:buClr>
              <a:buSzPts val="1800"/>
              <a:buFont typeface="Arial"/>
              <a:buNone/>
              <a:defRPr b="1" i="0" sz="1800" u="none" cap="none" strike="noStrike">
                <a:solidFill>
                  <a:schemeClr val="dk2"/>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 id="2147483680" r:id="rId33"/>
    <p:sldLayoutId id="2147483681" r:id="rId34"/>
    <p:sldLayoutId id="2147483682" r:id="rId35"/>
    <p:sldLayoutId id="2147483683" r:id="rId36"/>
    <p:sldLayoutId id="2147483684" r:id="rId37"/>
    <p:sldLayoutId id="2147483685" r:id="rId38"/>
    <p:sldLayoutId id="2147483686" r:id="rId39"/>
    <p:sldLayoutId id="2147483687" r:id="rId40"/>
    <p:sldLayoutId id="2147483688" r:id="rId41"/>
    <p:sldLayoutId id="2147483689" r:id="rId42"/>
    <p:sldLayoutId id="2147483690" r:id="rId43"/>
    <p:sldLayoutId id="2147483691" r:id="rId44"/>
    <p:sldLayoutId id="2147483692" r:id="rId45"/>
    <p:sldLayoutId id="2147483693" r:id="rId46"/>
    <p:sldLayoutId id="2147483694" r:id="rId47"/>
    <p:sldLayoutId id="2147483695" r:id="rId48"/>
    <p:sldLayoutId id="2147483696" r:id="rId49"/>
    <p:sldLayoutId id="2147483697" r:id="rId50"/>
    <p:sldLayoutId id="2147483698" r:id="rId51"/>
    <p:sldLayoutId id="2147483699" r:id="rId52"/>
    <p:sldLayoutId id="2147483700" r:id="rId53"/>
    <p:sldLayoutId id="2147483701" r:id="rId54"/>
    <p:sldLayoutId id="2147483702" r:id="rId55"/>
    <p:sldLayoutId id="2147483703" r:id="rId56"/>
    <p:sldLayoutId id="2147483704" r:id="rId57"/>
  </p:sldLayoutIdLst>
  <mc:AlternateContent>
    <mc:Choice Requires="p14">
      <p:transition p14:dur="400">
        <p:fade thruBlk="1"/>
      </p:transition>
    </mc:Choice>
    <mc:Fallback>
      <p:transition>
        <p:fade/>
      </p:transition>
    </mc:Fallback>
  </mc:AlternateConten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288">
          <p15:clr>
            <a:srgbClr val="E46962"/>
          </p15:clr>
        </p15:guide>
        <p15:guide id="2" orient="horz" pos="288">
          <p15:clr>
            <a:srgbClr val="E46962"/>
          </p15:clr>
        </p15:guide>
        <p15:guide id="3" pos="5472">
          <p15:clr>
            <a:srgbClr val="E46962"/>
          </p15:clr>
        </p15:guide>
        <p15:guide id="4" orient="horz" pos="2878">
          <p15:clr>
            <a:srgbClr val="E46962"/>
          </p15:clr>
        </p15:guide>
        <p15:guide id="5" orient="horz" pos="864">
          <p15:clr>
            <a:srgbClr val="E46962"/>
          </p15:clr>
        </p15:guide>
        <p15:guide id="6" pos="576">
          <p15:clr>
            <a:srgbClr val="E46962"/>
          </p15:clr>
        </p15:guide>
        <p15:guide id="7" pos="864">
          <p15:clr>
            <a:srgbClr val="E46962"/>
          </p15:clr>
        </p15:guide>
        <p15:guide id="8" pos="1152">
          <p15:clr>
            <a:srgbClr val="E46962"/>
          </p15:clr>
        </p15:guide>
        <p15:guide id="9" pos="1440">
          <p15:clr>
            <a:srgbClr val="E46962"/>
          </p15:clr>
        </p15:guide>
        <p15:guide id="10" pos="1728">
          <p15:clr>
            <a:srgbClr val="E46962"/>
          </p15:clr>
        </p15:guide>
        <p15:guide id="11" pos="2016">
          <p15:clr>
            <a:srgbClr val="E46962"/>
          </p15:clr>
        </p15:guide>
        <p15:guide id="12" pos="2304">
          <p15:clr>
            <a:srgbClr val="E46962"/>
          </p15:clr>
        </p15:guide>
        <p15:guide id="13" pos="2592">
          <p15:clr>
            <a:srgbClr val="E46962"/>
          </p15:clr>
        </p15:guide>
        <p15:guide id="14" pos="2880">
          <p15:clr>
            <a:srgbClr val="E46962"/>
          </p15:clr>
        </p15:guide>
        <p15:guide id="15" pos="3168">
          <p15:clr>
            <a:srgbClr val="E46962"/>
          </p15:clr>
        </p15:guide>
        <p15:guide id="16" pos="3456">
          <p15:clr>
            <a:srgbClr val="E46962"/>
          </p15:clr>
        </p15:guide>
        <p15:guide id="17" pos="3744">
          <p15:clr>
            <a:srgbClr val="E46962"/>
          </p15:clr>
        </p15:guide>
        <p15:guide id="18" pos="4032">
          <p15:clr>
            <a:srgbClr val="E46962"/>
          </p15:clr>
        </p15:guide>
        <p15:guide id="19" pos="4320">
          <p15:clr>
            <a:srgbClr val="E46962"/>
          </p15:clr>
        </p15:guide>
        <p15:guide id="20" pos="4608">
          <p15:clr>
            <a:srgbClr val="E46962"/>
          </p15:clr>
        </p15:guide>
        <p15:guide id="21" pos="4896">
          <p15:clr>
            <a:srgbClr val="E46962"/>
          </p15:clr>
        </p15:guide>
        <p15:guide id="22" pos="5184">
          <p15:clr>
            <a:srgbClr val="E46962"/>
          </p15:clr>
        </p15:guide>
        <p15:guide id="23" orient="horz" pos="584">
          <p15:clr>
            <a:srgbClr val="E46962"/>
          </p15:clr>
        </p15:guide>
        <p15:guide id="24" orient="horz" pos="1152">
          <p15:clr>
            <a:srgbClr val="E46962"/>
          </p15:clr>
        </p15:guide>
        <p15:guide id="25" orient="horz" pos="1440">
          <p15:clr>
            <a:srgbClr val="E46962"/>
          </p15:clr>
        </p15:guide>
        <p15:guide id="26" orient="horz" pos="1731">
          <p15:clr>
            <a:srgbClr val="E46962"/>
          </p15:clr>
        </p15:guide>
        <p15:guide id="27" orient="horz" pos="2018">
          <p15:clr>
            <a:srgbClr val="E46962"/>
          </p15:clr>
        </p15:guide>
        <p15:guide id="28" orient="horz" pos="2305">
          <p15:clr>
            <a:srgbClr val="E46962"/>
          </p15:clr>
        </p15:guide>
        <p15:guide id="29" orient="horz" pos="2591">
          <p15:clr>
            <a:srgbClr val="E46962"/>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4.xml"/><Relationship Id="rId2" Type="http://schemas.openxmlformats.org/officeDocument/2006/relationships/notesSlide" Target="../notesSlides/notesSlide2.xml"/><Relationship Id="rId3" Type="http://schemas.openxmlformats.org/officeDocument/2006/relationships/image" Target="../media/image1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4.xml"/><Relationship Id="rId3" Type="http://schemas.openxmlformats.org/officeDocument/2006/relationships/image" Target="../media/image4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0.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0.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6.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13.xml"/><Relationship Id="rId3" Type="http://schemas.openxmlformats.org/officeDocument/2006/relationships/image" Target="../media/image4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14.xml"/><Relationship Id="rId3" Type="http://schemas.openxmlformats.org/officeDocument/2006/relationships/image" Target="../media/image42.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15.xml"/><Relationship Id="rId3" Type="http://schemas.openxmlformats.org/officeDocument/2006/relationships/image" Target="../media/image47.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16.xml"/><Relationship Id="rId3" Type="http://schemas.openxmlformats.org/officeDocument/2006/relationships/image" Target="../media/image38.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18.xml"/><Relationship Id="rId3" Type="http://schemas.openxmlformats.org/officeDocument/2006/relationships/image" Target="../media/image3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21.xml"/><Relationship Id="rId3" Type="http://schemas.openxmlformats.org/officeDocument/2006/relationships/image" Target="../media/image37.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26.xml"/><Relationship Id="rId3" Type="http://schemas.openxmlformats.org/officeDocument/2006/relationships/image" Target="../media/image35.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6.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31.xml"/><Relationship Id="rId3" Type="http://schemas.openxmlformats.org/officeDocument/2006/relationships/image" Target="../media/image53.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32.xml"/><Relationship Id="rId3" Type="http://schemas.openxmlformats.org/officeDocument/2006/relationships/image" Target="../media/image50.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34.xml"/><Relationship Id="rId3" Type="http://schemas.openxmlformats.org/officeDocument/2006/relationships/image" Target="../media/image37.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35.xml"/><Relationship Id="rId3" Type="http://schemas.openxmlformats.org/officeDocument/2006/relationships/image" Target="../media/image40.png"/><Relationship Id="rId4" Type="http://schemas.openxmlformats.org/officeDocument/2006/relationships/image" Target="../media/image43.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36.xml"/><Relationship Id="rId3" Type="http://schemas.openxmlformats.org/officeDocument/2006/relationships/image" Target="../media/image37.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56.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38.xml"/><Relationship Id="rId3" Type="http://schemas.openxmlformats.org/officeDocument/2006/relationships/image" Target="../media/image52.png"/><Relationship Id="rId4" Type="http://schemas.openxmlformats.org/officeDocument/2006/relationships/image" Target="../media/image51.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39.xml"/><Relationship Id="rId3" Type="http://schemas.openxmlformats.org/officeDocument/2006/relationships/image" Target="../media/image37.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56.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41.xml"/><Relationship Id="rId3" Type="http://schemas.openxmlformats.org/officeDocument/2006/relationships/image" Target="../media/image45.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56.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56.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5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56.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56.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56.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57.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58.xml"/><Relationship Id="rId3" Type="http://schemas.openxmlformats.org/officeDocument/2006/relationships/image" Target="../media/image46.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56.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61.xml"/><Relationship Id="rId3" Type="http://schemas.openxmlformats.org/officeDocument/2006/relationships/image" Target="../media/image49.jp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62.xml"/><Relationship Id="rId3" Type="http://schemas.openxmlformats.org/officeDocument/2006/relationships/image" Target="../media/image48.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57.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notesSlide" Target="../notesSlides/notesSlide7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8" name="Shape 438"/>
        <p:cNvGrpSpPr/>
        <p:nvPr/>
      </p:nvGrpSpPr>
      <p:grpSpPr>
        <a:xfrm>
          <a:off x="0" y="0"/>
          <a:ext cx="0" cy="0"/>
          <a:chOff x="0" y="0"/>
          <a:chExt cx="0" cy="0"/>
        </a:xfrm>
      </p:grpSpPr>
      <p:sp>
        <p:nvSpPr>
          <p:cNvPr id="439" name="Google Shape;439;p59"/>
          <p:cNvSpPr txBox="1"/>
          <p:nvPr>
            <p:ph idx="4294967295" type="title"/>
          </p:nvPr>
        </p:nvSpPr>
        <p:spPr>
          <a:xfrm>
            <a:off x="525600" y="4319775"/>
            <a:ext cx="8344500" cy="319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GRC </a:t>
            </a:r>
            <a:r>
              <a:rPr lang="en"/>
              <a:t>Day 2</a:t>
            </a:r>
            <a:endParaRPr/>
          </a:p>
        </p:txBody>
      </p:sp>
      <p:sp>
        <p:nvSpPr>
          <p:cNvPr id="440" name="Google Shape;440;p59"/>
          <p:cNvSpPr txBox="1"/>
          <p:nvPr>
            <p:ph type="title"/>
          </p:nvPr>
        </p:nvSpPr>
        <p:spPr>
          <a:xfrm>
            <a:off x="4570700" y="1804650"/>
            <a:ext cx="4557900" cy="12159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sz="3600"/>
              <a:t>Risk Management </a:t>
            </a:r>
            <a:br>
              <a:rPr lang="en" sz="3600"/>
            </a:br>
            <a:r>
              <a:rPr lang="en" sz="3600"/>
              <a:t>and Threat Modeling </a:t>
            </a:r>
            <a:endParaRPr sz="3600"/>
          </a:p>
        </p:txBody>
      </p:sp>
      <p:sp>
        <p:nvSpPr>
          <p:cNvPr id="441" name="Google Shape;441;p59"/>
          <p:cNvSpPr txBox="1"/>
          <p:nvPr>
            <p:ph idx="4294967295" type="title"/>
          </p:nvPr>
        </p:nvSpPr>
        <p:spPr>
          <a:xfrm>
            <a:off x="3254000" y="4157175"/>
            <a:ext cx="4373700" cy="4344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Lesson 2.2</a:t>
            </a:r>
            <a:endParaRPr/>
          </a:p>
        </p:txBody>
      </p:sp>
      <p:sp>
        <p:nvSpPr>
          <p:cNvPr id="442" name="Google Shape;442;p59"/>
          <p:cNvSpPr txBox="1"/>
          <p:nvPr>
            <p:ph idx="12" type="sldNum"/>
          </p:nvPr>
        </p:nvSpPr>
        <p:spPr>
          <a:xfrm>
            <a:off x="8556784" y="4749851"/>
            <a:ext cx="548700" cy="393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a:t>‹#›</a:t>
            </a:fld>
            <a:endParaRPr/>
          </a:p>
        </p:txBody>
      </p:sp>
      <p:sp>
        <p:nvSpPr>
          <p:cNvPr id="443" name="Google Shape;443;p59"/>
          <p:cNvSpPr txBox="1"/>
          <p:nvPr/>
        </p:nvSpPr>
        <p:spPr>
          <a:xfrm>
            <a:off x="4572000" y="1127800"/>
            <a:ext cx="4572000" cy="185400"/>
          </a:xfrm>
          <a:prstGeom prst="rect">
            <a:avLst/>
          </a:prstGeom>
          <a:noFill/>
          <a:ln>
            <a:noFill/>
          </a:ln>
          <a:effectLst>
            <a:outerShdw blurRad="57150" rotWithShape="0" algn="bl" dir="5400000" dist="19050">
              <a:srgbClr val="000000">
                <a:alpha val="49800"/>
              </a:srgbClr>
            </a:outerShdw>
          </a:effectLst>
        </p:spPr>
        <p:txBody>
          <a:bodyPr anchorCtr="0" anchor="t" bIns="0" lIns="0" spcFirstLastPara="1" rIns="0" wrap="square" tIns="0">
            <a:noAutofit/>
          </a:bodyPr>
          <a:lstStyle/>
          <a:p>
            <a:pPr indent="0" lvl="0" marL="0" rtl="0" algn="l">
              <a:lnSpc>
                <a:spcPct val="115000"/>
              </a:lnSpc>
              <a:spcBef>
                <a:spcPts val="0"/>
              </a:spcBef>
              <a:spcAft>
                <a:spcPts val="0"/>
              </a:spcAft>
              <a:buNone/>
            </a:pPr>
            <a:r>
              <a:rPr lang="en" sz="1800">
                <a:solidFill>
                  <a:srgbClr val="FFFFFF"/>
                </a:solidFill>
                <a:latin typeface="Roboto"/>
                <a:ea typeface="Roboto"/>
                <a:cs typeface="Roboto"/>
                <a:sym typeface="Roboto"/>
              </a:rPr>
              <a:t>Cybersecurity</a:t>
            </a:r>
            <a:endParaRPr sz="1800">
              <a:solidFill>
                <a:srgbClr val="FFFFFF"/>
              </a:solidFill>
              <a:latin typeface="Roboto"/>
              <a:ea typeface="Roboto"/>
              <a:cs typeface="Roboto"/>
              <a:sym typeface="Roboto"/>
            </a:endParaRPr>
          </a:p>
        </p:txBody>
      </p:sp>
      <p:sp>
        <p:nvSpPr>
          <p:cNvPr id="444" name="Google Shape;444;p59"/>
          <p:cNvSpPr txBox="1"/>
          <p:nvPr/>
        </p:nvSpPr>
        <p:spPr>
          <a:xfrm>
            <a:off x="4570700" y="3314500"/>
            <a:ext cx="4557900" cy="244800"/>
          </a:xfrm>
          <a:prstGeom prst="rect">
            <a:avLst/>
          </a:prstGeom>
          <a:noFill/>
          <a:ln>
            <a:noFill/>
          </a:ln>
          <a:effectLst>
            <a:outerShdw blurRad="57150" rotWithShape="0" algn="bl" dir="5400000" dist="19050">
              <a:srgbClr val="000000">
                <a:alpha val="49800"/>
              </a:srgbClr>
            </a:outerShdw>
          </a:effectLst>
        </p:spPr>
        <p:txBody>
          <a:bodyPr anchorCtr="0" anchor="b" bIns="0" lIns="0" spcFirstLastPara="1" rIns="0" wrap="square" tIns="0">
            <a:noAutofit/>
          </a:bodyPr>
          <a:lstStyle/>
          <a:p>
            <a:pPr indent="0" lvl="0" marL="0" rtl="0" algn="l">
              <a:lnSpc>
                <a:spcPct val="115000"/>
              </a:lnSpc>
              <a:spcBef>
                <a:spcPts val="0"/>
              </a:spcBef>
              <a:spcAft>
                <a:spcPts val="0"/>
              </a:spcAft>
              <a:buNone/>
            </a:pPr>
            <a:r>
              <a:rPr lang="en" sz="1800">
                <a:solidFill>
                  <a:srgbClr val="FFFFFF"/>
                </a:solidFill>
                <a:latin typeface="Roboto"/>
                <a:ea typeface="Roboto"/>
                <a:cs typeface="Roboto"/>
                <a:sym typeface="Roboto"/>
              </a:rPr>
              <a:t>Lesson 22.2</a:t>
            </a:r>
            <a:endParaRPr sz="1800">
              <a:solidFill>
                <a:srgbClr val="FFFFFF"/>
              </a:solidFill>
              <a:latin typeface="Roboto"/>
              <a:ea typeface="Roboto"/>
              <a:cs typeface="Roboto"/>
              <a:sym typeface="Roboto"/>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8" name="Shape 448"/>
        <p:cNvGrpSpPr/>
        <p:nvPr/>
      </p:nvGrpSpPr>
      <p:grpSpPr>
        <a:xfrm>
          <a:off x="0" y="0"/>
          <a:ext cx="0" cy="0"/>
          <a:chOff x="0" y="0"/>
          <a:chExt cx="0" cy="0"/>
        </a:xfrm>
      </p:grpSpPr>
      <p:sp>
        <p:nvSpPr>
          <p:cNvPr id="449" name="Google Shape;449;p60"/>
          <p:cNvSpPr txBox="1"/>
          <p:nvPr>
            <p:ph type="title"/>
          </p:nvPr>
        </p:nvSpPr>
        <p:spPr>
          <a:xfrm>
            <a:off x="50" y="127400"/>
            <a:ext cx="9144000" cy="393600"/>
          </a:xfrm>
          <a:prstGeom prst="rect">
            <a:avLst/>
          </a:prstGeom>
        </p:spPr>
        <p:txBody>
          <a:bodyPr anchorCtr="0" anchor="t" bIns="91425" lIns="822950" spcFirstLastPara="1" rIns="91425" wrap="square" tIns="91425">
            <a:noAutofit/>
          </a:bodyPr>
          <a:lstStyle/>
          <a:p>
            <a:pPr indent="0" lvl="0" marL="0" rtl="0" algn="l">
              <a:spcBef>
                <a:spcPts val="0"/>
              </a:spcBef>
              <a:spcAft>
                <a:spcPts val="0"/>
              </a:spcAft>
              <a:buNone/>
            </a:pPr>
            <a:r>
              <a:rPr lang="en"/>
              <a:t>Learning</a:t>
            </a:r>
            <a:r>
              <a:rPr lang="en"/>
              <a:t> Objectives</a:t>
            </a:r>
            <a:endParaRPr/>
          </a:p>
        </p:txBody>
      </p:sp>
      <p:sp>
        <p:nvSpPr>
          <p:cNvPr id="450" name="Google Shape;450;p60"/>
          <p:cNvSpPr txBox="1"/>
          <p:nvPr>
            <p:ph idx="2" type="title"/>
          </p:nvPr>
        </p:nvSpPr>
        <p:spPr>
          <a:xfrm>
            <a:off x="50" y="526650"/>
            <a:ext cx="9168600" cy="323100"/>
          </a:xfrm>
          <a:prstGeom prst="rect">
            <a:avLst/>
          </a:prstGeom>
        </p:spPr>
        <p:txBody>
          <a:bodyPr anchorCtr="0" anchor="t" bIns="91425" lIns="822950" spcFirstLastPara="1" rIns="91425" wrap="square" tIns="91425">
            <a:noAutofit/>
          </a:bodyPr>
          <a:lstStyle/>
          <a:p>
            <a:pPr indent="0" lvl="0" marL="0" rtl="0" algn="l">
              <a:spcBef>
                <a:spcPts val="0"/>
              </a:spcBef>
              <a:spcAft>
                <a:spcPts val="0"/>
              </a:spcAft>
              <a:buNone/>
            </a:pPr>
            <a:r>
              <a:rPr lang="en" sz="1700">
                <a:latin typeface="Roboto"/>
                <a:ea typeface="Roboto"/>
                <a:cs typeface="Roboto"/>
                <a:sym typeface="Roboto"/>
              </a:rPr>
              <a:t>By the end of today’s lesson, you’ll be able to: </a:t>
            </a:r>
            <a:endParaRPr sz="1700">
              <a:latin typeface="Roboto"/>
              <a:ea typeface="Roboto"/>
              <a:cs typeface="Roboto"/>
              <a:sym typeface="Roboto"/>
            </a:endParaRPr>
          </a:p>
        </p:txBody>
      </p:sp>
      <p:sp>
        <p:nvSpPr>
          <p:cNvPr id="451" name="Google Shape;451;p60"/>
          <p:cNvSpPr/>
          <p:nvPr/>
        </p:nvSpPr>
        <p:spPr>
          <a:xfrm>
            <a:off x="970225" y="2206388"/>
            <a:ext cx="7517100" cy="4002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2" name="Google Shape;452;p60"/>
          <p:cNvSpPr/>
          <p:nvPr/>
        </p:nvSpPr>
        <p:spPr>
          <a:xfrm>
            <a:off x="970213" y="2870913"/>
            <a:ext cx="7517100" cy="4002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3" name="Google Shape;453;p60"/>
          <p:cNvSpPr/>
          <p:nvPr/>
        </p:nvSpPr>
        <p:spPr>
          <a:xfrm>
            <a:off x="953325" y="1213075"/>
            <a:ext cx="7517100" cy="7584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4" name="Google Shape;454;p60"/>
          <p:cNvSpPr txBox="1"/>
          <p:nvPr/>
        </p:nvSpPr>
        <p:spPr>
          <a:xfrm>
            <a:off x="1354400" y="1213075"/>
            <a:ext cx="6896100" cy="400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latin typeface="Roboto"/>
                <a:ea typeface="Roboto"/>
                <a:cs typeface="Roboto"/>
                <a:sym typeface="Roboto"/>
              </a:rPr>
              <a:t>Identify threat agents, possible attacks, and exploitable vulnerabilities relevant to a given asset. </a:t>
            </a:r>
            <a:endParaRPr sz="1800">
              <a:solidFill>
                <a:schemeClr val="dk2"/>
              </a:solidFill>
              <a:latin typeface="Roboto"/>
              <a:ea typeface="Roboto"/>
              <a:cs typeface="Roboto"/>
              <a:sym typeface="Roboto"/>
            </a:endParaRPr>
          </a:p>
        </p:txBody>
      </p:sp>
      <p:sp>
        <p:nvSpPr>
          <p:cNvPr id="455" name="Google Shape;455;p60"/>
          <p:cNvSpPr txBox="1"/>
          <p:nvPr/>
        </p:nvSpPr>
        <p:spPr>
          <a:xfrm>
            <a:off x="1371310" y="2199375"/>
            <a:ext cx="6896100" cy="400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latin typeface="Roboto"/>
                <a:ea typeface="Roboto"/>
                <a:cs typeface="Roboto"/>
                <a:sym typeface="Roboto"/>
              </a:rPr>
              <a:t>Prioritize risks based on likelihood and impact potential. </a:t>
            </a:r>
            <a:endParaRPr sz="1800">
              <a:solidFill>
                <a:schemeClr val="dk2"/>
              </a:solidFill>
              <a:latin typeface="Roboto"/>
              <a:ea typeface="Roboto"/>
              <a:cs typeface="Roboto"/>
              <a:sym typeface="Roboto"/>
            </a:endParaRPr>
          </a:p>
        </p:txBody>
      </p:sp>
      <p:sp>
        <p:nvSpPr>
          <p:cNvPr id="456" name="Google Shape;456;p60"/>
          <p:cNvSpPr txBox="1"/>
          <p:nvPr/>
        </p:nvSpPr>
        <p:spPr>
          <a:xfrm>
            <a:off x="1371287" y="2856225"/>
            <a:ext cx="6807900" cy="400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latin typeface="Roboto"/>
                <a:ea typeface="Roboto"/>
                <a:cs typeface="Roboto"/>
                <a:sym typeface="Roboto"/>
              </a:rPr>
              <a:t>Choose and justify controls for a given risk. </a:t>
            </a:r>
            <a:endParaRPr sz="1800">
              <a:solidFill>
                <a:schemeClr val="dk2"/>
              </a:solidFill>
              <a:latin typeface="Roboto"/>
              <a:ea typeface="Roboto"/>
              <a:cs typeface="Roboto"/>
              <a:sym typeface="Roboto"/>
            </a:endParaRPr>
          </a:p>
        </p:txBody>
      </p:sp>
      <p:sp>
        <p:nvSpPr>
          <p:cNvPr id="457" name="Google Shape;457;p60"/>
          <p:cNvSpPr/>
          <p:nvPr/>
        </p:nvSpPr>
        <p:spPr>
          <a:xfrm>
            <a:off x="819750" y="1283879"/>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700">
                <a:solidFill>
                  <a:srgbClr val="082D49"/>
                </a:solidFill>
              </a:rPr>
              <a:t>1</a:t>
            </a:r>
            <a:endParaRPr sz="1700">
              <a:solidFill>
                <a:srgbClr val="082D49"/>
              </a:solidFill>
            </a:endParaRPr>
          </a:p>
        </p:txBody>
      </p:sp>
      <p:sp>
        <p:nvSpPr>
          <p:cNvPr id="458" name="Google Shape;458;p60"/>
          <p:cNvSpPr/>
          <p:nvPr/>
        </p:nvSpPr>
        <p:spPr>
          <a:xfrm>
            <a:off x="819750" y="2176992"/>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700">
                <a:solidFill>
                  <a:srgbClr val="082D49"/>
                </a:solidFill>
              </a:rPr>
              <a:t>2</a:t>
            </a:r>
            <a:endParaRPr sz="1700">
              <a:solidFill>
                <a:srgbClr val="082D49"/>
              </a:solidFill>
            </a:endParaRPr>
          </a:p>
        </p:txBody>
      </p:sp>
      <p:sp>
        <p:nvSpPr>
          <p:cNvPr id="459" name="Google Shape;459;p60"/>
          <p:cNvSpPr/>
          <p:nvPr/>
        </p:nvSpPr>
        <p:spPr>
          <a:xfrm>
            <a:off x="819738" y="2841517"/>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700">
                <a:solidFill>
                  <a:srgbClr val="082D49"/>
                </a:solidFill>
              </a:rPr>
              <a:t>3</a:t>
            </a:r>
            <a:endParaRPr sz="1700">
              <a:solidFill>
                <a:srgbClr val="082D49"/>
              </a:solidFill>
            </a:endParaRPr>
          </a:p>
        </p:txBody>
      </p:sp>
      <p:pic>
        <p:nvPicPr>
          <p:cNvPr id="460" name="Google Shape;460;p60"/>
          <p:cNvPicPr preferRelativeResize="0"/>
          <p:nvPr/>
        </p:nvPicPr>
        <p:blipFill>
          <a:blip r:embed="rId3">
            <a:alphaModFix/>
          </a:blip>
          <a:stretch>
            <a:fillRect/>
          </a:stretch>
        </p:blipFill>
        <p:spPr>
          <a:xfrm>
            <a:off x="173938" y="271538"/>
            <a:ext cx="496875" cy="49687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4" name="Shape 464"/>
        <p:cNvGrpSpPr/>
        <p:nvPr/>
      </p:nvGrpSpPr>
      <p:grpSpPr>
        <a:xfrm>
          <a:off x="0" y="0"/>
          <a:ext cx="0" cy="0"/>
          <a:chOff x="0" y="0"/>
          <a:chExt cx="0" cy="0"/>
        </a:xfrm>
      </p:grpSpPr>
      <p:sp>
        <p:nvSpPr>
          <p:cNvPr id="465" name="Google Shape;465;p61"/>
          <p:cNvSpPr txBox="1"/>
          <p:nvPr>
            <p:ph idx="1" type="body"/>
          </p:nvPr>
        </p:nvSpPr>
        <p:spPr>
          <a:xfrm>
            <a:off x="451475" y="249500"/>
            <a:ext cx="8520600" cy="1046700"/>
          </a:xfrm>
          <a:prstGeom prst="rect">
            <a:avLst/>
          </a:prstGeom>
        </p:spPr>
        <p:txBody>
          <a:bodyPr anchorCtr="0" anchor="t" bIns="91425" lIns="0" spcFirstLastPara="1" rIns="91425" wrap="square" tIns="0">
            <a:noAutofit/>
          </a:bodyPr>
          <a:lstStyle/>
          <a:p>
            <a:pPr indent="0" lvl="0" marL="0" rtl="0" algn="l">
              <a:spcBef>
                <a:spcPts val="0"/>
              </a:spcBef>
              <a:spcAft>
                <a:spcPts val="0"/>
              </a:spcAft>
              <a:buNone/>
            </a:pPr>
            <a:r>
              <a:rPr lang="en"/>
              <a:t>Today’s lesson will introduce risk management and threat modeling as methods </a:t>
            </a:r>
            <a:br>
              <a:rPr lang="en"/>
            </a:br>
            <a:r>
              <a:rPr lang="en"/>
              <a:t>for identifying, anticipating, budgeting, and planning for when risks occur.</a:t>
            </a:r>
            <a:endParaRPr/>
          </a:p>
          <a:p>
            <a:pPr indent="0" lvl="0" marL="0" rtl="0" algn="l">
              <a:spcBef>
                <a:spcPts val="1000"/>
              </a:spcBef>
              <a:spcAft>
                <a:spcPts val="0"/>
              </a:spcAft>
              <a:buClr>
                <a:schemeClr val="dk1"/>
              </a:buClr>
              <a:buSzPts val="1100"/>
              <a:buFont typeface="Arial"/>
              <a:buNone/>
            </a:pPr>
            <a:br>
              <a:rPr b="1" lang="en"/>
            </a:br>
            <a:r>
              <a:rPr b="1" lang="en">
                <a:latin typeface="Roboto"/>
                <a:ea typeface="Roboto"/>
                <a:cs typeface="Roboto"/>
                <a:sym typeface="Roboto"/>
              </a:rPr>
              <a:t>These tools will allow us to:</a:t>
            </a:r>
            <a:endParaRPr b="1">
              <a:latin typeface="Roboto"/>
              <a:ea typeface="Roboto"/>
              <a:cs typeface="Roboto"/>
              <a:sym typeface="Roboto"/>
            </a:endParaRPr>
          </a:p>
          <a:p>
            <a:pPr indent="0" lvl="0" marL="0" rtl="0" algn="l">
              <a:spcBef>
                <a:spcPts val="1000"/>
              </a:spcBef>
              <a:spcAft>
                <a:spcPts val="1000"/>
              </a:spcAft>
              <a:buNone/>
            </a:pPr>
            <a:r>
              <a:t/>
            </a:r>
            <a:endParaRPr/>
          </a:p>
        </p:txBody>
      </p:sp>
      <p:cxnSp>
        <p:nvCxnSpPr>
          <p:cNvPr id="466" name="Google Shape;466;p61"/>
          <p:cNvCxnSpPr/>
          <p:nvPr/>
        </p:nvCxnSpPr>
        <p:spPr>
          <a:xfrm>
            <a:off x="30950" y="2649938"/>
            <a:ext cx="1014300" cy="0"/>
          </a:xfrm>
          <a:prstGeom prst="straightConnector1">
            <a:avLst/>
          </a:prstGeom>
          <a:noFill/>
          <a:ln cap="flat" cmpd="sng" w="19050">
            <a:solidFill>
              <a:srgbClr val="2E5E73"/>
            </a:solidFill>
            <a:prstDash val="solid"/>
            <a:round/>
            <a:headEnd len="med" w="med" type="none"/>
            <a:tailEnd len="med" w="med" type="oval"/>
          </a:ln>
        </p:spPr>
      </p:cxnSp>
      <p:cxnSp>
        <p:nvCxnSpPr>
          <p:cNvPr id="467" name="Google Shape;467;p61"/>
          <p:cNvCxnSpPr/>
          <p:nvPr/>
        </p:nvCxnSpPr>
        <p:spPr>
          <a:xfrm>
            <a:off x="0" y="1970713"/>
            <a:ext cx="1045200" cy="0"/>
          </a:xfrm>
          <a:prstGeom prst="straightConnector1">
            <a:avLst/>
          </a:prstGeom>
          <a:noFill/>
          <a:ln cap="flat" cmpd="sng" w="19050">
            <a:solidFill>
              <a:srgbClr val="2E5E73"/>
            </a:solidFill>
            <a:prstDash val="solid"/>
            <a:round/>
            <a:headEnd len="med" w="med" type="none"/>
            <a:tailEnd len="med" w="med" type="oval"/>
          </a:ln>
        </p:spPr>
      </p:cxnSp>
      <p:cxnSp>
        <p:nvCxnSpPr>
          <p:cNvPr id="468" name="Google Shape;468;p61"/>
          <p:cNvCxnSpPr/>
          <p:nvPr/>
        </p:nvCxnSpPr>
        <p:spPr>
          <a:xfrm>
            <a:off x="0" y="2650713"/>
            <a:ext cx="1024500" cy="0"/>
          </a:xfrm>
          <a:prstGeom prst="straightConnector1">
            <a:avLst/>
          </a:prstGeom>
          <a:noFill/>
          <a:ln cap="flat" cmpd="sng" w="19050">
            <a:solidFill>
              <a:srgbClr val="2E5E73"/>
            </a:solidFill>
            <a:prstDash val="solid"/>
            <a:round/>
            <a:headEnd len="med" w="med" type="none"/>
            <a:tailEnd len="med" w="med" type="oval"/>
          </a:ln>
        </p:spPr>
      </p:cxnSp>
      <p:cxnSp>
        <p:nvCxnSpPr>
          <p:cNvPr id="469" name="Google Shape;469;p61"/>
          <p:cNvCxnSpPr/>
          <p:nvPr/>
        </p:nvCxnSpPr>
        <p:spPr>
          <a:xfrm>
            <a:off x="5112" y="3288688"/>
            <a:ext cx="1014300" cy="0"/>
          </a:xfrm>
          <a:prstGeom prst="straightConnector1">
            <a:avLst/>
          </a:prstGeom>
          <a:noFill/>
          <a:ln cap="flat" cmpd="sng" w="19050">
            <a:solidFill>
              <a:srgbClr val="2E5E73"/>
            </a:solidFill>
            <a:prstDash val="solid"/>
            <a:round/>
            <a:headEnd len="med" w="med" type="none"/>
            <a:tailEnd len="med" w="med" type="oval"/>
          </a:ln>
        </p:spPr>
      </p:cxnSp>
      <p:cxnSp>
        <p:nvCxnSpPr>
          <p:cNvPr id="470" name="Google Shape;470;p61"/>
          <p:cNvCxnSpPr/>
          <p:nvPr/>
        </p:nvCxnSpPr>
        <p:spPr>
          <a:xfrm>
            <a:off x="0" y="3927538"/>
            <a:ext cx="1045200" cy="0"/>
          </a:xfrm>
          <a:prstGeom prst="straightConnector1">
            <a:avLst/>
          </a:prstGeom>
          <a:noFill/>
          <a:ln cap="flat" cmpd="sng" w="19050">
            <a:solidFill>
              <a:srgbClr val="2E5E73"/>
            </a:solidFill>
            <a:prstDash val="solid"/>
            <a:round/>
            <a:headEnd len="med" w="med" type="none"/>
            <a:tailEnd len="med" w="med" type="oval"/>
          </a:ln>
        </p:spPr>
      </p:cxnSp>
      <p:sp>
        <p:nvSpPr>
          <p:cNvPr id="471" name="Google Shape;471;p61"/>
          <p:cNvSpPr/>
          <p:nvPr/>
        </p:nvSpPr>
        <p:spPr>
          <a:xfrm>
            <a:off x="953325" y="2449825"/>
            <a:ext cx="7517100" cy="4002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2" name="Google Shape;472;p61"/>
          <p:cNvSpPr/>
          <p:nvPr/>
        </p:nvSpPr>
        <p:spPr>
          <a:xfrm>
            <a:off x="953325" y="3092250"/>
            <a:ext cx="7517100" cy="4002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3" name="Google Shape;473;p61"/>
          <p:cNvSpPr/>
          <p:nvPr/>
        </p:nvSpPr>
        <p:spPr>
          <a:xfrm>
            <a:off x="953325" y="3734688"/>
            <a:ext cx="7517100" cy="4002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4" name="Google Shape;474;p61"/>
          <p:cNvSpPr/>
          <p:nvPr/>
        </p:nvSpPr>
        <p:spPr>
          <a:xfrm>
            <a:off x="953325" y="1780713"/>
            <a:ext cx="7517100" cy="4002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5" name="Google Shape;475;p61"/>
          <p:cNvSpPr/>
          <p:nvPr/>
        </p:nvSpPr>
        <p:spPr>
          <a:xfrm>
            <a:off x="870800" y="3765985"/>
            <a:ext cx="323100" cy="323100"/>
          </a:xfrm>
          <a:prstGeom prst="ellipse">
            <a:avLst/>
          </a:prstGeom>
          <a:solidFill>
            <a:srgbClr val="F2F2F2"/>
          </a:solidFill>
          <a:ln cap="flat" cmpd="sng" w="76200">
            <a:solidFill>
              <a:srgbClr val="2E5E7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082D49"/>
              </a:solidFill>
            </a:endParaRPr>
          </a:p>
        </p:txBody>
      </p:sp>
      <p:sp>
        <p:nvSpPr>
          <p:cNvPr id="476" name="Google Shape;476;p61"/>
          <p:cNvSpPr txBox="1"/>
          <p:nvPr/>
        </p:nvSpPr>
        <p:spPr>
          <a:xfrm>
            <a:off x="1193900" y="1800338"/>
            <a:ext cx="6952500" cy="4002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None/>
            </a:pPr>
            <a:r>
              <a:t/>
            </a:r>
            <a:endParaRPr>
              <a:solidFill>
                <a:srgbClr val="2E5E73"/>
              </a:solidFill>
              <a:latin typeface="Roboto Light"/>
              <a:ea typeface="Roboto Light"/>
              <a:cs typeface="Roboto Light"/>
              <a:sym typeface="Roboto Light"/>
            </a:endParaRPr>
          </a:p>
        </p:txBody>
      </p:sp>
      <p:sp>
        <p:nvSpPr>
          <p:cNvPr id="477" name="Google Shape;477;p61"/>
          <p:cNvSpPr txBox="1"/>
          <p:nvPr/>
        </p:nvSpPr>
        <p:spPr>
          <a:xfrm>
            <a:off x="1193900" y="2442804"/>
            <a:ext cx="7276500" cy="4002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None/>
            </a:pPr>
            <a:r>
              <a:t/>
            </a:r>
            <a:endParaRPr>
              <a:solidFill>
                <a:srgbClr val="2E5E73"/>
              </a:solidFill>
              <a:latin typeface="Roboto Light"/>
              <a:ea typeface="Roboto Light"/>
              <a:cs typeface="Roboto Light"/>
              <a:sym typeface="Roboto Light"/>
            </a:endParaRPr>
          </a:p>
        </p:txBody>
      </p:sp>
      <p:sp>
        <p:nvSpPr>
          <p:cNvPr id="478" name="Google Shape;478;p61"/>
          <p:cNvSpPr txBox="1"/>
          <p:nvPr/>
        </p:nvSpPr>
        <p:spPr>
          <a:xfrm>
            <a:off x="1193900" y="3088596"/>
            <a:ext cx="7276500" cy="4002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None/>
            </a:pPr>
            <a:r>
              <a:t/>
            </a:r>
            <a:endParaRPr>
              <a:solidFill>
                <a:srgbClr val="2E5E73"/>
              </a:solidFill>
              <a:latin typeface="Roboto Light"/>
              <a:ea typeface="Roboto Light"/>
              <a:cs typeface="Roboto Light"/>
              <a:sym typeface="Roboto Light"/>
            </a:endParaRPr>
          </a:p>
        </p:txBody>
      </p:sp>
      <p:sp>
        <p:nvSpPr>
          <p:cNvPr id="479" name="Google Shape;479;p61"/>
          <p:cNvSpPr txBox="1"/>
          <p:nvPr/>
        </p:nvSpPr>
        <p:spPr>
          <a:xfrm>
            <a:off x="1193900" y="3734387"/>
            <a:ext cx="7276500" cy="4002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None/>
            </a:pPr>
            <a:r>
              <a:t/>
            </a:r>
            <a:endParaRPr>
              <a:solidFill>
                <a:srgbClr val="2E5E73"/>
              </a:solidFill>
              <a:latin typeface="Roboto Light"/>
              <a:ea typeface="Roboto Light"/>
              <a:cs typeface="Roboto Light"/>
              <a:sym typeface="Roboto Light"/>
            </a:endParaRPr>
          </a:p>
        </p:txBody>
      </p:sp>
      <p:sp>
        <p:nvSpPr>
          <p:cNvPr id="480" name="Google Shape;480;p61"/>
          <p:cNvSpPr/>
          <p:nvPr/>
        </p:nvSpPr>
        <p:spPr>
          <a:xfrm>
            <a:off x="870800" y="3130822"/>
            <a:ext cx="323100" cy="323100"/>
          </a:xfrm>
          <a:prstGeom prst="ellipse">
            <a:avLst/>
          </a:prstGeom>
          <a:solidFill>
            <a:srgbClr val="F2F2F2"/>
          </a:solidFill>
          <a:ln cap="flat" cmpd="sng" w="76200">
            <a:solidFill>
              <a:srgbClr val="2E5E7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082D49"/>
              </a:solidFill>
            </a:endParaRPr>
          </a:p>
        </p:txBody>
      </p:sp>
      <p:sp>
        <p:nvSpPr>
          <p:cNvPr id="481" name="Google Shape;481;p61"/>
          <p:cNvSpPr/>
          <p:nvPr/>
        </p:nvSpPr>
        <p:spPr>
          <a:xfrm>
            <a:off x="870800" y="2488710"/>
            <a:ext cx="323100" cy="323100"/>
          </a:xfrm>
          <a:prstGeom prst="ellipse">
            <a:avLst/>
          </a:prstGeom>
          <a:solidFill>
            <a:srgbClr val="F2F2F2"/>
          </a:solidFill>
          <a:ln cap="flat" cmpd="sng" w="76200">
            <a:solidFill>
              <a:srgbClr val="2E5E7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082D49"/>
              </a:solidFill>
            </a:endParaRPr>
          </a:p>
        </p:txBody>
      </p:sp>
      <p:sp>
        <p:nvSpPr>
          <p:cNvPr id="482" name="Google Shape;482;p61"/>
          <p:cNvSpPr/>
          <p:nvPr/>
        </p:nvSpPr>
        <p:spPr>
          <a:xfrm>
            <a:off x="870800" y="1819260"/>
            <a:ext cx="323100" cy="323100"/>
          </a:xfrm>
          <a:prstGeom prst="ellipse">
            <a:avLst/>
          </a:prstGeom>
          <a:solidFill>
            <a:srgbClr val="F2F2F2"/>
          </a:solidFill>
          <a:ln cap="flat" cmpd="sng" w="76200">
            <a:solidFill>
              <a:srgbClr val="2E5E7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082D49"/>
              </a:solidFill>
            </a:endParaRPr>
          </a:p>
        </p:txBody>
      </p:sp>
      <p:sp>
        <p:nvSpPr>
          <p:cNvPr id="483" name="Google Shape;483;p61"/>
          <p:cNvSpPr txBox="1"/>
          <p:nvPr/>
        </p:nvSpPr>
        <p:spPr>
          <a:xfrm>
            <a:off x="1302551" y="1739500"/>
            <a:ext cx="7097100" cy="400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800">
                <a:solidFill>
                  <a:schemeClr val="dk2"/>
                </a:solidFill>
                <a:latin typeface="Roboto"/>
                <a:ea typeface="Roboto"/>
                <a:cs typeface="Roboto"/>
                <a:sym typeface="Roboto"/>
              </a:rPr>
              <a:t>Enumerate</a:t>
            </a:r>
            <a:r>
              <a:rPr lang="en" sz="1800">
                <a:solidFill>
                  <a:schemeClr val="dk2"/>
                </a:solidFill>
                <a:latin typeface="Roboto Light"/>
                <a:ea typeface="Roboto Light"/>
                <a:cs typeface="Roboto Light"/>
                <a:sym typeface="Roboto Light"/>
              </a:rPr>
              <a:t> </a:t>
            </a:r>
            <a:r>
              <a:rPr lang="en" sz="1800">
                <a:solidFill>
                  <a:schemeClr val="dk2"/>
                </a:solidFill>
                <a:latin typeface="Roboto"/>
                <a:ea typeface="Roboto"/>
                <a:cs typeface="Roboto"/>
                <a:sym typeface="Roboto"/>
              </a:rPr>
              <a:t>possible risks, threats, and vulnerabilities to a company. </a:t>
            </a:r>
            <a:endParaRPr sz="1800">
              <a:solidFill>
                <a:schemeClr val="dk2"/>
              </a:solidFill>
              <a:latin typeface="Roboto"/>
              <a:ea typeface="Roboto"/>
              <a:cs typeface="Roboto"/>
              <a:sym typeface="Roboto"/>
            </a:endParaRPr>
          </a:p>
        </p:txBody>
      </p:sp>
      <p:sp>
        <p:nvSpPr>
          <p:cNvPr id="484" name="Google Shape;484;p61"/>
          <p:cNvSpPr txBox="1"/>
          <p:nvPr/>
        </p:nvSpPr>
        <p:spPr>
          <a:xfrm>
            <a:off x="1302562" y="2411700"/>
            <a:ext cx="7097100" cy="400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800">
                <a:solidFill>
                  <a:schemeClr val="dk2"/>
                </a:solidFill>
                <a:latin typeface="Roboto"/>
                <a:ea typeface="Roboto"/>
                <a:cs typeface="Roboto"/>
                <a:sym typeface="Roboto"/>
              </a:rPr>
              <a:t>Identify</a:t>
            </a:r>
            <a:r>
              <a:rPr lang="en" sz="1800">
                <a:solidFill>
                  <a:schemeClr val="dk2"/>
                </a:solidFill>
                <a:latin typeface="Roboto Light"/>
                <a:ea typeface="Roboto Light"/>
                <a:cs typeface="Roboto Light"/>
                <a:sym typeface="Roboto Light"/>
              </a:rPr>
              <a:t> </a:t>
            </a:r>
            <a:r>
              <a:rPr lang="en" sz="1800">
                <a:solidFill>
                  <a:schemeClr val="dk2"/>
                </a:solidFill>
                <a:latin typeface="Roboto"/>
                <a:ea typeface="Roboto"/>
                <a:cs typeface="Roboto"/>
                <a:sym typeface="Roboto"/>
              </a:rPr>
              <a:t>the most likely and most serious risks. </a:t>
            </a:r>
            <a:endParaRPr sz="1800">
              <a:solidFill>
                <a:schemeClr val="dk2"/>
              </a:solidFill>
              <a:latin typeface="Roboto"/>
              <a:ea typeface="Roboto"/>
              <a:cs typeface="Roboto"/>
              <a:sym typeface="Roboto"/>
            </a:endParaRPr>
          </a:p>
        </p:txBody>
      </p:sp>
      <p:sp>
        <p:nvSpPr>
          <p:cNvPr id="485" name="Google Shape;485;p61"/>
          <p:cNvSpPr txBox="1"/>
          <p:nvPr/>
        </p:nvSpPr>
        <p:spPr>
          <a:xfrm>
            <a:off x="1302550" y="3046450"/>
            <a:ext cx="7006200" cy="400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800">
                <a:solidFill>
                  <a:schemeClr val="dk2"/>
                </a:solidFill>
                <a:latin typeface="Roboto"/>
                <a:ea typeface="Roboto"/>
                <a:cs typeface="Roboto"/>
                <a:sym typeface="Roboto"/>
              </a:rPr>
              <a:t>Evaluate</a:t>
            </a:r>
            <a:r>
              <a:rPr lang="en" sz="1800">
                <a:solidFill>
                  <a:schemeClr val="dk2"/>
                </a:solidFill>
                <a:latin typeface="Roboto Light"/>
                <a:ea typeface="Roboto Light"/>
                <a:cs typeface="Roboto Light"/>
                <a:sym typeface="Roboto Light"/>
              </a:rPr>
              <a:t> </a:t>
            </a:r>
            <a:r>
              <a:rPr lang="en" sz="1800">
                <a:solidFill>
                  <a:schemeClr val="dk2"/>
                </a:solidFill>
                <a:latin typeface="Roboto"/>
                <a:ea typeface="Roboto"/>
                <a:cs typeface="Roboto"/>
                <a:sym typeface="Roboto"/>
              </a:rPr>
              <a:t>the impact the </a:t>
            </a:r>
            <a:r>
              <a:rPr lang="en" sz="1800">
                <a:solidFill>
                  <a:schemeClr val="dk2"/>
                </a:solidFill>
                <a:latin typeface="Roboto"/>
                <a:ea typeface="Roboto"/>
                <a:cs typeface="Roboto"/>
                <a:sym typeface="Roboto"/>
              </a:rPr>
              <a:t>occurrence</a:t>
            </a:r>
            <a:r>
              <a:rPr lang="en" sz="1800">
                <a:solidFill>
                  <a:schemeClr val="dk2"/>
                </a:solidFill>
                <a:latin typeface="Roboto"/>
                <a:ea typeface="Roboto"/>
                <a:cs typeface="Roboto"/>
                <a:sym typeface="Roboto"/>
              </a:rPr>
              <a:t> of a serious risk may have.</a:t>
            </a:r>
            <a:r>
              <a:rPr lang="en" sz="1800">
                <a:solidFill>
                  <a:schemeClr val="dk2"/>
                </a:solidFill>
                <a:latin typeface="Roboto Light"/>
                <a:ea typeface="Roboto Light"/>
                <a:cs typeface="Roboto Light"/>
                <a:sym typeface="Roboto Light"/>
              </a:rPr>
              <a:t> </a:t>
            </a:r>
            <a:endParaRPr sz="1800">
              <a:solidFill>
                <a:schemeClr val="dk2"/>
              </a:solidFill>
              <a:latin typeface="Roboto Light"/>
              <a:ea typeface="Roboto Light"/>
              <a:cs typeface="Roboto Light"/>
              <a:sym typeface="Roboto Light"/>
            </a:endParaRPr>
          </a:p>
        </p:txBody>
      </p:sp>
      <p:sp>
        <p:nvSpPr>
          <p:cNvPr id="486" name="Google Shape;486;p61"/>
          <p:cNvSpPr txBox="1"/>
          <p:nvPr/>
        </p:nvSpPr>
        <p:spPr>
          <a:xfrm>
            <a:off x="1302562" y="3703275"/>
            <a:ext cx="7097100" cy="400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800">
                <a:solidFill>
                  <a:schemeClr val="dk2"/>
                </a:solidFill>
                <a:latin typeface="Roboto"/>
                <a:ea typeface="Roboto"/>
                <a:cs typeface="Roboto"/>
                <a:sym typeface="Roboto"/>
              </a:rPr>
              <a:t>Develop</a:t>
            </a:r>
            <a:r>
              <a:rPr lang="en" sz="1800">
                <a:solidFill>
                  <a:schemeClr val="dk2"/>
                </a:solidFill>
                <a:latin typeface="Roboto Light"/>
                <a:ea typeface="Roboto Light"/>
                <a:cs typeface="Roboto Light"/>
                <a:sym typeface="Roboto Light"/>
              </a:rPr>
              <a:t> </a:t>
            </a:r>
            <a:r>
              <a:rPr lang="en" sz="1800">
                <a:solidFill>
                  <a:schemeClr val="dk2"/>
                </a:solidFill>
                <a:latin typeface="Roboto"/>
                <a:ea typeface="Roboto"/>
                <a:cs typeface="Roboto"/>
                <a:sym typeface="Roboto"/>
              </a:rPr>
              <a:t>strategies for monitoring and mitigating risks. </a:t>
            </a:r>
            <a:endParaRPr sz="1800">
              <a:solidFill>
                <a:schemeClr val="dk2"/>
              </a:solidFill>
              <a:latin typeface="Roboto"/>
              <a:ea typeface="Roboto"/>
              <a:cs typeface="Roboto"/>
              <a:sym typeface="Roboto"/>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0" name="Shape 490"/>
        <p:cNvGrpSpPr/>
        <p:nvPr/>
      </p:nvGrpSpPr>
      <p:grpSpPr>
        <a:xfrm>
          <a:off x="0" y="0"/>
          <a:ext cx="0" cy="0"/>
          <a:chOff x="0" y="0"/>
          <a:chExt cx="0" cy="0"/>
        </a:xfrm>
      </p:grpSpPr>
      <p:sp>
        <p:nvSpPr>
          <p:cNvPr id="491" name="Google Shape;491;p62"/>
          <p:cNvSpPr txBox="1"/>
          <p:nvPr>
            <p:ph type="title"/>
          </p:nvPr>
        </p:nvSpPr>
        <p:spPr>
          <a:xfrm>
            <a:off x="0" y="2628900"/>
            <a:ext cx="9144000" cy="806400"/>
          </a:xfrm>
          <a:prstGeom prst="rect">
            <a:avLst/>
          </a:prstGeom>
        </p:spPr>
        <p:txBody>
          <a:bodyPr anchorCtr="0" anchor="t" bIns="91425" lIns="0" spcFirstLastPara="1" rIns="0" wrap="square" tIns="91425">
            <a:noAutofit/>
          </a:bodyPr>
          <a:lstStyle/>
          <a:p>
            <a:pPr indent="0" lvl="0" marL="0" rtl="0" algn="ctr">
              <a:spcBef>
                <a:spcPts val="0"/>
              </a:spcBef>
              <a:spcAft>
                <a:spcPts val="0"/>
              </a:spcAft>
              <a:buNone/>
            </a:pPr>
            <a:r>
              <a:rPr b="0" lang="en">
                <a:latin typeface="Roboto"/>
                <a:ea typeface="Roboto"/>
                <a:cs typeface="Roboto"/>
                <a:sym typeface="Roboto"/>
              </a:rPr>
              <a:t>Threat Modeling and</a:t>
            </a:r>
            <a:br>
              <a:rPr b="0" lang="en"/>
            </a:br>
            <a:r>
              <a:rPr lang="en">
                <a:latin typeface="Roboto"/>
                <a:ea typeface="Roboto"/>
                <a:cs typeface="Roboto"/>
                <a:sym typeface="Roboto"/>
              </a:rPr>
              <a:t>Risk Management</a:t>
            </a:r>
            <a:r>
              <a:rPr lang="en"/>
              <a:t> </a:t>
            </a:r>
            <a:endParaRPr/>
          </a:p>
        </p:txBody>
      </p:sp>
      <p:pic>
        <p:nvPicPr>
          <p:cNvPr id="492" name="Google Shape;492;p62"/>
          <p:cNvPicPr preferRelativeResize="0"/>
          <p:nvPr/>
        </p:nvPicPr>
        <p:blipFill>
          <a:blip r:embed="rId3">
            <a:alphaModFix/>
          </a:blip>
          <a:stretch>
            <a:fillRect/>
          </a:stretch>
        </p:blipFill>
        <p:spPr>
          <a:xfrm>
            <a:off x="4165925" y="1584200"/>
            <a:ext cx="812150" cy="10456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6" name="Shape 496"/>
        <p:cNvGrpSpPr/>
        <p:nvPr/>
      </p:nvGrpSpPr>
      <p:grpSpPr>
        <a:xfrm>
          <a:off x="0" y="0"/>
          <a:ext cx="0" cy="0"/>
          <a:chOff x="0" y="0"/>
          <a:chExt cx="0" cy="0"/>
        </a:xfrm>
      </p:grpSpPr>
      <p:sp>
        <p:nvSpPr>
          <p:cNvPr id="497" name="Google Shape;497;p63"/>
          <p:cNvSpPr txBox="1"/>
          <p:nvPr>
            <p:ph type="title"/>
          </p:nvPr>
        </p:nvSpPr>
        <p:spPr>
          <a:xfrm>
            <a:off x="3141250" y="1608450"/>
            <a:ext cx="5555100" cy="1926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0" lang="en">
                <a:latin typeface="Roboto"/>
                <a:ea typeface="Roboto"/>
                <a:cs typeface="Roboto"/>
                <a:sym typeface="Roboto"/>
              </a:rPr>
              <a:t>What’s the difference between a </a:t>
            </a:r>
            <a:r>
              <a:rPr lang="en">
                <a:latin typeface="Roboto"/>
                <a:ea typeface="Roboto"/>
                <a:cs typeface="Roboto"/>
                <a:sym typeface="Roboto"/>
              </a:rPr>
              <a:t>vulnerability</a:t>
            </a:r>
            <a:r>
              <a:rPr b="0" lang="en">
                <a:latin typeface="Roboto"/>
                <a:ea typeface="Roboto"/>
                <a:cs typeface="Roboto"/>
                <a:sym typeface="Roboto"/>
              </a:rPr>
              <a:t>, a </a:t>
            </a:r>
            <a:r>
              <a:rPr lang="en">
                <a:latin typeface="Roboto"/>
                <a:ea typeface="Roboto"/>
                <a:cs typeface="Roboto"/>
                <a:sym typeface="Roboto"/>
              </a:rPr>
              <a:t>threat</a:t>
            </a:r>
            <a:r>
              <a:rPr b="0" lang="en">
                <a:latin typeface="Roboto"/>
                <a:ea typeface="Roboto"/>
                <a:cs typeface="Roboto"/>
                <a:sym typeface="Roboto"/>
              </a:rPr>
              <a:t>, and a </a:t>
            </a:r>
            <a:r>
              <a:rPr lang="en">
                <a:latin typeface="Roboto"/>
                <a:ea typeface="Roboto"/>
                <a:cs typeface="Roboto"/>
                <a:sym typeface="Roboto"/>
              </a:rPr>
              <a:t>risk</a:t>
            </a:r>
            <a:r>
              <a:rPr b="0" lang="en">
                <a:latin typeface="Roboto"/>
                <a:ea typeface="Roboto"/>
                <a:cs typeface="Roboto"/>
                <a:sym typeface="Roboto"/>
              </a:rPr>
              <a:t>?</a:t>
            </a:r>
            <a:endParaRPr b="0">
              <a:latin typeface="Roboto"/>
              <a:ea typeface="Roboto"/>
              <a:cs typeface="Roboto"/>
              <a:sym typeface="Roboto"/>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1" name="Shape 501"/>
        <p:cNvGrpSpPr/>
        <p:nvPr/>
      </p:nvGrpSpPr>
      <p:grpSpPr>
        <a:xfrm>
          <a:off x="0" y="0"/>
          <a:ext cx="0" cy="0"/>
          <a:chOff x="0" y="0"/>
          <a:chExt cx="0" cy="0"/>
        </a:xfrm>
      </p:grpSpPr>
      <p:sp>
        <p:nvSpPr>
          <p:cNvPr id="502" name="Google Shape;502;p64"/>
          <p:cNvSpPr txBox="1"/>
          <p:nvPr>
            <p:ph idx="2" type="title"/>
          </p:nvPr>
        </p:nvSpPr>
        <p:spPr>
          <a:xfrm>
            <a:off x="1894550" y="1039700"/>
            <a:ext cx="5458500" cy="3131700"/>
          </a:xfrm>
          <a:prstGeom prst="rect">
            <a:avLst/>
          </a:prstGeom>
        </p:spPr>
        <p:txBody>
          <a:bodyPr anchorCtr="0" anchor="ctr" bIns="0" lIns="0" spcFirstLastPara="1" rIns="0" wrap="square" tIns="0">
            <a:noAutofit/>
          </a:bodyPr>
          <a:lstStyle/>
          <a:p>
            <a:pPr indent="0" lvl="0" marL="0" rtl="0" algn="l">
              <a:lnSpc>
                <a:spcPct val="100000"/>
              </a:lnSpc>
              <a:spcBef>
                <a:spcPts val="0"/>
              </a:spcBef>
              <a:spcAft>
                <a:spcPts val="1200"/>
              </a:spcAft>
              <a:buNone/>
            </a:pPr>
            <a:r>
              <a:rPr lang="en" sz="3500">
                <a:latin typeface="Roboto"/>
                <a:ea typeface="Roboto"/>
                <a:cs typeface="Roboto"/>
                <a:sym typeface="Roboto"/>
              </a:rPr>
              <a:t>A </a:t>
            </a:r>
            <a:r>
              <a:rPr b="1" lang="en" sz="3500">
                <a:latin typeface="Roboto"/>
                <a:ea typeface="Roboto"/>
                <a:cs typeface="Roboto"/>
                <a:sym typeface="Roboto"/>
              </a:rPr>
              <a:t>vulnerability</a:t>
            </a:r>
            <a:r>
              <a:rPr lang="en" sz="3500">
                <a:latin typeface="Roboto"/>
                <a:ea typeface="Roboto"/>
                <a:cs typeface="Roboto"/>
                <a:sym typeface="Roboto"/>
              </a:rPr>
              <a:t> is an aspect of a business that can be exploited to compromise </a:t>
            </a:r>
            <a:br>
              <a:rPr lang="en" sz="3500">
                <a:latin typeface="Roboto"/>
                <a:ea typeface="Roboto"/>
                <a:cs typeface="Roboto"/>
                <a:sym typeface="Roboto"/>
              </a:rPr>
            </a:br>
            <a:r>
              <a:rPr lang="en" sz="3500">
                <a:latin typeface="Roboto"/>
                <a:ea typeface="Roboto"/>
                <a:cs typeface="Roboto"/>
                <a:sym typeface="Roboto"/>
              </a:rPr>
              <a:t>a system’s CIA. </a:t>
            </a:r>
            <a:endParaRPr>
              <a:latin typeface="Roboto"/>
              <a:ea typeface="Roboto"/>
              <a:cs typeface="Roboto"/>
              <a:sym typeface="Roboto"/>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6" name="Shape 506"/>
        <p:cNvGrpSpPr/>
        <p:nvPr/>
      </p:nvGrpSpPr>
      <p:grpSpPr>
        <a:xfrm>
          <a:off x="0" y="0"/>
          <a:ext cx="0" cy="0"/>
          <a:chOff x="0" y="0"/>
          <a:chExt cx="0" cy="0"/>
        </a:xfrm>
      </p:grpSpPr>
      <p:sp>
        <p:nvSpPr>
          <p:cNvPr id="507" name="Google Shape;507;p65"/>
          <p:cNvSpPr txBox="1"/>
          <p:nvPr>
            <p:ph idx="2" type="title"/>
          </p:nvPr>
        </p:nvSpPr>
        <p:spPr>
          <a:xfrm>
            <a:off x="1828800" y="1039700"/>
            <a:ext cx="5487300" cy="3131700"/>
          </a:xfrm>
          <a:prstGeom prst="rect">
            <a:avLst/>
          </a:prstGeom>
        </p:spPr>
        <p:txBody>
          <a:bodyPr anchorCtr="0" anchor="ctr" bIns="0" lIns="0" spcFirstLastPara="1" rIns="0" wrap="square" tIns="0">
            <a:noAutofit/>
          </a:bodyPr>
          <a:lstStyle/>
          <a:p>
            <a:pPr indent="0" lvl="0" marL="0" rtl="0" algn="l">
              <a:lnSpc>
                <a:spcPct val="100000"/>
              </a:lnSpc>
              <a:spcBef>
                <a:spcPts val="0"/>
              </a:spcBef>
              <a:spcAft>
                <a:spcPts val="1200"/>
              </a:spcAft>
              <a:buNone/>
            </a:pPr>
            <a:r>
              <a:rPr lang="en" sz="3500">
                <a:latin typeface="Roboto"/>
                <a:ea typeface="Roboto"/>
                <a:cs typeface="Roboto"/>
                <a:sym typeface="Roboto"/>
              </a:rPr>
              <a:t>A </a:t>
            </a:r>
            <a:r>
              <a:rPr b="1" lang="en" sz="3500">
                <a:latin typeface="Roboto"/>
                <a:ea typeface="Roboto"/>
                <a:cs typeface="Roboto"/>
                <a:sym typeface="Roboto"/>
              </a:rPr>
              <a:t>threat</a:t>
            </a:r>
            <a:r>
              <a:rPr lang="en" sz="3500">
                <a:latin typeface="Roboto"/>
                <a:ea typeface="Roboto"/>
                <a:cs typeface="Roboto"/>
                <a:sym typeface="Roboto"/>
              </a:rPr>
              <a:t> is an actor that might exploit a vulnerability.</a:t>
            </a:r>
            <a:endParaRPr>
              <a:latin typeface="Roboto"/>
              <a:ea typeface="Roboto"/>
              <a:cs typeface="Roboto"/>
              <a:sym typeface="Roboto"/>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1" name="Shape 511"/>
        <p:cNvGrpSpPr/>
        <p:nvPr/>
      </p:nvGrpSpPr>
      <p:grpSpPr>
        <a:xfrm>
          <a:off x="0" y="0"/>
          <a:ext cx="0" cy="0"/>
          <a:chOff x="0" y="0"/>
          <a:chExt cx="0" cy="0"/>
        </a:xfrm>
      </p:grpSpPr>
      <p:sp>
        <p:nvSpPr>
          <p:cNvPr id="512" name="Google Shape;512;p66"/>
          <p:cNvSpPr txBox="1"/>
          <p:nvPr>
            <p:ph idx="2" type="title"/>
          </p:nvPr>
        </p:nvSpPr>
        <p:spPr>
          <a:xfrm>
            <a:off x="1755175" y="1039700"/>
            <a:ext cx="6244200" cy="3131700"/>
          </a:xfrm>
          <a:prstGeom prst="rect">
            <a:avLst/>
          </a:prstGeom>
        </p:spPr>
        <p:txBody>
          <a:bodyPr anchorCtr="0" anchor="ctr" bIns="0" lIns="0" spcFirstLastPara="1" rIns="0" wrap="square" tIns="0">
            <a:noAutofit/>
          </a:bodyPr>
          <a:lstStyle/>
          <a:p>
            <a:pPr indent="0" lvl="0" marL="0" rtl="0" algn="l">
              <a:lnSpc>
                <a:spcPct val="100000"/>
              </a:lnSpc>
              <a:spcBef>
                <a:spcPts val="0"/>
              </a:spcBef>
              <a:spcAft>
                <a:spcPts val="1200"/>
              </a:spcAft>
              <a:buNone/>
            </a:pPr>
            <a:r>
              <a:rPr lang="en" sz="3500">
                <a:latin typeface="Roboto"/>
                <a:ea typeface="Roboto"/>
                <a:cs typeface="Roboto"/>
                <a:sym typeface="Roboto"/>
              </a:rPr>
              <a:t>A </a:t>
            </a:r>
            <a:r>
              <a:rPr b="1" lang="en" sz="3500">
                <a:latin typeface="Roboto"/>
                <a:ea typeface="Roboto"/>
                <a:cs typeface="Roboto"/>
                <a:sym typeface="Roboto"/>
              </a:rPr>
              <a:t>risk</a:t>
            </a:r>
            <a:r>
              <a:rPr lang="en" sz="3500">
                <a:latin typeface="Roboto"/>
                <a:ea typeface="Roboto"/>
                <a:cs typeface="Roboto"/>
                <a:sym typeface="Roboto"/>
              </a:rPr>
              <a:t> is the possibility of </a:t>
            </a:r>
            <a:br>
              <a:rPr lang="en" sz="3500">
                <a:latin typeface="Roboto"/>
                <a:ea typeface="Roboto"/>
                <a:cs typeface="Roboto"/>
                <a:sym typeface="Roboto"/>
              </a:rPr>
            </a:br>
            <a:r>
              <a:rPr lang="en" sz="3500">
                <a:latin typeface="Roboto"/>
                <a:ea typeface="Roboto"/>
                <a:cs typeface="Roboto"/>
                <a:sym typeface="Roboto"/>
              </a:rPr>
              <a:t>losing something valuable.</a:t>
            </a:r>
            <a:endParaRPr sz="3500">
              <a:latin typeface="Roboto"/>
              <a:ea typeface="Roboto"/>
              <a:cs typeface="Roboto"/>
              <a:sym typeface="Roboto"/>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6" name="Shape 516"/>
        <p:cNvGrpSpPr/>
        <p:nvPr/>
      </p:nvGrpSpPr>
      <p:grpSpPr>
        <a:xfrm>
          <a:off x="0" y="0"/>
          <a:ext cx="0" cy="0"/>
          <a:chOff x="0" y="0"/>
          <a:chExt cx="0" cy="0"/>
        </a:xfrm>
      </p:grpSpPr>
      <p:sp>
        <p:nvSpPr>
          <p:cNvPr id="517" name="Google Shape;517;p67"/>
          <p:cNvSpPr txBox="1"/>
          <p:nvPr>
            <p:ph type="title"/>
          </p:nvPr>
        </p:nvSpPr>
        <p:spPr>
          <a:xfrm>
            <a:off x="457200" y="365000"/>
            <a:ext cx="8832300" cy="572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Risk Management and Threat Modeling</a:t>
            </a:r>
            <a:endParaRPr/>
          </a:p>
        </p:txBody>
      </p:sp>
      <p:graphicFrame>
        <p:nvGraphicFramePr>
          <p:cNvPr id="518" name="Google Shape;518;p67"/>
          <p:cNvGraphicFramePr/>
          <p:nvPr/>
        </p:nvGraphicFramePr>
        <p:xfrm>
          <a:off x="400250" y="1156375"/>
          <a:ext cx="3000000" cy="3000000"/>
        </p:xfrm>
        <a:graphic>
          <a:graphicData uri="http://schemas.openxmlformats.org/drawingml/2006/table">
            <a:tbl>
              <a:tblPr>
                <a:noFill/>
                <a:tableStyleId>{7AB8A554-8128-4678-8D51-403168EF7E6C}</a:tableStyleId>
              </a:tblPr>
              <a:tblGrid>
                <a:gridCol w="2029900"/>
                <a:gridCol w="6313600"/>
              </a:tblGrid>
              <a:tr h="664975">
                <a:tc>
                  <a:txBody>
                    <a:bodyPr/>
                    <a:lstStyle/>
                    <a:p>
                      <a:pPr indent="0" lvl="0" marL="0" rtl="0" algn="l">
                        <a:spcBef>
                          <a:spcPts val="0"/>
                        </a:spcBef>
                        <a:spcAft>
                          <a:spcPts val="200"/>
                        </a:spcAft>
                        <a:buNone/>
                      </a:pPr>
                      <a:r>
                        <a:rPr b="1" lang="en" sz="1800">
                          <a:solidFill>
                            <a:srgbClr val="FFFFFF"/>
                          </a:solidFill>
                          <a:latin typeface="Roboto"/>
                          <a:ea typeface="Roboto"/>
                          <a:cs typeface="Roboto"/>
                          <a:sym typeface="Roboto"/>
                        </a:rPr>
                        <a:t>Risk </a:t>
                      </a:r>
                      <a:br>
                        <a:rPr b="1" lang="en" sz="1800">
                          <a:solidFill>
                            <a:srgbClr val="FFFFFF"/>
                          </a:solidFill>
                          <a:latin typeface="Roboto"/>
                          <a:ea typeface="Roboto"/>
                          <a:cs typeface="Roboto"/>
                          <a:sym typeface="Roboto"/>
                        </a:rPr>
                      </a:br>
                      <a:r>
                        <a:rPr b="1" lang="en" sz="1800">
                          <a:solidFill>
                            <a:srgbClr val="FFFFFF"/>
                          </a:solidFill>
                          <a:latin typeface="Roboto"/>
                          <a:ea typeface="Roboto"/>
                          <a:cs typeface="Roboto"/>
                          <a:sym typeface="Roboto"/>
                        </a:rPr>
                        <a:t>Analysis </a:t>
                      </a:r>
                      <a:endParaRPr b="1" sz="1800">
                        <a:solidFill>
                          <a:srgbClr val="FFFFFF"/>
                        </a:solidFill>
                        <a:latin typeface="Roboto"/>
                        <a:ea typeface="Roboto"/>
                        <a:cs typeface="Roboto"/>
                        <a:sym typeface="Roboto"/>
                      </a:endParaRPr>
                    </a:p>
                  </a:txBody>
                  <a:tcPr marT="91425" marB="91425" marR="182875" marL="18287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dk2"/>
                    </a:solidFill>
                  </a:tcPr>
                </a:tc>
                <a:tc>
                  <a:txBody>
                    <a:bodyPr/>
                    <a:lstStyle/>
                    <a:p>
                      <a:pPr indent="0" lvl="0" marL="0" rtl="0" algn="l">
                        <a:lnSpc>
                          <a:spcPct val="115000"/>
                        </a:lnSpc>
                        <a:spcBef>
                          <a:spcPts val="400"/>
                        </a:spcBef>
                        <a:spcAft>
                          <a:spcPts val="0"/>
                        </a:spcAft>
                        <a:buNone/>
                      </a:pPr>
                      <a:r>
                        <a:rPr lang="en" sz="1800">
                          <a:solidFill>
                            <a:schemeClr val="dk2"/>
                          </a:solidFill>
                          <a:latin typeface="Roboto"/>
                          <a:ea typeface="Roboto"/>
                          <a:cs typeface="Roboto"/>
                          <a:sym typeface="Roboto"/>
                        </a:rPr>
                        <a:t>Understanding the risks faced by an organization, which are most severe, and which are most likely.</a:t>
                      </a:r>
                      <a:endParaRPr sz="1800">
                        <a:solidFill>
                          <a:schemeClr val="dk2"/>
                        </a:solidFill>
                        <a:latin typeface="Roboto"/>
                        <a:ea typeface="Roboto"/>
                        <a:cs typeface="Roboto"/>
                        <a:sym typeface="Roboto"/>
                      </a:endParaRPr>
                    </a:p>
                  </a:txBody>
                  <a:tcPr marT="91425" marB="137150" marR="182875" marL="18287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lt2"/>
                    </a:solidFill>
                  </a:tcPr>
                </a:tc>
              </a:tr>
              <a:tr h="664975">
                <a:tc>
                  <a:txBody>
                    <a:bodyPr/>
                    <a:lstStyle/>
                    <a:p>
                      <a:pPr indent="0" lvl="0" marL="0" rtl="0" algn="l">
                        <a:spcBef>
                          <a:spcPts val="0"/>
                        </a:spcBef>
                        <a:spcAft>
                          <a:spcPts val="200"/>
                        </a:spcAft>
                        <a:buNone/>
                      </a:pPr>
                      <a:r>
                        <a:rPr b="1" lang="en" sz="1800">
                          <a:solidFill>
                            <a:srgbClr val="FFFFFF"/>
                          </a:solidFill>
                          <a:latin typeface="Roboto"/>
                          <a:ea typeface="Roboto"/>
                          <a:cs typeface="Roboto"/>
                          <a:sym typeface="Roboto"/>
                        </a:rPr>
                        <a:t>Risk Management</a:t>
                      </a:r>
                      <a:endParaRPr b="1" sz="1800">
                        <a:solidFill>
                          <a:srgbClr val="FFFFFF"/>
                        </a:solidFill>
                        <a:latin typeface="Roboto"/>
                        <a:ea typeface="Roboto"/>
                        <a:cs typeface="Roboto"/>
                        <a:sym typeface="Roboto"/>
                      </a:endParaRPr>
                    </a:p>
                  </a:txBody>
                  <a:tcPr marT="91425" marB="91425" marR="182875" marL="18287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dk2"/>
                    </a:solidFill>
                  </a:tcPr>
                </a:tc>
                <a:tc>
                  <a:txBody>
                    <a:bodyPr/>
                    <a:lstStyle/>
                    <a:p>
                      <a:pPr indent="0" lvl="0" marL="0" rtl="0" algn="l">
                        <a:lnSpc>
                          <a:spcPct val="115000"/>
                        </a:lnSpc>
                        <a:spcBef>
                          <a:spcPts val="400"/>
                        </a:spcBef>
                        <a:spcAft>
                          <a:spcPts val="0"/>
                        </a:spcAft>
                        <a:buNone/>
                      </a:pPr>
                      <a:r>
                        <a:rPr lang="en" sz="1800">
                          <a:solidFill>
                            <a:schemeClr val="dk2"/>
                          </a:solidFill>
                          <a:latin typeface="Roboto"/>
                          <a:ea typeface="Roboto"/>
                          <a:cs typeface="Roboto"/>
                          <a:sym typeface="Roboto"/>
                        </a:rPr>
                        <a:t>Using the results of risk analysis to create a plan for preventing likely risks. </a:t>
                      </a:r>
                      <a:endParaRPr sz="1800">
                        <a:solidFill>
                          <a:schemeClr val="dk2"/>
                        </a:solidFill>
                        <a:latin typeface="Roboto"/>
                        <a:ea typeface="Roboto"/>
                        <a:cs typeface="Roboto"/>
                        <a:sym typeface="Roboto"/>
                      </a:endParaRPr>
                    </a:p>
                  </a:txBody>
                  <a:tcPr marT="91425" marB="137150" marR="182875" marL="18287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lt1"/>
                    </a:solidFill>
                  </a:tcPr>
                </a:tc>
              </a:tr>
              <a:tr h="664975">
                <a:tc>
                  <a:txBody>
                    <a:bodyPr/>
                    <a:lstStyle/>
                    <a:p>
                      <a:pPr indent="0" lvl="0" marL="0" rtl="0" algn="l">
                        <a:spcBef>
                          <a:spcPts val="0"/>
                        </a:spcBef>
                        <a:spcAft>
                          <a:spcPts val="200"/>
                        </a:spcAft>
                        <a:buNone/>
                      </a:pPr>
                      <a:r>
                        <a:rPr b="1" lang="en" sz="1800">
                          <a:solidFill>
                            <a:srgbClr val="FFFFFF"/>
                          </a:solidFill>
                          <a:latin typeface="Roboto"/>
                          <a:ea typeface="Roboto"/>
                          <a:cs typeface="Roboto"/>
                          <a:sym typeface="Roboto"/>
                        </a:rPr>
                        <a:t>Threat Modeling</a:t>
                      </a:r>
                      <a:endParaRPr b="1" sz="1800">
                        <a:solidFill>
                          <a:srgbClr val="FFFFFF"/>
                        </a:solidFill>
                        <a:latin typeface="Roboto"/>
                        <a:ea typeface="Roboto"/>
                        <a:cs typeface="Roboto"/>
                        <a:sym typeface="Roboto"/>
                      </a:endParaRPr>
                    </a:p>
                  </a:txBody>
                  <a:tcPr marT="91425" marB="91425" marR="182875" marL="18287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dk2"/>
                    </a:solidFill>
                  </a:tcPr>
                </a:tc>
                <a:tc>
                  <a:txBody>
                    <a:bodyPr/>
                    <a:lstStyle/>
                    <a:p>
                      <a:pPr indent="0" lvl="0" marL="0" rtl="0" algn="l">
                        <a:lnSpc>
                          <a:spcPct val="115000"/>
                        </a:lnSpc>
                        <a:spcBef>
                          <a:spcPts val="400"/>
                        </a:spcBef>
                        <a:spcAft>
                          <a:spcPts val="0"/>
                        </a:spcAft>
                        <a:buNone/>
                      </a:pPr>
                      <a:r>
                        <a:rPr lang="en" sz="1800">
                          <a:solidFill>
                            <a:schemeClr val="dk2"/>
                          </a:solidFill>
                          <a:latin typeface="Roboto"/>
                          <a:ea typeface="Roboto"/>
                          <a:cs typeface="Roboto"/>
                          <a:sym typeface="Roboto"/>
                        </a:rPr>
                        <a:t>Determining which attacks an organization is most likely to experience, who is most likely to launch them, and what actions can be taken to prevent them. </a:t>
                      </a:r>
                      <a:endParaRPr sz="1800">
                        <a:solidFill>
                          <a:schemeClr val="dk2"/>
                        </a:solidFill>
                        <a:latin typeface="Roboto"/>
                        <a:ea typeface="Roboto"/>
                        <a:cs typeface="Roboto"/>
                        <a:sym typeface="Roboto"/>
                      </a:endParaRPr>
                    </a:p>
                  </a:txBody>
                  <a:tcPr marT="91425" marB="137150" marR="182875" marL="18287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lt2"/>
                    </a:solidFill>
                  </a:tcPr>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2" name="Shape 522"/>
        <p:cNvGrpSpPr/>
        <p:nvPr/>
      </p:nvGrpSpPr>
      <p:grpSpPr>
        <a:xfrm>
          <a:off x="0" y="0"/>
          <a:ext cx="0" cy="0"/>
          <a:chOff x="0" y="0"/>
          <a:chExt cx="0" cy="0"/>
        </a:xfrm>
      </p:grpSpPr>
      <p:sp>
        <p:nvSpPr>
          <p:cNvPr id="523" name="Google Shape;523;p68"/>
          <p:cNvSpPr txBox="1"/>
          <p:nvPr>
            <p:ph type="title"/>
          </p:nvPr>
        </p:nvSpPr>
        <p:spPr>
          <a:xfrm>
            <a:off x="3141250" y="1836300"/>
            <a:ext cx="5555100" cy="1470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0" lang="en">
                <a:latin typeface="Roboto"/>
                <a:ea typeface="Roboto"/>
                <a:cs typeface="Roboto"/>
                <a:sym typeface="Roboto"/>
              </a:rPr>
              <a:t>What is a business’s</a:t>
            </a:r>
            <a:r>
              <a:rPr b="0" lang="en"/>
              <a:t> </a:t>
            </a:r>
            <a:r>
              <a:rPr lang="en">
                <a:latin typeface="Roboto"/>
                <a:ea typeface="Roboto"/>
                <a:cs typeface="Roboto"/>
                <a:sym typeface="Roboto"/>
              </a:rPr>
              <a:t>primary objective</a:t>
            </a:r>
            <a:r>
              <a:rPr b="0" lang="en">
                <a:latin typeface="Roboto"/>
                <a:ea typeface="Roboto"/>
                <a:cs typeface="Roboto"/>
                <a:sym typeface="Roboto"/>
              </a:rPr>
              <a:t>?</a:t>
            </a:r>
            <a:r>
              <a:rPr b="0" lang="en"/>
              <a:t> </a:t>
            </a:r>
            <a:endParaRPr b="0"/>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7" name="Shape 527"/>
        <p:cNvGrpSpPr/>
        <p:nvPr/>
      </p:nvGrpSpPr>
      <p:grpSpPr>
        <a:xfrm>
          <a:off x="0" y="0"/>
          <a:ext cx="0" cy="0"/>
          <a:chOff x="0" y="0"/>
          <a:chExt cx="0" cy="0"/>
        </a:xfrm>
      </p:grpSpPr>
      <p:sp>
        <p:nvSpPr>
          <p:cNvPr id="528" name="Google Shape;528;p69"/>
          <p:cNvSpPr txBox="1"/>
          <p:nvPr>
            <p:ph type="title"/>
          </p:nvPr>
        </p:nvSpPr>
        <p:spPr>
          <a:xfrm>
            <a:off x="3111250" y="1589400"/>
            <a:ext cx="5151600" cy="1964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0" lang="en">
                <a:latin typeface="Roboto"/>
                <a:ea typeface="Roboto"/>
                <a:cs typeface="Roboto"/>
                <a:sym typeface="Roboto"/>
              </a:rPr>
              <a:t>A business’s primary objective is to</a:t>
            </a:r>
            <a:r>
              <a:rPr b="0" lang="en"/>
              <a:t> </a:t>
            </a:r>
            <a:r>
              <a:rPr lang="en">
                <a:latin typeface="Roboto"/>
                <a:ea typeface="Roboto"/>
                <a:cs typeface="Roboto"/>
                <a:sym typeface="Roboto"/>
              </a:rPr>
              <a:t>maximise profits</a:t>
            </a:r>
            <a:r>
              <a:rPr b="0" lang="en">
                <a:latin typeface="Roboto"/>
                <a:ea typeface="Roboto"/>
                <a:cs typeface="Roboto"/>
                <a:sym typeface="Roboto"/>
              </a:rPr>
              <a:t>.</a:t>
            </a:r>
            <a:r>
              <a:rPr b="0" lang="en"/>
              <a:t> </a:t>
            </a:r>
            <a:endParaRPr b="0"/>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2" name="Shape 532"/>
        <p:cNvGrpSpPr/>
        <p:nvPr/>
      </p:nvGrpSpPr>
      <p:grpSpPr>
        <a:xfrm>
          <a:off x="0" y="0"/>
          <a:ext cx="0" cy="0"/>
          <a:chOff x="0" y="0"/>
          <a:chExt cx="0" cy="0"/>
        </a:xfrm>
      </p:grpSpPr>
      <p:cxnSp>
        <p:nvCxnSpPr>
          <p:cNvPr id="533" name="Google Shape;533;p70"/>
          <p:cNvCxnSpPr/>
          <p:nvPr/>
        </p:nvCxnSpPr>
        <p:spPr>
          <a:xfrm>
            <a:off x="0" y="1623038"/>
            <a:ext cx="1045200" cy="0"/>
          </a:xfrm>
          <a:prstGeom prst="straightConnector1">
            <a:avLst/>
          </a:prstGeom>
          <a:noFill/>
          <a:ln cap="flat" cmpd="sng" w="19050">
            <a:solidFill>
              <a:srgbClr val="2E5E73"/>
            </a:solidFill>
            <a:prstDash val="solid"/>
            <a:round/>
            <a:headEnd len="med" w="med" type="none"/>
            <a:tailEnd len="med" w="med" type="oval"/>
          </a:ln>
        </p:spPr>
      </p:cxnSp>
      <p:sp>
        <p:nvSpPr>
          <p:cNvPr id="534" name="Google Shape;534;p70"/>
          <p:cNvSpPr/>
          <p:nvPr/>
        </p:nvSpPr>
        <p:spPr>
          <a:xfrm>
            <a:off x="953325" y="1315300"/>
            <a:ext cx="7517100" cy="5922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5" name="Google Shape;535;p70"/>
          <p:cNvSpPr/>
          <p:nvPr/>
        </p:nvSpPr>
        <p:spPr>
          <a:xfrm>
            <a:off x="870800" y="1461835"/>
            <a:ext cx="323100" cy="323100"/>
          </a:xfrm>
          <a:prstGeom prst="ellipse">
            <a:avLst/>
          </a:prstGeom>
          <a:solidFill>
            <a:srgbClr val="F2F2F2"/>
          </a:solidFill>
          <a:ln cap="flat" cmpd="sng" w="76200">
            <a:solidFill>
              <a:srgbClr val="2E5E7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082D49"/>
              </a:solidFill>
            </a:endParaRPr>
          </a:p>
        </p:txBody>
      </p:sp>
      <p:sp>
        <p:nvSpPr>
          <p:cNvPr id="536" name="Google Shape;536;p70"/>
          <p:cNvSpPr txBox="1"/>
          <p:nvPr/>
        </p:nvSpPr>
        <p:spPr>
          <a:xfrm>
            <a:off x="1354400" y="1229000"/>
            <a:ext cx="6896100" cy="57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latin typeface="Roboto"/>
                <a:ea typeface="Roboto"/>
                <a:cs typeface="Roboto"/>
                <a:sym typeface="Roboto"/>
              </a:rPr>
              <a:t>Risk analysis, risk management, and threat modeling directly contribute to business profit. </a:t>
            </a:r>
            <a:endParaRPr sz="1800">
              <a:solidFill>
                <a:schemeClr val="dk2"/>
              </a:solidFill>
              <a:latin typeface="Roboto"/>
              <a:ea typeface="Roboto"/>
              <a:cs typeface="Roboto"/>
              <a:sym typeface="Roboto"/>
            </a:endParaRPr>
          </a:p>
        </p:txBody>
      </p:sp>
      <p:cxnSp>
        <p:nvCxnSpPr>
          <p:cNvPr id="537" name="Google Shape;537;p70"/>
          <p:cNvCxnSpPr/>
          <p:nvPr/>
        </p:nvCxnSpPr>
        <p:spPr>
          <a:xfrm>
            <a:off x="0" y="2428375"/>
            <a:ext cx="1045200" cy="0"/>
          </a:xfrm>
          <a:prstGeom prst="straightConnector1">
            <a:avLst/>
          </a:prstGeom>
          <a:noFill/>
          <a:ln cap="flat" cmpd="sng" w="19050">
            <a:solidFill>
              <a:srgbClr val="2E5E73"/>
            </a:solidFill>
            <a:prstDash val="solid"/>
            <a:round/>
            <a:headEnd len="med" w="med" type="none"/>
            <a:tailEnd len="med" w="med" type="oval"/>
          </a:ln>
        </p:spPr>
      </p:cxnSp>
      <p:sp>
        <p:nvSpPr>
          <p:cNvPr id="538" name="Google Shape;538;p70"/>
          <p:cNvSpPr/>
          <p:nvPr/>
        </p:nvSpPr>
        <p:spPr>
          <a:xfrm>
            <a:off x="953325" y="2120638"/>
            <a:ext cx="7517100" cy="5922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9" name="Google Shape;539;p70"/>
          <p:cNvSpPr/>
          <p:nvPr/>
        </p:nvSpPr>
        <p:spPr>
          <a:xfrm>
            <a:off x="870800" y="2267172"/>
            <a:ext cx="323100" cy="323100"/>
          </a:xfrm>
          <a:prstGeom prst="ellipse">
            <a:avLst/>
          </a:prstGeom>
          <a:solidFill>
            <a:srgbClr val="F2F2F2"/>
          </a:solidFill>
          <a:ln cap="flat" cmpd="sng" w="76200">
            <a:solidFill>
              <a:srgbClr val="2E5E7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082D49"/>
              </a:solidFill>
            </a:endParaRPr>
          </a:p>
        </p:txBody>
      </p:sp>
      <p:sp>
        <p:nvSpPr>
          <p:cNvPr id="540" name="Google Shape;540;p70"/>
          <p:cNvSpPr txBox="1"/>
          <p:nvPr/>
        </p:nvSpPr>
        <p:spPr>
          <a:xfrm>
            <a:off x="1354400" y="2034355"/>
            <a:ext cx="6896100" cy="57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latin typeface="Roboto"/>
                <a:ea typeface="Roboto"/>
                <a:cs typeface="Roboto"/>
                <a:sym typeface="Roboto"/>
              </a:rPr>
              <a:t>Risk analysis helps a business understand how much it will need to </a:t>
            </a:r>
            <a:r>
              <a:rPr lang="en" sz="1800">
                <a:solidFill>
                  <a:schemeClr val="dk2"/>
                </a:solidFill>
                <a:latin typeface="Roboto"/>
                <a:ea typeface="Roboto"/>
                <a:cs typeface="Roboto"/>
                <a:sym typeface="Roboto"/>
              </a:rPr>
              <a:t>spend</a:t>
            </a:r>
            <a:r>
              <a:rPr lang="en" sz="1800">
                <a:solidFill>
                  <a:schemeClr val="dk2"/>
                </a:solidFill>
                <a:latin typeface="Roboto"/>
                <a:ea typeface="Roboto"/>
                <a:cs typeface="Roboto"/>
                <a:sym typeface="Roboto"/>
              </a:rPr>
              <a:t> if a given security break happens. </a:t>
            </a:r>
            <a:endParaRPr sz="1800">
              <a:solidFill>
                <a:schemeClr val="dk2"/>
              </a:solidFill>
              <a:latin typeface="Roboto"/>
              <a:ea typeface="Roboto"/>
              <a:cs typeface="Roboto"/>
              <a:sym typeface="Roboto"/>
            </a:endParaRPr>
          </a:p>
        </p:txBody>
      </p:sp>
      <p:cxnSp>
        <p:nvCxnSpPr>
          <p:cNvPr id="541" name="Google Shape;541;p70"/>
          <p:cNvCxnSpPr/>
          <p:nvPr/>
        </p:nvCxnSpPr>
        <p:spPr>
          <a:xfrm>
            <a:off x="0" y="3263450"/>
            <a:ext cx="1045200" cy="0"/>
          </a:xfrm>
          <a:prstGeom prst="straightConnector1">
            <a:avLst/>
          </a:prstGeom>
          <a:noFill/>
          <a:ln cap="flat" cmpd="sng" w="19050">
            <a:solidFill>
              <a:srgbClr val="2E5E73"/>
            </a:solidFill>
            <a:prstDash val="solid"/>
            <a:round/>
            <a:headEnd len="med" w="med" type="none"/>
            <a:tailEnd len="med" w="med" type="oval"/>
          </a:ln>
        </p:spPr>
      </p:cxnSp>
      <p:sp>
        <p:nvSpPr>
          <p:cNvPr id="542" name="Google Shape;542;p70"/>
          <p:cNvSpPr/>
          <p:nvPr/>
        </p:nvSpPr>
        <p:spPr>
          <a:xfrm>
            <a:off x="953325" y="2955713"/>
            <a:ext cx="7517100" cy="5922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3" name="Google Shape;543;p70"/>
          <p:cNvSpPr/>
          <p:nvPr/>
        </p:nvSpPr>
        <p:spPr>
          <a:xfrm>
            <a:off x="870800" y="3102247"/>
            <a:ext cx="323100" cy="323100"/>
          </a:xfrm>
          <a:prstGeom prst="ellipse">
            <a:avLst/>
          </a:prstGeom>
          <a:solidFill>
            <a:srgbClr val="F2F2F2"/>
          </a:solidFill>
          <a:ln cap="flat" cmpd="sng" w="76200">
            <a:solidFill>
              <a:srgbClr val="2E5E7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082D49"/>
              </a:solidFill>
            </a:endParaRPr>
          </a:p>
        </p:txBody>
      </p:sp>
      <p:sp>
        <p:nvSpPr>
          <p:cNvPr id="544" name="Google Shape;544;p70"/>
          <p:cNvSpPr txBox="1"/>
          <p:nvPr/>
        </p:nvSpPr>
        <p:spPr>
          <a:xfrm>
            <a:off x="1354400" y="2869430"/>
            <a:ext cx="6896100" cy="57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latin typeface="Roboto"/>
                <a:ea typeface="Roboto"/>
                <a:cs typeface="Roboto"/>
                <a:sym typeface="Roboto"/>
              </a:rPr>
              <a:t>When possible, risks are measured quantitatively in financial figures, which businesses use to prioritize threats. </a:t>
            </a:r>
            <a:endParaRPr sz="1800">
              <a:solidFill>
                <a:schemeClr val="dk2"/>
              </a:solidFill>
              <a:latin typeface="Roboto"/>
              <a:ea typeface="Roboto"/>
              <a:cs typeface="Roboto"/>
              <a:sym typeface="Roboto"/>
            </a:endParaRPr>
          </a:p>
        </p:txBody>
      </p:sp>
      <p:cxnSp>
        <p:nvCxnSpPr>
          <p:cNvPr id="545" name="Google Shape;545;p70"/>
          <p:cNvCxnSpPr/>
          <p:nvPr/>
        </p:nvCxnSpPr>
        <p:spPr>
          <a:xfrm>
            <a:off x="0" y="4128250"/>
            <a:ext cx="1045200" cy="0"/>
          </a:xfrm>
          <a:prstGeom prst="straightConnector1">
            <a:avLst/>
          </a:prstGeom>
          <a:noFill/>
          <a:ln cap="flat" cmpd="sng" w="19050">
            <a:solidFill>
              <a:srgbClr val="2E5E73"/>
            </a:solidFill>
            <a:prstDash val="solid"/>
            <a:round/>
            <a:headEnd len="med" w="med" type="none"/>
            <a:tailEnd len="med" w="med" type="oval"/>
          </a:ln>
        </p:spPr>
      </p:cxnSp>
      <p:sp>
        <p:nvSpPr>
          <p:cNvPr id="546" name="Google Shape;546;p70"/>
          <p:cNvSpPr/>
          <p:nvPr/>
        </p:nvSpPr>
        <p:spPr>
          <a:xfrm>
            <a:off x="953325" y="3820513"/>
            <a:ext cx="7517100" cy="5922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7" name="Google Shape;547;p70"/>
          <p:cNvSpPr/>
          <p:nvPr/>
        </p:nvSpPr>
        <p:spPr>
          <a:xfrm>
            <a:off x="870800" y="3967047"/>
            <a:ext cx="323100" cy="323100"/>
          </a:xfrm>
          <a:prstGeom prst="ellipse">
            <a:avLst/>
          </a:prstGeom>
          <a:solidFill>
            <a:srgbClr val="F2F2F2"/>
          </a:solidFill>
          <a:ln cap="flat" cmpd="sng" w="76200">
            <a:solidFill>
              <a:srgbClr val="2E5E7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082D49"/>
              </a:solidFill>
            </a:endParaRPr>
          </a:p>
        </p:txBody>
      </p:sp>
      <p:sp>
        <p:nvSpPr>
          <p:cNvPr id="548" name="Google Shape;548;p70"/>
          <p:cNvSpPr txBox="1"/>
          <p:nvPr/>
        </p:nvSpPr>
        <p:spPr>
          <a:xfrm>
            <a:off x="1354400" y="3734230"/>
            <a:ext cx="6896100" cy="57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latin typeface="Roboto"/>
                <a:ea typeface="Roboto"/>
                <a:cs typeface="Roboto"/>
                <a:sym typeface="Roboto"/>
              </a:rPr>
              <a:t>Threat modeling results are shared upward to the executives who make the major business decisions. </a:t>
            </a:r>
            <a:r>
              <a:rPr lang="en" sz="1800">
                <a:solidFill>
                  <a:schemeClr val="dk2"/>
                </a:solidFill>
                <a:latin typeface="Roboto"/>
                <a:ea typeface="Roboto"/>
                <a:cs typeface="Roboto"/>
                <a:sym typeface="Roboto"/>
              </a:rPr>
              <a:t> </a:t>
            </a:r>
            <a:endParaRPr sz="1800">
              <a:solidFill>
                <a:schemeClr val="dk2"/>
              </a:solidFill>
              <a:latin typeface="Roboto"/>
              <a:ea typeface="Roboto"/>
              <a:cs typeface="Roboto"/>
              <a:sym typeface="Roboto"/>
            </a:endParaRPr>
          </a:p>
        </p:txBody>
      </p:sp>
      <p:sp>
        <p:nvSpPr>
          <p:cNvPr id="549" name="Google Shape;549;p70"/>
          <p:cNvSpPr txBox="1"/>
          <p:nvPr>
            <p:ph type="title"/>
          </p:nvPr>
        </p:nvSpPr>
        <p:spPr>
          <a:xfrm>
            <a:off x="457200" y="273575"/>
            <a:ext cx="8832300" cy="572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Risk Management and Threat Modeling</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3" name="Shape 553"/>
        <p:cNvGrpSpPr/>
        <p:nvPr/>
      </p:nvGrpSpPr>
      <p:grpSpPr>
        <a:xfrm>
          <a:off x="0" y="0"/>
          <a:ext cx="0" cy="0"/>
          <a:chOff x="0" y="0"/>
          <a:chExt cx="0" cy="0"/>
        </a:xfrm>
      </p:grpSpPr>
      <p:sp>
        <p:nvSpPr>
          <p:cNvPr id="554" name="Google Shape;554;p71"/>
          <p:cNvSpPr/>
          <p:nvPr/>
        </p:nvSpPr>
        <p:spPr>
          <a:xfrm flipH="1" rot="-5400000">
            <a:off x="3005400" y="-1011100"/>
            <a:ext cx="3149100" cy="9159900"/>
          </a:xfrm>
          <a:prstGeom prst="rect">
            <a:avLst/>
          </a:prstGeom>
          <a:solidFill>
            <a:srgbClr val="F2F5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5" name="Google Shape;555;p71"/>
          <p:cNvSpPr txBox="1"/>
          <p:nvPr>
            <p:ph type="title"/>
          </p:nvPr>
        </p:nvSpPr>
        <p:spPr>
          <a:xfrm>
            <a:off x="457200" y="273575"/>
            <a:ext cx="8832300" cy="572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Risk Management and Threat Modeling</a:t>
            </a:r>
            <a:endParaRPr/>
          </a:p>
        </p:txBody>
      </p:sp>
      <p:sp>
        <p:nvSpPr>
          <p:cNvPr id="556" name="Google Shape;556;p71"/>
          <p:cNvSpPr txBox="1"/>
          <p:nvPr>
            <p:ph idx="4294967295" type="subTitle"/>
          </p:nvPr>
        </p:nvSpPr>
        <p:spPr>
          <a:xfrm>
            <a:off x="464100" y="787675"/>
            <a:ext cx="8832300" cy="364800"/>
          </a:xfrm>
          <a:prstGeom prst="rect">
            <a:avLst/>
          </a:prstGeom>
        </p:spPr>
        <p:txBody>
          <a:bodyPr anchorCtr="0" anchor="t" bIns="91425" lIns="0" spcFirstLastPara="1" rIns="91425" wrap="square" tIns="0">
            <a:noAutofit/>
          </a:bodyPr>
          <a:lstStyle/>
          <a:p>
            <a:pPr indent="0" lvl="0" marL="0" rtl="0" algn="l">
              <a:spcBef>
                <a:spcPts val="0"/>
              </a:spcBef>
              <a:spcAft>
                <a:spcPts val="0"/>
              </a:spcAft>
              <a:buSzPts val="688"/>
              <a:buNone/>
            </a:pPr>
            <a:r>
              <a:rPr lang="en" sz="1825"/>
              <a:t>These p</a:t>
            </a:r>
            <a:r>
              <a:rPr lang="en" sz="1825"/>
              <a:t>ractices directly relate to a business’</a:t>
            </a:r>
            <a:r>
              <a:rPr lang="en" sz="1825"/>
              <a:t>s</a:t>
            </a:r>
            <a:r>
              <a:rPr lang="en" sz="1825"/>
              <a:t> pursuit of profit:</a:t>
            </a:r>
            <a:endParaRPr sz="1825"/>
          </a:p>
        </p:txBody>
      </p:sp>
      <p:sp>
        <p:nvSpPr>
          <p:cNvPr id="557" name="Google Shape;557;p71"/>
          <p:cNvSpPr txBox="1"/>
          <p:nvPr>
            <p:ph idx="1" type="body"/>
          </p:nvPr>
        </p:nvSpPr>
        <p:spPr>
          <a:xfrm>
            <a:off x="6191250" y="2321850"/>
            <a:ext cx="2641200" cy="19170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b="1" lang="en" sz="1600">
                <a:solidFill>
                  <a:schemeClr val="accent3"/>
                </a:solidFill>
              </a:rPr>
              <a:t>Threat modeling</a:t>
            </a:r>
            <a:r>
              <a:rPr lang="en" sz="1600"/>
              <a:t> is a key step to risk management because a risk is essentially a price the business pays if the threat happens. </a:t>
            </a:r>
            <a:endParaRPr sz="1600"/>
          </a:p>
          <a:p>
            <a:pPr indent="0" lvl="0" marL="0" rtl="0" algn="l">
              <a:spcBef>
                <a:spcPts val="500"/>
              </a:spcBef>
              <a:spcAft>
                <a:spcPts val="500"/>
              </a:spcAft>
              <a:buNone/>
            </a:pPr>
            <a:r>
              <a:rPr b="1" lang="en" sz="1600"/>
              <a:t>Therefore, it can prioritize the most expensive risks.</a:t>
            </a:r>
            <a:endParaRPr b="1" sz="1600"/>
          </a:p>
        </p:txBody>
      </p:sp>
      <p:pic>
        <p:nvPicPr>
          <p:cNvPr id="558" name="Google Shape;558;p71"/>
          <p:cNvPicPr preferRelativeResize="0"/>
          <p:nvPr/>
        </p:nvPicPr>
        <p:blipFill>
          <a:blip r:embed="rId3">
            <a:alphaModFix/>
          </a:blip>
          <a:stretch>
            <a:fillRect/>
          </a:stretch>
        </p:blipFill>
        <p:spPr>
          <a:xfrm>
            <a:off x="3054037" y="1584785"/>
            <a:ext cx="2883525" cy="3313502"/>
          </a:xfrm>
          <a:prstGeom prst="rect">
            <a:avLst/>
          </a:prstGeom>
          <a:noFill/>
          <a:ln>
            <a:noFill/>
          </a:ln>
        </p:spPr>
      </p:pic>
      <p:cxnSp>
        <p:nvCxnSpPr>
          <p:cNvPr id="559" name="Google Shape;559;p71"/>
          <p:cNvCxnSpPr>
            <a:stCxn id="557" idx="2"/>
          </p:cNvCxnSpPr>
          <p:nvPr/>
        </p:nvCxnSpPr>
        <p:spPr>
          <a:xfrm>
            <a:off x="7511850" y="4238850"/>
            <a:ext cx="0" cy="0"/>
          </a:xfrm>
          <a:prstGeom prst="straightConnector1">
            <a:avLst/>
          </a:prstGeom>
          <a:noFill/>
          <a:ln cap="flat" cmpd="sng" w="9525">
            <a:solidFill>
              <a:schemeClr val="dk2"/>
            </a:solidFill>
            <a:prstDash val="solid"/>
            <a:round/>
            <a:headEnd len="med" w="med" type="none"/>
            <a:tailEnd len="med" w="med" type="none"/>
          </a:ln>
        </p:spPr>
      </p:cxnSp>
      <p:sp>
        <p:nvSpPr>
          <p:cNvPr id="560" name="Google Shape;560;p71"/>
          <p:cNvSpPr txBox="1"/>
          <p:nvPr>
            <p:ph idx="1" type="body"/>
          </p:nvPr>
        </p:nvSpPr>
        <p:spPr>
          <a:xfrm>
            <a:off x="371625" y="2321850"/>
            <a:ext cx="2490600" cy="19170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b="1" lang="en" sz="1600">
                <a:solidFill>
                  <a:schemeClr val="accent3"/>
                </a:solidFill>
              </a:rPr>
              <a:t>Risk analysis</a:t>
            </a:r>
            <a:r>
              <a:rPr lang="en" sz="1600"/>
              <a:t> is important because it quantifies how much a business needs to spend if a given security breaks happens.</a:t>
            </a:r>
            <a:endParaRPr sz="1600"/>
          </a:p>
          <a:p>
            <a:pPr indent="0" lvl="0" marL="0" rtl="0" algn="l">
              <a:spcBef>
                <a:spcPts val="500"/>
              </a:spcBef>
              <a:spcAft>
                <a:spcPts val="500"/>
              </a:spcAft>
              <a:buNone/>
            </a:pPr>
            <a:r>
              <a:rPr b="1" lang="en" sz="1600"/>
              <a:t>Therefore, the business can plan for setbacks before they occur. </a:t>
            </a:r>
            <a:endParaRPr b="1" sz="1600"/>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4" name="Shape 564"/>
        <p:cNvGrpSpPr/>
        <p:nvPr/>
      </p:nvGrpSpPr>
      <p:grpSpPr>
        <a:xfrm>
          <a:off x="0" y="0"/>
          <a:ext cx="0" cy="0"/>
          <a:chOff x="0" y="0"/>
          <a:chExt cx="0" cy="0"/>
        </a:xfrm>
      </p:grpSpPr>
      <p:pic>
        <p:nvPicPr>
          <p:cNvPr id="565" name="Google Shape;565;p72"/>
          <p:cNvPicPr preferRelativeResize="0"/>
          <p:nvPr/>
        </p:nvPicPr>
        <p:blipFill rotWithShape="1">
          <a:blip r:embed="rId3">
            <a:alphaModFix/>
          </a:blip>
          <a:srcRect b="31484" l="0" r="47257" t="24810"/>
          <a:stretch/>
        </p:blipFill>
        <p:spPr>
          <a:xfrm>
            <a:off x="610075" y="1400038"/>
            <a:ext cx="4740598" cy="2247899"/>
          </a:xfrm>
          <a:prstGeom prst="rect">
            <a:avLst/>
          </a:prstGeom>
          <a:noFill/>
          <a:ln>
            <a:noFill/>
          </a:ln>
        </p:spPr>
      </p:pic>
      <p:sp>
        <p:nvSpPr>
          <p:cNvPr id="566" name="Google Shape;566;p72"/>
          <p:cNvSpPr txBox="1"/>
          <p:nvPr>
            <p:ph idx="1" type="body"/>
          </p:nvPr>
        </p:nvSpPr>
        <p:spPr>
          <a:xfrm>
            <a:off x="464100" y="787350"/>
            <a:ext cx="8520600" cy="646500"/>
          </a:xfrm>
          <a:prstGeom prst="rect">
            <a:avLst/>
          </a:prstGeom>
        </p:spPr>
        <p:txBody>
          <a:bodyPr anchorCtr="0" anchor="t" bIns="91425" lIns="0" spcFirstLastPara="1" rIns="91425" wrap="square" tIns="0">
            <a:noAutofit/>
          </a:bodyPr>
          <a:lstStyle/>
          <a:p>
            <a:pPr indent="0" lvl="0" marL="0" rtl="0" algn="l">
              <a:spcBef>
                <a:spcPts val="0"/>
              </a:spcBef>
              <a:spcAft>
                <a:spcPts val="0"/>
              </a:spcAft>
              <a:buNone/>
            </a:pPr>
            <a:r>
              <a:rPr lang="en"/>
              <a:t>PASTA focuses on aligning considerations of business objectives with technical requirements.</a:t>
            </a:r>
            <a:endParaRPr/>
          </a:p>
        </p:txBody>
      </p:sp>
      <p:sp>
        <p:nvSpPr>
          <p:cNvPr id="567" name="Google Shape;567;p72"/>
          <p:cNvSpPr txBox="1"/>
          <p:nvPr/>
        </p:nvSpPr>
        <p:spPr>
          <a:xfrm>
            <a:off x="0" y="3745600"/>
            <a:ext cx="9144000" cy="646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Clr>
                <a:schemeClr val="dk1"/>
              </a:buClr>
              <a:buSzPts val="1100"/>
              <a:buFont typeface="Arial"/>
              <a:buNone/>
            </a:pPr>
            <a:r>
              <a:rPr b="1" lang="en" sz="3000">
                <a:solidFill>
                  <a:schemeClr val="dk2"/>
                </a:solidFill>
                <a:latin typeface="Roboto"/>
                <a:ea typeface="Roboto"/>
                <a:cs typeface="Roboto"/>
                <a:sym typeface="Roboto"/>
              </a:rPr>
              <a:t>P</a:t>
            </a:r>
            <a:r>
              <a:rPr lang="en" sz="3000">
                <a:solidFill>
                  <a:schemeClr val="dk2"/>
                </a:solidFill>
                <a:latin typeface="Roboto"/>
                <a:ea typeface="Roboto"/>
                <a:cs typeface="Roboto"/>
                <a:sym typeface="Roboto"/>
              </a:rPr>
              <a:t>rocess</a:t>
            </a:r>
            <a:r>
              <a:rPr lang="en" sz="2000">
                <a:solidFill>
                  <a:schemeClr val="dk2"/>
                </a:solidFill>
                <a:latin typeface="Roboto"/>
                <a:ea typeface="Roboto"/>
                <a:cs typeface="Roboto"/>
                <a:sym typeface="Roboto"/>
              </a:rPr>
              <a:t> </a:t>
            </a:r>
            <a:r>
              <a:rPr lang="en" sz="1600">
                <a:solidFill>
                  <a:schemeClr val="dk2"/>
                </a:solidFill>
                <a:latin typeface="Roboto"/>
                <a:ea typeface="Roboto"/>
                <a:cs typeface="Roboto"/>
                <a:sym typeface="Roboto"/>
              </a:rPr>
              <a:t>for</a:t>
            </a:r>
            <a:r>
              <a:rPr lang="en" sz="2000">
                <a:solidFill>
                  <a:schemeClr val="dk2"/>
                </a:solidFill>
                <a:latin typeface="Roboto"/>
                <a:ea typeface="Roboto"/>
                <a:cs typeface="Roboto"/>
                <a:sym typeface="Roboto"/>
              </a:rPr>
              <a:t> </a:t>
            </a:r>
            <a:r>
              <a:rPr b="1" lang="en" sz="3000">
                <a:solidFill>
                  <a:schemeClr val="dk2"/>
                </a:solidFill>
                <a:latin typeface="Roboto"/>
                <a:ea typeface="Roboto"/>
                <a:cs typeface="Roboto"/>
                <a:sym typeface="Roboto"/>
              </a:rPr>
              <a:t>A</a:t>
            </a:r>
            <a:r>
              <a:rPr lang="en" sz="3000">
                <a:solidFill>
                  <a:schemeClr val="dk2"/>
                </a:solidFill>
                <a:latin typeface="Roboto"/>
                <a:ea typeface="Roboto"/>
                <a:cs typeface="Roboto"/>
                <a:sym typeface="Roboto"/>
              </a:rPr>
              <a:t>ttack </a:t>
            </a:r>
            <a:r>
              <a:rPr b="1" lang="en" sz="3000">
                <a:solidFill>
                  <a:schemeClr val="dk2"/>
                </a:solidFill>
                <a:latin typeface="Roboto"/>
                <a:ea typeface="Roboto"/>
                <a:cs typeface="Roboto"/>
                <a:sym typeface="Roboto"/>
              </a:rPr>
              <a:t>S</a:t>
            </a:r>
            <a:r>
              <a:rPr lang="en" sz="3000">
                <a:solidFill>
                  <a:schemeClr val="dk2"/>
                </a:solidFill>
                <a:latin typeface="Roboto"/>
                <a:ea typeface="Roboto"/>
                <a:cs typeface="Roboto"/>
                <a:sym typeface="Roboto"/>
              </a:rPr>
              <a:t>imulation</a:t>
            </a:r>
            <a:r>
              <a:rPr lang="en" sz="2000">
                <a:solidFill>
                  <a:schemeClr val="dk2"/>
                </a:solidFill>
                <a:latin typeface="Roboto"/>
                <a:ea typeface="Roboto"/>
                <a:cs typeface="Roboto"/>
                <a:sym typeface="Roboto"/>
              </a:rPr>
              <a:t> </a:t>
            </a:r>
            <a:r>
              <a:rPr lang="en" sz="1600">
                <a:solidFill>
                  <a:schemeClr val="dk2"/>
                </a:solidFill>
                <a:latin typeface="Roboto"/>
                <a:ea typeface="Roboto"/>
                <a:cs typeface="Roboto"/>
                <a:sym typeface="Roboto"/>
              </a:rPr>
              <a:t>and</a:t>
            </a:r>
            <a:r>
              <a:rPr lang="en" sz="2000">
                <a:solidFill>
                  <a:schemeClr val="dk2"/>
                </a:solidFill>
                <a:latin typeface="Roboto"/>
                <a:ea typeface="Roboto"/>
                <a:cs typeface="Roboto"/>
                <a:sym typeface="Roboto"/>
              </a:rPr>
              <a:t> </a:t>
            </a:r>
            <a:r>
              <a:rPr b="1" lang="en" sz="3000">
                <a:solidFill>
                  <a:schemeClr val="dk2"/>
                </a:solidFill>
                <a:latin typeface="Roboto"/>
                <a:ea typeface="Roboto"/>
                <a:cs typeface="Roboto"/>
                <a:sym typeface="Roboto"/>
              </a:rPr>
              <a:t>T</a:t>
            </a:r>
            <a:r>
              <a:rPr lang="en" sz="3000">
                <a:solidFill>
                  <a:schemeClr val="dk2"/>
                </a:solidFill>
                <a:latin typeface="Roboto"/>
                <a:ea typeface="Roboto"/>
                <a:cs typeface="Roboto"/>
                <a:sym typeface="Roboto"/>
              </a:rPr>
              <a:t>hreat </a:t>
            </a:r>
            <a:r>
              <a:rPr b="1" lang="en" sz="3000">
                <a:solidFill>
                  <a:schemeClr val="dk2"/>
                </a:solidFill>
                <a:latin typeface="Roboto"/>
                <a:ea typeface="Roboto"/>
                <a:cs typeface="Roboto"/>
                <a:sym typeface="Roboto"/>
              </a:rPr>
              <a:t>A</a:t>
            </a:r>
            <a:r>
              <a:rPr lang="en" sz="3000">
                <a:solidFill>
                  <a:schemeClr val="dk2"/>
                </a:solidFill>
                <a:latin typeface="Roboto"/>
                <a:ea typeface="Roboto"/>
                <a:cs typeface="Roboto"/>
                <a:sym typeface="Roboto"/>
              </a:rPr>
              <a:t>nalysis</a:t>
            </a:r>
            <a:r>
              <a:rPr lang="en" sz="2000">
                <a:solidFill>
                  <a:schemeClr val="dk2"/>
                </a:solidFill>
                <a:latin typeface="Roboto"/>
                <a:ea typeface="Roboto"/>
                <a:cs typeface="Roboto"/>
                <a:sym typeface="Roboto"/>
              </a:rPr>
              <a:t> </a:t>
            </a:r>
            <a:endParaRPr sz="1600">
              <a:solidFill>
                <a:schemeClr val="dk2"/>
              </a:solidFill>
              <a:latin typeface="Roboto"/>
              <a:ea typeface="Roboto"/>
              <a:cs typeface="Roboto"/>
              <a:sym typeface="Roboto"/>
            </a:endParaRPr>
          </a:p>
        </p:txBody>
      </p:sp>
      <p:pic>
        <p:nvPicPr>
          <p:cNvPr id="568" name="Google Shape;568;p72"/>
          <p:cNvPicPr preferRelativeResize="0"/>
          <p:nvPr/>
        </p:nvPicPr>
        <p:blipFill rotWithShape="1">
          <a:blip r:embed="rId3">
            <a:alphaModFix/>
          </a:blip>
          <a:srcRect b="31484" l="67358" r="4925" t="24810"/>
          <a:stretch/>
        </p:blipFill>
        <p:spPr>
          <a:xfrm>
            <a:off x="5503325" y="1587489"/>
            <a:ext cx="2491126" cy="1895675"/>
          </a:xfrm>
          <a:prstGeom prst="rect">
            <a:avLst/>
          </a:prstGeom>
          <a:noFill/>
          <a:ln>
            <a:noFill/>
          </a:ln>
        </p:spPr>
      </p:pic>
      <p:sp>
        <p:nvSpPr>
          <p:cNvPr id="569" name="Google Shape;569;p72"/>
          <p:cNvSpPr txBox="1"/>
          <p:nvPr/>
        </p:nvSpPr>
        <p:spPr>
          <a:xfrm>
            <a:off x="1645100" y="2215725"/>
            <a:ext cx="573000" cy="9234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4800">
                <a:solidFill>
                  <a:schemeClr val="dk2"/>
                </a:solidFill>
                <a:latin typeface="Roboto"/>
                <a:ea typeface="Roboto"/>
                <a:cs typeface="Roboto"/>
                <a:sym typeface="Roboto"/>
              </a:rPr>
              <a:t>P</a:t>
            </a:r>
            <a:endParaRPr sz="1600">
              <a:solidFill>
                <a:schemeClr val="dk2"/>
              </a:solidFill>
              <a:latin typeface="Roboto Light"/>
              <a:ea typeface="Roboto Light"/>
              <a:cs typeface="Roboto Light"/>
              <a:sym typeface="Roboto Light"/>
            </a:endParaRPr>
          </a:p>
        </p:txBody>
      </p:sp>
      <p:sp>
        <p:nvSpPr>
          <p:cNvPr id="570" name="Google Shape;570;p72"/>
          <p:cNvSpPr txBox="1"/>
          <p:nvPr/>
        </p:nvSpPr>
        <p:spPr>
          <a:xfrm>
            <a:off x="2749250" y="2215713"/>
            <a:ext cx="1398300" cy="9234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4800">
                <a:solidFill>
                  <a:schemeClr val="dk2"/>
                </a:solidFill>
                <a:latin typeface="Roboto"/>
                <a:ea typeface="Roboto"/>
                <a:cs typeface="Roboto"/>
                <a:sym typeface="Roboto"/>
              </a:rPr>
              <a:t>A</a:t>
            </a:r>
            <a:endParaRPr sz="1600">
              <a:solidFill>
                <a:schemeClr val="dk2"/>
              </a:solidFill>
              <a:latin typeface="Roboto Light"/>
              <a:ea typeface="Roboto Light"/>
              <a:cs typeface="Roboto Light"/>
              <a:sym typeface="Roboto Light"/>
            </a:endParaRPr>
          </a:p>
        </p:txBody>
      </p:sp>
      <p:sp>
        <p:nvSpPr>
          <p:cNvPr id="571" name="Google Shape;571;p72"/>
          <p:cNvSpPr txBox="1"/>
          <p:nvPr/>
        </p:nvSpPr>
        <p:spPr>
          <a:xfrm>
            <a:off x="4054200" y="2215713"/>
            <a:ext cx="1398300" cy="9234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4800">
                <a:solidFill>
                  <a:schemeClr val="dk2"/>
                </a:solidFill>
                <a:latin typeface="Roboto"/>
                <a:ea typeface="Roboto"/>
                <a:cs typeface="Roboto"/>
                <a:sym typeface="Roboto"/>
              </a:rPr>
              <a:t>S</a:t>
            </a:r>
            <a:endParaRPr sz="1600">
              <a:solidFill>
                <a:schemeClr val="dk2"/>
              </a:solidFill>
              <a:latin typeface="Roboto Light"/>
              <a:ea typeface="Roboto Light"/>
              <a:cs typeface="Roboto Light"/>
              <a:sym typeface="Roboto Light"/>
            </a:endParaRPr>
          </a:p>
        </p:txBody>
      </p:sp>
      <p:sp>
        <p:nvSpPr>
          <p:cNvPr id="572" name="Google Shape;572;p72"/>
          <p:cNvSpPr txBox="1"/>
          <p:nvPr/>
        </p:nvSpPr>
        <p:spPr>
          <a:xfrm>
            <a:off x="5350675" y="2215713"/>
            <a:ext cx="1398300" cy="9234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4800">
                <a:solidFill>
                  <a:schemeClr val="dk2"/>
                </a:solidFill>
                <a:latin typeface="Roboto"/>
                <a:ea typeface="Roboto"/>
                <a:cs typeface="Roboto"/>
                <a:sym typeface="Roboto"/>
              </a:rPr>
              <a:t>T</a:t>
            </a:r>
            <a:endParaRPr sz="1600">
              <a:solidFill>
                <a:schemeClr val="dk2"/>
              </a:solidFill>
              <a:latin typeface="Roboto Light"/>
              <a:ea typeface="Roboto Light"/>
              <a:cs typeface="Roboto Light"/>
              <a:sym typeface="Roboto Light"/>
            </a:endParaRPr>
          </a:p>
        </p:txBody>
      </p:sp>
      <p:sp>
        <p:nvSpPr>
          <p:cNvPr id="573" name="Google Shape;573;p72"/>
          <p:cNvSpPr txBox="1"/>
          <p:nvPr/>
        </p:nvSpPr>
        <p:spPr>
          <a:xfrm>
            <a:off x="6748975" y="2215713"/>
            <a:ext cx="1398300" cy="9234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4800">
                <a:solidFill>
                  <a:schemeClr val="dk2"/>
                </a:solidFill>
                <a:latin typeface="Roboto"/>
                <a:ea typeface="Roboto"/>
                <a:cs typeface="Roboto"/>
                <a:sym typeface="Roboto"/>
              </a:rPr>
              <a:t>A</a:t>
            </a:r>
            <a:endParaRPr sz="1600">
              <a:solidFill>
                <a:schemeClr val="dk2"/>
              </a:solidFill>
              <a:latin typeface="Roboto Light"/>
              <a:ea typeface="Roboto Light"/>
              <a:cs typeface="Roboto Light"/>
              <a:sym typeface="Roboto Light"/>
            </a:endParaRPr>
          </a:p>
        </p:txBody>
      </p:sp>
      <p:sp>
        <p:nvSpPr>
          <p:cNvPr id="574" name="Google Shape;574;p72"/>
          <p:cNvSpPr txBox="1"/>
          <p:nvPr>
            <p:ph type="title"/>
          </p:nvPr>
        </p:nvSpPr>
        <p:spPr>
          <a:xfrm>
            <a:off x="457200" y="272866"/>
            <a:ext cx="8832300" cy="572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Threat Modeling Methodology: PASTA</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8" name="Shape 578"/>
        <p:cNvGrpSpPr/>
        <p:nvPr/>
      </p:nvGrpSpPr>
      <p:grpSpPr>
        <a:xfrm>
          <a:off x="0" y="0"/>
          <a:ext cx="0" cy="0"/>
          <a:chOff x="0" y="0"/>
          <a:chExt cx="0" cy="0"/>
        </a:xfrm>
      </p:grpSpPr>
      <p:pic>
        <p:nvPicPr>
          <p:cNvPr id="579" name="Google Shape;579;p73"/>
          <p:cNvPicPr preferRelativeResize="0"/>
          <p:nvPr/>
        </p:nvPicPr>
        <p:blipFill rotWithShape="1">
          <a:blip r:embed="rId3">
            <a:alphaModFix/>
          </a:blip>
          <a:srcRect b="0" l="14559" r="5574" t="35035"/>
          <a:stretch/>
        </p:blipFill>
        <p:spPr>
          <a:xfrm>
            <a:off x="5005450" y="0"/>
            <a:ext cx="4214751" cy="5143501"/>
          </a:xfrm>
          <a:prstGeom prst="rect">
            <a:avLst/>
          </a:prstGeom>
          <a:noFill/>
          <a:ln>
            <a:noFill/>
          </a:ln>
        </p:spPr>
      </p:pic>
      <p:sp>
        <p:nvSpPr>
          <p:cNvPr id="580" name="Google Shape;580;p73"/>
          <p:cNvSpPr txBox="1"/>
          <p:nvPr>
            <p:ph type="title"/>
          </p:nvPr>
        </p:nvSpPr>
        <p:spPr>
          <a:xfrm>
            <a:off x="457200" y="204277"/>
            <a:ext cx="8832300" cy="572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Threat Modeling Methodology: STRIDE</a:t>
            </a:r>
            <a:endParaRPr/>
          </a:p>
        </p:txBody>
      </p:sp>
      <p:sp>
        <p:nvSpPr>
          <p:cNvPr id="581" name="Google Shape;581;p73"/>
          <p:cNvSpPr txBox="1"/>
          <p:nvPr>
            <p:ph idx="1" type="body"/>
          </p:nvPr>
        </p:nvSpPr>
        <p:spPr>
          <a:xfrm>
            <a:off x="464100" y="714925"/>
            <a:ext cx="4148700" cy="680100"/>
          </a:xfrm>
          <a:prstGeom prst="rect">
            <a:avLst/>
          </a:prstGeom>
        </p:spPr>
        <p:txBody>
          <a:bodyPr anchorCtr="0" anchor="t" bIns="91425" lIns="0" spcFirstLastPara="1" rIns="91425" wrap="square" tIns="0">
            <a:noAutofit/>
          </a:bodyPr>
          <a:lstStyle/>
          <a:p>
            <a:pPr indent="0" lvl="0" marL="0" rtl="0" algn="l">
              <a:spcBef>
                <a:spcPts val="0"/>
              </a:spcBef>
              <a:spcAft>
                <a:spcPts val="0"/>
              </a:spcAft>
              <a:buNone/>
            </a:pPr>
            <a:r>
              <a:rPr lang="en"/>
              <a:t>STRIDE focuses on identifying what </a:t>
            </a:r>
            <a:br>
              <a:rPr lang="en"/>
            </a:br>
            <a:r>
              <a:rPr lang="en"/>
              <a:t>can fail in the system being modeled.</a:t>
            </a:r>
            <a:endParaRPr/>
          </a:p>
        </p:txBody>
      </p:sp>
      <p:sp>
        <p:nvSpPr>
          <p:cNvPr id="582" name="Google Shape;582;p73"/>
          <p:cNvSpPr txBox="1"/>
          <p:nvPr/>
        </p:nvSpPr>
        <p:spPr>
          <a:xfrm>
            <a:off x="686482" y="1445668"/>
            <a:ext cx="686400" cy="35094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b="1" lang="en" sz="3600">
                <a:solidFill>
                  <a:schemeClr val="dk2"/>
                </a:solidFill>
                <a:latin typeface="Roboto"/>
                <a:ea typeface="Roboto"/>
                <a:cs typeface="Roboto"/>
                <a:sym typeface="Roboto"/>
              </a:rPr>
              <a:t>S</a:t>
            </a:r>
            <a:endParaRPr b="1" sz="3600">
              <a:solidFill>
                <a:schemeClr val="dk2"/>
              </a:solidFill>
              <a:latin typeface="Roboto"/>
              <a:ea typeface="Roboto"/>
              <a:cs typeface="Roboto"/>
              <a:sym typeface="Roboto"/>
            </a:endParaRPr>
          </a:p>
          <a:p>
            <a:pPr indent="0" lvl="0" marL="0" rtl="0" algn="just">
              <a:spcBef>
                <a:spcPts val="0"/>
              </a:spcBef>
              <a:spcAft>
                <a:spcPts val="0"/>
              </a:spcAft>
              <a:buNone/>
            </a:pPr>
            <a:r>
              <a:rPr b="1" lang="en" sz="3600">
                <a:solidFill>
                  <a:schemeClr val="dk2"/>
                </a:solidFill>
                <a:latin typeface="Roboto"/>
                <a:ea typeface="Roboto"/>
                <a:cs typeface="Roboto"/>
                <a:sym typeface="Roboto"/>
              </a:rPr>
              <a:t>T</a:t>
            </a:r>
            <a:endParaRPr b="1" sz="3600">
              <a:solidFill>
                <a:schemeClr val="dk2"/>
              </a:solidFill>
              <a:latin typeface="Roboto"/>
              <a:ea typeface="Roboto"/>
              <a:cs typeface="Roboto"/>
              <a:sym typeface="Roboto"/>
            </a:endParaRPr>
          </a:p>
          <a:p>
            <a:pPr indent="0" lvl="0" marL="0" rtl="0" algn="just">
              <a:spcBef>
                <a:spcPts val="0"/>
              </a:spcBef>
              <a:spcAft>
                <a:spcPts val="0"/>
              </a:spcAft>
              <a:buNone/>
            </a:pPr>
            <a:r>
              <a:rPr b="1" lang="en" sz="3600">
                <a:solidFill>
                  <a:schemeClr val="dk2"/>
                </a:solidFill>
                <a:latin typeface="Roboto"/>
                <a:ea typeface="Roboto"/>
                <a:cs typeface="Roboto"/>
                <a:sym typeface="Roboto"/>
              </a:rPr>
              <a:t>R</a:t>
            </a:r>
            <a:endParaRPr b="1" sz="3600">
              <a:solidFill>
                <a:schemeClr val="dk2"/>
              </a:solidFill>
              <a:latin typeface="Roboto"/>
              <a:ea typeface="Roboto"/>
              <a:cs typeface="Roboto"/>
              <a:sym typeface="Roboto"/>
            </a:endParaRPr>
          </a:p>
          <a:p>
            <a:pPr indent="0" lvl="0" marL="0" rtl="0" algn="just">
              <a:spcBef>
                <a:spcPts val="0"/>
              </a:spcBef>
              <a:spcAft>
                <a:spcPts val="0"/>
              </a:spcAft>
              <a:buNone/>
            </a:pPr>
            <a:r>
              <a:rPr b="1" lang="en" sz="3600">
                <a:solidFill>
                  <a:schemeClr val="dk2"/>
                </a:solidFill>
                <a:latin typeface="Roboto"/>
                <a:ea typeface="Roboto"/>
                <a:cs typeface="Roboto"/>
                <a:sym typeface="Roboto"/>
              </a:rPr>
              <a:t>I</a:t>
            </a:r>
            <a:endParaRPr b="1" sz="3600">
              <a:solidFill>
                <a:schemeClr val="dk2"/>
              </a:solidFill>
              <a:latin typeface="Roboto"/>
              <a:ea typeface="Roboto"/>
              <a:cs typeface="Roboto"/>
              <a:sym typeface="Roboto"/>
            </a:endParaRPr>
          </a:p>
          <a:p>
            <a:pPr indent="0" lvl="0" marL="0" rtl="0" algn="just">
              <a:spcBef>
                <a:spcPts val="0"/>
              </a:spcBef>
              <a:spcAft>
                <a:spcPts val="0"/>
              </a:spcAft>
              <a:buNone/>
            </a:pPr>
            <a:r>
              <a:rPr b="1" lang="en" sz="3600">
                <a:solidFill>
                  <a:schemeClr val="dk2"/>
                </a:solidFill>
                <a:latin typeface="Roboto"/>
                <a:ea typeface="Roboto"/>
                <a:cs typeface="Roboto"/>
                <a:sym typeface="Roboto"/>
              </a:rPr>
              <a:t>D</a:t>
            </a:r>
            <a:endParaRPr b="1" sz="3600">
              <a:solidFill>
                <a:schemeClr val="dk2"/>
              </a:solidFill>
              <a:latin typeface="Roboto"/>
              <a:ea typeface="Roboto"/>
              <a:cs typeface="Roboto"/>
              <a:sym typeface="Roboto"/>
            </a:endParaRPr>
          </a:p>
          <a:p>
            <a:pPr indent="0" lvl="0" marL="0" rtl="0" algn="just">
              <a:spcBef>
                <a:spcPts val="0"/>
              </a:spcBef>
              <a:spcAft>
                <a:spcPts val="0"/>
              </a:spcAft>
              <a:buNone/>
            </a:pPr>
            <a:r>
              <a:rPr b="1" lang="en" sz="3600">
                <a:solidFill>
                  <a:schemeClr val="dk2"/>
                </a:solidFill>
                <a:latin typeface="Roboto"/>
                <a:ea typeface="Roboto"/>
                <a:cs typeface="Roboto"/>
                <a:sym typeface="Roboto"/>
              </a:rPr>
              <a:t>E</a:t>
            </a:r>
            <a:endParaRPr b="1" sz="3600">
              <a:solidFill>
                <a:schemeClr val="dk2"/>
              </a:solidFill>
              <a:latin typeface="Roboto"/>
              <a:ea typeface="Roboto"/>
              <a:cs typeface="Roboto"/>
              <a:sym typeface="Roboto"/>
            </a:endParaRPr>
          </a:p>
        </p:txBody>
      </p:sp>
      <p:sp>
        <p:nvSpPr>
          <p:cNvPr id="583" name="Google Shape;583;p73"/>
          <p:cNvSpPr txBox="1"/>
          <p:nvPr/>
        </p:nvSpPr>
        <p:spPr>
          <a:xfrm>
            <a:off x="1102507" y="1660743"/>
            <a:ext cx="3067500" cy="369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chemeClr val="dk1"/>
              </a:buClr>
              <a:buSzPts val="1100"/>
              <a:buFont typeface="Arial"/>
              <a:buNone/>
            </a:pPr>
            <a:r>
              <a:rPr lang="en" sz="2400">
                <a:solidFill>
                  <a:schemeClr val="dk2"/>
                </a:solidFill>
                <a:latin typeface="Roboto"/>
                <a:ea typeface="Roboto"/>
                <a:cs typeface="Roboto"/>
                <a:sym typeface="Roboto"/>
              </a:rPr>
              <a:t>poofing </a:t>
            </a:r>
            <a:endParaRPr>
              <a:solidFill>
                <a:schemeClr val="dk2"/>
              </a:solidFill>
              <a:latin typeface="Roboto"/>
              <a:ea typeface="Roboto"/>
              <a:cs typeface="Roboto"/>
              <a:sym typeface="Roboto"/>
            </a:endParaRPr>
          </a:p>
        </p:txBody>
      </p:sp>
      <p:sp>
        <p:nvSpPr>
          <p:cNvPr id="584" name="Google Shape;584;p73"/>
          <p:cNvSpPr txBox="1"/>
          <p:nvPr/>
        </p:nvSpPr>
        <p:spPr>
          <a:xfrm>
            <a:off x="1011857" y="2209848"/>
            <a:ext cx="3067500" cy="369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2400">
                <a:solidFill>
                  <a:schemeClr val="dk2"/>
                </a:solidFill>
                <a:latin typeface="Roboto"/>
                <a:ea typeface="Roboto"/>
                <a:cs typeface="Roboto"/>
                <a:sym typeface="Roboto"/>
              </a:rPr>
              <a:t>ampering</a:t>
            </a:r>
            <a:endParaRPr>
              <a:solidFill>
                <a:schemeClr val="dk2"/>
              </a:solidFill>
              <a:latin typeface="Roboto"/>
              <a:ea typeface="Roboto"/>
              <a:cs typeface="Roboto"/>
              <a:sym typeface="Roboto"/>
            </a:endParaRPr>
          </a:p>
        </p:txBody>
      </p:sp>
      <p:sp>
        <p:nvSpPr>
          <p:cNvPr id="585" name="Google Shape;585;p73"/>
          <p:cNvSpPr txBox="1"/>
          <p:nvPr/>
        </p:nvSpPr>
        <p:spPr>
          <a:xfrm>
            <a:off x="1102507" y="2758965"/>
            <a:ext cx="3067500" cy="369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2400">
                <a:solidFill>
                  <a:schemeClr val="dk2"/>
                </a:solidFill>
                <a:latin typeface="Roboto"/>
                <a:ea typeface="Roboto"/>
                <a:cs typeface="Roboto"/>
                <a:sym typeface="Roboto"/>
              </a:rPr>
              <a:t>epudiation</a:t>
            </a:r>
            <a:endParaRPr>
              <a:solidFill>
                <a:schemeClr val="dk2"/>
              </a:solidFill>
              <a:latin typeface="Roboto"/>
              <a:ea typeface="Roboto"/>
              <a:cs typeface="Roboto"/>
              <a:sym typeface="Roboto"/>
            </a:endParaRPr>
          </a:p>
        </p:txBody>
      </p:sp>
      <p:sp>
        <p:nvSpPr>
          <p:cNvPr id="586" name="Google Shape;586;p73"/>
          <p:cNvSpPr txBox="1"/>
          <p:nvPr/>
        </p:nvSpPr>
        <p:spPr>
          <a:xfrm>
            <a:off x="931057" y="3308045"/>
            <a:ext cx="3067500" cy="369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2400">
                <a:solidFill>
                  <a:schemeClr val="dk2"/>
                </a:solidFill>
                <a:latin typeface="Roboto"/>
                <a:ea typeface="Roboto"/>
                <a:cs typeface="Roboto"/>
                <a:sym typeface="Roboto"/>
              </a:rPr>
              <a:t>nformation disclosure </a:t>
            </a:r>
            <a:endParaRPr>
              <a:solidFill>
                <a:schemeClr val="dk2"/>
              </a:solidFill>
              <a:latin typeface="Roboto"/>
              <a:ea typeface="Roboto"/>
              <a:cs typeface="Roboto"/>
              <a:sym typeface="Roboto"/>
            </a:endParaRPr>
          </a:p>
        </p:txBody>
      </p:sp>
      <p:sp>
        <p:nvSpPr>
          <p:cNvPr id="587" name="Google Shape;587;p73"/>
          <p:cNvSpPr txBox="1"/>
          <p:nvPr/>
        </p:nvSpPr>
        <p:spPr>
          <a:xfrm>
            <a:off x="1102507" y="3857150"/>
            <a:ext cx="3067500" cy="369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2400">
                <a:solidFill>
                  <a:schemeClr val="dk2"/>
                </a:solidFill>
                <a:latin typeface="Roboto"/>
                <a:ea typeface="Roboto"/>
                <a:cs typeface="Roboto"/>
                <a:sym typeface="Roboto"/>
              </a:rPr>
              <a:t>oS (Denial of Service)</a:t>
            </a:r>
            <a:endParaRPr>
              <a:solidFill>
                <a:schemeClr val="dk2"/>
              </a:solidFill>
              <a:latin typeface="Roboto"/>
              <a:ea typeface="Roboto"/>
              <a:cs typeface="Roboto"/>
              <a:sym typeface="Roboto"/>
            </a:endParaRPr>
          </a:p>
        </p:txBody>
      </p:sp>
      <p:sp>
        <p:nvSpPr>
          <p:cNvPr id="588" name="Google Shape;588;p73"/>
          <p:cNvSpPr txBox="1"/>
          <p:nvPr/>
        </p:nvSpPr>
        <p:spPr>
          <a:xfrm>
            <a:off x="1102507" y="4406293"/>
            <a:ext cx="3067500" cy="369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2400">
                <a:solidFill>
                  <a:schemeClr val="dk2"/>
                </a:solidFill>
                <a:latin typeface="Roboto"/>
                <a:ea typeface="Roboto"/>
                <a:cs typeface="Roboto"/>
                <a:sym typeface="Roboto"/>
              </a:rPr>
              <a:t>levation of privilege</a:t>
            </a:r>
            <a:endParaRPr sz="2400">
              <a:solidFill>
                <a:schemeClr val="dk2"/>
              </a:solidFill>
              <a:latin typeface="Roboto"/>
              <a:ea typeface="Roboto"/>
              <a:cs typeface="Roboto"/>
              <a:sym typeface="Roboto"/>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2" name="Shape 592"/>
        <p:cNvGrpSpPr/>
        <p:nvPr/>
      </p:nvGrpSpPr>
      <p:grpSpPr>
        <a:xfrm>
          <a:off x="0" y="0"/>
          <a:ext cx="0" cy="0"/>
          <a:chOff x="0" y="0"/>
          <a:chExt cx="0" cy="0"/>
        </a:xfrm>
      </p:grpSpPr>
      <p:sp>
        <p:nvSpPr>
          <p:cNvPr id="593" name="Google Shape;593;p74"/>
          <p:cNvSpPr/>
          <p:nvPr/>
        </p:nvSpPr>
        <p:spPr>
          <a:xfrm>
            <a:off x="2120675" y="2002025"/>
            <a:ext cx="2214000" cy="2214000"/>
          </a:xfrm>
          <a:prstGeom prst="ellipse">
            <a:avLst/>
          </a:prstGeom>
          <a:solidFill>
            <a:srgbClr val="FFBA4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4" name="Google Shape;594;p74"/>
          <p:cNvSpPr txBox="1"/>
          <p:nvPr>
            <p:ph type="title"/>
          </p:nvPr>
        </p:nvSpPr>
        <p:spPr>
          <a:xfrm>
            <a:off x="457200" y="220250"/>
            <a:ext cx="8832300" cy="572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Threat Modeling Methodology: OWASP</a:t>
            </a:r>
            <a:endParaRPr/>
          </a:p>
        </p:txBody>
      </p:sp>
      <p:sp>
        <p:nvSpPr>
          <p:cNvPr id="595" name="Google Shape;595;p74"/>
          <p:cNvSpPr txBox="1"/>
          <p:nvPr>
            <p:ph idx="1" type="body"/>
          </p:nvPr>
        </p:nvSpPr>
        <p:spPr>
          <a:xfrm>
            <a:off x="464100" y="742702"/>
            <a:ext cx="8520600" cy="676500"/>
          </a:xfrm>
          <a:prstGeom prst="rect">
            <a:avLst/>
          </a:prstGeom>
        </p:spPr>
        <p:txBody>
          <a:bodyPr anchorCtr="0" anchor="t" bIns="91425" lIns="0" spcFirstLastPara="1" rIns="91425" wrap="square" tIns="0">
            <a:noAutofit/>
          </a:bodyPr>
          <a:lstStyle/>
          <a:p>
            <a:pPr indent="0" lvl="0" marL="0" rtl="0" algn="l">
              <a:spcBef>
                <a:spcPts val="0"/>
              </a:spcBef>
              <a:spcAft>
                <a:spcPts val="0"/>
              </a:spcAft>
              <a:buNone/>
            </a:pPr>
            <a:r>
              <a:rPr lang="en"/>
              <a:t>OWASP focuses on identifying possible threats, prioritizing risks, and planning mitigation strategies. It is mainly used with web and desktop applications.</a:t>
            </a:r>
            <a:endParaRPr/>
          </a:p>
        </p:txBody>
      </p:sp>
      <p:pic>
        <p:nvPicPr>
          <p:cNvPr id="596" name="Google Shape;596;p74"/>
          <p:cNvPicPr preferRelativeResize="0"/>
          <p:nvPr/>
        </p:nvPicPr>
        <p:blipFill rotWithShape="1">
          <a:blip r:embed="rId3">
            <a:alphaModFix/>
          </a:blip>
          <a:srcRect b="0" l="0" r="66104" t="0"/>
          <a:stretch/>
        </p:blipFill>
        <p:spPr>
          <a:xfrm>
            <a:off x="1495138" y="1540063"/>
            <a:ext cx="3099500" cy="3182100"/>
          </a:xfrm>
          <a:prstGeom prst="rect">
            <a:avLst/>
          </a:prstGeom>
          <a:noFill/>
          <a:ln>
            <a:noFill/>
          </a:ln>
        </p:spPr>
      </p:pic>
      <p:sp>
        <p:nvSpPr>
          <p:cNvPr id="597" name="Google Shape;597;p74"/>
          <p:cNvSpPr txBox="1"/>
          <p:nvPr/>
        </p:nvSpPr>
        <p:spPr>
          <a:xfrm>
            <a:off x="4780188" y="1598025"/>
            <a:ext cx="686400" cy="29553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b="1" lang="en" sz="3600">
                <a:solidFill>
                  <a:schemeClr val="dk2"/>
                </a:solidFill>
                <a:latin typeface="Roboto"/>
                <a:ea typeface="Roboto"/>
                <a:cs typeface="Roboto"/>
                <a:sym typeface="Roboto"/>
              </a:rPr>
              <a:t>OWASP</a:t>
            </a:r>
            <a:endParaRPr b="1" sz="3600">
              <a:solidFill>
                <a:schemeClr val="dk2"/>
              </a:solidFill>
              <a:latin typeface="Roboto"/>
              <a:ea typeface="Roboto"/>
              <a:cs typeface="Roboto"/>
              <a:sym typeface="Roboto"/>
            </a:endParaRPr>
          </a:p>
        </p:txBody>
      </p:sp>
      <p:sp>
        <p:nvSpPr>
          <p:cNvPr id="598" name="Google Shape;598;p74"/>
          <p:cNvSpPr txBox="1"/>
          <p:nvPr/>
        </p:nvSpPr>
        <p:spPr>
          <a:xfrm>
            <a:off x="5194882" y="1813075"/>
            <a:ext cx="1361700" cy="369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2400">
                <a:solidFill>
                  <a:schemeClr val="dk2"/>
                </a:solidFill>
                <a:latin typeface="Roboto"/>
                <a:ea typeface="Roboto"/>
                <a:cs typeface="Roboto"/>
                <a:sym typeface="Roboto"/>
              </a:rPr>
              <a:t>pen</a:t>
            </a:r>
            <a:endParaRPr>
              <a:solidFill>
                <a:schemeClr val="dk2"/>
              </a:solidFill>
              <a:latin typeface="Roboto"/>
              <a:ea typeface="Roboto"/>
              <a:cs typeface="Roboto"/>
              <a:sym typeface="Roboto"/>
            </a:endParaRPr>
          </a:p>
        </p:txBody>
      </p:sp>
      <p:sp>
        <p:nvSpPr>
          <p:cNvPr id="599" name="Google Shape;599;p74"/>
          <p:cNvSpPr txBox="1"/>
          <p:nvPr/>
        </p:nvSpPr>
        <p:spPr>
          <a:xfrm>
            <a:off x="5252032" y="2362194"/>
            <a:ext cx="1361700" cy="369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2400">
                <a:solidFill>
                  <a:schemeClr val="dk2"/>
                </a:solidFill>
                <a:latin typeface="Roboto"/>
                <a:ea typeface="Roboto"/>
                <a:cs typeface="Roboto"/>
                <a:sym typeface="Roboto"/>
              </a:rPr>
              <a:t>eb</a:t>
            </a:r>
            <a:endParaRPr>
              <a:solidFill>
                <a:schemeClr val="dk2"/>
              </a:solidFill>
              <a:latin typeface="Roboto"/>
              <a:ea typeface="Roboto"/>
              <a:cs typeface="Roboto"/>
              <a:sym typeface="Roboto"/>
            </a:endParaRPr>
          </a:p>
        </p:txBody>
      </p:sp>
      <p:sp>
        <p:nvSpPr>
          <p:cNvPr id="600" name="Google Shape;600;p74"/>
          <p:cNvSpPr txBox="1"/>
          <p:nvPr/>
        </p:nvSpPr>
        <p:spPr>
          <a:xfrm>
            <a:off x="5194882" y="2911312"/>
            <a:ext cx="1361700" cy="369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2400">
                <a:solidFill>
                  <a:schemeClr val="dk2"/>
                </a:solidFill>
                <a:latin typeface="Roboto"/>
                <a:ea typeface="Roboto"/>
                <a:cs typeface="Roboto"/>
                <a:sym typeface="Roboto"/>
              </a:rPr>
              <a:t>pplication</a:t>
            </a:r>
            <a:endParaRPr>
              <a:solidFill>
                <a:schemeClr val="dk2"/>
              </a:solidFill>
              <a:latin typeface="Roboto"/>
              <a:ea typeface="Roboto"/>
              <a:cs typeface="Roboto"/>
              <a:sym typeface="Roboto"/>
            </a:endParaRPr>
          </a:p>
        </p:txBody>
      </p:sp>
      <p:sp>
        <p:nvSpPr>
          <p:cNvPr id="601" name="Google Shape;601;p74"/>
          <p:cNvSpPr txBox="1"/>
          <p:nvPr/>
        </p:nvSpPr>
        <p:spPr>
          <a:xfrm>
            <a:off x="5149157" y="3460419"/>
            <a:ext cx="1361700" cy="369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2400">
                <a:solidFill>
                  <a:schemeClr val="dk2"/>
                </a:solidFill>
                <a:latin typeface="Roboto"/>
                <a:ea typeface="Roboto"/>
                <a:cs typeface="Roboto"/>
                <a:sym typeface="Roboto"/>
              </a:rPr>
              <a:t>ecurity</a:t>
            </a:r>
            <a:endParaRPr>
              <a:solidFill>
                <a:schemeClr val="dk2"/>
              </a:solidFill>
              <a:latin typeface="Roboto"/>
              <a:ea typeface="Roboto"/>
              <a:cs typeface="Roboto"/>
              <a:sym typeface="Roboto"/>
            </a:endParaRPr>
          </a:p>
        </p:txBody>
      </p:sp>
      <p:sp>
        <p:nvSpPr>
          <p:cNvPr id="602" name="Google Shape;602;p74"/>
          <p:cNvSpPr txBox="1"/>
          <p:nvPr/>
        </p:nvSpPr>
        <p:spPr>
          <a:xfrm>
            <a:off x="5149157" y="4009550"/>
            <a:ext cx="1361700" cy="369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2400">
                <a:solidFill>
                  <a:schemeClr val="dk2"/>
                </a:solidFill>
                <a:latin typeface="Roboto"/>
                <a:ea typeface="Roboto"/>
                <a:cs typeface="Roboto"/>
                <a:sym typeface="Roboto"/>
              </a:rPr>
              <a:t>roject</a:t>
            </a:r>
            <a:endParaRPr>
              <a:solidFill>
                <a:schemeClr val="dk2"/>
              </a:solidFill>
              <a:latin typeface="Roboto"/>
              <a:ea typeface="Roboto"/>
              <a:cs typeface="Roboto"/>
              <a:sym typeface="Roboto"/>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6" name="Shape 606"/>
        <p:cNvGrpSpPr/>
        <p:nvPr/>
      </p:nvGrpSpPr>
      <p:grpSpPr>
        <a:xfrm>
          <a:off x="0" y="0"/>
          <a:ext cx="0" cy="0"/>
          <a:chOff x="0" y="0"/>
          <a:chExt cx="0" cy="0"/>
        </a:xfrm>
      </p:grpSpPr>
      <p:sp>
        <p:nvSpPr>
          <p:cNvPr id="607" name="Google Shape;607;p75"/>
          <p:cNvSpPr txBox="1"/>
          <p:nvPr>
            <p:ph type="title"/>
          </p:nvPr>
        </p:nvSpPr>
        <p:spPr>
          <a:xfrm>
            <a:off x="457200" y="117375"/>
            <a:ext cx="8819700" cy="572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OWASP</a:t>
            </a:r>
            <a:endParaRPr/>
          </a:p>
        </p:txBody>
      </p:sp>
      <p:sp>
        <p:nvSpPr>
          <p:cNvPr id="608" name="Google Shape;608;p75"/>
          <p:cNvSpPr txBox="1"/>
          <p:nvPr>
            <p:ph idx="1" type="body"/>
          </p:nvPr>
        </p:nvSpPr>
        <p:spPr>
          <a:xfrm>
            <a:off x="464100" y="587200"/>
            <a:ext cx="8520600" cy="572700"/>
          </a:xfrm>
          <a:prstGeom prst="rect">
            <a:avLst/>
          </a:prstGeom>
        </p:spPr>
        <p:txBody>
          <a:bodyPr anchorCtr="0" anchor="t" bIns="91425" lIns="0" spcFirstLastPara="1" rIns="91425" wrap="square" tIns="0">
            <a:noAutofit/>
          </a:bodyPr>
          <a:lstStyle/>
          <a:p>
            <a:pPr indent="0" lvl="0" marL="0" rtl="0" algn="l">
              <a:spcBef>
                <a:spcPts val="0"/>
              </a:spcBef>
              <a:spcAft>
                <a:spcPts val="0"/>
              </a:spcAft>
              <a:buNone/>
            </a:pPr>
            <a:r>
              <a:rPr lang="en"/>
              <a:t>The OWASP threat modeling process consists of six steps:</a:t>
            </a:r>
            <a:endParaRPr/>
          </a:p>
        </p:txBody>
      </p:sp>
      <p:grpSp>
        <p:nvGrpSpPr>
          <p:cNvPr id="609" name="Google Shape;609;p75"/>
          <p:cNvGrpSpPr/>
          <p:nvPr/>
        </p:nvGrpSpPr>
        <p:grpSpPr>
          <a:xfrm>
            <a:off x="440125" y="1136875"/>
            <a:ext cx="776900" cy="486300"/>
            <a:chOff x="457200" y="1466425"/>
            <a:chExt cx="776900" cy="486300"/>
          </a:xfrm>
        </p:grpSpPr>
        <p:sp>
          <p:nvSpPr>
            <p:cNvPr id="610" name="Google Shape;610;p75"/>
            <p:cNvSpPr/>
            <p:nvPr/>
          </p:nvSpPr>
          <p:spPr>
            <a:xfrm>
              <a:off x="457200" y="1466425"/>
              <a:ext cx="695400" cy="486300"/>
            </a:xfrm>
            <a:prstGeom prst="roundRect">
              <a:avLst>
                <a:gd fmla="val 16667" name="adj"/>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b="0" i="0" lang="en" sz="3000" u="none" cap="none" strike="noStrike">
                  <a:solidFill>
                    <a:srgbClr val="082D49"/>
                  </a:solidFill>
                  <a:latin typeface="Roboto Light"/>
                  <a:ea typeface="Roboto Light"/>
                  <a:cs typeface="Roboto Light"/>
                  <a:sym typeface="Roboto Light"/>
                </a:rPr>
                <a:t>01</a:t>
              </a:r>
              <a:endParaRPr b="0" i="0" sz="3000" u="none" cap="none" strike="noStrike">
                <a:solidFill>
                  <a:srgbClr val="082D49"/>
                </a:solidFill>
                <a:latin typeface="Roboto Light"/>
                <a:ea typeface="Roboto Light"/>
                <a:cs typeface="Roboto Light"/>
                <a:sym typeface="Roboto Light"/>
              </a:endParaRPr>
            </a:p>
          </p:txBody>
        </p:sp>
        <p:sp>
          <p:nvSpPr>
            <p:cNvPr id="611" name="Google Shape;611;p75"/>
            <p:cNvSpPr/>
            <p:nvPr/>
          </p:nvSpPr>
          <p:spPr>
            <a:xfrm rot="5400000">
              <a:off x="973100" y="1624950"/>
              <a:ext cx="333375" cy="188625"/>
            </a:xfrm>
            <a:prstGeom prst="flowChartExtract">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Light"/>
                <a:ea typeface="Roboto Light"/>
                <a:cs typeface="Roboto Light"/>
                <a:sym typeface="Roboto Light"/>
              </a:endParaRPr>
            </a:p>
          </p:txBody>
        </p:sp>
      </p:grpSp>
      <p:grpSp>
        <p:nvGrpSpPr>
          <p:cNvPr id="612" name="Google Shape;612;p75"/>
          <p:cNvGrpSpPr/>
          <p:nvPr/>
        </p:nvGrpSpPr>
        <p:grpSpPr>
          <a:xfrm>
            <a:off x="440125" y="1791730"/>
            <a:ext cx="776900" cy="486300"/>
            <a:chOff x="457200" y="1466425"/>
            <a:chExt cx="776900" cy="486300"/>
          </a:xfrm>
        </p:grpSpPr>
        <p:sp>
          <p:nvSpPr>
            <p:cNvPr id="613" name="Google Shape;613;p75"/>
            <p:cNvSpPr/>
            <p:nvPr/>
          </p:nvSpPr>
          <p:spPr>
            <a:xfrm>
              <a:off x="457200" y="1466425"/>
              <a:ext cx="695400" cy="486300"/>
            </a:xfrm>
            <a:prstGeom prst="roundRect">
              <a:avLst>
                <a:gd fmla="val 16667" name="adj"/>
              </a:avLst>
            </a:prstGeom>
            <a:solidFill>
              <a:srgbClr val="082D49"/>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b="0" i="0" lang="en" sz="3000" u="none" cap="none" strike="noStrike">
                  <a:solidFill>
                    <a:srgbClr val="FFFFFF"/>
                  </a:solidFill>
                  <a:latin typeface="Roboto Light"/>
                  <a:ea typeface="Roboto Light"/>
                  <a:cs typeface="Roboto Light"/>
                  <a:sym typeface="Roboto Light"/>
                </a:rPr>
                <a:t>02</a:t>
              </a:r>
              <a:endParaRPr b="0" i="0" sz="3000" u="none" cap="none" strike="noStrike">
                <a:solidFill>
                  <a:srgbClr val="FFFFFF"/>
                </a:solidFill>
                <a:latin typeface="Roboto Light"/>
                <a:ea typeface="Roboto Light"/>
                <a:cs typeface="Roboto Light"/>
                <a:sym typeface="Roboto Light"/>
              </a:endParaRPr>
            </a:p>
          </p:txBody>
        </p:sp>
        <p:sp>
          <p:nvSpPr>
            <p:cNvPr id="614" name="Google Shape;614;p75"/>
            <p:cNvSpPr/>
            <p:nvPr/>
          </p:nvSpPr>
          <p:spPr>
            <a:xfrm rot="5400000">
              <a:off x="973100" y="1624950"/>
              <a:ext cx="333375" cy="188625"/>
            </a:xfrm>
            <a:prstGeom prst="flowChartExtract">
              <a:avLst/>
            </a:prstGeom>
            <a:solidFill>
              <a:srgbClr val="082D4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Light"/>
                <a:ea typeface="Roboto Light"/>
                <a:cs typeface="Roboto Light"/>
                <a:sym typeface="Roboto Light"/>
              </a:endParaRPr>
            </a:p>
          </p:txBody>
        </p:sp>
      </p:grpSp>
      <p:grpSp>
        <p:nvGrpSpPr>
          <p:cNvPr id="615" name="Google Shape;615;p75"/>
          <p:cNvGrpSpPr/>
          <p:nvPr/>
        </p:nvGrpSpPr>
        <p:grpSpPr>
          <a:xfrm>
            <a:off x="440125" y="2446585"/>
            <a:ext cx="776900" cy="486300"/>
            <a:chOff x="457200" y="1466425"/>
            <a:chExt cx="776900" cy="486300"/>
          </a:xfrm>
        </p:grpSpPr>
        <p:sp>
          <p:nvSpPr>
            <p:cNvPr id="616" name="Google Shape;616;p75"/>
            <p:cNvSpPr/>
            <p:nvPr/>
          </p:nvSpPr>
          <p:spPr>
            <a:xfrm>
              <a:off x="457200" y="1466425"/>
              <a:ext cx="695400" cy="486300"/>
            </a:xfrm>
            <a:prstGeom prst="roundRect">
              <a:avLst>
                <a:gd fmla="val 16667" name="adj"/>
              </a:avLst>
            </a:prstGeom>
            <a:solidFill>
              <a:srgbClr val="0077DB"/>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b="0" i="0" lang="en" sz="3000" u="none" cap="none" strike="noStrike">
                  <a:solidFill>
                    <a:srgbClr val="FFFFFF"/>
                  </a:solidFill>
                  <a:latin typeface="Roboto Light"/>
                  <a:ea typeface="Roboto Light"/>
                  <a:cs typeface="Roboto Light"/>
                  <a:sym typeface="Roboto Light"/>
                </a:rPr>
                <a:t>03</a:t>
              </a:r>
              <a:endParaRPr b="0" i="0" sz="3000" u="none" cap="none" strike="noStrike">
                <a:solidFill>
                  <a:srgbClr val="FFFFFF"/>
                </a:solidFill>
                <a:latin typeface="Roboto Light"/>
                <a:ea typeface="Roboto Light"/>
                <a:cs typeface="Roboto Light"/>
                <a:sym typeface="Roboto Light"/>
              </a:endParaRPr>
            </a:p>
          </p:txBody>
        </p:sp>
        <p:sp>
          <p:nvSpPr>
            <p:cNvPr id="617" name="Google Shape;617;p75"/>
            <p:cNvSpPr/>
            <p:nvPr/>
          </p:nvSpPr>
          <p:spPr>
            <a:xfrm rot="5400000">
              <a:off x="973100" y="1624950"/>
              <a:ext cx="333375" cy="188625"/>
            </a:xfrm>
            <a:prstGeom prst="flowChartExtract">
              <a:avLst/>
            </a:prstGeom>
            <a:solidFill>
              <a:srgbClr val="0077D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Light"/>
                <a:ea typeface="Roboto Light"/>
                <a:cs typeface="Roboto Light"/>
                <a:sym typeface="Roboto Light"/>
              </a:endParaRPr>
            </a:p>
          </p:txBody>
        </p:sp>
      </p:grpSp>
      <p:grpSp>
        <p:nvGrpSpPr>
          <p:cNvPr id="618" name="Google Shape;618;p75"/>
          <p:cNvGrpSpPr/>
          <p:nvPr/>
        </p:nvGrpSpPr>
        <p:grpSpPr>
          <a:xfrm>
            <a:off x="440125" y="3101440"/>
            <a:ext cx="776900" cy="486300"/>
            <a:chOff x="457200" y="1466425"/>
            <a:chExt cx="776900" cy="486300"/>
          </a:xfrm>
        </p:grpSpPr>
        <p:sp>
          <p:nvSpPr>
            <p:cNvPr id="619" name="Google Shape;619;p75"/>
            <p:cNvSpPr/>
            <p:nvPr/>
          </p:nvSpPr>
          <p:spPr>
            <a:xfrm>
              <a:off x="457200" y="1466425"/>
              <a:ext cx="695400" cy="486300"/>
            </a:xfrm>
            <a:prstGeom prst="roundRect">
              <a:avLst>
                <a:gd fmla="val 16667" name="adj"/>
              </a:avLst>
            </a:prstGeom>
            <a:solidFill>
              <a:srgbClr val="00C7CC"/>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b="0" i="0" lang="en" sz="3000" u="none" cap="none" strike="noStrike">
                  <a:solidFill>
                    <a:srgbClr val="082D49"/>
                  </a:solidFill>
                  <a:latin typeface="Roboto Light"/>
                  <a:ea typeface="Roboto Light"/>
                  <a:cs typeface="Roboto Light"/>
                  <a:sym typeface="Roboto Light"/>
                </a:rPr>
                <a:t>04</a:t>
              </a:r>
              <a:endParaRPr b="0" i="0" sz="3000" u="none" cap="none" strike="noStrike">
                <a:solidFill>
                  <a:srgbClr val="082D49"/>
                </a:solidFill>
                <a:latin typeface="Roboto Light"/>
                <a:ea typeface="Roboto Light"/>
                <a:cs typeface="Roboto Light"/>
                <a:sym typeface="Roboto Light"/>
              </a:endParaRPr>
            </a:p>
          </p:txBody>
        </p:sp>
        <p:sp>
          <p:nvSpPr>
            <p:cNvPr id="620" name="Google Shape;620;p75"/>
            <p:cNvSpPr/>
            <p:nvPr/>
          </p:nvSpPr>
          <p:spPr>
            <a:xfrm rot="5400000">
              <a:off x="973100" y="1624950"/>
              <a:ext cx="333375" cy="188625"/>
            </a:xfrm>
            <a:prstGeom prst="flowChartExtract">
              <a:avLst/>
            </a:prstGeom>
            <a:solidFill>
              <a:srgbClr val="00C7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Light"/>
                <a:ea typeface="Roboto Light"/>
                <a:cs typeface="Roboto Light"/>
                <a:sym typeface="Roboto Light"/>
              </a:endParaRPr>
            </a:p>
          </p:txBody>
        </p:sp>
      </p:grpSp>
      <p:grpSp>
        <p:nvGrpSpPr>
          <p:cNvPr id="621" name="Google Shape;621;p75"/>
          <p:cNvGrpSpPr/>
          <p:nvPr/>
        </p:nvGrpSpPr>
        <p:grpSpPr>
          <a:xfrm>
            <a:off x="440125" y="3756295"/>
            <a:ext cx="776900" cy="486300"/>
            <a:chOff x="457200" y="1466425"/>
            <a:chExt cx="776900" cy="486300"/>
          </a:xfrm>
        </p:grpSpPr>
        <p:sp>
          <p:nvSpPr>
            <p:cNvPr id="622" name="Google Shape;622;p75"/>
            <p:cNvSpPr/>
            <p:nvPr/>
          </p:nvSpPr>
          <p:spPr>
            <a:xfrm>
              <a:off x="457200" y="1466425"/>
              <a:ext cx="695400" cy="486300"/>
            </a:xfrm>
            <a:prstGeom prst="roundRect">
              <a:avLst>
                <a:gd fmla="val 16667" name="adj"/>
              </a:avLst>
            </a:prstGeom>
            <a:solidFill>
              <a:srgbClr val="2E5E7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b="0" i="0" lang="en" sz="3000" u="none" cap="none" strike="noStrike">
                  <a:solidFill>
                    <a:srgbClr val="FFFFFF"/>
                  </a:solidFill>
                  <a:latin typeface="Roboto Light"/>
                  <a:ea typeface="Roboto Light"/>
                  <a:cs typeface="Roboto Light"/>
                  <a:sym typeface="Roboto Light"/>
                </a:rPr>
                <a:t>05</a:t>
              </a:r>
              <a:endParaRPr b="0" i="0" sz="3000" u="none" cap="none" strike="noStrike">
                <a:solidFill>
                  <a:srgbClr val="FFFFFF"/>
                </a:solidFill>
                <a:latin typeface="Roboto Light"/>
                <a:ea typeface="Roboto Light"/>
                <a:cs typeface="Roboto Light"/>
                <a:sym typeface="Roboto Light"/>
              </a:endParaRPr>
            </a:p>
          </p:txBody>
        </p:sp>
        <p:sp>
          <p:nvSpPr>
            <p:cNvPr id="623" name="Google Shape;623;p75"/>
            <p:cNvSpPr/>
            <p:nvPr/>
          </p:nvSpPr>
          <p:spPr>
            <a:xfrm rot="5400000">
              <a:off x="973100" y="1624950"/>
              <a:ext cx="333375" cy="188625"/>
            </a:xfrm>
            <a:prstGeom prst="flowChartExtract">
              <a:avLst/>
            </a:prstGeom>
            <a:solidFill>
              <a:srgbClr val="2E5E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Light"/>
                <a:ea typeface="Roboto Light"/>
                <a:cs typeface="Roboto Light"/>
                <a:sym typeface="Roboto Light"/>
              </a:endParaRPr>
            </a:p>
          </p:txBody>
        </p:sp>
      </p:grpSp>
      <p:sp>
        <p:nvSpPr>
          <p:cNvPr id="624" name="Google Shape;624;p75"/>
          <p:cNvSpPr/>
          <p:nvPr/>
        </p:nvSpPr>
        <p:spPr>
          <a:xfrm>
            <a:off x="1335475" y="1136875"/>
            <a:ext cx="7116000" cy="486300"/>
          </a:xfrm>
          <a:prstGeom prst="roundRect">
            <a:avLst>
              <a:gd fmla="val 16667" name="adj"/>
            </a:avLst>
          </a:prstGeom>
          <a:solidFill>
            <a:srgbClr val="F2F2F2"/>
          </a:solidFill>
          <a:ln>
            <a:noFill/>
          </a:ln>
        </p:spPr>
        <p:txBody>
          <a:bodyPr anchorCtr="0" anchor="ctr" bIns="91425" lIns="137150"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i="0" sz="1800" u="none" cap="none" strike="noStrike">
              <a:solidFill>
                <a:schemeClr val="dk2"/>
              </a:solidFill>
              <a:latin typeface="Roboto"/>
              <a:ea typeface="Roboto"/>
              <a:cs typeface="Roboto"/>
              <a:sym typeface="Roboto"/>
            </a:endParaRPr>
          </a:p>
        </p:txBody>
      </p:sp>
      <p:sp>
        <p:nvSpPr>
          <p:cNvPr id="625" name="Google Shape;625;p75"/>
          <p:cNvSpPr/>
          <p:nvPr/>
        </p:nvSpPr>
        <p:spPr>
          <a:xfrm>
            <a:off x="1335475" y="1791731"/>
            <a:ext cx="7116000" cy="486300"/>
          </a:xfrm>
          <a:prstGeom prst="roundRect">
            <a:avLst>
              <a:gd fmla="val 16667" name="adj"/>
            </a:avLst>
          </a:prstGeom>
          <a:solidFill>
            <a:srgbClr val="F2F2F2"/>
          </a:solidFill>
          <a:ln>
            <a:noFill/>
          </a:ln>
        </p:spPr>
        <p:txBody>
          <a:bodyPr anchorCtr="0" anchor="ctr" bIns="91425" lIns="137150" spcFirstLastPara="1" rIns="91425" wrap="square" tIns="91425">
            <a:noAutofit/>
          </a:bodyPr>
          <a:lstStyle/>
          <a:p>
            <a:pPr indent="0" lvl="0" marL="0" rtl="0" algn="l">
              <a:spcBef>
                <a:spcPts val="0"/>
              </a:spcBef>
              <a:spcAft>
                <a:spcPts val="0"/>
              </a:spcAft>
              <a:buClr>
                <a:srgbClr val="005E77"/>
              </a:buClr>
              <a:buSzPts val="1400"/>
              <a:buFont typeface="Arial"/>
              <a:buNone/>
            </a:pPr>
            <a:r>
              <a:t/>
            </a:r>
            <a:endParaRPr sz="1800">
              <a:solidFill>
                <a:schemeClr val="dk2"/>
              </a:solidFill>
              <a:latin typeface="Roboto"/>
              <a:ea typeface="Roboto"/>
              <a:cs typeface="Roboto"/>
              <a:sym typeface="Roboto"/>
            </a:endParaRPr>
          </a:p>
        </p:txBody>
      </p:sp>
      <p:sp>
        <p:nvSpPr>
          <p:cNvPr id="626" name="Google Shape;626;p75"/>
          <p:cNvSpPr/>
          <p:nvPr/>
        </p:nvSpPr>
        <p:spPr>
          <a:xfrm>
            <a:off x="1335475" y="2446587"/>
            <a:ext cx="7116000" cy="486300"/>
          </a:xfrm>
          <a:prstGeom prst="roundRect">
            <a:avLst>
              <a:gd fmla="val 16667" name="adj"/>
            </a:avLst>
          </a:prstGeom>
          <a:solidFill>
            <a:srgbClr val="F2F2F2"/>
          </a:solidFill>
          <a:ln>
            <a:noFill/>
          </a:ln>
        </p:spPr>
        <p:txBody>
          <a:bodyPr anchorCtr="0" anchor="ctr" bIns="91425" lIns="137150" spcFirstLastPara="1" rIns="91425" wrap="square" tIns="91425">
            <a:noAutofit/>
          </a:bodyPr>
          <a:lstStyle/>
          <a:p>
            <a:pPr indent="0" lvl="0" marL="0" rtl="0" algn="l">
              <a:spcBef>
                <a:spcPts val="0"/>
              </a:spcBef>
              <a:spcAft>
                <a:spcPts val="0"/>
              </a:spcAft>
              <a:buClr>
                <a:srgbClr val="005E77"/>
              </a:buClr>
              <a:buSzPts val="1400"/>
              <a:buFont typeface="Arial"/>
              <a:buNone/>
            </a:pPr>
            <a:r>
              <a:t/>
            </a:r>
            <a:endParaRPr sz="1800">
              <a:solidFill>
                <a:schemeClr val="dk2"/>
              </a:solidFill>
              <a:latin typeface="Roboto"/>
              <a:ea typeface="Roboto"/>
              <a:cs typeface="Roboto"/>
              <a:sym typeface="Roboto"/>
            </a:endParaRPr>
          </a:p>
        </p:txBody>
      </p:sp>
      <p:sp>
        <p:nvSpPr>
          <p:cNvPr id="627" name="Google Shape;627;p75"/>
          <p:cNvSpPr/>
          <p:nvPr/>
        </p:nvSpPr>
        <p:spPr>
          <a:xfrm>
            <a:off x="1335475" y="3101443"/>
            <a:ext cx="7116000" cy="486300"/>
          </a:xfrm>
          <a:prstGeom prst="roundRect">
            <a:avLst>
              <a:gd fmla="val 16667" name="adj"/>
            </a:avLst>
          </a:prstGeom>
          <a:solidFill>
            <a:srgbClr val="F2F2F2"/>
          </a:solidFill>
          <a:ln>
            <a:noFill/>
          </a:ln>
        </p:spPr>
        <p:txBody>
          <a:bodyPr anchorCtr="0" anchor="ctr" bIns="91425" lIns="137150" spcFirstLastPara="1" rIns="91425" wrap="square" tIns="91425">
            <a:noAutofit/>
          </a:bodyPr>
          <a:lstStyle/>
          <a:p>
            <a:pPr indent="0" lvl="0" marL="0" rtl="0" algn="l">
              <a:spcBef>
                <a:spcPts val="0"/>
              </a:spcBef>
              <a:spcAft>
                <a:spcPts val="0"/>
              </a:spcAft>
              <a:buClr>
                <a:srgbClr val="005E77"/>
              </a:buClr>
              <a:buSzPts val="1400"/>
              <a:buFont typeface="Arial"/>
              <a:buNone/>
            </a:pPr>
            <a:r>
              <a:t/>
            </a:r>
            <a:endParaRPr sz="1800">
              <a:solidFill>
                <a:schemeClr val="dk2"/>
              </a:solidFill>
              <a:latin typeface="Roboto"/>
              <a:ea typeface="Roboto"/>
              <a:cs typeface="Roboto"/>
              <a:sym typeface="Roboto"/>
            </a:endParaRPr>
          </a:p>
        </p:txBody>
      </p:sp>
      <p:sp>
        <p:nvSpPr>
          <p:cNvPr id="628" name="Google Shape;628;p75"/>
          <p:cNvSpPr/>
          <p:nvPr/>
        </p:nvSpPr>
        <p:spPr>
          <a:xfrm>
            <a:off x="1335475" y="3756299"/>
            <a:ext cx="7116000" cy="486300"/>
          </a:xfrm>
          <a:prstGeom prst="roundRect">
            <a:avLst>
              <a:gd fmla="val 16667" name="adj"/>
            </a:avLst>
          </a:prstGeom>
          <a:solidFill>
            <a:srgbClr val="F2F2F2"/>
          </a:solidFill>
          <a:ln>
            <a:noFill/>
          </a:ln>
        </p:spPr>
        <p:txBody>
          <a:bodyPr anchorCtr="0" anchor="ctr" bIns="91425" lIns="137150" spcFirstLastPara="1" rIns="91425" wrap="square" tIns="91425">
            <a:noAutofit/>
          </a:bodyPr>
          <a:lstStyle/>
          <a:p>
            <a:pPr indent="0" lvl="0" marL="0" rtl="0" algn="l">
              <a:spcBef>
                <a:spcPts val="0"/>
              </a:spcBef>
              <a:spcAft>
                <a:spcPts val="0"/>
              </a:spcAft>
              <a:buClr>
                <a:srgbClr val="005E77"/>
              </a:buClr>
              <a:buSzPts val="1400"/>
              <a:buFont typeface="Arial"/>
              <a:buNone/>
            </a:pPr>
            <a:r>
              <a:t/>
            </a:r>
            <a:endParaRPr sz="1800">
              <a:solidFill>
                <a:schemeClr val="dk2"/>
              </a:solidFill>
              <a:latin typeface="Roboto"/>
              <a:ea typeface="Roboto"/>
              <a:cs typeface="Roboto"/>
              <a:sym typeface="Roboto"/>
            </a:endParaRPr>
          </a:p>
        </p:txBody>
      </p:sp>
      <p:sp>
        <p:nvSpPr>
          <p:cNvPr id="629" name="Google Shape;629;p75"/>
          <p:cNvSpPr txBox="1"/>
          <p:nvPr/>
        </p:nvSpPr>
        <p:spPr>
          <a:xfrm>
            <a:off x="1354400" y="1129175"/>
            <a:ext cx="7116000" cy="486300"/>
          </a:xfrm>
          <a:prstGeom prst="rect">
            <a:avLst/>
          </a:prstGeom>
          <a:noFill/>
          <a:ln>
            <a:noFill/>
          </a:ln>
        </p:spPr>
        <p:txBody>
          <a:bodyPr anchorCtr="0" anchor="ctr" bIns="91425" lIns="91425" spcFirstLastPara="1" rIns="91425" wrap="square" tIns="91425">
            <a:normAutofit/>
          </a:bodyPr>
          <a:lstStyle/>
          <a:p>
            <a:pPr indent="0" lvl="0" marL="0" rtl="0" algn="l">
              <a:lnSpc>
                <a:spcPct val="115000"/>
              </a:lnSpc>
              <a:spcBef>
                <a:spcPts val="0"/>
              </a:spcBef>
              <a:spcAft>
                <a:spcPts val="1200"/>
              </a:spcAft>
              <a:buNone/>
            </a:pPr>
            <a:r>
              <a:t/>
            </a:r>
            <a:endParaRPr sz="1800">
              <a:solidFill>
                <a:schemeClr val="dk2"/>
              </a:solidFill>
              <a:latin typeface="Roboto"/>
              <a:ea typeface="Roboto"/>
              <a:cs typeface="Roboto"/>
              <a:sym typeface="Roboto"/>
            </a:endParaRPr>
          </a:p>
        </p:txBody>
      </p:sp>
      <p:sp>
        <p:nvSpPr>
          <p:cNvPr id="630" name="Google Shape;630;p75"/>
          <p:cNvSpPr txBox="1"/>
          <p:nvPr/>
        </p:nvSpPr>
        <p:spPr>
          <a:xfrm>
            <a:off x="1354400" y="1787875"/>
            <a:ext cx="7116000" cy="486300"/>
          </a:xfrm>
          <a:prstGeom prst="rect">
            <a:avLst/>
          </a:prstGeom>
          <a:noFill/>
          <a:ln>
            <a:noFill/>
          </a:ln>
        </p:spPr>
        <p:txBody>
          <a:bodyPr anchorCtr="0" anchor="ctr" bIns="91425" lIns="91425" spcFirstLastPara="1" rIns="91425" wrap="square" tIns="91425">
            <a:normAutofit/>
          </a:bodyPr>
          <a:lstStyle/>
          <a:p>
            <a:pPr indent="0" lvl="0" marL="0" rtl="0" algn="l">
              <a:lnSpc>
                <a:spcPct val="115000"/>
              </a:lnSpc>
              <a:spcBef>
                <a:spcPts val="0"/>
              </a:spcBef>
              <a:spcAft>
                <a:spcPts val="1200"/>
              </a:spcAft>
              <a:buNone/>
            </a:pPr>
            <a:r>
              <a:t/>
            </a:r>
            <a:endParaRPr sz="1800">
              <a:solidFill>
                <a:schemeClr val="dk2"/>
              </a:solidFill>
              <a:latin typeface="Roboto"/>
              <a:ea typeface="Roboto"/>
              <a:cs typeface="Roboto"/>
              <a:sym typeface="Roboto"/>
            </a:endParaRPr>
          </a:p>
        </p:txBody>
      </p:sp>
      <p:sp>
        <p:nvSpPr>
          <p:cNvPr id="631" name="Google Shape;631;p75"/>
          <p:cNvSpPr txBox="1"/>
          <p:nvPr/>
        </p:nvSpPr>
        <p:spPr>
          <a:xfrm>
            <a:off x="1354400" y="2444663"/>
            <a:ext cx="7116000" cy="486300"/>
          </a:xfrm>
          <a:prstGeom prst="rect">
            <a:avLst/>
          </a:prstGeom>
          <a:noFill/>
          <a:ln>
            <a:noFill/>
          </a:ln>
        </p:spPr>
        <p:txBody>
          <a:bodyPr anchorCtr="0" anchor="ctr" bIns="91425" lIns="91425" spcFirstLastPara="1" rIns="91425" wrap="square" tIns="91425">
            <a:normAutofit/>
          </a:bodyPr>
          <a:lstStyle/>
          <a:p>
            <a:pPr indent="0" lvl="0" marL="0" rtl="0" algn="l">
              <a:lnSpc>
                <a:spcPct val="115000"/>
              </a:lnSpc>
              <a:spcBef>
                <a:spcPts val="0"/>
              </a:spcBef>
              <a:spcAft>
                <a:spcPts val="1200"/>
              </a:spcAft>
              <a:buNone/>
            </a:pPr>
            <a:r>
              <a:t/>
            </a:r>
            <a:endParaRPr sz="1800">
              <a:solidFill>
                <a:schemeClr val="dk2"/>
              </a:solidFill>
              <a:latin typeface="Roboto"/>
              <a:ea typeface="Roboto"/>
              <a:cs typeface="Roboto"/>
              <a:sym typeface="Roboto"/>
            </a:endParaRPr>
          </a:p>
        </p:txBody>
      </p:sp>
      <p:sp>
        <p:nvSpPr>
          <p:cNvPr id="632" name="Google Shape;632;p75"/>
          <p:cNvSpPr txBox="1"/>
          <p:nvPr/>
        </p:nvSpPr>
        <p:spPr>
          <a:xfrm>
            <a:off x="1354400" y="3103363"/>
            <a:ext cx="7116000" cy="486300"/>
          </a:xfrm>
          <a:prstGeom prst="rect">
            <a:avLst/>
          </a:prstGeom>
          <a:noFill/>
          <a:ln>
            <a:noFill/>
          </a:ln>
        </p:spPr>
        <p:txBody>
          <a:bodyPr anchorCtr="0" anchor="ctr" bIns="91425" lIns="91425" spcFirstLastPara="1" rIns="91425" wrap="square" tIns="91425">
            <a:normAutofit/>
          </a:bodyPr>
          <a:lstStyle/>
          <a:p>
            <a:pPr indent="0" lvl="0" marL="0" rtl="0" algn="l">
              <a:lnSpc>
                <a:spcPct val="115000"/>
              </a:lnSpc>
              <a:spcBef>
                <a:spcPts val="0"/>
              </a:spcBef>
              <a:spcAft>
                <a:spcPts val="1200"/>
              </a:spcAft>
              <a:buNone/>
            </a:pPr>
            <a:r>
              <a:t/>
            </a:r>
            <a:endParaRPr sz="1800">
              <a:solidFill>
                <a:schemeClr val="dk2"/>
              </a:solidFill>
              <a:latin typeface="Roboto"/>
              <a:ea typeface="Roboto"/>
              <a:cs typeface="Roboto"/>
              <a:sym typeface="Roboto"/>
            </a:endParaRPr>
          </a:p>
        </p:txBody>
      </p:sp>
      <p:sp>
        <p:nvSpPr>
          <p:cNvPr id="633" name="Google Shape;633;p75"/>
          <p:cNvSpPr txBox="1"/>
          <p:nvPr/>
        </p:nvSpPr>
        <p:spPr>
          <a:xfrm>
            <a:off x="1354400" y="3760163"/>
            <a:ext cx="7116000" cy="486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rgbClr val="2E5E73"/>
              </a:buClr>
              <a:buSzPts val="1400"/>
              <a:buFont typeface="Arial"/>
              <a:buNone/>
            </a:pPr>
            <a:r>
              <a:rPr lang="en" sz="1800">
                <a:solidFill>
                  <a:schemeClr val="dk2"/>
                </a:solidFill>
                <a:latin typeface="Roboto"/>
                <a:ea typeface="Roboto"/>
                <a:cs typeface="Roboto"/>
                <a:sym typeface="Roboto"/>
              </a:rPr>
              <a:t>Prioritize identified risks. </a:t>
            </a:r>
            <a:endParaRPr sz="1800">
              <a:solidFill>
                <a:schemeClr val="dk2"/>
              </a:solidFill>
              <a:latin typeface="Roboto"/>
              <a:ea typeface="Roboto"/>
              <a:cs typeface="Roboto"/>
              <a:sym typeface="Roboto"/>
            </a:endParaRPr>
          </a:p>
        </p:txBody>
      </p:sp>
      <p:sp>
        <p:nvSpPr>
          <p:cNvPr id="634" name="Google Shape;634;p75"/>
          <p:cNvSpPr txBox="1"/>
          <p:nvPr/>
        </p:nvSpPr>
        <p:spPr>
          <a:xfrm>
            <a:off x="1354400" y="3103363"/>
            <a:ext cx="7116000" cy="486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800">
                <a:solidFill>
                  <a:schemeClr val="dk2"/>
                </a:solidFill>
                <a:latin typeface="Roboto"/>
                <a:ea typeface="Roboto"/>
                <a:cs typeface="Roboto"/>
                <a:sym typeface="Roboto"/>
              </a:rPr>
              <a:t>Identify exploitable vulnerabilities. </a:t>
            </a:r>
            <a:endParaRPr sz="1800">
              <a:solidFill>
                <a:schemeClr val="dk2"/>
              </a:solidFill>
              <a:latin typeface="Roboto"/>
              <a:ea typeface="Roboto"/>
              <a:cs typeface="Roboto"/>
              <a:sym typeface="Roboto"/>
            </a:endParaRPr>
          </a:p>
        </p:txBody>
      </p:sp>
      <p:sp>
        <p:nvSpPr>
          <p:cNvPr id="635" name="Google Shape;635;p75"/>
          <p:cNvSpPr txBox="1"/>
          <p:nvPr/>
        </p:nvSpPr>
        <p:spPr>
          <a:xfrm>
            <a:off x="1354400" y="2448513"/>
            <a:ext cx="7116000" cy="486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800">
                <a:solidFill>
                  <a:schemeClr val="dk2"/>
                </a:solidFill>
                <a:latin typeface="Roboto"/>
                <a:ea typeface="Roboto"/>
                <a:cs typeface="Roboto"/>
                <a:sym typeface="Roboto"/>
              </a:rPr>
              <a:t>Identify potential attacks. </a:t>
            </a:r>
            <a:endParaRPr sz="1800">
              <a:solidFill>
                <a:schemeClr val="dk2"/>
              </a:solidFill>
              <a:latin typeface="Roboto"/>
              <a:ea typeface="Roboto"/>
              <a:cs typeface="Roboto"/>
              <a:sym typeface="Roboto"/>
            </a:endParaRPr>
          </a:p>
        </p:txBody>
      </p:sp>
      <p:sp>
        <p:nvSpPr>
          <p:cNvPr id="636" name="Google Shape;636;p75"/>
          <p:cNvSpPr txBox="1"/>
          <p:nvPr/>
        </p:nvSpPr>
        <p:spPr>
          <a:xfrm>
            <a:off x="1354400" y="1791713"/>
            <a:ext cx="7116000" cy="486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800">
                <a:solidFill>
                  <a:schemeClr val="dk2"/>
                </a:solidFill>
                <a:latin typeface="Roboto"/>
                <a:ea typeface="Roboto"/>
                <a:cs typeface="Roboto"/>
                <a:sym typeface="Roboto"/>
              </a:rPr>
              <a:t>Identify threat agents.</a:t>
            </a:r>
            <a:endParaRPr sz="1800">
              <a:solidFill>
                <a:schemeClr val="dk2"/>
              </a:solidFill>
              <a:latin typeface="Roboto"/>
              <a:ea typeface="Roboto"/>
              <a:cs typeface="Roboto"/>
              <a:sym typeface="Roboto"/>
            </a:endParaRPr>
          </a:p>
        </p:txBody>
      </p:sp>
      <p:sp>
        <p:nvSpPr>
          <p:cNvPr id="637" name="Google Shape;637;p75"/>
          <p:cNvSpPr txBox="1"/>
          <p:nvPr/>
        </p:nvSpPr>
        <p:spPr>
          <a:xfrm>
            <a:off x="1354400" y="1131063"/>
            <a:ext cx="7116000" cy="486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800">
                <a:solidFill>
                  <a:schemeClr val="dk2"/>
                </a:solidFill>
                <a:latin typeface="Roboto"/>
                <a:ea typeface="Roboto"/>
                <a:cs typeface="Roboto"/>
                <a:sym typeface="Roboto"/>
              </a:rPr>
              <a:t>Determine assessment scope. </a:t>
            </a:r>
            <a:endParaRPr sz="1800">
              <a:solidFill>
                <a:schemeClr val="dk2"/>
              </a:solidFill>
              <a:latin typeface="Roboto"/>
              <a:ea typeface="Roboto"/>
              <a:cs typeface="Roboto"/>
              <a:sym typeface="Roboto"/>
            </a:endParaRPr>
          </a:p>
        </p:txBody>
      </p:sp>
      <p:grpSp>
        <p:nvGrpSpPr>
          <p:cNvPr id="638" name="Google Shape;638;p75"/>
          <p:cNvGrpSpPr/>
          <p:nvPr/>
        </p:nvGrpSpPr>
        <p:grpSpPr>
          <a:xfrm>
            <a:off x="440125" y="4416970"/>
            <a:ext cx="776900" cy="486300"/>
            <a:chOff x="457200" y="1466425"/>
            <a:chExt cx="776900" cy="486300"/>
          </a:xfrm>
        </p:grpSpPr>
        <p:sp>
          <p:nvSpPr>
            <p:cNvPr id="639" name="Google Shape;639;p75"/>
            <p:cNvSpPr/>
            <p:nvPr/>
          </p:nvSpPr>
          <p:spPr>
            <a:xfrm>
              <a:off x="457200" y="1466425"/>
              <a:ext cx="695400" cy="486300"/>
            </a:xfrm>
            <a:prstGeom prst="roundRect">
              <a:avLst>
                <a:gd fmla="val 16667" name="adj"/>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b="0" i="0" lang="en" sz="3000" u="none" cap="none" strike="noStrike">
                  <a:solidFill>
                    <a:schemeClr val="dk2"/>
                  </a:solidFill>
                  <a:latin typeface="Roboto Light"/>
                  <a:ea typeface="Roboto Light"/>
                  <a:cs typeface="Roboto Light"/>
                  <a:sym typeface="Roboto Light"/>
                </a:rPr>
                <a:t>0</a:t>
              </a:r>
              <a:r>
                <a:rPr lang="en" sz="3000">
                  <a:solidFill>
                    <a:schemeClr val="dk2"/>
                  </a:solidFill>
                  <a:latin typeface="Roboto Light"/>
                  <a:ea typeface="Roboto Light"/>
                  <a:cs typeface="Roboto Light"/>
                  <a:sym typeface="Roboto Light"/>
                </a:rPr>
                <a:t>6</a:t>
              </a:r>
              <a:endParaRPr b="0" i="0" sz="3000" u="none" cap="none" strike="noStrike">
                <a:solidFill>
                  <a:schemeClr val="dk2"/>
                </a:solidFill>
                <a:latin typeface="Roboto Light"/>
                <a:ea typeface="Roboto Light"/>
                <a:cs typeface="Roboto Light"/>
                <a:sym typeface="Roboto Light"/>
              </a:endParaRPr>
            </a:p>
          </p:txBody>
        </p:sp>
        <p:sp>
          <p:nvSpPr>
            <p:cNvPr id="640" name="Google Shape;640;p75"/>
            <p:cNvSpPr/>
            <p:nvPr/>
          </p:nvSpPr>
          <p:spPr>
            <a:xfrm rot="5400000">
              <a:off x="973100" y="1624950"/>
              <a:ext cx="333375" cy="188625"/>
            </a:xfrm>
            <a:prstGeom prst="flowChartExtra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Light"/>
                <a:ea typeface="Roboto Light"/>
                <a:cs typeface="Roboto Light"/>
                <a:sym typeface="Roboto Light"/>
              </a:endParaRPr>
            </a:p>
          </p:txBody>
        </p:sp>
      </p:grpSp>
      <p:sp>
        <p:nvSpPr>
          <p:cNvPr id="641" name="Google Shape;641;p75"/>
          <p:cNvSpPr/>
          <p:nvPr/>
        </p:nvSpPr>
        <p:spPr>
          <a:xfrm>
            <a:off x="1335475" y="4416974"/>
            <a:ext cx="7116000" cy="486300"/>
          </a:xfrm>
          <a:prstGeom prst="roundRect">
            <a:avLst>
              <a:gd fmla="val 16667" name="adj"/>
            </a:avLst>
          </a:prstGeom>
          <a:solidFill>
            <a:srgbClr val="F2F2F2"/>
          </a:solidFill>
          <a:ln>
            <a:noFill/>
          </a:ln>
        </p:spPr>
        <p:txBody>
          <a:bodyPr anchorCtr="0" anchor="ctr" bIns="91425" lIns="137150" spcFirstLastPara="1" rIns="91425" wrap="square" tIns="91425">
            <a:noAutofit/>
          </a:bodyPr>
          <a:lstStyle/>
          <a:p>
            <a:pPr indent="0" lvl="0" marL="0" rtl="0" algn="l">
              <a:spcBef>
                <a:spcPts val="0"/>
              </a:spcBef>
              <a:spcAft>
                <a:spcPts val="0"/>
              </a:spcAft>
              <a:buClr>
                <a:srgbClr val="005E77"/>
              </a:buClr>
              <a:buSzPts val="1400"/>
              <a:buFont typeface="Arial"/>
              <a:buNone/>
            </a:pPr>
            <a:r>
              <a:t/>
            </a:r>
            <a:endParaRPr sz="1800">
              <a:solidFill>
                <a:schemeClr val="dk2"/>
              </a:solidFill>
              <a:latin typeface="Roboto"/>
              <a:ea typeface="Roboto"/>
              <a:cs typeface="Roboto"/>
              <a:sym typeface="Roboto"/>
            </a:endParaRPr>
          </a:p>
        </p:txBody>
      </p:sp>
      <p:sp>
        <p:nvSpPr>
          <p:cNvPr id="642" name="Google Shape;642;p75"/>
          <p:cNvSpPr txBox="1"/>
          <p:nvPr/>
        </p:nvSpPr>
        <p:spPr>
          <a:xfrm>
            <a:off x="1354400" y="4420838"/>
            <a:ext cx="7116000" cy="486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rgbClr val="2E5E73"/>
              </a:buClr>
              <a:buSzPts val="1400"/>
              <a:buFont typeface="Arial"/>
              <a:buNone/>
            </a:pPr>
            <a:r>
              <a:rPr lang="en" sz="1800">
                <a:solidFill>
                  <a:schemeClr val="dk2"/>
                </a:solidFill>
                <a:latin typeface="Roboto"/>
                <a:ea typeface="Roboto"/>
                <a:cs typeface="Roboto"/>
                <a:sym typeface="Roboto"/>
              </a:rPr>
              <a:t>Mitigate risks. </a:t>
            </a:r>
            <a:endParaRPr sz="1800">
              <a:solidFill>
                <a:schemeClr val="dk2"/>
              </a:solidFill>
              <a:latin typeface="Roboto"/>
              <a:ea typeface="Roboto"/>
              <a:cs typeface="Roboto"/>
              <a:sym typeface="Roboto"/>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6" name="Shape 646"/>
        <p:cNvGrpSpPr/>
        <p:nvPr/>
      </p:nvGrpSpPr>
      <p:grpSpPr>
        <a:xfrm>
          <a:off x="0" y="0"/>
          <a:ext cx="0" cy="0"/>
          <a:chOff x="0" y="0"/>
          <a:chExt cx="0" cy="0"/>
        </a:xfrm>
      </p:grpSpPr>
      <p:sp>
        <p:nvSpPr>
          <p:cNvPr id="647" name="Google Shape;647;p76"/>
          <p:cNvSpPr txBox="1"/>
          <p:nvPr>
            <p:ph idx="1" type="body"/>
          </p:nvPr>
        </p:nvSpPr>
        <p:spPr>
          <a:xfrm>
            <a:off x="464100" y="673425"/>
            <a:ext cx="8124600" cy="572700"/>
          </a:xfrm>
          <a:prstGeom prst="rect">
            <a:avLst/>
          </a:prstGeom>
        </p:spPr>
        <p:txBody>
          <a:bodyPr anchorCtr="0" anchor="t" bIns="91425" lIns="0" spcFirstLastPara="1" rIns="91425" wrap="square" tIns="0">
            <a:noAutofit/>
          </a:bodyPr>
          <a:lstStyle/>
          <a:p>
            <a:pPr indent="0" lvl="0" marL="0" rtl="0" algn="l">
              <a:spcBef>
                <a:spcPts val="0"/>
              </a:spcBef>
              <a:spcAft>
                <a:spcPts val="0"/>
              </a:spcAft>
              <a:buNone/>
            </a:pPr>
            <a:r>
              <a:rPr lang="en"/>
              <a:t>List the assets under consideration, determine their value, and define objectives for your threat modeling assessment.</a:t>
            </a:r>
            <a:endParaRPr/>
          </a:p>
        </p:txBody>
      </p:sp>
      <p:sp>
        <p:nvSpPr>
          <p:cNvPr id="648" name="Google Shape;648;p76"/>
          <p:cNvSpPr txBox="1"/>
          <p:nvPr/>
        </p:nvSpPr>
        <p:spPr>
          <a:xfrm>
            <a:off x="-9525" y="1566500"/>
            <a:ext cx="4040700" cy="1014900"/>
          </a:xfrm>
          <a:prstGeom prst="rect">
            <a:avLst/>
          </a:prstGeom>
          <a:noFill/>
          <a:ln>
            <a:noFill/>
          </a:ln>
        </p:spPr>
        <p:txBody>
          <a:bodyPr anchorCtr="0" anchor="t" bIns="0" lIns="457200" spcFirstLastPara="1" rIns="0" wrap="square" tIns="0">
            <a:noAutofit/>
          </a:bodyPr>
          <a:lstStyle/>
          <a:p>
            <a:pPr indent="0" lvl="0" marL="0" rtl="0" algn="l">
              <a:spcBef>
                <a:spcPts val="0"/>
              </a:spcBef>
              <a:spcAft>
                <a:spcPts val="800"/>
              </a:spcAft>
              <a:buNone/>
            </a:pPr>
            <a:r>
              <a:rPr lang="en">
                <a:solidFill>
                  <a:schemeClr val="dk2"/>
                </a:solidFill>
                <a:latin typeface="Roboto"/>
                <a:ea typeface="Roboto"/>
                <a:cs typeface="Roboto"/>
                <a:sym typeface="Roboto"/>
              </a:rPr>
              <a:t>Businesses can’t effectively evaluate everything at once, so they adjust their scope to focus on a specific category of risk. </a:t>
            </a:r>
            <a:endParaRPr>
              <a:solidFill>
                <a:schemeClr val="dk2"/>
              </a:solidFill>
              <a:latin typeface="Roboto"/>
              <a:ea typeface="Roboto"/>
              <a:cs typeface="Roboto"/>
              <a:sym typeface="Roboto"/>
            </a:endParaRPr>
          </a:p>
        </p:txBody>
      </p:sp>
      <p:sp>
        <p:nvSpPr>
          <p:cNvPr id="649" name="Google Shape;649;p76"/>
          <p:cNvSpPr/>
          <p:nvPr/>
        </p:nvSpPr>
        <p:spPr>
          <a:xfrm>
            <a:off x="441525" y="2971788"/>
            <a:ext cx="3494700" cy="1407000"/>
          </a:xfrm>
          <a:prstGeom prst="round2DiagRect">
            <a:avLst>
              <a:gd fmla="val 10607" name="adj1"/>
              <a:gd fmla="val 0" name="adj2"/>
            </a:avLst>
          </a:prstGeom>
          <a:solidFill>
            <a:srgbClr val="F3F3F3"/>
          </a:solidFill>
          <a:ln>
            <a:noFill/>
          </a:ln>
        </p:spPr>
        <p:txBody>
          <a:bodyPr anchorCtr="0" anchor="t" bIns="0" lIns="91425" spcFirstLastPara="1" rIns="91425" wrap="square" tIns="45700">
            <a:noAutofit/>
          </a:bodyPr>
          <a:lstStyle/>
          <a:p>
            <a:pPr indent="0" lvl="0" marL="0" rtl="0" algn="l">
              <a:lnSpc>
                <a:spcPct val="100000"/>
              </a:lnSpc>
              <a:spcBef>
                <a:spcPts val="0"/>
              </a:spcBef>
              <a:spcAft>
                <a:spcPts val="0"/>
              </a:spcAft>
              <a:buNone/>
            </a:pPr>
            <a:r>
              <a:t/>
            </a:r>
            <a:endParaRPr>
              <a:solidFill>
                <a:schemeClr val="dk2"/>
              </a:solidFill>
              <a:latin typeface="Roboto"/>
              <a:ea typeface="Roboto"/>
              <a:cs typeface="Roboto"/>
              <a:sym typeface="Roboto"/>
            </a:endParaRPr>
          </a:p>
          <a:p>
            <a:pPr indent="0" lvl="0" marL="0" rtl="0" algn="l">
              <a:lnSpc>
                <a:spcPct val="100000"/>
              </a:lnSpc>
              <a:spcBef>
                <a:spcPts val="0"/>
              </a:spcBef>
              <a:spcAft>
                <a:spcPts val="0"/>
              </a:spcAft>
              <a:buNone/>
            </a:pPr>
            <a:r>
              <a:rPr lang="en">
                <a:solidFill>
                  <a:schemeClr val="dk2"/>
                </a:solidFill>
                <a:latin typeface="Roboto"/>
                <a:ea typeface="Roboto"/>
                <a:cs typeface="Roboto"/>
                <a:sym typeface="Roboto"/>
              </a:rPr>
              <a:t>Performing a risk analysis to assess the weakness of a network infrastructure. Within this scope, we are not concerned with application security. </a:t>
            </a:r>
            <a:endParaRPr>
              <a:solidFill>
                <a:schemeClr val="dk2"/>
              </a:solidFill>
              <a:latin typeface="Roboto"/>
              <a:ea typeface="Roboto"/>
              <a:cs typeface="Roboto"/>
              <a:sym typeface="Roboto"/>
            </a:endParaRPr>
          </a:p>
        </p:txBody>
      </p:sp>
      <p:grpSp>
        <p:nvGrpSpPr>
          <p:cNvPr id="650" name="Google Shape;650;p76"/>
          <p:cNvGrpSpPr/>
          <p:nvPr/>
        </p:nvGrpSpPr>
        <p:grpSpPr>
          <a:xfrm>
            <a:off x="441525" y="2394750"/>
            <a:ext cx="3494700" cy="472263"/>
            <a:chOff x="466725" y="1438288"/>
            <a:chExt cx="3494700" cy="472263"/>
          </a:xfrm>
        </p:grpSpPr>
        <p:sp>
          <p:nvSpPr>
            <p:cNvPr id="651" name="Google Shape;651;p76"/>
            <p:cNvSpPr/>
            <p:nvPr/>
          </p:nvSpPr>
          <p:spPr>
            <a:xfrm rot="10800000">
              <a:off x="2043913" y="1721925"/>
              <a:ext cx="340325" cy="188625"/>
            </a:xfrm>
            <a:prstGeom prst="flowChartExtra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FFFFF"/>
                </a:solidFill>
              </a:endParaRPr>
            </a:p>
          </p:txBody>
        </p:sp>
        <p:sp>
          <p:nvSpPr>
            <p:cNvPr id="652" name="Google Shape;652;p76"/>
            <p:cNvSpPr/>
            <p:nvPr/>
          </p:nvSpPr>
          <p:spPr>
            <a:xfrm>
              <a:off x="466725" y="1438288"/>
              <a:ext cx="3494700" cy="364800"/>
            </a:xfrm>
            <a:prstGeom prst="roundRect">
              <a:avLst>
                <a:gd fmla="val 16667"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chemeClr val="dk2"/>
                  </a:solidFill>
                  <a:latin typeface="Roboto"/>
                  <a:ea typeface="Roboto"/>
                  <a:cs typeface="Roboto"/>
                  <a:sym typeface="Roboto"/>
                </a:rPr>
                <a:t>Example</a:t>
              </a:r>
              <a:endParaRPr b="1">
                <a:solidFill>
                  <a:schemeClr val="dk2"/>
                </a:solidFill>
                <a:latin typeface="Roboto"/>
                <a:ea typeface="Roboto"/>
                <a:cs typeface="Roboto"/>
                <a:sym typeface="Roboto"/>
              </a:endParaRPr>
            </a:p>
          </p:txBody>
        </p:sp>
      </p:grpSp>
      <p:sp>
        <p:nvSpPr>
          <p:cNvPr id="653" name="Google Shape;653;p76"/>
          <p:cNvSpPr txBox="1"/>
          <p:nvPr/>
        </p:nvSpPr>
        <p:spPr>
          <a:xfrm>
            <a:off x="4616875" y="1566500"/>
            <a:ext cx="4040700" cy="1014900"/>
          </a:xfrm>
          <a:prstGeom prst="rect">
            <a:avLst/>
          </a:prstGeom>
          <a:noFill/>
          <a:ln>
            <a:noFill/>
          </a:ln>
        </p:spPr>
        <p:txBody>
          <a:bodyPr anchorCtr="0" anchor="t" bIns="0" lIns="457200" spcFirstLastPara="1" rIns="0" wrap="square" tIns="0">
            <a:noAutofit/>
          </a:bodyPr>
          <a:lstStyle/>
          <a:p>
            <a:pPr indent="0" lvl="0" marL="0" rtl="0" algn="l">
              <a:spcBef>
                <a:spcPts val="0"/>
              </a:spcBef>
              <a:spcAft>
                <a:spcPts val="800"/>
              </a:spcAft>
              <a:buNone/>
            </a:pPr>
            <a:r>
              <a:rPr lang="en">
                <a:solidFill>
                  <a:schemeClr val="dk2"/>
                </a:solidFill>
                <a:latin typeface="Roboto"/>
                <a:ea typeface="Roboto"/>
                <a:cs typeface="Roboto"/>
                <a:sym typeface="Roboto"/>
              </a:rPr>
              <a:t>Scoping begins with asset inventory, the process of identifying and assigning asset value to all of an organization’s assets. </a:t>
            </a:r>
            <a:endParaRPr>
              <a:solidFill>
                <a:schemeClr val="dk2"/>
              </a:solidFill>
              <a:latin typeface="Roboto"/>
              <a:ea typeface="Roboto"/>
              <a:cs typeface="Roboto"/>
              <a:sym typeface="Roboto"/>
            </a:endParaRPr>
          </a:p>
        </p:txBody>
      </p:sp>
      <p:sp>
        <p:nvSpPr>
          <p:cNvPr id="654" name="Google Shape;654;p76"/>
          <p:cNvSpPr/>
          <p:nvPr/>
        </p:nvSpPr>
        <p:spPr>
          <a:xfrm>
            <a:off x="5067925" y="2971788"/>
            <a:ext cx="3494700" cy="1407000"/>
          </a:xfrm>
          <a:prstGeom prst="round2DiagRect">
            <a:avLst>
              <a:gd fmla="val 10607" name="adj1"/>
              <a:gd fmla="val 0" name="adj2"/>
            </a:avLst>
          </a:prstGeom>
          <a:solidFill>
            <a:srgbClr val="F3F3F3"/>
          </a:solidFill>
          <a:ln>
            <a:noFill/>
          </a:ln>
        </p:spPr>
        <p:txBody>
          <a:bodyPr anchorCtr="0" anchor="t" bIns="0" lIns="91425" spcFirstLastPara="1" rIns="91425" wrap="square" tIns="45700">
            <a:noAutofit/>
          </a:bodyPr>
          <a:lstStyle/>
          <a:p>
            <a:pPr indent="0" lvl="0" marL="0" rtl="0" algn="l">
              <a:lnSpc>
                <a:spcPct val="100000"/>
              </a:lnSpc>
              <a:spcBef>
                <a:spcPts val="0"/>
              </a:spcBef>
              <a:spcAft>
                <a:spcPts val="0"/>
              </a:spcAft>
              <a:buNone/>
            </a:pPr>
            <a:r>
              <a:t/>
            </a:r>
            <a:endParaRPr>
              <a:solidFill>
                <a:schemeClr val="dk2"/>
              </a:solidFill>
              <a:latin typeface="Roboto"/>
              <a:ea typeface="Roboto"/>
              <a:cs typeface="Roboto"/>
              <a:sym typeface="Roboto"/>
            </a:endParaRPr>
          </a:p>
          <a:p>
            <a:pPr indent="0" lvl="0" marL="0" rtl="0" algn="l">
              <a:lnSpc>
                <a:spcPct val="100000"/>
              </a:lnSpc>
              <a:spcBef>
                <a:spcPts val="0"/>
              </a:spcBef>
              <a:spcAft>
                <a:spcPts val="0"/>
              </a:spcAft>
              <a:buNone/>
            </a:pPr>
            <a:r>
              <a:rPr lang="en">
                <a:solidFill>
                  <a:schemeClr val="dk2"/>
                </a:solidFill>
                <a:latin typeface="Roboto"/>
                <a:ea typeface="Roboto"/>
                <a:cs typeface="Roboto"/>
                <a:sym typeface="Roboto"/>
              </a:rPr>
              <a:t>The asset value of a web application could be measured by the revenue or profit it generates.</a:t>
            </a:r>
            <a:endParaRPr>
              <a:solidFill>
                <a:schemeClr val="dk2"/>
              </a:solidFill>
              <a:latin typeface="Roboto"/>
              <a:ea typeface="Roboto"/>
              <a:cs typeface="Roboto"/>
              <a:sym typeface="Roboto"/>
            </a:endParaRPr>
          </a:p>
        </p:txBody>
      </p:sp>
      <p:grpSp>
        <p:nvGrpSpPr>
          <p:cNvPr id="655" name="Google Shape;655;p76"/>
          <p:cNvGrpSpPr/>
          <p:nvPr/>
        </p:nvGrpSpPr>
        <p:grpSpPr>
          <a:xfrm>
            <a:off x="5067925" y="2394750"/>
            <a:ext cx="3494700" cy="472263"/>
            <a:chOff x="466725" y="1438288"/>
            <a:chExt cx="3494700" cy="472263"/>
          </a:xfrm>
        </p:grpSpPr>
        <p:sp>
          <p:nvSpPr>
            <p:cNvPr id="656" name="Google Shape;656;p76"/>
            <p:cNvSpPr/>
            <p:nvPr/>
          </p:nvSpPr>
          <p:spPr>
            <a:xfrm rot="10800000">
              <a:off x="2043913" y="1721925"/>
              <a:ext cx="340325" cy="188625"/>
            </a:xfrm>
            <a:prstGeom prst="flowChartExtra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FFFFF"/>
                </a:solidFill>
              </a:endParaRPr>
            </a:p>
          </p:txBody>
        </p:sp>
        <p:sp>
          <p:nvSpPr>
            <p:cNvPr id="657" name="Google Shape;657;p76"/>
            <p:cNvSpPr/>
            <p:nvPr/>
          </p:nvSpPr>
          <p:spPr>
            <a:xfrm>
              <a:off x="466725" y="1438288"/>
              <a:ext cx="3494700" cy="364800"/>
            </a:xfrm>
            <a:prstGeom prst="roundRect">
              <a:avLst>
                <a:gd fmla="val 16667"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chemeClr val="dk2"/>
                  </a:solidFill>
                  <a:latin typeface="Roboto"/>
                  <a:ea typeface="Roboto"/>
                  <a:cs typeface="Roboto"/>
                  <a:sym typeface="Roboto"/>
                </a:rPr>
                <a:t>Example</a:t>
              </a:r>
              <a:endParaRPr b="1">
                <a:solidFill>
                  <a:schemeClr val="dk2"/>
                </a:solidFill>
                <a:latin typeface="Roboto"/>
                <a:ea typeface="Roboto"/>
                <a:cs typeface="Roboto"/>
                <a:sym typeface="Roboto"/>
              </a:endParaRPr>
            </a:p>
          </p:txBody>
        </p:sp>
      </p:grpSp>
      <p:sp>
        <p:nvSpPr>
          <p:cNvPr id="658" name="Google Shape;658;p76"/>
          <p:cNvSpPr txBox="1"/>
          <p:nvPr>
            <p:ph type="title"/>
          </p:nvPr>
        </p:nvSpPr>
        <p:spPr>
          <a:xfrm>
            <a:off x="457200" y="178368"/>
            <a:ext cx="8832300" cy="572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Step 1: Determine Assessment Scope</a:t>
            </a:r>
            <a:endParaRPr/>
          </a:p>
        </p:txBody>
      </p:sp>
      <p:pic>
        <p:nvPicPr>
          <p:cNvPr id="659" name="Google Shape;659;p76"/>
          <p:cNvPicPr preferRelativeResize="0"/>
          <p:nvPr/>
        </p:nvPicPr>
        <p:blipFill rotWithShape="1">
          <a:blip r:embed="rId3">
            <a:alphaModFix/>
          </a:blip>
          <a:srcRect b="0" l="0" r="0" t="0"/>
          <a:stretch/>
        </p:blipFill>
        <p:spPr>
          <a:xfrm>
            <a:off x="4305150" y="1371600"/>
            <a:ext cx="827450" cy="3474025"/>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3" name="Shape 663"/>
        <p:cNvGrpSpPr/>
        <p:nvPr/>
      </p:nvGrpSpPr>
      <p:grpSpPr>
        <a:xfrm>
          <a:off x="0" y="0"/>
          <a:ext cx="0" cy="0"/>
          <a:chOff x="0" y="0"/>
          <a:chExt cx="0" cy="0"/>
        </a:xfrm>
      </p:grpSpPr>
      <p:sp>
        <p:nvSpPr>
          <p:cNvPr id="664" name="Google Shape;664;p77"/>
          <p:cNvSpPr txBox="1"/>
          <p:nvPr>
            <p:ph type="title"/>
          </p:nvPr>
        </p:nvSpPr>
        <p:spPr>
          <a:xfrm>
            <a:off x="457200" y="174525"/>
            <a:ext cx="8832300" cy="572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Step 2: Identify Threat Agents</a:t>
            </a:r>
            <a:endParaRPr/>
          </a:p>
        </p:txBody>
      </p:sp>
      <p:sp>
        <p:nvSpPr>
          <p:cNvPr id="665" name="Google Shape;665;p77"/>
          <p:cNvSpPr txBox="1"/>
          <p:nvPr>
            <p:ph idx="1" type="body"/>
          </p:nvPr>
        </p:nvSpPr>
        <p:spPr>
          <a:xfrm>
            <a:off x="452675" y="694325"/>
            <a:ext cx="9144000" cy="1291500"/>
          </a:xfrm>
          <a:prstGeom prst="rect">
            <a:avLst/>
          </a:prstGeom>
        </p:spPr>
        <p:txBody>
          <a:bodyPr anchorCtr="0" anchor="t" bIns="91425" lIns="0" spcFirstLastPara="1" rIns="91425" wrap="square" tIns="0">
            <a:noAutofit/>
          </a:bodyPr>
          <a:lstStyle/>
          <a:p>
            <a:pPr indent="0" lvl="0" marL="0" rtl="0" algn="l">
              <a:spcBef>
                <a:spcPts val="0"/>
              </a:spcBef>
              <a:spcAft>
                <a:spcPts val="0"/>
              </a:spcAft>
              <a:buNone/>
            </a:pPr>
            <a:r>
              <a:rPr lang="en"/>
              <a:t>D</a:t>
            </a:r>
            <a:r>
              <a:rPr lang="en"/>
              <a:t>etermine which attackers would be interested in the relevant assets. </a:t>
            </a:r>
            <a:endParaRPr/>
          </a:p>
          <a:p>
            <a:pPr indent="0" lvl="0" marL="0" rtl="0" algn="l">
              <a:spcBef>
                <a:spcPts val="1000"/>
              </a:spcBef>
              <a:spcAft>
                <a:spcPts val="0"/>
              </a:spcAft>
              <a:buNone/>
            </a:pPr>
            <a:r>
              <a:rPr lang="en"/>
              <a:t>Threat agents include a person or group that can produce a threat, whether or </a:t>
            </a:r>
            <a:br>
              <a:rPr lang="en"/>
            </a:br>
            <a:r>
              <a:rPr lang="en"/>
              <a:t>not that person or group is malicious. Threats agents include: </a:t>
            </a:r>
            <a:endParaRPr/>
          </a:p>
        </p:txBody>
      </p:sp>
      <p:cxnSp>
        <p:nvCxnSpPr>
          <p:cNvPr id="666" name="Google Shape;666;p77"/>
          <p:cNvCxnSpPr/>
          <p:nvPr/>
        </p:nvCxnSpPr>
        <p:spPr>
          <a:xfrm>
            <a:off x="30950" y="3007475"/>
            <a:ext cx="1014300" cy="0"/>
          </a:xfrm>
          <a:prstGeom prst="straightConnector1">
            <a:avLst/>
          </a:prstGeom>
          <a:noFill/>
          <a:ln cap="flat" cmpd="sng" w="19050">
            <a:solidFill>
              <a:srgbClr val="2E5E73"/>
            </a:solidFill>
            <a:prstDash val="solid"/>
            <a:round/>
            <a:headEnd len="med" w="med" type="none"/>
            <a:tailEnd len="med" w="med" type="oval"/>
          </a:ln>
        </p:spPr>
      </p:cxnSp>
      <p:cxnSp>
        <p:nvCxnSpPr>
          <p:cNvPr id="667" name="Google Shape;667;p77"/>
          <p:cNvCxnSpPr/>
          <p:nvPr/>
        </p:nvCxnSpPr>
        <p:spPr>
          <a:xfrm>
            <a:off x="0" y="2328250"/>
            <a:ext cx="1045200" cy="0"/>
          </a:xfrm>
          <a:prstGeom prst="straightConnector1">
            <a:avLst/>
          </a:prstGeom>
          <a:noFill/>
          <a:ln cap="flat" cmpd="sng" w="19050">
            <a:solidFill>
              <a:srgbClr val="2E5E73"/>
            </a:solidFill>
            <a:prstDash val="solid"/>
            <a:round/>
            <a:headEnd len="med" w="med" type="none"/>
            <a:tailEnd len="med" w="med" type="oval"/>
          </a:ln>
        </p:spPr>
      </p:cxnSp>
      <p:cxnSp>
        <p:nvCxnSpPr>
          <p:cNvPr id="668" name="Google Shape;668;p77"/>
          <p:cNvCxnSpPr/>
          <p:nvPr/>
        </p:nvCxnSpPr>
        <p:spPr>
          <a:xfrm>
            <a:off x="0" y="3008250"/>
            <a:ext cx="1024500" cy="0"/>
          </a:xfrm>
          <a:prstGeom prst="straightConnector1">
            <a:avLst/>
          </a:prstGeom>
          <a:noFill/>
          <a:ln cap="flat" cmpd="sng" w="19050">
            <a:solidFill>
              <a:srgbClr val="2E5E73"/>
            </a:solidFill>
            <a:prstDash val="solid"/>
            <a:round/>
            <a:headEnd len="med" w="med" type="none"/>
            <a:tailEnd len="med" w="med" type="oval"/>
          </a:ln>
        </p:spPr>
      </p:cxnSp>
      <p:cxnSp>
        <p:nvCxnSpPr>
          <p:cNvPr id="669" name="Google Shape;669;p77"/>
          <p:cNvCxnSpPr/>
          <p:nvPr/>
        </p:nvCxnSpPr>
        <p:spPr>
          <a:xfrm>
            <a:off x="5112" y="3646225"/>
            <a:ext cx="1014300" cy="0"/>
          </a:xfrm>
          <a:prstGeom prst="straightConnector1">
            <a:avLst/>
          </a:prstGeom>
          <a:noFill/>
          <a:ln cap="flat" cmpd="sng" w="19050">
            <a:solidFill>
              <a:srgbClr val="2E5E73"/>
            </a:solidFill>
            <a:prstDash val="solid"/>
            <a:round/>
            <a:headEnd len="med" w="med" type="none"/>
            <a:tailEnd len="med" w="med" type="oval"/>
          </a:ln>
        </p:spPr>
      </p:cxnSp>
      <p:cxnSp>
        <p:nvCxnSpPr>
          <p:cNvPr id="670" name="Google Shape;670;p77"/>
          <p:cNvCxnSpPr/>
          <p:nvPr/>
        </p:nvCxnSpPr>
        <p:spPr>
          <a:xfrm>
            <a:off x="0" y="4285075"/>
            <a:ext cx="1045200" cy="0"/>
          </a:xfrm>
          <a:prstGeom prst="straightConnector1">
            <a:avLst/>
          </a:prstGeom>
          <a:noFill/>
          <a:ln cap="flat" cmpd="sng" w="19050">
            <a:solidFill>
              <a:srgbClr val="2E5E73"/>
            </a:solidFill>
            <a:prstDash val="solid"/>
            <a:round/>
            <a:headEnd len="med" w="med" type="none"/>
            <a:tailEnd len="med" w="med" type="oval"/>
          </a:ln>
        </p:spPr>
      </p:cxnSp>
      <p:sp>
        <p:nvSpPr>
          <p:cNvPr id="671" name="Google Shape;671;p77"/>
          <p:cNvSpPr/>
          <p:nvPr/>
        </p:nvSpPr>
        <p:spPr>
          <a:xfrm>
            <a:off x="953325" y="2807363"/>
            <a:ext cx="7517100" cy="4002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800">
              <a:solidFill>
                <a:schemeClr val="dk2"/>
              </a:solidFill>
              <a:latin typeface="Roboto"/>
              <a:ea typeface="Roboto"/>
              <a:cs typeface="Roboto"/>
              <a:sym typeface="Roboto"/>
            </a:endParaRPr>
          </a:p>
        </p:txBody>
      </p:sp>
      <p:sp>
        <p:nvSpPr>
          <p:cNvPr id="672" name="Google Shape;672;p77"/>
          <p:cNvSpPr/>
          <p:nvPr/>
        </p:nvSpPr>
        <p:spPr>
          <a:xfrm>
            <a:off x="953325" y="3449788"/>
            <a:ext cx="7517100" cy="4002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800">
              <a:solidFill>
                <a:schemeClr val="dk2"/>
              </a:solidFill>
              <a:latin typeface="Roboto"/>
              <a:ea typeface="Roboto"/>
              <a:cs typeface="Roboto"/>
              <a:sym typeface="Roboto"/>
            </a:endParaRPr>
          </a:p>
        </p:txBody>
      </p:sp>
      <p:sp>
        <p:nvSpPr>
          <p:cNvPr id="673" name="Google Shape;673;p77"/>
          <p:cNvSpPr/>
          <p:nvPr/>
        </p:nvSpPr>
        <p:spPr>
          <a:xfrm>
            <a:off x="953325" y="4092225"/>
            <a:ext cx="7517100" cy="4002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800">
              <a:solidFill>
                <a:schemeClr val="dk2"/>
              </a:solidFill>
              <a:latin typeface="Roboto"/>
              <a:ea typeface="Roboto"/>
              <a:cs typeface="Roboto"/>
              <a:sym typeface="Roboto"/>
            </a:endParaRPr>
          </a:p>
        </p:txBody>
      </p:sp>
      <p:sp>
        <p:nvSpPr>
          <p:cNvPr id="674" name="Google Shape;674;p77"/>
          <p:cNvSpPr/>
          <p:nvPr/>
        </p:nvSpPr>
        <p:spPr>
          <a:xfrm>
            <a:off x="953325" y="2138250"/>
            <a:ext cx="7517100" cy="4002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800">
              <a:solidFill>
                <a:schemeClr val="dk2"/>
              </a:solidFill>
              <a:latin typeface="Roboto"/>
              <a:ea typeface="Roboto"/>
              <a:cs typeface="Roboto"/>
              <a:sym typeface="Roboto"/>
            </a:endParaRPr>
          </a:p>
        </p:txBody>
      </p:sp>
      <p:sp>
        <p:nvSpPr>
          <p:cNvPr id="675" name="Google Shape;675;p77"/>
          <p:cNvSpPr/>
          <p:nvPr/>
        </p:nvSpPr>
        <p:spPr>
          <a:xfrm>
            <a:off x="870800" y="4123522"/>
            <a:ext cx="323100" cy="323100"/>
          </a:xfrm>
          <a:prstGeom prst="ellipse">
            <a:avLst/>
          </a:prstGeom>
          <a:solidFill>
            <a:srgbClr val="F2F2F2"/>
          </a:solidFill>
          <a:ln cap="flat" cmpd="sng" w="76200">
            <a:solidFill>
              <a:srgbClr val="2E5E7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082D49"/>
              </a:solidFill>
            </a:endParaRPr>
          </a:p>
        </p:txBody>
      </p:sp>
      <p:sp>
        <p:nvSpPr>
          <p:cNvPr id="676" name="Google Shape;676;p77"/>
          <p:cNvSpPr txBox="1"/>
          <p:nvPr/>
        </p:nvSpPr>
        <p:spPr>
          <a:xfrm>
            <a:off x="1193900" y="2157875"/>
            <a:ext cx="6952500" cy="4002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1200"/>
              </a:spcAft>
              <a:buNone/>
            </a:pPr>
            <a:r>
              <a:t/>
            </a:r>
            <a:endParaRPr sz="1800">
              <a:solidFill>
                <a:schemeClr val="dk2"/>
              </a:solidFill>
              <a:latin typeface="Roboto"/>
              <a:ea typeface="Roboto"/>
              <a:cs typeface="Roboto"/>
              <a:sym typeface="Roboto"/>
            </a:endParaRPr>
          </a:p>
        </p:txBody>
      </p:sp>
      <p:sp>
        <p:nvSpPr>
          <p:cNvPr id="677" name="Google Shape;677;p77"/>
          <p:cNvSpPr txBox="1"/>
          <p:nvPr/>
        </p:nvSpPr>
        <p:spPr>
          <a:xfrm>
            <a:off x="1193900" y="2800342"/>
            <a:ext cx="7276500" cy="4002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1200"/>
              </a:spcAft>
              <a:buNone/>
            </a:pPr>
            <a:r>
              <a:t/>
            </a:r>
            <a:endParaRPr sz="1800">
              <a:solidFill>
                <a:schemeClr val="dk2"/>
              </a:solidFill>
              <a:latin typeface="Roboto"/>
              <a:ea typeface="Roboto"/>
              <a:cs typeface="Roboto"/>
              <a:sym typeface="Roboto"/>
            </a:endParaRPr>
          </a:p>
        </p:txBody>
      </p:sp>
      <p:sp>
        <p:nvSpPr>
          <p:cNvPr id="678" name="Google Shape;678;p77"/>
          <p:cNvSpPr txBox="1"/>
          <p:nvPr/>
        </p:nvSpPr>
        <p:spPr>
          <a:xfrm>
            <a:off x="1193900" y="3446133"/>
            <a:ext cx="7276500" cy="4002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1200"/>
              </a:spcAft>
              <a:buNone/>
            </a:pPr>
            <a:r>
              <a:t/>
            </a:r>
            <a:endParaRPr sz="1800">
              <a:solidFill>
                <a:schemeClr val="dk2"/>
              </a:solidFill>
              <a:latin typeface="Roboto"/>
              <a:ea typeface="Roboto"/>
              <a:cs typeface="Roboto"/>
              <a:sym typeface="Roboto"/>
            </a:endParaRPr>
          </a:p>
        </p:txBody>
      </p:sp>
      <p:sp>
        <p:nvSpPr>
          <p:cNvPr id="679" name="Google Shape;679;p77"/>
          <p:cNvSpPr txBox="1"/>
          <p:nvPr/>
        </p:nvSpPr>
        <p:spPr>
          <a:xfrm>
            <a:off x="1193900" y="4091925"/>
            <a:ext cx="7276500" cy="4002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1200"/>
              </a:spcAft>
              <a:buNone/>
            </a:pPr>
            <a:r>
              <a:t/>
            </a:r>
            <a:endParaRPr sz="1800">
              <a:solidFill>
                <a:schemeClr val="dk2"/>
              </a:solidFill>
              <a:latin typeface="Roboto"/>
              <a:ea typeface="Roboto"/>
              <a:cs typeface="Roboto"/>
              <a:sym typeface="Roboto"/>
            </a:endParaRPr>
          </a:p>
        </p:txBody>
      </p:sp>
      <p:sp>
        <p:nvSpPr>
          <p:cNvPr id="680" name="Google Shape;680;p77"/>
          <p:cNvSpPr/>
          <p:nvPr/>
        </p:nvSpPr>
        <p:spPr>
          <a:xfrm>
            <a:off x="870800" y="3488360"/>
            <a:ext cx="323100" cy="323100"/>
          </a:xfrm>
          <a:prstGeom prst="ellipse">
            <a:avLst/>
          </a:prstGeom>
          <a:solidFill>
            <a:srgbClr val="F2F2F2"/>
          </a:solidFill>
          <a:ln cap="flat" cmpd="sng" w="76200">
            <a:solidFill>
              <a:srgbClr val="2E5E7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082D49"/>
              </a:solidFill>
            </a:endParaRPr>
          </a:p>
        </p:txBody>
      </p:sp>
      <p:sp>
        <p:nvSpPr>
          <p:cNvPr id="681" name="Google Shape;681;p77"/>
          <p:cNvSpPr/>
          <p:nvPr/>
        </p:nvSpPr>
        <p:spPr>
          <a:xfrm>
            <a:off x="870800" y="2846247"/>
            <a:ext cx="323100" cy="323100"/>
          </a:xfrm>
          <a:prstGeom prst="ellipse">
            <a:avLst/>
          </a:prstGeom>
          <a:solidFill>
            <a:srgbClr val="F2F2F2"/>
          </a:solidFill>
          <a:ln cap="flat" cmpd="sng" w="76200">
            <a:solidFill>
              <a:srgbClr val="2E5E7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082D49"/>
              </a:solidFill>
            </a:endParaRPr>
          </a:p>
        </p:txBody>
      </p:sp>
      <p:sp>
        <p:nvSpPr>
          <p:cNvPr id="682" name="Google Shape;682;p77"/>
          <p:cNvSpPr/>
          <p:nvPr/>
        </p:nvSpPr>
        <p:spPr>
          <a:xfrm>
            <a:off x="870800" y="2176797"/>
            <a:ext cx="323100" cy="323100"/>
          </a:xfrm>
          <a:prstGeom prst="ellipse">
            <a:avLst/>
          </a:prstGeom>
          <a:solidFill>
            <a:srgbClr val="F2F2F2"/>
          </a:solidFill>
          <a:ln cap="flat" cmpd="sng" w="76200">
            <a:solidFill>
              <a:srgbClr val="2E5E7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082D49"/>
              </a:solidFill>
            </a:endParaRPr>
          </a:p>
        </p:txBody>
      </p:sp>
      <p:sp>
        <p:nvSpPr>
          <p:cNvPr id="683" name="Google Shape;683;p77"/>
          <p:cNvSpPr txBox="1"/>
          <p:nvPr/>
        </p:nvSpPr>
        <p:spPr>
          <a:xfrm>
            <a:off x="1222100" y="2123465"/>
            <a:ext cx="7177500" cy="400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latin typeface="Roboto"/>
                <a:ea typeface="Roboto"/>
                <a:cs typeface="Roboto"/>
                <a:sym typeface="Roboto"/>
              </a:rPr>
              <a:t>Advanced persistent threats (APTs)</a:t>
            </a:r>
            <a:endParaRPr sz="1800">
              <a:solidFill>
                <a:schemeClr val="dk2"/>
              </a:solidFill>
              <a:latin typeface="Roboto"/>
              <a:ea typeface="Roboto"/>
              <a:cs typeface="Roboto"/>
              <a:sym typeface="Roboto"/>
            </a:endParaRPr>
          </a:p>
        </p:txBody>
      </p:sp>
      <p:sp>
        <p:nvSpPr>
          <p:cNvPr id="684" name="Google Shape;684;p77"/>
          <p:cNvSpPr txBox="1"/>
          <p:nvPr/>
        </p:nvSpPr>
        <p:spPr>
          <a:xfrm>
            <a:off x="1222100" y="2761078"/>
            <a:ext cx="7177500" cy="400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latin typeface="Roboto"/>
                <a:ea typeface="Roboto"/>
                <a:cs typeface="Roboto"/>
                <a:sym typeface="Roboto"/>
              </a:rPr>
              <a:t>Script kiddies</a:t>
            </a:r>
            <a:endParaRPr sz="1800">
              <a:solidFill>
                <a:schemeClr val="dk2"/>
              </a:solidFill>
              <a:latin typeface="Roboto"/>
              <a:ea typeface="Roboto"/>
              <a:cs typeface="Roboto"/>
              <a:sym typeface="Roboto"/>
            </a:endParaRPr>
          </a:p>
        </p:txBody>
      </p:sp>
      <p:sp>
        <p:nvSpPr>
          <p:cNvPr id="685" name="Google Shape;685;p77"/>
          <p:cNvSpPr txBox="1"/>
          <p:nvPr/>
        </p:nvSpPr>
        <p:spPr>
          <a:xfrm>
            <a:off x="1222100" y="3418690"/>
            <a:ext cx="7177500" cy="400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latin typeface="Roboto"/>
                <a:ea typeface="Roboto"/>
                <a:cs typeface="Roboto"/>
                <a:sym typeface="Roboto"/>
              </a:rPr>
              <a:t>Employees opening phishing emails</a:t>
            </a:r>
            <a:endParaRPr sz="1800">
              <a:solidFill>
                <a:schemeClr val="dk2"/>
              </a:solidFill>
              <a:latin typeface="Roboto"/>
              <a:ea typeface="Roboto"/>
              <a:cs typeface="Roboto"/>
              <a:sym typeface="Roboto"/>
            </a:endParaRPr>
          </a:p>
        </p:txBody>
      </p:sp>
      <p:sp>
        <p:nvSpPr>
          <p:cNvPr id="686" name="Google Shape;686;p77"/>
          <p:cNvSpPr txBox="1"/>
          <p:nvPr/>
        </p:nvSpPr>
        <p:spPr>
          <a:xfrm>
            <a:off x="1222100" y="4061115"/>
            <a:ext cx="7177500" cy="400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latin typeface="Roboto"/>
                <a:ea typeface="Roboto"/>
                <a:cs typeface="Roboto"/>
                <a:sym typeface="Roboto"/>
              </a:rPr>
              <a:t>Incompetent users breaking configurations on company computers</a:t>
            </a:r>
            <a:endParaRPr sz="1800">
              <a:solidFill>
                <a:schemeClr val="dk2"/>
              </a:solidFill>
              <a:latin typeface="Roboto"/>
              <a:ea typeface="Roboto"/>
              <a:cs typeface="Roboto"/>
              <a:sym typeface="Roboto"/>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0" name="Shape 690"/>
        <p:cNvGrpSpPr/>
        <p:nvPr/>
      </p:nvGrpSpPr>
      <p:grpSpPr>
        <a:xfrm>
          <a:off x="0" y="0"/>
          <a:ext cx="0" cy="0"/>
          <a:chOff x="0" y="0"/>
          <a:chExt cx="0" cy="0"/>
        </a:xfrm>
      </p:grpSpPr>
      <p:sp>
        <p:nvSpPr>
          <p:cNvPr id="691" name="Google Shape;691;p78"/>
          <p:cNvSpPr/>
          <p:nvPr/>
        </p:nvSpPr>
        <p:spPr>
          <a:xfrm>
            <a:off x="4716939" y="2294338"/>
            <a:ext cx="2216700" cy="759300"/>
          </a:xfrm>
          <a:prstGeom prst="homePlate">
            <a:avLst>
              <a:gd fmla="val 50000" name="adj"/>
            </a:avLst>
          </a:prstGeom>
          <a:solidFill>
            <a:schemeClr val="accent1"/>
          </a:solidFill>
          <a:ln cap="flat" cmpd="sng" w="381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2" name="Google Shape;692;p78"/>
          <p:cNvSpPr/>
          <p:nvPr/>
        </p:nvSpPr>
        <p:spPr>
          <a:xfrm flipH="1">
            <a:off x="2453489" y="2294338"/>
            <a:ext cx="2216700" cy="759300"/>
          </a:xfrm>
          <a:prstGeom prst="homePlate">
            <a:avLst>
              <a:gd fmla="val 50000" name="adj"/>
            </a:avLst>
          </a:prstGeom>
          <a:solidFill>
            <a:schemeClr val="accent2"/>
          </a:solidFill>
          <a:ln cap="flat" cmpd="sng" w="381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693" name="Google Shape;693;p78"/>
          <p:cNvCxnSpPr/>
          <p:nvPr/>
        </p:nvCxnSpPr>
        <p:spPr>
          <a:xfrm>
            <a:off x="5687988" y="2874088"/>
            <a:ext cx="0" cy="653400"/>
          </a:xfrm>
          <a:prstGeom prst="straightConnector1">
            <a:avLst/>
          </a:prstGeom>
          <a:noFill/>
          <a:ln cap="flat" cmpd="sng" w="19050">
            <a:solidFill>
              <a:schemeClr val="dk2"/>
            </a:solidFill>
            <a:prstDash val="solid"/>
            <a:round/>
            <a:headEnd len="med" w="med" type="oval"/>
            <a:tailEnd len="med" w="med" type="none"/>
          </a:ln>
        </p:spPr>
      </p:cxnSp>
      <p:sp>
        <p:nvSpPr>
          <p:cNvPr id="694" name="Google Shape;694;p78"/>
          <p:cNvSpPr txBox="1"/>
          <p:nvPr/>
        </p:nvSpPr>
        <p:spPr>
          <a:xfrm>
            <a:off x="2644343" y="2428800"/>
            <a:ext cx="19926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800">
                <a:solidFill>
                  <a:schemeClr val="dk2"/>
                </a:solidFill>
                <a:latin typeface="Roboto"/>
                <a:ea typeface="Roboto"/>
                <a:cs typeface="Roboto"/>
                <a:sym typeface="Roboto"/>
              </a:rPr>
              <a:t>Previous lesson</a:t>
            </a:r>
            <a:endParaRPr b="1" sz="1800">
              <a:solidFill>
                <a:schemeClr val="dk2"/>
              </a:solidFill>
              <a:latin typeface="Roboto"/>
              <a:ea typeface="Roboto"/>
              <a:cs typeface="Roboto"/>
              <a:sym typeface="Roboto"/>
            </a:endParaRPr>
          </a:p>
        </p:txBody>
      </p:sp>
      <p:sp>
        <p:nvSpPr>
          <p:cNvPr id="695" name="Google Shape;695;p78"/>
          <p:cNvSpPr txBox="1"/>
          <p:nvPr/>
        </p:nvSpPr>
        <p:spPr>
          <a:xfrm>
            <a:off x="4703549" y="3588200"/>
            <a:ext cx="2458800" cy="554100"/>
          </a:xfrm>
          <a:prstGeom prst="rect">
            <a:avLst/>
          </a:prstGeom>
          <a:noFill/>
          <a:ln>
            <a:noFill/>
          </a:ln>
        </p:spPr>
        <p:txBody>
          <a:bodyPr anchorCtr="0" anchor="t" bIns="0" lIns="0" spcFirstLastPara="1" rIns="0" wrap="square" tIns="0">
            <a:spAutoFit/>
          </a:bodyPr>
          <a:lstStyle/>
          <a:p>
            <a:pPr indent="0" lvl="0" marL="0" rtl="0" algn="l">
              <a:spcBef>
                <a:spcPts val="0"/>
              </a:spcBef>
              <a:spcAft>
                <a:spcPts val="200"/>
              </a:spcAft>
              <a:buNone/>
            </a:pPr>
            <a:r>
              <a:rPr lang="en" sz="1800">
                <a:solidFill>
                  <a:schemeClr val="dk2"/>
                </a:solidFill>
                <a:latin typeface="Roboto"/>
                <a:ea typeface="Roboto"/>
                <a:cs typeface="Roboto"/>
                <a:sym typeface="Roboto"/>
              </a:rPr>
              <a:t>Today, we’ll focus on malicious threat agents.</a:t>
            </a:r>
            <a:endParaRPr sz="1800">
              <a:solidFill>
                <a:schemeClr val="dk2"/>
              </a:solidFill>
              <a:latin typeface="Roboto"/>
              <a:ea typeface="Roboto"/>
              <a:cs typeface="Roboto"/>
              <a:sym typeface="Roboto"/>
            </a:endParaRPr>
          </a:p>
        </p:txBody>
      </p:sp>
      <p:sp>
        <p:nvSpPr>
          <p:cNvPr id="696" name="Google Shape;696;p78"/>
          <p:cNvSpPr txBox="1"/>
          <p:nvPr/>
        </p:nvSpPr>
        <p:spPr>
          <a:xfrm>
            <a:off x="4854145" y="2428788"/>
            <a:ext cx="16677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800">
                <a:solidFill>
                  <a:schemeClr val="dk2"/>
                </a:solidFill>
                <a:latin typeface="Roboto"/>
                <a:ea typeface="Roboto"/>
                <a:cs typeface="Roboto"/>
                <a:sym typeface="Roboto"/>
              </a:rPr>
              <a:t>This lesson</a:t>
            </a:r>
            <a:endParaRPr b="1" sz="1800">
              <a:solidFill>
                <a:schemeClr val="dk2"/>
              </a:solidFill>
              <a:latin typeface="Roboto"/>
              <a:ea typeface="Roboto"/>
              <a:cs typeface="Roboto"/>
              <a:sym typeface="Roboto"/>
            </a:endParaRPr>
          </a:p>
        </p:txBody>
      </p:sp>
      <p:cxnSp>
        <p:nvCxnSpPr>
          <p:cNvPr id="697" name="Google Shape;697;p78"/>
          <p:cNvCxnSpPr/>
          <p:nvPr/>
        </p:nvCxnSpPr>
        <p:spPr>
          <a:xfrm rot="10800000">
            <a:off x="3696713" y="1801538"/>
            <a:ext cx="0" cy="653400"/>
          </a:xfrm>
          <a:prstGeom prst="straightConnector1">
            <a:avLst/>
          </a:prstGeom>
          <a:noFill/>
          <a:ln cap="flat" cmpd="sng" w="19050">
            <a:solidFill>
              <a:schemeClr val="dk2"/>
            </a:solidFill>
            <a:prstDash val="solid"/>
            <a:round/>
            <a:headEnd len="med" w="med" type="oval"/>
            <a:tailEnd len="med" w="med" type="none"/>
          </a:ln>
        </p:spPr>
      </p:cxnSp>
      <p:sp>
        <p:nvSpPr>
          <p:cNvPr id="698" name="Google Shape;698;p78"/>
          <p:cNvSpPr txBox="1"/>
          <p:nvPr/>
        </p:nvSpPr>
        <p:spPr>
          <a:xfrm>
            <a:off x="1847500" y="900325"/>
            <a:ext cx="3731700" cy="831300"/>
          </a:xfrm>
          <a:prstGeom prst="rect">
            <a:avLst/>
          </a:prstGeom>
          <a:noFill/>
          <a:ln>
            <a:noFill/>
          </a:ln>
        </p:spPr>
        <p:txBody>
          <a:bodyPr anchorCtr="0" anchor="t" bIns="0" lIns="0" spcFirstLastPara="1" rIns="0" wrap="square" tIns="0">
            <a:spAutoFit/>
          </a:bodyPr>
          <a:lstStyle/>
          <a:p>
            <a:pPr indent="0" lvl="0" marL="0" rtl="0" algn="l">
              <a:spcBef>
                <a:spcPts val="0"/>
              </a:spcBef>
              <a:spcAft>
                <a:spcPts val="200"/>
              </a:spcAft>
              <a:buNone/>
            </a:pPr>
            <a:r>
              <a:rPr lang="en" sz="1800">
                <a:solidFill>
                  <a:schemeClr val="dk2"/>
                </a:solidFill>
                <a:latin typeface="Roboto"/>
                <a:ea typeface="Roboto"/>
                <a:cs typeface="Roboto"/>
                <a:sym typeface="Roboto"/>
              </a:rPr>
              <a:t>Previously, we’ve addressed unwitting threat agents, like employees opening phishing emails.</a:t>
            </a:r>
            <a:endParaRPr sz="1800">
              <a:solidFill>
                <a:schemeClr val="dk2"/>
              </a:solidFill>
              <a:latin typeface="Roboto"/>
              <a:ea typeface="Roboto"/>
              <a:cs typeface="Roboto"/>
              <a:sym typeface="Roboto"/>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2" name="Shape 702"/>
        <p:cNvGrpSpPr/>
        <p:nvPr/>
      </p:nvGrpSpPr>
      <p:grpSpPr>
        <a:xfrm>
          <a:off x="0" y="0"/>
          <a:ext cx="0" cy="0"/>
          <a:chOff x="0" y="0"/>
          <a:chExt cx="0" cy="0"/>
        </a:xfrm>
      </p:grpSpPr>
      <p:sp>
        <p:nvSpPr>
          <p:cNvPr id="703" name="Google Shape;703;p79"/>
          <p:cNvSpPr txBox="1"/>
          <p:nvPr>
            <p:ph idx="1" type="body"/>
          </p:nvPr>
        </p:nvSpPr>
        <p:spPr>
          <a:xfrm>
            <a:off x="464100" y="680025"/>
            <a:ext cx="8520600" cy="375600"/>
          </a:xfrm>
          <a:prstGeom prst="rect">
            <a:avLst/>
          </a:prstGeom>
        </p:spPr>
        <p:txBody>
          <a:bodyPr anchorCtr="0" anchor="t" bIns="91425" lIns="0" spcFirstLastPara="1" rIns="91425" wrap="square" tIns="0">
            <a:noAutofit/>
          </a:bodyPr>
          <a:lstStyle/>
          <a:p>
            <a:pPr indent="0" lvl="0" marL="0" rtl="0" algn="l">
              <a:spcBef>
                <a:spcPts val="0"/>
              </a:spcBef>
              <a:spcAft>
                <a:spcPts val="0"/>
              </a:spcAft>
              <a:buNone/>
            </a:pPr>
            <a:r>
              <a:rPr lang="en"/>
              <a:t>Identify the attacks each agent is likely to perform. </a:t>
            </a:r>
            <a:endParaRPr/>
          </a:p>
        </p:txBody>
      </p:sp>
      <p:sp>
        <p:nvSpPr>
          <p:cNvPr id="704" name="Google Shape;704;p79"/>
          <p:cNvSpPr/>
          <p:nvPr/>
        </p:nvSpPr>
        <p:spPr>
          <a:xfrm>
            <a:off x="515525" y="2616070"/>
            <a:ext cx="3566100" cy="828900"/>
          </a:xfrm>
          <a:prstGeom prst="round2DiagRect">
            <a:avLst>
              <a:gd fmla="val 10607" name="adj1"/>
              <a:gd fmla="val 0" name="adj2"/>
            </a:avLst>
          </a:prstGeom>
          <a:solidFill>
            <a:srgbClr val="F3F3F3"/>
          </a:solidFill>
          <a:ln>
            <a:noFill/>
          </a:ln>
        </p:spPr>
        <p:txBody>
          <a:bodyPr anchorCtr="0" anchor="t" bIns="0" lIns="91425" spcFirstLastPara="1" rIns="91425" wrap="square" tIns="45700">
            <a:noAutofit/>
          </a:bodyPr>
          <a:lstStyle/>
          <a:p>
            <a:pPr indent="0" lvl="0" marL="91440" rtl="0" algn="l">
              <a:lnSpc>
                <a:spcPct val="100000"/>
              </a:lnSpc>
              <a:spcBef>
                <a:spcPts val="0"/>
              </a:spcBef>
              <a:spcAft>
                <a:spcPts val="0"/>
              </a:spcAft>
              <a:buNone/>
            </a:pPr>
            <a:r>
              <a:rPr lang="en">
                <a:solidFill>
                  <a:schemeClr val="dk2"/>
                </a:solidFill>
                <a:latin typeface="Roboto"/>
                <a:ea typeface="Roboto"/>
                <a:cs typeface="Roboto"/>
                <a:sym typeface="Roboto"/>
              </a:rPr>
              <a:t>Script kiddies will have different goals than disgruntled employees. </a:t>
            </a:r>
            <a:endParaRPr>
              <a:solidFill>
                <a:schemeClr val="dk2"/>
              </a:solidFill>
              <a:latin typeface="Roboto"/>
              <a:ea typeface="Roboto"/>
              <a:cs typeface="Roboto"/>
              <a:sym typeface="Roboto"/>
            </a:endParaRPr>
          </a:p>
        </p:txBody>
      </p:sp>
      <p:grpSp>
        <p:nvGrpSpPr>
          <p:cNvPr id="705" name="Google Shape;705;p79"/>
          <p:cNvGrpSpPr/>
          <p:nvPr/>
        </p:nvGrpSpPr>
        <p:grpSpPr>
          <a:xfrm>
            <a:off x="515525" y="2039025"/>
            <a:ext cx="3565992" cy="472263"/>
            <a:chOff x="466725" y="1438288"/>
            <a:chExt cx="3494700" cy="472263"/>
          </a:xfrm>
        </p:grpSpPr>
        <p:sp>
          <p:nvSpPr>
            <p:cNvPr id="706" name="Google Shape;706;p79"/>
            <p:cNvSpPr/>
            <p:nvPr/>
          </p:nvSpPr>
          <p:spPr>
            <a:xfrm rot="10800000">
              <a:off x="2043913" y="1721925"/>
              <a:ext cx="340325" cy="188625"/>
            </a:xfrm>
            <a:prstGeom prst="flowChartExtra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FFFFF"/>
                </a:solidFill>
              </a:endParaRPr>
            </a:p>
          </p:txBody>
        </p:sp>
        <p:sp>
          <p:nvSpPr>
            <p:cNvPr id="707" name="Google Shape;707;p79"/>
            <p:cNvSpPr/>
            <p:nvPr/>
          </p:nvSpPr>
          <p:spPr>
            <a:xfrm>
              <a:off x="466725" y="1438288"/>
              <a:ext cx="3494700" cy="364800"/>
            </a:xfrm>
            <a:prstGeom prst="roundRect">
              <a:avLst>
                <a:gd fmla="val 16667"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chemeClr val="dk2"/>
                  </a:solidFill>
                  <a:latin typeface="Roboto"/>
                  <a:ea typeface="Roboto"/>
                  <a:cs typeface="Roboto"/>
                  <a:sym typeface="Roboto"/>
                </a:rPr>
                <a:t>Example</a:t>
              </a:r>
              <a:endParaRPr b="1">
                <a:solidFill>
                  <a:schemeClr val="dk2"/>
                </a:solidFill>
                <a:latin typeface="Roboto"/>
                <a:ea typeface="Roboto"/>
                <a:cs typeface="Roboto"/>
                <a:sym typeface="Roboto"/>
              </a:endParaRPr>
            </a:p>
          </p:txBody>
        </p:sp>
      </p:grpSp>
      <p:sp>
        <p:nvSpPr>
          <p:cNvPr id="708" name="Google Shape;708;p79"/>
          <p:cNvSpPr/>
          <p:nvPr/>
        </p:nvSpPr>
        <p:spPr>
          <a:xfrm>
            <a:off x="5083900" y="2616075"/>
            <a:ext cx="3626100" cy="2191200"/>
          </a:xfrm>
          <a:prstGeom prst="round2DiagRect">
            <a:avLst>
              <a:gd fmla="val 10607" name="adj1"/>
              <a:gd fmla="val 0" name="adj2"/>
            </a:avLst>
          </a:prstGeom>
          <a:solidFill>
            <a:srgbClr val="F3F3F3"/>
          </a:solidFill>
          <a:ln>
            <a:noFill/>
          </a:ln>
        </p:spPr>
        <p:txBody>
          <a:bodyPr anchorCtr="0" anchor="t" bIns="0" lIns="91425" spcFirstLastPara="1" rIns="91425" wrap="square" tIns="45700">
            <a:noAutofit/>
          </a:bodyPr>
          <a:lstStyle/>
          <a:p>
            <a:pPr indent="0" lvl="0" marL="91440" rtl="0" algn="l">
              <a:lnSpc>
                <a:spcPct val="100000"/>
              </a:lnSpc>
              <a:spcBef>
                <a:spcPts val="0"/>
              </a:spcBef>
              <a:spcAft>
                <a:spcPts val="0"/>
              </a:spcAft>
              <a:buNone/>
            </a:pPr>
            <a:r>
              <a:rPr lang="en">
                <a:solidFill>
                  <a:schemeClr val="dk2"/>
                </a:solidFill>
                <a:latin typeface="Roboto"/>
                <a:ea typeface="Roboto"/>
                <a:cs typeface="Roboto"/>
                <a:sym typeface="Roboto"/>
              </a:rPr>
              <a:t>If a client’s web application is taken offline by a DoS attack, the severity of the risk depends on which threat agent is responsible.</a:t>
            </a:r>
            <a:endParaRPr>
              <a:solidFill>
                <a:schemeClr val="dk2"/>
              </a:solidFill>
              <a:latin typeface="Roboto"/>
              <a:ea typeface="Roboto"/>
              <a:cs typeface="Roboto"/>
              <a:sym typeface="Roboto"/>
            </a:endParaRPr>
          </a:p>
          <a:p>
            <a:pPr indent="-317500" lvl="0" marL="457200" rtl="0" algn="l">
              <a:lnSpc>
                <a:spcPct val="100000"/>
              </a:lnSpc>
              <a:spcBef>
                <a:spcPts val="1000"/>
              </a:spcBef>
              <a:spcAft>
                <a:spcPts val="0"/>
              </a:spcAft>
              <a:buClr>
                <a:schemeClr val="dk2"/>
              </a:buClr>
              <a:buSzPts val="1400"/>
              <a:buFont typeface="Roboto"/>
              <a:buChar char="●"/>
            </a:pPr>
            <a:r>
              <a:rPr lang="en">
                <a:solidFill>
                  <a:schemeClr val="dk2"/>
                </a:solidFill>
                <a:latin typeface="Roboto"/>
                <a:ea typeface="Roboto"/>
                <a:cs typeface="Roboto"/>
                <a:sym typeface="Roboto"/>
              </a:rPr>
              <a:t>Script kiddies might DoS a server simply to cause trouble.</a:t>
            </a:r>
            <a:endParaRPr>
              <a:solidFill>
                <a:schemeClr val="dk2"/>
              </a:solidFill>
              <a:latin typeface="Roboto"/>
              <a:ea typeface="Roboto"/>
              <a:cs typeface="Roboto"/>
              <a:sym typeface="Roboto"/>
            </a:endParaRPr>
          </a:p>
          <a:p>
            <a:pPr indent="-317500" lvl="0" marL="457200" rtl="0" algn="l">
              <a:lnSpc>
                <a:spcPct val="100000"/>
              </a:lnSpc>
              <a:spcBef>
                <a:spcPts val="1000"/>
              </a:spcBef>
              <a:spcAft>
                <a:spcPts val="0"/>
              </a:spcAft>
              <a:buClr>
                <a:schemeClr val="dk2"/>
              </a:buClr>
              <a:buSzPts val="1400"/>
              <a:buFont typeface="Roboto"/>
              <a:buChar char="●"/>
            </a:pPr>
            <a:r>
              <a:rPr lang="en">
                <a:solidFill>
                  <a:schemeClr val="dk2"/>
                </a:solidFill>
                <a:latin typeface="Roboto"/>
                <a:ea typeface="Roboto"/>
                <a:cs typeface="Roboto"/>
                <a:sym typeface="Roboto"/>
              </a:rPr>
              <a:t>An APT might DoS a server as a smokescreen to steal valuable data.</a:t>
            </a:r>
            <a:endParaRPr>
              <a:solidFill>
                <a:schemeClr val="dk2"/>
              </a:solidFill>
              <a:latin typeface="Roboto"/>
              <a:ea typeface="Roboto"/>
              <a:cs typeface="Roboto"/>
              <a:sym typeface="Roboto"/>
            </a:endParaRPr>
          </a:p>
        </p:txBody>
      </p:sp>
      <p:grpSp>
        <p:nvGrpSpPr>
          <p:cNvPr id="709" name="Google Shape;709;p79"/>
          <p:cNvGrpSpPr/>
          <p:nvPr/>
        </p:nvGrpSpPr>
        <p:grpSpPr>
          <a:xfrm>
            <a:off x="5083921" y="2039025"/>
            <a:ext cx="3626101" cy="472263"/>
            <a:chOff x="466725" y="1438288"/>
            <a:chExt cx="3494700" cy="472263"/>
          </a:xfrm>
        </p:grpSpPr>
        <p:sp>
          <p:nvSpPr>
            <p:cNvPr id="710" name="Google Shape;710;p79"/>
            <p:cNvSpPr/>
            <p:nvPr/>
          </p:nvSpPr>
          <p:spPr>
            <a:xfrm rot="10800000">
              <a:off x="2043913" y="1721925"/>
              <a:ext cx="340325" cy="188625"/>
            </a:xfrm>
            <a:prstGeom prst="flowChartExtra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FFFFF"/>
                </a:solidFill>
              </a:endParaRPr>
            </a:p>
          </p:txBody>
        </p:sp>
        <p:sp>
          <p:nvSpPr>
            <p:cNvPr id="711" name="Google Shape;711;p79"/>
            <p:cNvSpPr/>
            <p:nvPr/>
          </p:nvSpPr>
          <p:spPr>
            <a:xfrm>
              <a:off x="466725" y="1438288"/>
              <a:ext cx="3494700" cy="364800"/>
            </a:xfrm>
            <a:prstGeom prst="roundRect">
              <a:avLst>
                <a:gd fmla="val 16667"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chemeClr val="dk2"/>
                  </a:solidFill>
                  <a:latin typeface="Roboto"/>
                  <a:ea typeface="Roboto"/>
                  <a:cs typeface="Roboto"/>
                  <a:sym typeface="Roboto"/>
                </a:rPr>
                <a:t>Example</a:t>
              </a:r>
              <a:endParaRPr b="1">
                <a:solidFill>
                  <a:schemeClr val="dk2"/>
                </a:solidFill>
                <a:latin typeface="Roboto"/>
                <a:ea typeface="Roboto"/>
                <a:cs typeface="Roboto"/>
                <a:sym typeface="Roboto"/>
              </a:endParaRPr>
            </a:p>
          </p:txBody>
        </p:sp>
      </p:grpSp>
      <p:sp>
        <p:nvSpPr>
          <p:cNvPr id="712" name="Google Shape;712;p79"/>
          <p:cNvSpPr txBox="1"/>
          <p:nvPr>
            <p:ph type="title"/>
          </p:nvPr>
        </p:nvSpPr>
        <p:spPr>
          <a:xfrm>
            <a:off x="457200" y="223725"/>
            <a:ext cx="8832300" cy="572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Step 3: Identify Potential Attacks</a:t>
            </a:r>
            <a:endParaRPr/>
          </a:p>
        </p:txBody>
      </p:sp>
      <p:sp>
        <p:nvSpPr>
          <p:cNvPr id="713" name="Google Shape;713;p79"/>
          <p:cNvSpPr txBox="1"/>
          <p:nvPr>
            <p:ph idx="1" type="body"/>
          </p:nvPr>
        </p:nvSpPr>
        <p:spPr>
          <a:xfrm>
            <a:off x="464100" y="1105350"/>
            <a:ext cx="3473700" cy="828900"/>
          </a:xfrm>
          <a:prstGeom prst="rect">
            <a:avLst/>
          </a:prstGeom>
        </p:spPr>
        <p:txBody>
          <a:bodyPr anchorCtr="0" anchor="ctr" bIns="91425" lIns="0" spcFirstLastPara="1" rIns="91425" wrap="square" tIns="0">
            <a:noAutofit/>
          </a:bodyPr>
          <a:lstStyle/>
          <a:p>
            <a:pPr indent="0" lvl="0" marL="0" rtl="0" algn="l">
              <a:spcBef>
                <a:spcPts val="0"/>
              </a:spcBef>
              <a:spcAft>
                <a:spcPts val="0"/>
              </a:spcAft>
              <a:buNone/>
            </a:pPr>
            <a:r>
              <a:rPr lang="en" sz="1400"/>
              <a:t>Different attackers use different modes of attacks. Different attacks mean different risks and considerations. </a:t>
            </a:r>
            <a:endParaRPr sz="1400"/>
          </a:p>
        </p:txBody>
      </p:sp>
      <p:sp>
        <p:nvSpPr>
          <p:cNvPr id="714" name="Google Shape;714;p79"/>
          <p:cNvSpPr txBox="1"/>
          <p:nvPr>
            <p:ph idx="1" type="body"/>
          </p:nvPr>
        </p:nvSpPr>
        <p:spPr>
          <a:xfrm>
            <a:off x="5053907" y="1131828"/>
            <a:ext cx="3626100" cy="828900"/>
          </a:xfrm>
          <a:prstGeom prst="rect">
            <a:avLst/>
          </a:prstGeom>
        </p:spPr>
        <p:txBody>
          <a:bodyPr anchorCtr="0" anchor="ctr" bIns="91425" lIns="0" spcFirstLastPara="1" rIns="91425" wrap="square" tIns="0">
            <a:noAutofit/>
          </a:bodyPr>
          <a:lstStyle/>
          <a:p>
            <a:pPr indent="0" lvl="0" marL="0" rtl="0" algn="l">
              <a:spcBef>
                <a:spcPts val="0"/>
              </a:spcBef>
              <a:spcAft>
                <a:spcPts val="0"/>
              </a:spcAft>
              <a:buNone/>
            </a:pPr>
            <a:r>
              <a:rPr lang="en" sz="1400"/>
              <a:t>We can identify a potential attack by considering the threat agent’s motivation, skill level, and amount of funding. </a:t>
            </a:r>
            <a:endParaRPr sz="1400"/>
          </a:p>
        </p:txBody>
      </p:sp>
      <p:pic>
        <p:nvPicPr>
          <p:cNvPr id="715" name="Google Shape;715;p79"/>
          <p:cNvPicPr preferRelativeResize="0"/>
          <p:nvPr/>
        </p:nvPicPr>
        <p:blipFill rotWithShape="1">
          <a:blip r:embed="rId3">
            <a:alphaModFix/>
          </a:blip>
          <a:srcRect b="0" l="0" r="0" t="0"/>
          <a:stretch/>
        </p:blipFill>
        <p:spPr>
          <a:xfrm>
            <a:off x="4305138" y="1183050"/>
            <a:ext cx="827470" cy="3662574"/>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9" name="Shape 719"/>
        <p:cNvGrpSpPr/>
        <p:nvPr/>
      </p:nvGrpSpPr>
      <p:grpSpPr>
        <a:xfrm>
          <a:off x="0" y="0"/>
          <a:ext cx="0" cy="0"/>
          <a:chOff x="0" y="0"/>
          <a:chExt cx="0" cy="0"/>
        </a:xfrm>
      </p:grpSpPr>
      <p:sp>
        <p:nvSpPr>
          <p:cNvPr id="720" name="Google Shape;720;p80"/>
          <p:cNvSpPr txBox="1"/>
          <p:nvPr>
            <p:ph idx="1" type="body"/>
          </p:nvPr>
        </p:nvSpPr>
        <p:spPr>
          <a:xfrm>
            <a:off x="464100" y="787350"/>
            <a:ext cx="8520600" cy="718500"/>
          </a:xfrm>
          <a:prstGeom prst="rect">
            <a:avLst/>
          </a:prstGeom>
        </p:spPr>
        <p:txBody>
          <a:bodyPr anchorCtr="0" anchor="t" bIns="91425" lIns="0" spcFirstLastPara="1" rIns="91425" wrap="square" tIns="0">
            <a:noAutofit/>
          </a:bodyPr>
          <a:lstStyle/>
          <a:p>
            <a:pPr indent="0" lvl="0" marL="0" rtl="0" algn="l">
              <a:spcBef>
                <a:spcPts val="0"/>
              </a:spcBef>
              <a:spcAft>
                <a:spcPts val="0"/>
              </a:spcAft>
              <a:buNone/>
            </a:pPr>
            <a:r>
              <a:rPr lang="en"/>
              <a:t>Identify the most vulnerable points in a system, how the agent will deliver the attack, and where an attack is most likely to occur.</a:t>
            </a:r>
            <a:endParaRPr/>
          </a:p>
        </p:txBody>
      </p:sp>
      <p:sp>
        <p:nvSpPr>
          <p:cNvPr id="721" name="Google Shape;721;p80"/>
          <p:cNvSpPr txBox="1"/>
          <p:nvPr/>
        </p:nvSpPr>
        <p:spPr>
          <a:xfrm>
            <a:off x="410100" y="1670450"/>
            <a:ext cx="3840300" cy="1014900"/>
          </a:xfrm>
          <a:prstGeom prst="rect">
            <a:avLst/>
          </a:prstGeom>
          <a:noFill/>
          <a:ln>
            <a:noFill/>
          </a:ln>
        </p:spPr>
        <p:txBody>
          <a:bodyPr anchorCtr="0" anchor="t" bIns="0" lIns="0" spcFirstLastPara="1" rIns="0" wrap="square" tIns="0">
            <a:noAutofit/>
          </a:bodyPr>
          <a:lstStyle/>
          <a:p>
            <a:pPr indent="0" lvl="0" marL="0" rtl="0" algn="l">
              <a:spcBef>
                <a:spcPts val="0"/>
              </a:spcBef>
              <a:spcAft>
                <a:spcPts val="800"/>
              </a:spcAft>
              <a:buNone/>
            </a:pPr>
            <a:r>
              <a:rPr lang="en">
                <a:solidFill>
                  <a:schemeClr val="dk2"/>
                </a:solidFill>
                <a:latin typeface="Roboto"/>
                <a:ea typeface="Roboto"/>
                <a:cs typeface="Roboto"/>
                <a:sym typeface="Roboto"/>
              </a:rPr>
              <a:t>Once we determine who might attack and what methods they might use, we determine where exactly in the system they will likely direct their attacks and what the risk will be if they do.</a:t>
            </a:r>
            <a:endParaRPr>
              <a:solidFill>
                <a:schemeClr val="dk2"/>
              </a:solidFill>
              <a:latin typeface="Roboto"/>
              <a:ea typeface="Roboto"/>
              <a:cs typeface="Roboto"/>
              <a:sym typeface="Roboto"/>
            </a:endParaRPr>
          </a:p>
        </p:txBody>
      </p:sp>
      <p:sp>
        <p:nvSpPr>
          <p:cNvPr id="722" name="Google Shape;722;p80"/>
          <p:cNvSpPr/>
          <p:nvPr/>
        </p:nvSpPr>
        <p:spPr>
          <a:xfrm>
            <a:off x="4671100" y="2230925"/>
            <a:ext cx="3840300" cy="2280600"/>
          </a:xfrm>
          <a:prstGeom prst="round2DiagRect">
            <a:avLst>
              <a:gd fmla="val 10607" name="adj1"/>
              <a:gd fmla="val 0" name="adj2"/>
            </a:avLst>
          </a:prstGeom>
          <a:solidFill>
            <a:srgbClr val="F3F3F3"/>
          </a:solidFill>
          <a:ln>
            <a:noFill/>
          </a:ln>
        </p:spPr>
        <p:txBody>
          <a:bodyPr anchorCtr="0" anchor="t" bIns="0" lIns="91425" spcFirstLastPara="1" rIns="91425" wrap="square" tIns="91425">
            <a:noAutofit/>
          </a:bodyPr>
          <a:lstStyle/>
          <a:p>
            <a:pPr indent="0" lvl="0" marL="91440" rtl="0" algn="l">
              <a:lnSpc>
                <a:spcPct val="100000"/>
              </a:lnSpc>
              <a:spcBef>
                <a:spcPts val="0"/>
              </a:spcBef>
              <a:spcAft>
                <a:spcPts val="0"/>
              </a:spcAft>
              <a:buNone/>
            </a:pPr>
            <a:r>
              <a:rPr lang="en">
                <a:solidFill>
                  <a:schemeClr val="dk2"/>
                </a:solidFill>
                <a:latin typeface="Roboto"/>
                <a:ea typeface="Roboto"/>
                <a:cs typeface="Roboto"/>
                <a:sym typeface="Roboto"/>
              </a:rPr>
              <a:t>If a network has only one database that stores everything, the entire company will lose access to all data if it is compromised. </a:t>
            </a:r>
            <a:endParaRPr>
              <a:solidFill>
                <a:schemeClr val="dk2"/>
              </a:solidFill>
              <a:latin typeface="Roboto"/>
              <a:ea typeface="Roboto"/>
              <a:cs typeface="Roboto"/>
              <a:sym typeface="Roboto"/>
            </a:endParaRPr>
          </a:p>
          <a:p>
            <a:pPr indent="0" lvl="0" marL="91440" rtl="0" algn="l">
              <a:lnSpc>
                <a:spcPct val="100000"/>
              </a:lnSpc>
              <a:spcBef>
                <a:spcPts val="1000"/>
              </a:spcBef>
              <a:spcAft>
                <a:spcPts val="1000"/>
              </a:spcAft>
              <a:buNone/>
            </a:pPr>
            <a:r>
              <a:rPr lang="en">
                <a:solidFill>
                  <a:schemeClr val="dk2"/>
                </a:solidFill>
                <a:latin typeface="Roboto"/>
                <a:ea typeface="Roboto"/>
                <a:cs typeface="Roboto"/>
                <a:sym typeface="Roboto"/>
              </a:rPr>
              <a:t>An attacker seeking to DoS the company's network can exploit this database to achieve their goal.</a:t>
            </a:r>
            <a:endParaRPr>
              <a:solidFill>
                <a:schemeClr val="dk2"/>
              </a:solidFill>
              <a:latin typeface="Roboto"/>
              <a:ea typeface="Roboto"/>
              <a:cs typeface="Roboto"/>
              <a:sym typeface="Roboto"/>
            </a:endParaRPr>
          </a:p>
        </p:txBody>
      </p:sp>
      <p:grpSp>
        <p:nvGrpSpPr>
          <p:cNvPr id="723" name="Google Shape;723;p80"/>
          <p:cNvGrpSpPr/>
          <p:nvPr/>
        </p:nvGrpSpPr>
        <p:grpSpPr>
          <a:xfrm>
            <a:off x="4671100" y="1670450"/>
            <a:ext cx="3840300" cy="472263"/>
            <a:chOff x="466725" y="1438288"/>
            <a:chExt cx="3840300" cy="472263"/>
          </a:xfrm>
        </p:grpSpPr>
        <p:sp>
          <p:nvSpPr>
            <p:cNvPr id="724" name="Google Shape;724;p80"/>
            <p:cNvSpPr/>
            <p:nvPr/>
          </p:nvSpPr>
          <p:spPr>
            <a:xfrm rot="10800000">
              <a:off x="2216713" y="1721925"/>
              <a:ext cx="340325" cy="188625"/>
            </a:xfrm>
            <a:prstGeom prst="flowChartExtra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FFFFF"/>
                </a:solidFill>
              </a:endParaRPr>
            </a:p>
          </p:txBody>
        </p:sp>
        <p:sp>
          <p:nvSpPr>
            <p:cNvPr id="725" name="Google Shape;725;p80"/>
            <p:cNvSpPr/>
            <p:nvPr/>
          </p:nvSpPr>
          <p:spPr>
            <a:xfrm>
              <a:off x="466725" y="1438288"/>
              <a:ext cx="3840300" cy="364800"/>
            </a:xfrm>
            <a:prstGeom prst="roundRect">
              <a:avLst>
                <a:gd fmla="val 16667"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chemeClr val="dk2"/>
                  </a:solidFill>
                  <a:latin typeface="Roboto"/>
                  <a:ea typeface="Roboto"/>
                  <a:cs typeface="Roboto"/>
                  <a:sym typeface="Roboto"/>
                </a:rPr>
                <a:t>Example</a:t>
              </a:r>
              <a:endParaRPr b="1">
                <a:solidFill>
                  <a:schemeClr val="dk2"/>
                </a:solidFill>
                <a:latin typeface="Roboto"/>
                <a:ea typeface="Roboto"/>
                <a:cs typeface="Roboto"/>
                <a:sym typeface="Roboto"/>
              </a:endParaRPr>
            </a:p>
          </p:txBody>
        </p:sp>
      </p:grpSp>
      <p:sp>
        <p:nvSpPr>
          <p:cNvPr id="726" name="Google Shape;726;p80"/>
          <p:cNvSpPr txBox="1"/>
          <p:nvPr>
            <p:ph type="title"/>
          </p:nvPr>
        </p:nvSpPr>
        <p:spPr>
          <a:xfrm>
            <a:off x="457200" y="220225"/>
            <a:ext cx="8832300" cy="572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Step 4: Identify Exploitable Vulnerabilities</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0" name="Shape 730"/>
        <p:cNvGrpSpPr/>
        <p:nvPr/>
      </p:nvGrpSpPr>
      <p:grpSpPr>
        <a:xfrm>
          <a:off x="0" y="0"/>
          <a:ext cx="0" cy="0"/>
          <a:chOff x="0" y="0"/>
          <a:chExt cx="0" cy="0"/>
        </a:xfrm>
      </p:grpSpPr>
      <p:sp>
        <p:nvSpPr>
          <p:cNvPr id="731" name="Google Shape;731;p81"/>
          <p:cNvSpPr txBox="1"/>
          <p:nvPr>
            <p:ph idx="2" type="subTitle"/>
          </p:nvPr>
        </p:nvSpPr>
        <p:spPr>
          <a:xfrm>
            <a:off x="0" y="4322600"/>
            <a:ext cx="8703600" cy="323100"/>
          </a:xfrm>
          <a:prstGeom prst="rect">
            <a:avLst/>
          </a:prstGeom>
        </p:spPr>
        <p:txBody>
          <a:bodyPr anchorCtr="0" anchor="t" bIns="91425" lIns="0" spcFirstLastPara="1" rIns="91425" wrap="square" tIns="0">
            <a:noAutofit/>
          </a:bodyPr>
          <a:lstStyle/>
          <a:p>
            <a:pPr indent="0" lvl="0" marL="0" rtl="0" algn="r">
              <a:spcBef>
                <a:spcPts val="0"/>
              </a:spcBef>
              <a:spcAft>
                <a:spcPts val="0"/>
              </a:spcAft>
              <a:buNone/>
            </a:pPr>
            <a:r>
              <a:rPr lang="en"/>
              <a:t>25 minutes</a:t>
            </a:r>
            <a:endParaRPr/>
          </a:p>
        </p:txBody>
      </p:sp>
      <p:sp>
        <p:nvSpPr>
          <p:cNvPr id="732" name="Google Shape;732;p81"/>
          <p:cNvSpPr txBox="1"/>
          <p:nvPr>
            <p:ph idx="1" type="subTitle"/>
          </p:nvPr>
        </p:nvSpPr>
        <p:spPr>
          <a:xfrm>
            <a:off x="914400" y="1726975"/>
            <a:ext cx="6423000" cy="2116200"/>
          </a:xfrm>
          <a:prstGeom prst="rect">
            <a:avLst/>
          </a:prstGeom>
        </p:spPr>
        <p:txBody>
          <a:bodyPr anchorCtr="0" anchor="t" bIns="91425" lIns="0" spcFirstLastPara="1" rIns="91425" wrap="square" tIns="91425">
            <a:noAutofit/>
          </a:bodyPr>
          <a:lstStyle/>
          <a:p>
            <a:pPr indent="0" lvl="0" marL="0" rtl="0" algn="l">
              <a:spcBef>
                <a:spcPts val="0"/>
              </a:spcBef>
              <a:spcAft>
                <a:spcPts val="0"/>
              </a:spcAft>
              <a:buNone/>
            </a:pPr>
            <a:r>
              <a:rPr lang="en" sz="1800"/>
              <a:t>In this activity, you’ll learn more about GeldCorp’s business </a:t>
            </a:r>
            <a:r>
              <a:rPr lang="en" sz="1800"/>
              <a:t>operations</a:t>
            </a:r>
            <a:r>
              <a:rPr lang="en" sz="1800"/>
              <a:t> and assets before applying Steps 1–4 of the OWASP process. </a:t>
            </a:r>
            <a:endParaRPr sz="1800"/>
          </a:p>
        </p:txBody>
      </p:sp>
      <p:sp>
        <p:nvSpPr>
          <p:cNvPr id="733" name="Google Shape;733;p81"/>
          <p:cNvSpPr txBox="1"/>
          <p:nvPr>
            <p:ph type="title"/>
          </p:nvPr>
        </p:nvSpPr>
        <p:spPr>
          <a:xfrm>
            <a:off x="-6000" y="478650"/>
            <a:ext cx="9168600" cy="323100"/>
          </a:xfrm>
          <a:prstGeom prst="rect">
            <a:avLst/>
          </a:prstGeom>
        </p:spPr>
        <p:txBody>
          <a:bodyPr anchorCtr="0" anchor="t" bIns="91425" lIns="822950" spcFirstLastPara="1" rIns="91425" wrap="square" tIns="91425">
            <a:noAutofit/>
          </a:bodyPr>
          <a:lstStyle/>
          <a:p>
            <a:pPr indent="0" lvl="0" marL="0" rtl="0" algn="l">
              <a:spcBef>
                <a:spcPts val="0"/>
              </a:spcBef>
              <a:spcAft>
                <a:spcPts val="0"/>
              </a:spcAft>
              <a:buNone/>
            </a:pPr>
            <a:r>
              <a:rPr lang="en" sz="1800">
                <a:latin typeface="Roboto"/>
                <a:ea typeface="Roboto"/>
                <a:cs typeface="Roboto"/>
                <a:sym typeface="Roboto"/>
              </a:rPr>
              <a:t>Threat </a:t>
            </a:r>
            <a:r>
              <a:rPr lang="en" sz="1800"/>
              <a:t>m</a:t>
            </a:r>
            <a:r>
              <a:rPr lang="en" sz="1800">
                <a:latin typeface="Roboto"/>
                <a:ea typeface="Roboto"/>
                <a:cs typeface="Roboto"/>
                <a:sym typeface="Roboto"/>
              </a:rPr>
              <a:t>odeling: </a:t>
            </a:r>
            <a:r>
              <a:rPr lang="en" sz="1800"/>
              <a:t>S</a:t>
            </a:r>
            <a:r>
              <a:rPr lang="en" sz="1800">
                <a:latin typeface="Roboto"/>
                <a:ea typeface="Roboto"/>
                <a:cs typeface="Roboto"/>
                <a:sym typeface="Roboto"/>
              </a:rPr>
              <a:t>teps 1–4</a:t>
            </a:r>
            <a:endParaRPr sz="1800">
              <a:latin typeface="Roboto"/>
              <a:ea typeface="Roboto"/>
              <a:cs typeface="Roboto"/>
              <a:sym typeface="Roboto"/>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7" name="Shape 737"/>
        <p:cNvGrpSpPr/>
        <p:nvPr/>
      </p:nvGrpSpPr>
      <p:grpSpPr>
        <a:xfrm>
          <a:off x="0" y="0"/>
          <a:ext cx="0" cy="0"/>
          <a:chOff x="0" y="0"/>
          <a:chExt cx="0" cy="0"/>
        </a:xfrm>
      </p:grpSpPr>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1" name="Shape 741"/>
        <p:cNvGrpSpPr/>
        <p:nvPr/>
      </p:nvGrpSpPr>
      <p:grpSpPr>
        <a:xfrm>
          <a:off x="0" y="0"/>
          <a:ext cx="0" cy="0"/>
          <a:chOff x="0" y="0"/>
          <a:chExt cx="0" cy="0"/>
        </a:xfrm>
      </p:grpSpPr>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5" name="Shape 745"/>
        <p:cNvGrpSpPr/>
        <p:nvPr/>
      </p:nvGrpSpPr>
      <p:grpSpPr>
        <a:xfrm>
          <a:off x="0" y="0"/>
          <a:ext cx="0" cy="0"/>
          <a:chOff x="0" y="0"/>
          <a:chExt cx="0" cy="0"/>
        </a:xfrm>
      </p:grpSpPr>
      <p:sp>
        <p:nvSpPr>
          <p:cNvPr id="746" name="Google Shape;746;p84"/>
          <p:cNvSpPr txBox="1"/>
          <p:nvPr>
            <p:ph type="title"/>
          </p:nvPr>
        </p:nvSpPr>
        <p:spPr>
          <a:xfrm>
            <a:off x="0" y="2628900"/>
            <a:ext cx="9144000" cy="806400"/>
          </a:xfrm>
          <a:prstGeom prst="rect">
            <a:avLst/>
          </a:prstGeom>
        </p:spPr>
        <p:txBody>
          <a:bodyPr anchorCtr="0" anchor="t" bIns="91425" lIns="0" spcFirstLastPara="1" rIns="0" wrap="square" tIns="91425">
            <a:noAutofit/>
          </a:bodyPr>
          <a:lstStyle/>
          <a:p>
            <a:pPr indent="0" lvl="0" marL="0" rtl="0" algn="ctr">
              <a:spcBef>
                <a:spcPts val="0"/>
              </a:spcBef>
              <a:spcAft>
                <a:spcPts val="0"/>
              </a:spcAft>
              <a:buNone/>
            </a:pPr>
            <a:r>
              <a:rPr b="0" lang="en">
                <a:latin typeface="Roboto"/>
                <a:ea typeface="Roboto"/>
                <a:cs typeface="Roboto"/>
                <a:sym typeface="Roboto"/>
              </a:rPr>
              <a:t>Risk</a:t>
            </a:r>
            <a:r>
              <a:rPr b="0" lang="en"/>
              <a:t> </a:t>
            </a:r>
            <a:r>
              <a:rPr lang="en">
                <a:latin typeface="Roboto"/>
                <a:ea typeface="Roboto"/>
                <a:cs typeface="Roboto"/>
                <a:sym typeface="Roboto"/>
              </a:rPr>
              <a:t>Analysis</a:t>
            </a:r>
            <a:endParaRPr>
              <a:latin typeface="Roboto"/>
              <a:ea typeface="Roboto"/>
              <a:cs typeface="Roboto"/>
              <a:sym typeface="Roboto"/>
            </a:endParaRPr>
          </a:p>
        </p:txBody>
      </p:sp>
      <p:pic>
        <p:nvPicPr>
          <p:cNvPr id="747" name="Google Shape;747;p84"/>
          <p:cNvPicPr preferRelativeResize="0"/>
          <p:nvPr/>
        </p:nvPicPr>
        <p:blipFill>
          <a:blip r:embed="rId3">
            <a:alphaModFix/>
          </a:blip>
          <a:stretch>
            <a:fillRect/>
          </a:stretch>
        </p:blipFill>
        <p:spPr>
          <a:xfrm>
            <a:off x="3682876" y="1185575"/>
            <a:ext cx="1701824" cy="1701799"/>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1" name="Shape 751"/>
        <p:cNvGrpSpPr/>
        <p:nvPr/>
      </p:nvGrpSpPr>
      <p:grpSpPr>
        <a:xfrm>
          <a:off x="0" y="0"/>
          <a:ext cx="0" cy="0"/>
          <a:chOff x="0" y="0"/>
          <a:chExt cx="0" cy="0"/>
        </a:xfrm>
      </p:grpSpPr>
      <p:sp>
        <p:nvSpPr>
          <p:cNvPr id="752" name="Google Shape;752;p85"/>
          <p:cNvSpPr txBox="1"/>
          <p:nvPr>
            <p:ph type="title"/>
          </p:nvPr>
        </p:nvSpPr>
        <p:spPr>
          <a:xfrm>
            <a:off x="3145525" y="1222225"/>
            <a:ext cx="5153100" cy="2667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0" lang="en" sz="3400">
                <a:latin typeface="Roboto"/>
                <a:ea typeface="Roboto"/>
                <a:cs typeface="Roboto"/>
                <a:sym typeface="Roboto"/>
              </a:rPr>
              <a:t>In this section, we will focus on risk analysis and walk through the process of prioritizing</a:t>
            </a:r>
            <a:r>
              <a:rPr lang="en" sz="3400"/>
              <a:t> </a:t>
            </a:r>
            <a:r>
              <a:rPr lang="en" sz="3400">
                <a:latin typeface="Roboto"/>
                <a:ea typeface="Roboto"/>
                <a:cs typeface="Roboto"/>
                <a:sym typeface="Roboto"/>
              </a:rPr>
              <a:t>possibilities of attack</a:t>
            </a:r>
            <a:r>
              <a:rPr b="0" lang="en" sz="3400">
                <a:latin typeface="Roboto"/>
                <a:ea typeface="Roboto"/>
                <a:cs typeface="Roboto"/>
                <a:sym typeface="Roboto"/>
              </a:rPr>
              <a:t>.</a:t>
            </a:r>
            <a:r>
              <a:rPr lang="en" sz="3400"/>
              <a:t> </a:t>
            </a:r>
            <a:endParaRPr sz="3400"/>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6" name="Shape 756"/>
        <p:cNvGrpSpPr/>
        <p:nvPr/>
      </p:nvGrpSpPr>
      <p:grpSpPr>
        <a:xfrm>
          <a:off x="0" y="0"/>
          <a:ext cx="0" cy="0"/>
          <a:chOff x="0" y="0"/>
          <a:chExt cx="0" cy="0"/>
        </a:xfrm>
      </p:grpSpPr>
      <p:sp>
        <p:nvSpPr>
          <p:cNvPr id="757" name="Google Shape;757;p86"/>
          <p:cNvSpPr txBox="1"/>
          <p:nvPr>
            <p:ph type="title"/>
          </p:nvPr>
        </p:nvSpPr>
        <p:spPr>
          <a:xfrm>
            <a:off x="457200" y="216425"/>
            <a:ext cx="8832300" cy="572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Risk Management Terms</a:t>
            </a:r>
            <a:endParaRPr/>
          </a:p>
        </p:txBody>
      </p:sp>
      <p:sp>
        <p:nvSpPr>
          <p:cNvPr id="758" name="Google Shape;758;p86"/>
          <p:cNvSpPr txBox="1"/>
          <p:nvPr>
            <p:ph idx="1" type="body"/>
          </p:nvPr>
        </p:nvSpPr>
        <p:spPr>
          <a:xfrm>
            <a:off x="464100" y="923875"/>
            <a:ext cx="8520600" cy="3416400"/>
          </a:xfrm>
          <a:prstGeom prst="rect">
            <a:avLst/>
          </a:prstGeom>
        </p:spPr>
        <p:txBody>
          <a:bodyPr anchorCtr="0" anchor="t" bIns="91425" lIns="0" spcFirstLastPara="1" rIns="91425" wrap="square" tIns="0">
            <a:noAutofit/>
          </a:bodyPr>
          <a:lstStyle/>
          <a:p>
            <a:pPr indent="-342900" lvl="0" marL="457200" rtl="0" algn="l">
              <a:spcBef>
                <a:spcPts val="0"/>
              </a:spcBef>
              <a:spcAft>
                <a:spcPts val="0"/>
              </a:spcAft>
              <a:buSzPts val="1800"/>
              <a:buChar char="●"/>
            </a:pPr>
            <a:r>
              <a:rPr lang="en"/>
              <a:t>Risk = threat x vulnerability</a:t>
            </a:r>
            <a:endParaRPr/>
          </a:p>
          <a:p>
            <a:pPr indent="-342900" lvl="0" marL="457200" rtl="0" algn="l">
              <a:spcBef>
                <a:spcPts val="1000"/>
              </a:spcBef>
              <a:spcAft>
                <a:spcPts val="0"/>
              </a:spcAft>
              <a:buSzPts val="1800"/>
              <a:buChar char="●"/>
            </a:pPr>
            <a:r>
              <a:rPr lang="en"/>
              <a:t>Vulnerability </a:t>
            </a:r>
            <a:r>
              <a:rPr lang="en"/>
              <a:t>is a weakness or misconfiguration in a system.</a:t>
            </a:r>
            <a:endParaRPr/>
          </a:p>
          <a:p>
            <a:pPr indent="-342900" lvl="0" marL="457200" rtl="0" algn="l">
              <a:spcBef>
                <a:spcPts val="1000"/>
              </a:spcBef>
              <a:spcAft>
                <a:spcPts val="0"/>
              </a:spcAft>
              <a:buSzPts val="1800"/>
              <a:buChar char="●"/>
            </a:pPr>
            <a:r>
              <a:rPr lang="en"/>
              <a:t>A threat is any potential danger that is associated with the exploitation </a:t>
            </a:r>
            <a:br>
              <a:rPr lang="en"/>
            </a:br>
            <a:r>
              <a:rPr lang="en"/>
              <a:t>of a vulnerability.</a:t>
            </a:r>
            <a:endParaRPr/>
          </a:p>
          <a:p>
            <a:pPr indent="-342900" lvl="0" marL="457200" rtl="0" algn="l">
              <a:spcBef>
                <a:spcPts val="1000"/>
              </a:spcBef>
              <a:spcAft>
                <a:spcPts val="0"/>
              </a:spcAft>
              <a:buSzPts val="1800"/>
              <a:buChar char="●"/>
            </a:pPr>
            <a:r>
              <a:rPr lang="en"/>
              <a:t>Exposure is an instance of being exposed to losses.</a:t>
            </a:r>
            <a:endParaRPr/>
          </a:p>
          <a:p>
            <a:pPr indent="-342900" lvl="0" marL="457200" rtl="0" algn="l">
              <a:spcBef>
                <a:spcPts val="1000"/>
              </a:spcBef>
              <a:spcAft>
                <a:spcPts val="1000"/>
              </a:spcAft>
              <a:buSzPts val="1800"/>
              <a:buChar char="●"/>
            </a:pPr>
            <a:r>
              <a:rPr lang="en"/>
              <a:t>Control, or countermeasure, is put in place to mitigate (reduce) the </a:t>
            </a:r>
            <a:br>
              <a:rPr lang="en"/>
            </a:br>
            <a:r>
              <a:rPr lang="en"/>
              <a:t>potential risk.</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2" name="Shape 762"/>
        <p:cNvGrpSpPr/>
        <p:nvPr/>
      </p:nvGrpSpPr>
      <p:grpSpPr>
        <a:xfrm>
          <a:off x="0" y="0"/>
          <a:ext cx="0" cy="0"/>
          <a:chOff x="0" y="0"/>
          <a:chExt cx="0" cy="0"/>
        </a:xfrm>
      </p:grpSpPr>
      <p:sp>
        <p:nvSpPr>
          <p:cNvPr id="763" name="Google Shape;763;p87"/>
          <p:cNvSpPr txBox="1"/>
          <p:nvPr>
            <p:ph type="title"/>
          </p:nvPr>
        </p:nvSpPr>
        <p:spPr>
          <a:xfrm>
            <a:off x="292500" y="300225"/>
            <a:ext cx="8844600" cy="572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Relationship</a:t>
            </a:r>
            <a:r>
              <a:rPr lang="en"/>
              <a:t> Cybersecurity Ecosystem </a:t>
            </a:r>
            <a:endParaRPr/>
          </a:p>
        </p:txBody>
      </p:sp>
      <p:sp>
        <p:nvSpPr>
          <p:cNvPr id="764" name="Google Shape;764;p87"/>
          <p:cNvSpPr txBox="1"/>
          <p:nvPr>
            <p:ph idx="4294967295" type="subTitle"/>
          </p:nvPr>
        </p:nvSpPr>
        <p:spPr>
          <a:xfrm>
            <a:off x="510558" y="4823557"/>
            <a:ext cx="7971900" cy="226800"/>
          </a:xfrm>
          <a:prstGeom prst="rect">
            <a:avLst/>
          </a:prstGeom>
        </p:spPr>
        <p:txBody>
          <a:bodyPr anchorCtr="0" anchor="t" bIns="91425" lIns="0" spcFirstLastPara="1" rIns="91425" wrap="square" tIns="0">
            <a:noAutofit/>
          </a:bodyPr>
          <a:lstStyle/>
          <a:p>
            <a:pPr indent="0" lvl="0" marL="0" rtl="0" algn="l">
              <a:spcBef>
                <a:spcPts val="0"/>
              </a:spcBef>
              <a:spcAft>
                <a:spcPts val="0"/>
              </a:spcAft>
              <a:buNone/>
            </a:pPr>
            <a:r>
              <a:rPr lang="en" sz="1300">
                <a:solidFill>
                  <a:schemeClr val="dk1"/>
                </a:solidFill>
              </a:rPr>
              <a:t>Source:  </a:t>
            </a:r>
            <a:r>
              <a:rPr i="1" lang="en" sz="1300">
                <a:solidFill>
                  <a:schemeClr val="dk1"/>
                </a:solidFill>
              </a:rPr>
              <a:t>CISSP All-in-One Exam Guide, Ninth Edition</a:t>
            </a:r>
            <a:endParaRPr i="1" sz="1300">
              <a:solidFill>
                <a:schemeClr val="dk1"/>
              </a:solidFill>
            </a:endParaRPr>
          </a:p>
        </p:txBody>
      </p:sp>
      <p:sp>
        <p:nvSpPr>
          <p:cNvPr id="765" name="Google Shape;765;p87"/>
          <p:cNvSpPr/>
          <p:nvPr/>
        </p:nvSpPr>
        <p:spPr>
          <a:xfrm>
            <a:off x="1309013" y="1264855"/>
            <a:ext cx="1530900" cy="4164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chemeClr val="lt1"/>
                </a:solidFill>
                <a:latin typeface="Roboto"/>
                <a:ea typeface="Roboto"/>
                <a:cs typeface="Roboto"/>
                <a:sym typeface="Roboto"/>
              </a:rPr>
              <a:t>Threat agent</a:t>
            </a:r>
            <a:endParaRPr b="1" sz="1600">
              <a:solidFill>
                <a:schemeClr val="lt1"/>
              </a:solidFill>
              <a:latin typeface="Roboto"/>
              <a:ea typeface="Roboto"/>
              <a:cs typeface="Roboto"/>
              <a:sym typeface="Roboto"/>
            </a:endParaRPr>
          </a:p>
        </p:txBody>
      </p:sp>
      <p:sp>
        <p:nvSpPr>
          <p:cNvPr id="766" name="Google Shape;766;p87"/>
          <p:cNvSpPr/>
          <p:nvPr/>
        </p:nvSpPr>
        <p:spPr>
          <a:xfrm>
            <a:off x="2974029" y="1681331"/>
            <a:ext cx="1530900" cy="4164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chemeClr val="lt1"/>
                </a:solidFill>
                <a:latin typeface="Roboto"/>
                <a:ea typeface="Roboto"/>
                <a:cs typeface="Roboto"/>
                <a:sym typeface="Roboto"/>
              </a:rPr>
              <a:t>Threat</a:t>
            </a:r>
            <a:endParaRPr b="1" sz="1600">
              <a:solidFill>
                <a:schemeClr val="lt1"/>
              </a:solidFill>
              <a:latin typeface="Roboto"/>
              <a:ea typeface="Roboto"/>
              <a:cs typeface="Roboto"/>
              <a:sym typeface="Roboto"/>
            </a:endParaRPr>
          </a:p>
        </p:txBody>
      </p:sp>
      <p:sp>
        <p:nvSpPr>
          <p:cNvPr id="767" name="Google Shape;767;p87"/>
          <p:cNvSpPr/>
          <p:nvPr/>
        </p:nvSpPr>
        <p:spPr>
          <a:xfrm>
            <a:off x="4639046" y="2097806"/>
            <a:ext cx="1530900" cy="4164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chemeClr val="lt1"/>
                </a:solidFill>
                <a:latin typeface="Roboto"/>
                <a:ea typeface="Roboto"/>
                <a:cs typeface="Roboto"/>
                <a:sym typeface="Roboto"/>
              </a:rPr>
              <a:t>Vulnerability</a:t>
            </a:r>
            <a:endParaRPr b="1" sz="1600">
              <a:solidFill>
                <a:schemeClr val="lt1"/>
              </a:solidFill>
              <a:latin typeface="Roboto"/>
              <a:ea typeface="Roboto"/>
              <a:cs typeface="Roboto"/>
              <a:sym typeface="Roboto"/>
            </a:endParaRPr>
          </a:p>
        </p:txBody>
      </p:sp>
      <p:sp>
        <p:nvSpPr>
          <p:cNvPr id="768" name="Google Shape;768;p87"/>
          <p:cNvSpPr/>
          <p:nvPr/>
        </p:nvSpPr>
        <p:spPr>
          <a:xfrm>
            <a:off x="6304088" y="2514281"/>
            <a:ext cx="1530900" cy="4164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chemeClr val="lt1"/>
                </a:solidFill>
                <a:latin typeface="Roboto"/>
                <a:ea typeface="Roboto"/>
                <a:cs typeface="Roboto"/>
                <a:sym typeface="Roboto"/>
              </a:rPr>
              <a:t>Risk</a:t>
            </a:r>
            <a:endParaRPr b="1" sz="1600">
              <a:solidFill>
                <a:schemeClr val="lt1"/>
              </a:solidFill>
              <a:latin typeface="Roboto"/>
              <a:ea typeface="Roboto"/>
              <a:cs typeface="Roboto"/>
              <a:sym typeface="Roboto"/>
            </a:endParaRPr>
          </a:p>
        </p:txBody>
      </p:sp>
      <p:sp>
        <p:nvSpPr>
          <p:cNvPr id="769" name="Google Shape;769;p87"/>
          <p:cNvSpPr/>
          <p:nvPr/>
        </p:nvSpPr>
        <p:spPr>
          <a:xfrm>
            <a:off x="4639046" y="2930757"/>
            <a:ext cx="1530900" cy="4164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chemeClr val="lt1"/>
                </a:solidFill>
                <a:latin typeface="Roboto"/>
                <a:ea typeface="Roboto"/>
                <a:cs typeface="Roboto"/>
                <a:sym typeface="Roboto"/>
              </a:rPr>
              <a:t>Asset</a:t>
            </a:r>
            <a:endParaRPr b="1" sz="1600">
              <a:solidFill>
                <a:schemeClr val="lt1"/>
              </a:solidFill>
              <a:latin typeface="Roboto"/>
              <a:ea typeface="Roboto"/>
              <a:cs typeface="Roboto"/>
              <a:sym typeface="Roboto"/>
            </a:endParaRPr>
          </a:p>
        </p:txBody>
      </p:sp>
      <p:sp>
        <p:nvSpPr>
          <p:cNvPr id="770" name="Google Shape;770;p87"/>
          <p:cNvSpPr/>
          <p:nvPr/>
        </p:nvSpPr>
        <p:spPr>
          <a:xfrm>
            <a:off x="2974032" y="3347232"/>
            <a:ext cx="1530900" cy="4164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chemeClr val="lt1"/>
                </a:solidFill>
                <a:latin typeface="Roboto"/>
                <a:ea typeface="Roboto"/>
                <a:cs typeface="Roboto"/>
                <a:sym typeface="Roboto"/>
              </a:rPr>
              <a:t>Exposure</a:t>
            </a:r>
            <a:endParaRPr b="1" sz="1600">
              <a:solidFill>
                <a:schemeClr val="lt1"/>
              </a:solidFill>
              <a:latin typeface="Roboto"/>
              <a:ea typeface="Roboto"/>
              <a:cs typeface="Roboto"/>
              <a:sym typeface="Roboto"/>
            </a:endParaRPr>
          </a:p>
        </p:txBody>
      </p:sp>
      <p:sp>
        <p:nvSpPr>
          <p:cNvPr id="771" name="Google Shape;771;p87"/>
          <p:cNvSpPr/>
          <p:nvPr/>
        </p:nvSpPr>
        <p:spPr>
          <a:xfrm>
            <a:off x="1309018" y="3763707"/>
            <a:ext cx="1530900" cy="4164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chemeClr val="lt1"/>
                </a:solidFill>
                <a:latin typeface="Roboto"/>
                <a:ea typeface="Roboto"/>
                <a:cs typeface="Roboto"/>
                <a:sym typeface="Roboto"/>
              </a:rPr>
              <a:t>Safeguard</a:t>
            </a:r>
            <a:endParaRPr b="1" sz="1600">
              <a:solidFill>
                <a:schemeClr val="lt1"/>
              </a:solidFill>
              <a:latin typeface="Roboto"/>
              <a:ea typeface="Roboto"/>
              <a:cs typeface="Roboto"/>
              <a:sym typeface="Roboto"/>
            </a:endParaRPr>
          </a:p>
        </p:txBody>
      </p:sp>
      <p:sp>
        <p:nvSpPr>
          <p:cNvPr id="772" name="Google Shape;772;p87"/>
          <p:cNvSpPr txBox="1"/>
          <p:nvPr/>
        </p:nvSpPr>
        <p:spPr>
          <a:xfrm>
            <a:off x="2839812" y="1119975"/>
            <a:ext cx="1194000" cy="340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a:solidFill>
                  <a:schemeClr val="dk2"/>
                </a:solidFill>
                <a:latin typeface="Roboto"/>
                <a:ea typeface="Roboto"/>
                <a:cs typeface="Roboto"/>
                <a:sym typeface="Roboto"/>
              </a:rPr>
              <a:t>Gives rise to</a:t>
            </a:r>
            <a:endParaRPr b="1">
              <a:solidFill>
                <a:schemeClr val="dk2"/>
              </a:solidFill>
              <a:latin typeface="Roboto"/>
              <a:ea typeface="Roboto"/>
              <a:cs typeface="Roboto"/>
              <a:sym typeface="Roboto"/>
            </a:endParaRPr>
          </a:p>
        </p:txBody>
      </p:sp>
      <p:sp>
        <p:nvSpPr>
          <p:cNvPr id="773" name="Google Shape;773;p87"/>
          <p:cNvSpPr txBox="1"/>
          <p:nvPr/>
        </p:nvSpPr>
        <p:spPr>
          <a:xfrm>
            <a:off x="4504813" y="1539663"/>
            <a:ext cx="900300" cy="340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a:solidFill>
                  <a:schemeClr val="dk2"/>
                </a:solidFill>
                <a:latin typeface="Roboto"/>
                <a:ea typeface="Roboto"/>
                <a:cs typeface="Roboto"/>
                <a:sym typeface="Roboto"/>
              </a:rPr>
              <a:t>Exploits</a:t>
            </a:r>
            <a:endParaRPr b="1">
              <a:solidFill>
                <a:schemeClr val="dk2"/>
              </a:solidFill>
              <a:latin typeface="Roboto"/>
              <a:ea typeface="Roboto"/>
              <a:cs typeface="Roboto"/>
              <a:sym typeface="Roboto"/>
            </a:endParaRPr>
          </a:p>
        </p:txBody>
      </p:sp>
      <p:sp>
        <p:nvSpPr>
          <p:cNvPr id="774" name="Google Shape;774;p87"/>
          <p:cNvSpPr txBox="1"/>
          <p:nvPr/>
        </p:nvSpPr>
        <p:spPr>
          <a:xfrm>
            <a:off x="6197135" y="1943571"/>
            <a:ext cx="899700" cy="340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a:solidFill>
                  <a:schemeClr val="dk2"/>
                </a:solidFill>
                <a:latin typeface="Roboto"/>
                <a:ea typeface="Roboto"/>
                <a:cs typeface="Roboto"/>
                <a:sym typeface="Roboto"/>
              </a:rPr>
              <a:t>Leads</a:t>
            </a:r>
            <a:r>
              <a:rPr b="1" lang="en">
                <a:solidFill>
                  <a:schemeClr val="dk2"/>
                </a:solidFill>
                <a:latin typeface="Roboto"/>
                <a:ea typeface="Roboto"/>
                <a:cs typeface="Roboto"/>
                <a:sym typeface="Roboto"/>
              </a:rPr>
              <a:t> to</a:t>
            </a:r>
            <a:endParaRPr b="1">
              <a:solidFill>
                <a:schemeClr val="dk2"/>
              </a:solidFill>
              <a:latin typeface="Roboto"/>
              <a:ea typeface="Roboto"/>
              <a:cs typeface="Roboto"/>
              <a:sym typeface="Roboto"/>
            </a:endParaRPr>
          </a:p>
        </p:txBody>
      </p:sp>
      <p:sp>
        <p:nvSpPr>
          <p:cNvPr id="775" name="Google Shape;775;p87"/>
          <p:cNvSpPr txBox="1"/>
          <p:nvPr/>
        </p:nvSpPr>
        <p:spPr>
          <a:xfrm>
            <a:off x="6205431" y="3124589"/>
            <a:ext cx="1194000" cy="340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a:solidFill>
                  <a:schemeClr val="dk2"/>
                </a:solidFill>
                <a:latin typeface="Roboto"/>
                <a:ea typeface="Roboto"/>
                <a:cs typeface="Roboto"/>
                <a:sym typeface="Roboto"/>
              </a:rPr>
              <a:t>Can damage</a:t>
            </a:r>
            <a:endParaRPr b="1">
              <a:solidFill>
                <a:schemeClr val="dk2"/>
              </a:solidFill>
              <a:latin typeface="Roboto"/>
              <a:ea typeface="Roboto"/>
              <a:cs typeface="Roboto"/>
              <a:sym typeface="Roboto"/>
            </a:endParaRPr>
          </a:p>
        </p:txBody>
      </p:sp>
      <p:sp>
        <p:nvSpPr>
          <p:cNvPr id="776" name="Google Shape;776;p87"/>
          <p:cNvSpPr txBox="1"/>
          <p:nvPr/>
        </p:nvSpPr>
        <p:spPr>
          <a:xfrm>
            <a:off x="4532629" y="3536920"/>
            <a:ext cx="1388400" cy="340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a:solidFill>
                  <a:schemeClr val="dk2"/>
                </a:solidFill>
                <a:latin typeface="Roboto"/>
                <a:ea typeface="Roboto"/>
                <a:cs typeface="Roboto"/>
                <a:sym typeface="Roboto"/>
              </a:rPr>
              <a:t>And causes an</a:t>
            </a:r>
            <a:endParaRPr b="1">
              <a:solidFill>
                <a:schemeClr val="dk2"/>
              </a:solidFill>
              <a:latin typeface="Roboto"/>
              <a:ea typeface="Roboto"/>
              <a:cs typeface="Roboto"/>
              <a:sym typeface="Roboto"/>
            </a:endParaRPr>
          </a:p>
        </p:txBody>
      </p:sp>
      <p:sp>
        <p:nvSpPr>
          <p:cNvPr id="777" name="Google Shape;777;p87"/>
          <p:cNvSpPr txBox="1"/>
          <p:nvPr/>
        </p:nvSpPr>
        <p:spPr>
          <a:xfrm>
            <a:off x="2974025" y="3951050"/>
            <a:ext cx="1464000" cy="340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chemeClr val="dk2"/>
                </a:solidFill>
                <a:latin typeface="Roboto"/>
                <a:ea typeface="Roboto"/>
                <a:cs typeface="Roboto"/>
                <a:sym typeface="Roboto"/>
              </a:rPr>
              <a:t>Can be </a:t>
            </a:r>
            <a:r>
              <a:rPr b="1" lang="en">
                <a:solidFill>
                  <a:schemeClr val="dk2"/>
                </a:solidFill>
                <a:latin typeface="Roboto"/>
                <a:ea typeface="Roboto"/>
                <a:cs typeface="Roboto"/>
                <a:sym typeface="Roboto"/>
              </a:rPr>
              <a:t>counter- measured</a:t>
            </a:r>
            <a:r>
              <a:rPr b="1" lang="en">
                <a:solidFill>
                  <a:schemeClr val="dk2"/>
                </a:solidFill>
                <a:latin typeface="Roboto"/>
                <a:ea typeface="Roboto"/>
                <a:cs typeface="Roboto"/>
                <a:sym typeface="Roboto"/>
              </a:rPr>
              <a:t> by a</a:t>
            </a:r>
            <a:endParaRPr b="1">
              <a:solidFill>
                <a:schemeClr val="dk2"/>
              </a:solidFill>
              <a:latin typeface="Roboto"/>
              <a:ea typeface="Roboto"/>
              <a:cs typeface="Roboto"/>
              <a:sym typeface="Roboto"/>
            </a:endParaRPr>
          </a:p>
        </p:txBody>
      </p:sp>
      <p:grpSp>
        <p:nvGrpSpPr>
          <p:cNvPr id="778" name="Google Shape;778;p87"/>
          <p:cNvGrpSpPr/>
          <p:nvPr/>
        </p:nvGrpSpPr>
        <p:grpSpPr>
          <a:xfrm>
            <a:off x="2839889" y="1469428"/>
            <a:ext cx="899649" cy="211861"/>
            <a:chOff x="2482425" y="1691175"/>
            <a:chExt cx="794602" cy="219000"/>
          </a:xfrm>
        </p:grpSpPr>
        <p:cxnSp>
          <p:nvCxnSpPr>
            <p:cNvPr id="779" name="Google Shape;779;p87"/>
            <p:cNvCxnSpPr/>
            <p:nvPr/>
          </p:nvCxnSpPr>
          <p:spPr>
            <a:xfrm>
              <a:off x="2482425" y="1694925"/>
              <a:ext cx="794100" cy="0"/>
            </a:xfrm>
            <a:prstGeom prst="straightConnector1">
              <a:avLst/>
            </a:prstGeom>
            <a:noFill/>
            <a:ln cap="flat" cmpd="sng" w="19050">
              <a:solidFill>
                <a:schemeClr val="dk2"/>
              </a:solidFill>
              <a:prstDash val="solid"/>
              <a:round/>
              <a:headEnd len="med" w="med" type="none"/>
              <a:tailEnd len="med" w="med" type="none"/>
            </a:ln>
          </p:spPr>
        </p:cxnSp>
        <p:cxnSp>
          <p:nvCxnSpPr>
            <p:cNvPr id="780" name="Google Shape;780;p87"/>
            <p:cNvCxnSpPr/>
            <p:nvPr/>
          </p:nvCxnSpPr>
          <p:spPr>
            <a:xfrm>
              <a:off x="3277027" y="1691175"/>
              <a:ext cx="0" cy="219000"/>
            </a:xfrm>
            <a:prstGeom prst="straightConnector1">
              <a:avLst/>
            </a:prstGeom>
            <a:noFill/>
            <a:ln cap="flat" cmpd="sng" w="19050">
              <a:solidFill>
                <a:schemeClr val="dk2"/>
              </a:solidFill>
              <a:prstDash val="solid"/>
              <a:round/>
              <a:headEnd len="med" w="med" type="none"/>
              <a:tailEnd len="med" w="med" type="triangle"/>
            </a:ln>
          </p:spPr>
        </p:cxnSp>
      </p:grpSp>
      <p:grpSp>
        <p:nvGrpSpPr>
          <p:cNvPr id="781" name="Google Shape;781;p87"/>
          <p:cNvGrpSpPr/>
          <p:nvPr/>
        </p:nvGrpSpPr>
        <p:grpSpPr>
          <a:xfrm>
            <a:off x="4504914" y="1889120"/>
            <a:ext cx="899649" cy="211861"/>
            <a:chOff x="2406225" y="1691175"/>
            <a:chExt cx="794602" cy="219000"/>
          </a:xfrm>
        </p:grpSpPr>
        <p:cxnSp>
          <p:nvCxnSpPr>
            <p:cNvPr id="782" name="Google Shape;782;p87"/>
            <p:cNvCxnSpPr/>
            <p:nvPr/>
          </p:nvCxnSpPr>
          <p:spPr>
            <a:xfrm>
              <a:off x="2406225" y="1694925"/>
              <a:ext cx="794100" cy="0"/>
            </a:xfrm>
            <a:prstGeom prst="straightConnector1">
              <a:avLst/>
            </a:prstGeom>
            <a:noFill/>
            <a:ln cap="flat" cmpd="sng" w="19050">
              <a:solidFill>
                <a:schemeClr val="dk2"/>
              </a:solidFill>
              <a:prstDash val="solid"/>
              <a:round/>
              <a:headEnd len="med" w="med" type="none"/>
              <a:tailEnd len="med" w="med" type="none"/>
            </a:ln>
          </p:spPr>
        </p:cxnSp>
        <p:cxnSp>
          <p:nvCxnSpPr>
            <p:cNvPr id="783" name="Google Shape;783;p87"/>
            <p:cNvCxnSpPr/>
            <p:nvPr/>
          </p:nvCxnSpPr>
          <p:spPr>
            <a:xfrm>
              <a:off x="3200827" y="1691175"/>
              <a:ext cx="0" cy="219000"/>
            </a:xfrm>
            <a:prstGeom prst="straightConnector1">
              <a:avLst/>
            </a:prstGeom>
            <a:noFill/>
            <a:ln cap="flat" cmpd="sng" w="19050">
              <a:solidFill>
                <a:schemeClr val="dk2"/>
              </a:solidFill>
              <a:prstDash val="solid"/>
              <a:round/>
              <a:headEnd len="med" w="med" type="none"/>
              <a:tailEnd len="med" w="med" type="triangle"/>
            </a:ln>
          </p:spPr>
        </p:cxnSp>
      </p:grpSp>
      <p:grpSp>
        <p:nvGrpSpPr>
          <p:cNvPr id="784" name="Google Shape;784;p87"/>
          <p:cNvGrpSpPr/>
          <p:nvPr/>
        </p:nvGrpSpPr>
        <p:grpSpPr>
          <a:xfrm>
            <a:off x="6169588" y="2302378"/>
            <a:ext cx="899649" cy="211861"/>
            <a:chOff x="2406225" y="1691175"/>
            <a:chExt cx="794602" cy="219000"/>
          </a:xfrm>
        </p:grpSpPr>
        <p:cxnSp>
          <p:nvCxnSpPr>
            <p:cNvPr id="785" name="Google Shape;785;p87"/>
            <p:cNvCxnSpPr/>
            <p:nvPr/>
          </p:nvCxnSpPr>
          <p:spPr>
            <a:xfrm>
              <a:off x="2406225" y="1694925"/>
              <a:ext cx="794100" cy="0"/>
            </a:xfrm>
            <a:prstGeom prst="straightConnector1">
              <a:avLst/>
            </a:prstGeom>
            <a:noFill/>
            <a:ln cap="flat" cmpd="sng" w="19050">
              <a:solidFill>
                <a:schemeClr val="dk2"/>
              </a:solidFill>
              <a:prstDash val="solid"/>
              <a:round/>
              <a:headEnd len="med" w="med" type="none"/>
              <a:tailEnd len="med" w="med" type="none"/>
            </a:ln>
          </p:spPr>
        </p:cxnSp>
        <p:cxnSp>
          <p:nvCxnSpPr>
            <p:cNvPr id="786" name="Google Shape;786;p87"/>
            <p:cNvCxnSpPr/>
            <p:nvPr/>
          </p:nvCxnSpPr>
          <p:spPr>
            <a:xfrm>
              <a:off x="3200827" y="1691175"/>
              <a:ext cx="0" cy="219000"/>
            </a:xfrm>
            <a:prstGeom prst="straightConnector1">
              <a:avLst/>
            </a:prstGeom>
            <a:noFill/>
            <a:ln cap="flat" cmpd="sng" w="19050">
              <a:solidFill>
                <a:schemeClr val="dk2"/>
              </a:solidFill>
              <a:prstDash val="solid"/>
              <a:round/>
              <a:headEnd len="med" w="med" type="none"/>
              <a:tailEnd len="med" w="med" type="triangle"/>
            </a:ln>
          </p:spPr>
        </p:cxnSp>
      </p:grpSp>
      <p:grpSp>
        <p:nvGrpSpPr>
          <p:cNvPr id="787" name="Google Shape;787;p87"/>
          <p:cNvGrpSpPr/>
          <p:nvPr/>
        </p:nvGrpSpPr>
        <p:grpSpPr>
          <a:xfrm>
            <a:off x="6169588" y="2933186"/>
            <a:ext cx="900184" cy="219406"/>
            <a:chOff x="2406225" y="1691138"/>
            <a:chExt cx="795075" cy="226800"/>
          </a:xfrm>
        </p:grpSpPr>
        <p:cxnSp>
          <p:nvCxnSpPr>
            <p:cNvPr id="788" name="Google Shape;788;p87"/>
            <p:cNvCxnSpPr/>
            <p:nvPr/>
          </p:nvCxnSpPr>
          <p:spPr>
            <a:xfrm>
              <a:off x="2406225" y="1915350"/>
              <a:ext cx="794100" cy="0"/>
            </a:xfrm>
            <a:prstGeom prst="straightConnector1">
              <a:avLst/>
            </a:prstGeom>
            <a:noFill/>
            <a:ln cap="flat" cmpd="sng" w="19050">
              <a:solidFill>
                <a:schemeClr val="dk2"/>
              </a:solidFill>
              <a:prstDash val="solid"/>
              <a:round/>
              <a:headEnd len="med" w="med" type="triangle"/>
              <a:tailEnd len="med" w="med" type="none"/>
            </a:ln>
          </p:spPr>
        </p:cxnSp>
        <p:cxnSp>
          <p:nvCxnSpPr>
            <p:cNvPr id="789" name="Google Shape;789;p87"/>
            <p:cNvCxnSpPr/>
            <p:nvPr/>
          </p:nvCxnSpPr>
          <p:spPr>
            <a:xfrm>
              <a:off x="3201000" y="1691138"/>
              <a:ext cx="300" cy="226800"/>
            </a:xfrm>
            <a:prstGeom prst="straightConnector1">
              <a:avLst/>
            </a:prstGeom>
            <a:noFill/>
            <a:ln cap="flat" cmpd="sng" w="19050">
              <a:solidFill>
                <a:schemeClr val="dk2"/>
              </a:solidFill>
              <a:prstDash val="solid"/>
              <a:round/>
              <a:headEnd len="med" w="med" type="none"/>
              <a:tailEnd len="med" w="med" type="none"/>
            </a:ln>
          </p:spPr>
        </p:cxnSp>
      </p:grpSp>
      <p:grpSp>
        <p:nvGrpSpPr>
          <p:cNvPr id="790" name="Google Shape;790;p87"/>
          <p:cNvGrpSpPr/>
          <p:nvPr/>
        </p:nvGrpSpPr>
        <p:grpSpPr>
          <a:xfrm>
            <a:off x="4504815" y="3347194"/>
            <a:ext cx="899844" cy="219406"/>
            <a:chOff x="2406225" y="1691138"/>
            <a:chExt cx="794775" cy="226800"/>
          </a:xfrm>
        </p:grpSpPr>
        <p:cxnSp>
          <p:nvCxnSpPr>
            <p:cNvPr id="791" name="Google Shape;791;p87"/>
            <p:cNvCxnSpPr/>
            <p:nvPr/>
          </p:nvCxnSpPr>
          <p:spPr>
            <a:xfrm>
              <a:off x="2406225" y="1915350"/>
              <a:ext cx="794100" cy="0"/>
            </a:xfrm>
            <a:prstGeom prst="straightConnector1">
              <a:avLst/>
            </a:prstGeom>
            <a:noFill/>
            <a:ln cap="flat" cmpd="sng" w="19050">
              <a:solidFill>
                <a:schemeClr val="dk2"/>
              </a:solidFill>
              <a:prstDash val="solid"/>
              <a:round/>
              <a:headEnd len="med" w="med" type="triangle"/>
              <a:tailEnd len="med" w="med" type="none"/>
            </a:ln>
          </p:spPr>
        </p:cxnSp>
        <p:cxnSp>
          <p:nvCxnSpPr>
            <p:cNvPr id="792" name="Google Shape;792;p87"/>
            <p:cNvCxnSpPr/>
            <p:nvPr/>
          </p:nvCxnSpPr>
          <p:spPr>
            <a:xfrm>
              <a:off x="3200700" y="1691138"/>
              <a:ext cx="300" cy="226800"/>
            </a:xfrm>
            <a:prstGeom prst="straightConnector1">
              <a:avLst/>
            </a:prstGeom>
            <a:noFill/>
            <a:ln cap="flat" cmpd="sng" w="19050">
              <a:solidFill>
                <a:schemeClr val="dk2"/>
              </a:solidFill>
              <a:prstDash val="solid"/>
              <a:round/>
              <a:headEnd len="med" w="med" type="none"/>
              <a:tailEnd len="med" w="med" type="none"/>
            </a:ln>
          </p:spPr>
        </p:cxnSp>
      </p:grpSp>
      <p:grpSp>
        <p:nvGrpSpPr>
          <p:cNvPr id="793" name="Google Shape;793;p87"/>
          <p:cNvGrpSpPr/>
          <p:nvPr/>
        </p:nvGrpSpPr>
        <p:grpSpPr>
          <a:xfrm>
            <a:off x="2839787" y="3763670"/>
            <a:ext cx="899844" cy="219406"/>
            <a:chOff x="2406225" y="1691138"/>
            <a:chExt cx="794775" cy="226800"/>
          </a:xfrm>
        </p:grpSpPr>
        <p:cxnSp>
          <p:nvCxnSpPr>
            <p:cNvPr id="794" name="Google Shape;794;p87"/>
            <p:cNvCxnSpPr/>
            <p:nvPr/>
          </p:nvCxnSpPr>
          <p:spPr>
            <a:xfrm>
              <a:off x="2406225" y="1915350"/>
              <a:ext cx="794100" cy="0"/>
            </a:xfrm>
            <a:prstGeom prst="straightConnector1">
              <a:avLst/>
            </a:prstGeom>
            <a:noFill/>
            <a:ln cap="flat" cmpd="sng" w="19050">
              <a:solidFill>
                <a:schemeClr val="dk2"/>
              </a:solidFill>
              <a:prstDash val="solid"/>
              <a:round/>
              <a:headEnd len="med" w="med" type="triangle"/>
              <a:tailEnd len="med" w="med" type="none"/>
            </a:ln>
          </p:spPr>
        </p:cxnSp>
        <p:cxnSp>
          <p:nvCxnSpPr>
            <p:cNvPr id="795" name="Google Shape;795;p87"/>
            <p:cNvCxnSpPr/>
            <p:nvPr/>
          </p:nvCxnSpPr>
          <p:spPr>
            <a:xfrm>
              <a:off x="3200700" y="1691138"/>
              <a:ext cx="300" cy="226800"/>
            </a:xfrm>
            <a:prstGeom prst="straightConnector1">
              <a:avLst/>
            </a:prstGeom>
            <a:noFill/>
            <a:ln cap="flat" cmpd="sng" w="19050">
              <a:solidFill>
                <a:schemeClr val="dk2"/>
              </a:solidFill>
              <a:prstDash val="solid"/>
              <a:round/>
              <a:headEnd len="med" w="med" type="none"/>
              <a:tailEnd len="med" w="med" type="none"/>
            </a:ln>
          </p:spPr>
        </p:cxnSp>
      </p:gr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9" name="Shape 799"/>
        <p:cNvGrpSpPr/>
        <p:nvPr/>
      </p:nvGrpSpPr>
      <p:grpSpPr>
        <a:xfrm>
          <a:off x="0" y="0"/>
          <a:ext cx="0" cy="0"/>
          <a:chOff x="0" y="0"/>
          <a:chExt cx="0" cy="0"/>
        </a:xfrm>
      </p:grpSpPr>
      <p:sp>
        <p:nvSpPr>
          <p:cNvPr id="800" name="Google Shape;800;p88"/>
          <p:cNvSpPr txBox="1"/>
          <p:nvPr>
            <p:ph type="title"/>
          </p:nvPr>
        </p:nvSpPr>
        <p:spPr>
          <a:xfrm>
            <a:off x="457200" y="234250"/>
            <a:ext cx="8832300" cy="572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Risk Analysis</a:t>
            </a:r>
            <a:endParaRPr/>
          </a:p>
        </p:txBody>
      </p:sp>
      <p:sp>
        <p:nvSpPr>
          <p:cNvPr id="801" name="Google Shape;801;p88"/>
          <p:cNvSpPr txBox="1"/>
          <p:nvPr>
            <p:ph idx="1" type="body"/>
          </p:nvPr>
        </p:nvSpPr>
        <p:spPr>
          <a:xfrm>
            <a:off x="350525" y="806950"/>
            <a:ext cx="3575400" cy="131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Risk analysis is the process of prioritizing threats identified in Steps 1–4 based on their potential impact and likelihood. </a:t>
            </a:r>
            <a:endParaRPr/>
          </a:p>
          <a:p>
            <a:pPr indent="0" lvl="0" marL="0" rtl="0" algn="l">
              <a:spcBef>
                <a:spcPts val="0"/>
              </a:spcBef>
              <a:spcAft>
                <a:spcPts val="0"/>
              </a:spcAft>
              <a:buNone/>
            </a:pPr>
            <a:r>
              <a:rPr b="1" lang="en">
                <a:latin typeface="Roboto"/>
                <a:ea typeface="Roboto"/>
                <a:cs typeface="Roboto"/>
                <a:sym typeface="Roboto"/>
              </a:rPr>
              <a:t>Some threats are </a:t>
            </a:r>
            <a:r>
              <a:rPr b="1" lang="en">
                <a:latin typeface="Roboto"/>
                <a:ea typeface="Roboto"/>
                <a:cs typeface="Roboto"/>
                <a:sym typeface="Roboto"/>
              </a:rPr>
              <a:t>more</a:t>
            </a:r>
            <a:r>
              <a:rPr b="1" lang="en">
                <a:latin typeface="Roboto"/>
                <a:ea typeface="Roboto"/>
                <a:cs typeface="Roboto"/>
                <a:sym typeface="Roboto"/>
              </a:rPr>
              <a:t> </a:t>
            </a:r>
            <a:r>
              <a:rPr b="1" lang="en">
                <a:latin typeface="Roboto"/>
                <a:ea typeface="Roboto"/>
                <a:cs typeface="Roboto"/>
                <a:sym typeface="Roboto"/>
              </a:rPr>
              <a:t>likely</a:t>
            </a:r>
            <a:r>
              <a:rPr b="1" lang="en">
                <a:latin typeface="Roboto"/>
                <a:ea typeface="Roboto"/>
                <a:cs typeface="Roboto"/>
                <a:sym typeface="Roboto"/>
              </a:rPr>
              <a:t> than others. </a:t>
            </a:r>
            <a:endParaRPr b="1">
              <a:latin typeface="Roboto"/>
              <a:ea typeface="Roboto"/>
              <a:cs typeface="Roboto"/>
              <a:sym typeface="Roboto"/>
            </a:endParaRPr>
          </a:p>
        </p:txBody>
      </p:sp>
      <p:graphicFrame>
        <p:nvGraphicFramePr>
          <p:cNvPr id="802" name="Google Shape;802;p88"/>
          <p:cNvGraphicFramePr/>
          <p:nvPr/>
        </p:nvGraphicFramePr>
        <p:xfrm>
          <a:off x="4922988" y="1002363"/>
          <a:ext cx="3000000" cy="3000000"/>
        </p:xfrm>
        <a:graphic>
          <a:graphicData uri="http://schemas.openxmlformats.org/drawingml/2006/table">
            <a:tbl>
              <a:tblPr>
                <a:noFill/>
                <a:tableStyleId>{7AB8A554-8128-4678-8D51-403168EF7E6C}</a:tableStyleId>
              </a:tblPr>
              <a:tblGrid>
                <a:gridCol w="715100"/>
                <a:gridCol w="715100"/>
                <a:gridCol w="715100"/>
                <a:gridCol w="715100"/>
                <a:gridCol w="715100"/>
              </a:tblGrid>
              <a:tr h="689800">
                <a:tc>
                  <a:txBody>
                    <a:bodyPr/>
                    <a:lstStyle/>
                    <a:p>
                      <a:pPr indent="0" lvl="0" marL="0" rtl="0" algn="l">
                        <a:spcBef>
                          <a:spcPts val="0"/>
                        </a:spcBef>
                        <a:spcAft>
                          <a:spcPts val="0"/>
                        </a:spcAft>
                        <a:buNone/>
                      </a:pPr>
                      <a:r>
                        <a:t/>
                      </a:r>
                      <a:endParaRPr/>
                    </a:p>
                  </a:txBody>
                  <a:tcPr marT="91425" marB="91425" marR="91425" marL="91425">
                    <a:lnL cap="flat" cmpd="sng" w="19050">
                      <a:solidFill>
                        <a:schemeClr val="dk2"/>
                      </a:solidFill>
                      <a:prstDash val="solid"/>
                      <a:round/>
                      <a:headEnd len="sm" w="sm" type="none"/>
                      <a:tailEnd len="sm" w="sm" type="none"/>
                    </a:lnL>
                    <a:lnR cap="flat" cmpd="sng" w="19050">
                      <a:solidFill>
                        <a:schemeClr val="dk2"/>
                      </a:solidFill>
                      <a:prstDash val="solid"/>
                      <a:round/>
                      <a:headEnd len="sm" w="sm" type="none"/>
                      <a:tailEnd len="sm" w="sm" type="none"/>
                    </a:lnR>
                    <a:lnT cap="flat" cmpd="sng" w="19050">
                      <a:solidFill>
                        <a:schemeClr val="dk2"/>
                      </a:solidFill>
                      <a:prstDash val="solid"/>
                      <a:round/>
                      <a:headEnd len="sm" w="sm" type="none"/>
                      <a:tailEnd len="sm" w="sm" type="none"/>
                    </a:lnT>
                    <a:lnB cap="flat" cmpd="sng" w="19050">
                      <a:solidFill>
                        <a:schemeClr val="dk2"/>
                      </a:solidFill>
                      <a:prstDash val="solid"/>
                      <a:round/>
                      <a:headEnd len="sm" w="sm" type="none"/>
                      <a:tailEnd len="sm" w="sm" type="none"/>
                    </a:lnB>
                    <a:solidFill>
                      <a:srgbClr val="FECF48"/>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chemeClr val="dk2"/>
                      </a:solidFill>
                      <a:prstDash val="solid"/>
                      <a:round/>
                      <a:headEnd len="sm" w="sm" type="none"/>
                      <a:tailEnd len="sm" w="sm" type="none"/>
                    </a:lnL>
                    <a:lnR cap="flat" cmpd="sng" w="19050">
                      <a:solidFill>
                        <a:schemeClr val="dk2"/>
                      </a:solidFill>
                      <a:prstDash val="solid"/>
                      <a:round/>
                      <a:headEnd len="sm" w="sm" type="none"/>
                      <a:tailEnd len="sm" w="sm" type="none"/>
                    </a:lnR>
                    <a:lnT cap="flat" cmpd="sng" w="19050">
                      <a:solidFill>
                        <a:schemeClr val="dk2"/>
                      </a:solidFill>
                      <a:prstDash val="solid"/>
                      <a:round/>
                      <a:headEnd len="sm" w="sm" type="none"/>
                      <a:tailEnd len="sm" w="sm" type="none"/>
                    </a:lnT>
                    <a:lnB cap="flat" cmpd="sng" w="19050">
                      <a:solidFill>
                        <a:schemeClr val="dk2"/>
                      </a:solidFill>
                      <a:prstDash val="solid"/>
                      <a:round/>
                      <a:headEnd len="sm" w="sm" type="none"/>
                      <a:tailEnd len="sm" w="sm" type="none"/>
                    </a:lnB>
                    <a:solidFill>
                      <a:srgbClr val="FECF48"/>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chemeClr val="dk2"/>
                      </a:solidFill>
                      <a:prstDash val="solid"/>
                      <a:round/>
                      <a:headEnd len="sm" w="sm" type="none"/>
                      <a:tailEnd len="sm" w="sm" type="none"/>
                    </a:lnL>
                    <a:lnR cap="flat" cmpd="sng" w="19050">
                      <a:solidFill>
                        <a:schemeClr val="dk2"/>
                      </a:solidFill>
                      <a:prstDash val="solid"/>
                      <a:round/>
                      <a:headEnd len="sm" w="sm" type="none"/>
                      <a:tailEnd len="sm" w="sm" type="none"/>
                    </a:lnR>
                    <a:lnT cap="flat" cmpd="sng" w="19050">
                      <a:solidFill>
                        <a:schemeClr val="dk2"/>
                      </a:solidFill>
                      <a:prstDash val="solid"/>
                      <a:round/>
                      <a:headEnd len="sm" w="sm" type="none"/>
                      <a:tailEnd len="sm" w="sm" type="none"/>
                    </a:lnT>
                    <a:lnB cap="flat" cmpd="sng" w="19050">
                      <a:solidFill>
                        <a:schemeClr val="dk2"/>
                      </a:solidFill>
                      <a:prstDash val="solid"/>
                      <a:round/>
                      <a:headEnd len="sm" w="sm" type="none"/>
                      <a:tailEnd len="sm" w="sm" type="none"/>
                    </a:lnB>
                    <a:solidFill>
                      <a:srgbClr val="F98846"/>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chemeClr val="dk2"/>
                      </a:solidFill>
                      <a:prstDash val="solid"/>
                      <a:round/>
                      <a:headEnd len="sm" w="sm" type="none"/>
                      <a:tailEnd len="sm" w="sm" type="none"/>
                    </a:lnL>
                    <a:lnR cap="flat" cmpd="sng" w="19050">
                      <a:solidFill>
                        <a:schemeClr val="dk2"/>
                      </a:solidFill>
                      <a:prstDash val="solid"/>
                      <a:round/>
                      <a:headEnd len="sm" w="sm" type="none"/>
                      <a:tailEnd len="sm" w="sm" type="none"/>
                    </a:lnR>
                    <a:lnT cap="flat" cmpd="sng" w="19050">
                      <a:solidFill>
                        <a:schemeClr val="dk2"/>
                      </a:solidFill>
                      <a:prstDash val="solid"/>
                      <a:round/>
                      <a:headEnd len="sm" w="sm" type="none"/>
                      <a:tailEnd len="sm" w="sm" type="none"/>
                    </a:lnT>
                    <a:lnB cap="flat" cmpd="sng" w="19050">
                      <a:solidFill>
                        <a:schemeClr val="dk2"/>
                      </a:solidFill>
                      <a:prstDash val="solid"/>
                      <a:round/>
                      <a:headEnd len="sm" w="sm" type="none"/>
                      <a:tailEnd len="sm" w="sm" type="none"/>
                    </a:lnB>
                    <a:solidFill>
                      <a:srgbClr val="FF0000"/>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chemeClr val="dk2"/>
                      </a:solidFill>
                      <a:prstDash val="solid"/>
                      <a:round/>
                      <a:headEnd len="sm" w="sm" type="none"/>
                      <a:tailEnd len="sm" w="sm" type="none"/>
                    </a:lnL>
                    <a:lnR cap="flat" cmpd="sng" w="19050">
                      <a:solidFill>
                        <a:schemeClr val="dk2"/>
                      </a:solidFill>
                      <a:prstDash val="solid"/>
                      <a:round/>
                      <a:headEnd len="sm" w="sm" type="none"/>
                      <a:tailEnd len="sm" w="sm" type="none"/>
                    </a:lnR>
                    <a:lnT cap="flat" cmpd="sng" w="19050">
                      <a:solidFill>
                        <a:schemeClr val="dk2"/>
                      </a:solidFill>
                      <a:prstDash val="solid"/>
                      <a:round/>
                      <a:headEnd len="sm" w="sm" type="none"/>
                      <a:tailEnd len="sm" w="sm" type="none"/>
                    </a:lnT>
                    <a:lnB cap="flat" cmpd="sng" w="19050">
                      <a:solidFill>
                        <a:schemeClr val="dk2"/>
                      </a:solidFill>
                      <a:prstDash val="solid"/>
                      <a:round/>
                      <a:headEnd len="sm" w="sm" type="none"/>
                      <a:tailEnd len="sm" w="sm" type="none"/>
                    </a:lnB>
                    <a:solidFill>
                      <a:srgbClr val="FF0000"/>
                    </a:solidFill>
                  </a:tcPr>
                </a:tc>
              </a:tr>
              <a:tr h="689800">
                <a:tc>
                  <a:txBody>
                    <a:bodyPr/>
                    <a:lstStyle/>
                    <a:p>
                      <a:pPr indent="0" lvl="0" marL="0" rtl="0" algn="l">
                        <a:spcBef>
                          <a:spcPts val="0"/>
                        </a:spcBef>
                        <a:spcAft>
                          <a:spcPts val="0"/>
                        </a:spcAft>
                        <a:buNone/>
                      </a:pPr>
                      <a:r>
                        <a:t/>
                      </a:r>
                      <a:endParaRPr/>
                    </a:p>
                  </a:txBody>
                  <a:tcPr marT="91425" marB="91425" marR="91425" marL="91425">
                    <a:lnL cap="flat" cmpd="sng" w="19050">
                      <a:solidFill>
                        <a:schemeClr val="dk2"/>
                      </a:solidFill>
                      <a:prstDash val="solid"/>
                      <a:round/>
                      <a:headEnd len="sm" w="sm" type="none"/>
                      <a:tailEnd len="sm" w="sm" type="none"/>
                    </a:lnL>
                    <a:lnR cap="flat" cmpd="sng" w="19050">
                      <a:solidFill>
                        <a:schemeClr val="dk2"/>
                      </a:solidFill>
                      <a:prstDash val="solid"/>
                      <a:round/>
                      <a:headEnd len="sm" w="sm" type="none"/>
                      <a:tailEnd len="sm" w="sm" type="none"/>
                    </a:lnR>
                    <a:lnT cap="flat" cmpd="sng" w="19050">
                      <a:solidFill>
                        <a:schemeClr val="dk2"/>
                      </a:solidFill>
                      <a:prstDash val="solid"/>
                      <a:round/>
                      <a:headEnd len="sm" w="sm" type="none"/>
                      <a:tailEnd len="sm" w="sm" type="none"/>
                    </a:lnT>
                    <a:lnB cap="flat" cmpd="sng" w="19050">
                      <a:solidFill>
                        <a:schemeClr val="dk2"/>
                      </a:solidFill>
                      <a:prstDash val="solid"/>
                      <a:round/>
                      <a:headEnd len="sm" w="sm" type="none"/>
                      <a:tailEnd len="sm" w="sm" type="none"/>
                    </a:lnB>
                    <a:solidFill>
                      <a:srgbClr val="9EE244"/>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chemeClr val="dk2"/>
                      </a:solidFill>
                      <a:prstDash val="solid"/>
                      <a:round/>
                      <a:headEnd len="sm" w="sm" type="none"/>
                      <a:tailEnd len="sm" w="sm" type="none"/>
                    </a:lnL>
                    <a:lnR cap="flat" cmpd="sng" w="19050">
                      <a:solidFill>
                        <a:schemeClr val="dk2"/>
                      </a:solidFill>
                      <a:prstDash val="solid"/>
                      <a:round/>
                      <a:headEnd len="sm" w="sm" type="none"/>
                      <a:tailEnd len="sm" w="sm" type="none"/>
                    </a:lnR>
                    <a:lnT cap="flat" cmpd="sng" w="19050">
                      <a:solidFill>
                        <a:schemeClr val="dk2"/>
                      </a:solidFill>
                      <a:prstDash val="solid"/>
                      <a:round/>
                      <a:headEnd len="sm" w="sm" type="none"/>
                      <a:tailEnd len="sm" w="sm" type="none"/>
                    </a:lnT>
                    <a:lnB cap="flat" cmpd="sng" w="19050">
                      <a:solidFill>
                        <a:schemeClr val="dk2"/>
                      </a:solidFill>
                      <a:prstDash val="solid"/>
                      <a:round/>
                      <a:headEnd len="sm" w="sm" type="none"/>
                      <a:tailEnd len="sm" w="sm" type="none"/>
                    </a:lnB>
                    <a:solidFill>
                      <a:srgbClr val="FECF48"/>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chemeClr val="dk2"/>
                      </a:solidFill>
                      <a:prstDash val="solid"/>
                      <a:round/>
                      <a:headEnd len="sm" w="sm" type="none"/>
                      <a:tailEnd len="sm" w="sm" type="none"/>
                    </a:lnL>
                    <a:lnR cap="flat" cmpd="sng" w="19050">
                      <a:solidFill>
                        <a:schemeClr val="dk2"/>
                      </a:solidFill>
                      <a:prstDash val="solid"/>
                      <a:round/>
                      <a:headEnd len="sm" w="sm" type="none"/>
                      <a:tailEnd len="sm" w="sm" type="none"/>
                    </a:lnR>
                    <a:lnT cap="flat" cmpd="sng" w="19050">
                      <a:solidFill>
                        <a:schemeClr val="dk2"/>
                      </a:solidFill>
                      <a:prstDash val="solid"/>
                      <a:round/>
                      <a:headEnd len="sm" w="sm" type="none"/>
                      <a:tailEnd len="sm" w="sm" type="none"/>
                    </a:lnT>
                    <a:lnB cap="flat" cmpd="sng" w="19050">
                      <a:solidFill>
                        <a:schemeClr val="dk2"/>
                      </a:solidFill>
                      <a:prstDash val="solid"/>
                      <a:round/>
                      <a:headEnd len="sm" w="sm" type="none"/>
                      <a:tailEnd len="sm" w="sm" type="none"/>
                    </a:lnB>
                    <a:solidFill>
                      <a:srgbClr val="FECF48"/>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chemeClr val="dk2"/>
                      </a:solidFill>
                      <a:prstDash val="solid"/>
                      <a:round/>
                      <a:headEnd len="sm" w="sm" type="none"/>
                      <a:tailEnd len="sm" w="sm" type="none"/>
                    </a:lnL>
                    <a:lnR cap="flat" cmpd="sng" w="19050">
                      <a:solidFill>
                        <a:schemeClr val="dk2"/>
                      </a:solidFill>
                      <a:prstDash val="solid"/>
                      <a:round/>
                      <a:headEnd len="sm" w="sm" type="none"/>
                      <a:tailEnd len="sm" w="sm" type="none"/>
                    </a:lnR>
                    <a:lnT cap="flat" cmpd="sng" w="19050">
                      <a:solidFill>
                        <a:schemeClr val="dk2"/>
                      </a:solidFill>
                      <a:prstDash val="solid"/>
                      <a:round/>
                      <a:headEnd len="sm" w="sm" type="none"/>
                      <a:tailEnd len="sm" w="sm" type="none"/>
                    </a:lnT>
                    <a:lnB cap="flat" cmpd="sng" w="19050">
                      <a:solidFill>
                        <a:schemeClr val="dk2"/>
                      </a:solidFill>
                      <a:prstDash val="solid"/>
                      <a:round/>
                      <a:headEnd len="sm" w="sm" type="none"/>
                      <a:tailEnd len="sm" w="sm" type="none"/>
                    </a:lnB>
                    <a:solidFill>
                      <a:srgbClr val="F98846"/>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chemeClr val="dk2"/>
                      </a:solidFill>
                      <a:prstDash val="solid"/>
                      <a:round/>
                      <a:headEnd len="sm" w="sm" type="none"/>
                      <a:tailEnd len="sm" w="sm" type="none"/>
                    </a:lnL>
                    <a:lnR cap="flat" cmpd="sng" w="19050">
                      <a:solidFill>
                        <a:schemeClr val="dk2"/>
                      </a:solidFill>
                      <a:prstDash val="solid"/>
                      <a:round/>
                      <a:headEnd len="sm" w="sm" type="none"/>
                      <a:tailEnd len="sm" w="sm" type="none"/>
                    </a:lnR>
                    <a:lnT cap="flat" cmpd="sng" w="19050">
                      <a:solidFill>
                        <a:schemeClr val="dk2"/>
                      </a:solidFill>
                      <a:prstDash val="solid"/>
                      <a:round/>
                      <a:headEnd len="sm" w="sm" type="none"/>
                      <a:tailEnd len="sm" w="sm" type="none"/>
                    </a:lnT>
                    <a:lnB cap="flat" cmpd="sng" w="19050">
                      <a:solidFill>
                        <a:schemeClr val="dk2"/>
                      </a:solidFill>
                      <a:prstDash val="solid"/>
                      <a:round/>
                      <a:headEnd len="sm" w="sm" type="none"/>
                      <a:tailEnd len="sm" w="sm" type="none"/>
                    </a:lnB>
                    <a:solidFill>
                      <a:srgbClr val="FF0000"/>
                    </a:solidFill>
                  </a:tcPr>
                </a:tc>
              </a:tr>
              <a:tr h="689800">
                <a:tc>
                  <a:txBody>
                    <a:bodyPr/>
                    <a:lstStyle/>
                    <a:p>
                      <a:pPr indent="0" lvl="0" marL="0" rtl="0" algn="l">
                        <a:spcBef>
                          <a:spcPts val="0"/>
                        </a:spcBef>
                        <a:spcAft>
                          <a:spcPts val="0"/>
                        </a:spcAft>
                        <a:buNone/>
                      </a:pPr>
                      <a:r>
                        <a:t/>
                      </a:r>
                      <a:endParaRPr/>
                    </a:p>
                  </a:txBody>
                  <a:tcPr marT="91425" marB="91425" marR="91425" marL="91425">
                    <a:lnL cap="flat" cmpd="sng" w="19050">
                      <a:solidFill>
                        <a:schemeClr val="dk2"/>
                      </a:solidFill>
                      <a:prstDash val="solid"/>
                      <a:round/>
                      <a:headEnd len="sm" w="sm" type="none"/>
                      <a:tailEnd len="sm" w="sm" type="none"/>
                    </a:lnL>
                    <a:lnR cap="flat" cmpd="sng" w="19050">
                      <a:solidFill>
                        <a:schemeClr val="dk2"/>
                      </a:solidFill>
                      <a:prstDash val="solid"/>
                      <a:round/>
                      <a:headEnd len="sm" w="sm" type="none"/>
                      <a:tailEnd len="sm" w="sm" type="none"/>
                    </a:lnR>
                    <a:lnT cap="flat" cmpd="sng" w="19050">
                      <a:solidFill>
                        <a:schemeClr val="dk2"/>
                      </a:solidFill>
                      <a:prstDash val="solid"/>
                      <a:round/>
                      <a:headEnd len="sm" w="sm" type="none"/>
                      <a:tailEnd len="sm" w="sm" type="none"/>
                    </a:lnT>
                    <a:lnB cap="flat" cmpd="sng" w="19050">
                      <a:solidFill>
                        <a:schemeClr val="dk2"/>
                      </a:solidFill>
                      <a:prstDash val="solid"/>
                      <a:round/>
                      <a:headEnd len="sm" w="sm" type="none"/>
                      <a:tailEnd len="sm" w="sm" type="none"/>
                    </a:lnB>
                    <a:solidFill>
                      <a:srgbClr val="9EE244"/>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chemeClr val="dk2"/>
                      </a:solidFill>
                      <a:prstDash val="solid"/>
                      <a:round/>
                      <a:headEnd len="sm" w="sm" type="none"/>
                      <a:tailEnd len="sm" w="sm" type="none"/>
                    </a:lnL>
                    <a:lnR cap="flat" cmpd="sng" w="19050">
                      <a:solidFill>
                        <a:schemeClr val="dk2"/>
                      </a:solidFill>
                      <a:prstDash val="solid"/>
                      <a:round/>
                      <a:headEnd len="sm" w="sm" type="none"/>
                      <a:tailEnd len="sm" w="sm" type="none"/>
                    </a:lnR>
                    <a:lnT cap="flat" cmpd="sng" w="19050">
                      <a:solidFill>
                        <a:schemeClr val="dk2"/>
                      </a:solidFill>
                      <a:prstDash val="solid"/>
                      <a:round/>
                      <a:headEnd len="sm" w="sm" type="none"/>
                      <a:tailEnd len="sm" w="sm" type="none"/>
                    </a:lnT>
                    <a:lnB cap="flat" cmpd="sng" w="19050">
                      <a:solidFill>
                        <a:schemeClr val="dk2"/>
                      </a:solidFill>
                      <a:prstDash val="solid"/>
                      <a:round/>
                      <a:headEnd len="sm" w="sm" type="none"/>
                      <a:tailEnd len="sm" w="sm" type="none"/>
                    </a:lnB>
                    <a:solidFill>
                      <a:srgbClr val="9EE244"/>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chemeClr val="dk2"/>
                      </a:solidFill>
                      <a:prstDash val="solid"/>
                      <a:round/>
                      <a:headEnd len="sm" w="sm" type="none"/>
                      <a:tailEnd len="sm" w="sm" type="none"/>
                    </a:lnL>
                    <a:lnR cap="flat" cmpd="sng" w="19050">
                      <a:solidFill>
                        <a:schemeClr val="dk2"/>
                      </a:solidFill>
                      <a:prstDash val="solid"/>
                      <a:round/>
                      <a:headEnd len="sm" w="sm" type="none"/>
                      <a:tailEnd len="sm" w="sm" type="none"/>
                    </a:lnR>
                    <a:lnT cap="flat" cmpd="sng" w="19050">
                      <a:solidFill>
                        <a:schemeClr val="dk2"/>
                      </a:solidFill>
                      <a:prstDash val="solid"/>
                      <a:round/>
                      <a:headEnd len="sm" w="sm" type="none"/>
                      <a:tailEnd len="sm" w="sm" type="none"/>
                    </a:lnT>
                    <a:lnB cap="flat" cmpd="sng" w="19050">
                      <a:solidFill>
                        <a:schemeClr val="dk2"/>
                      </a:solidFill>
                      <a:prstDash val="solid"/>
                      <a:round/>
                      <a:headEnd len="sm" w="sm" type="none"/>
                      <a:tailEnd len="sm" w="sm" type="none"/>
                    </a:lnB>
                    <a:solidFill>
                      <a:srgbClr val="FECF48"/>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chemeClr val="dk2"/>
                      </a:solidFill>
                      <a:prstDash val="solid"/>
                      <a:round/>
                      <a:headEnd len="sm" w="sm" type="none"/>
                      <a:tailEnd len="sm" w="sm" type="none"/>
                    </a:lnL>
                    <a:lnR cap="flat" cmpd="sng" w="19050">
                      <a:solidFill>
                        <a:schemeClr val="dk2"/>
                      </a:solidFill>
                      <a:prstDash val="solid"/>
                      <a:round/>
                      <a:headEnd len="sm" w="sm" type="none"/>
                      <a:tailEnd len="sm" w="sm" type="none"/>
                    </a:lnR>
                    <a:lnT cap="flat" cmpd="sng" w="19050">
                      <a:solidFill>
                        <a:schemeClr val="dk2"/>
                      </a:solidFill>
                      <a:prstDash val="solid"/>
                      <a:round/>
                      <a:headEnd len="sm" w="sm" type="none"/>
                      <a:tailEnd len="sm" w="sm" type="none"/>
                    </a:lnT>
                    <a:lnB cap="flat" cmpd="sng" w="19050">
                      <a:solidFill>
                        <a:schemeClr val="dk2"/>
                      </a:solidFill>
                      <a:prstDash val="solid"/>
                      <a:round/>
                      <a:headEnd len="sm" w="sm" type="none"/>
                      <a:tailEnd len="sm" w="sm" type="none"/>
                    </a:lnB>
                    <a:solidFill>
                      <a:srgbClr val="FECF48"/>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chemeClr val="dk2"/>
                      </a:solidFill>
                      <a:prstDash val="solid"/>
                      <a:round/>
                      <a:headEnd len="sm" w="sm" type="none"/>
                      <a:tailEnd len="sm" w="sm" type="none"/>
                    </a:lnL>
                    <a:lnR cap="flat" cmpd="sng" w="19050">
                      <a:solidFill>
                        <a:schemeClr val="dk2"/>
                      </a:solidFill>
                      <a:prstDash val="solid"/>
                      <a:round/>
                      <a:headEnd len="sm" w="sm" type="none"/>
                      <a:tailEnd len="sm" w="sm" type="none"/>
                    </a:lnR>
                    <a:lnT cap="flat" cmpd="sng" w="19050">
                      <a:solidFill>
                        <a:schemeClr val="dk2"/>
                      </a:solidFill>
                      <a:prstDash val="solid"/>
                      <a:round/>
                      <a:headEnd len="sm" w="sm" type="none"/>
                      <a:tailEnd len="sm" w="sm" type="none"/>
                    </a:lnT>
                    <a:lnB cap="flat" cmpd="sng" w="19050">
                      <a:solidFill>
                        <a:schemeClr val="dk2"/>
                      </a:solidFill>
                      <a:prstDash val="solid"/>
                      <a:round/>
                      <a:headEnd len="sm" w="sm" type="none"/>
                      <a:tailEnd len="sm" w="sm" type="none"/>
                    </a:lnB>
                    <a:solidFill>
                      <a:srgbClr val="F98846"/>
                    </a:solidFill>
                  </a:tcPr>
                </a:tc>
              </a:tr>
              <a:tr h="689800">
                <a:tc>
                  <a:txBody>
                    <a:bodyPr/>
                    <a:lstStyle/>
                    <a:p>
                      <a:pPr indent="0" lvl="0" marL="0" rtl="0" algn="l">
                        <a:spcBef>
                          <a:spcPts val="0"/>
                        </a:spcBef>
                        <a:spcAft>
                          <a:spcPts val="0"/>
                        </a:spcAft>
                        <a:buNone/>
                      </a:pPr>
                      <a:r>
                        <a:t/>
                      </a:r>
                      <a:endParaRPr/>
                    </a:p>
                  </a:txBody>
                  <a:tcPr marT="91425" marB="91425" marR="91425" marL="91425">
                    <a:lnL cap="flat" cmpd="sng" w="19050">
                      <a:solidFill>
                        <a:schemeClr val="dk2"/>
                      </a:solidFill>
                      <a:prstDash val="solid"/>
                      <a:round/>
                      <a:headEnd len="sm" w="sm" type="none"/>
                      <a:tailEnd len="sm" w="sm" type="none"/>
                    </a:lnL>
                    <a:lnR cap="flat" cmpd="sng" w="19050">
                      <a:solidFill>
                        <a:schemeClr val="dk2"/>
                      </a:solidFill>
                      <a:prstDash val="solid"/>
                      <a:round/>
                      <a:headEnd len="sm" w="sm" type="none"/>
                      <a:tailEnd len="sm" w="sm" type="none"/>
                    </a:lnR>
                    <a:lnT cap="flat" cmpd="sng" w="19050">
                      <a:solidFill>
                        <a:schemeClr val="dk2"/>
                      </a:solidFill>
                      <a:prstDash val="solid"/>
                      <a:round/>
                      <a:headEnd len="sm" w="sm" type="none"/>
                      <a:tailEnd len="sm" w="sm" type="none"/>
                    </a:lnT>
                    <a:lnB cap="flat" cmpd="sng" w="19050">
                      <a:solidFill>
                        <a:schemeClr val="dk2"/>
                      </a:solidFill>
                      <a:prstDash val="solid"/>
                      <a:round/>
                      <a:headEnd len="sm" w="sm" type="none"/>
                      <a:tailEnd len="sm" w="sm" type="none"/>
                    </a:lnB>
                    <a:solidFill>
                      <a:srgbClr val="088669"/>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chemeClr val="dk2"/>
                      </a:solidFill>
                      <a:prstDash val="solid"/>
                      <a:round/>
                      <a:headEnd len="sm" w="sm" type="none"/>
                      <a:tailEnd len="sm" w="sm" type="none"/>
                    </a:lnL>
                    <a:lnR cap="flat" cmpd="sng" w="19050">
                      <a:solidFill>
                        <a:schemeClr val="dk2"/>
                      </a:solidFill>
                      <a:prstDash val="solid"/>
                      <a:round/>
                      <a:headEnd len="sm" w="sm" type="none"/>
                      <a:tailEnd len="sm" w="sm" type="none"/>
                    </a:lnR>
                    <a:lnT cap="flat" cmpd="sng" w="19050">
                      <a:solidFill>
                        <a:schemeClr val="dk2"/>
                      </a:solidFill>
                      <a:prstDash val="solid"/>
                      <a:round/>
                      <a:headEnd len="sm" w="sm" type="none"/>
                      <a:tailEnd len="sm" w="sm" type="none"/>
                    </a:lnT>
                    <a:lnB cap="flat" cmpd="sng" w="19050">
                      <a:solidFill>
                        <a:schemeClr val="dk2"/>
                      </a:solidFill>
                      <a:prstDash val="solid"/>
                      <a:round/>
                      <a:headEnd len="sm" w="sm" type="none"/>
                      <a:tailEnd len="sm" w="sm" type="none"/>
                    </a:lnB>
                    <a:solidFill>
                      <a:srgbClr val="9EE244"/>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chemeClr val="dk2"/>
                      </a:solidFill>
                      <a:prstDash val="solid"/>
                      <a:round/>
                      <a:headEnd len="sm" w="sm" type="none"/>
                      <a:tailEnd len="sm" w="sm" type="none"/>
                    </a:lnL>
                    <a:lnR cap="flat" cmpd="sng" w="19050">
                      <a:solidFill>
                        <a:schemeClr val="dk2"/>
                      </a:solidFill>
                      <a:prstDash val="solid"/>
                      <a:round/>
                      <a:headEnd len="sm" w="sm" type="none"/>
                      <a:tailEnd len="sm" w="sm" type="none"/>
                    </a:lnR>
                    <a:lnT cap="flat" cmpd="sng" w="19050">
                      <a:solidFill>
                        <a:schemeClr val="dk2"/>
                      </a:solidFill>
                      <a:prstDash val="solid"/>
                      <a:round/>
                      <a:headEnd len="sm" w="sm" type="none"/>
                      <a:tailEnd len="sm" w="sm" type="none"/>
                    </a:lnT>
                    <a:lnB cap="flat" cmpd="sng" w="19050">
                      <a:solidFill>
                        <a:schemeClr val="dk2"/>
                      </a:solidFill>
                      <a:prstDash val="solid"/>
                      <a:round/>
                      <a:headEnd len="sm" w="sm" type="none"/>
                      <a:tailEnd len="sm" w="sm" type="none"/>
                    </a:lnB>
                    <a:solidFill>
                      <a:srgbClr val="9EE244"/>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chemeClr val="dk2"/>
                      </a:solidFill>
                      <a:prstDash val="solid"/>
                      <a:round/>
                      <a:headEnd len="sm" w="sm" type="none"/>
                      <a:tailEnd len="sm" w="sm" type="none"/>
                    </a:lnL>
                    <a:lnR cap="flat" cmpd="sng" w="19050">
                      <a:solidFill>
                        <a:schemeClr val="dk2"/>
                      </a:solidFill>
                      <a:prstDash val="solid"/>
                      <a:round/>
                      <a:headEnd len="sm" w="sm" type="none"/>
                      <a:tailEnd len="sm" w="sm" type="none"/>
                    </a:lnR>
                    <a:lnT cap="flat" cmpd="sng" w="19050">
                      <a:solidFill>
                        <a:schemeClr val="dk2"/>
                      </a:solidFill>
                      <a:prstDash val="solid"/>
                      <a:round/>
                      <a:headEnd len="sm" w="sm" type="none"/>
                      <a:tailEnd len="sm" w="sm" type="none"/>
                    </a:lnT>
                    <a:lnB cap="flat" cmpd="sng" w="19050">
                      <a:solidFill>
                        <a:schemeClr val="dk2"/>
                      </a:solidFill>
                      <a:prstDash val="solid"/>
                      <a:round/>
                      <a:headEnd len="sm" w="sm" type="none"/>
                      <a:tailEnd len="sm" w="sm" type="none"/>
                    </a:lnB>
                    <a:solidFill>
                      <a:srgbClr val="FECF48"/>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chemeClr val="dk2"/>
                      </a:solidFill>
                      <a:prstDash val="solid"/>
                      <a:round/>
                      <a:headEnd len="sm" w="sm" type="none"/>
                      <a:tailEnd len="sm" w="sm" type="none"/>
                    </a:lnL>
                    <a:lnR cap="flat" cmpd="sng" w="19050">
                      <a:solidFill>
                        <a:schemeClr val="dk2"/>
                      </a:solidFill>
                      <a:prstDash val="solid"/>
                      <a:round/>
                      <a:headEnd len="sm" w="sm" type="none"/>
                      <a:tailEnd len="sm" w="sm" type="none"/>
                    </a:lnR>
                    <a:lnT cap="flat" cmpd="sng" w="19050">
                      <a:solidFill>
                        <a:schemeClr val="dk2"/>
                      </a:solidFill>
                      <a:prstDash val="solid"/>
                      <a:round/>
                      <a:headEnd len="sm" w="sm" type="none"/>
                      <a:tailEnd len="sm" w="sm" type="none"/>
                    </a:lnT>
                    <a:lnB cap="flat" cmpd="sng" w="19050">
                      <a:solidFill>
                        <a:schemeClr val="dk2"/>
                      </a:solidFill>
                      <a:prstDash val="solid"/>
                      <a:round/>
                      <a:headEnd len="sm" w="sm" type="none"/>
                      <a:tailEnd len="sm" w="sm" type="none"/>
                    </a:lnB>
                    <a:solidFill>
                      <a:srgbClr val="FECF48"/>
                    </a:solidFill>
                  </a:tcPr>
                </a:tc>
              </a:tr>
              <a:tr h="689800">
                <a:tc>
                  <a:txBody>
                    <a:bodyPr/>
                    <a:lstStyle/>
                    <a:p>
                      <a:pPr indent="0" lvl="0" marL="0" rtl="0" algn="l">
                        <a:spcBef>
                          <a:spcPts val="0"/>
                        </a:spcBef>
                        <a:spcAft>
                          <a:spcPts val="0"/>
                        </a:spcAft>
                        <a:buNone/>
                      </a:pPr>
                      <a:r>
                        <a:t/>
                      </a:r>
                      <a:endParaRPr/>
                    </a:p>
                  </a:txBody>
                  <a:tcPr marT="91425" marB="91425" marR="91425" marL="91425">
                    <a:lnL cap="flat" cmpd="sng" w="19050">
                      <a:solidFill>
                        <a:schemeClr val="dk2"/>
                      </a:solidFill>
                      <a:prstDash val="solid"/>
                      <a:round/>
                      <a:headEnd len="sm" w="sm" type="none"/>
                      <a:tailEnd len="sm" w="sm" type="none"/>
                    </a:lnL>
                    <a:lnR cap="flat" cmpd="sng" w="19050">
                      <a:solidFill>
                        <a:schemeClr val="dk2"/>
                      </a:solidFill>
                      <a:prstDash val="solid"/>
                      <a:round/>
                      <a:headEnd len="sm" w="sm" type="none"/>
                      <a:tailEnd len="sm" w="sm" type="none"/>
                    </a:lnR>
                    <a:lnT cap="flat" cmpd="sng" w="19050">
                      <a:solidFill>
                        <a:schemeClr val="dk2"/>
                      </a:solidFill>
                      <a:prstDash val="solid"/>
                      <a:round/>
                      <a:headEnd len="sm" w="sm" type="none"/>
                      <a:tailEnd len="sm" w="sm" type="none"/>
                    </a:lnT>
                    <a:lnB cap="flat" cmpd="sng" w="19050">
                      <a:solidFill>
                        <a:schemeClr val="dk2"/>
                      </a:solidFill>
                      <a:prstDash val="solid"/>
                      <a:round/>
                      <a:headEnd len="sm" w="sm" type="none"/>
                      <a:tailEnd len="sm" w="sm" type="none"/>
                    </a:lnB>
                    <a:solidFill>
                      <a:srgbClr val="088669"/>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chemeClr val="dk2"/>
                      </a:solidFill>
                      <a:prstDash val="solid"/>
                      <a:round/>
                      <a:headEnd len="sm" w="sm" type="none"/>
                      <a:tailEnd len="sm" w="sm" type="none"/>
                    </a:lnL>
                    <a:lnR cap="flat" cmpd="sng" w="19050">
                      <a:solidFill>
                        <a:schemeClr val="dk2"/>
                      </a:solidFill>
                      <a:prstDash val="solid"/>
                      <a:round/>
                      <a:headEnd len="sm" w="sm" type="none"/>
                      <a:tailEnd len="sm" w="sm" type="none"/>
                    </a:lnR>
                    <a:lnT cap="flat" cmpd="sng" w="19050">
                      <a:solidFill>
                        <a:schemeClr val="dk2"/>
                      </a:solidFill>
                      <a:prstDash val="solid"/>
                      <a:round/>
                      <a:headEnd len="sm" w="sm" type="none"/>
                      <a:tailEnd len="sm" w="sm" type="none"/>
                    </a:lnT>
                    <a:lnB cap="flat" cmpd="sng" w="19050">
                      <a:solidFill>
                        <a:schemeClr val="dk2"/>
                      </a:solidFill>
                      <a:prstDash val="solid"/>
                      <a:round/>
                      <a:headEnd len="sm" w="sm" type="none"/>
                      <a:tailEnd len="sm" w="sm" type="none"/>
                    </a:lnB>
                    <a:solidFill>
                      <a:srgbClr val="088669"/>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chemeClr val="dk2"/>
                      </a:solidFill>
                      <a:prstDash val="solid"/>
                      <a:round/>
                      <a:headEnd len="sm" w="sm" type="none"/>
                      <a:tailEnd len="sm" w="sm" type="none"/>
                    </a:lnL>
                    <a:lnR cap="flat" cmpd="sng" w="19050">
                      <a:solidFill>
                        <a:schemeClr val="dk2"/>
                      </a:solidFill>
                      <a:prstDash val="solid"/>
                      <a:round/>
                      <a:headEnd len="sm" w="sm" type="none"/>
                      <a:tailEnd len="sm" w="sm" type="none"/>
                    </a:lnR>
                    <a:lnT cap="flat" cmpd="sng" w="19050">
                      <a:solidFill>
                        <a:schemeClr val="dk2"/>
                      </a:solidFill>
                      <a:prstDash val="solid"/>
                      <a:round/>
                      <a:headEnd len="sm" w="sm" type="none"/>
                      <a:tailEnd len="sm" w="sm" type="none"/>
                    </a:lnT>
                    <a:lnB cap="flat" cmpd="sng" w="19050">
                      <a:solidFill>
                        <a:schemeClr val="dk2"/>
                      </a:solidFill>
                      <a:prstDash val="solid"/>
                      <a:round/>
                      <a:headEnd len="sm" w="sm" type="none"/>
                      <a:tailEnd len="sm" w="sm" type="none"/>
                    </a:lnB>
                    <a:solidFill>
                      <a:srgbClr val="9EE244"/>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chemeClr val="dk2"/>
                      </a:solidFill>
                      <a:prstDash val="solid"/>
                      <a:round/>
                      <a:headEnd len="sm" w="sm" type="none"/>
                      <a:tailEnd len="sm" w="sm" type="none"/>
                    </a:lnL>
                    <a:lnR cap="flat" cmpd="sng" w="19050">
                      <a:solidFill>
                        <a:schemeClr val="dk2"/>
                      </a:solidFill>
                      <a:prstDash val="solid"/>
                      <a:round/>
                      <a:headEnd len="sm" w="sm" type="none"/>
                      <a:tailEnd len="sm" w="sm" type="none"/>
                    </a:lnR>
                    <a:lnT cap="flat" cmpd="sng" w="19050">
                      <a:solidFill>
                        <a:schemeClr val="dk2"/>
                      </a:solidFill>
                      <a:prstDash val="solid"/>
                      <a:round/>
                      <a:headEnd len="sm" w="sm" type="none"/>
                      <a:tailEnd len="sm" w="sm" type="none"/>
                    </a:lnT>
                    <a:lnB cap="flat" cmpd="sng" w="19050">
                      <a:solidFill>
                        <a:schemeClr val="dk2"/>
                      </a:solidFill>
                      <a:prstDash val="solid"/>
                      <a:round/>
                      <a:headEnd len="sm" w="sm" type="none"/>
                      <a:tailEnd len="sm" w="sm" type="none"/>
                    </a:lnB>
                    <a:solidFill>
                      <a:srgbClr val="9EE244"/>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chemeClr val="dk2"/>
                      </a:solidFill>
                      <a:prstDash val="solid"/>
                      <a:round/>
                      <a:headEnd len="sm" w="sm" type="none"/>
                      <a:tailEnd len="sm" w="sm" type="none"/>
                    </a:lnL>
                    <a:lnR cap="flat" cmpd="sng" w="19050">
                      <a:solidFill>
                        <a:schemeClr val="dk2"/>
                      </a:solidFill>
                      <a:prstDash val="solid"/>
                      <a:round/>
                      <a:headEnd len="sm" w="sm" type="none"/>
                      <a:tailEnd len="sm" w="sm" type="none"/>
                    </a:lnR>
                    <a:lnT cap="flat" cmpd="sng" w="19050">
                      <a:solidFill>
                        <a:schemeClr val="dk2"/>
                      </a:solidFill>
                      <a:prstDash val="solid"/>
                      <a:round/>
                      <a:headEnd len="sm" w="sm" type="none"/>
                      <a:tailEnd len="sm" w="sm" type="none"/>
                    </a:lnT>
                    <a:lnB cap="flat" cmpd="sng" w="19050">
                      <a:solidFill>
                        <a:schemeClr val="dk2"/>
                      </a:solidFill>
                      <a:prstDash val="solid"/>
                      <a:round/>
                      <a:headEnd len="sm" w="sm" type="none"/>
                      <a:tailEnd len="sm" w="sm" type="none"/>
                    </a:lnB>
                    <a:solidFill>
                      <a:srgbClr val="FECF48"/>
                    </a:solidFill>
                  </a:tcPr>
                </a:tc>
              </a:tr>
            </a:tbl>
          </a:graphicData>
        </a:graphic>
      </p:graphicFrame>
      <p:graphicFrame>
        <p:nvGraphicFramePr>
          <p:cNvPr id="803" name="Google Shape;803;p88"/>
          <p:cNvGraphicFramePr/>
          <p:nvPr/>
        </p:nvGraphicFramePr>
        <p:xfrm>
          <a:off x="4923000" y="753975"/>
          <a:ext cx="3000000" cy="3000000"/>
        </p:xfrm>
        <a:graphic>
          <a:graphicData uri="http://schemas.openxmlformats.org/drawingml/2006/table">
            <a:tbl>
              <a:tblPr>
                <a:noFill/>
                <a:tableStyleId>{7AB8A554-8128-4678-8D51-403168EF7E6C}</a:tableStyleId>
              </a:tblPr>
              <a:tblGrid>
                <a:gridCol w="715100"/>
                <a:gridCol w="715100"/>
                <a:gridCol w="715100"/>
                <a:gridCol w="715100"/>
                <a:gridCol w="678225"/>
              </a:tblGrid>
              <a:tr h="226800">
                <a:tc>
                  <a:txBody>
                    <a:bodyPr/>
                    <a:lstStyle/>
                    <a:p>
                      <a:pPr indent="0" lvl="0" marL="0" rtl="0" algn="ctr">
                        <a:spcBef>
                          <a:spcPts val="0"/>
                        </a:spcBef>
                        <a:spcAft>
                          <a:spcPts val="0"/>
                        </a:spcAft>
                        <a:buNone/>
                      </a:pPr>
                      <a:r>
                        <a:rPr b="1" lang="en" sz="900">
                          <a:solidFill>
                            <a:schemeClr val="dk2"/>
                          </a:solidFill>
                          <a:latin typeface="Roboto"/>
                          <a:ea typeface="Roboto"/>
                          <a:cs typeface="Roboto"/>
                          <a:sym typeface="Roboto"/>
                        </a:rPr>
                        <a:t>Incidental</a:t>
                      </a:r>
                      <a:endParaRPr b="1" sz="900">
                        <a:solidFill>
                          <a:schemeClr val="dk2"/>
                        </a:solidFill>
                        <a:latin typeface="Roboto"/>
                        <a:ea typeface="Roboto"/>
                        <a:cs typeface="Roboto"/>
                        <a:sym typeface="Roboto"/>
                      </a:endParaRPr>
                    </a:p>
                  </a:txBody>
                  <a:tcPr marT="0" marB="0" marR="0" marL="0">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rPr b="1" lang="en" sz="900">
                          <a:solidFill>
                            <a:schemeClr val="dk2"/>
                          </a:solidFill>
                          <a:latin typeface="Roboto"/>
                          <a:ea typeface="Roboto"/>
                          <a:cs typeface="Roboto"/>
                          <a:sym typeface="Roboto"/>
                        </a:rPr>
                        <a:t>Minor</a:t>
                      </a:r>
                      <a:endParaRPr b="1" sz="900">
                        <a:solidFill>
                          <a:schemeClr val="dk2"/>
                        </a:solidFill>
                        <a:latin typeface="Roboto"/>
                        <a:ea typeface="Roboto"/>
                        <a:cs typeface="Roboto"/>
                        <a:sym typeface="Roboto"/>
                      </a:endParaRPr>
                    </a:p>
                  </a:txBody>
                  <a:tcPr marT="0" marB="0" marR="0" marL="0">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rPr b="1" lang="en" sz="900">
                          <a:solidFill>
                            <a:schemeClr val="dk2"/>
                          </a:solidFill>
                          <a:latin typeface="Roboto"/>
                          <a:ea typeface="Roboto"/>
                          <a:cs typeface="Roboto"/>
                          <a:sym typeface="Roboto"/>
                        </a:rPr>
                        <a:t>Serious</a:t>
                      </a:r>
                      <a:endParaRPr b="1" sz="900">
                        <a:solidFill>
                          <a:schemeClr val="dk2"/>
                        </a:solidFill>
                        <a:latin typeface="Roboto"/>
                        <a:ea typeface="Roboto"/>
                        <a:cs typeface="Roboto"/>
                        <a:sym typeface="Roboto"/>
                      </a:endParaRPr>
                    </a:p>
                  </a:txBody>
                  <a:tcPr marT="0" marB="0" marR="0" marL="0">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rPr b="1" lang="en" sz="900">
                          <a:solidFill>
                            <a:schemeClr val="dk2"/>
                          </a:solidFill>
                          <a:latin typeface="Roboto"/>
                          <a:ea typeface="Roboto"/>
                          <a:cs typeface="Roboto"/>
                          <a:sym typeface="Roboto"/>
                        </a:rPr>
                        <a:t>Major</a:t>
                      </a:r>
                      <a:endParaRPr b="1" sz="900">
                        <a:solidFill>
                          <a:schemeClr val="dk2"/>
                        </a:solidFill>
                        <a:latin typeface="Roboto"/>
                        <a:ea typeface="Roboto"/>
                        <a:cs typeface="Roboto"/>
                        <a:sym typeface="Roboto"/>
                      </a:endParaRPr>
                    </a:p>
                  </a:txBody>
                  <a:tcPr marT="0" marB="0" marR="0" marL="0">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rPr b="1" lang="en" sz="900">
                          <a:solidFill>
                            <a:schemeClr val="dk2"/>
                          </a:solidFill>
                          <a:latin typeface="Roboto"/>
                          <a:ea typeface="Roboto"/>
                          <a:cs typeface="Roboto"/>
                          <a:sym typeface="Roboto"/>
                        </a:rPr>
                        <a:t>Catastrophic</a:t>
                      </a:r>
                      <a:endParaRPr b="1" sz="900">
                        <a:solidFill>
                          <a:schemeClr val="dk2"/>
                        </a:solidFill>
                        <a:latin typeface="Roboto"/>
                        <a:ea typeface="Roboto"/>
                        <a:cs typeface="Roboto"/>
                        <a:sym typeface="Roboto"/>
                      </a:endParaRPr>
                    </a:p>
                  </a:txBody>
                  <a:tcPr marT="0" marB="0" marR="0" marL="0">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bl>
          </a:graphicData>
        </a:graphic>
      </p:graphicFrame>
      <p:graphicFrame>
        <p:nvGraphicFramePr>
          <p:cNvPr id="804" name="Google Shape;804;p88"/>
          <p:cNvGraphicFramePr/>
          <p:nvPr/>
        </p:nvGraphicFramePr>
        <p:xfrm>
          <a:off x="4012350" y="980775"/>
          <a:ext cx="3000000" cy="3000000"/>
        </p:xfrm>
        <a:graphic>
          <a:graphicData uri="http://schemas.openxmlformats.org/drawingml/2006/table">
            <a:tbl>
              <a:tblPr>
                <a:noFill/>
                <a:tableStyleId>{7AB8A554-8128-4678-8D51-403168EF7E6C}</a:tableStyleId>
              </a:tblPr>
              <a:tblGrid>
                <a:gridCol w="867825"/>
              </a:tblGrid>
              <a:tr h="694125">
                <a:tc>
                  <a:txBody>
                    <a:bodyPr/>
                    <a:lstStyle/>
                    <a:p>
                      <a:pPr indent="0" lvl="0" marL="0" rtl="0" algn="ctr">
                        <a:spcBef>
                          <a:spcPts val="0"/>
                        </a:spcBef>
                        <a:spcAft>
                          <a:spcPts val="0"/>
                        </a:spcAft>
                        <a:buClr>
                          <a:schemeClr val="dk1"/>
                        </a:buClr>
                        <a:buSzPts val="1100"/>
                        <a:buFont typeface="Arial"/>
                        <a:buNone/>
                      </a:pPr>
                      <a:r>
                        <a:rPr b="1" lang="en" sz="900">
                          <a:solidFill>
                            <a:schemeClr val="dk2"/>
                          </a:solidFill>
                          <a:latin typeface="Roboto"/>
                          <a:ea typeface="Roboto"/>
                          <a:cs typeface="Roboto"/>
                          <a:sym typeface="Roboto"/>
                        </a:rPr>
                        <a:t>Frequent</a:t>
                      </a:r>
                      <a:endParaRPr>
                        <a:solidFill>
                          <a:schemeClr val="dk2"/>
                        </a:solidFill>
                      </a:endParaRPr>
                    </a:p>
                  </a:txBody>
                  <a:tcPr marT="91425" marB="91425"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694125">
                <a:tc>
                  <a:txBody>
                    <a:bodyPr/>
                    <a:lstStyle/>
                    <a:p>
                      <a:pPr indent="0" lvl="0" marL="0" rtl="0" algn="ctr">
                        <a:spcBef>
                          <a:spcPts val="0"/>
                        </a:spcBef>
                        <a:spcAft>
                          <a:spcPts val="0"/>
                        </a:spcAft>
                        <a:buClr>
                          <a:schemeClr val="dk1"/>
                        </a:buClr>
                        <a:buSzPts val="1100"/>
                        <a:buFont typeface="Arial"/>
                        <a:buNone/>
                      </a:pPr>
                      <a:r>
                        <a:rPr b="1" lang="en" sz="900">
                          <a:solidFill>
                            <a:schemeClr val="dk2"/>
                          </a:solidFill>
                          <a:latin typeface="Roboto"/>
                          <a:ea typeface="Roboto"/>
                          <a:cs typeface="Roboto"/>
                          <a:sym typeface="Roboto"/>
                        </a:rPr>
                        <a:t>Occasional</a:t>
                      </a:r>
                      <a:endParaRPr>
                        <a:solidFill>
                          <a:schemeClr val="dk2"/>
                        </a:solidFill>
                      </a:endParaRPr>
                    </a:p>
                  </a:txBody>
                  <a:tcPr marT="91425" marB="91425"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694125">
                <a:tc>
                  <a:txBody>
                    <a:bodyPr/>
                    <a:lstStyle/>
                    <a:p>
                      <a:pPr indent="0" lvl="0" marL="0" rtl="0" algn="ctr">
                        <a:spcBef>
                          <a:spcPts val="0"/>
                        </a:spcBef>
                        <a:spcAft>
                          <a:spcPts val="0"/>
                        </a:spcAft>
                        <a:buClr>
                          <a:schemeClr val="dk1"/>
                        </a:buClr>
                        <a:buSzPts val="1100"/>
                        <a:buFont typeface="Arial"/>
                        <a:buNone/>
                      </a:pPr>
                      <a:r>
                        <a:rPr b="1" lang="en" sz="900">
                          <a:solidFill>
                            <a:schemeClr val="dk2"/>
                          </a:solidFill>
                          <a:latin typeface="Roboto"/>
                          <a:ea typeface="Roboto"/>
                          <a:cs typeface="Roboto"/>
                          <a:sym typeface="Roboto"/>
                        </a:rPr>
                        <a:t>Seldom</a:t>
                      </a:r>
                      <a:endParaRPr>
                        <a:solidFill>
                          <a:schemeClr val="dk2"/>
                        </a:solidFill>
                      </a:endParaRPr>
                    </a:p>
                  </a:txBody>
                  <a:tcPr marT="91425" marB="91425"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694125">
                <a:tc>
                  <a:txBody>
                    <a:bodyPr/>
                    <a:lstStyle/>
                    <a:p>
                      <a:pPr indent="0" lvl="0" marL="0" rtl="0" algn="ctr">
                        <a:spcBef>
                          <a:spcPts val="0"/>
                        </a:spcBef>
                        <a:spcAft>
                          <a:spcPts val="0"/>
                        </a:spcAft>
                        <a:buClr>
                          <a:schemeClr val="dk1"/>
                        </a:buClr>
                        <a:buSzPts val="1100"/>
                        <a:buFont typeface="Arial"/>
                        <a:buNone/>
                      </a:pPr>
                      <a:r>
                        <a:rPr b="1" lang="en" sz="900">
                          <a:solidFill>
                            <a:schemeClr val="dk2"/>
                          </a:solidFill>
                          <a:latin typeface="Roboto"/>
                          <a:ea typeface="Roboto"/>
                          <a:cs typeface="Roboto"/>
                          <a:sym typeface="Roboto"/>
                        </a:rPr>
                        <a:t>Remote</a:t>
                      </a:r>
                      <a:endParaRPr>
                        <a:solidFill>
                          <a:schemeClr val="dk2"/>
                        </a:solidFill>
                      </a:endParaRPr>
                    </a:p>
                  </a:txBody>
                  <a:tcPr marT="91425" marB="91425"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694125">
                <a:tc>
                  <a:txBody>
                    <a:bodyPr/>
                    <a:lstStyle/>
                    <a:p>
                      <a:pPr indent="0" lvl="0" marL="0" rtl="0" algn="ctr">
                        <a:spcBef>
                          <a:spcPts val="0"/>
                        </a:spcBef>
                        <a:spcAft>
                          <a:spcPts val="0"/>
                        </a:spcAft>
                        <a:buClr>
                          <a:schemeClr val="dk1"/>
                        </a:buClr>
                        <a:buSzPts val="1100"/>
                        <a:buFont typeface="Arial"/>
                        <a:buNone/>
                      </a:pPr>
                      <a:r>
                        <a:rPr b="1" lang="en" sz="900">
                          <a:solidFill>
                            <a:schemeClr val="dk2"/>
                          </a:solidFill>
                          <a:latin typeface="Roboto"/>
                          <a:ea typeface="Roboto"/>
                          <a:cs typeface="Roboto"/>
                          <a:sym typeface="Roboto"/>
                        </a:rPr>
                        <a:t>Unlikely</a:t>
                      </a:r>
                      <a:endParaRPr>
                        <a:solidFill>
                          <a:schemeClr val="dk2"/>
                        </a:solidFill>
                      </a:endParaRPr>
                    </a:p>
                  </a:txBody>
                  <a:tcPr marT="91425" marB="91425"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bl>
          </a:graphicData>
        </a:graphic>
      </p:graphicFrame>
      <p:cxnSp>
        <p:nvCxnSpPr>
          <p:cNvPr id="805" name="Google Shape;805;p88"/>
          <p:cNvCxnSpPr/>
          <p:nvPr/>
        </p:nvCxnSpPr>
        <p:spPr>
          <a:xfrm>
            <a:off x="4906300" y="4707813"/>
            <a:ext cx="3622500" cy="0"/>
          </a:xfrm>
          <a:prstGeom prst="straightConnector1">
            <a:avLst/>
          </a:prstGeom>
          <a:noFill/>
          <a:ln cap="flat" cmpd="sng" w="19050">
            <a:solidFill>
              <a:schemeClr val="dk2"/>
            </a:solidFill>
            <a:prstDash val="solid"/>
            <a:round/>
            <a:headEnd len="med" w="med" type="none"/>
            <a:tailEnd len="med" w="med" type="triangle"/>
          </a:ln>
        </p:spPr>
      </p:cxnSp>
      <p:sp>
        <p:nvSpPr>
          <p:cNvPr id="806" name="Google Shape;806;p88"/>
          <p:cNvSpPr/>
          <p:nvPr/>
        </p:nvSpPr>
        <p:spPr>
          <a:xfrm>
            <a:off x="5638100" y="4556313"/>
            <a:ext cx="2241900" cy="306300"/>
          </a:xfrm>
          <a:prstGeom prst="roundRect">
            <a:avLst>
              <a:gd fmla="val 16667" name="adj"/>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chemeClr val="lt1"/>
                </a:solidFill>
                <a:latin typeface="Roboto"/>
                <a:ea typeface="Roboto"/>
                <a:cs typeface="Roboto"/>
                <a:sym typeface="Roboto"/>
              </a:rPr>
              <a:t>Consequence/Severity</a:t>
            </a:r>
            <a:endParaRPr>
              <a:solidFill>
                <a:schemeClr val="lt1"/>
              </a:solidFill>
            </a:endParaRPr>
          </a:p>
        </p:txBody>
      </p:sp>
      <p:cxnSp>
        <p:nvCxnSpPr>
          <p:cNvPr id="807" name="Google Shape;807;p88"/>
          <p:cNvCxnSpPr/>
          <p:nvPr/>
        </p:nvCxnSpPr>
        <p:spPr>
          <a:xfrm rot="10800000">
            <a:off x="8754675" y="980775"/>
            <a:ext cx="0" cy="3505800"/>
          </a:xfrm>
          <a:prstGeom prst="straightConnector1">
            <a:avLst/>
          </a:prstGeom>
          <a:noFill/>
          <a:ln cap="flat" cmpd="sng" w="19050">
            <a:solidFill>
              <a:schemeClr val="dk2"/>
            </a:solidFill>
            <a:prstDash val="solid"/>
            <a:round/>
            <a:headEnd len="med" w="med" type="none"/>
            <a:tailEnd len="med" w="med" type="triangle"/>
          </a:ln>
        </p:spPr>
      </p:cxnSp>
      <p:sp>
        <p:nvSpPr>
          <p:cNvPr id="808" name="Google Shape;808;p88"/>
          <p:cNvSpPr/>
          <p:nvPr/>
        </p:nvSpPr>
        <p:spPr>
          <a:xfrm rot="5400000">
            <a:off x="7832875" y="2680375"/>
            <a:ext cx="1843500" cy="306300"/>
          </a:xfrm>
          <a:prstGeom prst="roundRect">
            <a:avLst>
              <a:gd fmla="val 16667" name="adj"/>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chemeClr val="lt1"/>
                </a:solidFill>
                <a:latin typeface="Roboto"/>
                <a:ea typeface="Roboto"/>
                <a:cs typeface="Roboto"/>
                <a:sym typeface="Roboto"/>
              </a:rPr>
              <a:t>Likelihood</a:t>
            </a:r>
            <a:endParaRPr>
              <a:solidFill>
                <a:schemeClr val="lt1"/>
              </a:solidFill>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noFill/>
      </p:bgPr>
    </p:bg>
    <p:spTree>
      <p:nvGrpSpPr>
        <p:cNvPr id="812" name="Shape 812"/>
        <p:cNvGrpSpPr/>
        <p:nvPr/>
      </p:nvGrpSpPr>
      <p:grpSpPr>
        <a:xfrm>
          <a:off x="0" y="0"/>
          <a:ext cx="0" cy="0"/>
          <a:chOff x="0" y="0"/>
          <a:chExt cx="0" cy="0"/>
        </a:xfrm>
      </p:grpSpPr>
      <p:sp>
        <p:nvSpPr>
          <p:cNvPr id="813" name="Google Shape;813;p89"/>
          <p:cNvSpPr/>
          <p:nvPr/>
        </p:nvSpPr>
        <p:spPr>
          <a:xfrm>
            <a:off x="187975" y="574375"/>
            <a:ext cx="8762100" cy="1671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814" name="Google Shape;814;p89"/>
          <p:cNvPicPr preferRelativeResize="0"/>
          <p:nvPr/>
        </p:nvPicPr>
        <p:blipFill rotWithShape="1">
          <a:blip r:embed="rId3">
            <a:alphaModFix/>
          </a:blip>
          <a:srcRect b="2317" l="-2524" r="-920" t="2326"/>
          <a:stretch/>
        </p:blipFill>
        <p:spPr>
          <a:xfrm>
            <a:off x="697024" y="0"/>
            <a:ext cx="7362550" cy="5143499"/>
          </a:xfrm>
          <a:prstGeom prst="rect">
            <a:avLst/>
          </a:prstGeom>
          <a:noFill/>
          <a:ln>
            <a:noFill/>
          </a:ln>
        </p:spPr>
      </p:pic>
      <p:sp>
        <p:nvSpPr>
          <p:cNvPr id="815" name="Google Shape;815;p89"/>
          <p:cNvSpPr txBox="1"/>
          <p:nvPr>
            <p:ph idx="4294967295" type="subTitle"/>
          </p:nvPr>
        </p:nvSpPr>
        <p:spPr>
          <a:xfrm>
            <a:off x="187975" y="351550"/>
            <a:ext cx="2699700" cy="1623600"/>
          </a:xfrm>
          <a:prstGeom prst="rect">
            <a:avLst/>
          </a:prstGeom>
        </p:spPr>
        <p:txBody>
          <a:bodyPr anchorCtr="0" anchor="t" bIns="0" lIns="182875" spcFirstLastPara="1" rIns="182875" wrap="square" tIns="0">
            <a:noAutofit/>
          </a:bodyPr>
          <a:lstStyle/>
          <a:p>
            <a:pPr indent="0" lvl="0" marL="0" rtl="0" algn="l">
              <a:spcBef>
                <a:spcPts val="0"/>
              </a:spcBef>
              <a:spcAft>
                <a:spcPts val="0"/>
              </a:spcAft>
              <a:buNone/>
            </a:pPr>
            <a:r>
              <a:rPr lang="en" sz="1600"/>
              <a:t>Script kiddies are likely </a:t>
            </a:r>
            <a:br>
              <a:rPr lang="en" sz="1600"/>
            </a:br>
            <a:r>
              <a:rPr lang="en" sz="1600"/>
              <a:t>to be responsible for most of the attacks an organization experiences simply because there </a:t>
            </a:r>
            <a:br>
              <a:rPr lang="en" sz="1600"/>
            </a:br>
            <a:r>
              <a:rPr lang="en" sz="1600"/>
              <a:t>are so many of them.</a:t>
            </a:r>
            <a:endParaRPr sz="1600"/>
          </a:p>
        </p:txBody>
      </p:sp>
      <p:sp>
        <p:nvSpPr>
          <p:cNvPr id="816" name="Google Shape;816;p89"/>
          <p:cNvSpPr txBox="1"/>
          <p:nvPr>
            <p:ph idx="1" type="body"/>
          </p:nvPr>
        </p:nvSpPr>
        <p:spPr>
          <a:xfrm>
            <a:off x="6400800" y="351550"/>
            <a:ext cx="2995800" cy="1938900"/>
          </a:xfrm>
          <a:prstGeom prst="rect">
            <a:avLst/>
          </a:prstGeom>
        </p:spPr>
        <p:txBody>
          <a:bodyPr anchorCtr="0" anchor="t" bIns="0" lIns="182875" spcFirstLastPara="1" rIns="182875" wrap="square" tIns="0">
            <a:noAutofit/>
          </a:bodyPr>
          <a:lstStyle/>
          <a:p>
            <a:pPr indent="0" lvl="0" marL="0" rtl="0" algn="l">
              <a:spcBef>
                <a:spcPts val="0"/>
              </a:spcBef>
              <a:spcAft>
                <a:spcPts val="0"/>
              </a:spcAft>
              <a:buNone/>
            </a:pPr>
            <a:r>
              <a:rPr lang="en" sz="1600"/>
              <a:t>For most organizations, organized cyber criminals aren’t a major threat. </a:t>
            </a:r>
            <a:br>
              <a:rPr lang="en" sz="1600"/>
            </a:br>
            <a:r>
              <a:rPr lang="en" sz="1600"/>
              <a:t>They are more relevant </a:t>
            </a:r>
            <a:br>
              <a:rPr lang="en" sz="1600"/>
            </a:br>
            <a:r>
              <a:rPr lang="en" sz="1600"/>
              <a:t>to financial organizations, branches of government, </a:t>
            </a:r>
            <a:br>
              <a:rPr lang="en" sz="1600"/>
            </a:br>
            <a:r>
              <a:rPr lang="en" sz="1600"/>
              <a:t>and military targets.</a:t>
            </a:r>
            <a:endParaRPr sz="1600"/>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0" name="Shape 820"/>
        <p:cNvGrpSpPr/>
        <p:nvPr/>
      </p:nvGrpSpPr>
      <p:grpSpPr>
        <a:xfrm>
          <a:off x="0" y="0"/>
          <a:ext cx="0" cy="0"/>
          <a:chOff x="0" y="0"/>
          <a:chExt cx="0" cy="0"/>
        </a:xfrm>
      </p:grpSpPr>
      <p:sp>
        <p:nvSpPr>
          <p:cNvPr id="821" name="Google Shape;821;p90"/>
          <p:cNvSpPr txBox="1"/>
          <p:nvPr>
            <p:ph idx="1" type="body"/>
          </p:nvPr>
        </p:nvSpPr>
        <p:spPr>
          <a:xfrm>
            <a:off x="462600" y="751750"/>
            <a:ext cx="3692700" cy="3911400"/>
          </a:xfrm>
          <a:prstGeom prst="rect">
            <a:avLst/>
          </a:prstGeom>
        </p:spPr>
        <p:txBody>
          <a:bodyPr anchorCtr="0" anchor="t" bIns="91425" lIns="0" spcFirstLastPara="1" rIns="91425" wrap="square" tIns="0">
            <a:noAutofit/>
          </a:bodyPr>
          <a:lstStyle/>
          <a:p>
            <a:pPr indent="0" lvl="0" marL="0" rtl="0" algn="l">
              <a:spcBef>
                <a:spcPts val="0"/>
              </a:spcBef>
              <a:spcAft>
                <a:spcPts val="0"/>
              </a:spcAft>
              <a:buNone/>
            </a:pPr>
            <a:r>
              <a:rPr lang="en"/>
              <a:t>You’ve identified more than 10 potential attacks that GeldCorp should consider.</a:t>
            </a:r>
            <a:endParaRPr/>
          </a:p>
          <a:p>
            <a:pPr indent="-205740" lvl="0" marL="320040" rtl="0" algn="l">
              <a:spcBef>
                <a:spcPts val="800"/>
              </a:spcBef>
              <a:spcAft>
                <a:spcPts val="0"/>
              </a:spcAft>
              <a:buClr>
                <a:schemeClr val="dk2"/>
              </a:buClr>
              <a:buSzPts val="1800"/>
              <a:buChar char="●"/>
            </a:pPr>
            <a:r>
              <a:rPr lang="en"/>
              <a:t>All can be mitigated, but each fix costs around $2,500. </a:t>
            </a:r>
            <a:endParaRPr/>
          </a:p>
          <a:p>
            <a:pPr indent="-205740" lvl="0" marL="320040" rtl="0" algn="l">
              <a:spcBef>
                <a:spcPts val="1000"/>
              </a:spcBef>
              <a:spcAft>
                <a:spcPts val="0"/>
              </a:spcAft>
              <a:buClr>
                <a:schemeClr val="dk2"/>
              </a:buClr>
              <a:buSzPts val="1800"/>
              <a:buChar char="●"/>
            </a:pPr>
            <a:r>
              <a:rPr lang="en"/>
              <a:t>GeldCorp’s security department only has $10,000 budgeted for the project. </a:t>
            </a:r>
            <a:endParaRPr/>
          </a:p>
          <a:p>
            <a:pPr indent="-205740" lvl="0" marL="320040" rtl="0" algn="l">
              <a:spcBef>
                <a:spcPts val="1000"/>
              </a:spcBef>
              <a:spcAft>
                <a:spcPts val="0"/>
              </a:spcAft>
              <a:buClr>
                <a:schemeClr val="dk2"/>
              </a:buClr>
              <a:buSzPts val="1800"/>
              <a:buChar char="●"/>
            </a:pPr>
            <a:r>
              <a:rPr lang="en"/>
              <a:t>You must advise which four fixes should be prioritized. </a:t>
            </a:r>
            <a:endParaRPr/>
          </a:p>
          <a:p>
            <a:pPr indent="0" lvl="0" marL="0" rtl="0" algn="l">
              <a:spcBef>
                <a:spcPts val="1000"/>
              </a:spcBef>
              <a:spcAft>
                <a:spcPts val="800"/>
              </a:spcAft>
              <a:buNone/>
            </a:pPr>
            <a:r>
              <a:t/>
            </a:r>
            <a:endParaRPr/>
          </a:p>
        </p:txBody>
      </p:sp>
      <p:pic>
        <p:nvPicPr>
          <p:cNvPr id="822" name="Google Shape;822;p90"/>
          <p:cNvPicPr preferRelativeResize="0"/>
          <p:nvPr/>
        </p:nvPicPr>
        <p:blipFill>
          <a:blip r:embed="rId3">
            <a:alphaModFix/>
          </a:blip>
          <a:stretch>
            <a:fillRect/>
          </a:stretch>
        </p:blipFill>
        <p:spPr>
          <a:xfrm>
            <a:off x="4177900" y="578050"/>
            <a:ext cx="4573599" cy="3987400"/>
          </a:xfrm>
          <a:prstGeom prst="rect">
            <a:avLst/>
          </a:prstGeom>
          <a:noFill/>
          <a:ln>
            <a:noFill/>
          </a:ln>
        </p:spPr>
      </p:pic>
      <p:sp>
        <p:nvSpPr>
          <p:cNvPr id="823" name="Google Shape;823;p90"/>
          <p:cNvSpPr txBox="1"/>
          <p:nvPr>
            <p:ph type="title"/>
          </p:nvPr>
        </p:nvSpPr>
        <p:spPr>
          <a:xfrm>
            <a:off x="457200" y="243075"/>
            <a:ext cx="8832300" cy="572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Risk Analysis: Scenario</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7" name="Shape 827"/>
        <p:cNvGrpSpPr/>
        <p:nvPr/>
      </p:nvGrpSpPr>
      <p:grpSpPr>
        <a:xfrm>
          <a:off x="0" y="0"/>
          <a:ext cx="0" cy="0"/>
          <a:chOff x="0" y="0"/>
          <a:chExt cx="0" cy="0"/>
        </a:xfrm>
      </p:grpSpPr>
      <p:sp>
        <p:nvSpPr>
          <p:cNvPr id="828" name="Google Shape;828;p91"/>
          <p:cNvSpPr txBox="1"/>
          <p:nvPr>
            <p:ph type="title"/>
          </p:nvPr>
        </p:nvSpPr>
        <p:spPr>
          <a:xfrm>
            <a:off x="457200" y="243075"/>
            <a:ext cx="8832300" cy="572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Risk Analysis: Scenario</a:t>
            </a:r>
            <a:endParaRPr/>
          </a:p>
        </p:txBody>
      </p:sp>
      <p:sp>
        <p:nvSpPr>
          <p:cNvPr id="829" name="Google Shape;829;p91"/>
          <p:cNvSpPr txBox="1"/>
          <p:nvPr>
            <p:ph idx="1" type="body"/>
          </p:nvPr>
        </p:nvSpPr>
        <p:spPr>
          <a:xfrm>
            <a:off x="464100" y="758625"/>
            <a:ext cx="8520600" cy="520800"/>
          </a:xfrm>
          <a:prstGeom prst="rect">
            <a:avLst/>
          </a:prstGeom>
        </p:spPr>
        <p:txBody>
          <a:bodyPr anchorCtr="0" anchor="t" bIns="91425" lIns="0" spcFirstLastPara="1" rIns="91425" wrap="square" tIns="0">
            <a:noAutofit/>
          </a:bodyPr>
          <a:lstStyle/>
          <a:p>
            <a:pPr indent="0" lvl="0" marL="0" rtl="0" algn="l">
              <a:spcBef>
                <a:spcPts val="0"/>
              </a:spcBef>
              <a:spcAft>
                <a:spcPts val="0"/>
              </a:spcAft>
              <a:buNone/>
            </a:pPr>
            <a:r>
              <a:rPr lang="en"/>
              <a:t>Before completing this activity, we’ll learn about: </a:t>
            </a:r>
            <a:endParaRPr/>
          </a:p>
        </p:txBody>
      </p:sp>
      <p:sp>
        <p:nvSpPr>
          <p:cNvPr id="830" name="Google Shape;830;p91"/>
          <p:cNvSpPr/>
          <p:nvPr/>
        </p:nvSpPr>
        <p:spPr>
          <a:xfrm>
            <a:off x="553275" y="2026813"/>
            <a:ext cx="7517100" cy="4002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1" name="Google Shape;831;p91"/>
          <p:cNvSpPr/>
          <p:nvPr/>
        </p:nvSpPr>
        <p:spPr>
          <a:xfrm>
            <a:off x="553275" y="2669238"/>
            <a:ext cx="7517100" cy="4002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2" name="Google Shape;832;p91"/>
          <p:cNvSpPr/>
          <p:nvPr/>
        </p:nvSpPr>
        <p:spPr>
          <a:xfrm>
            <a:off x="553275" y="1385025"/>
            <a:ext cx="7517100" cy="4002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3" name="Google Shape;833;p91"/>
          <p:cNvSpPr txBox="1"/>
          <p:nvPr/>
        </p:nvSpPr>
        <p:spPr>
          <a:xfrm>
            <a:off x="954350" y="1344920"/>
            <a:ext cx="6896100" cy="400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latin typeface="Roboto"/>
                <a:ea typeface="Roboto"/>
                <a:cs typeface="Roboto"/>
                <a:sym typeface="Roboto"/>
              </a:rPr>
              <a:t>Qualitative vs. quantitative risk analysis.</a:t>
            </a:r>
            <a:endParaRPr sz="1800">
              <a:solidFill>
                <a:schemeClr val="dk2"/>
              </a:solidFill>
              <a:latin typeface="Roboto"/>
              <a:ea typeface="Roboto"/>
              <a:cs typeface="Roboto"/>
              <a:sym typeface="Roboto"/>
            </a:endParaRPr>
          </a:p>
        </p:txBody>
      </p:sp>
      <p:sp>
        <p:nvSpPr>
          <p:cNvPr id="834" name="Google Shape;834;p91"/>
          <p:cNvSpPr txBox="1"/>
          <p:nvPr/>
        </p:nvSpPr>
        <p:spPr>
          <a:xfrm>
            <a:off x="954360" y="1979695"/>
            <a:ext cx="6896100" cy="400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latin typeface="Roboto"/>
                <a:ea typeface="Roboto"/>
                <a:cs typeface="Roboto"/>
                <a:sym typeface="Roboto"/>
              </a:rPr>
              <a:t>Likelihood, impact, and loss expectancies.</a:t>
            </a:r>
            <a:endParaRPr sz="1800">
              <a:solidFill>
                <a:schemeClr val="dk2"/>
              </a:solidFill>
              <a:latin typeface="Roboto"/>
              <a:ea typeface="Roboto"/>
              <a:cs typeface="Roboto"/>
              <a:sym typeface="Roboto"/>
            </a:endParaRPr>
          </a:p>
        </p:txBody>
      </p:sp>
      <p:sp>
        <p:nvSpPr>
          <p:cNvPr id="835" name="Google Shape;835;p91"/>
          <p:cNvSpPr txBox="1"/>
          <p:nvPr/>
        </p:nvSpPr>
        <p:spPr>
          <a:xfrm>
            <a:off x="954349" y="2614445"/>
            <a:ext cx="6807900" cy="400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latin typeface="Roboto"/>
                <a:ea typeface="Roboto"/>
                <a:cs typeface="Roboto"/>
                <a:sym typeface="Roboto"/>
              </a:rPr>
              <a:t>Risk factor and heat maps.</a:t>
            </a:r>
            <a:endParaRPr sz="1800">
              <a:solidFill>
                <a:schemeClr val="dk2"/>
              </a:solidFill>
              <a:latin typeface="Roboto"/>
              <a:ea typeface="Roboto"/>
              <a:cs typeface="Roboto"/>
              <a:sym typeface="Roboto"/>
            </a:endParaRPr>
          </a:p>
        </p:txBody>
      </p:sp>
      <p:sp>
        <p:nvSpPr>
          <p:cNvPr id="836" name="Google Shape;836;p91"/>
          <p:cNvSpPr/>
          <p:nvPr/>
        </p:nvSpPr>
        <p:spPr>
          <a:xfrm>
            <a:off x="402800" y="1355629"/>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082D49"/>
                </a:solidFill>
              </a:rPr>
              <a:t>1</a:t>
            </a:r>
            <a:endParaRPr>
              <a:solidFill>
                <a:srgbClr val="082D49"/>
              </a:solidFill>
            </a:endParaRPr>
          </a:p>
        </p:txBody>
      </p:sp>
      <p:sp>
        <p:nvSpPr>
          <p:cNvPr id="837" name="Google Shape;837;p91"/>
          <p:cNvSpPr/>
          <p:nvPr/>
        </p:nvSpPr>
        <p:spPr>
          <a:xfrm>
            <a:off x="402800" y="1997417"/>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082D49"/>
                </a:solidFill>
              </a:rPr>
              <a:t>2</a:t>
            </a:r>
            <a:endParaRPr>
              <a:solidFill>
                <a:srgbClr val="082D49"/>
              </a:solidFill>
            </a:endParaRPr>
          </a:p>
        </p:txBody>
      </p:sp>
      <p:sp>
        <p:nvSpPr>
          <p:cNvPr id="838" name="Google Shape;838;p91"/>
          <p:cNvSpPr/>
          <p:nvPr/>
        </p:nvSpPr>
        <p:spPr>
          <a:xfrm>
            <a:off x="402800" y="2639842"/>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082D49"/>
                </a:solidFill>
              </a:rPr>
              <a:t>3</a:t>
            </a:r>
            <a:endParaRPr>
              <a:solidFill>
                <a:srgbClr val="082D49"/>
              </a:solidFill>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2" name="Shape 842"/>
        <p:cNvGrpSpPr/>
        <p:nvPr/>
      </p:nvGrpSpPr>
      <p:grpSpPr>
        <a:xfrm>
          <a:off x="0" y="0"/>
          <a:ext cx="0" cy="0"/>
          <a:chOff x="0" y="0"/>
          <a:chExt cx="0" cy="0"/>
        </a:xfrm>
      </p:grpSpPr>
      <p:sp>
        <p:nvSpPr>
          <p:cNvPr id="843" name="Google Shape;843;p92"/>
          <p:cNvSpPr txBox="1"/>
          <p:nvPr>
            <p:ph type="title"/>
          </p:nvPr>
        </p:nvSpPr>
        <p:spPr>
          <a:xfrm>
            <a:off x="457200" y="219356"/>
            <a:ext cx="8832300" cy="572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Qualitative vs. Quantitative Risk Analysis </a:t>
            </a:r>
            <a:endParaRPr/>
          </a:p>
        </p:txBody>
      </p:sp>
      <p:sp>
        <p:nvSpPr>
          <p:cNvPr id="844" name="Google Shape;844;p92"/>
          <p:cNvSpPr txBox="1"/>
          <p:nvPr/>
        </p:nvSpPr>
        <p:spPr>
          <a:xfrm>
            <a:off x="4466800" y="1909500"/>
            <a:ext cx="4429500" cy="2544600"/>
          </a:xfrm>
          <a:prstGeom prst="rect">
            <a:avLst/>
          </a:prstGeom>
          <a:noFill/>
          <a:ln>
            <a:noFill/>
          </a:ln>
        </p:spPr>
        <p:txBody>
          <a:bodyPr anchorCtr="0" anchor="t" bIns="0" lIns="457200" spcFirstLastPara="1" rIns="457200" wrap="square" tIns="0">
            <a:noAutofit/>
          </a:bodyPr>
          <a:lstStyle/>
          <a:p>
            <a:pPr indent="0" lvl="0" marL="0" rtl="0" algn="l">
              <a:spcBef>
                <a:spcPts val="0"/>
              </a:spcBef>
              <a:spcAft>
                <a:spcPts val="0"/>
              </a:spcAft>
              <a:buClr>
                <a:srgbClr val="2E5E73"/>
              </a:buClr>
              <a:buSzPts val="1100"/>
              <a:buFont typeface="Arial"/>
              <a:buNone/>
            </a:pPr>
            <a:r>
              <a:rPr lang="en" sz="1800">
                <a:solidFill>
                  <a:schemeClr val="dk2"/>
                </a:solidFill>
                <a:latin typeface="Roboto"/>
                <a:ea typeface="Roboto"/>
                <a:cs typeface="Roboto"/>
                <a:sym typeface="Roboto"/>
              </a:rPr>
              <a:t>Evaluates each risk based on its measured likelihood and impact.</a:t>
            </a:r>
            <a:endParaRPr sz="1800">
              <a:solidFill>
                <a:schemeClr val="dk2"/>
              </a:solidFill>
              <a:latin typeface="Roboto"/>
              <a:ea typeface="Roboto"/>
              <a:cs typeface="Roboto"/>
              <a:sym typeface="Roboto"/>
            </a:endParaRPr>
          </a:p>
          <a:p>
            <a:pPr indent="-342900" lvl="0" marL="457200" rtl="0" algn="l">
              <a:spcBef>
                <a:spcPts val="1000"/>
              </a:spcBef>
              <a:spcAft>
                <a:spcPts val="0"/>
              </a:spcAft>
              <a:buClr>
                <a:schemeClr val="dk2"/>
              </a:buClr>
              <a:buSzPts val="1800"/>
              <a:buFont typeface="Roboto Light"/>
              <a:buChar char="●"/>
            </a:pPr>
            <a:r>
              <a:rPr b="1" lang="en" sz="1800">
                <a:solidFill>
                  <a:schemeClr val="dk2"/>
                </a:solidFill>
                <a:latin typeface="Roboto"/>
                <a:ea typeface="Roboto"/>
                <a:cs typeface="Roboto"/>
                <a:sym typeface="Roboto"/>
              </a:rPr>
              <a:t>Likelihood:</a:t>
            </a:r>
            <a:r>
              <a:rPr lang="en" sz="1800">
                <a:solidFill>
                  <a:schemeClr val="dk2"/>
                </a:solidFill>
                <a:latin typeface="Roboto"/>
                <a:ea typeface="Roboto"/>
                <a:cs typeface="Roboto"/>
                <a:sym typeface="Roboto"/>
              </a:rPr>
              <a:t> The probability that an event will take place.</a:t>
            </a:r>
            <a:endParaRPr sz="1800">
              <a:solidFill>
                <a:schemeClr val="dk2"/>
              </a:solidFill>
              <a:latin typeface="Roboto"/>
              <a:ea typeface="Roboto"/>
              <a:cs typeface="Roboto"/>
              <a:sym typeface="Roboto"/>
            </a:endParaRPr>
          </a:p>
          <a:p>
            <a:pPr indent="-342900" lvl="0" marL="457200" rtl="0" algn="l">
              <a:spcBef>
                <a:spcPts val="1000"/>
              </a:spcBef>
              <a:spcAft>
                <a:spcPts val="0"/>
              </a:spcAft>
              <a:buClr>
                <a:schemeClr val="dk2"/>
              </a:buClr>
              <a:buSzPts val="1800"/>
              <a:buFont typeface="Roboto Light"/>
              <a:buChar char="●"/>
            </a:pPr>
            <a:r>
              <a:rPr b="1" lang="en" sz="1800">
                <a:solidFill>
                  <a:schemeClr val="dk2"/>
                </a:solidFill>
                <a:latin typeface="Roboto"/>
                <a:ea typeface="Roboto"/>
                <a:cs typeface="Roboto"/>
                <a:sym typeface="Roboto"/>
              </a:rPr>
              <a:t>Impact:</a:t>
            </a:r>
            <a:r>
              <a:rPr lang="en" sz="1800">
                <a:solidFill>
                  <a:schemeClr val="dk2"/>
                </a:solidFill>
                <a:latin typeface="Roboto"/>
                <a:ea typeface="Roboto"/>
                <a:cs typeface="Roboto"/>
                <a:sym typeface="Roboto"/>
              </a:rPr>
              <a:t> The measure of damage if a risk takes place.</a:t>
            </a:r>
            <a:endParaRPr sz="1800">
              <a:solidFill>
                <a:schemeClr val="dk2"/>
              </a:solidFill>
              <a:latin typeface="Roboto"/>
              <a:ea typeface="Roboto"/>
              <a:cs typeface="Roboto"/>
              <a:sym typeface="Roboto"/>
            </a:endParaRPr>
          </a:p>
        </p:txBody>
      </p:sp>
      <p:sp>
        <p:nvSpPr>
          <p:cNvPr id="845" name="Google Shape;845;p92"/>
          <p:cNvSpPr txBox="1"/>
          <p:nvPr/>
        </p:nvSpPr>
        <p:spPr>
          <a:xfrm>
            <a:off x="-12300" y="1907250"/>
            <a:ext cx="4479000" cy="2544600"/>
          </a:xfrm>
          <a:prstGeom prst="rect">
            <a:avLst/>
          </a:prstGeom>
          <a:noFill/>
          <a:ln>
            <a:noFill/>
          </a:ln>
        </p:spPr>
        <p:txBody>
          <a:bodyPr anchorCtr="0" anchor="t" bIns="0" lIns="457200" spcFirstLastPara="1" rIns="457200" wrap="square" tIns="0">
            <a:noAutofit/>
          </a:bodyPr>
          <a:lstStyle/>
          <a:p>
            <a:pPr indent="-205740" lvl="0" marL="320040" rtl="0" algn="l">
              <a:spcBef>
                <a:spcPts val="0"/>
              </a:spcBef>
              <a:spcAft>
                <a:spcPts val="0"/>
              </a:spcAft>
              <a:buClr>
                <a:schemeClr val="dk2"/>
              </a:buClr>
              <a:buSzPts val="1800"/>
              <a:buFont typeface="Roboto"/>
              <a:buChar char="●"/>
            </a:pPr>
            <a:r>
              <a:rPr lang="en" sz="1800">
                <a:solidFill>
                  <a:schemeClr val="dk2"/>
                </a:solidFill>
                <a:latin typeface="Roboto"/>
                <a:ea typeface="Roboto"/>
                <a:cs typeface="Roboto"/>
                <a:sym typeface="Roboto"/>
              </a:rPr>
              <a:t>Evaluates risk based on intangible, unmeasurable factors.</a:t>
            </a:r>
            <a:endParaRPr sz="1800">
              <a:solidFill>
                <a:schemeClr val="dk2"/>
              </a:solidFill>
              <a:latin typeface="Roboto"/>
              <a:ea typeface="Roboto"/>
              <a:cs typeface="Roboto"/>
              <a:sym typeface="Roboto"/>
            </a:endParaRPr>
          </a:p>
          <a:p>
            <a:pPr indent="-205740" lvl="0" marL="320040" rtl="0" algn="l">
              <a:spcBef>
                <a:spcPts val="1000"/>
              </a:spcBef>
              <a:spcAft>
                <a:spcPts val="0"/>
              </a:spcAft>
              <a:buClr>
                <a:schemeClr val="dk2"/>
              </a:buClr>
              <a:buSzPts val="1800"/>
              <a:buFont typeface="Roboto"/>
              <a:buChar char="●"/>
            </a:pPr>
            <a:r>
              <a:rPr lang="en" sz="1800">
                <a:solidFill>
                  <a:schemeClr val="dk2"/>
                </a:solidFill>
                <a:latin typeface="Roboto"/>
                <a:ea typeface="Roboto"/>
                <a:cs typeface="Roboto"/>
                <a:sym typeface="Roboto"/>
              </a:rPr>
              <a:t>Used when decisions do not require cost-benefit analysis.</a:t>
            </a:r>
            <a:endParaRPr sz="1800">
              <a:solidFill>
                <a:schemeClr val="dk2"/>
              </a:solidFill>
              <a:latin typeface="Roboto"/>
              <a:ea typeface="Roboto"/>
              <a:cs typeface="Roboto"/>
              <a:sym typeface="Roboto"/>
            </a:endParaRPr>
          </a:p>
        </p:txBody>
      </p:sp>
      <p:grpSp>
        <p:nvGrpSpPr>
          <p:cNvPr id="846" name="Google Shape;846;p92"/>
          <p:cNvGrpSpPr/>
          <p:nvPr/>
        </p:nvGrpSpPr>
        <p:grpSpPr>
          <a:xfrm>
            <a:off x="457150" y="1176488"/>
            <a:ext cx="3848100" cy="532825"/>
            <a:chOff x="457150" y="768450"/>
            <a:chExt cx="3848100" cy="532825"/>
          </a:xfrm>
        </p:grpSpPr>
        <p:sp>
          <p:nvSpPr>
            <p:cNvPr id="847" name="Google Shape;847;p92"/>
            <p:cNvSpPr/>
            <p:nvPr/>
          </p:nvSpPr>
          <p:spPr>
            <a:xfrm>
              <a:off x="457150" y="768450"/>
              <a:ext cx="3848100" cy="476700"/>
            </a:xfrm>
            <a:prstGeom prst="roundRect">
              <a:avLst>
                <a:gd fmla="val 16667" name="adj"/>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1800">
                  <a:solidFill>
                    <a:schemeClr val="dk2"/>
                  </a:solidFill>
                  <a:latin typeface="Roboto"/>
                  <a:ea typeface="Roboto"/>
                  <a:cs typeface="Roboto"/>
                  <a:sym typeface="Roboto"/>
                </a:rPr>
                <a:t>Qualitative Analysis</a:t>
              </a:r>
              <a:endParaRPr b="1" sz="1800">
                <a:solidFill>
                  <a:schemeClr val="dk2"/>
                </a:solidFill>
              </a:endParaRPr>
            </a:p>
          </p:txBody>
        </p:sp>
        <p:sp>
          <p:nvSpPr>
            <p:cNvPr id="848" name="Google Shape;848;p92"/>
            <p:cNvSpPr/>
            <p:nvPr/>
          </p:nvSpPr>
          <p:spPr>
            <a:xfrm rot="10800000">
              <a:off x="645075" y="1212475"/>
              <a:ext cx="157800" cy="88800"/>
            </a:xfrm>
            <a:prstGeom prst="triangle">
              <a:avLst>
                <a:gd fmla="val 50000" name="adj"/>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49" name="Google Shape;849;p92"/>
          <p:cNvGrpSpPr/>
          <p:nvPr/>
        </p:nvGrpSpPr>
        <p:grpSpPr>
          <a:xfrm>
            <a:off x="4876800" y="1176488"/>
            <a:ext cx="3848100" cy="532825"/>
            <a:chOff x="457150" y="768450"/>
            <a:chExt cx="3848100" cy="532825"/>
          </a:xfrm>
        </p:grpSpPr>
        <p:sp>
          <p:nvSpPr>
            <p:cNvPr id="850" name="Google Shape;850;p92"/>
            <p:cNvSpPr/>
            <p:nvPr/>
          </p:nvSpPr>
          <p:spPr>
            <a:xfrm>
              <a:off x="457150" y="768450"/>
              <a:ext cx="3848100" cy="476700"/>
            </a:xfrm>
            <a:prstGeom prst="roundRect">
              <a:avLst>
                <a:gd fmla="val 16667"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1800">
                  <a:solidFill>
                    <a:schemeClr val="lt1"/>
                  </a:solidFill>
                  <a:latin typeface="Roboto"/>
                  <a:ea typeface="Roboto"/>
                  <a:cs typeface="Roboto"/>
                  <a:sym typeface="Roboto"/>
                </a:rPr>
                <a:t>Quantitative Analysis</a:t>
              </a:r>
              <a:endParaRPr b="1" sz="1800">
                <a:solidFill>
                  <a:schemeClr val="lt1"/>
                </a:solidFill>
              </a:endParaRPr>
            </a:p>
          </p:txBody>
        </p:sp>
        <p:sp>
          <p:nvSpPr>
            <p:cNvPr id="851" name="Google Shape;851;p92"/>
            <p:cNvSpPr/>
            <p:nvPr/>
          </p:nvSpPr>
          <p:spPr>
            <a:xfrm rot="10800000">
              <a:off x="645075" y="1212475"/>
              <a:ext cx="157800" cy="88800"/>
            </a:xfrm>
            <a:prstGeom prst="triangle">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852" name="Google Shape;852;p92"/>
          <p:cNvPicPr preferRelativeResize="0"/>
          <p:nvPr/>
        </p:nvPicPr>
        <p:blipFill rotWithShape="1">
          <a:blip r:embed="rId3">
            <a:alphaModFix/>
          </a:blip>
          <a:srcRect b="0" l="0" r="0" t="0"/>
          <a:stretch/>
        </p:blipFill>
        <p:spPr>
          <a:xfrm>
            <a:off x="4305138" y="1183050"/>
            <a:ext cx="827470" cy="3662574"/>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6" name="Shape 856"/>
        <p:cNvGrpSpPr/>
        <p:nvPr/>
      </p:nvGrpSpPr>
      <p:grpSpPr>
        <a:xfrm>
          <a:off x="0" y="0"/>
          <a:ext cx="0" cy="0"/>
          <a:chOff x="0" y="0"/>
          <a:chExt cx="0" cy="0"/>
        </a:xfrm>
      </p:grpSpPr>
      <p:sp>
        <p:nvSpPr>
          <p:cNvPr id="857" name="Google Shape;857;p93"/>
          <p:cNvSpPr txBox="1"/>
          <p:nvPr>
            <p:ph type="title"/>
          </p:nvPr>
        </p:nvSpPr>
        <p:spPr>
          <a:xfrm>
            <a:off x="457200" y="227850"/>
            <a:ext cx="8832300" cy="572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Qualitative vs. Quantitative Risk Analysis </a:t>
            </a:r>
            <a:endParaRPr/>
          </a:p>
        </p:txBody>
      </p:sp>
      <p:graphicFrame>
        <p:nvGraphicFramePr>
          <p:cNvPr id="858" name="Google Shape;858;p93"/>
          <p:cNvGraphicFramePr/>
          <p:nvPr/>
        </p:nvGraphicFramePr>
        <p:xfrm>
          <a:off x="324500" y="839071"/>
          <a:ext cx="3000000" cy="3000000"/>
        </p:xfrm>
        <a:graphic>
          <a:graphicData uri="http://schemas.openxmlformats.org/drawingml/2006/table">
            <a:tbl>
              <a:tblPr>
                <a:noFill/>
                <a:tableStyleId>{7AB8A554-8128-4678-8D51-403168EF7E6C}</a:tableStyleId>
              </a:tblPr>
              <a:tblGrid>
                <a:gridCol w="5542900"/>
                <a:gridCol w="1298950"/>
                <a:gridCol w="1442025"/>
              </a:tblGrid>
              <a:tr h="305975">
                <a:tc>
                  <a:txBody>
                    <a:bodyPr/>
                    <a:lstStyle/>
                    <a:p>
                      <a:pPr indent="0" lvl="0" marL="0" rtl="0" algn="l">
                        <a:spcBef>
                          <a:spcPts val="0"/>
                        </a:spcBef>
                        <a:spcAft>
                          <a:spcPts val="0"/>
                        </a:spcAft>
                        <a:buNone/>
                      </a:pPr>
                      <a:r>
                        <a:rPr b="1" lang="en" sz="1800">
                          <a:solidFill>
                            <a:schemeClr val="lt1"/>
                          </a:solidFill>
                          <a:latin typeface="Roboto"/>
                          <a:ea typeface="Roboto"/>
                          <a:cs typeface="Roboto"/>
                          <a:sym typeface="Roboto"/>
                        </a:rPr>
                        <a:t>Characteristic</a:t>
                      </a:r>
                      <a:endParaRPr b="1" sz="1800">
                        <a:solidFill>
                          <a:schemeClr val="lt1"/>
                        </a:solidFill>
                        <a:latin typeface="Roboto"/>
                        <a:ea typeface="Roboto"/>
                        <a:cs typeface="Roboto"/>
                        <a:sym typeface="Roboto"/>
                      </a:endParaRPr>
                    </a:p>
                  </a:txBody>
                  <a:tcPr marT="45700" marB="45700"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dk2"/>
                    </a:solidFill>
                  </a:tcPr>
                </a:tc>
                <a:tc>
                  <a:txBody>
                    <a:bodyPr/>
                    <a:lstStyle/>
                    <a:p>
                      <a:pPr indent="0" lvl="0" marL="0" rtl="0" algn="ctr">
                        <a:spcBef>
                          <a:spcPts val="0"/>
                        </a:spcBef>
                        <a:spcAft>
                          <a:spcPts val="0"/>
                        </a:spcAft>
                        <a:buNone/>
                      </a:pPr>
                      <a:r>
                        <a:rPr b="1" lang="en" sz="1800">
                          <a:solidFill>
                            <a:schemeClr val="lt1"/>
                          </a:solidFill>
                          <a:latin typeface="Roboto"/>
                          <a:ea typeface="Roboto"/>
                          <a:cs typeface="Roboto"/>
                          <a:sym typeface="Roboto"/>
                        </a:rPr>
                        <a:t>Qualitative</a:t>
                      </a:r>
                      <a:endParaRPr b="1" sz="1800">
                        <a:solidFill>
                          <a:schemeClr val="lt1"/>
                        </a:solidFill>
                        <a:latin typeface="Roboto"/>
                        <a:ea typeface="Roboto"/>
                        <a:cs typeface="Roboto"/>
                        <a:sym typeface="Roboto"/>
                      </a:endParaRPr>
                    </a:p>
                  </a:txBody>
                  <a:tcPr marT="45700" marB="45700"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dk2"/>
                    </a:solidFill>
                  </a:tcPr>
                </a:tc>
                <a:tc>
                  <a:txBody>
                    <a:bodyPr/>
                    <a:lstStyle/>
                    <a:p>
                      <a:pPr indent="0" lvl="0" marL="0" rtl="0" algn="ctr">
                        <a:spcBef>
                          <a:spcPts val="0"/>
                        </a:spcBef>
                        <a:spcAft>
                          <a:spcPts val="0"/>
                        </a:spcAft>
                        <a:buNone/>
                      </a:pPr>
                      <a:r>
                        <a:rPr b="1" lang="en" sz="1800">
                          <a:solidFill>
                            <a:schemeClr val="lt1"/>
                          </a:solidFill>
                          <a:latin typeface="Roboto"/>
                          <a:ea typeface="Roboto"/>
                          <a:cs typeface="Roboto"/>
                          <a:sym typeface="Roboto"/>
                        </a:rPr>
                        <a:t>Quantitative </a:t>
                      </a:r>
                      <a:endParaRPr b="1" sz="1800">
                        <a:solidFill>
                          <a:schemeClr val="lt1"/>
                        </a:solidFill>
                        <a:latin typeface="Roboto"/>
                        <a:ea typeface="Roboto"/>
                        <a:cs typeface="Roboto"/>
                        <a:sym typeface="Roboto"/>
                      </a:endParaRPr>
                    </a:p>
                  </a:txBody>
                  <a:tcPr marT="45700" marB="45700"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dk2"/>
                    </a:solidFill>
                  </a:tcPr>
                </a:tc>
              </a:tr>
              <a:tr h="305975">
                <a:tc>
                  <a:txBody>
                    <a:bodyPr/>
                    <a:lstStyle/>
                    <a:p>
                      <a:pPr indent="0" lvl="0" marL="0" rtl="0" algn="l">
                        <a:spcBef>
                          <a:spcPts val="0"/>
                        </a:spcBef>
                        <a:spcAft>
                          <a:spcPts val="0"/>
                        </a:spcAft>
                        <a:buNone/>
                      </a:pPr>
                      <a:r>
                        <a:rPr lang="en" sz="1750">
                          <a:solidFill>
                            <a:schemeClr val="dk2"/>
                          </a:solidFill>
                          <a:latin typeface="Roboto"/>
                          <a:ea typeface="Roboto"/>
                          <a:cs typeface="Roboto"/>
                          <a:sym typeface="Roboto"/>
                        </a:rPr>
                        <a:t>Requires complex functions </a:t>
                      </a:r>
                      <a:endParaRPr sz="1750">
                        <a:solidFill>
                          <a:schemeClr val="dk2"/>
                        </a:solidFill>
                        <a:latin typeface="Roboto"/>
                        <a:ea typeface="Roboto"/>
                        <a:cs typeface="Roboto"/>
                        <a:sym typeface="Roboto"/>
                      </a:endParaRPr>
                    </a:p>
                  </a:txBody>
                  <a:tcPr marT="36575" marB="45700"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1700">
                          <a:solidFill>
                            <a:schemeClr val="dk2"/>
                          </a:solidFill>
                          <a:latin typeface="Roboto"/>
                          <a:ea typeface="Roboto"/>
                          <a:cs typeface="Roboto"/>
                          <a:sym typeface="Roboto"/>
                        </a:rPr>
                        <a:t>No</a:t>
                      </a:r>
                      <a:endParaRPr sz="1700">
                        <a:solidFill>
                          <a:schemeClr val="dk2"/>
                        </a:solidFill>
                        <a:latin typeface="Roboto"/>
                        <a:ea typeface="Roboto"/>
                        <a:cs typeface="Roboto"/>
                        <a:sym typeface="Roboto"/>
                      </a:endParaRPr>
                    </a:p>
                  </a:txBody>
                  <a:tcPr marT="36575" marB="45700"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ctr">
                        <a:spcBef>
                          <a:spcPts val="0"/>
                        </a:spcBef>
                        <a:spcAft>
                          <a:spcPts val="0"/>
                        </a:spcAft>
                        <a:buNone/>
                      </a:pPr>
                      <a:r>
                        <a:rPr lang="en" sz="1700">
                          <a:solidFill>
                            <a:schemeClr val="dk2"/>
                          </a:solidFill>
                          <a:latin typeface="Roboto"/>
                          <a:ea typeface="Roboto"/>
                          <a:cs typeface="Roboto"/>
                          <a:sym typeface="Roboto"/>
                        </a:rPr>
                        <a:t>Yes</a:t>
                      </a:r>
                      <a:endParaRPr sz="1700">
                        <a:solidFill>
                          <a:schemeClr val="dk2"/>
                        </a:solidFill>
                        <a:latin typeface="Roboto"/>
                        <a:ea typeface="Roboto"/>
                        <a:cs typeface="Roboto"/>
                        <a:sym typeface="Roboto"/>
                      </a:endParaRPr>
                    </a:p>
                  </a:txBody>
                  <a:tcPr marT="36575" marB="45700"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r>
              <a:tr h="331550">
                <a:tc>
                  <a:txBody>
                    <a:bodyPr/>
                    <a:lstStyle/>
                    <a:p>
                      <a:pPr indent="0" lvl="0" marL="0" rtl="0" algn="l">
                        <a:spcBef>
                          <a:spcPts val="0"/>
                        </a:spcBef>
                        <a:spcAft>
                          <a:spcPts val="0"/>
                        </a:spcAft>
                        <a:buNone/>
                      </a:pPr>
                      <a:r>
                        <a:rPr lang="en" sz="1750">
                          <a:solidFill>
                            <a:schemeClr val="dk2"/>
                          </a:solidFill>
                          <a:latin typeface="Roboto"/>
                          <a:ea typeface="Roboto"/>
                          <a:cs typeface="Roboto"/>
                          <a:sym typeface="Roboto"/>
                        </a:rPr>
                        <a:t>Uses cost-benefit analysis</a:t>
                      </a:r>
                      <a:endParaRPr sz="1750">
                        <a:solidFill>
                          <a:schemeClr val="dk2"/>
                        </a:solidFill>
                        <a:latin typeface="Roboto"/>
                        <a:ea typeface="Roboto"/>
                        <a:cs typeface="Roboto"/>
                        <a:sym typeface="Roboto"/>
                      </a:endParaRPr>
                    </a:p>
                  </a:txBody>
                  <a:tcPr marT="36575" marB="45700"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lang="en" sz="1700">
                          <a:solidFill>
                            <a:schemeClr val="dk2"/>
                          </a:solidFill>
                          <a:latin typeface="Roboto"/>
                          <a:ea typeface="Roboto"/>
                          <a:cs typeface="Roboto"/>
                          <a:sym typeface="Roboto"/>
                        </a:rPr>
                        <a:t>No</a:t>
                      </a:r>
                      <a:endParaRPr sz="1700">
                        <a:solidFill>
                          <a:schemeClr val="dk2"/>
                        </a:solidFill>
                        <a:latin typeface="Roboto"/>
                        <a:ea typeface="Roboto"/>
                        <a:cs typeface="Roboto"/>
                        <a:sym typeface="Roboto"/>
                      </a:endParaRPr>
                    </a:p>
                  </a:txBody>
                  <a:tcPr marT="36575" marB="45700"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lang="en" sz="1700">
                          <a:solidFill>
                            <a:schemeClr val="dk2"/>
                          </a:solidFill>
                          <a:latin typeface="Roboto"/>
                          <a:ea typeface="Roboto"/>
                          <a:cs typeface="Roboto"/>
                          <a:sym typeface="Roboto"/>
                        </a:rPr>
                        <a:t>Yes</a:t>
                      </a:r>
                      <a:endParaRPr sz="1700">
                        <a:solidFill>
                          <a:schemeClr val="dk2"/>
                        </a:solidFill>
                        <a:latin typeface="Roboto"/>
                        <a:ea typeface="Roboto"/>
                        <a:cs typeface="Roboto"/>
                        <a:sym typeface="Roboto"/>
                      </a:endParaRPr>
                    </a:p>
                  </a:txBody>
                  <a:tcPr marT="36575" marB="45700"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lt2"/>
                    </a:solidFill>
                  </a:tcPr>
                </a:tc>
              </a:tr>
              <a:tr h="331550">
                <a:tc>
                  <a:txBody>
                    <a:bodyPr/>
                    <a:lstStyle/>
                    <a:p>
                      <a:pPr indent="0" lvl="0" marL="0" rtl="0" algn="l">
                        <a:spcBef>
                          <a:spcPts val="0"/>
                        </a:spcBef>
                        <a:spcAft>
                          <a:spcPts val="0"/>
                        </a:spcAft>
                        <a:buNone/>
                      </a:pPr>
                      <a:r>
                        <a:rPr lang="en" sz="1750">
                          <a:solidFill>
                            <a:schemeClr val="dk2"/>
                          </a:solidFill>
                          <a:latin typeface="Roboto"/>
                          <a:ea typeface="Roboto"/>
                          <a:cs typeface="Roboto"/>
                          <a:sym typeface="Roboto"/>
                        </a:rPr>
                        <a:t>Results in specific values </a:t>
                      </a:r>
                      <a:endParaRPr sz="1750">
                        <a:solidFill>
                          <a:schemeClr val="dk2"/>
                        </a:solidFill>
                        <a:latin typeface="Roboto"/>
                        <a:ea typeface="Roboto"/>
                        <a:cs typeface="Roboto"/>
                        <a:sym typeface="Roboto"/>
                      </a:endParaRPr>
                    </a:p>
                  </a:txBody>
                  <a:tcPr marT="36575" marB="45700"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1700">
                          <a:solidFill>
                            <a:schemeClr val="dk2"/>
                          </a:solidFill>
                          <a:latin typeface="Roboto"/>
                          <a:ea typeface="Roboto"/>
                          <a:cs typeface="Roboto"/>
                          <a:sym typeface="Roboto"/>
                        </a:rPr>
                        <a:t>No</a:t>
                      </a:r>
                      <a:endParaRPr sz="1700">
                        <a:solidFill>
                          <a:schemeClr val="dk2"/>
                        </a:solidFill>
                        <a:latin typeface="Roboto"/>
                        <a:ea typeface="Roboto"/>
                        <a:cs typeface="Roboto"/>
                        <a:sym typeface="Roboto"/>
                      </a:endParaRPr>
                    </a:p>
                  </a:txBody>
                  <a:tcPr marT="36575" marB="45700"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ctr">
                        <a:spcBef>
                          <a:spcPts val="0"/>
                        </a:spcBef>
                        <a:spcAft>
                          <a:spcPts val="0"/>
                        </a:spcAft>
                        <a:buNone/>
                      </a:pPr>
                      <a:r>
                        <a:rPr lang="en" sz="1700">
                          <a:solidFill>
                            <a:schemeClr val="dk2"/>
                          </a:solidFill>
                          <a:latin typeface="Roboto"/>
                          <a:ea typeface="Roboto"/>
                          <a:cs typeface="Roboto"/>
                          <a:sym typeface="Roboto"/>
                        </a:rPr>
                        <a:t>Yes</a:t>
                      </a:r>
                      <a:endParaRPr sz="1700">
                        <a:solidFill>
                          <a:schemeClr val="dk2"/>
                        </a:solidFill>
                        <a:latin typeface="Roboto"/>
                        <a:ea typeface="Roboto"/>
                        <a:cs typeface="Roboto"/>
                        <a:sym typeface="Roboto"/>
                      </a:endParaRPr>
                    </a:p>
                  </a:txBody>
                  <a:tcPr marT="36575" marB="45700"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r>
              <a:tr h="331550">
                <a:tc>
                  <a:txBody>
                    <a:bodyPr/>
                    <a:lstStyle/>
                    <a:p>
                      <a:pPr indent="0" lvl="0" marL="0" rtl="0" algn="l">
                        <a:spcBef>
                          <a:spcPts val="0"/>
                        </a:spcBef>
                        <a:spcAft>
                          <a:spcPts val="0"/>
                        </a:spcAft>
                        <a:buNone/>
                      </a:pPr>
                      <a:r>
                        <a:rPr lang="en" sz="1750">
                          <a:solidFill>
                            <a:schemeClr val="dk2"/>
                          </a:solidFill>
                          <a:latin typeface="Roboto"/>
                          <a:ea typeface="Roboto"/>
                          <a:cs typeface="Roboto"/>
                          <a:sym typeface="Roboto"/>
                        </a:rPr>
                        <a:t>Requires guesswork</a:t>
                      </a:r>
                      <a:endParaRPr sz="1750">
                        <a:solidFill>
                          <a:schemeClr val="dk2"/>
                        </a:solidFill>
                        <a:latin typeface="Roboto"/>
                        <a:ea typeface="Roboto"/>
                        <a:cs typeface="Roboto"/>
                        <a:sym typeface="Roboto"/>
                      </a:endParaRPr>
                    </a:p>
                  </a:txBody>
                  <a:tcPr marT="36575" marB="45700"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lang="en" sz="1700">
                          <a:solidFill>
                            <a:schemeClr val="dk2"/>
                          </a:solidFill>
                          <a:latin typeface="Roboto"/>
                          <a:ea typeface="Roboto"/>
                          <a:cs typeface="Roboto"/>
                          <a:sym typeface="Roboto"/>
                        </a:rPr>
                        <a:t>Yes</a:t>
                      </a:r>
                      <a:endParaRPr sz="1700">
                        <a:solidFill>
                          <a:schemeClr val="dk2"/>
                        </a:solidFill>
                        <a:latin typeface="Roboto"/>
                        <a:ea typeface="Roboto"/>
                        <a:cs typeface="Roboto"/>
                        <a:sym typeface="Roboto"/>
                      </a:endParaRPr>
                    </a:p>
                  </a:txBody>
                  <a:tcPr marT="36575" marB="45700"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lang="en" sz="1700">
                          <a:solidFill>
                            <a:schemeClr val="dk2"/>
                          </a:solidFill>
                          <a:latin typeface="Roboto"/>
                          <a:ea typeface="Roboto"/>
                          <a:cs typeface="Roboto"/>
                          <a:sym typeface="Roboto"/>
                        </a:rPr>
                        <a:t>No</a:t>
                      </a:r>
                      <a:endParaRPr sz="1700">
                        <a:solidFill>
                          <a:schemeClr val="dk2"/>
                        </a:solidFill>
                        <a:latin typeface="Roboto"/>
                        <a:ea typeface="Roboto"/>
                        <a:cs typeface="Roboto"/>
                        <a:sym typeface="Roboto"/>
                      </a:endParaRPr>
                    </a:p>
                  </a:txBody>
                  <a:tcPr marT="36575" marB="45700"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lt2"/>
                    </a:solidFill>
                  </a:tcPr>
                </a:tc>
              </a:tr>
              <a:tr h="331550">
                <a:tc>
                  <a:txBody>
                    <a:bodyPr/>
                    <a:lstStyle/>
                    <a:p>
                      <a:pPr indent="0" lvl="0" marL="0" rtl="0" algn="l">
                        <a:spcBef>
                          <a:spcPts val="0"/>
                        </a:spcBef>
                        <a:spcAft>
                          <a:spcPts val="0"/>
                        </a:spcAft>
                        <a:buNone/>
                      </a:pPr>
                      <a:r>
                        <a:rPr lang="en" sz="1750">
                          <a:solidFill>
                            <a:schemeClr val="dk2"/>
                          </a:solidFill>
                          <a:latin typeface="Roboto"/>
                          <a:ea typeface="Roboto"/>
                          <a:cs typeface="Roboto"/>
                          <a:sym typeface="Roboto"/>
                        </a:rPr>
                        <a:t>Requires automation</a:t>
                      </a:r>
                      <a:endParaRPr sz="1750">
                        <a:solidFill>
                          <a:schemeClr val="dk2"/>
                        </a:solidFill>
                        <a:latin typeface="Roboto"/>
                        <a:ea typeface="Roboto"/>
                        <a:cs typeface="Roboto"/>
                        <a:sym typeface="Roboto"/>
                      </a:endParaRPr>
                    </a:p>
                  </a:txBody>
                  <a:tcPr marT="36575" marB="45700"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1700">
                          <a:solidFill>
                            <a:schemeClr val="dk2"/>
                          </a:solidFill>
                          <a:latin typeface="Roboto"/>
                          <a:ea typeface="Roboto"/>
                          <a:cs typeface="Roboto"/>
                          <a:sym typeface="Roboto"/>
                        </a:rPr>
                        <a:t>No</a:t>
                      </a:r>
                      <a:endParaRPr sz="1700">
                        <a:solidFill>
                          <a:schemeClr val="dk2"/>
                        </a:solidFill>
                        <a:latin typeface="Roboto"/>
                        <a:ea typeface="Roboto"/>
                        <a:cs typeface="Roboto"/>
                        <a:sym typeface="Roboto"/>
                      </a:endParaRPr>
                    </a:p>
                  </a:txBody>
                  <a:tcPr marT="36575" marB="45700"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ctr">
                        <a:spcBef>
                          <a:spcPts val="0"/>
                        </a:spcBef>
                        <a:spcAft>
                          <a:spcPts val="0"/>
                        </a:spcAft>
                        <a:buNone/>
                      </a:pPr>
                      <a:r>
                        <a:rPr lang="en" sz="1700">
                          <a:solidFill>
                            <a:schemeClr val="dk2"/>
                          </a:solidFill>
                          <a:latin typeface="Roboto"/>
                          <a:ea typeface="Roboto"/>
                          <a:cs typeface="Roboto"/>
                          <a:sym typeface="Roboto"/>
                        </a:rPr>
                        <a:t>Yes</a:t>
                      </a:r>
                      <a:endParaRPr sz="1700">
                        <a:solidFill>
                          <a:schemeClr val="dk2"/>
                        </a:solidFill>
                        <a:latin typeface="Roboto"/>
                        <a:ea typeface="Roboto"/>
                        <a:cs typeface="Roboto"/>
                        <a:sym typeface="Roboto"/>
                      </a:endParaRPr>
                    </a:p>
                  </a:txBody>
                  <a:tcPr marT="36575" marB="45700"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r>
              <a:tr h="331550">
                <a:tc>
                  <a:txBody>
                    <a:bodyPr/>
                    <a:lstStyle/>
                    <a:p>
                      <a:pPr indent="0" lvl="0" marL="0" rtl="0" algn="l">
                        <a:spcBef>
                          <a:spcPts val="0"/>
                        </a:spcBef>
                        <a:spcAft>
                          <a:spcPts val="0"/>
                        </a:spcAft>
                        <a:buNone/>
                      </a:pPr>
                      <a:r>
                        <a:rPr lang="en" sz="1750">
                          <a:solidFill>
                            <a:schemeClr val="dk2"/>
                          </a:solidFill>
                          <a:latin typeface="Roboto"/>
                          <a:ea typeface="Roboto"/>
                          <a:cs typeface="Roboto"/>
                          <a:sym typeface="Roboto"/>
                        </a:rPr>
                        <a:t>Involves a high volume of information</a:t>
                      </a:r>
                      <a:endParaRPr sz="1750">
                        <a:solidFill>
                          <a:schemeClr val="dk2"/>
                        </a:solidFill>
                        <a:latin typeface="Roboto"/>
                        <a:ea typeface="Roboto"/>
                        <a:cs typeface="Roboto"/>
                        <a:sym typeface="Roboto"/>
                      </a:endParaRPr>
                    </a:p>
                  </a:txBody>
                  <a:tcPr marT="36575" marB="45700"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lang="en" sz="1700">
                          <a:solidFill>
                            <a:schemeClr val="dk2"/>
                          </a:solidFill>
                          <a:latin typeface="Roboto"/>
                          <a:ea typeface="Roboto"/>
                          <a:cs typeface="Roboto"/>
                          <a:sym typeface="Roboto"/>
                        </a:rPr>
                        <a:t>No</a:t>
                      </a:r>
                      <a:endParaRPr sz="1700">
                        <a:solidFill>
                          <a:schemeClr val="dk2"/>
                        </a:solidFill>
                        <a:latin typeface="Roboto"/>
                        <a:ea typeface="Roboto"/>
                        <a:cs typeface="Roboto"/>
                        <a:sym typeface="Roboto"/>
                      </a:endParaRPr>
                    </a:p>
                  </a:txBody>
                  <a:tcPr marT="36575" marB="45700"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lang="en" sz="1700">
                          <a:solidFill>
                            <a:schemeClr val="dk2"/>
                          </a:solidFill>
                          <a:latin typeface="Roboto"/>
                          <a:ea typeface="Roboto"/>
                          <a:cs typeface="Roboto"/>
                          <a:sym typeface="Roboto"/>
                        </a:rPr>
                        <a:t>Yes</a:t>
                      </a:r>
                      <a:endParaRPr sz="1700">
                        <a:solidFill>
                          <a:schemeClr val="dk2"/>
                        </a:solidFill>
                        <a:latin typeface="Roboto"/>
                        <a:ea typeface="Roboto"/>
                        <a:cs typeface="Roboto"/>
                        <a:sym typeface="Roboto"/>
                      </a:endParaRPr>
                    </a:p>
                  </a:txBody>
                  <a:tcPr marT="36575" marB="45700"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lt2"/>
                    </a:solidFill>
                  </a:tcPr>
                </a:tc>
              </a:tr>
              <a:tr h="331550">
                <a:tc>
                  <a:txBody>
                    <a:bodyPr/>
                    <a:lstStyle/>
                    <a:p>
                      <a:pPr indent="0" lvl="0" marL="0" rtl="0" algn="l">
                        <a:spcBef>
                          <a:spcPts val="0"/>
                        </a:spcBef>
                        <a:spcAft>
                          <a:spcPts val="0"/>
                        </a:spcAft>
                        <a:buNone/>
                      </a:pPr>
                      <a:r>
                        <a:rPr lang="en" sz="1750">
                          <a:solidFill>
                            <a:schemeClr val="dk2"/>
                          </a:solidFill>
                          <a:latin typeface="Roboto"/>
                          <a:ea typeface="Roboto"/>
                          <a:cs typeface="Roboto"/>
                          <a:sym typeface="Roboto"/>
                        </a:rPr>
                        <a:t>Objective (based on facts)</a:t>
                      </a:r>
                      <a:endParaRPr sz="1750">
                        <a:solidFill>
                          <a:schemeClr val="dk2"/>
                        </a:solidFill>
                        <a:latin typeface="Roboto"/>
                        <a:ea typeface="Roboto"/>
                        <a:cs typeface="Roboto"/>
                        <a:sym typeface="Roboto"/>
                      </a:endParaRPr>
                    </a:p>
                  </a:txBody>
                  <a:tcPr marT="36575" marB="45700"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1700">
                          <a:solidFill>
                            <a:schemeClr val="dk2"/>
                          </a:solidFill>
                          <a:latin typeface="Roboto"/>
                          <a:ea typeface="Roboto"/>
                          <a:cs typeface="Roboto"/>
                          <a:sym typeface="Roboto"/>
                        </a:rPr>
                        <a:t>No</a:t>
                      </a:r>
                      <a:endParaRPr sz="1700">
                        <a:solidFill>
                          <a:schemeClr val="dk2"/>
                        </a:solidFill>
                        <a:latin typeface="Roboto"/>
                        <a:ea typeface="Roboto"/>
                        <a:cs typeface="Roboto"/>
                        <a:sym typeface="Roboto"/>
                      </a:endParaRPr>
                    </a:p>
                  </a:txBody>
                  <a:tcPr marT="36575" marB="45700"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ctr">
                        <a:spcBef>
                          <a:spcPts val="0"/>
                        </a:spcBef>
                        <a:spcAft>
                          <a:spcPts val="0"/>
                        </a:spcAft>
                        <a:buNone/>
                      </a:pPr>
                      <a:r>
                        <a:rPr lang="en" sz="1700">
                          <a:solidFill>
                            <a:schemeClr val="dk2"/>
                          </a:solidFill>
                          <a:latin typeface="Roboto"/>
                          <a:ea typeface="Roboto"/>
                          <a:cs typeface="Roboto"/>
                          <a:sym typeface="Roboto"/>
                        </a:rPr>
                        <a:t>Yes</a:t>
                      </a:r>
                      <a:endParaRPr sz="1700">
                        <a:solidFill>
                          <a:schemeClr val="dk2"/>
                        </a:solidFill>
                        <a:latin typeface="Roboto"/>
                        <a:ea typeface="Roboto"/>
                        <a:cs typeface="Roboto"/>
                        <a:sym typeface="Roboto"/>
                      </a:endParaRPr>
                    </a:p>
                  </a:txBody>
                  <a:tcPr marT="36575" marB="45700"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r>
              <a:tr h="331550">
                <a:tc>
                  <a:txBody>
                    <a:bodyPr/>
                    <a:lstStyle/>
                    <a:p>
                      <a:pPr indent="0" lvl="0" marL="0" rtl="0" algn="l">
                        <a:spcBef>
                          <a:spcPts val="0"/>
                        </a:spcBef>
                        <a:spcAft>
                          <a:spcPts val="0"/>
                        </a:spcAft>
                        <a:buNone/>
                      </a:pPr>
                      <a:r>
                        <a:rPr lang="en" sz="1750">
                          <a:solidFill>
                            <a:schemeClr val="dk2"/>
                          </a:solidFill>
                          <a:latin typeface="Roboto"/>
                          <a:ea typeface="Roboto"/>
                          <a:cs typeface="Roboto"/>
                          <a:sym typeface="Roboto"/>
                        </a:rPr>
                        <a:t>Uses opinion</a:t>
                      </a:r>
                      <a:endParaRPr sz="1750">
                        <a:solidFill>
                          <a:schemeClr val="dk2"/>
                        </a:solidFill>
                        <a:latin typeface="Roboto"/>
                        <a:ea typeface="Roboto"/>
                        <a:cs typeface="Roboto"/>
                        <a:sym typeface="Roboto"/>
                      </a:endParaRPr>
                    </a:p>
                  </a:txBody>
                  <a:tcPr marT="36575" marB="45700"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lang="en" sz="1700">
                          <a:solidFill>
                            <a:schemeClr val="dk2"/>
                          </a:solidFill>
                          <a:latin typeface="Roboto"/>
                          <a:ea typeface="Roboto"/>
                          <a:cs typeface="Roboto"/>
                          <a:sym typeface="Roboto"/>
                        </a:rPr>
                        <a:t>Yes</a:t>
                      </a:r>
                      <a:endParaRPr sz="1700">
                        <a:solidFill>
                          <a:schemeClr val="dk2"/>
                        </a:solidFill>
                        <a:latin typeface="Roboto"/>
                        <a:ea typeface="Roboto"/>
                        <a:cs typeface="Roboto"/>
                        <a:sym typeface="Roboto"/>
                      </a:endParaRPr>
                    </a:p>
                  </a:txBody>
                  <a:tcPr marT="36575" marB="45700"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lang="en" sz="1700">
                          <a:solidFill>
                            <a:schemeClr val="dk2"/>
                          </a:solidFill>
                          <a:latin typeface="Roboto"/>
                          <a:ea typeface="Roboto"/>
                          <a:cs typeface="Roboto"/>
                          <a:sym typeface="Roboto"/>
                        </a:rPr>
                        <a:t>No</a:t>
                      </a:r>
                      <a:endParaRPr sz="1700">
                        <a:solidFill>
                          <a:schemeClr val="dk2"/>
                        </a:solidFill>
                        <a:latin typeface="Roboto"/>
                        <a:ea typeface="Roboto"/>
                        <a:cs typeface="Roboto"/>
                        <a:sym typeface="Roboto"/>
                      </a:endParaRPr>
                    </a:p>
                  </a:txBody>
                  <a:tcPr marT="36575" marB="45700"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lt2"/>
                    </a:solidFill>
                  </a:tcPr>
                </a:tc>
              </a:tr>
              <a:tr h="331550">
                <a:tc>
                  <a:txBody>
                    <a:bodyPr/>
                    <a:lstStyle/>
                    <a:p>
                      <a:pPr indent="0" lvl="0" marL="0" rtl="0" algn="l">
                        <a:spcBef>
                          <a:spcPts val="0"/>
                        </a:spcBef>
                        <a:spcAft>
                          <a:spcPts val="0"/>
                        </a:spcAft>
                        <a:buNone/>
                      </a:pPr>
                      <a:r>
                        <a:rPr lang="en" sz="1750">
                          <a:solidFill>
                            <a:schemeClr val="dk2"/>
                          </a:solidFill>
                          <a:latin typeface="Roboto"/>
                          <a:ea typeface="Roboto"/>
                          <a:cs typeface="Roboto"/>
                          <a:sym typeface="Roboto"/>
                        </a:rPr>
                        <a:t>Requires significant time and effort </a:t>
                      </a:r>
                      <a:endParaRPr sz="1750">
                        <a:solidFill>
                          <a:schemeClr val="dk2"/>
                        </a:solidFill>
                        <a:latin typeface="Roboto"/>
                        <a:ea typeface="Roboto"/>
                        <a:cs typeface="Roboto"/>
                        <a:sym typeface="Roboto"/>
                      </a:endParaRPr>
                    </a:p>
                  </a:txBody>
                  <a:tcPr marT="36575" marB="45700"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1700">
                          <a:solidFill>
                            <a:schemeClr val="dk2"/>
                          </a:solidFill>
                          <a:latin typeface="Roboto"/>
                          <a:ea typeface="Roboto"/>
                          <a:cs typeface="Roboto"/>
                          <a:sym typeface="Roboto"/>
                        </a:rPr>
                        <a:t>No</a:t>
                      </a:r>
                      <a:endParaRPr sz="1700">
                        <a:solidFill>
                          <a:schemeClr val="dk2"/>
                        </a:solidFill>
                        <a:latin typeface="Roboto"/>
                        <a:ea typeface="Roboto"/>
                        <a:cs typeface="Roboto"/>
                        <a:sym typeface="Roboto"/>
                      </a:endParaRPr>
                    </a:p>
                  </a:txBody>
                  <a:tcPr marT="36575" marB="45700"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ctr">
                        <a:spcBef>
                          <a:spcPts val="0"/>
                        </a:spcBef>
                        <a:spcAft>
                          <a:spcPts val="0"/>
                        </a:spcAft>
                        <a:buNone/>
                      </a:pPr>
                      <a:r>
                        <a:rPr lang="en" sz="1700">
                          <a:solidFill>
                            <a:schemeClr val="dk2"/>
                          </a:solidFill>
                          <a:latin typeface="Roboto"/>
                          <a:ea typeface="Roboto"/>
                          <a:cs typeface="Roboto"/>
                          <a:sym typeface="Roboto"/>
                        </a:rPr>
                        <a:t>Yes</a:t>
                      </a:r>
                      <a:endParaRPr sz="1700">
                        <a:solidFill>
                          <a:schemeClr val="dk2"/>
                        </a:solidFill>
                        <a:latin typeface="Roboto"/>
                        <a:ea typeface="Roboto"/>
                        <a:cs typeface="Roboto"/>
                        <a:sym typeface="Roboto"/>
                      </a:endParaRPr>
                    </a:p>
                  </a:txBody>
                  <a:tcPr marT="36575" marB="45700"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r>
              <a:tr h="331550">
                <a:tc>
                  <a:txBody>
                    <a:bodyPr/>
                    <a:lstStyle/>
                    <a:p>
                      <a:pPr indent="0" lvl="0" marL="0" rtl="0" algn="l">
                        <a:spcBef>
                          <a:spcPts val="0"/>
                        </a:spcBef>
                        <a:spcAft>
                          <a:spcPts val="0"/>
                        </a:spcAft>
                        <a:buNone/>
                      </a:pPr>
                      <a:r>
                        <a:rPr lang="en" sz="1750">
                          <a:solidFill>
                            <a:schemeClr val="dk2"/>
                          </a:solidFill>
                          <a:latin typeface="Roboto"/>
                          <a:ea typeface="Roboto"/>
                          <a:cs typeface="Roboto"/>
                          <a:sym typeface="Roboto"/>
                        </a:rPr>
                        <a:t>Offers useful and meaningful results </a:t>
                      </a:r>
                      <a:endParaRPr sz="1750">
                        <a:solidFill>
                          <a:schemeClr val="dk2"/>
                        </a:solidFill>
                        <a:latin typeface="Roboto"/>
                        <a:ea typeface="Roboto"/>
                        <a:cs typeface="Roboto"/>
                        <a:sym typeface="Roboto"/>
                      </a:endParaRPr>
                    </a:p>
                  </a:txBody>
                  <a:tcPr marT="36575" marB="45700"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lang="en" sz="1700">
                          <a:solidFill>
                            <a:schemeClr val="dk2"/>
                          </a:solidFill>
                          <a:latin typeface="Roboto"/>
                          <a:ea typeface="Roboto"/>
                          <a:cs typeface="Roboto"/>
                          <a:sym typeface="Roboto"/>
                        </a:rPr>
                        <a:t>Yes</a:t>
                      </a:r>
                      <a:endParaRPr sz="1700">
                        <a:solidFill>
                          <a:schemeClr val="dk2"/>
                        </a:solidFill>
                        <a:latin typeface="Roboto"/>
                        <a:ea typeface="Roboto"/>
                        <a:cs typeface="Roboto"/>
                        <a:sym typeface="Roboto"/>
                      </a:endParaRPr>
                    </a:p>
                  </a:txBody>
                  <a:tcPr marT="36575" marB="45700"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lang="en" sz="1700">
                          <a:solidFill>
                            <a:schemeClr val="dk2"/>
                          </a:solidFill>
                          <a:latin typeface="Roboto"/>
                          <a:ea typeface="Roboto"/>
                          <a:cs typeface="Roboto"/>
                          <a:sym typeface="Roboto"/>
                        </a:rPr>
                        <a:t>Yes</a:t>
                      </a:r>
                      <a:endParaRPr sz="1700">
                        <a:solidFill>
                          <a:schemeClr val="dk2"/>
                        </a:solidFill>
                        <a:latin typeface="Roboto"/>
                        <a:ea typeface="Roboto"/>
                        <a:cs typeface="Roboto"/>
                        <a:sym typeface="Roboto"/>
                      </a:endParaRPr>
                    </a:p>
                  </a:txBody>
                  <a:tcPr marT="36575" marB="45700"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lt2"/>
                    </a:solidFill>
                  </a:tcPr>
                </a:tc>
              </a:tr>
            </a:tbl>
          </a:graphicData>
        </a:graphic>
      </p:graphicFrame>
      <p:grpSp>
        <p:nvGrpSpPr>
          <p:cNvPr id="859" name="Google Shape;859;p93"/>
          <p:cNvGrpSpPr/>
          <p:nvPr/>
        </p:nvGrpSpPr>
        <p:grpSpPr>
          <a:xfrm>
            <a:off x="8213499" y="1265746"/>
            <a:ext cx="228300" cy="228300"/>
            <a:chOff x="8355116" y="1331163"/>
            <a:chExt cx="228300" cy="228300"/>
          </a:xfrm>
        </p:grpSpPr>
        <p:sp>
          <p:nvSpPr>
            <p:cNvPr id="860" name="Google Shape;860;p93"/>
            <p:cNvSpPr/>
            <p:nvPr/>
          </p:nvSpPr>
          <p:spPr>
            <a:xfrm>
              <a:off x="8355116" y="1331163"/>
              <a:ext cx="228300" cy="2283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Light"/>
                <a:ea typeface="Roboto Light"/>
                <a:cs typeface="Roboto Light"/>
                <a:sym typeface="Roboto Light"/>
              </a:endParaRPr>
            </a:p>
          </p:txBody>
        </p:sp>
        <p:pic>
          <p:nvPicPr>
            <p:cNvPr id="861" name="Google Shape;861;p93"/>
            <p:cNvPicPr preferRelativeResize="0"/>
            <p:nvPr/>
          </p:nvPicPr>
          <p:blipFill>
            <a:blip r:embed="rId3">
              <a:alphaModFix/>
            </a:blip>
            <a:stretch>
              <a:fillRect/>
            </a:stretch>
          </p:blipFill>
          <p:spPr>
            <a:xfrm>
              <a:off x="8405259" y="1402953"/>
              <a:ext cx="128016" cy="96012"/>
            </a:xfrm>
            <a:prstGeom prst="rect">
              <a:avLst/>
            </a:prstGeom>
            <a:noFill/>
            <a:ln>
              <a:noFill/>
            </a:ln>
          </p:spPr>
        </p:pic>
      </p:grpSp>
      <p:grpSp>
        <p:nvGrpSpPr>
          <p:cNvPr id="862" name="Google Shape;862;p93"/>
          <p:cNvGrpSpPr/>
          <p:nvPr/>
        </p:nvGrpSpPr>
        <p:grpSpPr>
          <a:xfrm>
            <a:off x="6823824" y="1265746"/>
            <a:ext cx="228300" cy="228300"/>
            <a:chOff x="7194041" y="1331163"/>
            <a:chExt cx="228300" cy="228300"/>
          </a:xfrm>
        </p:grpSpPr>
        <p:sp>
          <p:nvSpPr>
            <p:cNvPr id="863" name="Google Shape;863;p93"/>
            <p:cNvSpPr/>
            <p:nvPr/>
          </p:nvSpPr>
          <p:spPr>
            <a:xfrm>
              <a:off x="7194041" y="1331163"/>
              <a:ext cx="228300" cy="2283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Light"/>
                <a:ea typeface="Roboto Light"/>
                <a:cs typeface="Roboto Light"/>
                <a:sym typeface="Roboto Light"/>
              </a:endParaRPr>
            </a:p>
          </p:txBody>
        </p:sp>
        <p:pic>
          <p:nvPicPr>
            <p:cNvPr id="864" name="Google Shape;864;p93"/>
            <p:cNvPicPr preferRelativeResize="0"/>
            <p:nvPr/>
          </p:nvPicPr>
          <p:blipFill>
            <a:blip r:embed="rId4">
              <a:alphaModFix/>
            </a:blip>
            <a:stretch>
              <a:fillRect/>
            </a:stretch>
          </p:blipFill>
          <p:spPr>
            <a:xfrm>
              <a:off x="7252260" y="1389401"/>
              <a:ext cx="109728" cy="109728"/>
            </a:xfrm>
            <a:prstGeom prst="rect">
              <a:avLst/>
            </a:prstGeom>
            <a:noFill/>
            <a:ln>
              <a:noFill/>
            </a:ln>
          </p:spPr>
        </p:pic>
      </p:grpSp>
      <p:grpSp>
        <p:nvGrpSpPr>
          <p:cNvPr id="865" name="Google Shape;865;p93"/>
          <p:cNvGrpSpPr/>
          <p:nvPr/>
        </p:nvGrpSpPr>
        <p:grpSpPr>
          <a:xfrm>
            <a:off x="8213499" y="1601921"/>
            <a:ext cx="228300" cy="228300"/>
            <a:chOff x="8355116" y="1331163"/>
            <a:chExt cx="228300" cy="228300"/>
          </a:xfrm>
        </p:grpSpPr>
        <p:sp>
          <p:nvSpPr>
            <p:cNvPr id="866" name="Google Shape;866;p93"/>
            <p:cNvSpPr/>
            <p:nvPr/>
          </p:nvSpPr>
          <p:spPr>
            <a:xfrm>
              <a:off x="8355116" y="1331163"/>
              <a:ext cx="228300" cy="2283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Light"/>
                <a:ea typeface="Roboto Light"/>
                <a:cs typeface="Roboto Light"/>
                <a:sym typeface="Roboto Light"/>
              </a:endParaRPr>
            </a:p>
          </p:txBody>
        </p:sp>
        <p:pic>
          <p:nvPicPr>
            <p:cNvPr id="867" name="Google Shape;867;p93"/>
            <p:cNvPicPr preferRelativeResize="0"/>
            <p:nvPr/>
          </p:nvPicPr>
          <p:blipFill>
            <a:blip r:embed="rId3">
              <a:alphaModFix/>
            </a:blip>
            <a:stretch>
              <a:fillRect/>
            </a:stretch>
          </p:blipFill>
          <p:spPr>
            <a:xfrm>
              <a:off x="8405259" y="1402953"/>
              <a:ext cx="128016" cy="96012"/>
            </a:xfrm>
            <a:prstGeom prst="rect">
              <a:avLst/>
            </a:prstGeom>
            <a:noFill/>
            <a:ln>
              <a:noFill/>
            </a:ln>
          </p:spPr>
        </p:pic>
      </p:grpSp>
      <p:grpSp>
        <p:nvGrpSpPr>
          <p:cNvPr id="868" name="Google Shape;868;p93"/>
          <p:cNvGrpSpPr/>
          <p:nvPr/>
        </p:nvGrpSpPr>
        <p:grpSpPr>
          <a:xfrm>
            <a:off x="6823824" y="1601921"/>
            <a:ext cx="228300" cy="228300"/>
            <a:chOff x="7194041" y="1331163"/>
            <a:chExt cx="228300" cy="228300"/>
          </a:xfrm>
        </p:grpSpPr>
        <p:sp>
          <p:nvSpPr>
            <p:cNvPr id="869" name="Google Shape;869;p93"/>
            <p:cNvSpPr/>
            <p:nvPr/>
          </p:nvSpPr>
          <p:spPr>
            <a:xfrm>
              <a:off x="7194041" y="1331163"/>
              <a:ext cx="228300" cy="2283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Light"/>
                <a:ea typeface="Roboto Light"/>
                <a:cs typeface="Roboto Light"/>
                <a:sym typeface="Roboto Light"/>
              </a:endParaRPr>
            </a:p>
          </p:txBody>
        </p:sp>
        <p:pic>
          <p:nvPicPr>
            <p:cNvPr id="870" name="Google Shape;870;p93"/>
            <p:cNvPicPr preferRelativeResize="0"/>
            <p:nvPr/>
          </p:nvPicPr>
          <p:blipFill>
            <a:blip r:embed="rId4">
              <a:alphaModFix/>
            </a:blip>
            <a:stretch>
              <a:fillRect/>
            </a:stretch>
          </p:blipFill>
          <p:spPr>
            <a:xfrm>
              <a:off x="7252260" y="1389401"/>
              <a:ext cx="109728" cy="109728"/>
            </a:xfrm>
            <a:prstGeom prst="rect">
              <a:avLst/>
            </a:prstGeom>
            <a:noFill/>
            <a:ln>
              <a:noFill/>
            </a:ln>
          </p:spPr>
        </p:pic>
      </p:grpSp>
      <p:grpSp>
        <p:nvGrpSpPr>
          <p:cNvPr id="871" name="Google Shape;871;p93"/>
          <p:cNvGrpSpPr/>
          <p:nvPr/>
        </p:nvGrpSpPr>
        <p:grpSpPr>
          <a:xfrm>
            <a:off x="8213499" y="1969473"/>
            <a:ext cx="228300" cy="228300"/>
            <a:chOff x="8355116" y="1331163"/>
            <a:chExt cx="228300" cy="228300"/>
          </a:xfrm>
        </p:grpSpPr>
        <p:sp>
          <p:nvSpPr>
            <p:cNvPr id="872" name="Google Shape;872;p93"/>
            <p:cNvSpPr/>
            <p:nvPr/>
          </p:nvSpPr>
          <p:spPr>
            <a:xfrm>
              <a:off x="8355116" y="1331163"/>
              <a:ext cx="228300" cy="2283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Light"/>
                <a:ea typeface="Roboto Light"/>
                <a:cs typeface="Roboto Light"/>
                <a:sym typeface="Roboto Light"/>
              </a:endParaRPr>
            </a:p>
          </p:txBody>
        </p:sp>
        <p:pic>
          <p:nvPicPr>
            <p:cNvPr id="873" name="Google Shape;873;p93"/>
            <p:cNvPicPr preferRelativeResize="0"/>
            <p:nvPr/>
          </p:nvPicPr>
          <p:blipFill>
            <a:blip r:embed="rId3">
              <a:alphaModFix/>
            </a:blip>
            <a:stretch>
              <a:fillRect/>
            </a:stretch>
          </p:blipFill>
          <p:spPr>
            <a:xfrm>
              <a:off x="8405259" y="1402953"/>
              <a:ext cx="128016" cy="96012"/>
            </a:xfrm>
            <a:prstGeom prst="rect">
              <a:avLst/>
            </a:prstGeom>
            <a:noFill/>
            <a:ln>
              <a:noFill/>
            </a:ln>
          </p:spPr>
        </p:pic>
      </p:grpSp>
      <p:grpSp>
        <p:nvGrpSpPr>
          <p:cNvPr id="874" name="Google Shape;874;p93"/>
          <p:cNvGrpSpPr/>
          <p:nvPr/>
        </p:nvGrpSpPr>
        <p:grpSpPr>
          <a:xfrm>
            <a:off x="6823824" y="1969473"/>
            <a:ext cx="228300" cy="228300"/>
            <a:chOff x="7194041" y="1331163"/>
            <a:chExt cx="228300" cy="228300"/>
          </a:xfrm>
        </p:grpSpPr>
        <p:sp>
          <p:nvSpPr>
            <p:cNvPr id="875" name="Google Shape;875;p93"/>
            <p:cNvSpPr/>
            <p:nvPr/>
          </p:nvSpPr>
          <p:spPr>
            <a:xfrm>
              <a:off x="7194041" y="1331163"/>
              <a:ext cx="228300" cy="2283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Light"/>
                <a:ea typeface="Roboto Light"/>
                <a:cs typeface="Roboto Light"/>
                <a:sym typeface="Roboto Light"/>
              </a:endParaRPr>
            </a:p>
          </p:txBody>
        </p:sp>
        <p:pic>
          <p:nvPicPr>
            <p:cNvPr id="876" name="Google Shape;876;p93"/>
            <p:cNvPicPr preferRelativeResize="0"/>
            <p:nvPr/>
          </p:nvPicPr>
          <p:blipFill>
            <a:blip r:embed="rId4">
              <a:alphaModFix/>
            </a:blip>
            <a:stretch>
              <a:fillRect/>
            </a:stretch>
          </p:blipFill>
          <p:spPr>
            <a:xfrm>
              <a:off x="7252260" y="1389401"/>
              <a:ext cx="109728" cy="109728"/>
            </a:xfrm>
            <a:prstGeom prst="rect">
              <a:avLst/>
            </a:prstGeom>
            <a:noFill/>
            <a:ln>
              <a:noFill/>
            </a:ln>
          </p:spPr>
        </p:pic>
      </p:grpSp>
      <p:grpSp>
        <p:nvGrpSpPr>
          <p:cNvPr id="877" name="Google Shape;877;p93"/>
          <p:cNvGrpSpPr/>
          <p:nvPr/>
        </p:nvGrpSpPr>
        <p:grpSpPr>
          <a:xfrm>
            <a:off x="8213499" y="2661161"/>
            <a:ext cx="228300" cy="228300"/>
            <a:chOff x="8355116" y="1331163"/>
            <a:chExt cx="228300" cy="228300"/>
          </a:xfrm>
        </p:grpSpPr>
        <p:sp>
          <p:nvSpPr>
            <p:cNvPr id="878" name="Google Shape;878;p93"/>
            <p:cNvSpPr/>
            <p:nvPr/>
          </p:nvSpPr>
          <p:spPr>
            <a:xfrm>
              <a:off x="8355116" y="1331163"/>
              <a:ext cx="228300" cy="2283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Light"/>
                <a:ea typeface="Roboto Light"/>
                <a:cs typeface="Roboto Light"/>
                <a:sym typeface="Roboto Light"/>
              </a:endParaRPr>
            </a:p>
          </p:txBody>
        </p:sp>
        <p:pic>
          <p:nvPicPr>
            <p:cNvPr id="879" name="Google Shape;879;p93"/>
            <p:cNvPicPr preferRelativeResize="0"/>
            <p:nvPr/>
          </p:nvPicPr>
          <p:blipFill>
            <a:blip r:embed="rId3">
              <a:alphaModFix/>
            </a:blip>
            <a:stretch>
              <a:fillRect/>
            </a:stretch>
          </p:blipFill>
          <p:spPr>
            <a:xfrm>
              <a:off x="8405259" y="1402953"/>
              <a:ext cx="128016" cy="96012"/>
            </a:xfrm>
            <a:prstGeom prst="rect">
              <a:avLst/>
            </a:prstGeom>
            <a:noFill/>
            <a:ln>
              <a:noFill/>
            </a:ln>
          </p:spPr>
        </p:pic>
      </p:grpSp>
      <p:grpSp>
        <p:nvGrpSpPr>
          <p:cNvPr id="880" name="Google Shape;880;p93"/>
          <p:cNvGrpSpPr/>
          <p:nvPr/>
        </p:nvGrpSpPr>
        <p:grpSpPr>
          <a:xfrm>
            <a:off x="6823824" y="2661161"/>
            <a:ext cx="228300" cy="228300"/>
            <a:chOff x="7194041" y="1331163"/>
            <a:chExt cx="228300" cy="228300"/>
          </a:xfrm>
        </p:grpSpPr>
        <p:sp>
          <p:nvSpPr>
            <p:cNvPr id="881" name="Google Shape;881;p93"/>
            <p:cNvSpPr/>
            <p:nvPr/>
          </p:nvSpPr>
          <p:spPr>
            <a:xfrm>
              <a:off x="7194041" y="1331163"/>
              <a:ext cx="228300" cy="2283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Light"/>
                <a:ea typeface="Roboto Light"/>
                <a:cs typeface="Roboto Light"/>
                <a:sym typeface="Roboto Light"/>
              </a:endParaRPr>
            </a:p>
          </p:txBody>
        </p:sp>
        <p:pic>
          <p:nvPicPr>
            <p:cNvPr id="882" name="Google Shape;882;p93"/>
            <p:cNvPicPr preferRelativeResize="0"/>
            <p:nvPr/>
          </p:nvPicPr>
          <p:blipFill>
            <a:blip r:embed="rId4">
              <a:alphaModFix/>
            </a:blip>
            <a:stretch>
              <a:fillRect/>
            </a:stretch>
          </p:blipFill>
          <p:spPr>
            <a:xfrm>
              <a:off x="7252260" y="1389401"/>
              <a:ext cx="109728" cy="109728"/>
            </a:xfrm>
            <a:prstGeom prst="rect">
              <a:avLst/>
            </a:prstGeom>
            <a:noFill/>
            <a:ln>
              <a:noFill/>
            </a:ln>
          </p:spPr>
        </p:pic>
      </p:grpSp>
      <p:grpSp>
        <p:nvGrpSpPr>
          <p:cNvPr id="883" name="Google Shape;883;p93"/>
          <p:cNvGrpSpPr/>
          <p:nvPr/>
        </p:nvGrpSpPr>
        <p:grpSpPr>
          <a:xfrm>
            <a:off x="8213499" y="2997336"/>
            <a:ext cx="228300" cy="228300"/>
            <a:chOff x="8355116" y="1331163"/>
            <a:chExt cx="228300" cy="228300"/>
          </a:xfrm>
        </p:grpSpPr>
        <p:sp>
          <p:nvSpPr>
            <p:cNvPr id="884" name="Google Shape;884;p93"/>
            <p:cNvSpPr/>
            <p:nvPr/>
          </p:nvSpPr>
          <p:spPr>
            <a:xfrm>
              <a:off x="8355116" y="1331163"/>
              <a:ext cx="228300" cy="2283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Light"/>
                <a:ea typeface="Roboto Light"/>
                <a:cs typeface="Roboto Light"/>
                <a:sym typeface="Roboto Light"/>
              </a:endParaRPr>
            </a:p>
          </p:txBody>
        </p:sp>
        <p:pic>
          <p:nvPicPr>
            <p:cNvPr id="885" name="Google Shape;885;p93"/>
            <p:cNvPicPr preferRelativeResize="0"/>
            <p:nvPr/>
          </p:nvPicPr>
          <p:blipFill>
            <a:blip r:embed="rId3">
              <a:alphaModFix/>
            </a:blip>
            <a:stretch>
              <a:fillRect/>
            </a:stretch>
          </p:blipFill>
          <p:spPr>
            <a:xfrm>
              <a:off x="8405259" y="1402953"/>
              <a:ext cx="128016" cy="96012"/>
            </a:xfrm>
            <a:prstGeom prst="rect">
              <a:avLst/>
            </a:prstGeom>
            <a:noFill/>
            <a:ln>
              <a:noFill/>
            </a:ln>
          </p:spPr>
        </p:pic>
      </p:grpSp>
      <p:grpSp>
        <p:nvGrpSpPr>
          <p:cNvPr id="886" name="Google Shape;886;p93"/>
          <p:cNvGrpSpPr/>
          <p:nvPr/>
        </p:nvGrpSpPr>
        <p:grpSpPr>
          <a:xfrm>
            <a:off x="6823824" y="2997336"/>
            <a:ext cx="228300" cy="228300"/>
            <a:chOff x="7194041" y="1331163"/>
            <a:chExt cx="228300" cy="228300"/>
          </a:xfrm>
        </p:grpSpPr>
        <p:sp>
          <p:nvSpPr>
            <p:cNvPr id="887" name="Google Shape;887;p93"/>
            <p:cNvSpPr/>
            <p:nvPr/>
          </p:nvSpPr>
          <p:spPr>
            <a:xfrm>
              <a:off x="7194041" y="1331163"/>
              <a:ext cx="228300" cy="2283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Light"/>
                <a:ea typeface="Roboto Light"/>
                <a:cs typeface="Roboto Light"/>
                <a:sym typeface="Roboto Light"/>
              </a:endParaRPr>
            </a:p>
          </p:txBody>
        </p:sp>
        <p:pic>
          <p:nvPicPr>
            <p:cNvPr id="888" name="Google Shape;888;p93"/>
            <p:cNvPicPr preferRelativeResize="0"/>
            <p:nvPr/>
          </p:nvPicPr>
          <p:blipFill>
            <a:blip r:embed="rId4">
              <a:alphaModFix/>
            </a:blip>
            <a:stretch>
              <a:fillRect/>
            </a:stretch>
          </p:blipFill>
          <p:spPr>
            <a:xfrm>
              <a:off x="7252260" y="1389401"/>
              <a:ext cx="109728" cy="109728"/>
            </a:xfrm>
            <a:prstGeom prst="rect">
              <a:avLst/>
            </a:prstGeom>
            <a:noFill/>
            <a:ln>
              <a:noFill/>
            </a:ln>
          </p:spPr>
        </p:pic>
      </p:grpSp>
      <p:grpSp>
        <p:nvGrpSpPr>
          <p:cNvPr id="889" name="Google Shape;889;p93"/>
          <p:cNvGrpSpPr/>
          <p:nvPr/>
        </p:nvGrpSpPr>
        <p:grpSpPr>
          <a:xfrm>
            <a:off x="8213499" y="3364887"/>
            <a:ext cx="228300" cy="228300"/>
            <a:chOff x="8355116" y="1331163"/>
            <a:chExt cx="228300" cy="228300"/>
          </a:xfrm>
        </p:grpSpPr>
        <p:sp>
          <p:nvSpPr>
            <p:cNvPr id="890" name="Google Shape;890;p93"/>
            <p:cNvSpPr/>
            <p:nvPr/>
          </p:nvSpPr>
          <p:spPr>
            <a:xfrm>
              <a:off x="8355116" y="1331163"/>
              <a:ext cx="228300" cy="2283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Light"/>
                <a:ea typeface="Roboto Light"/>
                <a:cs typeface="Roboto Light"/>
                <a:sym typeface="Roboto Light"/>
              </a:endParaRPr>
            </a:p>
          </p:txBody>
        </p:sp>
        <p:pic>
          <p:nvPicPr>
            <p:cNvPr id="891" name="Google Shape;891;p93"/>
            <p:cNvPicPr preferRelativeResize="0"/>
            <p:nvPr/>
          </p:nvPicPr>
          <p:blipFill>
            <a:blip r:embed="rId3">
              <a:alphaModFix/>
            </a:blip>
            <a:stretch>
              <a:fillRect/>
            </a:stretch>
          </p:blipFill>
          <p:spPr>
            <a:xfrm>
              <a:off x="8405259" y="1402953"/>
              <a:ext cx="128016" cy="96012"/>
            </a:xfrm>
            <a:prstGeom prst="rect">
              <a:avLst/>
            </a:prstGeom>
            <a:noFill/>
            <a:ln>
              <a:noFill/>
            </a:ln>
          </p:spPr>
        </p:pic>
      </p:grpSp>
      <p:grpSp>
        <p:nvGrpSpPr>
          <p:cNvPr id="892" name="Google Shape;892;p93"/>
          <p:cNvGrpSpPr/>
          <p:nvPr/>
        </p:nvGrpSpPr>
        <p:grpSpPr>
          <a:xfrm>
            <a:off x="6823824" y="3364887"/>
            <a:ext cx="228300" cy="228300"/>
            <a:chOff x="7194041" y="1331163"/>
            <a:chExt cx="228300" cy="228300"/>
          </a:xfrm>
        </p:grpSpPr>
        <p:sp>
          <p:nvSpPr>
            <p:cNvPr id="893" name="Google Shape;893;p93"/>
            <p:cNvSpPr/>
            <p:nvPr/>
          </p:nvSpPr>
          <p:spPr>
            <a:xfrm>
              <a:off x="7194041" y="1331163"/>
              <a:ext cx="228300" cy="2283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Light"/>
                <a:ea typeface="Roboto Light"/>
                <a:cs typeface="Roboto Light"/>
                <a:sym typeface="Roboto Light"/>
              </a:endParaRPr>
            </a:p>
          </p:txBody>
        </p:sp>
        <p:pic>
          <p:nvPicPr>
            <p:cNvPr id="894" name="Google Shape;894;p93"/>
            <p:cNvPicPr preferRelativeResize="0"/>
            <p:nvPr/>
          </p:nvPicPr>
          <p:blipFill>
            <a:blip r:embed="rId4">
              <a:alphaModFix/>
            </a:blip>
            <a:stretch>
              <a:fillRect/>
            </a:stretch>
          </p:blipFill>
          <p:spPr>
            <a:xfrm>
              <a:off x="7252260" y="1389401"/>
              <a:ext cx="109728" cy="109728"/>
            </a:xfrm>
            <a:prstGeom prst="rect">
              <a:avLst/>
            </a:prstGeom>
            <a:noFill/>
            <a:ln>
              <a:noFill/>
            </a:ln>
          </p:spPr>
        </p:pic>
      </p:grpSp>
      <p:grpSp>
        <p:nvGrpSpPr>
          <p:cNvPr id="895" name="Google Shape;895;p93"/>
          <p:cNvGrpSpPr/>
          <p:nvPr/>
        </p:nvGrpSpPr>
        <p:grpSpPr>
          <a:xfrm>
            <a:off x="8213499" y="4068612"/>
            <a:ext cx="228300" cy="228300"/>
            <a:chOff x="8355116" y="1331163"/>
            <a:chExt cx="228300" cy="228300"/>
          </a:xfrm>
        </p:grpSpPr>
        <p:sp>
          <p:nvSpPr>
            <p:cNvPr id="896" name="Google Shape;896;p93"/>
            <p:cNvSpPr/>
            <p:nvPr/>
          </p:nvSpPr>
          <p:spPr>
            <a:xfrm>
              <a:off x="8355116" y="1331163"/>
              <a:ext cx="228300" cy="2283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Light"/>
                <a:ea typeface="Roboto Light"/>
                <a:cs typeface="Roboto Light"/>
                <a:sym typeface="Roboto Light"/>
              </a:endParaRPr>
            </a:p>
          </p:txBody>
        </p:sp>
        <p:pic>
          <p:nvPicPr>
            <p:cNvPr id="897" name="Google Shape;897;p93"/>
            <p:cNvPicPr preferRelativeResize="0"/>
            <p:nvPr/>
          </p:nvPicPr>
          <p:blipFill>
            <a:blip r:embed="rId3">
              <a:alphaModFix/>
            </a:blip>
            <a:stretch>
              <a:fillRect/>
            </a:stretch>
          </p:blipFill>
          <p:spPr>
            <a:xfrm>
              <a:off x="8405259" y="1402953"/>
              <a:ext cx="128016" cy="96012"/>
            </a:xfrm>
            <a:prstGeom prst="rect">
              <a:avLst/>
            </a:prstGeom>
            <a:noFill/>
            <a:ln>
              <a:noFill/>
            </a:ln>
          </p:spPr>
        </p:pic>
      </p:grpSp>
      <p:grpSp>
        <p:nvGrpSpPr>
          <p:cNvPr id="898" name="Google Shape;898;p93"/>
          <p:cNvGrpSpPr/>
          <p:nvPr/>
        </p:nvGrpSpPr>
        <p:grpSpPr>
          <a:xfrm>
            <a:off x="6823824" y="4068612"/>
            <a:ext cx="228300" cy="228300"/>
            <a:chOff x="7194041" y="1331163"/>
            <a:chExt cx="228300" cy="228300"/>
          </a:xfrm>
        </p:grpSpPr>
        <p:sp>
          <p:nvSpPr>
            <p:cNvPr id="899" name="Google Shape;899;p93"/>
            <p:cNvSpPr/>
            <p:nvPr/>
          </p:nvSpPr>
          <p:spPr>
            <a:xfrm>
              <a:off x="7194041" y="1331163"/>
              <a:ext cx="228300" cy="2283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Light"/>
                <a:ea typeface="Roboto Light"/>
                <a:cs typeface="Roboto Light"/>
                <a:sym typeface="Roboto Light"/>
              </a:endParaRPr>
            </a:p>
          </p:txBody>
        </p:sp>
        <p:pic>
          <p:nvPicPr>
            <p:cNvPr id="900" name="Google Shape;900;p93"/>
            <p:cNvPicPr preferRelativeResize="0"/>
            <p:nvPr/>
          </p:nvPicPr>
          <p:blipFill>
            <a:blip r:embed="rId4">
              <a:alphaModFix/>
            </a:blip>
            <a:stretch>
              <a:fillRect/>
            </a:stretch>
          </p:blipFill>
          <p:spPr>
            <a:xfrm>
              <a:off x="7252260" y="1389401"/>
              <a:ext cx="109728" cy="109728"/>
            </a:xfrm>
            <a:prstGeom prst="rect">
              <a:avLst/>
            </a:prstGeom>
            <a:noFill/>
            <a:ln>
              <a:noFill/>
            </a:ln>
          </p:spPr>
        </p:pic>
      </p:grpSp>
      <p:grpSp>
        <p:nvGrpSpPr>
          <p:cNvPr id="901" name="Google Shape;901;p93"/>
          <p:cNvGrpSpPr/>
          <p:nvPr/>
        </p:nvGrpSpPr>
        <p:grpSpPr>
          <a:xfrm>
            <a:off x="6823824" y="3716750"/>
            <a:ext cx="228300" cy="228300"/>
            <a:chOff x="8355116" y="1331163"/>
            <a:chExt cx="228300" cy="228300"/>
          </a:xfrm>
        </p:grpSpPr>
        <p:sp>
          <p:nvSpPr>
            <p:cNvPr id="902" name="Google Shape;902;p93"/>
            <p:cNvSpPr/>
            <p:nvPr/>
          </p:nvSpPr>
          <p:spPr>
            <a:xfrm>
              <a:off x="8355116" y="1331163"/>
              <a:ext cx="228300" cy="2283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Light"/>
                <a:ea typeface="Roboto Light"/>
                <a:cs typeface="Roboto Light"/>
                <a:sym typeface="Roboto Light"/>
              </a:endParaRPr>
            </a:p>
          </p:txBody>
        </p:sp>
        <p:pic>
          <p:nvPicPr>
            <p:cNvPr id="903" name="Google Shape;903;p93"/>
            <p:cNvPicPr preferRelativeResize="0"/>
            <p:nvPr/>
          </p:nvPicPr>
          <p:blipFill>
            <a:blip r:embed="rId3">
              <a:alphaModFix/>
            </a:blip>
            <a:stretch>
              <a:fillRect/>
            </a:stretch>
          </p:blipFill>
          <p:spPr>
            <a:xfrm>
              <a:off x="8405259" y="1402953"/>
              <a:ext cx="128016" cy="96012"/>
            </a:xfrm>
            <a:prstGeom prst="rect">
              <a:avLst/>
            </a:prstGeom>
            <a:noFill/>
            <a:ln>
              <a:noFill/>
            </a:ln>
          </p:spPr>
        </p:pic>
      </p:grpSp>
      <p:grpSp>
        <p:nvGrpSpPr>
          <p:cNvPr id="904" name="Google Shape;904;p93"/>
          <p:cNvGrpSpPr/>
          <p:nvPr/>
        </p:nvGrpSpPr>
        <p:grpSpPr>
          <a:xfrm>
            <a:off x="8213499" y="3716750"/>
            <a:ext cx="228300" cy="228300"/>
            <a:chOff x="7194041" y="1331163"/>
            <a:chExt cx="228300" cy="228300"/>
          </a:xfrm>
        </p:grpSpPr>
        <p:sp>
          <p:nvSpPr>
            <p:cNvPr id="905" name="Google Shape;905;p93"/>
            <p:cNvSpPr/>
            <p:nvPr/>
          </p:nvSpPr>
          <p:spPr>
            <a:xfrm>
              <a:off x="7194041" y="1331163"/>
              <a:ext cx="228300" cy="2283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Light"/>
                <a:ea typeface="Roboto Light"/>
                <a:cs typeface="Roboto Light"/>
                <a:sym typeface="Roboto Light"/>
              </a:endParaRPr>
            </a:p>
          </p:txBody>
        </p:sp>
        <p:pic>
          <p:nvPicPr>
            <p:cNvPr id="906" name="Google Shape;906;p93"/>
            <p:cNvPicPr preferRelativeResize="0"/>
            <p:nvPr/>
          </p:nvPicPr>
          <p:blipFill>
            <a:blip r:embed="rId4">
              <a:alphaModFix/>
            </a:blip>
            <a:stretch>
              <a:fillRect/>
            </a:stretch>
          </p:blipFill>
          <p:spPr>
            <a:xfrm>
              <a:off x="7252260" y="1389401"/>
              <a:ext cx="109728" cy="109728"/>
            </a:xfrm>
            <a:prstGeom prst="rect">
              <a:avLst/>
            </a:prstGeom>
            <a:noFill/>
            <a:ln>
              <a:noFill/>
            </a:ln>
          </p:spPr>
        </p:pic>
      </p:grpSp>
      <p:grpSp>
        <p:nvGrpSpPr>
          <p:cNvPr id="907" name="Google Shape;907;p93"/>
          <p:cNvGrpSpPr/>
          <p:nvPr/>
        </p:nvGrpSpPr>
        <p:grpSpPr>
          <a:xfrm>
            <a:off x="6823824" y="4420450"/>
            <a:ext cx="228300" cy="228300"/>
            <a:chOff x="8355116" y="1331163"/>
            <a:chExt cx="228300" cy="228300"/>
          </a:xfrm>
        </p:grpSpPr>
        <p:sp>
          <p:nvSpPr>
            <p:cNvPr id="908" name="Google Shape;908;p93"/>
            <p:cNvSpPr/>
            <p:nvPr/>
          </p:nvSpPr>
          <p:spPr>
            <a:xfrm>
              <a:off x="8355116" y="1331163"/>
              <a:ext cx="228300" cy="2283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Light"/>
                <a:ea typeface="Roboto Light"/>
                <a:cs typeface="Roboto Light"/>
                <a:sym typeface="Roboto Light"/>
              </a:endParaRPr>
            </a:p>
          </p:txBody>
        </p:sp>
        <p:pic>
          <p:nvPicPr>
            <p:cNvPr id="909" name="Google Shape;909;p93"/>
            <p:cNvPicPr preferRelativeResize="0"/>
            <p:nvPr/>
          </p:nvPicPr>
          <p:blipFill>
            <a:blip r:embed="rId3">
              <a:alphaModFix/>
            </a:blip>
            <a:stretch>
              <a:fillRect/>
            </a:stretch>
          </p:blipFill>
          <p:spPr>
            <a:xfrm>
              <a:off x="8405259" y="1402953"/>
              <a:ext cx="128016" cy="96012"/>
            </a:xfrm>
            <a:prstGeom prst="rect">
              <a:avLst/>
            </a:prstGeom>
            <a:noFill/>
            <a:ln>
              <a:noFill/>
            </a:ln>
          </p:spPr>
        </p:pic>
      </p:grpSp>
      <p:grpSp>
        <p:nvGrpSpPr>
          <p:cNvPr id="910" name="Google Shape;910;p93"/>
          <p:cNvGrpSpPr/>
          <p:nvPr/>
        </p:nvGrpSpPr>
        <p:grpSpPr>
          <a:xfrm>
            <a:off x="8213499" y="4420462"/>
            <a:ext cx="228300" cy="228300"/>
            <a:chOff x="8355116" y="1331163"/>
            <a:chExt cx="228300" cy="228300"/>
          </a:xfrm>
        </p:grpSpPr>
        <p:sp>
          <p:nvSpPr>
            <p:cNvPr id="911" name="Google Shape;911;p93"/>
            <p:cNvSpPr/>
            <p:nvPr/>
          </p:nvSpPr>
          <p:spPr>
            <a:xfrm>
              <a:off x="8355116" y="1331163"/>
              <a:ext cx="228300" cy="2283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Light"/>
                <a:ea typeface="Roboto Light"/>
                <a:cs typeface="Roboto Light"/>
                <a:sym typeface="Roboto Light"/>
              </a:endParaRPr>
            </a:p>
          </p:txBody>
        </p:sp>
        <p:pic>
          <p:nvPicPr>
            <p:cNvPr id="912" name="Google Shape;912;p93"/>
            <p:cNvPicPr preferRelativeResize="0"/>
            <p:nvPr/>
          </p:nvPicPr>
          <p:blipFill>
            <a:blip r:embed="rId3">
              <a:alphaModFix/>
            </a:blip>
            <a:stretch>
              <a:fillRect/>
            </a:stretch>
          </p:blipFill>
          <p:spPr>
            <a:xfrm>
              <a:off x="8405259" y="1402953"/>
              <a:ext cx="128016" cy="96012"/>
            </a:xfrm>
            <a:prstGeom prst="rect">
              <a:avLst/>
            </a:prstGeom>
            <a:noFill/>
            <a:ln>
              <a:noFill/>
            </a:ln>
          </p:spPr>
        </p:pic>
      </p:grpSp>
      <p:grpSp>
        <p:nvGrpSpPr>
          <p:cNvPr id="913" name="Google Shape;913;p93"/>
          <p:cNvGrpSpPr/>
          <p:nvPr/>
        </p:nvGrpSpPr>
        <p:grpSpPr>
          <a:xfrm>
            <a:off x="6823824" y="2315312"/>
            <a:ext cx="228300" cy="228300"/>
            <a:chOff x="8355116" y="1331163"/>
            <a:chExt cx="228300" cy="228300"/>
          </a:xfrm>
        </p:grpSpPr>
        <p:sp>
          <p:nvSpPr>
            <p:cNvPr id="914" name="Google Shape;914;p93"/>
            <p:cNvSpPr/>
            <p:nvPr/>
          </p:nvSpPr>
          <p:spPr>
            <a:xfrm>
              <a:off x="8355116" y="1331163"/>
              <a:ext cx="228300" cy="2283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Light"/>
                <a:ea typeface="Roboto Light"/>
                <a:cs typeface="Roboto Light"/>
                <a:sym typeface="Roboto Light"/>
              </a:endParaRPr>
            </a:p>
          </p:txBody>
        </p:sp>
        <p:pic>
          <p:nvPicPr>
            <p:cNvPr id="915" name="Google Shape;915;p93"/>
            <p:cNvPicPr preferRelativeResize="0"/>
            <p:nvPr/>
          </p:nvPicPr>
          <p:blipFill>
            <a:blip r:embed="rId3">
              <a:alphaModFix/>
            </a:blip>
            <a:stretch>
              <a:fillRect/>
            </a:stretch>
          </p:blipFill>
          <p:spPr>
            <a:xfrm>
              <a:off x="8405259" y="1402953"/>
              <a:ext cx="128016" cy="96012"/>
            </a:xfrm>
            <a:prstGeom prst="rect">
              <a:avLst/>
            </a:prstGeom>
            <a:noFill/>
            <a:ln>
              <a:noFill/>
            </a:ln>
          </p:spPr>
        </p:pic>
      </p:grpSp>
      <p:grpSp>
        <p:nvGrpSpPr>
          <p:cNvPr id="916" name="Google Shape;916;p93"/>
          <p:cNvGrpSpPr/>
          <p:nvPr/>
        </p:nvGrpSpPr>
        <p:grpSpPr>
          <a:xfrm>
            <a:off x="8213499" y="2315312"/>
            <a:ext cx="228300" cy="228300"/>
            <a:chOff x="7194041" y="1331163"/>
            <a:chExt cx="228300" cy="228300"/>
          </a:xfrm>
        </p:grpSpPr>
        <p:sp>
          <p:nvSpPr>
            <p:cNvPr id="917" name="Google Shape;917;p93"/>
            <p:cNvSpPr/>
            <p:nvPr/>
          </p:nvSpPr>
          <p:spPr>
            <a:xfrm>
              <a:off x="7194041" y="1331163"/>
              <a:ext cx="228300" cy="2283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Light"/>
                <a:ea typeface="Roboto Light"/>
                <a:cs typeface="Roboto Light"/>
                <a:sym typeface="Roboto Light"/>
              </a:endParaRPr>
            </a:p>
          </p:txBody>
        </p:sp>
        <p:pic>
          <p:nvPicPr>
            <p:cNvPr id="918" name="Google Shape;918;p93"/>
            <p:cNvPicPr preferRelativeResize="0"/>
            <p:nvPr/>
          </p:nvPicPr>
          <p:blipFill>
            <a:blip r:embed="rId4">
              <a:alphaModFix/>
            </a:blip>
            <a:stretch>
              <a:fillRect/>
            </a:stretch>
          </p:blipFill>
          <p:spPr>
            <a:xfrm>
              <a:off x="7252260" y="1389401"/>
              <a:ext cx="109728" cy="109728"/>
            </a:xfrm>
            <a:prstGeom prst="rect">
              <a:avLst/>
            </a:prstGeom>
            <a:noFill/>
            <a:ln>
              <a:noFill/>
            </a:ln>
          </p:spPr>
        </p:pic>
      </p:gr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2" name="Shape 922"/>
        <p:cNvGrpSpPr/>
        <p:nvPr/>
      </p:nvGrpSpPr>
      <p:grpSpPr>
        <a:xfrm>
          <a:off x="0" y="0"/>
          <a:ext cx="0" cy="0"/>
          <a:chOff x="0" y="0"/>
          <a:chExt cx="0" cy="0"/>
        </a:xfrm>
      </p:grpSpPr>
      <p:sp>
        <p:nvSpPr>
          <p:cNvPr id="923" name="Google Shape;923;p94"/>
          <p:cNvSpPr txBox="1"/>
          <p:nvPr>
            <p:ph idx="1" type="body"/>
          </p:nvPr>
        </p:nvSpPr>
        <p:spPr>
          <a:xfrm>
            <a:off x="464100" y="796425"/>
            <a:ext cx="8520600" cy="375600"/>
          </a:xfrm>
          <a:prstGeom prst="rect">
            <a:avLst/>
          </a:prstGeom>
        </p:spPr>
        <p:txBody>
          <a:bodyPr anchorCtr="0" anchor="t" bIns="91425" lIns="0" spcFirstLastPara="1" rIns="91425" wrap="square" tIns="0">
            <a:noAutofit/>
          </a:bodyPr>
          <a:lstStyle/>
          <a:p>
            <a:pPr indent="0" lvl="0" marL="0" rtl="0" algn="l">
              <a:spcBef>
                <a:spcPts val="0"/>
              </a:spcBef>
              <a:spcAft>
                <a:spcPts val="0"/>
              </a:spcAft>
              <a:buNone/>
            </a:pPr>
            <a:r>
              <a:rPr lang="en"/>
              <a:t>In some situations, likelihood and impact cannot be accurately measured. </a:t>
            </a:r>
            <a:endParaRPr/>
          </a:p>
        </p:txBody>
      </p:sp>
      <p:sp>
        <p:nvSpPr>
          <p:cNvPr id="924" name="Google Shape;924;p94"/>
          <p:cNvSpPr/>
          <p:nvPr/>
        </p:nvSpPr>
        <p:spPr>
          <a:xfrm>
            <a:off x="511450" y="2067450"/>
            <a:ext cx="3494700" cy="1943100"/>
          </a:xfrm>
          <a:prstGeom prst="round2DiagRect">
            <a:avLst>
              <a:gd fmla="val 10607" name="adj1"/>
              <a:gd fmla="val 0" name="adj2"/>
            </a:avLst>
          </a:prstGeom>
          <a:solidFill>
            <a:srgbClr val="F3F3F3"/>
          </a:solidFill>
          <a:ln>
            <a:noFill/>
          </a:ln>
        </p:spPr>
        <p:txBody>
          <a:bodyPr anchorCtr="0" anchor="ctr" bIns="0" lIns="91425" spcFirstLastPara="1" rIns="91425" wrap="square" tIns="45700">
            <a:noAutofit/>
          </a:bodyPr>
          <a:lstStyle/>
          <a:p>
            <a:pPr indent="0" lvl="0" marL="91440" rtl="0" algn="l">
              <a:lnSpc>
                <a:spcPct val="100000"/>
              </a:lnSpc>
              <a:spcBef>
                <a:spcPts val="0"/>
              </a:spcBef>
              <a:spcAft>
                <a:spcPts val="0"/>
              </a:spcAft>
              <a:buNone/>
            </a:pPr>
            <a:r>
              <a:rPr lang="en" sz="1800">
                <a:solidFill>
                  <a:schemeClr val="dk2"/>
                </a:solidFill>
                <a:latin typeface="Roboto"/>
                <a:ea typeface="Roboto"/>
                <a:cs typeface="Roboto"/>
                <a:sym typeface="Roboto"/>
              </a:rPr>
              <a:t>It’s impossible to calculate </a:t>
            </a:r>
            <a:br>
              <a:rPr lang="en" sz="1800">
                <a:solidFill>
                  <a:schemeClr val="dk2"/>
                </a:solidFill>
                <a:latin typeface="Roboto"/>
                <a:ea typeface="Roboto"/>
                <a:cs typeface="Roboto"/>
                <a:sym typeface="Roboto"/>
              </a:rPr>
            </a:br>
            <a:r>
              <a:rPr lang="en" sz="1800">
                <a:solidFill>
                  <a:schemeClr val="dk2"/>
                </a:solidFill>
                <a:latin typeface="Roboto"/>
                <a:ea typeface="Roboto"/>
                <a:cs typeface="Roboto"/>
                <a:sym typeface="Roboto"/>
              </a:rPr>
              <a:t>the precise probability that some hacker, somewhere </a:t>
            </a:r>
            <a:br>
              <a:rPr lang="en" sz="1800">
                <a:solidFill>
                  <a:schemeClr val="dk2"/>
                </a:solidFill>
                <a:latin typeface="Roboto"/>
                <a:ea typeface="Roboto"/>
                <a:cs typeface="Roboto"/>
                <a:sym typeface="Roboto"/>
              </a:rPr>
            </a:br>
            <a:r>
              <a:rPr lang="en" sz="1800">
                <a:solidFill>
                  <a:schemeClr val="dk2"/>
                </a:solidFill>
                <a:latin typeface="Roboto"/>
                <a:ea typeface="Roboto"/>
                <a:cs typeface="Roboto"/>
                <a:sym typeface="Roboto"/>
              </a:rPr>
              <a:t>in the world, will attack your servers within the next year.</a:t>
            </a:r>
            <a:endParaRPr sz="1800">
              <a:solidFill>
                <a:schemeClr val="dk2"/>
              </a:solidFill>
              <a:latin typeface="Roboto"/>
              <a:ea typeface="Roboto"/>
              <a:cs typeface="Roboto"/>
              <a:sym typeface="Roboto"/>
            </a:endParaRPr>
          </a:p>
        </p:txBody>
      </p:sp>
      <p:grpSp>
        <p:nvGrpSpPr>
          <p:cNvPr id="925" name="Google Shape;925;p94"/>
          <p:cNvGrpSpPr/>
          <p:nvPr/>
        </p:nvGrpSpPr>
        <p:grpSpPr>
          <a:xfrm>
            <a:off x="511450" y="1390016"/>
            <a:ext cx="3494700" cy="572713"/>
            <a:chOff x="466725" y="1438288"/>
            <a:chExt cx="3494700" cy="472263"/>
          </a:xfrm>
        </p:grpSpPr>
        <p:sp>
          <p:nvSpPr>
            <p:cNvPr id="926" name="Google Shape;926;p94"/>
            <p:cNvSpPr/>
            <p:nvPr/>
          </p:nvSpPr>
          <p:spPr>
            <a:xfrm rot="10800000">
              <a:off x="2043913" y="1721925"/>
              <a:ext cx="340325" cy="188625"/>
            </a:xfrm>
            <a:prstGeom prst="flowChartExtra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800">
                <a:solidFill>
                  <a:schemeClr val="dk2"/>
                </a:solidFill>
              </a:endParaRPr>
            </a:p>
          </p:txBody>
        </p:sp>
        <p:sp>
          <p:nvSpPr>
            <p:cNvPr id="927" name="Google Shape;927;p94"/>
            <p:cNvSpPr/>
            <p:nvPr/>
          </p:nvSpPr>
          <p:spPr>
            <a:xfrm>
              <a:off x="466725" y="1438288"/>
              <a:ext cx="3494700" cy="364800"/>
            </a:xfrm>
            <a:prstGeom prst="roundRect">
              <a:avLst>
                <a:gd fmla="val 16667" name="adj"/>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chemeClr val="dk2"/>
                  </a:solidFill>
                  <a:latin typeface="Roboto"/>
                  <a:ea typeface="Roboto"/>
                  <a:cs typeface="Roboto"/>
                  <a:sym typeface="Roboto"/>
                </a:rPr>
                <a:t>Example 1</a:t>
              </a:r>
              <a:endParaRPr b="1" sz="1800">
                <a:solidFill>
                  <a:schemeClr val="dk2"/>
                </a:solidFill>
                <a:latin typeface="Roboto"/>
                <a:ea typeface="Roboto"/>
                <a:cs typeface="Roboto"/>
                <a:sym typeface="Roboto"/>
              </a:endParaRPr>
            </a:p>
          </p:txBody>
        </p:sp>
      </p:grpSp>
      <p:sp>
        <p:nvSpPr>
          <p:cNvPr id="928" name="Google Shape;928;p94"/>
          <p:cNvSpPr/>
          <p:nvPr/>
        </p:nvSpPr>
        <p:spPr>
          <a:xfrm>
            <a:off x="5137850" y="2067450"/>
            <a:ext cx="3494700" cy="1943100"/>
          </a:xfrm>
          <a:prstGeom prst="round2DiagRect">
            <a:avLst>
              <a:gd fmla="val 10607" name="adj1"/>
              <a:gd fmla="val 0" name="adj2"/>
            </a:avLst>
          </a:prstGeom>
          <a:solidFill>
            <a:srgbClr val="F3F3F3"/>
          </a:solidFill>
          <a:ln>
            <a:noFill/>
          </a:ln>
        </p:spPr>
        <p:txBody>
          <a:bodyPr anchorCtr="0" anchor="ctr" bIns="0" lIns="91425" spcFirstLastPara="1" rIns="91425" wrap="square" tIns="45700">
            <a:noAutofit/>
          </a:bodyPr>
          <a:lstStyle/>
          <a:p>
            <a:pPr indent="0" lvl="0" marL="91440" rtl="0" algn="l">
              <a:lnSpc>
                <a:spcPct val="100000"/>
              </a:lnSpc>
              <a:spcBef>
                <a:spcPts val="0"/>
              </a:spcBef>
              <a:spcAft>
                <a:spcPts val="0"/>
              </a:spcAft>
              <a:buNone/>
            </a:pPr>
            <a:r>
              <a:rPr lang="en" sz="1800">
                <a:solidFill>
                  <a:schemeClr val="dk2"/>
                </a:solidFill>
                <a:latin typeface="Roboto"/>
                <a:ea typeface="Roboto"/>
                <a:cs typeface="Roboto"/>
                <a:sym typeface="Roboto"/>
              </a:rPr>
              <a:t>It’s impossible to know the precise impact of a breach. The cost of an attack will depend on its length, which </a:t>
            </a:r>
            <a:br>
              <a:rPr lang="en" sz="1800">
                <a:solidFill>
                  <a:schemeClr val="dk2"/>
                </a:solidFill>
                <a:latin typeface="Roboto"/>
                <a:ea typeface="Roboto"/>
                <a:cs typeface="Roboto"/>
                <a:sym typeface="Roboto"/>
              </a:rPr>
            </a:br>
            <a:r>
              <a:rPr lang="en" sz="1800">
                <a:solidFill>
                  <a:schemeClr val="dk2"/>
                </a:solidFill>
                <a:latin typeface="Roboto"/>
                <a:ea typeface="Roboto"/>
                <a:cs typeface="Roboto"/>
                <a:sym typeface="Roboto"/>
              </a:rPr>
              <a:t>is impossible to determine ahead of time. </a:t>
            </a:r>
            <a:endParaRPr sz="1800">
              <a:solidFill>
                <a:schemeClr val="dk2"/>
              </a:solidFill>
              <a:latin typeface="Roboto"/>
              <a:ea typeface="Roboto"/>
              <a:cs typeface="Roboto"/>
              <a:sym typeface="Roboto"/>
            </a:endParaRPr>
          </a:p>
        </p:txBody>
      </p:sp>
      <p:grpSp>
        <p:nvGrpSpPr>
          <p:cNvPr id="929" name="Google Shape;929;p94"/>
          <p:cNvGrpSpPr/>
          <p:nvPr/>
        </p:nvGrpSpPr>
        <p:grpSpPr>
          <a:xfrm>
            <a:off x="5137850" y="1390016"/>
            <a:ext cx="3494700" cy="572713"/>
            <a:chOff x="466725" y="1438288"/>
            <a:chExt cx="3494700" cy="472263"/>
          </a:xfrm>
        </p:grpSpPr>
        <p:sp>
          <p:nvSpPr>
            <p:cNvPr id="930" name="Google Shape;930;p94"/>
            <p:cNvSpPr/>
            <p:nvPr/>
          </p:nvSpPr>
          <p:spPr>
            <a:xfrm rot="10800000">
              <a:off x="2043913" y="1721925"/>
              <a:ext cx="340325" cy="188625"/>
            </a:xfrm>
            <a:prstGeom prst="flowChartExtra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800">
                <a:solidFill>
                  <a:schemeClr val="dk2"/>
                </a:solidFill>
              </a:endParaRPr>
            </a:p>
          </p:txBody>
        </p:sp>
        <p:sp>
          <p:nvSpPr>
            <p:cNvPr id="931" name="Google Shape;931;p94"/>
            <p:cNvSpPr/>
            <p:nvPr/>
          </p:nvSpPr>
          <p:spPr>
            <a:xfrm>
              <a:off x="466725" y="1438288"/>
              <a:ext cx="3494700" cy="364800"/>
            </a:xfrm>
            <a:prstGeom prst="roundRect">
              <a:avLst>
                <a:gd fmla="val 16667" name="adj"/>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chemeClr val="dk2"/>
                  </a:solidFill>
                  <a:latin typeface="Roboto"/>
                  <a:ea typeface="Roboto"/>
                  <a:cs typeface="Roboto"/>
                  <a:sym typeface="Roboto"/>
                </a:rPr>
                <a:t>Example 2</a:t>
              </a:r>
              <a:endParaRPr b="1" sz="1800">
                <a:solidFill>
                  <a:schemeClr val="dk2"/>
                </a:solidFill>
                <a:latin typeface="Roboto"/>
                <a:ea typeface="Roboto"/>
                <a:cs typeface="Roboto"/>
                <a:sym typeface="Roboto"/>
              </a:endParaRPr>
            </a:p>
          </p:txBody>
        </p:sp>
      </p:grpSp>
      <p:sp>
        <p:nvSpPr>
          <p:cNvPr id="932" name="Google Shape;932;p94"/>
          <p:cNvSpPr txBox="1"/>
          <p:nvPr>
            <p:ph type="title"/>
          </p:nvPr>
        </p:nvSpPr>
        <p:spPr>
          <a:xfrm>
            <a:off x="457200" y="229587"/>
            <a:ext cx="8832300" cy="572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Qualitative Risk Analysis</a:t>
            </a:r>
            <a:endParaRPr/>
          </a:p>
        </p:txBody>
      </p:sp>
      <p:pic>
        <p:nvPicPr>
          <p:cNvPr id="933" name="Google Shape;933;p94"/>
          <p:cNvPicPr preferRelativeResize="0"/>
          <p:nvPr/>
        </p:nvPicPr>
        <p:blipFill rotWithShape="1">
          <a:blip r:embed="rId3">
            <a:alphaModFix/>
          </a:blip>
          <a:srcRect b="0" l="0" r="0" t="0"/>
          <a:stretch/>
        </p:blipFill>
        <p:spPr>
          <a:xfrm>
            <a:off x="4305138" y="1183050"/>
            <a:ext cx="827470" cy="3662574"/>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7" name="Shape 937"/>
        <p:cNvGrpSpPr/>
        <p:nvPr/>
      </p:nvGrpSpPr>
      <p:grpSpPr>
        <a:xfrm>
          <a:off x="0" y="0"/>
          <a:ext cx="0" cy="0"/>
          <a:chOff x="0" y="0"/>
          <a:chExt cx="0" cy="0"/>
        </a:xfrm>
      </p:grpSpPr>
      <p:sp>
        <p:nvSpPr>
          <p:cNvPr id="938" name="Google Shape;938;p95"/>
          <p:cNvSpPr txBox="1"/>
          <p:nvPr>
            <p:ph type="title"/>
          </p:nvPr>
        </p:nvSpPr>
        <p:spPr>
          <a:xfrm>
            <a:off x="3145525" y="1022275"/>
            <a:ext cx="5555100" cy="3222900"/>
          </a:xfrm>
          <a:prstGeom prst="rect">
            <a:avLst/>
          </a:prstGeom>
        </p:spPr>
        <p:txBody>
          <a:bodyPr anchorCtr="0" anchor="t" bIns="91425" lIns="365750" spcFirstLastPara="1" rIns="365750" wrap="square" tIns="91425">
            <a:noAutofit/>
          </a:bodyPr>
          <a:lstStyle/>
          <a:p>
            <a:pPr indent="0" lvl="0" marL="0" rtl="0" algn="l">
              <a:spcBef>
                <a:spcPts val="0"/>
              </a:spcBef>
              <a:spcAft>
                <a:spcPts val="0"/>
              </a:spcAft>
              <a:buNone/>
            </a:pPr>
            <a:r>
              <a:rPr lang="en">
                <a:latin typeface="Roboto"/>
                <a:ea typeface="Roboto"/>
                <a:cs typeface="Roboto"/>
                <a:sym typeface="Roboto"/>
              </a:rPr>
              <a:t>Qualitative risk analysis</a:t>
            </a:r>
            <a:r>
              <a:rPr b="0" lang="en">
                <a:latin typeface="Roboto"/>
                <a:ea typeface="Roboto"/>
                <a:cs typeface="Roboto"/>
                <a:sym typeface="Roboto"/>
              </a:rPr>
              <a:t> is used when a complex evaluation of cost vs. benefit is unnecessary.</a:t>
            </a:r>
            <a:endParaRPr b="0">
              <a:latin typeface="Roboto"/>
              <a:ea typeface="Roboto"/>
              <a:cs typeface="Roboto"/>
              <a:sym typeface="Roboto"/>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2" name="Shape 942"/>
        <p:cNvGrpSpPr/>
        <p:nvPr/>
      </p:nvGrpSpPr>
      <p:grpSpPr>
        <a:xfrm>
          <a:off x="0" y="0"/>
          <a:ext cx="0" cy="0"/>
          <a:chOff x="0" y="0"/>
          <a:chExt cx="0" cy="0"/>
        </a:xfrm>
      </p:grpSpPr>
      <p:pic>
        <p:nvPicPr>
          <p:cNvPr id="943" name="Google Shape;943;p96"/>
          <p:cNvPicPr preferRelativeResize="0"/>
          <p:nvPr/>
        </p:nvPicPr>
        <p:blipFill rotWithShape="1">
          <a:blip r:embed="rId3">
            <a:alphaModFix/>
          </a:blip>
          <a:srcRect b="11729" l="0" r="0" t="11453"/>
          <a:stretch/>
        </p:blipFill>
        <p:spPr>
          <a:xfrm>
            <a:off x="5196900" y="1626268"/>
            <a:ext cx="2495912" cy="1917276"/>
          </a:xfrm>
          <a:prstGeom prst="rect">
            <a:avLst/>
          </a:prstGeom>
          <a:noFill/>
          <a:ln>
            <a:noFill/>
          </a:ln>
        </p:spPr>
      </p:pic>
      <p:pic>
        <p:nvPicPr>
          <p:cNvPr id="944" name="Google Shape;944;p96"/>
          <p:cNvPicPr preferRelativeResize="0"/>
          <p:nvPr/>
        </p:nvPicPr>
        <p:blipFill rotWithShape="1">
          <a:blip r:embed="rId4">
            <a:alphaModFix/>
          </a:blip>
          <a:srcRect b="12554" l="10421" r="5054" t="29645"/>
          <a:stretch/>
        </p:blipFill>
        <p:spPr>
          <a:xfrm>
            <a:off x="565625" y="1716994"/>
            <a:ext cx="2620750" cy="1791950"/>
          </a:xfrm>
          <a:prstGeom prst="rect">
            <a:avLst/>
          </a:prstGeom>
          <a:noFill/>
          <a:ln>
            <a:noFill/>
          </a:ln>
        </p:spPr>
      </p:pic>
      <p:sp>
        <p:nvSpPr>
          <p:cNvPr id="945" name="Google Shape;945;p96"/>
          <p:cNvSpPr txBox="1"/>
          <p:nvPr/>
        </p:nvSpPr>
        <p:spPr>
          <a:xfrm>
            <a:off x="405050" y="3565824"/>
            <a:ext cx="3575400" cy="1079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solidFill>
                  <a:schemeClr val="dk2"/>
                </a:solidFill>
                <a:latin typeface="Roboto"/>
                <a:ea typeface="Roboto"/>
                <a:cs typeface="Roboto"/>
                <a:sym typeface="Roboto"/>
              </a:rPr>
              <a:t>A </a:t>
            </a:r>
            <a:r>
              <a:rPr b="1" lang="en" sz="1600">
                <a:solidFill>
                  <a:schemeClr val="dk2"/>
                </a:solidFill>
                <a:latin typeface="Roboto"/>
                <a:ea typeface="Roboto"/>
                <a:cs typeface="Roboto"/>
                <a:sym typeface="Roboto"/>
              </a:rPr>
              <a:t>bakery</a:t>
            </a:r>
            <a:r>
              <a:rPr lang="en" sz="1600">
                <a:solidFill>
                  <a:schemeClr val="dk2"/>
                </a:solidFill>
                <a:latin typeface="Roboto Light"/>
                <a:ea typeface="Roboto Light"/>
                <a:cs typeface="Roboto Light"/>
                <a:sym typeface="Roboto Light"/>
              </a:rPr>
              <a:t> </a:t>
            </a:r>
            <a:r>
              <a:rPr lang="en" sz="1600">
                <a:solidFill>
                  <a:schemeClr val="dk2"/>
                </a:solidFill>
                <a:latin typeface="Roboto"/>
                <a:ea typeface="Roboto"/>
                <a:cs typeface="Roboto"/>
                <a:sym typeface="Roboto"/>
              </a:rPr>
              <a:t>can use qualitative analysis to decide on an inexpensive VPN since it shouldn’t matter much if it is logging non-confidential information.</a:t>
            </a:r>
            <a:endParaRPr sz="1600">
              <a:solidFill>
                <a:schemeClr val="dk2"/>
              </a:solidFill>
              <a:latin typeface="Roboto"/>
              <a:ea typeface="Roboto"/>
              <a:cs typeface="Roboto"/>
              <a:sym typeface="Roboto"/>
            </a:endParaRPr>
          </a:p>
        </p:txBody>
      </p:sp>
      <p:sp>
        <p:nvSpPr>
          <p:cNvPr id="946" name="Google Shape;946;p96"/>
          <p:cNvSpPr txBox="1"/>
          <p:nvPr/>
        </p:nvSpPr>
        <p:spPr>
          <a:xfrm>
            <a:off x="4570000" y="3565824"/>
            <a:ext cx="4200900" cy="1079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solidFill>
                  <a:schemeClr val="dk2"/>
                </a:solidFill>
                <a:latin typeface="Roboto"/>
                <a:ea typeface="Roboto"/>
                <a:cs typeface="Roboto"/>
                <a:sym typeface="Roboto"/>
              </a:rPr>
              <a:t>A </a:t>
            </a:r>
            <a:r>
              <a:rPr b="1" lang="en" sz="1600">
                <a:solidFill>
                  <a:schemeClr val="dk2"/>
                </a:solidFill>
                <a:latin typeface="Roboto"/>
                <a:ea typeface="Roboto"/>
                <a:cs typeface="Roboto"/>
                <a:sym typeface="Roboto"/>
              </a:rPr>
              <a:t>government defense </a:t>
            </a:r>
            <a:r>
              <a:rPr lang="en" sz="1600">
                <a:solidFill>
                  <a:schemeClr val="dk2"/>
                </a:solidFill>
                <a:latin typeface="Roboto"/>
                <a:ea typeface="Roboto"/>
                <a:cs typeface="Roboto"/>
                <a:sym typeface="Roboto"/>
              </a:rPr>
              <a:t>or </a:t>
            </a:r>
            <a:r>
              <a:rPr b="1" lang="en" sz="1600">
                <a:solidFill>
                  <a:schemeClr val="dk2"/>
                </a:solidFill>
                <a:latin typeface="Roboto"/>
                <a:ea typeface="Roboto"/>
                <a:cs typeface="Roboto"/>
                <a:sym typeface="Roboto"/>
              </a:rPr>
              <a:t>financial organization</a:t>
            </a:r>
            <a:r>
              <a:rPr lang="en" sz="1600">
                <a:solidFill>
                  <a:schemeClr val="dk2"/>
                </a:solidFill>
                <a:latin typeface="Roboto"/>
                <a:ea typeface="Roboto"/>
                <a:cs typeface="Roboto"/>
                <a:sym typeface="Roboto"/>
              </a:rPr>
              <a:t> can use qualitative analysis to decide on a more expensive service since it knows it needs to keep its data confidential. </a:t>
            </a:r>
            <a:endParaRPr sz="1600">
              <a:solidFill>
                <a:schemeClr val="dk2"/>
              </a:solidFill>
              <a:latin typeface="Roboto"/>
              <a:ea typeface="Roboto"/>
              <a:cs typeface="Roboto"/>
              <a:sym typeface="Roboto"/>
            </a:endParaRPr>
          </a:p>
        </p:txBody>
      </p:sp>
      <p:sp>
        <p:nvSpPr>
          <p:cNvPr id="947" name="Google Shape;947;p96"/>
          <p:cNvSpPr txBox="1"/>
          <p:nvPr>
            <p:ph type="title"/>
          </p:nvPr>
        </p:nvSpPr>
        <p:spPr>
          <a:xfrm>
            <a:off x="457200" y="225425"/>
            <a:ext cx="8832300" cy="572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Qualitative Risk Analysis</a:t>
            </a:r>
            <a:endParaRPr/>
          </a:p>
        </p:txBody>
      </p:sp>
      <p:sp>
        <p:nvSpPr>
          <p:cNvPr id="948" name="Google Shape;948;p96"/>
          <p:cNvSpPr txBox="1"/>
          <p:nvPr>
            <p:ph idx="1" type="body"/>
          </p:nvPr>
        </p:nvSpPr>
        <p:spPr>
          <a:xfrm>
            <a:off x="1729025" y="798225"/>
            <a:ext cx="6685800" cy="799500"/>
          </a:xfrm>
          <a:prstGeom prst="rect">
            <a:avLst/>
          </a:prstGeom>
        </p:spPr>
        <p:txBody>
          <a:bodyPr anchorCtr="0" anchor="t" bIns="91425" lIns="182875" spcFirstLastPara="1" rIns="365750" wrap="square" tIns="91425">
            <a:noAutofit/>
          </a:bodyPr>
          <a:lstStyle/>
          <a:p>
            <a:pPr indent="0" lvl="0" marL="0" rtl="0" algn="l">
              <a:lnSpc>
                <a:spcPct val="100000"/>
              </a:lnSpc>
              <a:spcBef>
                <a:spcPts val="0"/>
              </a:spcBef>
              <a:spcAft>
                <a:spcPts val="0"/>
              </a:spcAft>
              <a:buClr>
                <a:schemeClr val="dk1"/>
              </a:buClr>
              <a:buSzPts val="1100"/>
              <a:buFont typeface="Arial"/>
              <a:buNone/>
            </a:pPr>
            <a:r>
              <a:rPr lang="en" sz="1600"/>
              <a:t>A</a:t>
            </a:r>
            <a:r>
              <a:rPr lang="en" sz="1600"/>
              <a:t> company is deciding between an inexpensive VPN service that logs traffic on its servers for internal use and a more expensive service that does not keep any logs.</a:t>
            </a:r>
            <a:endParaRPr sz="1600"/>
          </a:p>
          <a:p>
            <a:pPr indent="0" lvl="0" marL="0" rtl="0" algn="l">
              <a:lnSpc>
                <a:spcPct val="100000"/>
              </a:lnSpc>
              <a:spcBef>
                <a:spcPts val="0"/>
              </a:spcBef>
              <a:spcAft>
                <a:spcPts val="0"/>
              </a:spcAft>
              <a:buNone/>
            </a:pPr>
            <a:r>
              <a:t/>
            </a:r>
            <a:endParaRPr sz="1600"/>
          </a:p>
        </p:txBody>
      </p:sp>
      <p:sp>
        <p:nvSpPr>
          <p:cNvPr id="949" name="Google Shape;949;p96"/>
          <p:cNvSpPr/>
          <p:nvPr/>
        </p:nvSpPr>
        <p:spPr>
          <a:xfrm>
            <a:off x="490050" y="911625"/>
            <a:ext cx="1140000" cy="572700"/>
          </a:xfrm>
          <a:prstGeom prst="roundRect">
            <a:avLst>
              <a:gd fmla="val 16667" name="adj"/>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chemeClr val="dk2"/>
                </a:solidFill>
                <a:latin typeface="Roboto"/>
                <a:ea typeface="Roboto"/>
                <a:cs typeface="Roboto"/>
                <a:sym typeface="Roboto"/>
              </a:rPr>
              <a:t>Example:</a:t>
            </a:r>
            <a:endParaRPr b="1">
              <a:solidFill>
                <a:schemeClr val="dk2"/>
              </a:solidFill>
              <a:latin typeface="Roboto"/>
              <a:ea typeface="Roboto"/>
              <a:cs typeface="Roboto"/>
              <a:sym typeface="Roboto"/>
            </a:endParaRPr>
          </a:p>
        </p:txBody>
      </p:sp>
      <p:sp>
        <p:nvSpPr>
          <p:cNvPr id="950" name="Google Shape;950;p96"/>
          <p:cNvSpPr/>
          <p:nvPr/>
        </p:nvSpPr>
        <p:spPr>
          <a:xfrm flipH="1" rot="5400000">
            <a:off x="1526169" y="1125626"/>
            <a:ext cx="261029" cy="144694"/>
          </a:xfrm>
          <a:prstGeom prst="flowChartExtra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4" name="Shape 954"/>
        <p:cNvGrpSpPr/>
        <p:nvPr/>
      </p:nvGrpSpPr>
      <p:grpSpPr>
        <a:xfrm>
          <a:off x="0" y="0"/>
          <a:ext cx="0" cy="0"/>
          <a:chOff x="0" y="0"/>
          <a:chExt cx="0" cy="0"/>
        </a:xfrm>
      </p:grpSpPr>
      <p:sp>
        <p:nvSpPr>
          <p:cNvPr id="955" name="Google Shape;955;p97"/>
          <p:cNvSpPr txBox="1"/>
          <p:nvPr>
            <p:ph type="title"/>
          </p:nvPr>
        </p:nvSpPr>
        <p:spPr>
          <a:xfrm>
            <a:off x="457200" y="250725"/>
            <a:ext cx="8832300" cy="572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Quantitative</a:t>
            </a:r>
            <a:r>
              <a:rPr lang="en"/>
              <a:t> Risk Analysis</a:t>
            </a:r>
            <a:endParaRPr/>
          </a:p>
        </p:txBody>
      </p:sp>
      <p:sp>
        <p:nvSpPr>
          <p:cNvPr id="956" name="Google Shape;956;p97"/>
          <p:cNvSpPr txBox="1"/>
          <p:nvPr>
            <p:ph idx="1" type="body"/>
          </p:nvPr>
        </p:nvSpPr>
        <p:spPr>
          <a:xfrm>
            <a:off x="464100" y="823425"/>
            <a:ext cx="8520600" cy="476700"/>
          </a:xfrm>
          <a:prstGeom prst="rect">
            <a:avLst/>
          </a:prstGeom>
        </p:spPr>
        <p:txBody>
          <a:bodyPr anchorCtr="0" anchor="t" bIns="91425" lIns="0" spcFirstLastPara="1" rIns="91425" wrap="square" tIns="0">
            <a:noAutofit/>
          </a:bodyPr>
          <a:lstStyle/>
          <a:p>
            <a:pPr indent="0" lvl="0" marL="0" rtl="0" algn="l">
              <a:spcBef>
                <a:spcPts val="0"/>
              </a:spcBef>
              <a:spcAft>
                <a:spcPts val="0"/>
              </a:spcAft>
              <a:buNone/>
            </a:pPr>
            <a:r>
              <a:rPr lang="en"/>
              <a:t>However, there are circumstances where intuitive analysis is insufficient.</a:t>
            </a:r>
            <a:endParaRPr/>
          </a:p>
        </p:txBody>
      </p:sp>
      <p:sp>
        <p:nvSpPr>
          <p:cNvPr id="957" name="Google Shape;957;p97"/>
          <p:cNvSpPr/>
          <p:nvPr/>
        </p:nvSpPr>
        <p:spPr>
          <a:xfrm>
            <a:off x="511450" y="2067450"/>
            <a:ext cx="3494700" cy="2406300"/>
          </a:xfrm>
          <a:prstGeom prst="round2DiagRect">
            <a:avLst>
              <a:gd fmla="val 10607" name="adj1"/>
              <a:gd fmla="val 0" name="adj2"/>
            </a:avLst>
          </a:prstGeom>
          <a:solidFill>
            <a:srgbClr val="F3F3F3"/>
          </a:solidFill>
          <a:ln>
            <a:noFill/>
          </a:ln>
        </p:spPr>
        <p:txBody>
          <a:bodyPr anchorCtr="0" anchor="ctr" bIns="0" lIns="91425" spcFirstLastPara="1" rIns="91425" wrap="square" tIns="45700">
            <a:noAutofit/>
          </a:bodyPr>
          <a:lstStyle/>
          <a:p>
            <a:pPr indent="0" lvl="0" marL="91440" rtl="0" algn="l">
              <a:lnSpc>
                <a:spcPct val="100000"/>
              </a:lnSpc>
              <a:spcBef>
                <a:spcPts val="0"/>
              </a:spcBef>
              <a:spcAft>
                <a:spcPts val="0"/>
              </a:spcAft>
              <a:buNone/>
            </a:pPr>
            <a:r>
              <a:rPr b="1" lang="en">
                <a:solidFill>
                  <a:schemeClr val="dk2"/>
                </a:solidFill>
                <a:latin typeface="Roboto"/>
                <a:ea typeface="Roboto"/>
                <a:cs typeface="Roboto"/>
                <a:sym typeface="Roboto"/>
              </a:rPr>
              <a:t>The security department wants to invest in protecting the organization’s infrastructure.</a:t>
            </a:r>
            <a:endParaRPr b="1">
              <a:solidFill>
                <a:schemeClr val="dk2"/>
              </a:solidFill>
              <a:latin typeface="Roboto"/>
              <a:ea typeface="Roboto"/>
              <a:cs typeface="Roboto"/>
              <a:sym typeface="Roboto"/>
            </a:endParaRPr>
          </a:p>
          <a:p>
            <a:pPr indent="0" lvl="0" marL="91440" rtl="0" algn="l">
              <a:lnSpc>
                <a:spcPct val="100000"/>
              </a:lnSpc>
              <a:spcBef>
                <a:spcPts val="1000"/>
              </a:spcBef>
              <a:spcAft>
                <a:spcPts val="1000"/>
              </a:spcAft>
              <a:buNone/>
            </a:pPr>
            <a:r>
              <a:rPr lang="en">
                <a:solidFill>
                  <a:schemeClr val="dk2"/>
                </a:solidFill>
                <a:latin typeface="Roboto"/>
                <a:ea typeface="Roboto"/>
                <a:cs typeface="Roboto"/>
                <a:sym typeface="Roboto"/>
              </a:rPr>
              <a:t>To secure money from the finance department, they must justify their ask. They will present a </a:t>
            </a:r>
            <a:r>
              <a:rPr lang="en">
                <a:solidFill>
                  <a:schemeClr val="dk2"/>
                </a:solidFill>
                <a:latin typeface="Roboto"/>
                <a:ea typeface="Roboto"/>
                <a:cs typeface="Roboto"/>
                <a:sym typeface="Roboto"/>
              </a:rPr>
              <a:t>quantitative</a:t>
            </a:r>
            <a:r>
              <a:rPr lang="en">
                <a:solidFill>
                  <a:schemeClr val="dk2"/>
                </a:solidFill>
                <a:latin typeface="Roboto"/>
                <a:ea typeface="Roboto"/>
                <a:cs typeface="Roboto"/>
                <a:sym typeface="Roboto"/>
              </a:rPr>
              <a:t> risk analysis to demonstrate that the cost of not investing is much greater than the budget they’re requesting </a:t>
            </a:r>
            <a:endParaRPr>
              <a:solidFill>
                <a:schemeClr val="dk2"/>
              </a:solidFill>
              <a:latin typeface="Roboto"/>
              <a:ea typeface="Roboto"/>
              <a:cs typeface="Roboto"/>
              <a:sym typeface="Roboto"/>
            </a:endParaRPr>
          </a:p>
        </p:txBody>
      </p:sp>
      <p:grpSp>
        <p:nvGrpSpPr>
          <p:cNvPr id="958" name="Google Shape;958;p97"/>
          <p:cNvGrpSpPr/>
          <p:nvPr/>
        </p:nvGrpSpPr>
        <p:grpSpPr>
          <a:xfrm>
            <a:off x="511450" y="1490400"/>
            <a:ext cx="3494700" cy="472263"/>
            <a:chOff x="466725" y="1438288"/>
            <a:chExt cx="3494700" cy="472263"/>
          </a:xfrm>
        </p:grpSpPr>
        <p:sp>
          <p:nvSpPr>
            <p:cNvPr id="959" name="Google Shape;959;p97"/>
            <p:cNvSpPr/>
            <p:nvPr/>
          </p:nvSpPr>
          <p:spPr>
            <a:xfrm rot="10800000">
              <a:off x="2043913" y="1721925"/>
              <a:ext cx="340325" cy="188625"/>
            </a:xfrm>
            <a:prstGeom prst="flowChartExtra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FFFFF"/>
                </a:solidFill>
              </a:endParaRPr>
            </a:p>
          </p:txBody>
        </p:sp>
        <p:sp>
          <p:nvSpPr>
            <p:cNvPr id="960" name="Google Shape;960;p97"/>
            <p:cNvSpPr/>
            <p:nvPr/>
          </p:nvSpPr>
          <p:spPr>
            <a:xfrm>
              <a:off x="466725" y="1438288"/>
              <a:ext cx="3494700" cy="364800"/>
            </a:xfrm>
            <a:prstGeom prst="roundRect">
              <a:avLst>
                <a:gd fmla="val 16667" name="adj"/>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chemeClr val="lt1"/>
                  </a:solidFill>
                  <a:latin typeface="Roboto"/>
                  <a:ea typeface="Roboto"/>
                  <a:cs typeface="Roboto"/>
                  <a:sym typeface="Roboto"/>
                </a:rPr>
                <a:t>Example 1</a:t>
              </a:r>
              <a:endParaRPr b="1">
                <a:solidFill>
                  <a:schemeClr val="lt1"/>
                </a:solidFill>
                <a:latin typeface="Roboto"/>
                <a:ea typeface="Roboto"/>
                <a:cs typeface="Roboto"/>
                <a:sym typeface="Roboto"/>
              </a:endParaRPr>
            </a:p>
          </p:txBody>
        </p:sp>
      </p:grpSp>
      <p:sp>
        <p:nvSpPr>
          <p:cNvPr id="961" name="Google Shape;961;p97"/>
          <p:cNvSpPr/>
          <p:nvPr/>
        </p:nvSpPr>
        <p:spPr>
          <a:xfrm>
            <a:off x="5137850" y="2067450"/>
            <a:ext cx="3494700" cy="2406300"/>
          </a:xfrm>
          <a:prstGeom prst="round2DiagRect">
            <a:avLst>
              <a:gd fmla="val 10607" name="adj1"/>
              <a:gd fmla="val 0" name="adj2"/>
            </a:avLst>
          </a:prstGeom>
          <a:solidFill>
            <a:srgbClr val="F3F3F3"/>
          </a:solidFill>
          <a:ln>
            <a:noFill/>
          </a:ln>
        </p:spPr>
        <p:txBody>
          <a:bodyPr anchorCtr="0" anchor="ctr" bIns="0" lIns="91425" spcFirstLastPara="1" rIns="91425" wrap="square" tIns="45700">
            <a:noAutofit/>
          </a:bodyPr>
          <a:lstStyle/>
          <a:p>
            <a:pPr indent="0" lvl="0" marL="91440" rtl="0" algn="l">
              <a:lnSpc>
                <a:spcPct val="100000"/>
              </a:lnSpc>
              <a:spcBef>
                <a:spcPts val="0"/>
              </a:spcBef>
              <a:spcAft>
                <a:spcPts val="0"/>
              </a:spcAft>
              <a:buNone/>
            </a:pPr>
            <a:r>
              <a:rPr b="1" lang="en">
                <a:solidFill>
                  <a:schemeClr val="dk2"/>
                </a:solidFill>
                <a:latin typeface="Roboto"/>
                <a:ea typeface="Roboto"/>
                <a:cs typeface="Roboto"/>
                <a:sym typeface="Roboto"/>
              </a:rPr>
              <a:t>The executive team must decide whether to migrate to a new cloud provider as part of negotiations with </a:t>
            </a:r>
            <a:br>
              <a:rPr b="1" lang="en">
                <a:solidFill>
                  <a:schemeClr val="dk2"/>
                </a:solidFill>
                <a:latin typeface="Roboto"/>
                <a:ea typeface="Roboto"/>
                <a:cs typeface="Roboto"/>
                <a:sym typeface="Roboto"/>
              </a:rPr>
            </a:br>
            <a:r>
              <a:rPr b="1" lang="en">
                <a:solidFill>
                  <a:schemeClr val="dk2"/>
                </a:solidFill>
                <a:latin typeface="Roboto"/>
                <a:ea typeface="Roboto"/>
                <a:cs typeface="Roboto"/>
                <a:sym typeface="Roboto"/>
              </a:rPr>
              <a:t>a potential partner.</a:t>
            </a:r>
            <a:endParaRPr b="1">
              <a:solidFill>
                <a:schemeClr val="dk2"/>
              </a:solidFill>
              <a:latin typeface="Roboto"/>
              <a:ea typeface="Roboto"/>
              <a:cs typeface="Roboto"/>
              <a:sym typeface="Roboto"/>
            </a:endParaRPr>
          </a:p>
          <a:p>
            <a:pPr indent="0" lvl="0" marL="91440" rtl="0" algn="l">
              <a:lnSpc>
                <a:spcPct val="100000"/>
              </a:lnSpc>
              <a:spcBef>
                <a:spcPts val="1000"/>
              </a:spcBef>
              <a:spcAft>
                <a:spcPts val="1000"/>
              </a:spcAft>
              <a:buNone/>
            </a:pPr>
            <a:r>
              <a:rPr lang="en">
                <a:solidFill>
                  <a:schemeClr val="dk2"/>
                </a:solidFill>
                <a:latin typeface="Roboto"/>
                <a:ea typeface="Roboto"/>
                <a:cs typeface="Roboto"/>
                <a:sym typeface="Roboto"/>
              </a:rPr>
              <a:t>To make this decision, they need an accurate </a:t>
            </a:r>
            <a:r>
              <a:rPr lang="en">
                <a:solidFill>
                  <a:schemeClr val="dk2"/>
                </a:solidFill>
                <a:latin typeface="Roboto"/>
                <a:ea typeface="Roboto"/>
                <a:cs typeface="Roboto"/>
                <a:sym typeface="Roboto"/>
              </a:rPr>
              <a:t>assessment</a:t>
            </a:r>
            <a:r>
              <a:rPr lang="en">
                <a:solidFill>
                  <a:schemeClr val="dk2"/>
                </a:solidFill>
                <a:latin typeface="Roboto"/>
                <a:ea typeface="Roboto"/>
                <a:cs typeface="Roboto"/>
                <a:sym typeface="Roboto"/>
              </a:rPr>
              <a:t> of potential losses due to downtime, retraining, risk of data corruption during migration, and other issues. </a:t>
            </a:r>
            <a:endParaRPr>
              <a:solidFill>
                <a:schemeClr val="dk2"/>
              </a:solidFill>
              <a:latin typeface="Roboto"/>
              <a:ea typeface="Roboto"/>
              <a:cs typeface="Roboto"/>
              <a:sym typeface="Roboto"/>
            </a:endParaRPr>
          </a:p>
        </p:txBody>
      </p:sp>
      <p:grpSp>
        <p:nvGrpSpPr>
          <p:cNvPr id="962" name="Google Shape;962;p97"/>
          <p:cNvGrpSpPr/>
          <p:nvPr/>
        </p:nvGrpSpPr>
        <p:grpSpPr>
          <a:xfrm>
            <a:off x="5137850" y="1490400"/>
            <a:ext cx="3494700" cy="472263"/>
            <a:chOff x="466725" y="1438288"/>
            <a:chExt cx="3494700" cy="472263"/>
          </a:xfrm>
        </p:grpSpPr>
        <p:sp>
          <p:nvSpPr>
            <p:cNvPr id="963" name="Google Shape;963;p97"/>
            <p:cNvSpPr/>
            <p:nvPr/>
          </p:nvSpPr>
          <p:spPr>
            <a:xfrm rot="10800000">
              <a:off x="2043913" y="1721925"/>
              <a:ext cx="340325" cy="188625"/>
            </a:xfrm>
            <a:prstGeom prst="flowChartExtra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FFFFF"/>
                </a:solidFill>
              </a:endParaRPr>
            </a:p>
          </p:txBody>
        </p:sp>
        <p:sp>
          <p:nvSpPr>
            <p:cNvPr id="964" name="Google Shape;964;p97"/>
            <p:cNvSpPr/>
            <p:nvPr/>
          </p:nvSpPr>
          <p:spPr>
            <a:xfrm>
              <a:off x="466725" y="1438288"/>
              <a:ext cx="3494700" cy="364800"/>
            </a:xfrm>
            <a:prstGeom prst="roundRect">
              <a:avLst>
                <a:gd fmla="val 16667" name="adj"/>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chemeClr val="lt1"/>
                  </a:solidFill>
                  <a:latin typeface="Roboto"/>
                  <a:ea typeface="Roboto"/>
                  <a:cs typeface="Roboto"/>
                  <a:sym typeface="Roboto"/>
                </a:rPr>
                <a:t>Example 2</a:t>
              </a:r>
              <a:endParaRPr b="1">
                <a:solidFill>
                  <a:schemeClr val="lt1"/>
                </a:solidFill>
                <a:latin typeface="Roboto"/>
                <a:ea typeface="Roboto"/>
                <a:cs typeface="Roboto"/>
                <a:sym typeface="Roboto"/>
              </a:endParaRPr>
            </a:p>
          </p:txBody>
        </p:sp>
      </p:grpSp>
      <p:pic>
        <p:nvPicPr>
          <p:cNvPr id="965" name="Google Shape;965;p97"/>
          <p:cNvPicPr preferRelativeResize="0"/>
          <p:nvPr/>
        </p:nvPicPr>
        <p:blipFill rotWithShape="1">
          <a:blip r:embed="rId3">
            <a:alphaModFix/>
          </a:blip>
          <a:srcRect b="0" l="0" r="0" t="0"/>
          <a:stretch/>
        </p:blipFill>
        <p:spPr>
          <a:xfrm>
            <a:off x="4305138" y="1183050"/>
            <a:ext cx="827470" cy="3662574"/>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9" name="Shape 969"/>
        <p:cNvGrpSpPr/>
        <p:nvPr/>
      </p:nvGrpSpPr>
      <p:grpSpPr>
        <a:xfrm>
          <a:off x="0" y="0"/>
          <a:ext cx="0" cy="0"/>
          <a:chOff x="0" y="0"/>
          <a:chExt cx="0" cy="0"/>
        </a:xfrm>
      </p:grpSpPr>
      <p:sp>
        <p:nvSpPr>
          <p:cNvPr id="970" name="Google Shape;970;p98"/>
          <p:cNvSpPr txBox="1"/>
          <p:nvPr>
            <p:ph type="title"/>
          </p:nvPr>
        </p:nvSpPr>
        <p:spPr>
          <a:xfrm>
            <a:off x="3141250" y="1280400"/>
            <a:ext cx="5555100" cy="258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0" lang="en">
                <a:latin typeface="Roboto"/>
                <a:ea typeface="Roboto"/>
                <a:cs typeface="Roboto"/>
                <a:sym typeface="Roboto"/>
              </a:rPr>
              <a:t>What’s the </a:t>
            </a:r>
            <a:br>
              <a:rPr b="0" lang="en">
                <a:latin typeface="Roboto"/>
                <a:ea typeface="Roboto"/>
                <a:cs typeface="Roboto"/>
                <a:sym typeface="Roboto"/>
              </a:rPr>
            </a:br>
            <a:r>
              <a:rPr lang="en">
                <a:latin typeface="Roboto"/>
                <a:ea typeface="Roboto"/>
                <a:cs typeface="Roboto"/>
                <a:sym typeface="Roboto"/>
              </a:rPr>
              <a:t>main difference</a:t>
            </a:r>
            <a:r>
              <a:rPr b="0" lang="en">
                <a:latin typeface="Roboto"/>
                <a:ea typeface="Roboto"/>
                <a:cs typeface="Roboto"/>
                <a:sym typeface="Roboto"/>
              </a:rPr>
              <a:t> </a:t>
            </a:r>
            <a:br>
              <a:rPr b="0" lang="en">
                <a:latin typeface="Roboto"/>
                <a:ea typeface="Roboto"/>
                <a:cs typeface="Roboto"/>
                <a:sym typeface="Roboto"/>
              </a:rPr>
            </a:br>
            <a:r>
              <a:rPr b="0" lang="en">
                <a:latin typeface="Roboto"/>
                <a:ea typeface="Roboto"/>
                <a:cs typeface="Roboto"/>
                <a:sym typeface="Roboto"/>
              </a:rPr>
              <a:t>between qualitative and quantitative analysis?</a:t>
            </a:r>
            <a:endParaRPr b="0">
              <a:latin typeface="Roboto"/>
              <a:ea typeface="Roboto"/>
              <a:cs typeface="Roboto"/>
              <a:sym typeface="Roboto"/>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4" name="Shape 974"/>
        <p:cNvGrpSpPr/>
        <p:nvPr/>
      </p:nvGrpSpPr>
      <p:grpSpPr>
        <a:xfrm>
          <a:off x="0" y="0"/>
          <a:ext cx="0" cy="0"/>
          <a:chOff x="0" y="0"/>
          <a:chExt cx="0" cy="0"/>
        </a:xfrm>
      </p:grpSpPr>
      <p:sp>
        <p:nvSpPr>
          <p:cNvPr id="975" name="Google Shape;975;p99"/>
          <p:cNvSpPr txBox="1"/>
          <p:nvPr>
            <p:ph type="title"/>
          </p:nvPr>
        </p:nvSpPr>
        <p:spPr>
          <a:xfrm>
            <a:off x="457200" y="254525"/>
            <a:ext cx="8832300" cy="572700"/>
          </a:xfrm>
          <a:prstGeom prst="rect">
            <a:avLst/>
          </a:prstGeom>
        </p:spPr>
        <p:txBody>
          <a:bodyPr anchorCtr="0" anchor="t" bIns="0" lIns="0" spcFirstLastPara="1" rIns="0" wrap="square" tIns="0">
            <a:noAutofit/>
          </a:bodyPr>
          <a:lstStyle/>
          <a:p>
            <a:pPr indent="0" lvl="0" marL="0" rtl="0" algn="l">
              <a:spcBef>
                <a:spcPts val="0"/>
              </a:spcBef>
              <a:spcAft>
                <a:spcPts val="0"/>
              </a:spcAft>
              <a:buClr>
                <a:schemeClr val="dk1"/>
              </a:buClr>
              <a:buSzPts val="1100"/>
              <a:buFont typeface="Arial"/>
              <a:buNone/>
            </a:pPr>
            <a:r>
              <a:rPr lang="en"/>
              <a:t>Qualitative vs. Quantitative Risk Analysis </a:t>
            </a:r>
            <a:endParaRPr/>
          </a:p>
          <a:p>
            <a:pPr indent="0" lvl="0" marL="0" rtl="0" algn="l">
              <a:spcBef>
                <a:spcPts val="0"/>
              </a:spcBef>
              <a:spcAft>
                <a:spcPts val="0"/>
              </a:spcAft>
              <a:buNone/>
            </a:pPr>
            <a:r>
              <a:t/>
            </a:r>
            <a:endParaRPr/>
          </a:p>
        </p:txBody>
      </p:sp>
      <p:pic>
        <p:nvPicPr>
          <p:cNvPr id="976" name="Google Shape;976;p99"/>
          <p:cNvPicPr preferRelativeResize="0"/>
          <p:nvPr/>
        </p:nvPicPr>
        <p:blipFill rotWithShape="1">
          <a:blip r:embed="rId3">
            <a:alphaModFix/>
          </a:blip>
          <a:srcRect b="0" l="0" r="0" t="0"/>
          <a:stretch/>
        </p:blipFill>
        <p:spPr>
          <a:xfrm>
            <a:off x="1116120" y="1193175"/>
            <a:ext cx="6911760" cy="3571076"/>
          </a:xfrm>
          <a:prstGeom prst="rect">
            <a:avLst/>
          </a:prstGeom>
          <a:noFill/>
          <a:ln>
            <a:noFill/>
          </a:ln>
        </p:spPr>
      </p:pic>
      <p:sp>
        <p:nvSpPr>
          <p:cNvPr id="977" name="Google Shape;977;p99"/>
          <p:cNvSpPr txBox="1"/>
          <p:nvPr/>
        </p:nvSpPr>
        <p:spPr>
          <a:xfrm>
            <a:off x="1678950" y="2515788"/>
            <a:ext cx="2257200" cy="912000"/>
          </a:xfrm>
          <a:prstGeom prst="rect">
            <a:avLst/>
          </a:prstGeom>
          <a:noFill/>
          <a:ln>
            <a:noFill/>
          </a:ln>
        </p:spPr>
        <p:txBody>
          <a:bodyPr anchorCtr="0" anchor="t" bIns="91425" lIns="91425" spcFirstLastPara="1" rIns="91425" wrap="square" tIns="91425">
            <a:noAutofit/>
          </a:bodyPr>
          <a:lstStyle/>
          <a:p>
            <a:pPr indent="0" lvl="0" marL="0" marR="0" rtl="0" algn="ctr">
              <a:lnSpc>
                <a:spcPct val="90000"/>
              </a:lnSpc>
              <a:spcBef>
                <a:spcPts val="0"/>
              </a:spcBef>
              <a:spcAft>
                <a:spcPts val="0"/>
              </a:spcAft>
              <a:buClr>
                <a:srgbClr val="000000"/>
              </a:buClr>
              <a:buSzPts val="1800"/>
              <a:buFont typeface="Arial"/>
              <a:buNone/>
            </a:pPr>
            <a:r>
              <a:rPr b="1" lang="en" sz="1800">
                <a:solidFill>
                  <a:schemeClr val="dk2"/>
                </a:solidFill>
                <a:latin typeface="Roboto"/>
                <a:ea typeface="Roboto"/>
                <a:cs typeface="Roboto"/>
                <a:sym typeface="Roboto"/>
              </a:rPr>
              <a:t>Quantitative analysis</a:t>
            </a:r>
            <a:endParaRPr b="1" sz="1800">
              <a:solidFill>
                <a:schemeClr val="dk2"/>
              </a:solidFill>
              <a:latin typeface="Roboto"/>
              <a:ea typeface="Roboto"/>
              <a:cs typeface="Roboto"/>
              <a:sym typeface="Roboto"/>
            </a:endParaRPr>
          </a:p>
          <a:p>
            <a:pPr indent="0" lvl="0" marL="0" marR="0" rtl="0" algn="ctr">
              <a:lnSpc>
                <a:spcPct val="100000"/>
              </a:lnSpc>
              <a:spcBef>
                <a:spcPts val="0"/>
              </a:spcBef>
              <a:spcAft>
                <a:spcPts val="0"/>
              </a:spcAft>
              <a:buClr>
                <a:srgbClr val="000000"/>
              </a:buClr>
              <a:buSzPts val="1800"/>
              <a:buFont typeface="Arial"/>
              <a:buNone/>
            </a:pPr>
            <a:r>
              <a:rPr lang="en" sz="1800">
                <a:solidFill>
                  <a:schemeClr val="dk2"/>
                </a:solidFill>
                <a:latin typeface="Roboto"/>
                <a:ea typeface="Roboto"/>
                <a:cs typeface="Roboto"/>
                <a:sym typeface="Roboto"/>
              </a:rPr>
              <a:t>focuses on hard numerical data.</a:t>
            </a:r>
            <a:endParaRPr i="0" sz="1800" u="none" cap="none" strike="noStrike">
              <a:solidFill>
                <a:schemeClr val="dk2"/>
              </a:solidFill>
              <a:latin typeface="Roboto"/>
              <a:ea typeface="Roboto"/>
              <a:cs typeface="Roboto"/>
              <a:sym typeface="Roboto"/>
            </a:endParaRPr>
          </a:p>
        </p:txBody>
      </p:sp>
      <p:sp>
        <p:nvSpPr>
          <p:cNvPr id="978" name="Google Shape;978;p99"/>
          <p:cNvSpPr txBox="1"/>
          <p:nvPr/>
        </p:nvSpPr>
        <p:spPr>
          <a:xfrm>
            <a:off x="5141325" y="2447250"/>
            <a:ext cx="2338200" cy="1049100"/>
          </a:xfrm>
          <a:prstGeom prst="rect">
            <a:avLst/>
          </a:prstGeom>
          <a:noFill/>
          <a:ln>
            <a:noFill/>
          </a:ln>
        </p:spPr>
        <p:txBody>
          <a:bodyPr anchorCtr="0" anchor="t" bIns="91425" lIns="91425" spcFirstLastPara="1" rIns="91425" wrap="square" tIns="91425">
            <a:noAutofit/>
          </a:bodyPr>
          <a:lstStyle/>
          <a:p>
            <a:pPr indent="0" lvl="0" marL="0" marR="0" rtl="0" algn="ctr">
              <a:lnSpc>
                <a:spcPct val="90000"/>
              </a:lnSpc>
              <a:spcBef>
                <a:spcPts val="0"/>
              </a:spcBef>
              <a:spcAft>
                <a:spcPts val="0"/>
              </a:spcAft>
              <a:buClr>
                <a:srgbClr val="000000"/>
              </a:buClr>
              <a:buSzPts val="1800"/>
              <a:buFont typeface="Arial"/>
              <a:buNone/>
            </a:pPr>
            <a:r>
              <a:rPr b="1" lang="en" sz="1800">
                <a:solidFill>
                  <a:schemeClr val="dk2"/>
                </a:solidFill>
                <a:latin typeface="Roboto"/>
                <a:ea typeface="Roboto"/>
                <a:cs typeface="Roboto"/>
                <a:sym typeface="Roboto"/>
              </a:rPr>
              <a:t>Qualitative analysis</a:t>
            </a:r>
            <a:endParaRPr b="1" sz="1800">
              <a:solidFill>
                <a:schemeClr val="dk2"/>
              </a:solidFill>
              <a:latin typeface="Roboto"/>
              <a:ea typeface="Roboto"/>
              <a:cs typeface="Roboto"/>
              <a:sym typeface="Roboto"/>
            </a:endParaRPr>
          </a:p>
          <a:p>
            <a:pPr indent="0" lvl="0" marL="0" marR="0" rtl="0" algn="ctr">
              <a:lnSpc>
                <a:spcPct val="100000"/>
              </a:lnSpc>
              <a:spcBef>
                <a:spcPts val="0"/>
              </a:spcBef>
              <a:spcAft>
                <a:spcPts val="0"/>
              </a:spcAft>
              <a:buClr>
                <a:srgbClr val="000000"/>
              </a:buClr>
              <a:buSzPts val="1800"/>
              <a:buFont typeface="Arial"/>
              <a:buNone/>
            </a:pPr>
            <a:r>
              <a:rPr lang="en" sz="1800">
                <a:solidFill>
                  <a:schemeClr val="dk2"/>
                </a:solidFill>
                <a:latin typeface="Roboto"/>
                <a:ea typeface="Roboto"/>
                <a:cs typeface="Roboto"/>
                <a:sym typeface="Roboto"/>
              </a:rPr>
              <a:t>focuses on things that cannot be measured through numerical data.</a:t>
            </a:r>
            <a:endParaRPr i="0" sz="1800" u="none" cap="none" strike="noStrike">
              <a:solidFill>
                <a:schemeClr val="dk2"/>
              </a:solidFill>
              <a:latin typeface="Roboto"/>
              <a:ea typeface="Roboto"/>
              <a:cs typeface="Roboto"/>
              <a:sym typeface="Roboto"/>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noFill/>
      </p:bgPr>
    </p:bg>
    <p:spTree>
      <p:nvGrpSpPr>
        <p:cNvPr id="982" name="Shape 982"/>
        <p:cNvGrpSpPr/>
        <p:nvPr/>
      </p:nvGrpSpPr>
      <p:grpSpPr>
        <a:xfrm>
          <a:off x="0" y="0"/>
          <a:ext cx="0" cy="0"/>
          <a:chOff x="0" y="0"/>
          <a:chExt cx="0" cy="0"/>
        </a:xfrm>
      </p:grpSpPr>
      <p:sp>
        <p:nvSpPr>
          <p:cNvPr id="983" name="Google Shape;983;p100"/>
          <p:cNvSpPr txBox="1"/>
          <p:nvPr>
            <p:ph type="title"/>
          </p:nvPr>
        </p:nvSpPr>
        <p:spPr>
          <a:xfrm>
            <a:off x="457200" y="220225"/>
            <a:ext cx="8832300" cy="572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Asset Value and Exposure Factor</a:t>
            </a:r>
            <a:endParaRPr/>
          </a:p>
        </p:txBody>
      </p:sp>
      <p:sp>
        <p:nvSpPr>
          <p:cNvPr id="984" name="Google Shape;984;p100"/>
          <p:cNvSpPr txBox="1"/>
          <p:nvPr>
            <p:ph idx="1" type="body"/>
          </p:nvPr>
        </p:nvSpPr>
        <p:spPr>
          <a:xfrm>
            <a:off x="494575" y="680025"/>
            <a:ext cx="7896300" cy="572700"/>
          </a:xfrm>
          <a:prstGeom prst="rect">
            <a:avLst/>
          </a:prstGeom>
        </p:spPr>
        <p:txBody>
          <a:bodyPr anchorCtr="0" anchor="t" bIns="91425" lIns="0" spcFirstLastPara="1" rIns="91425" wrap="square" tIns="0">
            <a:noAutofit/>
          </a:bodyPr>
          <a:lstStyle/>
          <a:p>
            <a:pPr indent="0" lvl="0" marL="0" rtl="0" algn="l">
              <a:lnSpc>
                <a:spcPct val="115000"/>
              </a:lnSpc>
              <a:spcBef>
                <a:spcPts val="0"/>
              </a:spcBef>
              <a:spcAft>
                <a:spcPts val="1200"/>
              </a:spcAft>
              <a:buClr>
                <a:schemeClr val="dk1"/>
              </a:buClr>
              <a:buSzPts val="1100"/>
              <a:buFont typeface="Arial"/>
              <a:buNone/>
            </a:pPr>
            <a:r>
              <a:rPr lang="en"/>
              <a:t>To perform quantitative risk analysis, analysts start by calculating how much it will cost if an asset is breached.</a:t>
            </a:r>
            <a:endParaRPr/>
          </a:p>
        </p:txBody>
      </p:sp>
      <p:cxnSp>
        <p:nvCxnSpPr>
          <p:cNvPr id="985" name="Google Shape;985;p100"/>
          <p:cNvCxnSpPr/>
          <p:nvPr/>
        </p:nvCxnSpPr>
        <p:spPr>
          <a:xfrm>
            <a:off x="30950" y="2573125"/>
            <a:ext cx="1014300" cy="0"/>
          </a:xfrm>
          <a:prstGeom prst="straightConnector1">
            <a:avLst/>
          </a:prstGeom>
          <a:noFill/>
          <a:ln cap="flat" cmpd="sng" w="19050">
            <a:solidFill>
              <a:srgbClr val="2E5E73"/>
            </a:solidFill>
            <a:prstDash val="solid"/>
            <a:round/>
            <a:headEnd len="med" w="med" type="none"/>
            <a:tailEnd len="med" w="med" type="oval"/>
          </a:ln>
        </p:spPr>
      </p:cxnSp>
      <p:cxnSp>
        <p:nvCxnSpPr>
          <p:cNvPr id="986" name="Google Shape;986;p100"/>
          <p:cNvCxnSpPr/>
          <p:nvPr/>
        </p:nvCxnSpPr>
        <p:spPr>
          <a:xfrm>
            <a:off x="0" y="1893900"/>
            <a:ext cx="1045200" cy="0"/>
          </a:xfrm>
          <a:prstGeom prst="straightConnector1">
            <a:avLst/>
          </a:prstGeom>
          <a:noFill/>
          <a:ln cap="flat" cmpd="sng" w="19050">
            <a:solidFill>
              <a:srgbClr val="2E5E73"/>
            </a:solidFill>
            <a:prstDash val="solid"/>
            <a:round/>
            <a:headEnd len="med" w="med" type="none"/>
            <a:tailEnd len="med" w="med" type="oval"/>
          </a:ln>
        </p:spPr>
      </p:cxnSp>
      <p:cxnSp>
        <p:nvCxnSpPr>
          <p:cNvPr id="987" name="Google Shape;987;p100"/>
          <p:cNvCxnSpPr/>
          <p:nvPr/>
        </p:nvCxnSpPr>
        <p:spPr>
          <a:xfrm>
            <a:off x="0" y="2573900"/>
            <a:ext cx="1024500" cy="0"/>
          </a:xfrm>
          <a:prstGeom prst="straightConnector1">
            <a:avLst/>
          </a:prstGeom>
          <a:noFill/>
          <a:ln cap="flat" cmpd="sng" w="19050">
            <a:solidFill>
              <a:srgbClr val="2E5E73"/>
            </a:solidFill>
            <a:prstDash val="solid"/>
            <a:round/>
            <a:headEnd len="med" w="med" type="none"/>
            <a:tailEnd len="med" w="med" type="oval"/>
          </a:ln>
        </p:spPr>
      </p:cxnSp>
      <p:cxnSp>
        <p:nvCxnSpPr>
          <p:cNvPr id="988" name="Google Shape;988;p100"/>
          <p:cNvCxnSpPr/>
          <p:nvPr/>
        </p:nvCxnSpPr>
        <p:spPr>
          <a:xfrm>
            <a:off x="5112" y="3211875"/>
            <a:ext cx="1014300" cy="0"/>
          </a:xfrm>
          <a:prstGeom prst="straightConnector1">
            <a:avLst/>
          </a:prstGeom>
          <a:noFill/>
          <a:ln cap="flat" cmpd="sng" w="19050">
            <a:solidFill>
              <a:srgbClr val="2E5E73"/>
            </a:solidFill>
            <a:prstDash val="solid"/>
            <a:round/>
            <a:headEnd len="med" w="med" type="none"/>
            <a:tailEnd len="med" w="med" type="oval"/>
          </a:ln>
        </p:spPr>
      </p:cxnSp>
      <p:cxnSp>
        <p:nvCxnSpPr>
          <p:cNvPr id="989" name="Google Shape;989;p100"/>
          <p:cNvCxnSpPr/>
          <p:nvPr/>
        </p:nvCxnSpPr>
        <p:spPr>
          <a:xfrm>
            <a:off x="0" y="3944225"/>
            <a:ext cx="1045200" cy="0"/>
          </a:xfrm>
          <a:prstGeom prst="straightConnector1">
            <a:avLst/>
          </a:prstGeom>
          <a:noFill/>
          <a:ln cap="flat" cmpd="sng" w="19050">
            <a:solidFill>
              <a:srgbClr val="2E5E73"/>
            </a:solidFill>
            <a:prstDash val="solid"/>
            <a:round/>
            <a:headEnd len="med" w="med" type="none"/>
            <a:tailEnd len="med" w="med" type="oval"/>
          </a:ln>
        </p:spPr>
      </p:cxnSp>
      <p:sp>
        <p:nvSpPr>
          <p:cNvPr id="990" name="Google Shape;990;p100"/>
          <p:cNvSpPr/>
          <p:nvPr/>
        </p:nvSpPr>
        <p:spPr>
          <a:xfrm>
            <a:off x="953325" y="2373013"/>
            <a:ext cx="7517100" cy="4002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600"/>
          </a:p>
        </p:txBody>
      </p:sp>
      <p:sp>
        <p:nvSpPr>
          <p:cNvPr id="991" name="Google Shape;991;p100"/>
          <p:cNvSpPr/>
          <p:nvPr/>
        </p:nvSpPr>
        <p:spPr>
          <a:xfrm>
            <a:off x="953325" y="3015438"/>
            <a:ext cx="7517100" cy="4002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600"/>
          </a:p>
        </p:txBody>
      </p:sp>
      <p:sp>
        <p:nvSpPr>
          <p:cNvPr id="992" name="Google Shape;992;p100"/>
          <p:cNvSpPr/>
          <p:nvPr/>
        </p:nvSpPr>
        <p:spPr>
          <a:xfrm>
            <a:off x="953325" y="3657875"/>
            <a:ext cx="7517100" cy="6444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600"/>
          </a:p>
        </p:txBody>
      </p:sp>
      <p:sp>
        <p:nvSpPr>
          <p:cNvPr id="993" name="Google Shape;993;p100"/>
          <p:cNvSpPr/>
          <p:nvPr/>
        </p:nvSpPr>
        <p:spPr>
          <a:xfrm>
            <a:off x="953325" y="1703900"/>
            <a:ext cx="7517100" cy="4002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600"/>
          </a:p>
        </p:txBody>
      </p:sp>
      <p:sp>
        <p:nvSpPr>
          <p:cNvPr id="994" name="Google Shape;994;p100"/>
          <p:cNvSpPr/>
          <p:nvPr/>
        </p:nvSpPr>
        <p:spPr>
          <a:xfrm>
            <a:off x="870800" y="3782672"/>
            <a:ext cx="323100" cy="323100"/>
          </a:xfrm>
          <a:prstGeom prst="ellipse">
            <a:avLst/>
          </a:prstGeom>
          <a:solidFill>
            <a:srgbClr val="F2F2F2"/>
          </a:solidFill>
          <a:ln cap="flat" cmpd="sng" w="76200">
            <a:solidFill>
              <a:srgbClr val="2E5E7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082D49"/>
              </a:solidFill>
            </a:endParaRPr>
          </a:p>
        </p:txBody>
      </p:sp>
      <p:sp>
        <p:nvSpPr>
          <p:cNvPr id="995" name="Google Shape;995;p100"/>
          <p:cNvSpPr txBox="1"/>
          <p:nvPr/>
        </p:nvSpPr>
        <p:spPr>
          <a:xfrm>
            <a:off x="1193900" y="1723525"/>
            <a:ext cx="6952500" cy="4002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1200"/>
              </a:spcAft>
              <a:buNone/>
            </a:pPr>
            <a:r>
              <a:t/>
            </a:r>
            <a:endParaRPr sz="1600">
              <a:solidFill>
                <a:srgbClr val="2E5E73"/>
              </a:solidFill>
              <a:latin typeface="Roboto Light"/>
              <a:ea typeface="Roboto Light"/>
              <a:cs typeface="Roboto Light"/>
              <a:sym typeface="Roboto Light"/>
            </a:endParaRPr>
          </a:p>
        </p:txBody>
      </p:sp>
      <p:sp>
        <p:nvSpPr>
          <p:cNvPr id="996" name="Google Shape;996;p100"/>
          <p:cNvSpPr txBox="1"/>
          <p:nvPr/>
        </p:nvSpPr>
        <p:spPr>
          <a:xfrm>
            <a:off x="1193900" y="2365992"/>
            <a:ext cx="7276500" cy="4002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1200"/>
              </a:spcAft>
              <a:buNone/>
            </a:pPr>
            <a:r>
              <a:t/>
            </a:r>
            <a:endParaRPr sz="1600">
              <a:solidFill>
                <a:srgbClr val="2E5E73"/>
              </a:solidFill>
              <a:latin typeface="Roboto Light"/>
              <a:ea typeface="Roboto Light"/>
              <a:cs typeface="Roboto Light"/>
              <a:sym typeface="Roboto Light"/>
            </a:endParaRPr>
          </a:p>
        </p:txBody>
      </p:sp>
      <p:sp>
        <p:nvSpPr>
          <p:cNvPr id="997" name="Google Shape;997;p100"/>
          <p:cNvSpPr txBox="1"/>
          <p:nvPr/>
        </p:nvSpPr>
        <p:spPr>
          <a:xfrm>
            <a:off x="1193900" y="3011783"/>
            <a:ext cx="7276500" cy="4002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1200"/>
              </a:spcAft>
              <a:buNone/>
            </a:pPr>
            <a:r>
              <a:t/>
            </a:r>
            <a:endParaRPr sz="1600">
              <a:solidFill>
                <a:srgbClr val="2E5E73"/>
              </a:solidFill>
              <a:latin typeface="Roboto Light"/>
              <a:ea typeface="Roboto Light"/>
              <a:cs typeface="Roboto Light"/>
              <a:sym typeface="Roboto Light"/>
            </a:endParaRPr>
          </a:p>
        </p:txBody>
      </p:sp>
      <p:sp>
        <p:nvSpPr>
          <p:cNvPr id="998" name="Google Shape;998;p100"/>
          <p:cNvSpPr/>
          <p:nvPr/>
        </p:nvSpPr>
        <p:spPr>
          <a:xfrm>
            <a:off x="870800" y="3054010"/>
            <a:ext cx="323100" cy="323100"/>
          </a:xfrm>
          <a:prstGeom prst="ellipse">
            <a:avLst/>
          </a:prstGeom>
          <a:solidFill>
            <a:srgbClr val="F2F2F2"/>
          </a:solidFill>
          <a:ln cap="flat" cmpd="sng" w="76200">
            <a:solidFill>
              <a:srgbClr val="2E5E7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082D49"/>
              </a:solidFill>
            </a:endParaRPr>
          </a:p>
        </p:txBody>
      </p:sp>
      <p:sp>
        <p:nvSpPr>
          <p:cNvPr id="999" name="Google Shape;999;p100"/>
          <p:cNvSpPr/>
          <p:nvPr/>
        </p:nvSpPr>
        <p:spPr>
          <a:xfrm>
            <a:off x="870800" y="2411897"/>
            <a:ext cx="323100" cy="323100"/>
          </a:xfrm>
          <a:prstGeom prst="ellipse">
            <a:avLst/>
          </a:prstGeom>
          <a:solidFill>
            <a:srgbClr val="F2F2F2"/>
          </a:solidFill>
          <a:ln cap="flat" cmpd="sng" w="76200">
            <a:solidFill>
              <a:srgbClr val="2E5E7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082D49"/>
              </a:solidFill>
            </a:endParaRPr>
          </a:p>
        </p:txBody>
      </p:sp>
      <p:sp>
        <p:nvSpPr>
          <p:cNvPr id="1000" name="Google Shape;1000;p100"/>
          <p:cNvSpPr/>
          <p:nvPr/>
        </p:nvSpPr>
        <p:spPr>
          <a:xfrm>
            <a:off x="870800" y="1742447"/>
            <a:ext cx="323100" cy="323100"/>
          </a:xfrm>
          <a:prstGeom prst="ellipse">
            <a:avLst/>
          </a:prstGeom>
          <a:solidFill>
            <a:srgbClr val="F2F2F2"/>
          </a:solidFill>
          <a:ln cap="flat" cmpd="sng" w="76200">
            <a:solidFill>
              <a:srgbClr val="2E5E7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082D49"/>
              </a:solidFill>
            </a:endParaRPr>
          </a:p>
        </p:txBody>
      </p:sp>
      <p:sp>
        <p:nvSpPr>
          <p:cNvPr id="1001" name="Google Shape;1001;p100"/>
          <p:cNvSpPr txBox="1"/>
          <p:nvPr/>
        </p:nvSpPr>
        <p:spPr>
          <a:xfrm>
            <a:off x="1354400" y="1693800"/>
            <a:ext cx="6896100" cy="400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solidFill>
                  <a:schemeClr val="dk2"/>
                </a:solidFill>
                <a:latin typeface="Roboto"/>
                <a:ea typeface="Roboto"/>
                <a:cs typeface="Roboto"/>
                <a:sym typeface="Roboto"/>
              </a:rPr>
              <a:t>Analysts first quantify</a:t>
            </a:r>
            <a:r>
              <a:rPr lang="en" sz="1600">
                <a:solidFill>
                  <a:schemeClr val="dk2"/>
                </a:solidFill>
                <a:latin typeface="Roboto Light"/>
                <a:ea typeface="Roboto Light"/>
                <a:cs typeface="Roboto Light"/>
                <a:sym typeface="Roboto Light"/>
              </a:rPr>
              <a:t> </a:t>
            </a:r>
            <a:r>
              <a:rPr b="1" lang="en" sz="1600">
                <a:solidFill>
                  <a:schemeClr val="dk2"/>
                </a:solidFill>
                <a:latin typeface="Roboto"/>
                <a:ea typeface="Roboto"/>
                <a:cs typeface="Roboto"/>
                <a:sym typeface="Roboto"/>
              </a:rPr>
              <a:t>asset value</a:t>
            </a:r>
            <a:r>
              <a:rPr lang="en" sz="1600">
                <a:solidFill>
                  <a:schemeClr val="dk2"/>
                </a:solidFill>
                <a:latin typeface="Roboto Light"/>
                <a:ea typeface="Roboto Light"/>
                <a:cs typeface="Roboto Light"/>
                <a:sym typeface="Roboto Light"/>
              </a:rPr>
              <a:t> </a:t>
            </a:r>
            <a:r>
              <a:rPr lang="en" sz="1600">
                <a:solidFill>
                  <a:schemeClr val="dk2"/>
                </a:solidFill>
                <a:latin typeface="Roboto"/>
                <a:ea typeface="Roboto"/>
                <a:cs typeface="Roboto"/>
                <a:sym typeface="Roboto"/>
              </a:rPr>
              <a:t>and</a:t>
            </a:r>
            <a:r>
              <a:rPr lang="en" sz="1600">
                <a:solidFill>
                  <a:schemeClr val="dk2"/>
                </a:solidFill>
                <a:latin typeface="Roboto Light"/>
                <a:ea typeface="Roboto Light"/>
                <a:cs typeface="Roboto Light"/>
                <a:sym typeface="Roboto Light"/>
              </a:rPr>
              <a:t> </a:t>
            </a:r>
            <a:r>
              <a:rPr b="1" lang="en" sz="1600">
                <a:solidFill>
                  <a:schemeClr val="dk2"/>
                </a:solidFill>
                <a:latin typeface="Roboto"/>
                <a:ea typeface="Roboto"/>
                <a:cs typeface="Roboto"/>
                <a:sym typeface="Roboto"/>
              </a:rPr>
              <a:t>exposure factor</a:t>
            </a:r>
            <a:r>
              <a:rPr lang="en" sz="1600">
                <a:solidFill>
                  <a:schemeClr val="dk2"/>
                </a:solidFill>
                <a:latin typeface="Roboto Light"/>
                <a:ea typeface="Roboto Light"/>
                <a:cs typeface="Roboto Light"/>
                <a:sym typeface="Roboto Light"/>
              </a:rPr>
              <a:t>. </a:t>
            </a:r>
            <a:endParaRPr sz="1600">
              <a:solidFill>
                <a:schemeClr val="dk2"/>
              </a:solidFill>
              <a:latin typeface="Roboto Light"/>
              <a:ea typeface="Roboto Light"/>
              <a:cs typeface="Roboto Light"/>
              <a:sym typeface="Roboto Light"/>
            </a:endParaRPr>
          </a:p>
        </p:txBody>
      </p:sp>
      <p:sp>
        <p:nvSpPr>
          <p:cNvPr id="1002" name="Google Shape;1002;p100"/>
          <p:cNvSpPr txBox="1"/>
          <p:nvPr/>
        </p:nvSpPr>
        <p:spPr>
          <a:xfrm>
            <a:off x="1354410" y="2366000"/>
            <a:ext cx="6896100" cy="400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600">
                <a:solidFill>
                  <a:schemeClr val="dk2"/>
                </a:solidFill>
                <a:latin typeface="Roboto"/>
                <a:ea typeface="Roboto"/>
                <a:cs typeface="Roboto"/>
                <a:sym typeface="Roboto"/>
              </a:rPr>
              <a:t>Asset value</a:t>
            </a:r>
            <a:r>
              <a:rPr lang="en" sz="1600">
                <a:solidFill>
                  <a:schemeClr val="dk2"/>
                </a:solidFill>
                <a:latin typeface="Roboto Light"/>
                <a:ea typeface="Roboto Light"/>
                <a:cs typeface="Roboto Light"/>
                <a:sym typeface="Roboto Light"/>
              </a:rPr>
              <a:t> </a:t>
            </a:r>
            <a:r>
              <a:rPr lang="en" sz="1600">
                <a:solidFill>
                  <a:schemeClr val="dk2"/>
                </a:solidFill>
                <a:latin typeface="Roboto"/>
                <a:ea typeface="Roboto"/>
                <a:cs typeface="Roboto"/>
                <a:sym typeface="Roboto"/>
              </a:rPr>
              <a:t>is how much money an asset is worth in currency. </a:t>
            </a:r>
            <a:endParaRPr sz="1600">
              <a:solidFill>
                <a:schemeClr val="dk2"/>
              </a:solidFill>
              <a:latin typeface="Roboto"/>
              <a:ea typeface="Roboto"/>
              <a:cs typeface="Roboto"/>
              <a:sym typeface="Roboto"/>
            </a:endParaRPr>
          </a:p>
        </p:txBody>
      </p:sp>
      <p:sp>
        <p:nvSpPr>
          <p:cNvPr id="1003" name="Google Shape;1003;p100"/>
          <p:cNvSpPr txBox="1"/>
          <p:nvPr/>
        </p:nvSpPr>
        <p:spPr>
          <a:xfrm>
            <a:off x="1354399" y="3000750"/>
            <a:ext cx="6807900" cy="400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600">
                <a:solidFill>
                  <a:schemeClr val="dk2"/>
                </a:solidFill>
                <a:latin typeface="Roboto"/>
                <a:ea typeface="Roboto"/>
                <a:cs typeface="Roboto"/>
                <a:sym typeface="Roboto"/>
              </a:rPr>
              <a:t>Exposure factor </a:t>
            </a:r>
            <a:r>
              <a:rPr lang="en" sz="1600">
                <a:solidFill>
                  <a:schemeClr val="dk2"/>
                </a:solidFill>
                <a:latin typeface="Roboto"/>
                <a:ea typeface="Roboto"/>
                <a:cs typeface="Roboto"/>
                <a:sym typeface="Roboto"/>
              </a:rPr>
              <a:t>is how much of an </a:t>
            </a:r>
            <a:r>
              <a:rPr lang="en" sz="1600">
                <a:solidFill>
                  <a:schemeClr val="dk2"/>
                </a:solidFill>
                <a:latin typeface="Roboto"/>
                <a:ea typeface="Roboto"/>
                <a:cs typeface="Roboto"/>
                <a:sym typeface="Roboto"/>
              </a:rPr>
              <a:t>asset</a:t>
            </a:r>
            <a:r>
              <a:rPr lang="en" sz="1600">
                <a:solidFill>
                  <a:schemeClr val="dk2"/>
                </a:solidFill>
                <a:latin typeface="Roboto"/>
                <a:ea typeface="Roboto"/>
                <a:cs typeface="Roboto"/>
                <a:sym typeface="Roboto"/>
              </a:rPr>
              <a:t> will be affected in the breach. </a:t>
            </a:r>
            <a:endParaRPr sz="1600">
              <a:solidFill>
                <a:schemeClr val="dk2"/>
              </a:solidFill>
              <a:latin typeface="Roboto"/>
              <a:ea typeface="Roboto"/>
              <a:cs typeface="Roboto"/>
              <a:sym typeface="Roboto"/>
            </a:endParaRPr>
          </a:p>
        </p:txBody>
      </p:sp>
      <p:sp>
        <p:nvSpPr>
          <p:cNvPr id="1004" name="Google Shape;1004;p100"/>
          <p:cNvSpPr txBox="1"/>
          <p:nvPr/>
        </p:nvSpPr>
        <p:spPr>
          <a:xfrm>
            <a:off x="1384100" y="3617770"/>
            <a:ext cx="6896100" cy="57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solidFill>
                  <a:schemeClr val="dk2"/>
                </a:solidFill>
                <a:latin typeface="Roboto"/>
                <a:ea typeface="Roboto"/>
                <a:cs typeface="Roboto"/>
                <a:sym typeface="Roboto"/>
              </a:rPr>
              <a:t>In other words, whether an attack will result in</a:t>
            </a:r>
            <a:r>
              <a:rPr lang="en" sz="1600">
                <a:solidFill>
                  <a:schemeClr val="dk2"/>
                </a:solidFill>
                <a:latin typeface="Roboto Light"/>
                <a:ea typeface="Roboto Light"/>
                <a:cs typeface="Roboto Light"/>
                <a:sym typeface="Roboto Light"/>
              </a:rPr>
              <a:t> </a:t>
            </a:r>
            <a:r>
              <a:rPr b="1" lang="en" sz="1600">
                <a:solidFill>
                  <a:schemeClr val="dk2"/>
                </a:solidFill>
                <a:latin typeface="Roboto"/>
                <a:ea typeface="Roboto"/>
                <a:cs typeface="Roboto"/>
                <a:sym typeface="Roboto"/>
              </a:rPr>
              <a:t>partial and temporary</a:t>
            </a:r>
            <a:r>
              <a:rPr lang="en" sz="1600">
                <a:solidFill>
                  <a:schemeClr val="dk2"/>
                </a:solidFill>
                <a:latin typeface="Roboto Light"/>
                <a:ea typeface="Roboto Light"/>
                <a:cs typeface="Roboto Light"/>
                <a:sym typeface="Roboto Light"/>
              </a:rPr>
              <a:t> </a:t>
            </a:r>
            <a:br>
              <a:rPr lang="en" sz="1600">
                <a:solidFill>
                  <a:schemeClr val="dk2"/>
                </a:solidFill>
                <a:latin typeface="Roboto Light"/>
                <a:ea typeface="Roboto Light"/>
                <a:cs typeface="Roboto Light"/>
                <a:sym typeface="Roboto Light"/>
              </a:rPr>
            </a:br>
            <a:r>
              <a:rPr lang="en" sz="1600">
                <a:solidFill>
                  <a:schemeClr val="dk2"/>
                </a:solidFill>
                <a:latin typeface="Roboto"/>
                <a:ea typeface="Roboto"/>
                <a:cs typeface="Roboto"/>
                <a:sym typeface="Roboto"/>
              </a:rPr>
              <a:t>or</a:t>
            </a:r>
            <a:r>
              <a:rPr lang="en" sz="1600">
                <a:solidFill>
                  <a:schemeClr val="dk2"/>
                </a:solidFill>
                <a:latin typeface="Roboto Light"/>
                <a:ea typeface="Roboto Light"/>
                <a:cs typeface="Roboto Light"/>
                <a:sym typeface="Roboto Light"/>
              </a:rPr>
              <a:t> </a:t>
            </a:r>
            <a:r>
              <a:rPr b="1" lang="en" sz="1600">
                <a:solidFill>
                  <a:schemeClr val="dk2"/>
                </a:solidFill>
                <a:latin typeface="Roboto"/>
                <a:ea typeface="Roboto"/>
                <a:cs typeface="Roboto"/>
                <a:sym typeface="Roboto"/>
              </a:rPr>
              <a:t>complete and permanent</a:t>
            </a:r>
            <a:r>
              <a:rPr lang="en" sz="1600">
                <a:solidFill>
                  <a:schemeClr val="dk2"/>
                </a:solidFill>
                <a:latin typeface="Roboto Light"/>
                <a:ea typeface="Roboto Light"/>
                <a:cs typeface="Roboto Light"/>
                <a:sym typeface="Roboto Light"/>
              </a:rPr>
              <a:t> </a:t>
            </a:r>
            <a:r>
              <a:rPr lang="en" sz="1600">
                <a:solidFill>
                  <a:schemeClr val="dk2"/>
                </a:solidFill>
                <a:latin typeface="Roboto"/>
                <a:ea typeface="Roboto"/>
                <a:cs typeface="Roboto"/>
                <a:sym typeface="Roboto"/>
              </a:rPr>
              <a:t>destruction of an asset.</a:t>
            </a:r>
            <a:r>
              <a:rPr lang="en" sz="1600">
                <a:solidFill>
                  <a:schemeClr val="dk2"/>
                </a:solidFill>
                <a:latin typeface="Roboto Light"/>
                <a:ea typeface="Roboto Light"/>
                <a:cs typeface="Roboto Light"/>
                <a:sym typeface="Roboto Light"/>
              </a:rPr>
              <a:t> </a:t>
            </a:r>
            <a:endParaRPr sz="1600">
              <a:solidFill>
                <a:schemeClr val="dk2"/>
              </a:solidFill>
              <a:latin typeface="Roboto Light"/>
              <a:ea typeface="Roboto Light"/>
              <a:cs typeface="Roboto Light"/>
              <a:sym typeface="Roboto Light"/>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8" name="Shape 1008"/>
        <p:cNvGrpSpPr/>
        <p:nvPr/>
      </p:nvGrpSpPr>
      <p:grpSpPr>
        <a:xfrm>
          <a:off x="0" y="0"/>
          <a:ext cx="0" cy="0"/>
          <a:chOff x="0" y="0"/>
          <a:chExt cx="0" cy="0"/>
        </a:xfrm>
      </p:grpSpPr>
      <p:sp>
        <p:nvSpPr>
          <p:cNvPr id="1009" name="Google Shape;1009;p101"/>
          <p:cNvSpPr txBox="1"/>
          <p:nvPr>
            <p:ph type="title"/>
          </p:nvPr>
        </p:nvSpPr>
        <p:spPr>
          <a:xfrm>
            <a:off x="457200" y="166900"/>
            <a:ext cx="8832300" cy="572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Determining Exposure Factor</a:t>
            </a:r>
            <a:endParaRPr/>
          </a:p>
        </p:txBody>
      </p:sp>
      <p:sp>
        <p:nvSpPr>
          <p:cNvPr id="1010" name="Google Shape;1010;p101"/>
          <p:cNvSpPr txBox="1"/>
          <p:nvPr>
            <p:ph idx="1" type="body"/>
          </p:nvPr>
        </p:nvSpPr>
        <p:spPr>
          <a:xfrm>
            <a:off x="464100" y="662375"/>
            <a:ext cx="8520600" cy="455100"/>
          </a:xfrm>
          <a:prstGeom prst="rect">
            <a:avLst/>
          </a:prstGeom>
        </p:spPr>
        <p:txBody>
          <a:bodyPr anchorCtr="0" anchor="t" bIns="91425" lIns="0" spcFirstLastPara="1" rIns="91425" wrap="square" tIns="0">
            <a:noAutofit/>
          </a:bodyPr>
          <a:lstStyle/>
          <a:p>
            <a:pPr indent="0" lvl="0" marL="0" rtl="0" algn="l">
              <a:spcBef>
                <a:spcPts val="0"/>
              </a:spcBef>
              <a:spcAft>
                <a:spcPts val="0"/>
              </a:spcAft>
              <a:buNone/>
            </a:pPr>
            <a:r>
              <a:rPr lang="en"/>
              <a:t>Exposure factor is always somewhat subjective. </a:t>
            </a:r>
            <a:r>
              <a:rPr lang="en"/>
              <a:t>We apply a numerical</a:t>
            </a:r>
            <a:r>
              <a:rPr lang="en"/>
              <a:t> value </a:t>
            </a:r>
            <a:br>
              <a:rPr lang="en"/>
            </a:br>
            <a:r>
              <a:rPr lang="en"/>
              <a:t>for the level of damage an exploited risk would produce.</a:t>
            </a:r>
            <a:endParaRPr/>
          </a:p>
        </p:txBody>
      </p:sp>
      <p:sp>
        <p:nvSpPr>
          <p:cNvPr id="1011" name="Google Shape;1011;p101"/>
          <p:cNvSpPr txBox="1"/>
          <p:nvPr>
            <p:ph idx="4294967295" type="subTitle"/>
          </p:nvPr>
        </p:nvSpPr>
        <p:spPr>
          <a:xfrm>
            <a:off x="6199732" y="1787505"/>
            <a:ext cx="2742000" cy="606900"/>
          </a:xfrm>
          <a:prstGeom prst="rect">
            <a:avLst/>
          </a:prstGeom>
        </p:spPr>
        <p:txBody>
          <a:bodyPr anchorCtr="0" anchor="t" bIns="91425" lIns="0" spcFirstLastPara="1" rIns="91425" wrap="square" tIns="0">
            <a:noAutofit/>
          </a:bodyPr>
          <a:lstStyle/>
          <a:p>
            <a:pPr indent="0" lvl="0" marL="0" rtl="0" algn="l">
              <a:lnSpc>
                <a:spcPct val="100000"/>
              </a:lnSpc>
              <a:spcBef>
                <a:spcPts val="0"/>
              </a:spcBef>
              <a:spcAft>
                <a:spcPts val="0"/>
              </a:spcAft>
              <a:buNone/>
            </a:pPr>
            <a:r>
              <a:rPr lang="en"/>
              <a:t>Attack would </a:t>
            </a:r>
            <a:r>
              <a:rPr b="1" lang="en">
                <a:latin typeface="Roboto"/>
                <a:ea typeface="Roboto"/>
                <a:cs typeface="Roboto"/>
                <a:sym typeface="Roboto"/>
              </a:rPr>
              <a:t>completely eliminate</a:t>
            </a:r>
            <a:r>
              <a:rPr lang="en"/>
              <a:t> an asset. </a:t>
            </a:r>
            <a:endParaRPr/>
          </a:p>
        </p:txBody>
      </p:sp>
      <p:sp>
        <p:nvSpPr>
          <p:cNvPr id="1012" name="Google Shape;1012;p101"/>
          <p:cNvSpPr txBox="1"/>
          <p:nvPr>
            <p:ph idx="4294967295" type="subTitle"/>
          </p:nvPr>
        </p:nvSpPr>
        <p:spPr>
          <a:xfrm>
            <a:off x="4848200" y="2567130"/>
            <a:ext cx="2608200" cy="606900"/>
          </a:xfrm>
          <a:prstGeom prst="rect">
            <a:avLst/>
          </a:prstGeom>
        </p:spPr>
        <p:txBody>
          <a:bodyPr anchorCtr="0" anchor="t" bIns="91425" lIns="0" spcFirstLastPara="1" rIns="91425" wrap="square" tIns="0">
            <a:noAutofit/>
          </a:bodyPr>
          <a:lstStyle/>
          <a:p>
            <a:pPr indent="0" lvl="0" marL="0" rtl="0" algn="l">
              <a:lnSpc>
                <a:spcPct val="100000"/>
              </a:lnSpc>
              <a:spcBef>
                <a:spcPts val="0"/>
              </a:spcBef>
              <a:spcAft>
                <a:spcPts val="0"/>
              </a:spcAft>
              <a:buNone/>
            </a:pPr>
            <a:r>
              <a:rPr lang="en"/>
              <a:t>Attack would </a:t>
            </a:r>
            <a:r>
              <a:rPr b="1" lang="en">
                <a:latin typeface="Roboto"/>
                <a:ea typeface="Roboto"/>
                <a:cs typeface="Roboto"/>
                <a:sym typeface="Roboto"/>
              </a:rPr>
              <a:t>mostly eliminate</a:t>
            </a:r>
            <a:r>
              <a:rPr lang="en"/>
              <a:t> an asset. </a:t>
            </a:r>
            <a:endParaRPr/>
          </a:p>
        </p:txBody>
      </p:sp>
      <p:sp>
        <p:nvSpPr>
          <p:cNvPr id="1013" name="Google Shape;1013;p101"/>
          <p:cNvSpPr txBox="1"/>
          <p:nvPr>
            <p:ph idx="4294967295" type="subTitle"/>
          </p:nvPr>
        </p:nvSpPr>
        <p:spPr>
          <a:xfrm>
            <a:off x="3363800" y="3346755"/>
            <a:ext cx="2395800" cy="606900"/>
          </a:xfrm>
          <a:prstGeom prst="rect">
            <a:avLst/>
          </a:prstGeom>
        </p:spPr>
        <p:txBody>
          <a:bodyPr anchorCtr="0" anchor="t" bIns="91425" lIns="0" spcFirstLastPara="1" rIns="91425" wrap="square" tIns="0">
            <a:noAutofit/>
          </a:bodyPr>
          <a:lstStyle/>
          <a:p>
            <a:pPr indent="0" lvl="0" marL="0" rtl="0" algn="l">
              <a:lnSpc>
                <a:spcPct val="100000"/>
              </a:lnSpc>
              <a:spcBef>
                <a:spcPts val="0"/>
              </a:spcBef>
              <a:spcAft>
                <a:spcPts val="0"/>
              </a:spcAft>
              <a:buNone/>
            </a:pPr>
            <a:r>
              <a:rPr lang="en"/>
              <a:t>Attack would </a:t>
            </a:r>
            <a:r>
              <a:rPr b="1" lang="en">
                <a:latin typeface="Roboto"/>
                <a:ea typeface="Roboto"/>
                <a:cs typeface="Roboto"/>
                <a:sym typeface="Roboto"/>
              </a:rPr>
              <a:t>half eliminate</a:t>
            </a:r>
            <a:r>
              <a:rPr lang="en"/>
              <a:t> an asset. </a:t>
            </a:r>
            <a:endParaRPr/>
          </a:p>
        </p:txBody>
      </p:sp>
      <p:sp>
        <p:nvSpPr>
          <p:cNvPr id="1014" name="Google Shape;1014;p101"/>
          <p:cNvSpPr txBox="1"/>
          <p:nvPr>
            <p:ph idx="4294967295" type="subTitle"/>
          </p:nvPr>
        </p:nvSpPr>
        <p:spPr>
          <a:xfrm>
            <a:off x="1954552" y="4111455"/>
            <a:ext cx="2749800" cy="606900"/>
          </a:xfrm>
          <a:prstGeom prst="rect">
            <a:avLst/>
          </a:prstGeom>
        </p:spPr>
        <p:txBody>
          <a:bodyPr anchorCtr="0" anchor="t" bIns="91425" lIns="0" spcFirstLastPara="1" rIns="91425" wrap="square" tIns="0">
            <a:noAutofit/>
          </a:bodyPr>
          <a:lstStyle/>
          <a:p>
            <a:pPr indent="0" lvl="0" marL="0" rtl="0" algn="l">
              <a:lnSpc>
                <a:spcPct val="100000"/>
              </a:lnSpc>
              <a:spcBef>
                <a:spcPts val="0"/>
              </a:spcBef>
              <a:spcAft>
                <a:spcPts val="0"/>
              </a:spcAft>
              <a:buNone/>
            </a:pPr>
            <a:r>
              <a:rPr lang="en"/>
              <a:t>Attack would </a:t>
            </a:r>
            <a:r>
              <a:rPr b="1" lang="en">
                <a:latin typeface="Roboto"/>
                <a:ea typeface="Roboto"/>
                <a:cs typeface="Roboto"/>
                <a:sym typeface="Roboto"/>
              </a:rPr>
              <a:t>partially eliminate </a:t>
            </a:r>
            <a:r>
              <a:rPr lang="en"/>
              <a:t>an asset. </a:t>
            </a:r>
            <a:endParaRPr/>
          </a:p>
        </p:txBody>
      </p:sp>
      <p:sp>
        <p:nvSpPr>
          <p:cNvPr id="1015" name="Google Shape;1015;p101"/>
          <p:cNvSpPr/>
          <p:nvPr/>
        </p:nvSpPr>
        <p:spPr>
          <a:xfrm>
            <a:off x="390200" y="1771825"/>
            <a:ext cx="5726100" cy="606900"/>
          </a:xfrm>
          <a:prstGeom prst="roundRect">
            <a:avLst>
              <a:gd fmla="val 16667" name="adj"/>
            </a:avLst>
          </a:prstGeom>
          <a:solidFill>
            <a:schemeClr val="accent1"/>
          </a:solidFill>
          <a:ln>
            <a:noFill/>
          </a:ln>
        </p:spPr>
        <p:txBody>
          <a:bodyPr anchorCtr="0" anchor="ctr" bIns="91425" lIns="91425" spcFirstLastPara="1" rIns="91425" wrap="square" tIns="91425">
            <a:noAutofit/>
          </a:bodyPr>
          <a:lstStyle/>
          <a:p>
            <a:pPr indent="0" lvl="0" marL="0" rtl="0" algn="r">
              <a:spcBef>
                <a:spcPts val="0"/>
              </a:spcBef>
              <a:spcAft>
                <a:spcPts val="0"/>
              </a:spcAft>
              <a:buNone/>
            </a:pPr>
            <a:r>
              <a:rPr b="1" lang="en" sz="3000">
                <a:solidFill>
                  <a:schemeClr val="dk2"/>
                </a:solidFill>
                <a:latin typeface="Roboto"/>
                <a:ea typeface="Roboto"/>
                <a:cs typeface="Roboto"/>
                <a:sym typeface="Roboto"/>
              </a:rPr>
              <a:t>1.0</a:t>
            </a:r>
            <a:endParaRPr b="1" sz="3000">
              <a:solidFill>
                <a:schemeClr val="dk2"/>
              </a:solidFill>
              <a:latin typeface="Roboto"/>
              <a:ea typeface="Roboto"/>
              <a:cs typeface="Roboto"/>
              <a:sym typeface="Roboto"/>
            </a:endParaRPr>
          </a:p>
        </p:txBody>
      </p:sp>
      <p:sp>
        <p:nvSpPr>
          <p:cNvPr id="1016" name="Google Shape;1016;p101"/>
          <p:cNvSpPr/>
          <p:nvPr/>
        </p:nvSpPr>
        <p:spPr>
          <a:xfrm>
            <a:off x="390200" y="2541925"/>
            <a:ext cx="4381800" cy="606900"/>
          </a:xfrm>
          <a:prstGeom prst="roundRect">
            <a:avLst>
              <a:gd fmla="val 16667" name="adj"/>
            </a:avLst>
          </a:prstGeom>
          <a:solidFill>
            <a:schemeClr val="dk1"/>
          </a:solidFill>
          <a:ln>
            <a:noFill/>
          </a:ln>
        </p:spPr>
        <p:txBody>
          <a:bodyPr anchorCtr="0" anchor="ctr" bIns="91425" lIns="91425" spcFirstLastPara="1" rIns="91425" wrap="square" tIns="91425">
            <a:noAutofit/>
          </a:bodyPr>
          <a:lstStyle/>
          <a:p>
            <a:pPr indent="0" lvl="0" marL="0" rtl="0" algn="r">
              <a:spcBef>
                <a:spcPts val="0"/>
              </a:spcBef>
              <a:spcAft>
                <a:spcPts val="0"/>
              </a:spcAft>
              <a:buNone/>
            </a:pPr>
            <a:r>
              <a:rPr b="1" lang="en" sz="3000">
                <a:solidFill>
                  <a:schemeClr val="lt1"/>
                </a:solidFill>
                <a:latin typeface="Roboto"/>
                <a:ea typeface="Roboto"/>
                <a:cs typeface="Roboto"/>
                <a:sym typeface="Roboto"/>
              </a:rPr>
              <a:t>0</a:t>
            </a:r>
            <a:r>
              <a:rPr b="1" lang="en" sz="3000">
                <a:solidFill>
                  <a:schemeClr val="lt1"/>
                </a:solidFill>
                <a:latin typeface="Roboto"/>
                <a:ea typeface="Roboto"/>
                <a:cs typeface="Roboto"/>
                <a:sym typeface="Roboto"/>
              </a:rPr>
              <a:t>.75</a:t>
            </a:r>
            <a:endParaRPr b="1" sz="3000">
              <a:solidFill>
                <a:schemeClr val="lt1"/>
              </a:solidFill>
              <a:latin typeface="Roboto"/>
              <a:ea typeface="Roboto"/>
              <a:cs typeface="Roboto"/>
              <a:sym typeface="Roboto"/>
            </a:endParaRPr>
          </a:p>
        </p:txBody>
      </p:sp>
      <p:sp>
        <p:nvSpPr>
          <p:cNvPr id="1017" name="Google Shape;1017;p101"/>
          <p:cNvSpPr/>
          <p:nvPr/>
        </p:nvSpPr>
        <p:spPr>
          <a:xfrm>
            <a:off x="390200" y="3306650"/>
            <a:ext cx="2897400" cy="606900"/>
          </a:xfrm>
          <a:prstGeom prst="roundRect">
            <a:avLst>
              <a:gd fmla="val 16667" name="adj"/>
            </a:avLst>
          </a:prstGeom>
          <a:solidFill>
            <a:schemeClr val="accent3"/>
          </a:solidFill>
          <a:ln>
            <a:noFill/>
          </a:ln>
        </p:spPr>
        <p:txBody>
          <a:bodyPr anchorCtr="0" anchor="ctr" bIns="91425" lIns="91425" spcFirstLastPara="1" rIns="91425" wrap="square" tIns="91425">
            <a:noAutofit/>
          </a:bodyPr>
          <a:lstStyle/>
          <a:p>
            <a:pPr indent="0" lvl="0" marL="0" rtl="0" algn="r">
              <a:spcBef>
                <a:spcPts val="0"/>
              </a:spcBef>
              <a:spcAft>
                <a:spcPts val="0"/>
              </a:spcAft>
              <a:buNone/>
            </a:pPr>
            <a:r>
              <a:rPr b="1" lang="en" sz="3000">
                <a:solidFill>
                  <a:schemeClr val="lt1"/>
                </a:solidFill>
                <a:latin typeface="Roboto"/>
                <a:ea typeface="Roboto"/>
                <a:cs typeface="Roboto"/>
                <a:sym typeface="Roboto"/>
              </a:rPr>
              <a:t>0.5</a:t>
            </a:r>
            <a:endParaRPr b="1" sz="3000">
              <a:solidFill>
                <a:schemeClr val="lt1"/>
              </a:solidFill>
              <a:latin typeface="Roboto"/>
              <a:ea typeface="Roboto"/>
              <a:cs typeface="Roboto"/>
              <a:sym typeface="Roboto"/>
            </a:endParaRPr>
          </a:p>
        </p:txBody>
      </p:sp>
      <p:sp>
        <p:nvSpPr>
          <p:cNvPr id="1018" name="Google Shape;1018;p101"/>
          <p:cNvSpPr/>
          <p:nvPr/>
        </p:nvSpPr>
        <p:spPr>
          <a:xfrm>
            <a:off x="390200" y="4071350"/>
            <a:ext cx="1484400" cy="606900"/>
          </a:xfrm>
          <a:prstGeom prst="roundRect">
            <a:avLst>
              <a:gd fmla="val 16667" name="adj"/>
            </a:avLst>
          </a:prstGeom>
          <a:solidFill>
            <a:schemeClr val="dk2"/>
          </a:solidFill>
          <a:ln>
            <a:noFill/>
          </a:ln>
        </p:spPr>
        <p:txBody>
          <a:bodyPr anchorCtr="0" anchor="ctr" bIns="91425" lIns="91425" spcFirstLastPara="1" rIns="91425" wrap="square" tIns="91425">
            <a:noAutofit/>
          </a:bodyPr>
          <a:lstStyle/>
          <a:p>
            <a:pPr indent="0" lvl="0" marL="0" rtl="0" algn="r">
              <a:spcBef>
                <a:spcPts val="0"/>
              </a:spcBef>
              <a:spcAft>
                <a:spcPts val="0"/>
              </a:spcAft>
              <a:buNone/>
            </a:pPr>
            <a:r>
              <a:rPr b="1" lang="en" sz="3000">
                <a:solidFill>
                  <a:schemeClr val="lt1"/>
                </a:solidFill>
                <a:latin typeface="Roboto"/>
                <a:ea typeface="Roboto"/>
                <a:cs typeface="Roboto"/>
                <a:sym typeface="Roboto"/>
              </a:rPr>
              <a:t>0</a:t>
            </a:r>
            <a:r>
              <a:rPr b="1" lang="en" sz="3000">
                <a:solidFill>
                  <a:schemeClr val="lt1"/>
                </a:solidFill>
                <a:latin typeface="Roboto"/>
                <a:ea typeface="Roboto"/>
                <a:cs typeface="Roboto"/>
                <a:sym typeface="Roboto"/>
              </a:rPr>
              <a:t>.25</a:t>
            </a:r>
            <a:endParaRPr b="1" sz="3000">
              <a:solidFill>
                <a:schemeClr val="lt1"/>
              </a:solidFill>
              <a:latin typeface="Roboto"/>
              <a:ea typeface="Roboto"/>
              <a:cs typeface="Roboto"/>
              <a:sym typeface="Roboto"/>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2" name="Shape 1022"/>
        <p:cNvGrpSpPr/>
        <p:nvPr/>
      </p:nvGrpSpPr>
      <p:grpSpPr>
        <a:xfrm>
          <a:off x="0" y="0"/>
          <a:ext cx="0" cy="0"/>
          <a:chOff x="0" y="0"/>
          <a:chExt cx="0" cy="0"/>
        </a:xfrm>
      </p:grpSpPr>
      <p:sp>
        <p:nvSpPr>
          <p:cNvPr id="1023" name="Google Shape;1023;p102"/>
          <p:cNvSpPr txBox="1"/>
          <p:nvPr>
            <p:ph type="title"/>
          </p:nvPr>
        </p:nvSpPr>
        <p:spPr>
          <a:xfrm>
            <a:off x="3141250" y="1034550"/>
            <a:ext cx="5896500" cy="3074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0" lang="en">
                <a:latin typeface="Roboto"/>
                <a:ea typeface="Roboto"/>
                <a:cs typeface="Roboto"/>
                <a:sym typeface="Roboto"/>
              </a:rPr>
              <a:t>A mail server that’s reduced to 0% functionality during a power outage has an exposure factor of what?</a:t>
            </a:r>
            <a:endParaRPr b="0">
              <a:latin typeface="Roboto"/>
              <a:ea typeface="Roboto"/>
              <a:cs typeface="Roboto"/>
              <a:sym typeface="Roboto"/>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7" name="Shape 1027"/>
        <p:cNvGrpSpPr/>
        <p:nvPr/>
      </p:nvGrpSpPr>
      <p:grpSpPr>
        <a:xfrm>
          <a:off x="0" y="0"/>
          <a:ext cx="0" cy="0"/>
          <a:chOff x="0" y="0"/>
          <a:chExt cx="0" cy="0"/>
        </a:xfrm>
      </p:grpSpPr>
      <p:sp>
        <p:nvSpPr>
          <p:cNvPr id="1028" name="Google Shape;1028;p103"/>
          <p:cNvSpPr txBox="1"/>
          <p:nvPr>
            <p:ph type="title"/>
          </p:nvPr>
        </p:nvSpPr>
        <p:spPr>
          <a:xfrm>
            <a:off x="3156975" y="2137650"/>
            <a:ext cx="5555100" cy="868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0" lang="en">
                <a:latin typeface="Roboto"/>
                <a:ea typeface="Roboto"/>
                <a:cs typeface="Roboto"/>
                <a:sym typeface="Roboto"/>
              </a:rPr>
              <a:t>Exposure Factor of 1</a:t>
            </a:r>
            <a:endParaRPr b="0">
              <a:latin typeface="Roboto"/>
              <a:ea typeface="Roboto"/>
              <a:cs typeface="Roboto"/>
              <a:sym typeface="Roboto"/>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2" name="Shape 1032"/>
        <p:cNvGrpSpPr/>
        <p:nvPr/>
      </p:nvGrpSpPr>
      <p:grpSpPr>
        <a:xfrm>
          <a:off x="0" y="0"/>
          <a:ext cx="0" cy="0"/>
          <a:chOff x="0" y="0"/>
          <a:chExt cx="0" cy="0"/>
        </a:xfrm>
      </p:grpSpPr>
      <p:sp>
        <p:nvSpPr>
          <p:cNvPr id="1033" name="Google Shape;1033;p104"/>
          <p:cNvSpPr txBox="1"/>
          <p:nvPr>
            <p:ph idx="2" type="title"/>
          </p:nvPr>
        </p:nvSpPr>
        <p:spPr>
          <a:xfrm>
            <a:off x="1744575" y="1039700"/>
            <a:ext cx="5655900" cy="3131700"/>
          </a:xfrm>
          <a:prstGeom prst="rect">
            <a:avLst/>
          </a:prstGeom>
        </p:spPr>
        <p:txBody>
          <a:bodyPr anchorCtr="0" anchor="ctr" bIns="0" lIns="0" spcFirstLastPara="1" rIns="0" wrap="square" tIns="0">
            <a:noAutofit/>
          </a:bodyPr>
          <a:lstStyle/>
          <a:p>
            <a:pPr indent="0" lvl="0" marL="0" rtl="0" algn="l">
              <a:lnSpc>
                <a:spcPct val="100000"/>
              </a:lnSpc>
              <a:spcBef>
                <a:spcPts val="0"/>
              </a:spcBef>
              <a:spcAft>
                <a:spcPts val="1200"/>
              </a:spcAft>
              <a:buNone/>
            </a:pPr>
            <a:r>
              <a:rPr b="1" lang="en" sz="3300">
                <a:latin typeface="Roboto"/>
                <a:ea typeface="Roboto"/>
                <a:cs typeface="Roboto"/>
                <a:sym typeface="Roboto"/>
              </a:rPr>
              <a:t>Loss expectancy</a:t>
            </a:r>
            <a:r>
              <a:rPr lang="en" sz="3300">
                <a:latin typeface="Roboto"/>
                <a:ea typeface="Roboto"/>
                <a:cs typeface="Roboto"/>
                <a:sym typeface="Roboto"/>
              </a:rPr>
              <a:t> is the measure of how much money an organization will lose in </a:t>
            </a:r>
            <a:br>
              <a:rPr lang="en" sz="3300">
                <a:latin typeface="Roboto"/>
                <a:ea typeface="Roboto"/>
                <a:cs typeface="Roboto"/>
                <a:sym typeface="Roboto"/>
              </a:rPr>
            </a:br>
            <a:r>
              <a:rPr lang="en" sz="3300">
                <a:latin typeface="Roboto"/>
                <a:ea typeface="Roboto"/>
                <a:cs typeface="Roboto"/>
                <a:sym typeface="Roboto"/>
              </a:rPr>
              <a:t>the event of a given breach.</a:t>
            </a:r>
            <a:endParaRPr>
              <a:latin typeface="Roboto"/>
              <a:ea typeface="Roboto"/>
              <a:cs typeface="Roboto"/>
              <a:sym typeface="Roboto"/>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7" name="Shape 1037"/>
        <p:cNvGrpSpPr/>
        <p:nvPr/>
      </p:nvGrpSpPr>
      <p:grpSpPr>
        <a:xfrm>
          <a:off x="0" y="0"/>
          <a:ext cx="0" cy="0"/>
          <a:chOff x="0" y="0"/>
          <a:chExt cx="0" cy="0"/>
        </a:xfrm>
      </p:grpSpPr>
      <p:sp>
        <p:nvSpPr>
          <p:cNvPr id="1038" name="Google Shape;1038;p105"/>
          <p:cNvSpPr txBox="1"/>
          <p:nvPr>
            <p:ph type="title"/>
          </p:nvPr>
        </p:nvSpPr>
        <p:spPr>
          <a:xfrm>
            <a:off x="434425" y="197375"/>
            <a:ext cx="8832300" cy="572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Loss Expectancy</a:t>
            </a:r>
            <a:endParaRPr/>
          </a:p>
        </p:txBody>
      </p:sp>
      <p:sp>
        <p:nvSpPr>
          <p:cNvPr id="1039" name="Google Shape;1039;p105"/>
          <p:cNvSpPr/>
          <p:nvPr/>
        </p:nvSpPr>
        <p:spPr>
          <a:xfrm flipH="1">
            <a:off x="474620" y="1941441"/>
            <a:ext cx="2428500" cy="2700900"/>
          </a:xfrm>
          <a:prstGeom prst="round2DiagRect">
            <a:avLst>
              <a:gd fmla="val 16667" name="adj1"/>
              <a:gd fmla="val 0" name="adj2"/>
            </a:avLst>
          </a:prstGeom>
          <a:solidFill>
            <a:schemeClr val="lt2"/>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2"/>
                </a:solidFill>
                <a:latin typeface="Roboto"/>
                <a:ea typeface="Roboto"/>
                <a:cs typeface="Roboto"/>
                <a:sym typeface="Roboto"/>
              </a:rPr>
              <a:t>Estimated cost of the risk occurring on a given asset.</a:t>
            </a:r>
            <a:endParaRPr>
              <a:solidFill>
                <a:schemeClr val="dk2"/>
              </a:solidFill>
              <a:latin typeface="Roboto"/>
              <a:ea typeface="Roboto"/>
              <a:cs typeface="Roboto"/>
              <a:sym typeface="Roboto"/>
            </a:endParaRPr>
          </a:p>
        </p:txBody>
      </p:sp>
      <p:sp>
        <p:nvSpPr>
          <p:cNvPr id="1040" name="Google Shape;1040;p105"/>
          <p:cNvSpPr/>
          <p:nvPr/>
        </p:nvSpPr>
        <p:spPr>
          <a:xfrm flipH="1">
            <a:off x="3303545" y="1913425"/>
            <a:ext cx="2428500" cy="2700900"/>
          </a:xfrm>
          <a:prstGeom prst="round2DiagRect">
            <a:avLst>
              <a:gd fmla="val 16667" name="adj1"/>
              <a:gd fmla="val 0" name="adj2"/>
            </a:avLst>
          </a:prstGeom>
          <a:solidFill>
            <a:schemeClr val="lt2"/>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2"/>
                </a:solidFill>
                <a:latin typeface="Roboto"/>
                <a:ea typeface="Roboto"/>
                <a:cs typeface="Roboto"/>
                <a:sym typeface="Roboto"/>
              </a:rPr>
              <a:t>Estimated number </a:t>
            </a:r>
            <a:br>
              <a:rPr lang="en">
                <a:solidFill>
                  <a:schemeClr val="dk2"/>
                </a:solidFill>
                <a:latin typeface="Roboto"/>
                <a:ea typeface="Roboto"/>
                <a:cs typeface="Roboto"/>
                <a:sym typeface="Roboto"/>
              </a:rPr>
            </a:br>
            <a:r>
              <a:rPr lang="en">
                <a:solidFill>
                  <a:schemeClr val="dk2"/>
                </a:solidFill>
                <a:latin typeface="Roboto"/>
                <a:ea typeface="Roboto"/>
                <a:cs typeface="Roboto"/>
                <a:sym typeface="Roboto"/>
              </a:rPr>
              <a:t>of times the risk is likely to occur in a given year.</a:t>
            </a:r>
            <a:endParaRPr>
              <a:solidFill>
                <a:schemeClr val="dk2"/>
              </a:solidFill>
              <a:latin typeface="Roboto"/>
              <a:ea typeface="Roboto"/>
              <a:cs typeface="Roboto"/>
              <a:sym typeface="Roboto"/>
            </a:endParaRPr>
          </a:p>
        </p:txBody>
      </p:sp>
      <p:sp>
        <p:nvSpPr>
          <p:cNvPr id="1041" name="Google Shape;1041;p105"/>
          <p:cNvSpPr/>
          <p:nvPr/>
        </p:nvSpPr>
        <p:spPr>
          <a:xfrm flipH="1">
            <a:off x="6132470" y="1914186"/>
            <a:ext cx="2428500" cy="2700900"/>
          </a:xfrm>
          <a:prstGeom prst="round2DiagRect">
            <a:avLst>
              <a:gd fmla="val 16667" name="adj1"/>
              <a:gd fmla="val 0" name="adj2"/>
            </a:avLst>
          </a:prstGeom>
          <a:solidFill>
            <a:schemeClr val="lt2"/>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2"/>
                </a:solidFill>
                <a:latin typeface="Roboto"/>
                <a:ea typeface="Roboto"/>
                <a:cs typeface="Roboto"/>
                <a:sym typeface="Roboto"/>
              </a:rPr>
              <a:t>Estimated cost of a risk occurring in a given year.</a:t>
            </a:r>
            <a:endParaRPr>
              <a:solidFill>
                <a:schemeClr val="dk2"/>
              </a:solidFill>
              <a:latin typeface="Roboto"/>
              <a:ea typeface="Roboto"/>
              <a:cs typeface="Roboto"/>
              <a:sym typeface="Roboto"/>
            </a:endParaRPr>
          </a:p>
        </p:txBody>
      </p:sp>
      <p:sp>
        <p:nvSpPr>
          <p:cNvPr id="1042" name="Google Shape;1042;p105"/>
          <p:cNvSpPr/>
          <p:nvPr/>
        </p:nvSpPr>
        <p:spPr>
          <a:xfrm>
            <a:off x="457150" y="937725"/>
            <a:ext cx="2428500" cy="737400"/>
          </a:xfrm>
          <a:prstGeom prst="roundRect">
            <a:avLst>
              <a:gd fmla="val 16667"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Clr>
                <a:srgbClr val="000000"/>
              </a:buClr>
              <a:buSzPts val="1100"/>
              <a:buFont typeface="Arial"/>
              <a:buNone/>
            </a:pPr>
            <a:r>
              <a:rPr b="1" lang="en">
                <a:solidFill>
                  <a:schemeClr val="lt1"/>
                </a:solidFill>
                <a:latin typeface="Roboto"/>
                <a:ea typeface="Roboto"/>
                <a:cs typeface="Roboto"/>
                <a:sym typeface="Roboto"/>
              </a:rPr>
              <a:t>Single Loss Expectancy (SLE) </a:t>
            </a:r>
            <a:endParaRPr b="1">
              <a:solidFill>
                <a:schemeClr val="lt1"/>
              </a:solidFill>
              <a:latin typeface="Roboto"/>
              <a:ea typeface="Roboto"/>
              <a:cs typeface="Roboto"/>
              <a:sym typeface="Roboto"/>
            </a:endParaRPr>
          </a:p>
        </p:txBody>
      </p:sp>
      <p:sp>
        <p:nvSpPr>
          <p:cNvPr id="1043" name="Google Shape;1043;p105"/>
          <p:cNvSpPr/>
          <p:nvPr/>
        </p:nvSpPr>
        <p:spPr>
          <a:xfrm rot="10800000">
            <a:off x="593344" y="1651746"/>
            <a:ext cx="261029" cy="144694"/>
          </a:xfrm>
          <a:prstGeom prst="flowChartExtra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b="1">
              <a:solidFill>
                <a:schemeClr val="lt1"/>
              </a:solidFill>
            </a:endParaRPr>
          </a:p>
        </p:txBody>
      </p:sp>
      <p:sp>
        <p:nvSpPr>
          <p:cNvPr id="1044" name="Google Shape;1044;p105"/>
          <p:cNvSpPr/>
          <p:nvPr/>
        </p:nvSpPr>
        <p:spPr>
          <a:xfrm>
            <a:off x="3305125" y="937625"/>
            <a:ext cx="2428500" cy="737400"/>
          </a:xfrm>
          <a:prstGeom prst="roundRect">
            <a:avLst>
              <a:gd fmla="val 16667"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Clr>
                <a:srgbClr val="000000"/>
              </a:buClr>
              <a:buSzPts val="1100"/>
              <a:buFont typeface="Arial"/>
              <a:buNone/>
            </a:pPr>
            <a:r>
              <a:rPr b="1" lang="en">
                <a:solidFill>
                  <a:schemeClr val="dk2"/>
                </a:solidFill>
                <a:latin typeface="Roboto"/>
                <a:ea typeface="Roboto"/>
                <a:cs typeface="Roboto"/>
                <a:sym typeface="Roboto"/>
              </a:rPr>
              <a:t>Annual Rate of Occurrence (ARO) </a:t>
            </a:r>
            <a:endParaRPr b="1">
              <a:solidFill>
                <a:schemeClr val="dk2"/>
              </a:solidFill>
              <a:latin typeface="Roboto"/>
              <a:ea typeface="Roboto"/>
              <a:cs typeface="Roboto"/>
              <a:sym typeface="Roboto"/>
            </a:endParaRPr>
          </a:p>
        </p:txBody>
      </p:sp>
      <p:sp>
        <p:nvSpPr>
          <p:cNvPr id="1045" name="Google Shape;1045;p105"/>
          <p:cNvSpPr/>
          <p:nvPr/>
        </p:nvSpPr>
        <p:spPr>
          <a:xfrm rot="10800000">
            <a:off x="3441319" y="1651746"/>
            <a:ext cx="261029" cy="144694"/>
          </a:xfrm>
          <a:prstGeom prst="flowChartExtra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b="1">
              <a:solidFill>
                <a:schemeClr val="dk2"/>
              </a:solidFill>
            </a:endParaRPr>
          </a:p>
        </p:txBody>
      </p:sp>
      <p:sp>
        <p:nvSpPr>
          <p:cNvPr id="1046" name="Google Shape;1046;p105"/>
          <p:cNvSpPr/>
          <p:nvPr/>
        </p:nvSpPr>
        <p:spPr>
          <a:xfrm>
            <a:off x="6100250" y="923825"/>
            <a:ext cx="2428500" cy="737400"/>
          </a:xfrm>
          <a:prstGeom prst="roundRect">
            <a:avLst>
              <a:gd fmla="val 16667" name="adj"/>
            </a:avLst>
          </a:prstGeom>
          <a:solidFill>
            <a:srgbClr val="043461"/>
          </a:solidFill>
          <a:ln>
            <a:noFill/>
          </a:ln>
        </p:spPr>
        <p:txBody>
          <a:bodyPr anchorCtr="0" anchor="ctr" bIns="91425" lIns="91425" spcFirstLastPara="1" rIns="91425" wrap="square" tIns="91425">
            <a:noAutofit/>
          </a:bodyPr>
          <a:lstStyle/>
          <a:p>
            <a:pPr indent="0" lvl="0" marL="0" rtl="0" algn="l">
              <a:spcBef>
                <a:spcPts val="0"/>
              </a:spcBef>
              <a:spcAft>
                <a:spcPts val="0"/>
              </a:spcAft>
              <a:buClr>
                <a:srgbClr val="000000"/>
              </a:buClr>
              <a:buSzPts val="1100"/>
              <a:buFont typeface="Arial"/>
              <a:buNone/>
            </a:pPr>
            <a:r>
              <a:rPr b="1" lang="en">
                <a:solidFill>
                  <a:srgbClr val="FFFFFF"/>
                </a:solidFill>
                <a:latin typeface="Roboto"/>
                <a:ea typeface="Roboto"/>
                <a:cs typeface="Roboto"/>
                <a:sym typeface="Roboto"/>
              </a:rPr>
              <a:t>Annual Loss Expectancy (ALE)</a:t>
            </a:r>
            <a:endParaRPr b="1">
              <a:solidFill>
                <a:srgbClr val="FFFFFF"/>
              </a:solidFill>
              <a:latin typeface="Roboto"/>
              <a:ea typeface="Roboto"/>
              <a:cs typeface="Roboto"/>
              <a:sym typeface="Roboto"/>
            </a:endParaRPr>
          </a:p>
        </p:txBody>
      </p:sp>
      <p:sp>
        <p:nvSpPr>
          <p:cNvPr id="1047" name="Google Shape;1047;p105"/>
          <p:cNvSpPr/>
          <p:nvPr/>
        </p:nvSpPr>
        <p:spPr>
          <a:xfrm rot="10800000">
            <a:off x="6270244" y="1652496"/>
            <a:ext cx="261029" cy="144694"/>
          </a:xfrm>
          <a:prstGeom prst="flowChartExtract">
            <a:avLst/>
          </a:prstGeom>
          <a:solidFill>
            <a:srgbClr val="0434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b="1"/>
          </a:p>
        </p:txBody>
      </p:sp>
      <p:sp>
        <p:nvSpPr>
          <p:cNvPr id="1048" name="Google Shape;1048;p105"/>
          <p:cNvSpPr txBox="1"/>
          <p:nvPr/>
        </p:nvSpPr>
        <p:spPr>
          <a:xfrm>
            <a:off x="474620" y="3234075"/>
            <a:ext cx="2428500" cy="1255200"/>
          </a:xfrm>
          <a:prstGeom prst="rect">
            <a:avLst/>
          </a:prstGeom>
          <a:noFill/>
          <a:ln>
            <a:noFill/>
          </a:ln>
        </p:spPr>
        <p:txBody>
          <a:bodyPr anchorCtr="0" anchor="t" bIns="91425" lIns="182875" spcFirstLastPara="1" rIns="91425" wrap="square" tIns="137150">
            <a:noAutofit/>
          </a:bodyPr>
          <a:lstStyle/>
          <a:p>
            <a:pPr indent="0" lvl="0" marL="0" rtl="0" algn="l">
              <a:spcBef>
                <a:spcPts val="0"/>
              </a:spcBef>
              <a:spcAft>
                <a:spcPts val="0"/>
              </a:spcAft>
              <a:buNone/>
            </a:pPr>
            <a:r>
              <a:rPr b="1" lang="en">
                <a:solidFill>
                  <a:schemeClr val="dk2"/>
                </a:solidFill>
                <a:latin typeface="Roboto Mono"/>
                <a:ea typeface="Roboto Mono"/>
                <a:cs typeface="Roboto Mono"/>
                <a:sym typeface="Roboto Mono"/>
              </a:rPr>
              <a:t>SLE = AV </a:t>
            </a:r>
            <a:r>
              <a:rPr b="1" lang="en">
                <a:solidFill>
                  <a:schemeClr val="dk2"/>
                </a:solidFill>
                <a:latin typeface="Roboto Mono"/>
                <a:ea typeface="Roboto Mono"/>
                <a:cs typeface="Roboto Mono"/>
                <a:sym typeface="Roboto Mono"/>
              </a:rPr>
              <a:t>×</a:t>
            </a:r>
            <a:r>
              <a:rPr b="1" lang="en">
                <a:solidFill>
                  <a:schemeClr val="dk2"/>
                </a:solidFill>
                <a:latin typeface="Roboto Mono"/>
                <a:ea typeface="Roboto Mono"/>
                <a:cs typeface="Roboto Mono"/>
                <a:sym typeface="Roboto Mono"/>
              </a:rPr>
              <a:t> EF</a:t>
            </a:r>
            <a:endParaRPr>
              <a:solidFill>
                <a:schemeClr val="dk2"/>
              </a:solidFill>
              <a:latin typeface="Roboto Mono"/>
              <a:ea typeface="Roboto Mono"/>
              <a:cs typeface="Roboto Mono"/>
              <a:sym typeface="Roboto Mono"/>
            </a:endParaRPr>
          </a:p>
          <a:p>
            <a:pPr indent="0" lvl="0" marL="0" rtl="0" algn="l">
              <a:spcBef>
                <a:spcPts val="800"/>
              </a:spcBef>
              <a:spcAft>
                <a:spcPts val="0"/>
              </a:spcAft>
              <a:buNone/>
            </a:pPr>
            <a:r>
              <a:rPr lang="en">
                <a:solidFill>
                  <a:schemeClr val="dk2"/>
                </a:solidFill>
                <a:latin typeface="Roboto"/>
                <a:ea typeface="Roboto"/>
                <a:cs typeface="Roboto"/>
                <a:sym typeface="Roboto"/>
              </a:rPr>
              <a:t>AV = Asset value</a:t>
            </a:r>
            <a:endParaRPr>
              <a:solidFill>
                <a:schemeClr val="dk2"/>
              </a:solidFill>
              <a:latin typeface="Roboto"/>
              <a:ea typeface="Roboto"/>
              <a:cs typeface="Roboto"/>
              <a:sym typeface="Roboto"/>
            </a:endParaRPr>
          </a:p>
          <a:p>
            <a:pPr indent="0" lvl="0" marL="0" rtl="0" algn="l">
              <a:spcBef>
                <a:spcPts val="0"/>
              </a:spcBef>
              <a:spcAft>
                <a:spcPts val="0"/>
              </a:spcAft>
              <a:buNone/>
            </a:pPr>
            <a:r>
              <a:rPr lang="en">
                <a:solidFill>
                  <a:schemeClr val="dk2"/>
                </a:solidFill>
                <a:latin typeface="Roboto"/>
                <a:ea typeface="Roboto"/>
                <a:cs typeface="Roboto"/>
                <a:sym typeface="Roboto"/>
              </a:rPr>
              <a:t>EF = Exposure factor</a:t>
            </a:r>
            <a:endParaRPr>
              <a:solidFill>
                <a:schemeClr val="dk2"/>
              </a:solidFill>
              <a:highlight>
                <a:srgbClr val="FFD966"/>
              </a:highlight>
              <a:latin typeface="Roboto"/>
              <a:ea typeface="Roboto"/>
              <a:cs typeface="Roboto"/>
              <a:sym typeface="Roboto"/>
            </a:endParaRPr>
          </a:p>
        </p:txBody>
      </p:sp>
      <p:cxnSp>
        <p:nvCxnSpPr>
          <p:cNvPr id="1049" name="Google Shape;1049;p105"/>
          <p:cNvCxnSpPr/>
          <p:nvPr/>
        </p:nvCxnSpPr>
        <p:spPr>
          <a:xfrm>
            <a:off x="649720" y="3074050"/>
            <a:ext cx="2078100" cy="0"/>
          </a:xfrm>
          <a:prstGeom prst="straightConnector1">
            <a:avLst/>
          </a:prstGeom>
          <a:noFill/>
          <a:ln cap="flat" cmpd="sng" w="9525">
            <a:solidFill>
              <a:schemeClr val="dk2"/>
            </a:solidFill>
            <a:prstDash val="solid"/>
            <a:round/>
            <a:headEnd len="med" w="med" type="none"/>
            <a:tailEnd len="med" w="med" type="none"/>
          </a:ln>
        </p:spPr>
      </p:cxnSp>
      <p:cxnSp>
        <p:nvCxnSpPr>
          <p:cNvPr id="1050" name="Google Shape;1050;p105"/>
          <p:cNvCxnSpPr/>
          <p:nvPr/>
        </p:nvCxnSpPr>
        <p:spPr>
          <a:xfrm>
            <a:off x="3478745" y="3074050"/>
            <a:ext cx="2078100" cy="0"/>
          </a:xfrm>
          <a:prstGeom prst="straightConnector1">
            <a:avLst/>
          </a:prstGeom>
          <a:noFill/>
          <a:ln cap="flat" cmpd="sng" w="9525">
            <a:solidFill>
              <a:schemeClr val="dk2"/>
            </a:solidFill>
            <a:prstDash val="solid"/>
            <a:round/>
            <a:headEnd len="med" w="med" type="none"/>
            <a:tailEnd len="med" w="med" type="none"/>
          </a:ln>
        </p:spPr>
      </p:cxnSp>
      <p:cxnSp>
        <p:nvCxnSpPr>
          <p:cNvPr id="1051" name="Google Shape;1051;p105"/>
          <p:cNvCxnSpPr/>
          <p:nvPr/>
        </p:nvCxnSpPr>
        <p:spPr>
          <a:xfrm>
            <a:off x="6333170" y="3074050"/>
            <a:ext cx="2078100" cy="0"/>
          </a:xfrm>
          <a:prstGeom prst="straightConnector1">
            <a:avLst/>
          </a:prstGeom>
          <a:noFill/>
          <a:ln cap="flat" cmpd="sng" w="9525">
            <a:solidFill>
              <a:schemeClr val="dk2"/>
            </a:solidFill>
            <a:prstDash val="solid"/>
            <a:round/>
            <a:headEnd len="med" w="med" type="none"/>
            <a:tailEnd len="med" w="med" type="none"/>
          </a:ln>
        </p:spPr>
      </p:cxnSp>
      <p:sp>
        <p:nvSpPr>
          <p:cNvPr id="1052" name="Google Shape;1052;p105"/>
          <p:cNvSpPr txBox="1"/>
          <p:nvPr/>
        </p:nvSpPr>
        <p:spPr>
          <a:xfrm>
            <a:off x="3303545" y="3234075"/>
            <a:ext cx="2428500" cy="1078500"/>
          </a:xfrm>
          <a:prstGeom prst="rect">
            <a:avLst/>
          </a:prstGeom>
          <a:noFill/>
          <a:ln>
            <a:noFill/>
          </a:ln>
        </p:spPr>
        <p:txBody>
          <a:bodyPr anchorCtr="0" anchor="t" bIns="91425" lIns="182875" spcFirstLastPara="1" rIns="91425" wrap="square" tIns="137150">
            <a:noAutofit/>
          </a:bodyPr>
          <a:lstStyle/>
          <a:p>
            <a:pPr indent="0" lvl="0" marL="0" rtl="0" algn="l">
              <a:spcBef>
                <a:spcPts val="0"/>
              </a:spcBef>
              <a:spcAft>
                <a:spcPts val="0"/>
              </a:spcAft>
              <a:buNone/>
            </a:pPr>
            <a:r>
              <a:rPr b="1" lang="en">
                <a:solidFill>
                  <a:schemeClr val="dk2"/>
                </a:solidFill>
                <a:latin typeface="Roboto Mono"/>
                <a:ea typeface="Roboto Mono"/>
                <a:cs typeface="Roboto Mono"/>
                <a:sym typeface="Roboto Mono"/>
              </a:rPr>
              <a:t>ARO = X / 1 years</a:t>
            </a:r>
            <a:endParaRPr>
              <a:solidFill>
                <a:schemeClr val="dk2"/>
              </a:solidFill>
              <a:latin typeface="Roboto Mono"/>
              <a:ea typeface="Roboto Mono"/>
              <a:cs typeface="Roboto Mono"/>
              <a:sym typeface="Roboto Mono"/>
            </a:endParaRPr>
          </a:p>
          <a:p>
            <a:pPr indent="0" lvl="0" marL="0" rtl="0" algn="l">
              <a:spcBef>
                <a:spcPts val="800"/>
              </a:spcBef>
              <a:spcAft>
                <a:spcPts val="0"/>
              </a:spcAft>
              <a:buNone/>
            </a:pPr>
            <a:r>
              <a:rPr lang="en">
                <a:solidFill>
                  <a:schemeClr val="dk2"/>
                </a:solidFill>
                <a:latin typeface="Roboto"/>
                <a:ea typeface="Roboto"/>
                <a:cs typeface="Roboto"/>
                <a:sym typeface="Roboto"/>
              </a:rPr>
              <a:t>X = number of occurrences</a:t>
            </a:r>
            <a:endParaRPr>
              <a:solidFill>
                <a:schemeClr val="dk2"/>
              </a:solidFill>
              <a:highlight>
                <a:srgbClr val="FFD966"/>
              </a:highlight>
              <a:latin typeface="Roboto"/>
              <a:ea typeface="Roboto"/>
              <a:cs typeface="Roboto"/>
              <a:sym typeface="Roboto"/>
            </a:endParaRPr>
          </a:p>
        </p:txBody>
      </p:sp>
      <p:sp>
        <p:nvSpPr>
          <p:cNvPr id="1053" name="Google Shape;1053;p105"/>
          <p:cNvSpPr txBox="1"/>
          <p:nvPr/>
        </p:nvSpPr>
        <p:spPr>
          <a:xfrm>
            <a:off x="6132470" y="3234075"/>
            <a:ext cx="2457600" cy="1255200"/>
          </a:xfrm>
          <a:prstGeom prst="rect">
            <a:avLst/>
          </a:prstGeom>
          <a:noFill/>
          <a:ln>
            <a:noFill/>
          </a:ln>
        </p:spPr>
        <p:txBody>
          <a:bodyPr anchorCtr="0" anchor="t" bIns="91425" lIns="182875" spcFirstLastPara="1" rIns="91425" wrap="square" tIns="137150">
            <a:noAutofit/>
          </a:bodyPr>
          <a:lstStyle/>
          <a:p>
            <a:pPr indent="0" lvl="0" marL="0" rtl="0" algn="l">
              <a:spcBef>
                <a:spcPts val="0"/>
              </a:spcBef>
              <a:spcAft>
                <a:spcPts val="800"/>
              </a:spcAft>
              <a:buNone/>
            </a:pPr>
            <a:r>
              <a:rPr b="1" lang="en">
                <a:solidFill>
                  <a:schemeClr val="dk2"/>
                </a:solidFill>
                <a:latin typeface="Roboto Mono"/>
                <a:ea typeface="Roboto Mono"/>
                <a:cs typeface="Roboto Mono"/>
                <a:sym typeface="Roboto Mono"/>
              </a:rPr>
              <a:t>ALE = SLE × ARO</a:t>
            </a:r>
            <a:endParaRPr b="1">
              <a:solidFill>
                <a:schemeClr val="dk2"/>
              </a:solidFill>
              <a:highlight>
                <a:srgbClr val="FFD966"/>
              </a:highlight>
              <a:latin typeface="Roboto Mono"/>
              <a:ea typeface="Roboto Mono"/>
              <a:cs typeface="Roboto Mono"/>
              <a:sym typeface="Roboto Mono"/>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7" name="Shape 1057"/>
        <p:cNvGrpSpPr/>
        <p:nvPr/>
      </p:nvGrpSpPr>
      <p:grpSpPr>
        <a:xfrm>
          <a:off x="0" y="0"/>
          <a:ext cx="0" cy="0"/>
          <a:chOff x="0" y="0"/>
          <a:chExt cx="0" cy="0"/>
        </a:xfrm>
      </p:grpSpPr>
      <p:sp>
        <p:nvSpPr>
          <p:cNvPr id="1058" name="Google Shape;1058;p106"/>
          <p:cNvSpPr txBox="1"/>
          <p:nvPr>
            <p:ph type="title"/>
          </p:nvPr>
        </p:nvSpPr>
        <p:spPr>
          <a:xfrm>
            <a:off x="3141250" y="1223250"/>
            <a:ext cx="5555100" cy="2697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0" lang="en">
                <a:latin typeface="Roboto"/>
                <a:ea typeface="Roboto"/>
                <a:cs typeface="Roboto"/>
                <a:sym typeface="Roboto"/>
              </a:rPr>
              <a:t>With an asset value </a:t>
            </a:r>
            <a:br>
              <a:rPr b="0" lang="en">
                <a:latin typeface="Roboto"/>
                <a:ea typeface="Roboto"/>
                <a:cs typeface="Roboto"/>
                <a:sym typeface="Roboto"/>
              </a:rPr>
            </a:br>
            <a:r>
              <a:rPr b="0" lang="en">
                <a:latin typeface="Roboto"/>
                <a:ea typeface="Roboto"/>
                <a:cs typeface="Roboto"/>
                <a:sym typeface="Roboto"/>
              </a:rPr>
              <a:t>of $10,000 and an exposure factor of 0.5, what is the single loss expectancy?</a:t>
            </a:r>
            <a:endParaRPr b="0">
              <a:latin typeface="Roboto"/>
              <a:ea typeface="Roboto"/>
              <a:cs typeface="Roboto"/>
              <a:sym typeface="Roboto"/>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2" name="Shape 1062"/>
        <p:cNvGrpSpPr/>
        <p:nvPr/>
      </p:nvGrpSpPr>
      <p:grpSpPr>
        <a:xfrm>
          <a:off x="0" y="0"/>
          <a:ext cx="0" cy="0"/>
          <a:chOff x="0" y="0"/>
          <a:chExt cx="0" cy="0"/>
        </a:xfrm>
      </p:grpSpPr>
      <p:sp>
        <p:nvSpPr>
          <p:cNvPr id="1063" name="Google Shape;1063;p107"/>
          <p:cNvSpPr txBox="1"/>
          <p:nvPr>
            <p:ph type="title"/>
          </p:nvPr>
        </p:nvSpPr>
        <p:spPr>
          <a:xfrm>
            <a:off x="3145536" y="1925250"/>
            <a:ext cx="5555100" cy="13047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2000"/>
              </a:spcAft>
              <a:buNone/>
            </a:pPr>
            <a:r>
              <a:rPr lang="en">
                <a:latin typeface="Roboto"/>
                <a:ea typeface="Roboto"/>
                <a:cs typeface="Roboto"/>
                <a:sym typeface="Roboto"/>
              </a:rPr>
              <a:t>SLE = AV × EF</a:t>
            </a:r>
            <a:br>
              <a:rPr b="0" lang="en">
                <a:latin typeface="Roboto"/>
                <a:ea typeface="Roboto"/>
                <a:cs typeface="Roboto"/>
                <a:sym typeface="Roboto"/>
              </a:rPr>
            </a:br>
            <a:r>
              <a:rPr b="0" lang="en">
                <a:latin typeface="Roboto"/>
                <a:ea typeface="Roboto"/>
                <a:cs typeface="Roboto"/>
                <a:sym typeface="Roboto"/>
              </a:rPr>
              <a:t>10,000 × 0.5 = 5,000</a:t>
            </a:r>
            <a:endParaRPr b="0">
              <a:latin typeface="Roboto"/>
              <a:ea typeface="Roboto"/>
              <a:cs typeface="Roboto"/>
              <a:sym typeface="Roboto"/>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7" name="Shape 1067"/>
        <p:cNvGrpSpPr/>
        <p:nvPr/>
      </p:nvGrpSpPr>
      <p:grpSpPr>
        <a:xfrm>
          <a:off x="0" y="0"/>
          <a:ext cx="0" cy="0"/>
          <a:chOff x="0" y="0"/>
          <a:chExt cx="0" cy="0"/>
        </a:xfrm>
      </p:grpSpPr>
      <p:sp>
        <p:nvSpPr>
          <p:cNvPr id="1068" name="Google Shape;1068;p108"/>
          <p:cNvSpPr/>
          <p:nvPr/>
        </p:nvSpPr>
        <p:spPr>
          <a:xfrm>
            <a:off x="2500115" y="1152525"/>
            <a:ext cx="2016300" cy="3633600"/>
          </a:xfrm>
          <a:prstGeom prst="snip1Rect">
            <a:avLst>
              <a:gd fmla="val 16667"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9" name="Google Shape;1069;p108"/>
          <p:cNvSpPr/>
          <p:nvPr/>
        </p:nvSpPr>
        <p:spPr>
          <a:xfrm>
            <a:off x="4669159" y="1152525"/>
            <a:ext cx="2016300" cy="3633600"/>
          </a:xfrm>
          <a:prstGeom prst="snip1Rect">
            <a:avLst>
              <a:gd fmla="val 16667"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0" name="Google Shape;1070;p108"/>
          <p:cNvSpPr/>
          <p:nvPr/>
        </p:nvSpPr>
        <p:spPr>
          <a:xfrm>
            <a:off x="6832275" y="1152525"/>
            <a:ext cx="2016300" cy="3633600"/>
          </a:xfrm>
          <a:prstGeom prst="snip1Rect">
            <a:avLst>
              <a:gd fmla="val 16667"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1" name="Google Shape;1071;p108"/>
          <p:cNvSpPr/>
          <p:nvPr/>
        </p:nvSpPr>
        <p:spPr>
          <a:xfrm>
            <a:off x="331075" y="1152525"/>
            <a:ext cx="2016300" cy="3633600"/>
          </a:xfrm>
          <a:prstGeom prst="snip1Rect">
            <a:avLst>
              <a:gd fmla="val 16667"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2" name="Google Shape;1072;p108"/>
          <p:cNvSpPr/>
          <p:nvPr/>
        </p:nvSpPr>
        <p:spPr>
          <a:xfrm>
            <a:off x="210000" y="1681975"/>
            <a:ext cx="8934000" cy="1056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3" name="Google Shape;1073;p108"/>
          <p:cNvSpPr txBox="1"/>
          <p:nvPr/>
        </p:nvSpPr>
        <p:spPr>
          <a:xfrm>
            <a:off x="331075" y="1201425"/>
            <a:ext cx="1717200" cy="435900"/>
          </a:xfrm>
          <a:prstGeom prst="rect">
            <a:avLst/>
          </a:prstGeom>
          <a:solidFill>
            <a:schemeClr val="accent5"/>
          </a:solidFill>
          <a:ln>
            <a:noFill/>
          </a:ln>
        </p:spPr>
        <p:txBody>
          <a:bodyPr anchorCtr="0" anchor="ctr" bIns="91425" lIns="182875" spcFirstLastPara="1" rIns="91425" wrap="square" tIns="91425">
            <a:noAutofit/>
          </a:bodyPr>
          <a:lstStyle/>
          <a:p>
            <a:pPr indent="0" lvl="0" marL="0" rtl="0" algn="l">
              <a:lnSpc>
                <a:spcPct val="100000"/>
              </a:lnSpc>
              <a:spcBef>
                <a:spcPts val="0"/>
              </a:spcBef>
              <a:spcAft>
                <a:spcPts val="0"/>
              </a:spcAft>
              <a:buClr>
                <a:srgbClr val="000000"/>
              </a:buClr>
              <a:buSzPts val="1100"/>
              <a:buFont typeface="Arial"/>
              <a:buNone/>
            </a:pPr>
            <a:r>
              <a:rPr b="1" lang="en" sz="1800">
                <a:solidFill>
                  <a:schemeClr val="lt1"/>
                </a:solidFill>
                <a:latin typeface="Roboto"/>
                <a:ea typeface="Roboto"/>
                <a:cs typeface="Roboto"/>
                <a:sym typeface="Roboto"/>
              </a:rPr>
              <a:t>Marginal</a:t>
            </a:r>
            <a:endParaRPr sz="1800">
              <a:solidFill>
                <a:schemeClr val="lt1"/>
              </a:solidFill>
              <a:latin typeface="Roboto"/>
              <a:ea typeface="Roboto"/>
              <a:cs typeface="Roboto"/>
              <a:sym typeface="Roboto"/>
            </a:endParaRPr>
          </a:p>
        </p:txBody>
      </p:sp>
      <p:sp>
        <p:nvSpPr>
          <p:cNvPr id="1074" name="Google Shape;1074;p108"/>
          <p:cNvSpPr txBox="1"/>
          <p:nvPr/>
        </p:nvSpPr>
        <p:spPr>
          <a:xfrm>
            <a:off x="331075" y="1745800"/>
            <a:ext cx="2016300" cy="2093100"/>
          </a:xfrm>
          <a:prstGeom prst="rect">
            <a:avLst/>
          </a:prstGeom>
          <a:noFill/>
          <a:ln>
            <a:noFill/>
          </a:ln>
        </p:spPr>
        <p:txBody>
          <a:bodyPr anchorCtr="0" anchor="t" bIns="91425" lIns="182875" spcFirstLastPara="1" rIns="91425" wrap="square" tIns="137150">
            <a:noAutofit/>
          </a:bodyPr>
          <a:lstStyle/>
          <a:p>
            <a:pPr indent="0" lvl="0" marL="0" rtl="0" algn="l">
              <a:lnSpc>
                <a:spcPct val="100000"/>
              </a:lnSpc>
              <a:spcBef>
                <a:spcPts val="0"/>
              </a:spcBef>
              <a:spcAft>
                <a:spcPts val="1000"/>
              </a:spcAft>
              <a:buClr>
                <a:schemeClr val="dk1"/>
              </a:buClr>
              <a:buSzPts val="1100"/>
              <a:buFont typeface="Arial"/>
              <a:buNone/>
            </a:pPr>
            <a:r>
              <a:rPr lang="en" sz="1300">
                <a:solidFill>
                  <a:schemeClr val="lt1"/>
                </a:solidFill>
                <a:latin typeface="Roboto"/>
                <a:ea typeface="Roboto"/>
                <a:cs typeface="Roboto"/>
                <a:sym typeface="Roboto"/>
              </a:rPr>
              <a:t>The organization </a:t>
            </a:r>
            <a:br>
              <a:rPr lang="en" sz="1300">
                <a:solidFill>
                  <a:schemeClr val="lt1"/>
                </a:solidFill>
                <a:latin typeface="Roboto"/>
                <a:ea typeface="Roboto"/>
                <a:cs typeface="Roboto"/>
                <a:sym typeface="Roboto"/>
              </a:rPr>
            </a:br>
            <a:r>
              <a:rPr lang="en" sz="1300">
                <a:solidFill>
                  <a:schemeClr val="lt1"/>
                </a:solidFill>
                <a:latin typeface="Roboto"/>
                <a:ea typeface="Roboto"/>
                <a:cs typeface="Roboto"/>
                <a:sym typeface="Roboto"/>
              </a:rPr>
              <a:t>has the resources </a:t>
            </a:r>
            <a:br>
              <a:rPr lang="en" sz="1300">
                <a:solidFill>
                  <a:schemeClr val="lt1"/>
                </a:solidFill>
                <a:latin typeface="Roboto"/>
                <a:ea typeface="Roboto"/>
                <a:cs typeface="Roboto"/>
                <a:sym typeface="Roboto"/>
              </a:rPr>
            </a:br>
            <a:r>
              <a:rPr lang="en" sz="1300">
                <a:solidFill>
                  <a:schemeClr val="lt1"/>
                </a:solidFill>
                <a:latin typeface="Roboto"/>
                <a:ea typeface="Roboto"/>
                <a:cs typeface="Roboto"/>
                <a:sym typeface="Roboto"/>
              </a:rPr>
              <a:t>to respond to the breach immediately, without affecting day-to-day operations or revenue.</a:t>
            </a:r>
            <a:endParaRPr sz="1300">
              <a:solidFill>
                <a:schemeClr val="lt1"/>
              </a:solidFill>
              <a:latin typeface="Roboto"/>
              <a:ea typeface="Roboto"/>
              <a:cs typeface="Roboto"/>
              <a:sym typeface="Roboto"/>
            </a:endParaRPr>
          </a:p>
        </p:txBody>
      </p:sp>
      <p:sp>
        <p:nvSpPr>
          <p:cNvPr id="1075" name="Google Shape;1075;p108"/>
          <p:cNvSpPr txBox="1"/>
          <p:nvPr/>
        </p:nvSpPr>
        <p:spPr>
          <a:xfrm>
            <a:off x="2500325" y="1152525"/>
            <a:ext cx="2016300" cy="533700"/>
          </a:xfrm>
          <a:prstGeom prst="rect">
            <a:avLst/>
          </a:prstGeom>
          <a:noFill/>
          <a:ln>
            <a:noFill/>
          </a:ln>
        </p:spPr>
        <p:txBody>
          <a:bodyPr anchorCtr="0" anchor="ctr" bIns="91425" lIns="182875" spcFirstLastPara="1" rIns="91425" wrap="square" tIns="91425">
            <a:noAutofit/>
          </a:bodyPr>
          <a:lstStyle/>
          <a:p>
            <a:pPr indent="0" lvl="0" marL="0" rtl="0" algn="l">
              <a:lnSpc>
                <a:spcPct val="100000"/>
              </a:lnSpc>
              <a:spcBef>
                <a:spcPts val="0"/>
              </a:spcBef>
              <a:spcAft>
                <a:spcPts val="0"/>
              </a:spcAft>
              <a:buClr>
                <a:srgbClr val="000000"/>
              </a:buClr>
              <a:buSzPts val="1100"/>
              <a:buFont typeface="Arial"/>
              <a:buNone/>
            </a:pPr>
            <a:r>
              <a:rPr b="1" lang="en" sz="1800">
                <a:solidFill>
                  <a:schemeClr val="lt1"/>
                </a:solidFill>
                <a:latin typeface="Roboto"/>
                <a:ea typeface="Roboto"/>
                <a:cs typeface="Roboto"/>
                <a:sym typeface="Roboto"/>
              </a:rPr>
              <a:t>Notable</a:t>
            </a:r>
            <a:endParaRPr sz="1800">
              <a:solidFill>
                <a:schemeClr val="lt1"/>
              </a:solidFill>
              <a:latin typeface="Roboto"/>
              <a:ea typeface="Roboto"/>
              <a:cs typeface="Roboto"/>
              <a:sym typeface="Roboto"/>
            </a:endParaRPr>
          </a:p>
        </p:txBody>
      </p:sp>
      <p:sp>
        <p:nvSpPr>
          <p:cNvPr id="1076" name="Google Shape;1076;p108"/>
          <p:cNvSpPr txBox="1"/>
          <p:nvPr/>
        </p:nvSpPr>
        <p:spPr>
          <a:xfrm>
            <a:off x="2500325" y="1745800"/>
            <a:ext cx="2016300" cy="2093100"/>
          </a:xfrm>
          <a:prstGeom prst="rect">
            <a:avLst/>
          </a:prstGeom>
          <a:noFill/>
          <a:ln>
            <a:noFill/>
          </a:ln>
        </p:spPr>
        <p:txBody>
          <a:bodyPr anchorCtr="0" anchor="t" bIns="91425" lIns="182875" spcFirstLastPara="1" rIns="91425" wrap="square" tIns="137150">
            <a:noAutofit/>
          </a:bodyPr>
          <a:lstStyle/>
          <a:p>
            <a:pPr indent="0" lvl="0" marL="0" rtl="0" algn="l">
              <a:lnSpc>
                <a:spcPct val="100000"/>
              </a:lnSpc>
              <a:spcBef>
                <a:spcPts val="0"/>
              </a:spcBef>
              <a:spcAft>
                <a:spcPts val="1000"/>
              </a:spcAft>
              <a:buClr>
                <a:schemeClr val="dk1"/>
              </a:buClr>
              <a:buSzPts val="1100"/>
              <a:buFont typeface="Arial"/>
              <a:buNone/>
            </a:pPr>
            <a:r>
              <a:rPr lang="en" sz="1300">
                <a:solidFill>
                  <a:schemeClr val="lt1"/>
                </a:solidFill>
                <a:latin typeface="Roboto"/>
                <a:ea typeface="Roboto"/>
                <a:cs typeface="Roboto"/>
                <a:sym typeface="Roboto"/>
              </a:rPr>
              <a:t>The organization </a:t>
            </a:r>
            <a:br>
              <a:rPr lang="en" sz="1300">
                <a:solidFill>
                  <a:schemeClr val="lt1"/>
                </a:solidFill>
                <a:latin typeface="Roboto"/>
                <a:ea typeface="Roboto"/>
                <a:cs typeface="Roboto"/>
                <a:sym typeface="Roboto"/>
              </a:rPr>
            </a:br>
            <a:r>
              <a:rPr lang="en" sz="1300">
                <a:solidFill>
                  <a:schemeClr val="lt1"/>
                </a:solidFill>
                <a:latin typeface="Roboto"/>
                <a:ea typeface="Roboto"/>
                <a:cs typeface="Roboto"/>
                <a:sym typeface="Roboto"/>
              </a:rPr>
              <a:t>has the resources </a:t>
            </a:r>
            <a:br>
              <a:rPr lang="en" sz="1300">
                <a:solidFill>
                  <a:schemeClr val="lt1"/>
                </a:solidFill>
                <a:latin typeface="Roboto"/>
                <a:ea typeface="Roboto"/>
                <a:cs typeface="Roboto"/>
                <a:sym typeface="Roboto"/>
              </a:rPr>
            </a:br>
            <a:r>
              <a:rPr lang="en" sz="1300">
                <a:solidFill>
                  <a:schemeClr val="lt1"/>
                </a:solidFill>
                <a:latin typeface="Roboto"/>
                <a:ea typeface="Roboto"/>
                <a:cs typeface="Roboto"/>
                <a:sym typeface="Roboto"/>
              </a:rPr>
              <a:t>to respond to the breach, but may </a:t>
            </a:r>
            <a:br>
              <a:rPr lang="en" sz="1300">
                <a:solidFill>
                  <a:schemeClr val="lt1"/>
                </a:solidFill>
                <a:latin typeface="Roboto"/>
                <a:ea typeface="Roboto"/>
                <a:cs typeface="Roboto"/>
                <a:sym typeface="Roboto"/>
              </a:rPr>
            </a:br>
            <a:r>
              <a:rPr lang="en" sz="1300">
                <a:solidFill>
                  <a:schemeClr val="lt1"/>
                </a:solidFill>
                <a:latin typeface="Roboto"/>
                <a:ea typeface="Roboto"/>
                <a:cs typeface="Roboto"/>
                <a:sym typeface="Roboto"/>
              </a:rPr>
              <a:t>not be able to do</a:t>
            </a:r>
            <a:br>
              <a:rPr lang="en" sz="1300">
                <a:solidFill>
                  <a:schemeClr val="lt1"/>
                </a:solidFill>
                <a:latin typeface="Roboto"/>
                <a:ea typeface="Roboto"/>
                <a:cs typeface="Roboto"/>
                <a:sym typeface="Roboto"/>
              </a:rPr>
            </a:br>
            <a:r>
              <a:rPr lang="en" sz="1300">
                <a:solidFill>
                  <a:schemeClr val="lt1"/>
                </a:solidFill>
                <a:latin typeface="Roboto"/>
                <a:ea typeface="Roboto"/>
                <a:cs typeface="Roboto"/>
                <a:sym typeface="Roboto"/>
              </a:rPr>
              <a:t>so immediately. </a:t>
            </a:r>
            <a:br>
              <a:rPr lang="en" sz="1300">
                <a:solidFill>
                  <a:schemeClr val="lt1"/>
                </a:solidFill>
                <a:latin typeface="Roboto"/>
                <a:ea typeface="Roboto"/>
                <a:cs typeface="Roboto"/>
                <a:sym typeface="Roboto"/>
              </a:rPr>
            </a:br>
            <a:r>
              <a:rPr lang="en" sz="1300">
                <a:solidFill>
                  <a:schemeClr val="lt1"/>
                </a:solidFill>
                <a:latin typeface="Roboto"/>
                <a:ea typeface="Roboto"/>
                <a:cs typeface="Roboto"/>
                <a:sym typeface="Roboto"/>
              </a:rPr>
              <a:t>May experience interruptions to operations.</a:t>
            </a:r>
            <a:endParaRPr sz="1300">
              <a:solidFill>
                <a:schemeClr val="lt1"/>
              </a:solidFill>
              <a:latin typeface="Roboto"/>
              <a:ea typeface="Roboto"/>
              <a:cs typeface="Roboto"/>
              <a:sym typeface="Roboto"/>
            </a:endParaRPr>
          </a:p>
        </p:txBody>
      </p:sp>
      <p:sp>
        <p:nvSpPr>
          <p:cNvPr id="1077" name="Google Shape;1077;p108"/>
          <p:cNvSpPr txBox="1"/>
          <p:nvPr/>
        </p:nvSpPr>
        <p:spPr>
          <a:xfrm>
            <a:off x="4661100" y="1152525"/>
            <a:ext cx="1897800" cy="533700"/>
          </a:xfrm>
          <a:prstGeom prst="rect">
            <a:avLst/>
          </a:prstGeom>
          <a:noFill/>
          <a:ln>
            <a:noFill/>
          </a:ln>
        </p:spPr>
        <p:txBody>
          <a:bodyPr anchorCtr="0" anchor="ctr" bIns="91425" lIns="182875" spcFirstLastPara="1" rIns="91425" wrap="square" tIns="91425">
            <a:noAutofit/>
          </a:bodyPr>
          <a:lstStyle/>
          <a:p>
            <a:pPr indent="0" lvl="0" marL="0" rtl="0" algn="l">
              <a:lnSpc>
                <a:spcPct val="100000"/>
              </a:lnSpc>
              <a:spcBef>
                <a:spcPts val="0"/>
              </a:spcBef>
              <a:spcAft>
                <a:spcPts val="0"/>
              </a:spcAft>
              <a:buClr>
                <a:srgbClr val="000000"/>
              </a:buClr>
              <a:buSzPts val="1100"/>
              <a:buFont typeface="Arial"/>
              <a:buNone/>
            </a:pPr>
            <a:r>
              <a:rPr b="1" lang="en" sz="1800">
                <a:solidFill>
                  <a:schemeClr val="lt1"/>
                </a:solidFill>
                <a:latin typeface="Roboto"/>
                <a:ea typeface="Roboto"/>
                <a:cs typeface="Roboto"/>
                <a:sym typeface="Roboto"/>
              </a:rPr>
              <a:t>Severe</a:t>
            </a:r>
            <a:endParaRPr sz="1800">
              <a:solidFill>
                <a:schemeClr val="lt1"/>
              </a:solidFill>
              <a:latin typeface="Roboto"/>
              <a:ea typeface="Roboto"/>
              <a:cs typeface="Roboto"/>
              <a:sym typeface="Roboto"/>
            </a:endParaRPr>
          </a:p>
        </p:txBody>
      </p:sp>
      <p:sp>
        <p:nvSpPr>
          <p:cNvPr id="1078" name="Google Shape;1078;p108"/>
          <p:cNvSpPr txBox="1"/>
          <p:nvPr/>
        </p:nvSpPr>
        <p:spPr>
          <a:xfrm>
            <a:off x="4661100" y="1745800"/>
            <a:ext cx="2016300" cy="2305500"/>
          </a:xfrm>
          <a:prstGeom prst="rect">
            <a:avLst/>
          </a:prstGeom>
          <a:noFill/>
          <a:ln>
            <a:noFill/>
          </a:ln>
        </p:spPr>
        <p:txBody>
          <a:bodyPr anchorCtr="0" anchor="t" bIns="91425" lIns="182875" spcFirstLastPara="1" rIns="91425" wrap="square" tIns="137150">
            <a:noAutofit/>
          </a:bodyPr>
          <a:lstStyle/>
          <a:p>
            <a:pPr indent="0" lvl="0" marL="0" rtl="0" algn="l">
              <a:lnSpc>
                <a:spcPct val="100000"/>
              </a:lnSpc>
              <a:spcBef>
                <a:spcPts val="0"/>
              </a:spcBef>
              <a:spcAft>
                <a:spcPts val="1000"/>
              </a:spcAft>
              <a:buClr>
                <a:schemeClr val="dk1"/>
              </a:buClr>
              <a:buSzPts val="1100"/>
              <a:buFont typeface="Arial"/>
              <a:buNone/>
            </a:pPr>
            <a:r>
              <a:rPr lang="en" sz="1300">
                <a:solidFill>
                  <a:schemeClr val="lt1"/>
                </a:solidFill>
                <a:latin typeface="Roboto"/>
                <a:ea typeface="Roboto"/>
                <a:cs typeface="Roboto"/>
                <a:sym typeface="Roboto"/>
              </a:rPr>
              <a:t>The organization experiences serious interruptions to operations, and doesn’t have the monetary and/or personnel resources to respond effectively. May have to defer revenue, delay project timelines, reassign employees, or hire consultants to fix the issue.</a:t>
            </a:r>
            <a:endParaRPr sz="1300">
              <a:solidFill>
                <a:schemeClr val="lt1"/>
              </a:solidFill>
              <a:latin typeface="Roboto"/>
              <a:ea typeface="Roboto"/>
              <a:cs typeface="Roboto"/>
              <a:sym typeface="Roboto"/>
            </a:endParaRPr>
          </a:p>
        </p:txBody>
      </p:sp>
      <p:sp>
        <p:nvSpPr>
          <p:cNvPr id="1079" name="Google Shape;1079;p108"/>
          <p:cNvSpPr txBox="1"/>
          <p:nvPr/>
        </p:nvSpPr>
        <p:spPr>
          <a:xfrm>
            <a:off x="6838825" y="1152525"/>
            <a:ext cx="1897800" cy="533700"/>
          </a:xfrm>
          <a:prstGeom prst="rect">
            <a:avLst/>
          </a:prstGeom>
          <a:noFill/>
          <a:ln>
            <a:noFill/>
          </a:ln>
        </p:spPr>
        <p:txBody>
          <a:bodyPr anchorCtr="0" anchor="ctr" bIns="91425" lIns="182875" spcFirstLastPara="1" rIns="91425" wrap="square" tIns="91425">
            <a:noAutofit/>
          </a:bodyPr>
          <a:lstStyle/>
          <a:p>
            <a:pPr indent="0" lvl="0" marL="0" rtl="0" algn="l">
              <a:lnSpc>
                <a:spcPct val="100000"/>
              </a:lnSpc>
              <a:spcBef>
                <a:spcPts val="0"/>
              </a:spcBef>
              <a:spcAft>
                <a:spcPts val="0"/>
              </a:spcAft>
              <a:buClr>
                <a:srgbClr val="000000"/>
              </a:buClr>
              <a:buSzPts val="1100"/>
              <a:buFont typeface="Arial"/>
              <a:buNone/>
            </a:pPr>
            <a:r>
              <a:rPr b="1" lang="en" sz="1800">
                <a:solidFill>
                  <a:schemeClr val="dk2"/>
                </a:solidFill>
                <a:latin typeface="Roboto"/>
                <a:ea typeface="Roboto"/>
                <a:cs typeface="Roboto"/>
                <a:sym typeface="Roboto"/>
              </a:rPr>
              <a:t>Catastrophic</a:t>
            </a:r>
            <a:endParaRPr sz="1800">
              <a:solidFill>
                <a:schemeClr val="dk2"/>
              </a:solidFill>
              <a:latin typeface="Roboto"/>
              <a:ea typeface="Roboto"/>
              <a:cs typeface="Roboto"/>
              <a:sym typeface="Roboto"/>
            </a:endParaRPr>
          </a:p>
        </p:txBody>
      </p:sp>
      <p:sp>
        <p:nvSpPr>
          <p:cNvPr id="1080" name="Google Shape;1080;p108"/>
          <p:cNvSpPr txBox="1"/>
          <p:nvPr/>
        </p:nvSpPr>
        <p:spPr>
          <a:xfrm>
            <a:off x="6838825" y="1745800"/>
            <a:ext cx="2016300" cy="2093100"/>
          </a:xfrm>
          <a:prstGeom prst="rect">
            <a:avLst/>
          </a:prstGeom>
          <a:noFill/>
          <a:ln>
            <a:noFill/>
          </a:ln>
        </p:spPr>
        <p:txBody>
          <a:bodyPr anchorCtr="0" anchor="t" bIns="91425" lIns="182875" spcFirstLastPara="1" rIns="91425" wrap="square" tIns="137150">
            <a:noAutofit/>
          </a:bodyPr>
          <a:lstStyle/>
          <a:p>
            <a:pPr indent="0" lvl="0" marL="0" rtl="0" algn="l">
              <a:lnSpc>
                <a:spcPct val="110000"/>
              </a:lnSpc>
              <a:spcBef>
                <a:spcPts val="0"/>
              </a:spcBef>
              <a:spcAft>
                <a:spcPts val="0"/>
              </a:spcAft>
              <a:buClr>
                <a:schemeClr val="dk1"/>
              </a:buClr>
              <a:buSzPts val="1100"/>
              <a:buFont typeface="Arial"/>
              <a:buNone/>
            </a:pPr>
            <a:r>
              <a:rPr lang="en" sz="1300">
                <a:solidFill>
                  <a:schemeClr val="dk2"/>
                </a:solidFill>
                <a:latin typeface="Roboto"/>
                <a:ea typeface="Roboto"/>
                <a:cs typeface="Roboto"/>
                <a:sym typeface="Roboto"/>
              </a:rPr>
              <a:t>The organization suffers severe, lasting damage to its reputation and/or infrastructure. The future of the business is threatened by reputational damage, bankruptcy, being found in contempt of federal regulations, or other issues.</a:t>
            </a:r>
            <a:endParaRPr sz="1300">
              <a:solidFill>
                <a:schemeClr val="dk2"/>
              </a:solidFill>
              <a:latin typeface="Roboto"/>
              <a:ea typeface="Roboto"/>
              <a:cs typeface="Roboto"/>
              <a:sym typeface="Roboto"/>
            </a:endParaRPr>
          </a:p>
          <a:p>
            <a:pPr indent="0" lvl="0" marL="0" rtl="0" algn="l">
              <a:lnSpc>
                <a:spcPct val="110000"/>
              </a:lnSpc>
              <a:spcBef>
                <a:spcPts val="1000"/>
              </a:spcBef>
              <a:spcAft>
                <a:spcPts val="0"/>
              </a:spcAft>
              <a:buClr>
                <a:schemeClr val="dk1"/>
              </a:buClr>
              <a:buSzPts val="1100"/>
              <a:buFont typeface="Arial"/>
              <a:buNone/>
            </a:pPr>
            <a:r>
              <a:t/>
            </a:r>
            <a:endParaRPr sz="1300">
              <a:solidFill>
                <a:schemeClr val="dk2"/>
              </a:solidFill>
              <a:latin typeface="Roboto"/>
              <a:ea typeface="Roboto"/>
              <a:cs typeface="Roboto"/>
              <a:sym typeface="Roboto"/>
            </a:endParaRPr>
          </a:p>
          <a:p>
            <a:pPr indent="0" lvl="0" marL="0" rtl="0" algn="l">
              <a:lnSpc>
                <a:spcPct val="110000"/>
              </a:lnSpc>
              <a:spcBef>
                <a:spcPts val="1000"/>
              </a:spcBef>
              <a:spcAft>
                <a:spcPts val="1000"/>
              </a:spcAft>
              <a:buClr>
                <a:schemeClr val="dk1"/>
              </a:buClr>
              <a:buSzPts val="1100"/>
              <a:buFont typeface="Arial"/>
              <a:buNone/>
            </a:pPr>
            <a:r>
              <a:t/>
            </a:r>
            <a:endParaRPr sz="1300">
              <a:solidFill>
                <a:schemeClr val="dk2"/>
              </a:solidFill>
              <a:latin typeface="Roboto"/>
              <a:ea typeface="Roboto"/>
              <a:cs typeface="Roboto"/>
              <a:sym typeface="Roboto"/>
            </a:endParaRPr>
          </a:p>
        </p:txBody>
      </p:sp>
      <p:sp>
        <p:nvSpPr>
          <p:cNvPr id="1081" name="Google Shape;1081;p108"/>
          <p:cNvSpPr txBox="1"/>
          <p:nvPr>
            <p:ph type="title"/>
          </p:nvPr>
        </p:nvSpPr>
        <p:spPr>
          <a:xfrm>
            <a:off x="457200" y="140225"/>
            <a:ext cx="8832300" cy="572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Loss Expectancy </a:t>
            </a:r>
            <a:endParaRPr/>
          </a:p>
        </p:txBody>
      </p:sp>
      <p:sp>
        <p:nvSpPr>
          <p:cNvPr id="1082" name="Google Shape;1082;p108"/>
          <p:cNvSpPr txBox="1"/>
          <p:nvPr>
            <p:ph idx="1" type="body"/>
          </p:nvPr>
        </p:nvSpPr>
        <p:spPr>
          <a:xfrm>
            <a:off x="464100" y="596200"/>
            <a:ext cx="8520600" cy="269400"/>
          </a:xfrm>
          <a:prstGeom prst="rect">
            <a:avLst/>
          </a:prstGeom>
        </p:spPr>
        <p:txBody>
          <a:bodyPr anchorCtr="0" anchor="t" bIns="91425" lIns="0" spcFirstLastPara="1" rIns="91425" wrap="square" tIns="0">
            <a:noAutofit/>
          </a:bodyPr>
          <a:lstStyle/>
          <a:p>
            <a:pPr indent="0" lvl="0" marL="0" rtl="0" algn="l">
              <a:spcBef>
                <a:spcPts val="0"/>
              </a:spcBef>
              <a:spcAft>
                <a:spcPts val="0"/>
              </a:spcAft>
              <a:buNone/>
            </a:pPr>
            <a:r>
              <a:rPr lang="en"/>
              <a:t>Categories of loss expectancy refer to the degree of a breach’s impact.</a:t>
            </a:r>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6" name="Shape 1086"/>
        <p:cNvGrpSpPr/>
        <p:nvPr/>
      </p:nvGrpSpPr>
      <p:grpSpPr>
        <a:xfrm>
          <a:off x="0" y="0"/>
          <a:ext cx="0" cy="0"/>
          <a:chOff x="0" y="0"/>
          <a:chExt cx="0" cy="0"/>
        </a:xfrm>
      </p:grpSpPr>
      <p:sp>
        <p:nvSpPr>
          <p:cNvPr id="1087" name="Google Shape;1087;p109"/>
          <p:cNvSpPr txBox="1"/>
          <p:nvPr>
            <p:ph type="title"/>
          </p:nvPr>
        </p:nvSpPr>
        <p:spPr>
          <a:xfrm>
            <a:off x="3134075" y="680250"/>
            <a:ext cx="5555100" cy="3783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0" lang="en">
                <a:latin typeface="Roboto"/>
                <a:ea typeface="Roboto"/>
                <a:cs typeface="Roboto"/>
                <a:sym typeface="Roboto"/>
              </a:rPr>
              <a:t>In the next demonstration, we’ll see data presented in a spreadsheet and visual formats known as</a:t>
            </a:r>
            <a:r>
              <a:rPr b="0" lang="en"/>
              <a:t> </a:t>
            </a:r>
            <a:r>
              <a:rPr lang="en">
                <a:latin typeface="Roboto"/>
                <a:ea typeface="Roboto"/>
                <a:cs typeface="Roboto"/>
                <a:sym typeface="Roboto"/>
              </a:rPr>
              <a:t>risk matrices</a:t>
            </a:r>
            <a:r>
              <a:rPr b="0" lang="en"/>
              <a:t> </a:t>
            </a:r>
            <a:r>
              <a:rPr b="0" lang="en">
                <a:latin typeface="Roboto"/>
                <a:ea typeface="Roboto"/>
                <a:cs typeface="Roboto"/>
                <a:sym typeface="Roboto"/>
              </a:rPr>
              <a:t>and</a:t>
            </a:r>
            <a:r>
              <a:rPr b="0" lang="en"/>
              <a:t> </a:t>
            </a:r>
            <a:r>
              <a:rPr lang="en">
                <a:latin typeface="Roboto"/>
                <a:ea typeface="Roboto"/>
                <a:cs typeface="Roboto"/>
                <a:sym typeface="Roboto"/>
              </a:rPr>
              <a:t>heat maps</a:t>
            </a:r>
            <a:r>
              <a:rPr b="0" lang="en"/>
              <a:t>.</a:t>
            </a:r>
            <a:r>
              <a:rPr lang="en"/>
              <a:t> </a:t>
            </a:r>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1" name="Shape 1091"/>
        <p:cNvGrpSpPr/>
        <p:nvPr/>
      </p:nvGrpSpPr>
      <p:grpSpPr>
        <a:xfrm>
          <a:off x="0" y="0"/>
          <a:ext cx="0" cy="0"/>
          <a:chOff x="0" y="0"/>
          <a:chExt cx="0" cy="0"/>
        </a:xfrm>
      </p:grpSpPr>
      <p:sp>
        <p:nvSpPr>
          <p:cNvPr id="1092" name="Google Shape;1092;p110"/>
          <p:cNvSpPr txBox="1"/>
          <p:nvPr>
            <p:ph type="title"/>
          </p:nvPr>
        </p:nvSpPr>
        <p:spPr>
          <a:xfrm>
            <a:off x="457275" y="117875"/>
            <a:ext cx="8832300" cy="572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Risk Matrices and Heat Maps</a:t>
            </a:r>
            <a:endParaRPr/>
          </a:p>
        </p:txBody>
      </p:sp>
      <p:sp>
        <p:nvSpPr>
          <p:cNvPr id="1093" name="Google Shape;1093;p110"/>
          <p:cNvSpPr txBox="1"/>
          <p:nvPr>
            <p:ph idx="4294967295" type="subTitle"/>
          </p:nvPr>
        </p:nvSpPr>
        <p:spPr>
          <a:xfrm>
            <a:off x="75" y="1513213"/>
            <a:ext cx="3752700" cy="702600"/>
          </a:xfrm>
          <a:prstGeom prst="rect">
            <a:avLst/>
          </a:prstGeom>
        </p:spPr>
        <p:txBody>
          <a:bodyPr anchorCtr="0" anchor="t" bIns="91425" lIns="457200" spcFirstLastPara="1" rIns="91425" wrap="square" tIns="0">
            <a:noAutofit/>
          </a:bodyPr>
          <a:lstStyle/>
          <a:p>
            <a:pPr indent="0" lvl="0" marL="0" rtl="0" algn="l">
              <a:spcBef>
                <a:spcPts val="0"/>
              </a:spcBef>
              <a:spcAft>
                <a:spcPts val="0"/>
              </a:spcAft>
              <a:buNone/>
            </a:pPr>
            <a:r>
              <a:rPr lang="en" sz="1400"/>
              <a:t>A </a:t>
            </a:r>
            <a:r>
              <a:rPr b="1" lang="en" sz="1400">
                <a:latin typeface="Roboto"/>
                <a:ea typeface="Roboto"/>
                <a:cs typeface="Roboto"/>
                <a:sym typeface="Roboto"/>
              </a:rPr>
              <a:t>risk matrix</a:t>
            </a:r>
            <a:r>
              <a:rPr lang="en" sz="1400"/>
              <a:t> is used to compare how many of the risks facing an organization are mild and how many are severe.</a:t>
            </a:r>
            <a:endParaRPr sz="1400"/>
          </a:p>
          <a:p>
            <a:pPr indent="0" lvl="0" marL="0" rtl="0" algn="l">
              <a:spcBef>
                <a:spcPts val="0"/>
              </a:spcBef>
              <a:spcAft>
                <a:spcPts val="0"/>
              </a:spcAft>
              <a:buNone/>
            </a:pPr>
            <a:r>
              <a:t/>
            </a:r>
            <a:endParaRPr sz="1400"/>
          </a:p>
          <a:p>
            <a:pPr indent="0" lvl="0" marL="0" rtl="0" algn="l">
              <a:spcBef>
                <a:spcPts val="0"/>
              </a:spcBef>
              <a:spcAft>
                <a:spcPts val="0"/>
              </a:spcAft>
              <a:buNone/>
            </a:pPr>
            <a:r>
              <a:t/>
            </a:r>
            <a:endParaRPr sz="1400"/>
          </a:p>
        </p:txBody>
      </p:sp>
      <p:sp>
        <p:nvSpPr>
          <p:cNvPr id="1094" name="Google Shape;1094;p110"/>
          <p:cNvSpPr txBox="1"/>
          <p:nvPr>
            <p:ph idx="1" type="body"/>
          </p:nvPr>
        </p:nvSpPr>
        <p:spPr>
          <a:xfrm>
            <a:off x="4471575" y="1410375"/>
            <a:ext cx="4360800" cy="702600"/>
          </a:xfrm>
          <a:prstGeom prst="rect">
            <a:avLst/>
          </a:prstGeom>
        </p:spPr>
        <p:txBody>
          <a:bodyPr anchorCtr="0" anchor="t" bIns="91425" lIns="91425" spcFirstLastPara="1" rIns="91425" wrap="square" tIns="0">
            <a:noAutofit/>
          </a:bodyPr>
          <a:lstStyle/>
          <a:p>
            <a:pPr indent="0" lvl="0" marL="0" rtl="0" algn="l">
              <a:spcBef>
                <a:spcPts val="0"/>
              </a:spcBef>
              <a:spcAft>
                <a:spcPts val="0"/>
              </a:spcAft>
              <a:buNone/>
            </a:pPr>
            <a:r>
              <a:rPr lang="en" sz="1400"/>
              <a:t>A </a:t>
            </a:r>
            <a:r>
              <a:rPr b="1" lang="en" sz="1400">
                <a:latin typeface="Roboto"/>
                <a:ea typeface="Roboto"/>
                <a:cs typeface="Roboto"/>
                <a:sym typeface="Roboto"/>
              </a:rPr>
              <a:t>heat map</a:t>
            </a:r>
            <a:r>
              <a:rPr lang="en" sz="1400"/>
              <a:t> is a visual representation of the probability and likelihood of risks. Organizations </a:t>
            </a:r>
            <a:br>
              <a:rPr lang="en" sz="1400"/>
            </a:br>
            <a:r>
              <a:rPr lang="en" sz="1400"/>
              <a:t>can use heat maps to make strategic decisions about how to protect the company.</a:t>
            </a:r>
            <a:endParaRPr sz="1400"/>
          </a:p>
        </p:txBody>
      </p:sp>
      <p:sp>
        <p:nvSpPr>
          <p:cNvPr id="1095" name="Google Shape;1095;p110"/>
          <p:cNvSpPr txBox="1"/>
          <p:nvPr>
            <p:ph idx="4294967295" type="subTitle"/>
          </p:nvPr>
        </p:nvSpPr>
        <p:spPr>
          <a:xfrm>
            <a:off x="464100" y="613600"/>
            <a:ext cx="7586700" cy="364800"/>
          </a:xfrm>
          <a:prstGeom prst="rect">
            <a:avLst/>
          </a:prstGeom>
        </p:spPr>
        <p:txBody>
          <a:bodyPr anchorCtr="0" anchor="t" bIns="91425" lIns="0" spcFirstLastPara="1" rIns="91425" wrap="square" tIns="0">
            <a:noAutofit/>
          </a:bodyPr>
          <a:lstStyle/>
          <a:p>
            <a:pPr indent="0" lvl="0" marL="0" rtl="0" algn="l">
              <a:spcBef>
                <a:spcPts val="0"/>
              </a:spcBef>
              <a:spcAft>
                <a:spcPts val="0"/>
              </a:spcAft>
              <a:buNone/>
            </a:pPr>
            <a:r>
              <a:rPr lang="en"/>
              <a:t>During a risk assessment, we visualize risks to get a holistic view of risks affecting an organization.</a:t>
            </a:r>
            <a:endParaRPr/>
          </a:p>
        </p:txBody>
      </p:sp>
      <p:graphicFrame>
        <p:nvGraphicFramePr>
          <p:cNvPr id="1096" name="Google Shape;1096;p110"/>
          <p:cNvGraphicFramePr/>
          <p:nvPr/>
        </p:nvGraphicFramePr>
        <p:xfrm>
          <a:off x="1273375" y="2660363"/>
          <a:ext cx="3000000" cy="3000000"/>
        </p:xfrm>
        <a:graphic>
          <a:graphicData uri="http://schemas.openxmlformats.org/drawingml/2006/table">
            <a:tbl>
              <a:tblPr>
                <a:noFill/>
                <a:tableStyleId>{7AB8A554-8128-4678-8D51-403168EF7E6C}</a:tableStyleId>
              </a:tblPr>
              <a:tblGrid>
                <a:gridCol w="498675"/>
                <a:gridCol w="1164575"/>
                <a:gridCol w="1182575"/>
                <a:gridCol w="1155625"/>
                <a:gridCol w="1155625"/>
                <a:gridCol w="1128600"/>
              </a:tblGrid>
              <a:tr h="541475">
                <a:tc>
                  <a:txBody>
                    <a:bodyPr/>
                    <a:lstStyle/>
                    <a:p>
                      <a:pPr indent="0" lvl="0" marL="0" rtl="0" algn="l">
                        <a:spcBef>
                          <a:spcPts val="0"/>
                        </a:spcBef>
                        <a:spcAft>
                          <a:spcPts val="0"/>
                        </a:spcAft>
                        <a:buNone/>
                      </a:pPr>
                      <a:r>
                        <a:t/>
                      </a:r>
                      <a:endParaRPr>
                        <a:solidFill>
                          <a:schemeClr val="dk2"/>
                        </a:solidFill>
                        <a:latin typeface="Roboto Light"/>
                        <a:ea typeface="Roboto Light"/>
                        <a:cs typeface="Roboto Light"/>
                        <a:sym typeface="Roboto Light"/>
                      </a:endParaRPr>
                    </a:p>
                  </a:txBody>
                  <a:tcPr marT="27425" marB="27425" marR="27425" marL="27425">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a:solidFill>
                          <a:schemeClr val="dk2"/>
                        </a:solidFill>
                        <a:latin typeface="Roboto Light"/>
                        <a:ea typeface="Roboto Light"/>
                        <a:cs typeface="Roboto Light"/>
                        <a:sym typeface="Roboto Light"/>
                      </a:endParaRPr>
                    </a:p>
                  </a:txBody>
                  <a:tcPr marT="27425" marB="27425" marR="27425" marL="27425">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tcPr>
                </a:tc>
                <a:tc>
                  <a:txBody>
                    <a:bodyPr/>
                    <a:lstStyle/>
                    <a:p>
                      <a:pPr indent="0" lvl="0" marL="0" rtl="0" algn="ctr">
                        <a:spcBef>
                          <a:spcPts val="0"/>
                        </a:spcBef>
                        <a:spcAft>
                          <a:spcPts val="0"/>
                        </a:spcAft>
                        <a:buNone/>
                      </a:pPr>
                      <a:r>
                        <a:rPr b="1" lang="en">
                          <a:solidFill>
                            <a:schemeClr val="dk2"/>
                          </a:solidFill>
                          <a:latin typeface="Roboto"/>
                          <a:ea typeface="Roboto"/>
                          <a:cs typeface="Roboto"/>
                          <a:sym typeface="Roboto"/>
                        </a:rPr>
                        <a:t>10</a:t>
                      </a:r>
                      <a:endParaRPr b="1">
                        <a:solidFill>
                          <a:schemeClr val="dk2"/>
                        </a:solidFill>
                        <a:latin typeface="Roboto"/>
                        <a:ea typeface="Roboto"/>
                        <a:cs typeface="Roboto"/>
                        <a:sym typeface="Roboto"/>
                      </a:endParaRPr>
                    </a:p>
                    <a:p>
                      <a:pPr indent="0" lvl="0" marL="0" rtl="0" algn="ctr">
                        <a:spcBef>
                          <a:spcPts val="0"/>
                        </a:spcBef>
                        <a:spcAft>
                          <a:spcPts val="0"/>
                        </a:spcAft>
                        <a:buNone/>
                      </a:pPr>
                      <a:r>
                        <a:rPr b="1" lang="en">
                          <a:solidFill>
                            <a:schemeClr val="dk2"/>
                          </a:solidFill>
                          <a:latin typeface="Roboto"/>
                          <a:ea typeface="Roboto"/>
                          <a:cs typeface="Roboto"/>
                          <a:sym typeface="Roboto"/>
                        </a:rPr>
                        <a:t>Low</a:t>
                      </a:r>
                      <a:endParaRPr b="1">
                        <a:solidFill>
                          <a:schemeClr val="dk2"/>
                        </a:solidFill>
                        <a:latin typeface="Roboto"/>
                        <a:ea typeface="Roboto"/>
                        <a:cs typeface="Roboto"/>
                        <a:sym typeface="Roboto"/>
                      </a:endParaRPr>
                    </a:p>
                  </a:txBody>
                  <a:tcPr marT="27425" marB="27425" marR="27425" marL="27425">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Clr>
                          <a:schemeClr val="dk1"/>
                        </a:buClr>
                        <a:buSzPts val="1100"/>
                        <a:buFont typeface="Arial"/>
                        <a:buNone/>
                      </a:pPr>
                      <a:r>
                        <a:rPr b="1" lang="en">
                          <a:solidFill>
                            <a:schemeClr val="dk2"/>
                          </a:solidFill>
                          <a:latin typeface="Roboto"/>
                          <a:ea typeface="Roboto"/>
                          <a:cs typeface="Roboto"/>
                          <a:sym typeface="Roboto"/>
                        </a:rPr>
                        <a:t>2</a:t>
                      </a:r>
                      <a:r>
                        <a:rPr b="1" lang="en">
                          <a:solidFill>
                            <a:schemeClr val="dk2"/>
                          </a:solidFill>
                          <a:latin typeface="Roboto"/>
                          <a:ea typeface="Roboto"/>
                          <a:cs typeface="Roboto"/>
                          <a:sym typeface="Roboto"/>
                        </a:rPr>
                        <a:t>0</a:t>
                      </a:r>
                      <a:endParaRPr b="1">
                        <a:solidFill>
                          <a:schemeClr val="dk2"/>
                        </a:solidFill>
                        <a:latin typeface="Roboto"/>
                        <a:ea typeface="Roboto"/>
                        <a:cs typeface="Roboto"/>
                        <a:sym typeface="Roboto"/>
                      </a:endParaRPr>
                    </a:p>
                    <a:p>
                      <a:pPr indent="0" lvl="0" marL="0" rtl="0" algn="ctr">
                        <a:spcBef>
                          <a:spcPts val="0"/>
                        </a:spcBef>
                        <a:spcAft>
                          <a:spcPts val="0"/>
                        </a:spcAft>
                        <a:buClr>
                          <a:schemeClr val="dk1"/>
                        </a:buClr>
                        <a:buSzPts val="1100"/>
                        <a:buFont typeface="Arial"/>
                        <a:buNone/>
                      </a:pPr>
                      <a:r>
                        <a:rPr b="1" lang="en">
                          <a:solidFill>
                            <a:schemeClr val="dk2"/>
                          </a:solidFill>
                          <a:latin typeface="Roboto"/>
                          <a:ea typeface="Roboto"/>
                          <a:cs typeface="Roboto"/>
                          <a:sym typeface="Roboto"/>
                        </a:rPr>
                        <a:t>Medium</a:t>
                      </a:r>
                      <a:endParaRPr b="1">
                        <a:solidFill>
                          <a:schemeClr val="dk2"/>
                        </a:solidFill>
                        <a:latin typeface="Roboto"/>
                        <a:ea typeface="Roboto"/>
                        <a:cs typeface="Roboto"/>
                        <a:sym typeface="Roboto"/>
                      </a:endParaRPr>
                    </a:p>
                  </a:txBody>
                  <a:tcPr marT="27425" marB="27425" marR="27425" marL="27425">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Clr>
                          <a:schemeClr val="dk1"/>
                        </a:buClr>
                        <a:buSzPts val="1100"/>
                        <a:buFont typeface="Arial"/>
                        <a:buNone/>
                      </a:pPr>
                      <a:r>
                        <a:rPr b="1" lang="en">
                          <a:solidFill>
                            <a:schemeClr val="dk2"/>
                          </a:solidFill>
                          <a:latin typeface="Roboto"/>
                          <a:ea typeface="Roboto"/>
                          <a:cs typeface="Roboto"/>
                          <a:sym typeface="Roboto"/>
                        </a:rPr>
                        <a:t>3</a:t>
                      </a:r>
                      <a:r>
                        <a:rPr b="1" lang="en">
                          <a:solidFill>
                            <a:schemeClr val="dk2"/>
                          </a:solidFill>
                          <a:latin typeface="Roboto"/>
                          <a:ea typeface="Roboto"/>
                          <a:cs typeface="Roboto"/>
                          <a:sym typeface="Roboto"/>
                        </a:rPr>
                        <a:t>0</a:t>
                      </a:r>
                      <a:endParaRPr b="1">
                        <a:solidFill>
                          <a:schemeClr val="dk2"/>
                        </a:solidFill>
                        <a:latin typeface="Roboto"/>
                        <a:ea typeface="Roboto"/>
                        <a:cs typeface="Roboto"/>
                        <a:sym typeface="Roboto"/>
                      </a:endParaRPr>
                    </a:p>
                    <a:p>
                      <a:pPr indent="0" lvl="0" marL="0" rtl="0" algn="ctr">
                        <a:spcBef>
                          <a:spcPts val="0"/>
                        </a:spcBef>
                        <a:spcAft>
                          <a:spcPts val="0"/>
                        </a:spcAft>
                        <a:buNone/>
                      </a:pPr>
                      <a:r>
                        <a:rPr b="1" lang="en">
                          <a:solidFill>
                            <a:schemeClr val="dk2"/>
                          </a:solidFill>
                          <a:latin typeface="Roboto"/>
                          <a:ea typeface="Roboto"/>
                          <a:cs typeface="Roboto"/>
                          <a:sym typeface="Roboto"/>
                        </a:rPr>
                        <a:t>High</a:t>
                      </a:r>
                      <a:endParaRPr b="1">
                        <a:solidFill>
                          <a:schemeClr val="dk2"/>
                        </a:solidFill>
                        <a:latin typeface="Roboto"/>
                        <a:ea typeface="Roboto"/>
                        <a:cs typeface="Roboto"/>
                        <a:sym typeface="Roboto"/>
                      </a:endParaRPr>
                    </a:p>
                  </a:txBody>
                  <a:tcPr marT="27425" marB="27425" marR="27425" marL="27425">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Clr>
                          <a:schemeClr val="dk1"/>
                        </a:buClr>
                        <a:buSzPts val="1100"/>
                        <a:buFont typeface="Arial"/>
                        <a:buNone/>
                      </a:pPr>
                      <a:r>
                        <a:rPr b="1" lang="en">
                          <a:solidFill>
                            <a:schemeClr val="dk2"/>
                          </a:solidFill>
                          <a:latin typeface="Roboto"/>
                          <a:ea typeface="Roboto"/>
                          <a:cs typeface="Roboto"/>
                          <a:sym typeface="Roboto"/>
                        </a:rPr>
                        <a:t>4</a:t>
                      </a:r>
                      <a:r>
                        <a:rPr b="1" lang="en">
                          <a:solidFill>
                            <a:schemeClr val="dk2"/>
                          </a:solidFill>
                          <a:latin typeface="Roboto"/>
                          <a:ea typeface="Roboto"/>
                          <a:cs typeface="Roboto"/>
                          <a:sym typeface="Roboto"/>
                        </a:rPr>
                        <a:t>0</a:t>
                      </a:r>
                      <a:endParaRPr b="1">
                        <a:solidFill>
                          <a:schemeClr val="dk2"/>
                        </a:solidFill>
                        <a:latin typeface="Roboto"/>
                        <a:ea typeface="Roboto"/>
                        <a:cs typeface="Roboto"/>
                        <a:sym typeface="Roboto"/>
                      </a:endParaRPr>
                    </a:p>
                    <a:p>
                      <a:pPr indent="0" lvl="0" marL="0" rtl="0" algn="ctr">
                        <a:spcBef>
                          <a:spcPts val="0"/>
                        </a:spcBef>
                        <a:spcAft>
                          <a:spcPts val="0"/>
                        </a:spcAft>
                        <a:buNone/>
                      </a:pPr>
                      <a:r>
                        <a:rPr b="1" lang="en">
                          <a:solidFill>
                            <a:schemeClr val="dk2"/>
                          </a:solidFill>
                          <a:latin typeface="Roboto"/>
                          <a:ea typeface="Roboto"/>
                          <a:cs typeface="Roboto"/>
                          <a:sym typeface="Roboto"/>
                        </a:rPr>
                        <a:t>Very High</a:t>
                      </a:r>
                      <a:endParaRPr b="1">
                        <a:solidFill>
                          <a:schemeClr val="dk2"/>
                        </a:solidFill>
                        <a:latin typeface="Roboto"/>
                        <a:ea typeface="Roboto"/>
                        <a:cs typeface="Roboto"/>
                        <a:sym typeface="Roboto"/>
                      </a:endParaRPr>
                    </a:p>
                  </a:txBody>
                  <a:tcPr marT="27425" marB="27425" marR="27425" marL="27425">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solidFill>
                      <a:schemeClr val="lt2"/>
                    </a:solidFill>
                  </a:tcPr>
                </a:tc>
              </a:tr>
              <a:tr h="435300">
                <a:tc>
                  <a:txBody>
                    <a:bodyPr/>
                    <a:lstStyle/>
                    <a:p>
                      <a:pPr indent="0" lvl="0" marL="0" rtl="0" algn="ctr">
                        <a:spcBef>
                          <a:spcPts val="0"/>
                        </a:spcBef>
                        <a:spcAft>
                          <a:spcPts val="0"/>
                        </a:spcAft>
                        <a:buNone/>
                      </a:pPr>
                      <a:r>
                        <a:rPr b="1" lang="en">
                          <a:solidFill>
                            <a:schemeClr val="dk2"/>
                          </a:solidFill>
                          <a:latin typeface="Roboto"/>
                          <a:ea typeface="Roboto"/>
                          <a:cs typeface="Roboto"/>
                          <a:sym typeface="Roboto"/>
                        </a:rPr>
                        <a:t>10</a:t>
                      </a:r>
                      <a:endParaRPr b="1">
                        <a:solidFill>
                          <a:schemeClr val="dk2"/>
                        </a:solidFill>
                        <a:latin typeface="Roboto"/>
                        <a:ea typeface="Roboto"/>
                        <a:cs typeface="Roboto"/>
                        <a:sym typeface="Roboto"/>
                      </a:endParaRPr>
                    </a:p>
                  </a:txBody>
                  <a:tcPr marT="91425" marB="27425" marR="27425" marL="27425">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solidFill>
                      <a:schemeClr val="lt2"/>
                    </a:solidFill>
                  </a:tcPr>
                </a:tc>
                <a:tc>
                  <a:txBody>
                    <a:bodyPr/>
                    <a:lstStyle/>
                    <a:p>
                      <a:pPr indent="0" lvl="0" marL="0" rtl="0" algn="l">
                        <a:spcBef>
                          <a:spcPts val="0"/>
                        </a:spcBef>
                        <a:spcAft>
                          <a:spcPts val="0"/>
                        </a:spcAft>
                        <a:buNone/>
                      </a:pPr>
                      <a:r>
                        <a:rPr b="1" lang="en">
                          <a:solidFill>
                            <a:schemeClr val="dk2"/>
                          </a:solidFill>
                          <a:latin typeface="Roboto"/>
                          <a:ea typeface="Roboto"/>
                          <a:cs typeface="Roboto"/>
                          <a:sym typeface="Roboto"/>
                        </a:rPr>
                        <a:t>Low</a:t>
                      </a:r>
                      <a:endParaRPr b="1">
                        <a:solidFill>
                          <a:schemeClr val="dk2"/>
                        </a:solidFill>
                        <a:latin typeface="Roboto"/>
                        <a:ea typeface="Roboto"/>
                        <a:cs typeface="Roboto"/>
                        <a:sym typeface="Roboto"/>
                      </a:endParaRPr>
                    </a:p>
                  </a:txBody>
                  <a:tcPr marT="91425" marB="27425" marR="27425" marL="137150">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b="1" lang="en">
                          <a:solidFill>
                            <a:schemeClr val="dk2"/>
                          </a:solidFill>
                          <a:latin typeface="Roboto"/>
                          <a:ea typeface="Roboto"/>
                          <a:cs typeface="Roboto"/>
                          <a:sym typeface="Roboto"/>
                        </a:rPr>
                        <a:t>1</a:t>
                      </a:r>
                      <a:endParaRPr b="1">
                        <a:solidFill>
                          <a:schemeClr val="dk2"/>
                        </a:solidFill>
                        <a:latin typeface="Roboto"/>
                        <a:ea typeface="Roboto"/>
                        <a:cs typeface="Roboto"/>
                        <a:sym typeface="Roboto"/>
                      </a:endParaRPr>
                    </a:p>
                  </a:txBody>
                  <a:tcPr marT="91425" marB="27425" marR="27425" marL="27425">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solidFill>
                      <a:srgbClr val="54B334"/>
                    </a:solidFill>
                  </a:tcPr>
                </a:tc>
                <a:tc>
                  <a:txBody>
                    <a:bodyPr/>
                    <a:lstStyle/>
                    <a:p>
                      <a:pPr indent="0" lvl="0" marL="0" rtl="0" algn="ctr">
                        <a:spcBef>
                          <a:spcPts val="0"/>
                        </a:spcBef>
                        <a:spcAft>
                          <a:spcPts val="0"/>
                        </a:spcAft>
                        <a:buNone/>
                      </a:pPr>
                      <a:r>
                        <a:rPr b="1" lang="en">
                          <a:solidFill>
                            <a:schemeClr val="dk2"/>
                          </a:solidFill>
                          <a:latin typeface="Roboto"/>
                          <a:ea typeface="Roboto"/>
                          <a:cs typeface="Roboto"/>
                          <a:sym typeface="Roboto"/>
                        </a:rPr>
                        <a:t>0</a:t>
                      </a:r>
                      <a:endParaRPr b="1">
                        <a:solidFill>
                          <a:schemeClr val="dk2"/>
                        </a:solidFill>
                        <a:latin typeface="Roboto"/>
                        <a:ea typeface="Roboto"/>
                        <a:cs typeface="Roboto"/>
                        <a:sym typeface="Roboto"/>
                      </a:endParaRPr>
                    </a:p>
                  </a:txBody>
                  <a:tcPr marT="91425" marB="27425" marR="27425" marL="27425">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solidFill>
                      <a:srgbClr val="9EE244"/>
                    </a:solidFill>
                  </a:tcPr>
                </a:tc>
                <a:tc>
                  <a:txBody>
                    <a:bodyPr/>
                    <a:lstStyle/>
                    <a:p>
                      <a:pPr indent="0" lvl="0" marL="0" rtl="0" algn="ctr">
                        <a:spcBef>
                          <a:spcPts val="0"/>
                        </a:spcBef>
                        <a:spcAft>
                          <a:spcPts val="0"/>
                        </a:spcAft>
                        <a:buNone/>
                      </a:pPr>
                      <a:r>
                        <a:rPr b="1" lang="en">
                          <a:solidFill>
                            <a:schemeClr val="dk2"/>
                          </a:solidFill>
                          <a:latin typeface="Roboto"/>
                          <a:ea typeface="Roboto"/>
                          <a:cs typeface="Roboto"/>
                          <a:sym typeface="Roboto"/>
                        </a:rPr>
                        <a:t>0</a:t>
                      </a:r>
                      <a:endParaRPr b="1">
                        <a:solidFill>
                          <a:schemeClr val="dk2"/>
                        </a:solidFill>
                        <a:latin typeface="Roboto"/>
                        <a:ea typeface="Roboto"/>
                        <a:cs typeface="Roboto"/>
                        <a:sym typeface="Roboto"/>
                      </a:endParaRPr>
                    </a:p>
                  </a:txBody>
                  <a:tcPr marT="91425" marB="27425" marR="27425" marL="27425">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solidFill>
                      <a:srgbClr val="FFD966"/>
                    </a:solidFill>
                  </a:tcPr>
                </a:tc>
                <a:tc>
                  <a:txBody>
                    <a:bodyPr/>
                    <a:lstStyle/>
                    <a:p>
                      <a:pPr indent="0" lvl="0" marL="0" rtl="0" algn="ctr">
                        <a:spcBef>
                          <a:spcPts val="0"/>
                        </a:spcBef>
                        <a:spcAft>
                          <a:spcPts val="0"/>
                        </a:spcAft>
                        <a:buNone/>
                      </a:pPr>
                      <a:r>
                        <a:rPr b="1" lang="en">
                          <a:solidFill>
                            <a:schemeClr val="dk2"/>
                          </a:solidFill>
                          <a:latin typeface="Roboto"/>
                          <a:ea typeface="Roboto"/>
                          <a:cs typeface="Roboto"/>
                          <a:sym typeface="Roboto"/>
                        </a:rPr>
                        <a:t>0</a:t>
                      </a:r>
                      <a:endParaRPr b="1">
                        <a:solidFill>
                          <a:schemeClr val="dk2"/>
                        </a:solidFill>
                        <a:latin typeface="Roboto"/>
                        <a:ea typeface="Roboto"/>
                        <a:cs typeface="Roboto"/>
                        <a:sym typeface="Roboto"/>
                      </a:endParaRPr>
                    </a:p>
                  </a:txBody>
                  <a:tcPr marT="91425" marB="27425" marR="27425" marL="27425">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solidFill>
                      <a:schemeClr val="accent1"/>
                    </a:solidFill>
                  </a:tcPr>
                </a:tc>
              </a:tr>
              <a:tr h="435300">
                <a:tc>
                  <a:txBody>
                    <a:bodyPr/>
                    <a:lstStyle/>
                    <a:p>
                      <a:pPr indent="0" lvl="0" marL="0" rtl="0" algn="ctr">
                        <a:spcBef>
                          <a:spcPts val="0"/>
                        </a:spcBef>
                        <a:spcAft>
                          <a:spcPts val="0"/>
                        </a:spcAft>
                        <a:buNone/>
                      </a:pPr>
                      <a:r>
                        <a:rPr b="1" lang="en">
                          <a:solidFill>
                            <a:schemeClr val="dk2"/>
                          </a:solidFill>
                          <a:latin typeface="Roboto"/>
                          <a:ea typeface="Roboto"/>
                          <a:cs typeface="Roboto"/>
                          <a:sym typeface="Roboto"/>
                        </a:rPr>
                        <a:t>20</a:t>
                      </a:r>
                      <a:endParaRPr b="1">
                        <a:solidFill>
                          <a:schemeClr val="dk2"/>
                        </a:solidFill>
                        <a:latin typeface="Roboto"/>
                        <a:ea typeface="Roboto"/>
                        <a:cs typeface="Roboto"/>
                        <a:sym typeface="Roboto"/>
                      </a:endParaRPr>
                    </a:p>
                  </a:txBody>
                  <a:tcPr marT="91425" marB="27425" marR="27425" marL="27425">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solidFill>
                      <a:schemeClr val="lt2"/>
                    </a:solidFill>
                  </a:tcPr>
                </a:tc>
                <a:tc>
                  <a:txBody>
                    <a:bodyPr/>
                    <a:lstStyle/>
                    <a:p>
                      <a:pPr indent="0" lvl="0" marL="0" rtl="0" algn="l">
                        <a:spcBef>
                          <a:spcPts val="0"/>
                        </a:spcBef>
                        <a:spcAft>
                          <a:spcPts val="0"/>
                        </a:spcAft>
                        <a:buNone/>
                      </a:pPr>
                      <a:r>
                        <a:rPr b="1" lang="en">
                          <a:solidFill>
                            <a:schemeClr val="dk2"/>
                          </a:solidFill>
                          <a:latin typeface="Roboto"/>
                          <a:ea typeface="Roboto"/>
                          <a:cs typeface="Roboto"/>
                          <a:sym typeface="Roboto"/>
                        </a:rPr>
                        <a:t>Medium</a:t>
                      </a:r>
                      <a:endParaRPr b="1">
                        <a:solidFill>
                          <a:schemeClr val="dk2"/>
                        </a:solidFill>
                        <a:latin typeface="Roboto"/>
                        <a:ea typeface="Roboto"/>
                        <a:cs typeface="Roboto"/>
                        <a:sym typeface="Roboto"/>
                      </a:endParaRPr>
                    </a:p>
                  </a:txBody>
                  <a:tcPr marT="91425" marB="27425" marR="27425" marL="137150">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b="1" lang="en">
                          <a:solidFill>
                            <a:schemeClr val="dk2"/>
                          </a:solidFill>
                          <a:latin typeface="Roboto"/>
                          <a:ea typeface="Roboto"/>
                          <a:cs typeface="Roboto"/>
                          <a:sym typeface="Roboto"/>
                        </a:rPr>
                        <a:t>2</a:t>
                      </a:r>
                      <a:endParaRPr b="1">
                        <a:solidFill>
                          <a:schemeClr val="dk2"/>
                        </a:solidFill>
                        <a:latin typeface="Roboto"/>
                        <a:ea typeface="Roboto"/>
                        <a:cs typeface="Roboto"/>
                        <a:sym typeface="Roboto"/>
                      </a:endParaRPr>
                    </a:p>
                  </a:txBody>
                  <a:tcPr marT="91425" marB="27425" marR="27425" marL="27425">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solidFill>
                      <a:srgbClr val="9EE244"/>
                    </a:solidFill>
                  </a:tcPr>
                </a:tc>
                <a:tc>
                  <a:txBody>
                    <a:bodyPr/>
                    <a:lstStyle/>
                    <a:p>
                      <a:pPr indent="0" lvl="0" marL="0" rtl="0" algn="ctr">
                        <a:spcBef>
                          <a:spcPts val="0"/>
                        </a:spcBef>
                        <a:spcAft>
                          <a:spcPts val="0"/>
                        </a:spcAft>
                        <a:buNone/>
                      </a:pPr>
                      <a:r>
                        <a:rPr b="1" lang="en">
                          <a:solidFill>
                            <a:schemeClr val="dk2"/>
                          </a:solidFill>
                          <a:latin typeface="Roboto"/>
                          <a:ea typeface="Roboto"/>
                          <a:cs typeface="Roboto"/>
                          <a:sym typeface="Roboto"/>
                        </a:rPr>
                        <a:t>0</a:t>
                      </a:r>
                      <a:endParaRPr b="1">
                        <a:solidFill>
                          <a:schemeClr val="dk2"/>
                        </a:solidFill>
                        <a:latin typeface="Roboto"/>
                        <a:ea typeface="Roboto"/>
                        <a:cs typeface="Roboto"/>
                        <a:sym typeface="Roboto"/>
                      </a:endParaRPr>
                    </a:p>
                  </a:txBody>
                  <a:tcPr marT="91425" marB="27425" marR="27425" marL="27425">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solidFill>
                      <a:srgbClr val="FFD966"/>
                    </a:solidFill>
                  </a:tcPr>
                </a:tc>
                <a:tc>
                  <a:txBody>
                    <a:bodyPr/>
                    <a:lstStyle/>
                    <a:p>
                      <a:pPr indent="0" lvl="0" marL="0" rtl="0" algn="ctr">
                        <a:spcBef>
                          <a:spcPts val="0"/>
                        </a:spcBef>
                        <a:spcAft>
                          <a:spcPts val="0"/>
                        </a:spcAft>
                        <a:buNone/>
                      </a:pPr>
                      <a:r>
                        <a:rPr b="1" lang="en">
                          <a:solidFill>
                            <a:schemeClr val="dk2"/>
                          </a:solidFill>
                          <a:latin typeface="Roboto"/>
                          <a:ea typeface="Roboto"/>
                          <a:cs typeface="Roboto"/>
                          <a:sym typeface="Roboto"/>
                        </a:rPr>
                        <a:t>0</a:t>
                      </a:r>
                      <a:endParaRPr b="1">
                        <a:solidFill>
                          <a:schemeClr val="dk2"/>
                        </a:solidFill>
                        <a:latin typeface="Roboto"/>
                        <a:ea typeface="Roboto"/>
                        <a:cs typeface="Roboto"/>
                        <a:sym typeface="Roboto"/>
                      </a:endParaRPr>
                    </a:p>
                  </a:txBody>
                  <a:tcPr marT="91425" marB="27425" marR="27425" marL="27425">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solidFill>
                      <a:schemeClr val="accent1"/>
                    </a:solidFill>
                  </a:tcPr>
                </a:tc>
                <a:tc>
                  <a:txBody>
                    <a:bodyPr/>
                    <a:lstStyle/>
                    <a:p>
                      <a:pPr indent="0" lvl="0" marL="0" rtl="0" algn="ctr">
                        <a:spcBef>
                          <a:spcPts val="0"/>
                        </a:spcBef>
                        <a:spcAft>
                          <a:spcPts val="0"/>
                        </a:spcAft>
                        <a:buNone/>
                      </a:pPr>
                      <a:r>
                        <a:rPr b="1" lang="en">
                          <a:solidFill>
                            <a:schemeClr val="dk2"/>
                          </a:solidFill>
                          <a:latin typeface="Roboto"/>
                          <a:ea typeface="Roboto"/>
                          <a:cs typeface="Roboto"/>
                          <a:sym typeface="Roboto"/>
                        </a:rPr>
                        <a:t>0</a:t>
                      </a:r>
                      <a:endParaRPr b="1">
                        <a:solidFill>
                          <a:schemeClr val="dk2"/>
                        </a:solidFill>
                        <a:latin typeface="Roboto"/>
                        <a:ea typeface="Roboto"/>
                        <a:cs typeface="Roboto"/>
                        <a:sym typeface="Roboto"/>
                      </a:endParaRPr>
                    </a:p>
                  </a:txBody>
                  <a:tcPr marT="91425" marB="27425" marR="27425" marL="27425">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solidFill>
                      <a:srgbClr val="FF7E00"/>
                    </a:solidFill>
                  </a:tcPr>
                </a:tc>
              </a:tr>
              <a:tr h="435300">
                <a:tc>
                  <a:txBody>
                    <a:bodyPr/>
                    <a:lstStyle/>
                    <a:p>
                      <a:pPr indent="0" lvl="0" marL="0" rtl="0" algn="ctr">
                        <a:spcBef>
                          <a:spcPts val="0"/>
                        </a:spcBef>
                        <a:spcAft>
                          <a:spcPts val="0"/>
                        </a:spcAft>
                        <a:buNone/>
                      </a:pPr>
                      <a:r>
                        <a:rPr b="1" lang="en">
                          <a:solidFill>
                            <a:schemeClr val="dk2"/>
                          </a:solidFill>
                          <a:latin typeface="Roboto"/>
                          <a:ea typeface="Roboto"/>
                          <a:cs typeface="Roboto"/>
                          <a:sym typeface="Roboto"/>
                        </a:rPr>
                        <a:t>30</a:t>
                      </a:r>
                      <a:endParaRPr b="1">
                        <a:solidFill>
                          <a:schemeClr val="dk2"/>
                        </a:solidFill>
                        <a:latin typeface="Roboto"/>
                        <a:ea typeface="Roboto"/>
                        <a:cs typeface="Roboto"/>
                        <a:sym typeface="Roboto"/>
                      </a:endParaRPr>
                    </a:p>
                  </a:txBody>
                  <a:tcPr marT="91425" marB="27425" marR="27425" marL="27425">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solidFill>
                      <a:schemeClr val="lt2"/>
                    </a:solidFill>
                  </a:tcPr>
                </a:tc>
                <a:tc>
                  <a:txBody>
                    <a:bodyPr/>
                    <a:lstStyle/>
                    <a:p>
                      <a:pPr indent="0" lvl="0" marL="0" rtl="0" algn="l">
                        <a:spcBef>
                          <a:spcPts val="0"/>
                        </a:spcBef>
                        <a:spcAft>
                          <a:spcPts val="0"/>
                        </a:spcAft>
                        <a:buNone/>
                      </a:pPr>
                      <a:r>
                        <a:rPr b="1" lang="en">
                          <a:solidFill>
                            <a:schemeClr val="dk2"/>
                          </a:solidFill>
                          <a:latin typeface="Roboto"/>
                          <a:ea typeface="Roboto"/>
                          <a:cs typeface="Roboto"/>
                          <a:sym typeface="Roboto"/>
                        </a:rPr>
                        <a:t>High</a:t>
                      </a:r>
                      <a:endParaRPr b="1">
                        <a:solidFill>
                          <a:schemeClr val="dk2"/>
                        </a:solidFill>
                        <a:latin typeface="Roboto"/>
                        <a:ea typeface="Roboto"/>
                        <a:cs typeface="Roboto"/>
                        <a:sym typeface="Roboto"/>
                      </a:endParaRPr>
                    </a:p>
                  </a:txBody>
                  <a:tcPr marT="91425" marB="27425" marR="27425" marL="137150">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b="1" lang="en">
                          <a:solidFill>
                            <a:schemeClr val="dk2"/>
                          </a:solidFill>
                          <a:latin typeface="Roboto"/>
                          <a:ea typeface="Roboto"/>
                          <a:cs typeface="Roboto"/>
                          <a:sym typeface="Roboto"/>
                        </a:rPr>
                        <a:t>2</a:t>
                      </a:r>
                      <a:endParaRPr b="1">
                        <a:solidFill>
                          <a:schemeClr val="dk2"/>
                        </a:solidFill>
                        <a:latin typeface="Roboto"/>
                        <a:ea typeface="Roboto"/>
                        <a:cs typeface="Roboto"/>
                        <a:sym typeface="Roboto"/>
                      </a:endParaRPr>
                    </a:p>
                  </a:txBody>
                  <a:tcPr marT="91425" marB="27425" marR="27425" marL="27425">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solidFill>
                      <a:srgbClr val="9EE244"/>
                    </a:solidFill>
                  </a:tcPr>
                </a:tc>
                <a:tc>
                  <a:txBody>
                    <a:bodyPr/>
                    <a:lstStyle/>
                    <a:p>
                      <a:pPr indent="0" lvl="0" marL="0" rtl="0" algn="ctr">
                        <a:spcBef>
                          <a:spcPts val="0"/>
                        </a:spcBef>
                        <a:spcAft>
                          <a:spcPts val="0"/>
                        </a:spcAft>
                        <a:buNone/>
                      </a:pPr>
                      <a:r>
                        <a:rPr b="1" lang="en">
                          <a:solidFill>
                            <a:schemeClr val="dk2"/>
                          </a:solidFill>
                          <a:latin typeface="Roboto"/>
                          <a:ea typeface="Roboto"/>
                          <a:cs typeface="Roboto"/>
                          <a:sym typeface="Roboto"/>
                        </a:rPr>
                        <a:t>1</a:t>
                      </a:r>
                      <a:endParaRPr b="1">
                        <a:solidFill>
                          <a:schemeClr val="dk2"/>
                        </a:solidFill>
                        <a:latin typeface="Roboto"/>
                        <a:ea typeface="Roboto"/>
                        <a:cs typeface="Roboto"/>
                        <a:sym typeface="Roboto"/>
                      </a:endParaRPr>
                    </a:p>
                  </a:txBody>
                  <a:tcPr marT="91425" marB="27425" marR="27425" marL="27425">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solidFill>
                      <a:schemeClr val="accent1"/>
                    </a:solidFill>
                  </a:tcPr>
                </a:tc>
                <a:tc>
                  <a:txBody>
                    <a:bodyPr/>
                    <a:lstStyle/>
                    <a:p>
                      <a:pPr indent="0" lvl="0" marL="0" rtl="0" algn="ctr">
                        <a:spcBef>
                          <a:spcPts val="0"/>
                        </a:spcBef>
                        <a:spcAft>
                          <a:spcPts val="0"/>
                        </a:spcAft>
                        <a:buNone/>
                      </a:pPr>
                      <a:r>
                        <a:rPr b="1" lang="en">
                          <a:solidFill>
                            <a:schemeClr val="dk2"/>
                          </a:solidFill>
                          <a:latin typeface="Roboto"/>
                          <a:ea typeface="Roboto"/>
                          <a:cs typeface="Roboto"/>
                          <a:sym typeface="Roboto"/>
                        </a:rPr>
                        <a:t>0</a:t>
                      </a:r>
                      <a:endParaRPr b="1">
                        <a:solidFill>
                          <a:schemeClr val="dk2"/>
                        </a:solidFill>
                        <a:latin typeface="Roboto"/>
                        <a:ea typeface="Roboto"/>
                        <a:cs typeface="Roboto"/>
                        <a:sym typeface="Roboto"/>
                      </a:endParaRPr>
                    </a:p>
                  </a:txBody>
                  <a:tcPr marT="91425" marB="27425" marR="27425" marL="27425">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solidFill>
                      <a:srgbClr val="FF7E00"/>
                    </a:solidFill>
                  </a:tcPr>
                </a:tc>
                <a:tc>
                  <a:txBody>
                    <a:bodyPr/>
                    <a:lstStyle/>
                    <a:p>
                      <a:pPr indent="0" lvl="0" marL="0" rtl="0" algn="ctr">
                        <a:spcBef>
                          <a:spcPts val="0"/>
                        </a:spcBef>
                        <a:spcAft>
                          <a:spcPts val="0"/>
                        </a:spcAft>
                        <a:buNone/>
                      </a:pPr>
                      <a:r>
                        <a:rPr b="1" lang="en">
                          <a:solidFill>
                            <a:schemeClr val="lt1"/>
                          </a:solidFill>
                          <a:latin typeface="Roboto"/>
                          <a:ea typeface="Roboto"/>
                          <a:cs typeface="Roboto"/>
                          <a:sym typeface="Roboto"/>
                        </a:rPr>
                        <a:t>1</a:t>
                      </a:r>
                      <a:endParaRPr b="1">
                        <a:solidFill>
                          <a:schemeClr val="lt1"/>
                        </a:solidFill>
                        <a:latin typeface="Roboto"/>
                        <a:ea typeface="Roboto"/>
                        <a:cs typeface="Roboto"/>
                        <a:sym typeface="Roboto"/>
                      </a:endParaRPr>
                    </a:p>
                  </a:txBody>
                  <a:tcPr marT="91425" marB="27425" marR="27425" marL="27425">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solidFill>
                      <a:srgbClr val="FF0000"/>
                    </a:solidFill>
                  </a:tcPr>
                </a:tc>
              </a:tr>
              <a:tr h="435300">
                <a:tc>
                  <a:txBody>
                    <a:bodyPr/>
                    <a:lstStyle/>
                    <a:p>
                      <a:pPr indent="0" lvl="0" marL="0" rtl="0" algn="ctr">
                        <a:spcBef>
                          <a:spcPts val="0"/>
                        </a:spcBef>
                        <a:spcAft>
                          <a:spcPts val="0"/>
                        </a:spcAft>
                        <a:buNone/>
                      </a:pPr>
                      <a:r>
                        <a:rPr b="1" lang="en">
                          <a:solidFill>
                            <a:schemeClr val="dk2"/>
                          </a:solidFill>
                          <a:latin typeface="Roboto"/>
                          <a:ea typeface="Roboto"/>
                          <a:cs typeface="Roboto"/>
                          <a:sym typeface="Roboto"/>
                        </a:rPr>
                        <a:t>40</a:t>
                      </a:r>
                      <a:endParaRPr b="1">
                        <a:solidFill>
                          <a:schemeClr val="dk2"/>
                        </a:solidFill>
                        <a:latin typeface="Roboto"/>
                        <a:ea typeface="Roboto"/>
                        <a:cs typeface="Roboto"/>
                        <a:sym typeface="Roboto"/>
                      </a:endParaRPr>
                    </a:p>
                  </a:txBody>
                  <a:tcPr marT="91425" marB="27425" marR="27425" marL="27425">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solidFill>
                      <a:schemeClr val="lt2"/>
                    </a:solidFill>
                  </a:tcPr>
                </a:tc>
                <a:tc>
                  <a:txBody>
                    <a:bodyPr/>
                    <a:lstStyle/>
                    <a:p>
                      <a:pPr indent="0" lvl="0" marL="0" rtl="0" algn="l">
                        <a:spcBef>
                          <a:spcPts val="0"/>
                        </a:spcBef>
                        <a:spcAft>
                          <a:spcPts val="0"/>
                        </a:spcAft>
                        <a:buNone/>
                      </a:pPr>
                      <a:r>
                        <a:rPr b="1" lang="en">
                          <a:solidFill>
                            <a:schemeClr val="dk2"/>
                          </a:solidFill>
                          <a:latin typeface="Roboto"/>
                          <a:ea typeface="Roboto"/>
                          <a:cs typeface="Roboto"/>
                          <a:sym typeface="Roboto"/>
                        </a:rPr>
                        <a:t>Very High</a:t>
                      </a:r>
                      <a:endParaRPr b="1">
                        <a:solidFill>
                          <a:schemeClr val="dk2"/>
                        </a:solidFill>
                        <a:latin typeface="Roboto"/>
                        <a:ea typeface="Roboto"/>
                        <a:cs typeface="Roboto"/>
                        <a:sym typeface="Roboto"/>
                      </a:endParaRPr>
                    </a:p>
                  </a:txBody>
                  <a:tcPr marT="91425" marB="27425" marR="27425" marL="137150">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solidFill>
                      <a:schemeClr val="lt2"/>
                    </a:solidFill>
                  </a:tcPr>
                </a:tc>
                <a:tc>
                  <a:txBody>
                    <a:bodyPr/>
                    <a:lstStyle/>
                    <a:p>
                      <a:pPr indent="0" lvl="0" marL="0" rtl="0" algn="l">
                        <a:spcBef>
                          <a:spcPts val="0"/>
                        </a:spcBef>
                        <a:spcAft>
                          <a:spcPts val="0"/>
                        </a:spcAft>
                        <a:buNone/>
                      </a:pPr>
                      <a:r>
                        <a:rPr b="1" lang="en">
                          <a:solidFill>
                            <a:schemeClr val="dk2"/>
                          </a:solidFill>
                          <a:latin typeface="Roboto"/>
                          <a:ea typeface="Roboto"/>
                          <a:cs typeface="Roboto"/>
                          <a:sym typeface="Roboto"/>
                        </a:rPr>
                        <a:t>         1</a:t>
                      </a:r>
                      <a:endParaRPr b="1">
                        <a:solidFill>
                          <a:schemeClr val="dk2"/>
                        </a:solidFill>
                        <a:latin typeface="Roboto"/>
                        <a:ea typeface="Roboto"/>
                        <a:cs typeface="Roboto"/>
                        <a:sym typeface="Roboto"/>
                      </a:endParaRPr>
                    </a:p>
                  </a:txBody>
                  <a:tcPr marT="91425" marB="27425" marR="27425" marL="118850">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solidFill>
                      <a:schemeClr val="accent1"/>
                    </a:solidFill>
                  </a:tcPr>
                </a:tc>
                <a:tc>
                  <a:txBody>
                    <a:bodyPr/>
                    <a:lstStyle/>
                    <a:p>
                      <a:pPr indent="0" lvl="0" marL="0" rtl="0" algn="ctr">
                        <a:spcBef>
                          <a:spcPts val="0"/>
                        </a:spcBef>
                        <a:spcAft>
                          <a:spcPts val="0"/>
                        </a:spcAft>
                        <a:buNone/>
                      </a:pPr>
                      <a:r>
                        <a:rPr b="1" lang="en">
                          <a:solidFill>
                            <a:schemeClr val="dk2"/>
                          </a:solidFill>
                          <a:latin typeface="Roboto"/>
                          <a:ea typeface="Roboto"/>
                          <a:cs typeface="Roboto"/>
                          <a:sym typeface="Roboto"/>
                        </a:rPr>
                        <a:t>0</a:t>
                      </a:r>
                      <a:endParaRPr b="1">
                        <a:solidFill>
                          <a:schemeClr val="dk2"/>
                        </a:solidFill>
                        <a:latin typeface="Roboto"/>
                        <a:ea typeface="Roboto"/>
                        <a:cs typeface="Roboto"/>
                        <a:sym typeface="Roboto"/>
                      </a:endParaRPr>
                    </a:p>
                  </a:txBody>
                  <a:tcPr marT="91425" marB="27425" marR="27425" marL="27425">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solidFill>
                      <a:srgbClr val="FF7E00"/>
                    </a:solidFill>
                  </a:tcPr>
                </a:tc>
                <a:tc>
                  <a:txBody>
                    <a:bodyPr/>
                    <a:lstStyle/>
                    <a:p>
                      <a:pPr indent="0" lvl="0" marL="0" rtl="0" algn="ctr">
                        <a:spcBef>
                          <a:spcPts val="0"/>
                        </a:spcBef>
                        <a:spcAft>
                          <a:spcPts val="0"/>
                        </a:spcAft>
                        <a:buNone/>
                      </a:pPr>
                      <a:r>
                        <a:rPr b="1" lang="en">
                          <a:solidFill>
                            <a:schemeClr val="lt1"/>
                          </a:solidFill>
                          <a:latin typeface="Roboto"/>
                          <a:ea typeface="Roboto"/>
                          <a:cs typeface="Roboto"/>
                          <a:sym typeface="Roboto"/>
                        </a:rPr>
                        <a:t>0</a:t>
                      </a:r>
                      <a:endParaRPr b="1">
                        <a:solidFill>
                          <a:schemeClr val="lt1"/>
                        </a:solidFill>
                        <a:latin typeface="Roboto"/>
                        <a:ea typeface="Roboto"/>
                        <a:cs typeface="Roboto"/>
                        <a:sym typeface="Roboto"/>
                      </a:endParaRPr>
                    </a:p>
                  </a:txBody>
                  <a:tcPr marT="91425" marB="27425" marR="27425" marL="27425">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solidFill>
                      <a:srgbClr val="FF0000"/>
                    </a:solidFill>
                  </a:tcPr>
                </a:tc>
                <a:tc>
                  <a:txBody>
                    <a:bodyPr/>
                    <a:lstStyle/>
                    <a:p>
                      <a:pPr indent="0" lvl="0" marL="0" rtl="0" algn="ctr">
                        <a:spcBef>
                          <a:spcPts val="0"/>
                        </a:spcBef>
                        <a:spcAft>
                          <a:spcPts val="0"/>
                        </a:spcAft>
                        <a:buNone/>
                      </a:pPr>
                      <a:r>
                        <a:rPr b="1" lang="en">
                          <a:solidFill>
                            <a:schemeClr val="lt1"/>
                          </a:solidFill>
                          <a:latin typeface="Roboto"/>
                          <a:ea typeface="Roboto"/>
                          <a:cs typeface="Roboto"/>
                          <a:sym typeface="Roboto"/>
                        </a:rPr>
                        <a:t>1</a:t>
                      </a:r>
                      <a:endParaRPr b="1">
                        <a:solidFill>
                          <a:schemeClr val="lt1"/>
                        </a:solidFill>
                        <a:latin typeface="Roboto"/>
                        <a:ea typeface="Roboto"/>
                        <a:cs typeface="Roboto"/>
                        <a:sym typeface="Roboto"/>
                      </a:endParaRPr>
                    </a:p>
                  </a:txBody>
                  <a:tcPr marT="91425" marB="27425" marR="27425" marL="27425">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solidFill>
                      <a:srgbClr val="FF0000"/>
                    </a:solidFill>
                  </a:tcPr>
                </a:tc>
              </a:tr>
            </a:tbl>
          </a:graphicData>
        </a:graphic>
      </p:graphicFrame>
      <p:cxnSp>
        <p:nvCxnSpPr>
          <p:cNvPr id="1097" name="Google Shape;1097;p110"/>
          <p:cNvCxnSpPr/>
          <p:nvPr/>
        </p:nvCxnSpPr>
        <p:spPr>
          <a:xfrm>
            <a:off x="3936150" y="1469275"/>
            <a:ext cx="0" cy="790500"/>
          </a:xfrm>
          <a:prstGeom prst="straightConnector1">
            <a:avLst/>
          </a:prstGeom>
          <a:noFill/>
          <a:ln cap="flat" cmpd="sng" w="9525">
            <a:solidFill>
              <a:schemeClr val="dk2"/>
            </a:solidFill>
            <a:prstDash val="solid"/>
            <a:round/>
            <a:headEnd len="med" w="med" type="none"/>
            <a:tailEnd len="med" w="med" type="none"/>
          </a:ln>
        </p:spPr>
      </p:cxn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1" name="Shape 1101"/>
        <p:cNvGrpSpPr/>
        <p:nvPr/>
      </p:nvGrpSpPr>
      <p:grpSpPr>
        <a:xfrm>
          <a:off x="0" y="0"/>
          <a:ext cx="0" cy="0"/>
          <a:chOff x="0" y="0"/>
          <a:chExt cx="0" cy="0"/>
        </a:xfrm>
      </p:grpSpPr>
      <p:sp>
        <p:nvSpPr>
          <p:cNvPr id="1102" name="Google Shape;1102;p111"/>
          <p:cNvSpPr txBox="1"/>
          <p:nvPr>
            <p:ph type="title"/>
          </p:nvPr>
        </p:nvSpPr>
        <p:spPr>
          <a:xfrm>
            <a:off x="0" y="3772475"/>
            <a:ext cx="9144000" cy="4614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a:t>The risk spreadsheet</a:t>
            </a:r>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6" name="Shape 1106"/>
        <p:cNvGrpSpPr/>
        <p:nvPr/>
      </p:nvGrpSpPr>
      <p:grpSpPr>
        <a:xfrm>
          <a:off x="0" y="0"/>
          <a:ext cx="0" cy="0"/>
          <a:chOff x="0" y="0"/>
          <a:chExt cx="0" cy="0"/>
        </a:xfrm>
      </p:grpSpPr>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0" name="Shape 1110"/>
        <p:cNvGrpSpPr/>
        <p:nvPr/>
      </p:nvGrpSpPr>
      <p:grpSpPr>
        <a:xfrm>
          <a:off x="0" y="0"/>
          <a:ext cx="0" cy="0"/>
          <a:chOff x="0" y="0"/>
          <a:chExt cx="0" cy="0"/>
        </a:xfrm>
      </p:grpSpPr>
      <p:sp>
        <p:nvSpPr>
          <p:cNvPr id="1111" name="Google Shape;1111;p113"/>
          <p:cNvSpPr txBox="1"/>
          <p:nvPr>
            <p:ph idx="2" type="subTitle"/>
          </p:nvPr>
        </p:nvSpPr>
        <p:spPr>
          <a:xfrm>
            <a:off x="0" y="4322600"/>
            <a:ext cx="8703600" cy="323100"/>
          </a:xfrm>
          <a:prstGeom prst="rect">
            <a:avLst/>
          </a:prstGeom>
        </p:spPr>
        <p:txBody>
          <a:bodyPr anchorCtr="0" anchor="t" bIns="91425" lIns="0" spcFirstLastPara="1" rIns="91425" wrap="square" tIns="0">
            <a:noAutofit/>
          </a:bodyPr>
          <a:lstStyle/>
          <a:p>
            <a:pPr indent="0" lvl="0" marL="0" rtl="0" algn="r">
              <a:spcBef>
                <a:spcPts val="0"/>
              </a:spcBef>
              <a:spcAft>
                <a:spcPts val="0"/>
              </a:spcAft>
              <a:buNone/>
            </a:pPr>
            <a:r>
              <a:rPr lang="en"/>
              <a:t>30 minutes</a:t>
            </a:r>
            <a:endParaRPr/>
          </a:p>
        </p:txBody>
      </p:sp>
      <p:sp>
        <p:nvSpPr>
          <p:cNvPr id="1112" name="Google Shape;1112;p113"/>
          <p:cNvSpPr txBox="1"/>
          <p:nvPr>
            <p:ph idx="1" type="subTitle"/>
          </p:nvPr>
        </p:nvSpPr>
        <p:spPr>
          <a:xfrm>
            <a:off x="914400" y="1726975"/>
            <a:ext cx="6423000" cy="2116200"/>
          </a:xfrm>
          <a:prstGeom prst="rect">
            <a:avLst/>
          </a:prstGeom>
        </p:spPr>
        <p:txBody>
          <a:bodyPr anchorCtr="0" anchor="t" bIns="91425" lIns="0" spcFirstLastPara="1" rIns="91425" wrap="square" tIns="91425">
            <a:noAutofit/>
          </a:bodyPr>
          <a:lstStyle/>
          <a:p>
            <a:pPr indent="0" lvl="0" marL="0" rtl="0" algn="l">
              <a:spcBef>
                <a:spcPts val="0"/>
              </a:spcBef>
              <a:spcAft>
                <a:spcPts val="0"/>
              </a:spcAft>
              <a:buNone/>
            </a:pPr>
            <a:r>
              <a:rPr lang="en" sz="1800"/>
              <a:t>In this activity, you will complete a spreadsheet and generate </a:t>
            </a:r>
            <a:br>
              <a:rPr lang="en" sz="1800"/>
            </a:br>
            <a:r>
              <a:rPr lang="en" sz="1800"/>
              <a:t>a risk matrix and heat map for GeldCorp. </a:t>
            </a:r>
            <a:endParaRPr sz="1800"/>
          </a:p>
        </p:txBody>
      </p:sp>
      <p:sp>
        <p:nvSpPr>
          <p:cNvPr id="1113" name="Google Shape;1113;p113"/>
          <p:cNvSpPr txBox="1"/>
          <p:nvPr>
            <p:ph type="title"/>
          </p:nvPr>
        </p:nvSpPr>
        <p:spPr>
          <a:xfrm>
            <a:off x="-6000" y="478650"/>
            <a:ext cx="9168600" cy="323100"/>
          </a:xfrm>
          <a:prstGeom prst="rect">
            <a:avLst/>
          </a:prstGeom>
        </p:spPr>
        <p:txBody>
          <a:bodyPr anchorCtr="0" anchor="t" bIns="91425" lIns="822950" spcFirstLastPara="1" rIns="91425" wrap="square" tIns="91425">
            <a:noAutofit/>
          </a:bodyPr>
          <a:lstStyle/>
          <a:p>
            <a:pPr indent="0" lvl="0" marL="0" rtl="0" algn="l">
              <a:spcBef>
                <a:spcPts val="0"/>
              </a:spcBef>
              <a:spcAft>
                <a:spcPts val="0"/>
              </a:spcAft>
              <a:buNone/>
            </a:pPr>
            <a:r>
              <a:rPr lang="en" sz="1800"/>
              <a:t>Threat modeling Step 5: risk analysis</a:t>
            </a:r>
            <a:endParaRPr sz="1800"/>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7" name="Shape 1117"/>
        <p:cNvGrpSpPr/>
        <p:nvPr/>
      </p:nvGrpSpPr>
      <p:grpSpPr>
        <a:xfrm>
          <a:off x="0" y="0"/>
          <a:ext cx="0" cy="0"/>
          <a:chOff x="0" y="0"/>
          <a:chExt cx="0" cy="0"/>
        </a:xfrm>
      </p:grpSpPr>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1" name="Shape 1121"/>
        <p:cNvGrpSpPr/>
        <p:nvPr/>
      </p:nvGrpSpPr>
      <p:grpSpPr>
        <a:xfrm>
          <a:off x="0" y="0"/>
          <a:ext cx="0" cy="0"/>
          <a:chOff x="0" y="0"/>
          <a:chExt cx="0" cy="0"/>
        </a:xfrm>
      </p:grpSpPr>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5" name="Shape 1125"/>
        <p:cNvGrpSpPr/>
        <p:nvPr/>
      </p:nvGrpSpPr>
      <p:grpSpPr>
        <a:xfrm>
          <a:off x="0" y="0"/>
          <a:ext cx="0" cy="0"/>
          <a:chOff x="0" y="0"/>
          <a:chExt cx="0" cy="0"/>
        </a:xfrm>
      </p:grpSpPr>
      <p:sp>
        <p:nvSpPr>
          <p:cNvPr id="1126" name="Google Shape;1126;p116"/>
          <p:cNvSpPr txBox="1"/>
          <p:nvPr>
            <p:ph type="title"/>
          </p:nvPr>
        </p:nvSpPr>
        <p:spPr>
          <a:xfrm>
            <a:off x="0" y="2628900"/>
            <a:ext cx="9144000" cy="806400"/>
          </a:xfrm>
          <a:prstGeom prst="rect">
            <a:avLst/>
          </a:prstGeom>
        </p:spPr>
        <p:txBody>
          <a:bodyPr anchorCtr="0" anchor="t" bIns="91425" lIns="0" spcFirstLastPara="1" rIns="0" wrap="square" tIns="91425">
            <a:noAutofit/>
          </a:bodyPr>
          <a:lstStyle/>
          <a:p>
            <a:pPr indent="0" lvl="0" marL="0" rtl="0" algn="ctr">
              <a:spcBef>
                <a:spcPts val="0"/>
              </a:spcBef>
              <a:spcAft>
                <a:spcPts val="0"/>
              </a:spcAft>
              <a:buNone/>
            </a:pPr>
            <a:r>
              <a:rPr b="0" lang="en">
                <a:latin typeface="Roboto"/>
                <a:ea typeface="Roboto"/>
                <a:cs typeface="Roboto"/>
                <a:sym typeface="Roboto"/>
              </a:rPr>
              <a:t>Mitigating</a:t>
            </a:r>
            <a:r>
              <a:rPr b="0" lang="en"/>
              <a:t> </a:t>
            </a:r>
            <a:r>
              <a:rPr lang="en">
                <a:latin typeface="Roboto"/>
                <a:ea typeface="Roboto"/>
                <a:cs typeface="Roboto"/>
                <a:sym typeface="Roboto"/>
              </a:rPr>
              <a:t>Risks</a:t>
            </a:r>
            <a:endParaRPr>
              <a:latin typeface="Roboto"/>
              <a:ea typeface="Roboto"/>
              <a:cs typeface="Roboto"/>
              <a:sym typeface="Roboto"/>
            </a:endParaRPr>
          </a:p>
        </p:txBody>
      </p:sp>
      <p:pic>
        <p:nvPicPr>
          <p:cNvPr id="1127" name="Google Shape;1127;p116"/>
          <p:cNvPicPr preferRelativeResize="0"/>
          <p:nvPr/>
        </p:nvPicPr>
        <p:blipFill>
          <a:blip r:embed="rId3">
            <a:alphaModFix/>
          </a:blip>
          <a:stretch>
            <a:fillRect/>
          </a:stretch>
        </p:blipFill>
        <p:spPr>
          <a:xfrm>
            <a:off x="4067525" y="1744050"/>
            <a:ext cx="902675" cy="886575"/>
          </a:xfrm>
          <a:prstGeom prst="rect">
            <a:avLst/>
          </a:prstGeom>
          <a:noFill/>
          <a:ln>
            <a:noFill/>
          </a:ln>
        </p:spPr>
      </p:pic>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1" name="Shape 1131"/>
        <p:cNvGrpSpPr/>
        <p:nvPr/>
      </p:nvGrpSpPr>
      <p:grpSpPr>
        <a:xfrm>
          <a:off x="0" y="0"/>
          <a:ext cx="0" cy="0"/>
          <a:chOff x="0" y="0"/>
          <a:chExt cx="0" cy="0"/>
        </a:xfrm>
      </p:grpSpPr>
      <p:sp>
        <p:nvSpPr>
          <p:cNvPr id="1132" name="Google Shape;1132;p117"/>
          <p:cNvSpPr txBox="1"/>
          <p:nvPr>
            <p:ph type="title"/>
          </p:nvPr>
        </p:nvSpPr>
        <p:spPr>
          <a:xfrm>
            <a:off x="3179825" y="680250"/>
            <a:ext cx="5555100" cy="3783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0" lang="en">
                <a:latin typeface="Roboto"/>
                <a:ea typeface="Roboto"/>
                <a:cs typeface="Roboto"/>
                <a:sym typeface="Roboto"/>
              </a:rPr>
              <a:t>Now that we’re able to determine which threats are worth our attention and resources, we can </a:t>
            </a:r>
            <a:br>
              <a:rPr b="0" lang="en">
                <a:latin typeface="Roboto"/>
                <a:ea typeface="Roboto"/>
                <a:cs typeface="Roboto"/>
                <a:sym typeface="Roboto"/>
              </a:rPr>
            </a:br>
            <a:r>
              <a:rPr b="0" lang="en">
                <a:latin typeface="Roboto"/>
                <a:ea typeface="Roboto"/>
                <a:cs typeface="Roboto"/>
                <a:sym typeface="Roboto"/>
              </a:rPr>
              <a:t>craft controls for mitigating risks. </a:t>
            </a:r>
            <a:endParaRPr b="0">
              <a:latin typeface="Roboto"/>
              <a:ea typeface="Roboto"/>
              <a:cs typeface="Roboto"/>
              <a:sym typeface="Roboto"/>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6" name="Shape 1136"/>
        <p:cNvGrpSpPr/>
        <p:nvPr/>
      </p:nvGrpSpPr>
      <p:grpSpPr>
        <a:xfrm>
          <a:off x="0" y="0"/>
          <a:ext cx="0" cy="0"/>
          <a:chOff x="0" y="0"/>
          <a:chExt cx="0" cy="0"/>
        </a:xfrm>
      </p:grpSpPr>
      <p:sp>
        <p:nvSpPr>
          <p:cNvPr id="1137" name="Google Shape;1137;p118"/>
          <p:cNvSpPr txBox="1"/>
          <p:nvPr>
            <p:ph type="title"/>
          </p:nvPr>
        </p:nvSpPr>
        <p:spPr>
          <a:xfrm>
            <a:off x="457200" y="231650"/>
            <a:ext cx="8832300" cy="572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Deciding on Security Controls </a:t>
            </a:r>
            <a:endParaRPr/>
          </a:p>
        </p:txBody>
      </p:sp>
      <p:sp>
        <p:nvSpPr>
          <p:cNvPr id="1138" name="Google Shape;1138;p118"/>
          <p:cNvSpPr txBox="1"/>
          <p:nvPr>
            <p:ph idx="1" type="body"/>
          </p:nvPr>
        </p:nvSpPr>
        <p:spPr>
          <a:xfrm>
            <a:off x="464100" y="729750"/>
            <a:ext cx="8520600" cy="467400"/>
          </a:xfrm>
          <a:prstGeom prst="rect">
            <a:avLst/>
          </a:prstGeom>
        </p:spPr>
        <p:txBody>
          <a:bodyPr anchorCtr="0" anchor="t" bIns="91425" lIns="0" spcFirstLastPara="1" rIns="91425" wrap="square" tIns="0">
            <a:noAutofit/>
          </a:bodyPr>
          <a:lstStyle/>
          <a:p>
            <a:pPr indent="0" lvl="0" marL="0" rtl="0" algn="l">
              <a:spcBef>
                <a:spcPts val="0"/>
              </a:spcBef>
              <a:spcAft>
                <a:spcPts val="0"/>
              </a:spcAft>
              <a:buNone/>
            </a:pPr>
            <a:r>
              <a:rPr lang="en"/>
              <a:t>Answer the following questions when determining an appropriate control:</a:t>
            </a:r>
            <a:endParaRPr/>
          </a:p>
        </p:txBody>
      </p:sp>
      <p:sp>
        <p:nvSpPr>
          <p:cNvPr id="1139" name="Google Shape;1139;p118"/>
          <p:cNvSpPr/>
          <p:nvPr/>
        </p:nvSpPr>
        <p:spPr>
          <a:xfrm>
            <a:off x="698400" y="1532801"/>
            <a:ext cx="7948500" cy="6123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0" name="Google Shape;1140;p118"/>
          <p:cNvSpPr txBox="1"/>
          <p:nvPr/>
        </p:nvSpPr>
        <p:spPr>
          <a:xfrm>
            <a:off x="1099500" y="1456600"/>
            <a:ext cx="7389900" cy="612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800">
                <a:solidFill>
                  <a:schemeClr val="dk2"/>
                </a:solidFill>
                <a:latin typeface="Roboto"/>
                <a:ea typeface="Roboto"/>
                <a:cs typeface="Roboto"/>
                <a:sym typeface="Roboto"/>
              </a:rPr>
              <a:t>Required control type:</a:t>
            </a:r>
            <a:r>
              <a:rPr lang="en" sz="1800">
                <a:solidFill>
                  <a:schemeClr val="dk2"/>
                </a:solidFill>
                <a:latin typeface="Roboto"/>
                <a:ea typeface="Roboto"/>
                <a:cs typeface="Roboto"/>
                <a:sym typeface="Roboto"/>
              </a:rPr>
              <a:t> Should the </a:t>
            </a:r>
            <a:r>
              <a:rPr lang="en" sz="1800">
                <a:solidFill>
                  <a:schemeClr val="dk2"/>
                </a:solidFill>
                <a:latin typeface="Roboto"/>
                <a:ea typeface="Roboto"/>
                <a:cs typeface="Roboto"/>
                <a:sym typeface="Roboto"/>
              </a:rPr>
              <a:t>control</a:t>
            </a:r>
            <a:r>
              <a:rPr lang="en" sz="1800">
                <a:solidFill>
                  <a:schemeClr val="dk2"/>
                </a:solidFill>
                <a:latin typeface="Roboto"/>
                <a:ea typeface="Roboto"/>
                <a:cs typeface="Roboto"/>
                <a:sym typeface="Roboto"/>
              </a:rPr>
              <a:t> be physical, administrative, or technical? </a:t>
            </a:r>
            <a:endParaRPr sz="1800">
              <a:solidFill>
                <a:schemeClr val="dk2"/>
              </a:solidFill>
              <a:latin typeface="Roboto"/>
              <a:ea typeface="Roboto"/>
              <a:cs typeface="Roboto"/>
              <a:sym typeface="Roboto"/>
            </a:endParaRPr>
          </a:p>
        </p:txBody>
      </p:sp>
      <p:sp>
        <p:nvSpPr>
          <p:cNvPr id="1141" name="Google Shape;1141;p118"/>
          <p:cNvSpPr/>
          <p:nvPr/>
        </p:nvSpPr>
        <p:spPr>
          <a:xfrm>
            <a:off x="529530" y="1599303"/>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082D49"/>
                </a:solidFill>
              </a:rPr>
              <a:t>1</a:t>
            </a:r>
            <a:endParaRPr>
              <a:solidFill>
                <a:srgbClr val="082D49"/>
              </a:solidFill>
            </a:endParaRPr>
          </a:p>
        </p:txBody>
      </p:sp>
      <p:sp>
        <p:nvSpPr>
          <p:cNvPr id="1142" name="Google Shape;1142;p118"/>
          <p:cNvSpPr/>
          <p:nvPr/>
        </p:nvSpPr>
        <p:spPr>
          <a:xfrm>
            <a:off x="682188" y="2266976"/>
            <a:ext cx="7948500" cy="6123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3" name="Google Shape;1143;p118"/>
          <p:cNvSpPr/>
          <p:nvPr/>
        </p:nvSpPr>
        <p:spPr>
          <a:xfrm>
            <a:off x="513317" y="2333478"/>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082D49"/>
                </a:solidFill>
              </a:rPr>
              <a:t>2</a:t>
            </a:r>
            <a:endParaRPr>
              <a:solidFill>
                <a:srgbClr val="082D49"/>
              </a:solidFill>
            </a:endParaRPr>
          </a:p>
        </p:txBody>
      </p:sp>
      <p:sp>
        <p:nvSpPr>
          <p:cNvPr id="1144" name="Google Shape;1144;p118"/>
          <p:cNvSpPr/>
          <p:nvPr/>
        </p:nvSpPr>
        <p:spPr>
          <a:xfrm>
            <a:off x="690425" y="3011751"/>
            <a:ext cx="7948500" cy="6123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5" name="Google Shape;1145;p118"/>
          <p:cNvSpPr/>
          <p:nvPr/>
        </p:nvSpPr>
        <p:spPr>
          <a:xfrm>
            <a:off x="521555" y="3078253"/>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082D49"/>
                </a:solidFill>
              </a:rPr>
              <a:t>3</a:t>
            </a:r>
            <a:endParaRPr>
              <a:solidFill>
                <a:srgbClr val="082D49"/>
              </a:solidFill>
            </a:endParaRPr>
          </a:p>
        </p:txBody>
      </p:sp>
      <p:sp>
        <p:nvSpPr>
          <p:cNvPr id="1146" name="Google Shape;1146;p118"/>
          <p:cNvSpPr/>
          <p:nvPr/>
        </p:nvSpPr>
        <p:spPr>
          <a:xfrm>
            <a:off x="682188" y="3756526"/>
            <a:ext cx="7948500" cy="6123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7" name="Google Shape;1147;p118"/>
          <p:cNvSpPr/>
          <p:nvPr/>
        </p:nvSpPr>
        <p:spPr>
          <a:xfrm>
            <a:off x="513317" y="3823028"/>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082D49"/>
                </a:solidFill>
              </a:rPr>
              <a:t>4</a:t>
            </a:r>
            <a:endParaRPr>
              <a:solidFill>
                <a:srgbClr val="082D49"/>
              </a:solidFill>
            </a:endParaRPr>
          </a:p>
        </p:txBody>
      </p:sp>
      <p:sp>
        <p:nvSpPr>
          <p:cNvPr id="1148" name="Google Shape;1148;p118"/>
          <p:cNvSpPr txBox="1"/>
          <p:nvPr/>
        </p:nvSpPr>
        <p:spPr>
          <a:xfrm>
            <a:off x="1099500" y="2306625"/>
            <a:ext cx="7389900" cy="467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800">
                <a:solidFill>
                  <a:schemeClr val="dk2"/>
                </a:solidFill>
                <a:latin typeface="Roboto"/>
                <a:ea typeface="Roboto"/>
                <a:cs typeface="Roboto"/>
                <a:sym typeface="Roboto"/>
              </a:rPr>
              <a:t>Required control strength: </a:t>
            </a:r>
            <a:r>
              <a:rPr lang="en" sz="1800">
                <a:solidFill>
                  <a:schemeClr val="dk2"/>
                </a:solidFill>
                <a:latin typeface="Roboto"/>
                <a:ea typeface="Roboto"/>
                <a:cs typeface="Roboto"/>
                <a:sym typeface="Roboto"/>
              </a:rPr>
              <a:t>How strong does the control need to be? </a:t>
            </a:r>
            <a:r>
              <a:rPr lang="en" sz="1800">
                <a:solidFill>
                  <a:schemeClr val="dk2"/>
                </a:solidFill>
                <a:latin typeface="Roboto"/>
                <a:ea typeface="Roboto"/>
                <a:cs typeface="Roboto"/>
                <a:sym typeface="Roboto"/>
              </a:rPr>
              <a:t> </a:t>
            </a:r>
            <a:endParaRPr sz="1800">
              <a:solidFill>
                <a:schemeClr val="dk2"/>
              </a:solidFill>
              <a:latin typeface="Roboto"/>
              <a:ea typeface="Roboto"/>
              <a:cs typeface="Roboto"/>
              <a:sym typeface="Roboto"/>
            </a:endParaRPr>
          </a:p>
        </p:txBody>
      </p:sp>
      <p:sp>
        <p:nvSpPr>
          <p:cNvPr id="1149" name="Google Shape;1149;p118"/>
          <p:cNvSpPr txBox="1"/>
          <p:nvPr/>
        </p:nvSpPr>
        <p:spPr>
          <a:xfrm>
            <a:off x="1122200" y="2935550"/>
            <a:ext cx="7389900" cy="612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800">
                <a:solidFill>
                  <a:schemeClr val="dk2"/>
                </a:solidFill>
                <a:latin typeface="Roboto"/>
                <a:ea typeface="Roboto"/>
                <a:cs typeface="Roboto"/>
                <a:sym typeface="Roboto"/>
              </a:rPr>
              <a:t>I</a:t>
            </a:r>
            <a:r>
              <a:rPr b="1" lang="en" sz="1800">
                <a:solidFill>
                  <a:schemeClr val="dk2"/>
                </a:solidFill>
                <a:latin typeface="Roboto"/>
                <a:ea typeface="Roboto"/>
                <a:cs typeface="Roboto"/>
                <a:sym typeface="Roboto"/>
              </a:rPr>
              <a:t>mplementation cost:</a:t>
            </a:r>
            <a:r>
              <a:rPr lang="en" sz="1800">
                <a:solidFill>
                  <a:schemeClr val="dk2"/>
                </a:solidFill>
                <a:latin typeface="Roboto"/>
                <a:ea typeface="Roboto"/>
                <a:cs typeface="Roboto"/>
                <a:sym typeface="Roboto"/>
              </a:rPr>
              <a:t> How much does the control cost compared </a:t>
            </a:r>
            <a:br>
              <a:rPr lang="en" sz="1800">
                <a:solidFill>
                  <a:schemeClr val="dk2"/>
                </a:solidFill>
                <a:latin typeface="Roboto"/>
                <a:ea typeface="Roboto"/>
                <a:cs typeface="Roboto"/>
                <a:sym typeface="Roboto"/>
              </a:rPr>
            </a:br>
            <a:r>
              <a:rPr lang="en" sz="1800">
                <a:solidFill>
                  <a:schemeClr val="dk2"/>
                </a:solidFill>
                <a:latin typeface="Roboto"/>
                <a:ea typeface="Roboto"/>
                <a:cs typeface="Roboto"/>
                <a:sym typeface="Roboto"/>
              </a:rPr>
              <a:t>to the benefit provided?</a:t>
            </a:r>
            <a:r>
              <a:rPr lang="en" sz="1800">
                <a:solidFill>
                  <a:schemeClr val="dk2"/>
                </a:solidFill>
                <a:latin typeface="Roboto"/>
                <a:ea typeface="Roboto"/>
                <a:cs typeface="Roboto"/>
                <a:sym typeface="Roboto"/>
              </a:rPr>
              <a:t> </a:t>
            </a:r>
            <a:endParaRPr sz="1800">
              <a:solidFill>
                <a:schemeClr val="dk2"/>
              </a:solidFill>
              <a:latin typeface="Roboto"/>
              <a:ea typeface="Roboto"/>
              <a:cs typeface="Roboto"/>
              <a:sym typeface="Roboto"/>
            </a:endParaRPr>
          </a:p>
        </p:txBody>
      </p:sp>
      <p:sp>
        <p:nvSpPr>
          <p:cNvPr id="1150" name="Google Shape;1150;p118"/>
          <p:cNvSpPr txBox="1"/>
          <p:nvPr/>
        </p:nvSpPr>
        <p:spPr>
          <a:xfrm>
            <a:off x="1122200" y="3751225"/>
            <a:ext cx="7389900" cy="612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1800">
                <a:solidFill>
                  <a:schemeClr val="dk2"/>
                </a:solidFill>
                <a:latin typeface="Roboto"/>
                <a:ea typeface="Roboto"/>
                <a:cs typeface="Roboto"/>
                <a:sym typeface="Roboto"/>
              </a:rPr>
              <a:t>I</a:t>
            </a:r>
            <a:r>
              <a:rPr b="1" lang="en" sz="1800">
                <a:solidFill>
                  <a:schemeClr val="dk2"/>
                </a:solidFill>
                <a:latin typeface="Roboto"/>
                <a:ea typeface="Roboto"/>
                <a:cs typeface="Roboto"/>
                <a:sym typeface="Roboto"/>
              </a:rPr>
              <a:t>mplementation time:</a:t>
            </a:r>
            <a:r>
              <a:rPr lang="en" sz="1800">
                <a:solidFill>
                  <a:schemeClr val="dk2"/>
                </a:solidFill>
                <a:latin typeface="Roboto"/>
                <a:ea typeface="Roboto"/>
                <a:cs typeface="Roboto"/>
                <a:sym typeface="Roboto"/>
              </a:rPr>
              <a:t> How long will the control take to implement? </a:t>
            </a:r>
            <a:endParaRPr b="1" sz="1800">
              <a:solidFill>
                <a:schemeClr val="dk2"/>
              </a:solidFill>
              <a:latin typeface="Roboto"/>
              <a:ea typeface="Roboto"/>
              <a:cs typeface="Roboto"/>
              <a:sym typeface="Roboto"/>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154" name="Shape 1154"/>
        <p:cNvGrpSpPr/>
        <p:nvPr/>
      </p:nvGrpSpPr>
      <p:grpSpPr>
        <a:xfrm>
          <a:off x="0" y="0"/>
          <a:ext cx="0" cy="0"/>
          <a:chOff x="0" y="0"/>
          <a:chExt cx="0" cy="0"/>
        </a:xfrm>
      </p:grpSpPr>
      <p:pic>
        <p:nvPicPr>
          <p:cNvPr id="1155" name="Google Shape;1155;p119"/>
          <p:cNvPicPr preferRelativeResize="0"/>
          <p:nvPr/>
        </p:nvPicPr>
        <p:blipFill rotWithShape="1">
          <a:blip r:embed="rId3">
            <a:alphaModFix/>
          </a:blip>
          <a:srcRect b="1221" l="0" r="40856" t="4063"/>
          <a:stretch/>
        </p:blipFill>
        <p:spPr>
          <a:xfrm>
            <a:off x="4815190" y="0"/>
            <a:ext cx="4819052" cy="5143501"/>
          </a:xfrm>
          <a:prstGeom prst="rect">
            <a:avLst/>
          </a:prstGeom>
          <a:noFill/>
          <a:ln>
            <a:noFill/>
          </a:ln>
        </p:spPr>
      </p:pic>
      <p:sp>
        <p:nvSpPr>
          <p:cNvPr id="1156" name="Google Shape;1156;p119"/>
          <p:cNvSpPr txBox="1"/>
          <p:nvPr>
            <p:ph type="title"/>
          </p:nvPr>
        </p:nvSpPr>
        <p:spPr>
          <a:xfrm>
            <a:off x="533400" y="128800"/>
            <a:ext cx="8832300" cy="572700"/>
          </a:xfrm>
          <a:prstGeom prst="rect">
            <a:avLst/>
          </a:prstGeom>
        </p:spPr>
        <p:txBody>
          <a:bodyPr anchorCtr="0" anchor="t" bIns="0" lIns="0" spcFirstLastPara="1" rIns="0" wrap="square" tIns="0">
            <a:noAutofit/>
          </a:bodyPr>
          <a:lstStyle/>
          <a:p>
            <a:pPr indent="0" lvl="0" marL="0" rtl="0" algn="l">
              <a:spcBef>
                <a:spcPts val="0"/>
              </a:spcBef>
              <a:spcAft>
                <a:spcPts val="0"/>
              </a:spcAft>
              <a:buClr>
                <a:schemeClr val="dk1"/>
              </a:buClr>
              <a:buSzPts val="1100"/>
              <a:buFont typeface="Arial"/>
              <a:buNone/>
            </a:pPr>
            <a:r>
              <a:rPr lang="en"/>
              <a:t>Risk Mitigation: Example </a:t>
            </a:r>
            <a:endParaRPr/>
          </a:p>
        </p:txBody>
      </p:sp>
      <p:sp>
        <p:nvSpPr>
          <p:cNvPr id="1157" name="Google Shape;1157;p119"/>
          <p:cNvSpPr txBox="1"/>
          <p:nvPr>
            <p:ph idx="1" type="body"/>
          </p:nvPr>
        </p:nvSpPr>
        <p:spPr>
          <a:xfrm>
            <a:off x="502925" y="644350"/>
            <a:ext cx="4247100" cy="4174800"/>
          </a:xfrm>
          <a:prstGeom prst="rect">
            <a:avLst/>
          </a:prstGeom>
        </p:spPr>
        <p:txBody>
          <a:bodyPr anchorCtr="0" anchor="t" bIns="91425" lIns="0" spcFirstLastPara="1" rIns="91425" wrap="square" tIns="0">
            <a:noAutofit/>
          </a:bodyPr>
          <a:lstStyle/>
          <a:p>
            <a:pPr indent="0" lvl="0" marL="0" rtl="0" algn="l">
              <a:lnSpc>
                <a:spcPct val="100000"/>
              </a:lnSpc>
              <a:spcBef>
                <a:spcPts val="0"/>
              </a:spcBef>
              <a:spcAft>
                <a:spcPts val="0"/>
              </a:spcAft>
              <a:buNone/>
            </a:pPr>
            <a:r>
              <a:rPr lang="en" sz="1500"/>
              <a:t>LifeNotes is a new medical records company that makes it easy for doctors from different hospitals to share medical records.</a:t>
            </a:r>
            <a:br>
              <a:rPr lang="en" sz="1500"/>
            </a:br>
            <a:endParaRPr sz="1500"/>
          </a:p>
          <a:p>
            <a:pPr indent="-186690" lvl="0" marL="320040" rtl="0" algn="l">
              <a:lnSpc>
                <a:spcPct val="100000"/>
              </a:lnSpc>
              <a:spcBef>
                <a:spcPts val="0"/>
              </a:spcBef>
              <a:spcAft>
                <a:spcPts val="0"/>
              </a:spcAft>
              <a:buClr>
                <a:schemeClr val="dk2"/>
              </a:buClr>
              <a:buSzPts val="1500"/>
              <a:buChar char="●"/>
            </a:pPr>
            <a:r>
              <a:rPr lang="en" sz="1500"/>
              <a:t>When transferring a patient to another hospital or physician, doctors can use the application to share the patient’s medical history, lab results, and medication schedules. </a:t>
            </a:r>
            <a:endParaRPr sz="1500"/>
          </a:p>
          <a:p>
            <a:pPr indent="-186690" lvl="0" marL="320040" rtl="0" algn="l">
              <a:lnSpc>
                <a:spcPct val="100000"/>
              </a:lnSpc>
              <a:spcBef>
                <a:spcPts val="1000"/>
              </a:spcBef>
              <a:spcAft>
                <a:spcPts val="0"/>
              </a:spcAft>
              <a:buClr>
                <a:schemeClr val="dk2"/>
              </a:buClr>
              <a:buSzPts val="1500"/>
              <a:buChar char="●"/>
            </a:pPr>
            <a:r>
              <a:rPr lang="en" sz="1500"/>
              <a:t>LifeNotes also ensures that doctors can </a:t>
            </a:r>
            <a:br>
              <a:rPr lang="en" sz="1500"/>
            </a:br>
            <a:r>
              <a:rPr lang="en" sz="1500"/>
              <a:t>only see records for their own patients.</a:t>
            </a:r>
            <a:endParaRPr sz="1500"/>
          </a:p>
          <a:p>
            <a:pPr indent="-186690" lvl="0" marL="320040" rtl="0" algn="l">
              <a:lnSpc>
                <a:spcPct val="100000"/>
              </a:lnSpc>
              <a:spcBef>
                <a:spcPts val="1000"/>
              </a:spcBef>
              <a:spcAft>
                <a:spcPts val="0"/>
              </a:spcAft>
              <a:buClr>
                <a:schemeClr val="dk2"/>
              </a:buClr>
              <a:buSzPts val="1500"/>
              <a:buChar char="●"/>
            </a:pPr>
            <a:r>
              <a:rPr lang="en" sz="1500"/>
              <a:t>However, a client recently reported that </a:t>
            </a:r>
            <a:br>
              <a:rPr lang="en" sz="1500"/>
            </a:br>
            <a:r>
              <a:rPr lang="en" sz="1500"/>
              <a:t>they were able to load records for patients they were not assigned to. </a:t>
            </a:r>
            <a:endParaRPr sz="1500"/>
          </a:p>
          <a:p>
            <a:pPr indent="-186690" lvl="0" marL="320040" rtl="0" algn="l">
              <a:lnSpc>
                <a:spcPct val="100000"/>
              </a:lnSpc>
              <a:spcBef>
                <a:spcPts val="1000"/>
              </a:spcBef>
              <a:spcAft>
                <a:spcPts val="1000"/>
              </a:spcAft>
              <a:buClr>
                <a:schemeClr val="dk2"/>
              </a:buClr>
              <a:buSzPts val="1500"/>
              <a:buChar char="●"/>
            </a:pPr>
            <a:r>
              <a:rPr lang="en" sz="1500"/>
              <a:t>This violates regulatory standards protecting patients’ medical information and it must be resolved immediately.</a:t>
            </a:r>
            <a:endParaRPr sz="1500"/>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noFill/>
      </p:bgPr>
    </p:bg>
    <p:spTree>
      <p:nvGrpSpPr>
        <p:cNvPr id="1161" name="Shape 1161"/>
        <p:cNvGrpSpPr/>
        <p:nvPr/>
      </p:nvGrpSpPr>
      <p:grpSpPr>
        <a:xfrm>
          <a:off x="0" y="0"/>
          <a:ext cx="0" cy="0"/>
          <a:chOff x="0" y="0"/>
          <a:chExt cx="0" cy="0"/>
        </a:xfrm>
      </p:grpSpPr>
      <p:pic>
        <p:nvPicPr>
          <p:cNvPr id="1162" name="Google Shape;1162;p120"/>
          <p:cNvPicPr preferRelativeResize="0"/>
          <p:nvPr/>
        </p:nvPicPr>
        <p:blipFill>
          <a:blip r:embed="rId3">
            <a:alphaModFix/>
          </a:blip>
          <a:stretch>
            <a:fillRect/>
          </a:stretch>
        </p:blipFill>
        <p:spPr>
          <a:xfrm>
            <a:off x="4087146" y="107125"/>
            <a:ext cx="5149609" cy="5143500"/>
          </a:xfrm>
          <a:prstGeom prst="rect">
            <a:avLst/>
          </a:prstGeom>
          <a:noFill/>
          <a:ln>
            <a:noFill/>
          </a:ln>
        </p:spPr>
      </p:pic>
      <p:sp>
        <p:nvSpPr>
          <p:cNvPr id="1163" name="Google Shape;1163;p120"/>
          <p:cNvSpPr/>
          <p:nvPr/>
        </p:nvSpPr>
        <p:spPr>
          <a:xfrm>
            <a:off x="515250" y="1729067"/>
            <a:ext cx="3420900" cy="4002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4" name="Google Shape;1164;p120"/>
          <p:cNvSpPr/>
          <p:nvPr/>
        </p:nvSpPr>
        <p:spPr>
          <a:xfrm>
            <a:off x="515250" y="2371492"/>
            <a:ext cx="3420900" cy="4002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800">
              <a:latin typeface="Roboto"/>
              <a:ea typeface="Roboto"/>
              <a:cs typeface="Roboto"/>
              <a:sym typeface="Roboto"/>
            </a:endParaRPr>
          </a:p>
        </p:txBody>
      </p:sp>
      <p:sp>
        <p:nvSpPr>
          <p:cNvPr id="1165" name="Google Shape;1165;p120"/>
          <p:cNvSpPr txBox="1"/>
          <p:nvPr/>
        </p:nvSpPr>
        <p:spPr>
          <a:xfrm>
            <a:off x="916320" y="1695237"/>
            <a:ext cx="3019800" cy="384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latin typeface="Roboto"/>
                <a:ea typeface="Roboto"/>
                <a:cs typeface="Roboto"/>
                <a:sym typeface="Roboto"/>
              </a:rPr>
              <a:t>Required control type</a:t>
            </a:r>
            <a:endParaRPr sz="1800">
              <a:solidFill>
                <a:schemeClr val="dk2"/>
              </a:solidFill>
              <a:latin typeface="Roboto"/>
              <a:ea typeface="Roboto"/>
              <a:cs typeface="Roboto"/>
              <a:sym typeface="Roboto"/>
            </a:endParaRPr>
          </a:p>
        </p:txBody>
      </p:sp>
      <p:sp>
        <p:nvSpPr>
          <p:cNvPr id="1166" name="Google Shape;1166;p120"/>
          <p:cNvSpPr txBox="1"/>
          <p:nvPr/>
        </p:nvSpPr>
        <p:spPr>
          <a:xfrm>
            <a:off x="916325" y="2337662"/>
            <a:ext cx="3019800" cy="384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latin typeface="Roboto"/>
                <a:ea typeface="Roboto"/>
                <a:cs typeface="Roboto"/>
                <a:sym typeface="Roboto"/>
              </a:rPr>
              <a:t>Required control </a:t>
            </a:r>
            <a:r>
              <a:rPr lang="en" sz="1800">
                <a:solidFill>
                  <a:schemeClr val="dk2"/>
                </a:solidFill>
                <a:latin typeface="Roboto"/>
                <a:ea typeface="Roboto"/>
                <a:cs typeface="Roboto"/>
                <a:sym typeface="Roboto"/>
              </a:rPr>
              <a:t>strength</a:t>
            </a:r>
            <a:r>
              <a:rPr lang="en" sz="1800">
                <a:solidFill>
                  <a:schemeClr val="dk2"/>
                </a:solidFill>
                <a:latin typeface="Roboto"/>
                <a:ea typeface="Roboto"/>
                <a:cs typeface="Roboto"/>
                <a:sym typeface="Roboto"/>
              </a:rPr>
              <a:t> </a:t>
            </a:r>
            <a:endParaRPr sz="1800">
              <a:solidFill>
                <a:schemeClr val="dk2"/>
              </a:solidFill>
              <a:latin typeface="Roboto"/>
              <a:ea typeface="Roboto"/>
              <a:cs typeface="Roboto"/>
              <a:sym typeface="Roboto"/>
            </a:endParaRPr>
          </a:p>
        </p:txBody>
      </p:sp>
      <p:sp>
        <p:nvSpPr>
          <p:cNvPr id="1167" name="Google Shape;1167;p120"/>
          <p:cNvSpPr/>
          <p:nvPr/>
        </p:nvSpPr>
        <p:spPr>
          <a:xfrm>
            <a:off x="364775" y="1699659"/>
            <a:ext cx="459000" cy="459000"/>
          </a:xfrm>
          <a:prstGeom prst="ellipse">
            <a:avLst/>
          </a:prstGeom>
          <a:solidFill>
            <a:srgbClr val="FCB912"/>
          </a:solidFill>
          <a:ln>
            <a:noFill/>
          </a:ln>
        </p:spPr>
        <p:txBody>
          <a:bodyPr anchorCtr="0" anchor="ctr" bIns="0" lIns="0" spcFirstLastPara="1" rIns="0" wrap="square" tIns="0">
            <a:noAutofit/>
          </a:bodyPr>
          <a:lstStyle/>
          <a:p>
            <a:pPr indent="0" lvl="0" marL="0" rtl="0" algn="ctr">
              <a:spcBef>
                <a:spcPts val="0"/>
              </a:spcBef>
              <a:spcAft>
                <a:spcPts val="0"/>
              </a:spcAft>
              <a:buNone/>
            </a:pPr>
            <a:r>
              <a:rPr lang="en">
                <a:solidFill>
                  <a:srgbClr val="082D49"/>
                </a:solidFill>
              </a:rPr>
              <a:t>1</a:t>
            </a:r>
            <a:endParaRPr>
              <a:solidFill>
                <a:srgbClr val="082D49"/>
              </a:solidFill>
            </a:endParaRPr>
          </a:p>
        </p:txBody>
      </p:sp>
      <p:sp>
        <p:nvSpPr>
          <p:cNvPr id="1168" name="Google Shape;1168;p120"/>
          <p:cNvSpPr/>
          <p:nvPr/>
        </p:nvSpPr>
        <p:spPr>
          <a:xfrm>
            <a:off x="364775" y="2342084"/>
            <a:ext cx="459000" cy="459000"/>
          </a:xfrm>
          <a:prstGeom prst="ellipse">
            <a:avLst/>
          </a:prstGeom>
          <a:solidFill>
            <a:srgbClr val="FCB912"/>
          </a:solidFill>
          <a:ln>
            <a:noFill/>
          </a:ln>
        </p:spPr>
        <p:txBody>
          <a:bodyPr anchorCtr="0" anchor="ctr" bIns="0" lIns="0" spcFirstLastPara="1" rIns="0" wrap="square" tIns="0">
            <a:noAutofit/>
          </a:bodyPr>
          <a:lstStyle/>
          <a:p>
            <a:pPr indent="0" lvl="0" marL="0" rtl="0" algn="ctr">
              <a:spcBef>
                <a:spcPts val="0"/>
              </a:spcBef>
              <a:spcAft>
                <a:spcPts val="0"/>
              </a:spcAft>
              <a:buNone/>
            </a:pPr>
            <a:r>
              <a:rPr lang="en">
                <a:solidFill>
                  <a:srgbClr val="082D49"/>
                </a:solidFill>
              </a:rPr>
              <a:t>2</a:t>
            </a:r>
            <a:endParaRPr>
              <a:solidFill>
                <a:srgbClr val="082D49"/>
              </a:solidFill>
            </a:endParaRPr>
          </a:p>
        </p:txBody>
      </p:sp>
      <p:sp>
        <p:nvSpPr>
          <p:cNvPr id="1169" name="Google Shape;1169;p120"/>
          <p:cNvSpPr/>
          <p:nvPr/>
        </p:nvSpPr>
        <p:spPr>
          <a:xfrm>
            <a:off x="515250" y="3013917"/>
            <a:ext cx="3420900" cy="4002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800">
              <a:latin typeface="Roboto"/>
              <a:ea typeface="Roboto"/>
              <a:cs typeface="Roboto"/>
              <a:sym typeface="Roboto"/>
            </a:endParaRPr>
          </a:p>
        </p:txBody>
      </p:sp>
      <p:sp>
        <p:nvSpPr>
          <p:cNvPr id="1170" name="Google Shape;1170;p120"/>
          <p:cNvSpPr txBox="1"/>
          <p:nvPr/>
        </p:nvSpPr>
        <p:spPr>
          <a:xfrm>
            <a:off x="916325" y="2980087"/>
            <a:ext cx="3019800" cy="384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latin typeface="Roboto"/>
                <a:ea typeface="Roboto"/>
                <a:cs typeface="Roboto"/>
                <a:sym typeface="Roboto"/>
              </a:rPr>
              <a:t>Control decisions </a:t>
            </a:r>
            <a:endParaRPr sz="1800">
              <a:solidFill>
                <a:schemeClr val="dk2"/>
              </a:solidFill>
              <a:latin typeface="Roboto"/>
              <a:ea typeface="Roboto"/>
              <a:cs typeface="Roboto"/>
              <a:sym typeface="Roboto"/>
            </a:endParaRPr>
          </a:p>
        </p:txBody>
      </p:sp>
      <p:sp>
        <p:nvSpPr>
          <p:cNvPr id="1171" name="Google Shape;1171;p120"/>
          <p:cNvSpPr/>
          <p:nvPr/>
        </p:nvSpPr>
        <p:spPr>
          <a:xfrm>
            <a:off x="364775" y="2984509"/>
            <a:ext cx="459000" cy="459000"/>
          </a:xfrm>
          <a:prstGeom prst="ellipse">
            <a:avLst/>
          </a:prstGeom>
          <a:solidFill>
            <a:srgbClr val="FCB912"/>
          </a:solidFill>
          <a:ln>
            <a:noFill/>
          </a:ln>
        </p:spPr>
        <p:txBody>
          <a:bodyPr anchorCtr="0" anchor="ctr" bIns="0" lIns="0" spcFirstLastPara="1" rIns="0" wrap="square" tIns="0">
            <a:noAutofit/>
          </a:bodyPr>
          <a:lstStyle/>
          <a:p>
            <a:pPr indent="0" lvl="0" marL="0" rtl="0" algn="ctr">
              <a:spcBef>
                <a:spcPts val="0"/>
              </a:spcBef>
              <a:spcAft>
                <a:spcPts val="0"/>
              </a:spcAft>
              <a:buNone/>
            </a:pPr>
            <a:r>
              <a:rPr lang="en">
                <a:solidFill>
                  <a:srgbClr val="082D49"/>
                </a:solidFill>
              </a:rPr>
              <a:t>3</a:t>
            </a:r>
            <a:endParaRPr>
              <a:solidFill>
                <a:srgbClr val="082D49"/>
              </a:solidFill>
            </a:endParaRPr>
          </a:p>
        </p:txBody>
      </p:sp>
      <p:sp>
        <p:nvSpPr>
          <p:cNvPr id="1172" name="Google Shape;1172;p120"/>
          <p:cNvSpPr/>
          <p:nvPr/>
        </p:nvSpPr>
        <p:spPr>
          <a:xfrm>
            <a:off x="515250" y="3656342"/>
            <a:ext cx="3420900" cy="4002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800">
              <a:latin typeface="Roboto"/>
              <a:ea typeface="Roboto"/>
              <a:cs typeface="Roboto"/>
              <a:sym typeface="Roboto"/>
            </a:endParaRPr>
          </a:p>
        </p:txBody>
      </p:sp>
      <p:sp>
        <p:nvSpPr>
          <p:cNvPr id="1173" name="Google Shape;1173;p120"/>
          <p:cNvSpPr txBox="1"/>
          <p:nvPr/>
        </p:nvSpPr>
        <p:spPr>
          <a:xfrm>
            <a:off x="916325" y="3622512"/>
            <a:ext cx="3019800" cy="384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latin typeface="Roboto"/>
                <a:ea typeface="Roboto"/>
                <a:cs typeface="Roboto"/>
                <a:sym typeface="Roboto"/>
              </a:rPr>
              <a:t>Implementation cost</a:t>
            </a:r>
            <a:endParaRPr sz="1800">
              <a:solidFill>
                <a:schemeClr val="dk2"/>
              </a:solidFill>
              <a:latin typeface="Roboto"/>
              <a:ea typeface="Roboto"/>
              <a:cs typeface="Roboto"/>
              <a:sym typeface="Roboto"/>
            </a:endParaRPr>
          </a:p>
        </p:txBody>
      </p:sp>
      <p:sp>
        <p:nvSpPr>
          <p:cNvPr id="1174" name="Google Shape;1174;p120"/>
          <p:cNvSpPr/>
          <p:nvPr/>
        </p:nvSpPr>
        <p:spPr>
          <a:xfrm>
            <a:off x="364775" y="3626934"/>
            <a:ext cx="459000" cy="459000"/>
          </a:xfrm>
          <a:prstGeom prst="ellipse">
            <a:avLst/>
          </a:prstGeom>
          <a:solidFill>
            <a:srgbClr val="FCB912"/>
          </a:solidFill>
          <a:ln>
            <a:noFill/>
          </a:ln>
        </p:spPr>
        <p:txBody>
          <a:bodyPr anchorCtr="0" anchor="ctr" bIns="0" lIns="0" spcFirstLastPara="1" rIns="0" wrap="square" tIns="0">
            <a:noAutofit/>
          </a:bodyPr>
          <a:lstStyle/>
          <a:p>
            <a:pPr indent="0" lvl="0" marL="0" rtl="0" algn="ctr">
              <a:spcBef>
                <a:spcPts val="0"/>
              </a:spcBef>
              <a:spcAft>
                <a:spcPts val="0"/>
              </a:spcAft>
              <a:buNone/>
            </a:pPr>
            <a:r>
              <a:rPr lang="en">
                <a:solidFill>
                  <a:srgbClr val="082D49"/>
                </a:solidFill>
              </a:rPr>
              <a:t>4</a:t>
            </a:r>
            <a:endParaRPr>
              <a:solidFill>
                <a:srgbClr val="082D49"/>
              </a:solidFill>
            </a:endParaRPr>
          </a:p>
        </p:txBody>
      </p:sp>
      <p:sp>
        <p:nvSpPr>
          <p:cNvPr id="1175" name="Google Shape;1175;p120"/>
          <p:cNvSpPr/>
          <p:nvPr/>
        </p:nvSpPr>
        <p:spPr>
          <a:xfrm>
            <a:off x="515250" y="4298767"/>
            <a:ext cx="3420900" cy="4002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800">
              <a:latin typeface="Roboto"/>
              <a:ea typeface="Roboto"/>
              <a:cs typeface="Roboto"/>
              <a:sym typeface="Roboto"/>
            </a:endParaRPr>
          </a:p>
        </p:txBody>
      </p:sp>
      <p:sp>
        <p:nvSpPr>
          <p:cNvPr id="1176" name="Google Shape;1176;p120"/>
          <p:cNvSpPr txBox="1"/>
          <p:nvPr/>
        </p:nvSpPr>
        <p:spPr>
          <a:xfrm>
            <a:off x="916325" y="4264937"/>
            <a:ext cx="3019800" cy="384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latin typeface="Roboto"/>
                <a:ea typeface="Roboto"/>
                <a:cs typeface="Roboto"/>
                <a:sym typeface="Roboto"/>
              </a:rPr>
              <a:t>I</a:t>
            </a:r>
            <a:r>
              <a:rPr lang="en" sz="1800">
                <a:solidFill>
                  <a:schemeClr val="dk2"/>
                </a:solidFill>
                <a:latin typeface="Roboto"/>
                <a:ea typeface="Roboto"/>
                <a:cs typeface="Roboto"/>
                <a:sym typeface="Roboto"/>
              </a:rPr>
              <a:t>mplementation time</a:t>
            </a:r>
            <a:endParaRPr sz="1800">
              <a:solidFill>
                <a:schemeClr val="dk2"/>
              </a:solidFill>
              <a:latin typeface="Roboto"/>
              <a:ea typeface="Roboto"/>
              <a:cs typeface="Roboto"/>
              <a:sym typeface="Roboto"/>
            </a:endParaRPr>
          </a:p>
        </p:txBody>
      </p:sp>
      <p:sp>
        <p:nvSpPr>
          <p:cNvPr id="1177" name="Google Shape;1177;p120"/>
          <p:cNvSpPr/>
          <p:nvPr/>
        </p:nvSpPr>
        <p:spPr>
          <a:xfrm>
            <a:off x="364775" y="4269359"/>
            <a:ext cx="459000" cy="459000"/>
          </a:xfrm>
          <a:prstGeom prst="ellipse">
            <a:avLst/>
          </a:prstGeom>
          <a:solidFill>
            <a:srgbClr val="FCB912"/>
          </a:solidFill>
          <a:ln>
            <a:noFill/>
          </a:ln>
        </p:spPr>
        <p:txBody>
          <a:bodyPr anchorCtr="0" anchor="ctr" bIns="0" lIns="0" spcFirstLastPara="1" rIns="0" wrap="square" tIns="0">
            <a:noAutofit/>
          </a:bodyPr>
          <a:lstStyle/>
          <a:p>
            <a:pPr indent="0" lvl="0" marL="0" rtl="0" algn="ctr">
              <a:spcBef>
                <a:spcPts val="0"/>
              </a:spcBef>
              <a:spcAft>
                <a:spcPts val="0"/>
              </a:spcAft>
              <a:buNone/>
            </a:pPr>
            <a:r>
              <a:rPr lang="en">
                <a:solidFill>
                  <a:srgbClr val="082D49"/>
                </a:solidFill>
              </a:rPr>
              <a:t>5</a:t>
            </a:r>
            <a:endParaRPr>
              <a:solidFill>
                <a:srgbClr val="082D49"/>
              </a:solidFill>
            </a:endParaRPr>
          </a:p>
        </p:txBody>
      </p:sp>
      <p:sp>
        <p:nvSpPr>
          <p:cNvPr id="1178" name="Google Shape;1178;p120"/>
          <p:cNvSpPr txBox="1"/>
          <p:nvPr>
            <p:ph type="title"/>
          </p:nvPr>
        </p:nvSpPr>
        <p:spPr>
          <a:xfrm>
            <a:off x="457200" y="129700"/>
            <a:ext cx="8832300" cy="572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Risk Mitigation: Example</a:t>
            </a:r>
            <a:endParaRPr/>
          </a:p>
        </p:txBody>
      </p:sp>
      <p:sp>
        <p:nvSpPr>
          <p:cNvPr id="1179" name="Google Shape;1179;p120"/>
          <p:cNvSpPr txBox="1"/>
          <p:nvPr>
            <p:ph idx="1" type="body"/>
          </p:nvPr>
        </p:nvSpPr>
        <p:spPr>
          <a:xfrm>
            <a:off x="483150" y="702400"/>
            <a:ext cx="4422300" cy="459000"/>
          </a:xfrm>
          <a:prstGeom prst="rect">
            <a:avLst/>
          </a:prstGeom>
        </p:spPr>
        <p:txBody>
          <a:bodyPr anchorCtr="0" anchor="t" bIns="91425" lIns="0" spcFirstLastPara="1" rIns="91425" wrap="square" tIns="0">
            <a:noAutofit/>
          </a:bodyPr>
          <a:lstStyle/>
          <a:p>
            <a:pPr indent="0" lvl="0" marL="0" rtl="0" algn="l">
              <a:spcBef>
                <a:spcPts val="0"/>
              </a:spcBef>
              <a:spcAft>
                <a:spcPts val="0"/>
              </a:spcAft>
              <a:buNone/>
            </a:pPr>
            <a:r>
              <a:rPr lang="en"/>
              <a:t>What security controls should </a:t>
            </a:r>
            <a:br>
              <a:rPr lang="en"/>
            </a:br>
            <a:r>
              <a:rPr lang="en"/>
              <a:t>we suggest to LifeNotes?</a:t>
            </a:r>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noFill/>
      </p:bgPr>
    </p:bg>
    <p:spTree>
      <p:nvGrpSpPr>
        <p:cNvPr id="1183" name="Shape 1183"/>
        <p:cNvGrpSpPr/>
        <p:nvPr/>
      </p:nvGrpSpPr>
      <p:grpSpPr>
        <a:xfrm>
          <a:off x="0" y="0"/>
          <a:ext cx="0" cy="0"/>
          <a:chOff x="0" y="0"/>
          <a:chExt cx="0" cy="0"/>
        </a:xfrm>
      </p:grpSpPr>
      <p:sp>
        <p:nvSpPr>
          <p:cNvPr id="1184" name="Google Shape;1184;p121"/>
          <p:cNvSpPr/>
          <p:nvPr/>
        </p:nvSpPr>
        <p:spPr>
          <a:xfrm>
            <a:off x="515250" y="1715450"/>
            <a:ext cx="3420900" cy="400200"/>
          </a:xfrm>
          <a:prstGeom prst="roundRect">
            <a:avLst>
              <a:gd fmla="val 16667"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800">
              <a:solidFill>
                <a:schemeClr val="lt1"/>
              </a:solidFill>
              <a:latin typeface="Roboto"/>
              <a:ea typeface="Roboto"/>
              <a:cs typeface="Roboto"/>
              <a:sym typeface="Roboto"/>
            </a:endParaRPr>
          </a:p>
        </p:txBody>
      </p:sp>
      <p:sp>
        <p:nvSpPr>
          <p:cNvPr id="1185" name="Google Shape;1185;p121"/>
          <p:cNvSpPr/>
          <p:nvPr/>
        </p:nvSpPr>
        <p:spPr>
          <a:xfrm>
            <a:off x="515250" y="2357875"/>
            <a:ext cx="3420900" cy="4002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800">
              <a:latin typeface="Roboto"/>
              <a:ea typeface="Roboto"/>
              <a:cs typeface="Roboto"/>
              <a:sym typeface="Roboto"/>
            </a:endParaRPr>
          </a:p>
        </p:txBody>
      </p:sp>
      <p:sp>
        <p:nvSpPr>
          <p:cNvPr id="1186" name="Google Shape;1186;p121"/>
          <p:cNvSpPr txBox="1"/>
          <p:nvPr/>
        </p:nvSpPr>
        <p:spPr>
          <a:xfrm>
            <a:off x="916320" y="1681620"/>
            <a:ext cx="3019800" cy="384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lt1"/>
                </a:solidFill>
                <a:latin typeface="Roboto"/>
                <a:ea typeface="Roboto"/>
                <a:cs typeface="Roboto"/>
                <a:sym typeface="Roboto"/>
              </a:rPr>
              <a:t>Required control type</a:t>
            </a:r>
            <a:endParaRPr sz="1800">
              <a:solidFill>
                <a:schemeClr val="lt1"/>
              </a:solidFill>
              <a:latin typeface="Roboto"/>
              <a:ea typeface="Roboto"/>
              <a:cs typeface="Roboto"/>
              <a:sym typeface="Roboto"/>
            </a:endParaRPr>
          </a:p>
        </p:txBody>
      </p:sp>
      <p:sp>
        <p:nvSpPr>
          <p:cNvPr id="1187" name="Google Shape;1187;p121"/>
          <p:cNvSpPr txBox="1"/>
          <p:nvPr/>
        </p:nvSpPr>
        <p:spPr>
          <a:xfrm>
            <a:off x="916325" y="2324045"/>
            <a:ext cx="3019800" cy="384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latin typeface="Roboto"/>
                <a:ea typeface="Roboto"/>
                <a:cs typeface="Roboto"/>
                <a:sym typeface="Roboto"/>
              </a:rPr>
              <a:t>Required control strength </a:t>
            </a:r>
            <a:endParaRPr sz="1800">
              <a:solidFill>
                <a:schemeClr val="dk2"/>
              </a:solidFill>
              <a:latin typeface="Roboto"/>
              <a:ea typeface="Roboto"/>
              <a:cs typeface="Roboto"/>
              <a:sym typeface="Roboto"/>
            </a:endParaRPr>
          </a:p>
        </p:txBody>
      </p:sp>
      <p:sp>
        <p:nvSpPr>
          <p:cNvPr id="1188" name="Google Shape;1188;p121"/>
          <p:cNvSpPr/>
          <p:nvPr/>
        </p:nvSpPr>
        <p:spPr>
          <a:xfrm>
            <a:off x="364775" y="1686042"/>
            <a:ext cx="459000" cy="459000"/>
          </a:xfrm>
          <a:prstGeom prst="ellipse">
            <a:avLst/>
          </a:prstGeom>
          <a:solidFill>
            <a:srgbClr val="FCB912"/>
          </a:solidFill>
          <a:ln>
            <a:noFill/>
          </a:ln>
        </p:spPr>
        <p:txBody>
          <a:bodyPr anchorCtr="0" anchor="ctr" bIns="0" lIns="0" spcFirstLastPara="1" rIns="0" wrap="square" tIns="0">
            <a:noAutofit/>
          </a:bodyPr>
          <a:lstStyle/>
          <a:p>
            <a:pPr indent="0" lvl="0" marL="0" rtl="0" algn="ctr">
              <a:spcBef>
                <a:spcPts val="0"/>
              </a:spcBef>
              <a:spcAft>
                <a:spcPts val="0"/>
              </a:spcAft>
              <a:buNone/>
            </a:pPr>
            <a:r>
              <a:rPr lang="en">
                <a:solidFill>
                  <a:srgbClr val="082D49"/>
                </a:solidFill>
              </a:rPr>
              <a:t>1</a:t>
            </a:r>
            <a:endParaRPr>
              <a:solidFill>
                <a:srgbClr val="082D49"/>
              </a:solidFill>
            </a:endParaRPr>
          </a:p>
        </p:txBody>
      </p:sp>
      <p:sp>
        <p:nvSpPr>
          <p:cNvPr id="1189" name="Google Shape;1189;p121"/>
          <p:cNvSpPr/>
          <p:nvPr/>
        </p:nvSpPr>
        <p:spPr>
          <a:xfrm>
            <a:off x="364775" y="2328467"/>
            <a:ext cx="459000" cy="459000"/>
          </a:xfrm>
          <a:prstGeom prst="ellipse">
            <a:avLst/>
          </a:prstGeom>
          <a:solidFill>
            <a:srgbClr val="FCB912"/>
          </a:solidFill>
          <a:ln>
            <a:noFill/>
          </a:ln>
        </p:spPr>
        <p:txBody>
          <a:bodyPr anchorCtr="0" anchor="ctr" bIns="0" lIns="0" spcFirstLastPara="1" rIns="0" wrap="square" tIns="0">
            <a:noAutofit/>
          </a:bodyPr>
          <a:lstStyle/>
          <a:p>
            <a:pPr indent="0" lvl="0" marL="0" rtl="0" algn="ctr">
              <a:spcBef>
                <a:spcPts val="0"/>
              </a:spcBef>
              <a:spcAft>
                <a:spcPts val="0"/>
              </a:spcAft>
              <a:buNone/>
            </a:pPr>
            <a:r>
              <a:rPr lang="en">
                <a:solidFill>
                  <a:srgbClr val="082D49"/>
                </a:solidFill>
              </a:rPr>
              <a:t>2</a:t>
            </a:r>
            <a:endParaRPr>
              <a:solidFill>
                <a:srgbClr val="082D49"/>
              </a:solidFill>
            </a:endParaRPr>
          </a:p>
        </p:txBody>
      </p:sp>
      <p:sp>
        <p:nvSpPr>
          <p:cNvPr id="1190" name="Google Shape;1190;p121"/>
          <p:cNvSpPr/>
          <p:nvPr/>
        </p:nvSpPr>
        <p:spPr>
          <a:xfrm>
            <a:off x="515250" y="3000300"/>
            <a:ext cx="3420900" cy="4002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800">
              <a:latin typeface="Roboto"/>
              <a:ea typeface="Roboto"/>
              <a:cs typeface="Roboto"/>
              <a:sym typeface="Roboto"/>
            </a:endParaRPr>
          </a:p>
        </p:txBody>
      </p:sp>
      <p:sp>
        <p:nvSpPr>
          <p:cNvPr id="1191" name="Google Shape;1191;p121"/>
          <p:cNvSpPr txBox="1"/>
          <p:nvPr/>
        </p:nvSpPr>
        <p:spPr>
          <a:xfrm>
            <a:off x="916325" y="2966470"/>
            <a:ext cx="3019800" cy="384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latin typeface="Roboto"/>
                <a:ea typeface="Roboto"/>
                <a:cs typeface="Roboto"/>
                <a:sym typeface="Roboto"/>
              </a:rPr>
              <a:t>Control decisions </a:t>
            </a:r>
            <a:endParaRPr sz="1800">
              <a:solidFill>
                <a:schemeClr val="dk2"/>
              </a:solidFill>
              <a:latin typeface="Roboto"/>
              <a:ea typeface="Roboto"/>
              <a:cs typeface="Roboto"/>
              <a:sym typeface="Roboto"/>
            </a:endParaRPr>
          </a:p>
        </p:txBody>
      </p:sp>
      <p:sp>
        <p:nvSpPr>
          <p:cNvPr id="1192" name="Google Shape;1192;p121"/>
          <p:cNvSpPr/>
          <p:nvPr/>
        </p:nvSpPr>
        <p:spPr>
          <a:xfrm>
            <a:off x="364775" y="2970892"/>
            <a:ext cx="459000" cy="459000"/>
          </a:xfrm>
          <a:prstGeom prst="ellipse">
            <a:avLst/>
          </a:prstGeom>
          <a:solidFill>
            <a:srgbClr val="FCB912"/>
          </a:solidFill>
          <a:ln>
            <a:noFill/>
          </a:ln>
        </p:spPr>
        <p:txBody>
          <a:bodyPr anchorCtr="0" anchor="ctr" bIns="0" lIns="0" spcFirstLastPara="1" rIns="0" wrap="square" tIns="0">
            <a:noAutofit/>
          </a:bodyPr>
          <a:lstStyle/>
          <a:p>
            <a:pPr indent="0" lvl="0" marL="0" rtl="0" algn="ctr">
              <a:spcBef>
                <a:spcPts val="0"/>
              </a:spcBef>
              <a:spcAft>
                <a:spcPts val="0"/>
              </a:spcAft>
              <a:buNone/>
            </a:pPr>
            <a:r>
              <a:rPr lang="en">
                <a:solidFill>
                  <a:srgbClr val="082D49"/>
                </a:solidFill>
              </a:rPr>
              <a:t>3</a:t>
            </a:r>
            <a:endParaRPr>
              <a:solidFill>
                <a:srgbClr val="082D49"/>
              </a:solidFill>
            </a:endParaRPr>
          </a:p>
        </p:txBody>
      </p:sp>
      <p:sp>
        <p:nvSpPr>
          <p:cNvPr id="1193" name="Google Shape;1193;p121"/>
          <p:cNvSpPr/>
          <p:nvPr/>
        </p:nvSpPr>
        <p:spPr>
          <a:xfrm>
            <a:off x="515250" y="3642725"/>
            <a:ext cx="3420900" cy="4002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800">
              <a:latin typeface="Roboto"/>
              <a:ea typeface="Roboto"/>
              <a:cs typeface="Roboto"/>
              <a:sym typeface="Roboto"/>
            </a:endParaRPr>
          </a:p>
        </p:txBody>
      </p:sp>
      <p:sp>
        <p:nvSpPr>
          <p:cNvPr id="1194" name="Google Shape;1194;p121"/>
          <p:cNvSpPr txBox="1"/>
          <p:nvPr/>
        </p:nvSpPr>
        <p:spPr>
          <a:xfrm>
            <a:off x="916325" y="3608895"/>
            <a:ext cx="3019800" cy="384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latin typeface="Roboto"/>
                <a:ea typeface="Roboto"/>
                <a:cs typeface="Roboto"/>
                <a:sym typeface="Roboto"/>
              </a:rPr>
              <a:t>I</a:t>
            </a:r>
            <a:r>
              <a:rPr lang="en" sz="1800">
                <a:solidFill>
                  <a:schemeClr val="dk2"/>
                </a:solidFill>
                <a:latin typeface="Roboto"/>
                <a:ea typeface="Roboto"/>
                <a:cs typeface="Roboto"/>
                <a:sym typeface="Roboto"/>
              </a:rPr>
              <a:t>mplementation cost</a:t>
            </a:r>
            <a:endParaRPr sz="1800">
              <a:solidFill>
                <a:schemeClr val="dk2"/>
              </a:solidFill>
              <a:latin typeface="Roboto"/>
              <a:ea typeface="Roboto"/>
              <a:cs typeface="Roboto"/>
              <a:sym typeface="Roboto"/>
            </a:endParaRPr>
          </a:p>
        </p:txBody>
      </p:sp>
      <p:sp>
        <p:nvSpPr>
          <p:cNvPr id="1195" name="Google Shape;1195;p121"/>
          <p:cNvSpPr/>
          <p:nvPr/>
        </p:nvSpPr>
        <p:spPr>
          <a:xfrm>
            <a:off x="364775" y="3613317"/>
            <a:ext cx="459000" cy="459000"/>
          </a:xfrm>
          <a:prstGeom prst="ellipse">
            <a:avLst/>
          </a:prstGeom>
          <a:solidFill>
            <a:srgbClr val="FCB912"/>
          </a:solidFill>
          <a:ln>
            <a:noFill/>
          </a:ln>
        </p:spPr>
        <p:txBody>
          <a:bodyPr anchorCtr="0" anchor="ctr" bIns="0" lIns="0" spcFirstLastPara="1" rIns="0" wrap="square" tIns="0">
            <a:noAutofit/>
          </a:bodyPr>
          <a:lstStyle/>
          <a:p>
            <a:pPr indent="0" lvl="0" marL="0" rtl="0" algn="ctr">
              <a:spcBef>
                <a:spcPts val="0"/>
              </a:spcBef>
              <a:spcAft>
                <a:spcPts val="0"/>
              </a:spcAft>
              <a:buNone/>
            </a:pPr>
            <a:r>
              <a:rPr lang="en">
                <a:solidFill>
                  <a:srgbClr val="082D49"/>
                </a:solidFill>
              </a:rPr>
              <a:t>4</a:t>
            </a:r>
            <a:endParaRPr>
              <a:solidFill>
                <a:srgbClr val="082D49"/>
              </a:solidFill>
            </a:endParaRPr>
          </a:p>
        </p:txBody>
      </p:sp>
      <p:sp>
        <p:nvSpPr>
          <p:cNvPr id="1196" name="Google Shape;1196;p121"/>
          <p:cNvSpPr/>
          <p:nvPr/>
        </p:nvSpPr>
        <p:spPr>
          <a:xfrm>
            <a:off x="515250" y="4285150"/>
            <a:ext cx="3420900" cy="4002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800">
              <a:latin typeface="Roboto"/>
              <a:ea typeface="Roboto"/>
              <a:cs typeface="Roboto"/>
              <a:sym typeface="Roboto"/>
            </a:endParaRPr>
          </a:p>
        </p:txBody>
      </p:sp>
      <p:sp>
        <p:nvSpPr>
          <p:cNvPr id="1197" name="Google Shape;1197;p121"/>
          <p:cNvSpPr txBox="1"/>
          <p:nvPr/>
        </p:nvSpPr>
        <p:spPr>
          <a:xfrm>
            <a:off x="916325" y="4251320"/>
            <a:ext cx="3019800" cy="384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latin typeface="Roboto"/>
                <a:ea typeface="Roboto"/>
                <a:cs typeface="Roboto"/>
                <a:sym typeface="Roboto"/>
              </a:rPr>
              <a:t>I</a:t>
            </a:r>
            <a:r>
              <a:rPr lang="en" sz="1800">
                <a:solidFill>
                  <a:schemeClr val="dk2"/>
                </a:solidFill>
                <a:latin typeface="Roboto"/>
                <a:ea typeface="Roboto"/>
                <a:cs typeface="Roboto"/>
                <a:sym typeface="Roboto"/>
              </a:rPr>
              <a:t>mplementation time</a:t>
            </a:r>
            <a:endParaRPr sz="1800">
              <a:solidFill>
                <a:schemeClr val="dk2"/>
              </a:solidFill>
              <a:latin typeface="Roboto"/>
              <a:ea typeface="Roboto"/>
              <a:cs typeface="Roboto"/>
              <a:sym typeface="Roboto"/>
            </a:endParaRPr>
          </a:p>
        </p:txBody>
      </p:sp>
      <p:sp>
        <p:nvSpPr>
          <p:cNvPr id="1198" name="Google Shape;1198;p121"/>
          <p:cNvSpPr/>
          <p:nvPr/>
        </p:nvSpPr>
        <p:spPr>
          <a:xfrm>
            <a:off x="364775" y="4255742"/>
            <a:ext cx="459000" cy="459000"/>
          </a:xfrm>
          <a:prstGeom prst="ellipse">
            <a:avLst/>
          </a:prstGeom>
          <a:solidFill>
            <a:srgbClr val="FCB912"/>
          </a:solidFill>
          <a:ln>
            <a:noFill/>
          </a:ln>
        </p:spPr>
        <p:txBody>
          <a:bodyPr anchorCtr="0" anchor="ctr" bIns="0" lIns="0" spcFirstLastPara="1" rIns="0" wrap="square" tIns="0">
            <a:noAutofit/>
          </a:bodyPr>
          <a:lstStyle/>
          <a:p>
            <a:pPr indent="0" lvl="0" marL="0" rtl="0" algn="ctr">
              <a:spcBef>
                <a:spcPts val="0"/>
              </a:spcBef>
              <a:spcAft>
                <a:spcPts val="0"/>
              </a:spcAft>
              <a:buNone/>
            </a:pPr>
            <a:r>
              <a:rPr lang="en">
                <a:solidFill>
                  <a:srgbClr val="082D49"/>
                </a:solidFill>
              </a:rPr>
              <a:t>5</a:t>
            </a:r>
            <a:endParaRPr>
              <a:solidFill>
                <a:srgbClr val="082D49"/>
              </a:solidFill>
            </a:endParaRPr>
          </a:p>
        </p:txBody>
      </p:sp>
      <p:sp>
        <p:nvSpPr>
          <p:cNvPr id="1199" name="Google Shape;1199;p121"/>
          <p:cNvSpPr/>
          <p:nvPr/>
        </p:nvSpPr>
        <p:spPr>
          <a:xfrm>
            <a:off x="5923500" y="0"/>
            <a:ext cx="3220500" cy="5143500"/>
          </a:xfrm>
          <a:prstGeom prst="rect">
            <a:avLst/>
          </a:prstGeom>
          <a:solidFill>
            <a:srgbClr val="EEEEEE"/>
          </a:solidFill>
          <a:ln>
            <a:noFill/>
          </a:ln>
        </p:spPr>
        <p:txBody>
          <a:bodyPr anchorCtr="0" anchor="ctr" bIns="91425" lIns="182875" spcFirstLastPara="1" rIns="182875" wrap="square" tIns="91425">
            <a:noAutofit/>
          </a:bodyPr>
          <a:lstStyle/>
          <a:p>
            <a:pPr indent="0" lvl="0" marL="0" rtl="0" algn="l">
              <a:lnSpc>
                <a:spcPct val="115000"/>
              </a:lnSpc>
              <a:spcBef>
                <a:spcPts val="0"/>
              </a:spcBef>
              <a:spcAft>
                <a:spcPts val="1200"/>
              </a:spcAft>
              <a:buNone/>
            </a:pPr>
            <a:r>
              <a:rPr lang="en" sz="1800">
                <a:solidFill>
                  <a:schemeClr val="dk2"/>
                </a:solidFill>
                <a:latin typeface="Roboto"/>
                <a:ea typeface="Roboto"/>
                <a:cs typeface="Roboto"/>
                <a:sym typeface="Roboto"/>
              </a:rPr>
              <a:t>Since this problem must </a:t>
            </a:r>
            <a:br>
              <a:rPr lang="en" sz="1800">
                <a:solidFill>
                  <a:schemeClr val="dk2"/>
                </a:solidFill>
                <a:latin typeface="Roboto"/>
                <a:ea typeface="Roboto"/>
                <a:cs typeface="Roboto"/>
                <a:sym typeface="Roboto"/>
              </a:rPr>
            </a:br>
            <a:r>
              <a:rPr lang="en" sz="1800">
                <a:solidFill>
                  <a:schemeClr val="dk2"/>
                </a:solidFill>
                <a:latin typeface="Roboto"/>
                <a:ea typeface="Roboto"/>
                <a:cs typeface="Roboto"/>
                <a:sym typeface="Roboto"/>
              </a:rPr>
              <a:t>be fixed immediately, LifeNotes must implement a corrective control. It should also implement protective controls to prevent the issue from recurring. This can be accomplished with administrative to </a:t>
            </a:r>
            <a:br>
              <a:rPr lang="en" sz="1800">
                <a:solidFill>
                  <a:schemeClr val="dk2"/>
                </a:solidFill>
                <a:latin typeface="Roboto"/>
                <a:ea typeface="Roboto"/>
                <a:cs typeface="Roboto"/>
                <a:sym typeface="Roboto"/>
              </a:rPr>
            </a:br>
            <a:r>
              <a:rPr lang="en" sz="1800">
                <a:solidFill>
                  <a:schemeClr val="dk2"/>
                </a:solidFill>
                <a:latin typeface="Roboto"/>
                <a:ea typeface="Roboto"/>
                <a:cs typeface="Roboto"/>
                <a:sym typeface="Roboto"/>
              </a:rPr>
              <a:t>technical controls. </a:t>
            </a:r>
            <a:endParaRPr sz="1800">
              <a:solidFill>
                <a:schemeClr val="dk2"/>
              </a:solidFill>
              <a:latin typeface="Roboto"/>
              <a:ea typeface="Roboto"/>
              <a:cs typeface="Roboto"/>
              <a:sym typeface="Roboto"/>
            </a:endParaRPr>
          </a:p>
        </p:txBody>
      </p:sp>
      <p:sp>
        <p:nvSpPr>
          <p:cNvPr id="1200" name="Google Shape;1200;p121"/>
          <p:cNvSpPr txBox="1"/>
          <p:nvPr>
            <p:ph type="title"/>
          </p:nvPr>
        </p:nvSpPr>
        <p:spPr>
          <a:xfrm>
            <a:off x="457200" y="129700"/>
            <a:ext cx="8832300" cy="572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Risk Mitigation: Example</a:t>
            </a:r>
            <a:endParaRPr/>
          </a:p>
        </p:txBody>
      </p:sp>
      <p:sp>
        <p:nvSpPr>
          <p:cNvPr id="1201" name="Google Shape;1201;p121"/>
          <p:cNvSpPr txBox="1"/>
          <p:nvPr>
            <p:ph idx="1" type="body"/>
          </p:nvPr>
        </p:nvSpPr>
        <p:spPr>
          <a:xfrm>
            <a:off x="483150" y="702400"/>
            <a:ext cx="4422300" cy="459000"/>
          </a:xfrm>
          <a:prstGeom prst="rect">
            <a:avLst/>
          </a:prstGeom>
        </p:spPr>
        <p:txBody>
          <a:bodyPr anchorCtr="0" anchor="t" bIns="91425" lIns="0" spcFirstLastPara="1" rIns="91425" wrap="square" tIns="0">
            <a:noAutofit/>
          </a:bodyPr>
          <a:lstStyle/>
          <a:p>
            <a:pPr indent="0" lvl="0" marL="0" rtl="0" algn="l">
              <a:spcBef>
                <a:spcPts val="0"/>
              </a:spcBef>
              <a:spcAft>
                <a:spcPts val="0"/>
              </a:spcAft>
              <a:buNone/>
            </a:pPr>
            <a:r>
              <a:rPr lang="en"/>
              <a:t>What security controls should </a:t>
            </a:r>
            <a:br>
              <a:rPr lang="en"/>
            </a:br>
            <a:r>
              <a:rPr lang="en"/>
              <a:t>we suggest to LifeNotes?</a:t>
            </a:r>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noFill/>
      </p:bgPr>
    </p:bg>
    <p:spTree>
      <p:nvGrpSpPr>
        <p:cNvPr id="1205" name="Shape 1205"/>
        <p:cNvGrpSpPr/>
        <p:nvPr/>
      </p:nvGrpSpPr>
      <p:grpSpPr>
        <a:xfrm>
          <a:off x="0" y="0"/>
          <a:ext cx="0" cy="0"/>
          <a:chOff x="0" y="0"/>
          <a:chExt cx="0" cy="0"/>
        </a:xfrm>
      </p:grpSpPr>
      <p:sp>
        <p:nvSpPr>
          <p:cNvPr id="1206" name="Google Shape;1206;p122"/>
          <p:cNvSpPr/>
          <p:nvPr/>
        </p:nvSpPr>
        <p:spPr>
          <a:xfrm>
            <a:off x="515250" y="1715450"/>
            <a:ext cx="3420900" cy="400200"/>
          </a:xfrm>
          <a:prstGeom prst="roundRect">
            <a:avLst>
              <a:gd fmla="val 16667"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800">
              <a:solidFill>
                <a:schemeClr val="lt1"/>
              </a:solidFill>
              <a:latin typeface="Roboto"/>
              <a:ea typeface="Roboto"/>
              <a:cs typeface="Roboto"/>
              <a:sym typeface="Roboto"/>
            </a:endParaRPr>
          </a:p>
        </p:txBody>
      </p:sp>
      <p:sp>
        <p:nvSpPr>
          <p:cNvPr id="1207" name="Google Shape;1207;p122"/>
          <p:cNvSpPr/>
          <p:nvPr/>
        </p:nvSpPr>
        <p:spPr>
          <a:xfrm>
            <a:off x="515250" y="2357875"/>
            <a:ext cx="3420900" cy="400200"/>
          </a:xfrm>
          <a:prstGeom prst="roundRect">
            <a:avLst>
              <a:gd fmla="val 16667"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800">
              <a:latin typeface="Roboto"/>
              <a:ea typeface="Roboto"/>
              <a:cs typeface="Roboto"/>
              <a:sym typeface="Roboto"/>
            </a:endParaRPr>
          </a:p>
        </p:txBody>
      </p:sp>
      <p:sp>
        <p:nvSpPr>
          <p:cNvPr id="1208" name="Google Shape;1208;p122"/>
          <p:cNvSpPr txBox="1"/>
          <p:nvPr/>
        </p:nvSpPr>
        <p:spPr>
          <a:xfrm>
            <a:off x="916320" y="1681620"/>
            <a:ext cx="3019800" cy="384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latin typeface="Roboto"/>
                <a:ea typeface="Roboto"/>
                <a:cs typeface="Roboto"/>
                <a:sym typeface="Roboto"/>
              </a:rPr>
              <a:t>Required control type</a:t>
            </a:r>
            <a:endParaRPr sz="1800">
              <a:solidFill>
                <a:schemeClr val="dk2"/>
              </a:solidFill>
              <a:latin typeface="Roboto"/>
              <a:ea typeface="Roboto"/>
              <a:cs typeface="Roboto"/>
              <a:sym typeface="Roboto"/>
            </a:endParaRPr>
          </a:p>
        </p:txBody>
      </p:sp>
      <p:sp>
        <p:nvSpPr>
          <p:cNvPr id="1209" name="Google Shape;1209;p122"/>
          <p:cNvSpPr txBox="1"/>
          <p:nvPr/>
        </p:nvSpPr>
        <p:spPr>
          <a:xfrm>
            <a:off x="916325" y="2324045"/>
            <a:ext cx="3019800" cy="384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lt1"/>
                </a:solidFill>
                <a:latin typeface="Roboto"/>
                <a:ea typeface="Roboto"/>
                <a:cs typeface="Roboto"/>
                <a:sym typeface="Roboto"/>
              </a:rPr>
              <a:t>Required control strength </a:t>
            </a:r>
            <a:endParaRPr sz="1800">
              <a:solidFill>
                <a:schemeClr val="lt1"/>
              </a:solidFill>
              <a:latin typeface="Roboto"/>
              <a:ea typeface="Roboto"/>
              <a:cs typeface="Roboto"/>
              <a:sym typeface="Roboto"/>
            </a:endParaRPr>
          </a:p>
        </p:txBody>
      </p:sp>
      <p:sp>
        <p:nvSpPr>
          <p:cNvPr id="1210" name="Google Shape;1210;p122"/>
          <p:cNvSpPr/>
          <p:nvPr/>
        </p:nvSpPr>
        <p:spPr>
          <a:xfrm>
            <a:off x="364775" y="1686042"/>
            <a:ext cx="459000" cy="459000"/>
          </a:xfrm>
          <a:prstGeom prst="ellipse">
            <a:avLst/>
          </a:prstGeom>
          <a:solidFill>
            <a:srgbClr val="FCB912"/>
          </a:solidFill>
          <a:ln>
            <a:noFill/>
          </a:ln>
        </p:spPr>
        <p:txBody>
          <a:bodyPr anchorCtr="0" anchor="ctr" bIns="0" lIns="0" spcFirstLastPara="1" rIns="0" wrap="square" tIns="0">
            <a:noAutofit/>
          </a:bodyPr>
          <a:lstStyle/>
          <a:p>
            <a:pPr indent="0" lvl="0" marL="0" rtl="0" algn="ctr">
              <a:spcBef>
                <a:spcPts val="0"/>
              </a:spcBef>
              <a:spcAft>
                <a:spcPts val="0"/>
              </a:spcAft>
              <a:buNone/>
            </a:pPr>
            <a:r>
              <a:rPr lang="en">
                <a:solidFill>
                  <a:srgbClr val="082D49"/>
                </a:solidFill>
              </a:rPr>
              <a:t>1</a:t>
            </a:r>
            <a:endParaRPr>
              <a:solidFill>
                <a:srgbClr val="082D49"/>
              </a:solidFill>
            </a:endParaRPr>
          </a:p>
        </p:txBody>
      </p:sp>
      <p:sp>
        <p:nvSpPr>
          <p:cNvPr id="1211" name="Google Shape;1211;p122"/>
          <p:cNvSpPr/>
          <p:nvPr/>
        </p:nvSpPr>
        <p:spPr>
          <a:xfrm>
            <a:off x="364775" y="2328467"/>
            <a:ext cx="459000" cy="459000"/>
          </a:xfrm>
          <a:prstGeom prst="ellipse">
            <a:avLst/>
          </a:prstGeom>
          <a:solidFill>
            <a:srgbClr val="FCB912"/>
          </a:solidFill>
          <a:ln>
            <a:noFill/>
          </a:ln>
        </p:spPr>
        <p:txBody>
          <a:bodyPr anchorCtr="0" anchor="ctr" bIns="0" lIns="0" spcFirstLastPara="1" rIns="0" wrap="square" tIns="0">
            <a:noAutofit/>
          </a:bodyPr>
          <a:lstStyle/>
          <a:p>
            <a:pPr indent="0" lvl="0" marL="0" rtl="0" algn="ctr">
              <a:spcBef>
                <a:spcPts val="0"/>
              </a:spcBef>
              <a:spcAft>
                <a:spcPts val="0"/>
              </a:spcAft>
              <a:buNone/>
            </a:pPr>
            <a:r>
              <a:rPr lang="en">
                <a:solidFill>
                  <a:srgbClr val="082D49"/>
                </a:solidFill>
              </a:rPr>
              <a:t>2</a:t>
            </a:r>
            <a:endParaRPr>
              <a:solidFill>
                <a:srgbClr val="082D49"/>
              </a:solidFill>
            </a:endParaRPr>
          </a:p>
        </p:txBody>
      </p:sp>
      <p:sp>
        <p:nvSpPr>
          <p:cNvPr id="1212" name="Google Shape;1212;p122"/>
          <p:cNvSpPr/>
          <p:nvPr/>
        </p:nvSpPr>
        <p:spPr>
          <a:xfrm>
            <a:off x="515250" y="3000300"/>
            <a:ext cx="3420900" cy="4002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800">
              <a:latin typeface="Roboto"/>
              <a:ea typeface="Roboto"/>
              <a:cs typeface="Roboto"/>
              <a:sym typeface="Roboto"/>
            </a:endParaRPr>
          </a:p>
        </p:txBody>
      </p:sp>
      <p:sp>
        <p:nvSpPr>
          <p:cNvPr id="1213" name="Google Shape;1213;p122"/>
          <p:cNvSpPr txBox="1"/>
          <p:nvPr/>
        </p:nvSpPr>
        <p:spPr>
          <a:xfrm>
            <a:off x="916325" y="2966470"/>
            <a:ext cx="3019800" cy="384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latin typeface="Roboto"/>
                <a:ea typeface="Roboto"/>
                <a:cs typeface="Roboto"/>
                <a:sym typeface="Roboto"/>
              </a:rPr>
              <a:t>Control decisions </a:t>
            </a:r>
            <a:endParaRPr sz="1800">
              <a:solidFill>
                <a:schemeClr val="dk2"/>
              </a:solidFill>
              <a:latin typeface="Roboto"/>
              <a:ea typeface="Roboto"/>
              <a:cs typeface="Roboto"/>
              <a:sym typeface="Roboto"/>
            </a:endParaRPr>
          </a:p>
        </p:txBody>
      </p:sp>
      <p:sp>
        <p:nvSpPr>
          <p:cNvPr id="1214" name="Google Shape;1214;p122"/>
          <p:cNvSpPr/>
          <p:nvPr/>
        </p:nvSpPr>
        <p:spPr>
          <a:xfrm>
            <a:off x="364775" y="2970892"/>
            <a:ext cx="459000" cy="459000"/>
          </a:xfrm>
          <a:prstGeom prst="ellipse">
            <a:avLst/>
          </a:prstGeom>
          <a:solidFill>
            <a:srgbClr val="FCB912"/>
          </a:solidFill>
          <a:ln>
            <a:noFill/>
          </a:ln>
        </p:spPr>
        <p:txBody>
          <a:bodyPr anchorCtr="0" anchor="ctr" bIns="0" lIns="0" spcFirstLastPara="1" rIns="0" wrap="square" tIns="0">
            <a:noAutofit/>
          </a:bodyPr>
          <a:lstStyle/>
          <a:p>
            <a:pPr indent="0" lvl="0" marL="0" rtl="0" algn="ctr">
              <a:spcBef>
                <a:spcPts val="0"/>
              </a:spcBef>
              <a:spcAft>
                <a:spcPts val="0"/>
              </a:spcAft>
              <a:buNone/>
            </a:pPr>
            <a:r>
              <a:rPr lang="en">
                <a:solidFill>
                  <a:srgbClr val="082D49"/>
                </a:solidFill>
              </a:rPr>
              <a:t>3</a:t>
            </a:r>
            <a:endParaRPr>
              <a:solidFill>
                <a:srgbClr val="082D49"/>
              </a:solidFill>
            </a:endParaRPr>
          </a:p>
        </p:txBody>
      </p:sp>
      <p:sp>
        <p:nvSpPr>
          <p:cNvPr id="1215" name="Google Shape;1215;p122"/>
          <p:cNvSpPr/>
          <p:nvPr/>
        </p:nvSpPr>
        <p:spPr>
          <a:xfrm>
            <a:off x="515250" y="3642725"/>
            <a:ext cx="3420900" cy="4002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800">
              <a:latin typeface="Roboto"/>
              <a:ea typeface="Roboto"/>
              <a:cs typeface="Roboto"/>
              <a:sym typeface="Roboto"/>
            </a:endParaRPr>
          </a:p>
        </p:txBody>
      </p:sp>
      <p:sp>
        <p:nvSpPr>
          <p:cNvPr id="1216" name="Google Shape;1216;p122"/>
          <p:cNvSpPr txBox="1"/>
          <p:nvPr/>
        </p:nvSpPr>
        <p:spPr>
          <a:xfrm>
            <a:off x="916325" y="3608895"/>
            <a:ext cx="3019800" cy="384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latin typeface="Roboto"/>
                <a:ea typeface="Roboto"/>
                <a:cs typeface="Roboto"/>
                <a:sym typeface="Roboto"/>
              </a:rPr>
              <a:t>I</a:t>
            </a:r>
            <a:r>
              <a:rPr lang="en" sz="1800">
                <a:solidFill>
                  <a:schemeClr val="dk2"/>
                </a:solidFill>
                <a:latin typeface="Roboto"/>
                <a:ea typeface="Roboto"/>
                <a:cs typeface="Roboto"/>
                <a:sym typeface="Roboto"/>
              </a:rPr>
              <a:t>mplementation cost</a:t>
            </a:r>
            <a:endParaRPr sz="1800">
              <a:solidFill>
                <a:schemeClr val="dk2"/>
              </a:solidFill>
              <a:latin typeface="Roboto"/>
              <a:ea typeface="Roboto"/>
              <a:cs typeface="Roboto"/>
              <a:sym typeface="Roboto"/>
            </a:endParaRPr>
          </a:p>
        </p:txBody>
      </p:sp>
      <p:sp>
        <p:nvSpPr>
          <p:cNvPr id="1217" name="Google Shape;1217;p122"/>
          <p:cNvSpPr/>
          <p:nvPr/>
        </p:nvSpPr>
        <p:spPr>
          <a:xfrm>
            <a:off x="364775" y="3613317"/>
            <a:ext cx="459000" cy="459000"/>
          </a:xfrm>
          <a:prstGeom prst="ellipse">
            <a:avLst/>
          </a:prstGeom>
          <a:solidFill>
            <a:srgbClr val="FCB912"/>
          </a:solidFill>
          <a:ln>
            <a:noFill/>
          </a:ln>
        </p:spPr>
        <p:txBody>
          <a:bodyPr anchorCtr="0" anchor="ctr" bIns="0" lIns="0" spcFirstLastPara="1" rIns="0" wrap="square" tIns="0">
            <a:noAutofit/>
          </a:bodyPr>
          <a:lstStyle/>
          <a:p>
            <a:pPr indent="0" lvl="0" marL="0" rtl="0" algn="ctr">
              <a:spcBef>
                <a:spcPts val="0"/>
              </a:spcBef>
              <a:spcAft>
                <a:spcPts val="0"/>
              </a:spcAft>
              <a:buNone/>
            </a:pPr>
            <a:r>
              <a:rPr lang="en">
                <a:solidFill>
                  <a:srgbClr val="082D49"/>
                </a:solidFill>
              </a:rPr>
              <a:t>4</a:t>
            </a:r>
            <a:endParaRPr>
              <a:solidFill>
                <a:srgbClr val="082D49"/>
              </a:solidFill>
            </a:endParaRPr>
          </a:p>
        </p:txBody>
      </p:sp>
      <p:sp>
        <p:nvSpPr>
          <p:cNvPr id="1218" name="Google Shape;1218;p122"/>
          <p:cNvSpPr/>
          <p:nvPr/>
        </p:nvSpPr>
        <p:spPr>
          <a:xfrm>
            <a:off x="515250" y="4285150"/>
            <a:ext cx="3420900" cy="4002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800">
              <a:latin typeface="Roboto"/>
              <a:ea typeface="Roboto"/>
              <a:cs typeface="Roboto"/>
              <a:sym typeface="Roboto"/>
            </a:endParaRPr>
          </a:p>
        </p:txBody>
      </p:sp>
      <p:sp>
        <p:nvSpPr>
          <p:cNvPr id="1219" name="Google Shape;1219;p122"/>
          <p:cNvSpPr txBox="1"/>
          <p:nvPr/>
        </p:nvSpPr>
        <p:spPr>
          <a:xfrm>
            <a:off x="916325" y="4251320"/>
            <a:ext cx="3019800" cy="384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latin typeface="Roboto"/>
                <a:ea typeface="Roboto"/>
                <a:cs typeface="Roboto"/>
                <a:sym typeface="Roboto"/>
              </a:rPr>
              <a:t>I</a:t>
            </a:r>
            <a:r>
              <a:rPr lang="en" sz="1800">
                <a:solidFill>
                  <a:schemeClr val="dk2"/>
                </a:solidFill>
                <a:latin typeface="Roboto"/>
                <a:ea typeface="Roboto"/>
                <a:cs typeface="Roboto"/>
                <a:sym typeface="Roboto"/>
              </a:rPr>
              <a:t>mplementation time</a:t>
            </a:r>
            <a:endParaRPr sz="1800">
              <a:solidFill>
                <a:schemeClr val="dk2"/>
              </a:solidFill>
              <a:latin typeface="Roboto"/>
              <a:ea typeface="Roboto"/>
              <a:cs typeface="Roboto"/>
              <a:sym typeface="Roboto"/>
            </a:endParaRPr>
          </a:p>
        </p:txBody>
      </p:sp>
      <p:sp>
        <p:nvSpPr>
          <p:cNvPr id="1220" name="Google Shape;1220;p122"/>
          <p:cNvSpPr/>
          <p:nvPr/>
        </p:nvSpPr>
        <p:spPr>
          <a:xfrm>
            <a:off x="364775" y="4255742"/>
            <a:ext cx="459000" cy="459000"/>
          </a:xfrm>
          <a:prstGeom prst="ellipse">
            <a:avLst/>
          </a:prstGeom>
          <a:solidFill>
            <a:srgbClr val="FCB912"/>
          </a:solidFill>
          <a:ln>
            <a:noFill/>
          </a:ln>
        </p:spPr>
        <p:txBody>
          <a:bodyPr anchorCtr="0" anchor="ctr" bIns="0" lIns="0" spcFirstLastPara="1" rIns="0" wrap="square" tIns="0">
            <a:noAutofit/>
          </a:bodyPr>
          <a:lstStyle/>
          <a:p>
            <a:pPr indent="0" lvl="0" marL="0" rtl="0" algn="ctr">
              <a:spcBef>
                <a:spcPts val="0"/>
              </a:spcBef>
              <a:spcAft>
                <a:spcPts val="0"/>
              </a:spcAft>
              <a:buNone/>
            </a:pPr>
            <a:r>
              <a:rPr lang="en">
                <a:solidFill>
                  <a:srgbClr val="082D49"/>
                </a:solidFill>
              </a:rPr>
              <a:t>5</a:t>
            </a:r>
            <a:endParaRPr>
              <a:solidFill>
                <a:srgbClr val="082D49"/>
              </a:solidFill>
            </a:endParaRPr>
          </a:p>
        </p:txBody>
      </p:sp>
      <p:sp>
        <p:nvSpPr>
          <p:cNvPr id="1221" name="Google Shape;1221;p122"/>
          <p:cNvSpPr/>
          <p:nvPr/>
        </p:nvSpPr>
        <p:spPr>
          <a:xfrm>
            <a:off x="5923500" y="0"/>
            <a:ext cx="3220500" cy="5143500"/>
          </a:xfrm>
          <a:prstGeom prst="rect">
            <a:avLst/>
          </a:prstGeom>
          <a:solidFill>
            <a:srgbClr val="EEEEE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700"/>
          </a:p>
        </p:txBody>
      </p:sp>
      <p:sp>
        <p:nvSpPr>
          <p:cNvPr id="1222" name="Google Shape;1222;p122"/>
          <p:cNvSpPr txBox="1"/>
          <p:nvPr>
            <p:ph idx="1" type="body"/>
          </p:nvPr>
        </p:nvSpPr>
        <p:spPr>
          <a:xfrm>
            <a:off x="6129550" y="834950"/>
            <a:ext cx="2871600" cy="2805600"/>
          </a:xfrm>
          <a:prstGeom prst="rect">
            <a:avLst/>
          </a:prstGeom>
        </p:spPr>
        <p:txBody>
          <a:bodyPr anchorCtr="0" anchor="t" bIns="91425" lIns="0" spcFirstLastPara="1" rIns="91425" wrap="square" tIns="0">
            <a:noAutofit/>
          </a:bodyPr>
          <a:lstStyle/>
          <a:p>
            <a:pPr indent="0" lvl="0" marL="0" rtl="0" algn="l">
              <a:spcBef>
                <a:spcPts val="0"/>
              </a:spcBef>
              <a:spcAft>
                <a:spcPts val="0"/>
              </a:spcAft>
              <a:buNone/>
            </a:pPr>
            <a:r>
              <a:rPr lang="en"/>
              <a:t>The corrective control must completely resolve the issue since the bug means that LifeNotes </a:t>
            </a:r>
            <a:br>
              <a:rPr lang="en"/>
            </a:br>
            <a:r>
              <a:rPr lang="en"/>
              <a:t>is in violation of the law. </a:t>
            </a:r>
            <a:br>
              <a:rPr lang="en"/>
            </a:br>
            <a:r>
              <a:rPr lang="en"/>
              <a:t>The protective control(s) must completely prevent this issue from recurring, for the same reason. </a:t>
            </a:r>
            <a:endParaRPr/>
          </a:p>
        </p:txBody>
      </p:sp>
      <p:sp>
        <p:nvSpPr>
          <p:cNvPr id="1223" name="Google Shape;1223;p122"/>
          <p:cNvSpPr txBox="1"/>
          <p:nvPr>
            <p:ph type="title"/>
          </p:nvPr>
        </p:nvSpPr>
        <p:spPr>
          <a:xfrm>
            <a:off x="457200" y="129700"/>
            <a:ext cx="8832300" cy="572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Risk Mitigation: Example</a:t>
            </a:r>
            <a:endParaRPr/>
          </a:p>
        </p:txBody>
      </p:sp>
      <p:sp>
        <p:nvSpPr>
          <p:cNvPr id="1224" name="Google Shape;1224;p122"/>
          <p:cNvSpPr txBox="1"/>
          <p:nvPr>
            <p:ph idx="1" type="body"/>
          </p:nvPr>
        </p:nvSpPr>
        <p:spPr>
          <a:xfrm>
            <a:off x="483150" y="702400"/>
            <a:ext cx="4422300" cy="459000"/>
          </a:xfrm>
          <a:prstGeom prst="rect">
            <a:avLst/>
          </a:prstGeom>
        </p:spPr>
        <p:txBody>
          <a:bodyPr anchorCtr="0" anchor="t" bIns="91425" lIns="0" spcFirstLastPara="1" rIns="91425" wrap="square" tIns="0">
            <a:noAutofit/>
          </a:bodyPr>
          <a:lstStyle/>
          <a:p>
            <a:pPr indent="0" lvl="0" marL="0" rtl="0" algn="l">
              <a:spcBef>
                <a:spcPts val="0"/>
              </a:spcBef>
              <a:spcAft>
                <a:spcPts val="0"/>
              </a:spcAft>
              <a:buNone/>
            </a:pPr>
            <a:r>
              <a:rPr lang="en"/>
              <a:t>What security controls should </a:t>
            </a:r>
            <a:br>
              <a:rPr lang="en"/>
            </a:br>
            <a:r>
              <a:rPr lang="en"/>
              <a:t>we suggest to LifeNotes?</a:t>
            </a:r>
            <a:endParaRPr/>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noFill/>
      </p:bgPr>
    </p:bg>
    <p:spTree>
      <p:nvGrpSpPr>
        <p:cNvPr id="1228" name="Shape 1228"/>
        <p:cNvGrpSpPr/>
        <p:nvPr/>
      </p:nvGrpSpPr>
      <p:grpSpPr>
        <a:xfrm>
          <a:off x="0" y="0"/>
          <a:ext cx="0" cy="0"/>
          <a:chOff x="0" y="0"/>
          <a:chExt cx="0" cy="0"/>
        </a:xfrm>
      </p:grpSpPr>
      <p:sp>
        <p:nvSpPr>
          <p:cNvPr id="1229" name="Google Shape;1229;p123"/>
          <p:cNvSpPr/>
          <p:nvPr/>
        </p:nvSpPr>
        <p:spPr>
          <a:xfrm>
            <a:off x="515250" y="1715450"/>
            <a:ext cx="3420900" cy="400200"/>
          </a:xfrm>
          <a:prstGeom prst="roundRect">
            <a:avLst>
              <a:gd fmla="val 16667"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800">
              <a:solidFill>
                <a:schemeClr val="lt1"/>
              </a:solidFill>
              <a:latin typeface="Roboto"/>
              <a:ea typeface="Roboto"/>
              <a:cs typeface="Roboto"/>
              <a:sym typeface="Roboto"/>
            </a:endParaRPr>
          </a:p>
        </p:txBody>
      </p:sp>
      <p:sp>
        <p:nvSpPr>
          <p:cNvPr id="1230" name="Google Shape;1230;p123"/>
          <p:cNvSpPr/>
          <p:nvPr/>
        </p:nvSpPr>
        <p:spPr>
          <a:xfrm>
            <a:off x="515250" y="2357875"/>
            <a:ext cx="3420900" cy="400200"/>
          </a:xfrm>
          <a:prstGeom prst="roundRect">
            <a:avLst>
              <a:gd fmla="val 16667"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800">
              <a:latin typeface="Roboto"/>
              <a:ea typeface="Roboto"/>
              <a:cs typeface="Roboto"/>
              <a:sym typeface="Roboto"/>
            </a:endParaRPr>
          </a:p>
        </p:txBody>
      </p:sp>
      <p:sp>
        <p:nvSpPr>
          <p:cNvPr id="1231" name="Google Shape;1231;p123"/>
          <p:cNvSpPr txBox="1"/>
          <p:nvPr/>
        </p:nvSpPr>
        <p:spPr>
          <a:xfrm>
            <a:off x="916320" y="1681620"/>
            <a:ext cx="3019800" cy="384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latin typeface="Roboto"/>
                <a:ea typeface="Roboto"/>
                <a:cs typeface="Roboto"/>
                <a:sym typeface="Roboto"/>
              </a:rPr>
              <a:t>Required control type</a:t>
            </a:r>
            <a:endParaRPr sz="1800">
              <a:solidFill>
                <a:schemeClr val="dk2"/>
              </a:solidFill>
              <a:latin typeface="Roboto"/>
              <a:ea typeface="Roboto"/>
              <a:cs typeface="Roboto"/>
              <a:sym typeface="Roboto"/>
            </a:endParaRPr>
          </a:p>
        </p:txBody>
      </p:sp>
      <p:sp>
        <p:nvSpPr>
          <p:cNvPr id="1232" name="Google Shape;1232;p123"/>
          <p:cNvSpPr txBox="1"/>
          <p:nvPr/>
        </p:nvSpPr>
        <p:spPr>
          <a:xfrm>
            <a:off x="916325" y="2324045"/>
            <a:ext cx="3019800" cy="384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latin typeface="Roboto"/>
                <a:ea typeface="Roboto"/>
                <a:cs typeface="Roboto"/>
                <a:sym typeface="Roboto"/>
              </a:rPr>
              <a:t>Required control strength </a:t>
            </a:r>
            <a:endParaRPr sz="1800">
              <a:solidFill>
                <a:schemeClr val="dk2"/>
              </a:solidFill>
              <a:latin typeface="Roboto"/>
              <a:ea typeface="Roboto"/>
              <a:cs typeface="Roboto"/>
              <a:sym typeface="Roboto"/>
            </a:endParaRPr>
          </a:p>
        </p:txBody>
      </p:sp>
      <p:sp>
        <p:nvSpPr>
          <p:cNvPr id="1233" name="Google Shape;1233;p123"/>
          <p:cNvSpPr/>
          <p:nvPr/>
        </p:nvSpPr>
        <p:spPr>
          <a:xfrm>
            <a:off x="364775" y="1686042"/>
            <a:ext cx="459000" cy="459000"/>
          </a:xfrm>
          <a:prstGeom prst="ellipse">
            <a:avLst/>
          </a:prstGeom>
          <a:solidFill>
            <a:srgbClr val="FCB912"/>
          </a:solidFill>
          <a:ln>
            <a:noFill/>
          </a:ln>
        </p:spPr>
        <p:txBody>
          <a:bodyPr anchorCtr="0" anchor="ctr" bIns="0" lIns="0" spcFirstLastPara="1" rIns="0" wrap="square" tIns="0">
            <a:noAutofit/>
          </a:bodyPr>
          <a:lstStyle/>
          <a:p>
            <a:pPr indent="0" lvl="0" marL="0" rtl="0" algn="ctr">
              <a:spcBef>
                <a:spcPts val="0"/>
              </a:spcBef>
              <a:spcAft>
                <a:spcPts val="0"/>
              </a:spcAft>
              <a:buNone/>
            </a:pPr>
            <a:r>
              <a:rPr lang="en">
                <a:solidFill>
                  <a:srgbClr val="082D49"/>
                </a:solidFill>
              </a:rPr>
              <a:t>1</a:t>
            </a:r>
            <a:endParaRPr>
              <a:solidFill>
                <a:srgbClr val="082D49"/>
              </a:solidFill>
            </a:endParaRPr>
          </a:p>
        </p:txBody>
      </p:sp>
      <p:sp>
        <p:nvSpPr>
          <p:cNvPr id="1234" name="Google Shape;1234;p123"/>
          <p:cNvSpPr/>
          <p:nvPr/>
        </p:nvSpPr>
        <p:spPr>
          <a:xfrm>
            <a:off x="364775" y="2328467"/>
            <a:ext cx="459000" cy="459000"/>
          </a:xfrm>
          <a:prstGeom prst="ellipse">
            <a:avLst/>
          </a:prstGeom>
          <a:solidFill>
            <a:srgbClr val="FCB912"/>
          </a:solidFill>
          <a:ln>
            <a:noFill/>
          </a:ln>
        </p:spPr>
        <p:txBody>
          <a:bodyPr anchorCtr="0" anchor="ctr" bIns="0" lIns="0" spcFirstLastPara="1" rIns="0" wrap="square" tIns="0">
            <a:noAutofit/>
          </a:bodyPr>
          <a:lstStyle/>
          <a:p>
            <a:pPr indent="0" lvl="0" marL="0" rtl="0" algn="ctr">
              <a:spcBef>
                <a:spcPts val="0"/>
              </a:spcBef>
              <a:spcAft>
                <a:spcPts val="0"/>
              </a:spcAft>
              <a:buNone/>
            </a:pPr>
            <a:r>
              <a:rPr lang="en">
                <a:solidFill>
                  <a:srgbClr val="082D49"/>
                </a:solidFill>
              </a:rPr>
              <a:t>2</a:t>
            </a:r>
            <a:endParaRPr>
              <a:solidFill>
                <a:srgbClr val="082D49"/>
              </a:solidFill>
            </a:endParaRPr>
          </a:p>
        </p:txBody>
      </p:sp>
      <p:sp>
        <p:nvSpPr>
          <p:cNvPr id="1235" name="Google Shape;1235;p123"/>
          <p:cNvSpPr/>
          <p:nvPr/>
        </p:nvSpPr>
        <p:spPr>
          <a:xfrm>
            <a:off x="515250" y="3000300"/>
            <a:ext cx="3420900" cy="400200"/>
          </a:xfrm>
          <a:prstGeom prst="roundRect">
            <a:avLst>
              <a:gd fmla="val 16667"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800">
              <a:latin typeface="Roboto"/>
              <a:ea typeface="Roboto"/>
              <a:cs typeface="Roboto"/>
              <a:sym typeface="Roboto"/>
            </a:endParaRPr>
          </a:p>
        </p:txBody>
      </p:sp>
      <p:sp>
        <p:nvSpPr>
          <p:cNvPr id="1236" name="Google Shape;1236;p123"/>
          <p:cNvSpPr txBox="1"/>
          <p:nvPr/>
        </p:nvSpPr>
        <p:spPr>
          <a:xfrm>
            <a:off x="916325" y="2966470"/>
            <a:ext cx="3019800" cy="384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lt1"/>
                </a:solidFill>
                <a:latin typeface="Roboto"/>
                <a:ea typeface="Roboto"/>
                <a:cs typeface="Roboto"/>
                <a:sym typeface="Roboto"/>
              </a:rPr>
              <a:t>Control decisions </a:t>
            </a:r>
            <a:endParaRPr sz="1800">
              <a:solidFill>
                <a:schemeClr val="lt1"/>
              </a:solidFill>
              <a:latin typeface="Roboto"/>
              <a:ea typeface="Roboto"/>
              <a:cs typeface="Roboto"/>
              <a:sym typeface="Roboto"/>
            </a:endParaRPr>
          </a:p>
        </p:txBody>
      </p:sp>
      <p:sp>
        <p:nvSpPr>
          <p:cNvPr id="1237" name="Google Shape;1237;p123"/>
          <p:cNvSpPr/>
          <p:nvPr/>
        </p:nvSpPr>
        <p:spPr>
          <a:xfrm>
            <a:off x="364775" y="2970892"/>
            <a:ext cx="459000" cy="459000"/>
          </a:xfrm>
          <a:prstGeom prst="ellipse">
            <a:avLst/>
          </a:prstGeom>
          <a:solidFill>
            <a:srgbClr val="FCB912"/>
          </a:solidFill>
          <a:ln>
            <a:noFill/>
          </a:ln>
        </p:spPr>
        <p:txBody>
          <a:bodyPr anchorCtr="0" anchor="ctr" bIns="0" lIns="0" spcFirstLastPara="1" rIns="0" wrap="square" tIns="0">
            <a:noAutofit/>
          </a:bodyPr>
          <a:lstStyle/>
          <a:p>
            <a:pPr indent="0" lvl="0" marL="0" rtl="0" algn="ctr">
              <a:spcBef>
                <a:spcPts val="0"/>
              </a:spcBef>
              <a:spcAft>
                <a:spcPts val="0"/>
              </a:spcAft>
              <a:buNone/>
            </a:pPr>
            <a:r>
              <a:rPr lang="en">
                <a:solidFill>
                  <a:srgbClr val="082D49"/>
                </a:solidFill>
              </a:rPr>
              <a:t>3</a:t>
            </a:r>
            <a:endParaRPr>
              <a:solidFill>
                <a:srgbClr val="082D49"/>
              </a:solidFill>
            </a:endParaRPr>
          </a:p>
        </p:txBody>
      </p:sp>
      <p:sp>
        <p:nvSpPr>
          <p:cNvPr id="1238" name="Google Shape;1238;p123"/>
          <p:cNvSpPr/>
          <p:nvPr/>
        </p:nvSpPr>
        <p:spPr>
          <a:xfrm>
            <a:off x="515250" y="3642725"/>
            <a:ext cx="3420900" cy="4002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800">
              <a:latin typeface="Roboto"/>
              <a:ea typeface="Roboto"/>
              <a:cs typeface="Roboto"/>
              <a:sym typeface="Roboto"/>
            </a:endParaRPr>
          </a:p>
        </p:txBody>
      </p:sp>
      <p:sp>
        <p:nvSpPr>
          <p:cNvPr id="1239" name="Google Shape;1239;p123"/>
          <p:cNvSpPr txBox="1"/>
          <p:nvPr/>
        </p:nvSpPr>
        <p:spPr>
          <a:xfrm>
            <a:off x="916325" y="3608895"/>
            <a:ext cx="3019800" cy="384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latin typeface="Roboto"/>
                <a:ea typeface="Roboto"/>
                <a:cs typeface="Roboto"/>
                <a:sym typeface="Roboto"/>
              </a:rPr>
              <a:t>I</a:t>
            </a:r>
            <a:r>
              <a:rPr lang="en" sz="1800">
                <a:solidFill>
                  <a:schemeClr val="dk2"/>
                </a:solidFill>
                <a:latin typeface="Roboto"/>
                <a:ea typeface="Roboto"/>
                <a:cs typeface="Roboto"/>
                <a:sym typeface="Roboto"/>
              </a:rPr>
              <a:t>mplementation cost</a:t>
            </a:r>
            <a:endParaRPr sz="1800">
              <a:solidFill>
                <a:schemeClr val="dk2"/>
              </a:solidFill>
              <a:latin typeface="Roboto"/>
              <a:ea typeface="Roboto"/>
              <a:cs typeface="Roboto"/>
              <a:sym typeface="Roboto"/>
            </a:endParaRPr>
          </a:p>
        </p:txBody>
      </p:sp>
      <p:sp>
        <p:nvSpPr>
          <p:cNvPr id="1240" name="Google Shape;1240;p123"/>
          <p:cNvSpPr/>
          <p:nvPr/>
        </p:nvSpPr>
        <p:spPr>
          <a:xfrm>
            <a:off x="364775" y="3613317"/>
            <a:ext cx="459000" cy="459000"/>
          </a:xfrm>
          <a:prstGeom prst="ellipse">
            <a:avLst/>
          </a:prstGeom>
          <a:solidFill>
            <a:srgbClr val="FCB912"/>
          </a:solidFill>
          <a:ln>
            <a:noFill/>
          </a:ln>
        </p:spPr>
        <p:txBody>
          <a:bodyPr anchorCtr="0" anchor="ctr" bIns="0" lIns="0" spcFirstLastPara="1" rIns="0" wrap="square" tIns="0">
            <a:noAutofit/>
          </a:bodyPr>
          <a:lstStyle/>
          <a:p>
            <a:pPr indent="0" lvl="0" marL="0" rtl="0" algn="ctr">
              <a:spcBef>
                <a:spcPts val="0"/>
              </a:spcBef>
              <a:spcAft>
                <a:spcPts val="0"/>
              </a:spcAft>
              <a:buNone/>
            </a:pPr>
            <a:r>
              <a:rPr lang="en">
                <a:solidFill>
                  <a:srgbClr val="082D49"/>
                </a:solidFill>
              </a:rPr>
              <a:t>4</a:t>
            </a:r>
            <a:endParaRPr>
              <a:solidFill>
                <a:srgbClr val="082D49"/>
              </a:solidFill>
            </a:endParaRPr>
          </a:p>
        </p:txBody>
      </p:sp>
      <p:sp>
        <p:nvSpPr>
          <p:cNvPr id="1241" name="Google Shape;1241;p123"/>
          <p:cNvSpPr/>
          <p:nvPr/>
        </p:nvSpPr>
        <p:spPr>
          <a:xfrm>
            <a:off x="515250" y="4285150"/>
            <a:ext cx="3420900" cy="4002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800">
              <a:latin typeface="Roboto"/>
              <a:ea typeface="Roboto"/>
              <a:cs typeface="Roboto"/>
              <a:sym typeface="Roboto"/>
            </a:endParaRPr>
          </a:p>
        </p:txBody>
      </p:sp>
      <p:sp>
        <p:nvSpPr>
          <p:cNvPr id="1242" name="Google Shape;1242;p123"/>
          <p:cNvSpPr txBox="1"/>
          <p:nvPr/>
        </p:nvSpPr>
        <p:spPr>
          <a:xfrm>
            <a:off x="916325" y="4251320"/>
            <a:ext cx="3019800" cy="384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latin typeface="Roboto"/>
                <a:ea typeface="Roboto"/>
                <a:cs typeface="Roboto"/>
                <a:sym typeface="Roboto"/>
              </a:rPr>
              <a:t>I</a:t>
            </a:r>
            <a:r>
              <a:rPr lang="en" sz="1800">
                <a:solidFill>
                  <a:schemeClr val="dk2"/>
                </a:solidFill>
                <a:latin typeface="Roboto"/>
                <a:ea typeface="Roboto"/>
                <a:cs typeface="Roboto"/>
                <a:sym typeface="Roboto"/>
              </a:rPr>
              <a:t>mplementation time</a:t>
            </a:r>
            <a:endParaRPr sz="1800">
              <a:solidFill>
                <a:schemeClr val="dk2"/>
              </a:solidFill>
              <a:latin typeface="Roboto"/>
              <a:ea typeface="Roboto"/>
              <a:cs typeface="Roboto"/>
              <a:sym typeface="Roboto"/>
            </a:endParaRPr>
          </a:p>
        </p:txBody>
      </p:sp>
      <p:sp>
        <p:nvSpPr>
          <p:cNvPr id="1243" name="Google Shape;1243;p123"/>
          <p:cNvSpPr/>
          <p:nvPr/>
        </p:nvSpPr>
        <p:spPr>
          <a:xfrm>
            <a:off x="364775" y="4255742"/>
            <a:ext cx="459000" cy="459000"/>
          </a:xfrm>
          <a:prstGeom prst="ellipse">
            <a:avLst/>
          </a:prstGeom>
          <a:solidFill>
            <a:srgbClr val="FCB912"/>
          </a:solidFill>
          <a:ln>
            <a:noFill/>
          </a:ln>
        </p:spPr>
        <p:txBody>
          <a:bodyPr anchorCtr="0" anchor="ctr" bIns="0" lIns="0" spcFirstLastPara="1" rIns="0" wrap="square" tIns="0">
            <a:noAutofit/>
          </a:bodyPr>
          <a:lstStyle/>
          <a:p>
            <a:pPr indent="0" lvl="0" marL="0" rtl="0" algn="ctr">
              <a:spcBef>
                <a:spcPts val="0"/>
              </a:spcBef>
              <a:spcAft>
                <a:spcPts val="0"/>
              </a:spcAft>
              <a:buNone/>
            </a:pPr>
            <a:r>
              <a:rPr lang="en">
                <a:solidFill>
                  <a:srgbClr val="082D49"/>
                </a:solidFill>
              </a:rPr>
              <a:t>5</a:t>
            </a:r>
            <a:endParaRPr>
              <a:solidFill>
                <a:srgbClr val="082D49"/>
              </a:solidFill>
            </a:endParaRPr>
          </a:p>
        </p:txBody>
      </p:sp>
      <p:sp>
        <p:nvSpPr>
          <p:cNvPr id="1244" name="Google Shape;1244;p123"/>
          <p:cNvSpPr/>
          <p:nvPr/>
        </p:nvSpPr>
        <p:spPr>
          <a:xfrm>
            <a:off x="5923734" y="0"/>
            <a:ext cx="3262800" cy="5143500"/>
          </a:xfrm>
          <a:prstGeom prst="rect">
            <a:avLst/>
          </a:prstGeom>
          <a:solidFill>
            <a:srgbClr val="EEEEEE"/>
          </a:solidFill>
          <a:ln>
            <a:noFill/>
          </a:ln>
        </p:spPr>
        <p:txBody>
          <a:bodyPr anchorCtr="0" anchor="ctr" bIns="91425" lIns="182875" spcFirstLastPara="1" rIns="182875" wrap="square" tIns="91425">
            <a:noAutofit/>
          </a:bodyPr>
          <a:lstStyle/>
          <a:p>
            <a:pPr indent="0" lvl="0" marL="0" rtl="0" algn="l">
              <a:lnSpc>
                <a:spcPct val="100000"/>
              </a:lnSpc>
              <a:spcBef>
                <a:spcPts val="0"/>
              </a:spcBef>
              <a:spcAft>
                <a:spcPts val="0"/>
              </a:spcAft>
              <a:buNone/>
            </a:pPr>
            <a:r>
              <a:rPr lang="en">
                <a:solidFill>
                  <a:schemeClr val="dk2"/>
                </a:solidFill>
                <a:latin typeface="Roboto"/>
                <a:ea typeface="Roboto"/>
                <a:cs typeface="Roboto"/>
                <a:sym typeface="Roboto"/>
              </a:rPr>
              <a:t>The corrective control must completely resolve the issue </a:t>
            </a:r>
            <a:br>
              <a:rPr lang="en">
                <a:solidFill>
                  <a:schemeClr val="dk2"/>
                </a:solidFill>
                <a:latin typeface="Roboto"/>
                <a:ea typeface="Roboto"/>
                <a:cs typeface="Roboto"/>
                <a:sym typeface="Roboto"/>
              </a:rPr>
            </a:br>
            <a:r>
              <a:rPr lang="en">
                <a:solidFill>
                  <a:schemeClr val="dk2"/>
                </a:solidFill>
                <a:latin typeface="Roboto"/>
                <a:ea typeface="Roboto"/>
                <a:cs typeface="Roboto"/>
                <a:sym typeface="Roboto"/>
              </a:rPr>
              <a:t>since the bug means LifeNotes </a:t>
            </a:r>
            <a:br>
              <a:rPr lang="en">
                <a:solidFill>
                  <a:schemeClr val="dk2"/>
                </a:solidFill>
                <a:latin typeface="Roboto"/>
                <a:ea typeface="Roboto"/>
                <a:cs typeface="Roboto"/>
                <a:sym typeface="Roboto"/>
              </a:rPr>
            </a:br>
            <a:r>
              <a:rPr lang="en">
                <a:solidFill>
                  <a:schemeClr val="dk2"/>
                </a:solidFill>
                <a:latin typeface="Roboto"/>
                <a:ea typeface="Roboto"/>
                <a:cs typeface="Roboto"/>
                <a:sym typeface="Roboto"/>
              </a:rPr>
              <a:t>is in violation of the law.</a:t>
            </a:r>
            <a:endParaRPr>
              <a:solidFill>
                <a:schemeClr val="dk2"/>
              </a:solidFill>
              <a:latin typeface="Roboto"/>
              <a:ea typeface="Roboto"/>
              <a:cs typeface="Roboto"/>
              <a:sym typeface="Roboto"/>
            </a:endParaRPr>
          </a:p>
          <a:p>
            <a:pPr indent="-180340" lvl="0" marL="320040" rtl="0" algn="l">
              <a:lnSpc>
                <a:spcPct val="100000"/>
              </a:lnSpc>
              <a:spcBef>
                <a:spcPts val="1200"/>
              </a:spcBef>
              <a:spcAft>
                <a:spcPts val="0"/>
              </a:spcAft>
              <a:buClr>
                <a:schemeClr val="dk2"/>
              </a:buClr>
              <a:buSzPts val="1400"/>
              <a:buFont typeface="Roboto Light"/>
              <a:buChar char="●"/>
            </a:pPr>
            <a:r>
              <a:rPr b="1" lang="en">
                <a:solidFill>
                  <a:schemeClr val="dk2"/>
                </a:solidFill>
                <a:latin typeface="Roboto"/>
                <a:ea typeface="Roboto"/>
                <a:cs typeface="Roboto"/>
                <a:sym typeface="Roboto"/>
              </a:rPr>
              <a:t>Corrective control:</a:t>
            </a:r>
            <a:r>
              <a:rPr lang="en">
                <a:solidFill>
                  <a:schemeClr val="dk2"/>
                </a:solidFill>
                <a:latin typeface="Roboto"/>
                <a:ea typeface="Roboto"/>
                <a:cs typeface="Roboto"/>
                <a:sym typeface="Roboto"/>
              </a:rPr>
              <a:t> Redeploy the older version of the application, which did not have this issue. </a:t>
            </a:r>
            <a:br>
              <a:rPr lang="en">
                <a:solidFill>
                  <a:schemeClr val="dk2"/>
                </a:solidFill>
                <a:latin typeface="Roboto"/>
                <a:ea typeface="Roboto"/>
                <a:cs typeface="Roboto"/>
                <a:sym typeface="Roboto"/>
              </a:rPr>
            </a:br>
            <a:endParaRPr>
              <a:solidFill>
                <a:schemeClr val="dk2"/>
              </a:solidFill>
              <a:latin typeface="Roboto"/>
              <a:ea typeface="Roboto"/>
              <a:cs typeface="Roboto"/>
              <a:sym typeface="Roboto"/>
            </a:endParaRPr>
          </a:p>
          <a:p>
            <a:pPr indent="-180340" lvl="0" marL="320040" rtl="0" algn="l">
              <a:lnSpc>
                <a:spcPct val="100000"/>
              </a:lnSpc>
              <a:spcBef>
                <a:spcPts val="400"/>
              </a:spcBef>
              <a:spcAft>
                <a:spcPts val="0"/>
              </a:spcAft>
              <a:buClr>
                <a:schemeClr val="dk2"/>
              </a:buClr>
              <a:buSzPts val="1400"/>
              <a:buFont typeface="Roboto Light"/>
              <a:buChar char="●"/>
            </a:pPr>
            <a:r>
              <a:rPr b="1" lang="en">
                <a:solidFill>
                  <a:schemeClr val="dk2"/>
                </a:solidFill>
                <a:latin typeface="Roboto"/>
                <a:ea typeface="Roboto"/>
                <a:cs typeface="Roboto"/>
                <a:sym typeface="Roboto"/>
              </a:rPr>
              <a:t>Administrative control:</a:t>
            </a:r>
            <a:r>
              <a:rPr lang="en">
                <a:solidFill>
                  <a:schemeClr val="dk2"/>
                </a:solidFill>
                <a:latin typeface="Roboto"/>
                <a:ea typeface="Roboto"/>
                <a:cs typeface="Roboto"/>
                <a:sym typeface="Roboto"/>
              </a:rPr>
              <a:t> Change the way doctors and hospitals communicate data, requiring clients to change their processes and LifeNotes to change how its application works. </a:t>
            </a:r>
            <a:br>
              <a:rPr lang="en">
                <a:solidFill>
                  <a:schemeClr val="dk2"/>
                </a:solidFill>
                <a:latin typeface="Roboto"/>
                <a:ea typeface="Roboto"/>
                <a:cs typeface="Roboto"/>
                <a:sym typeface="Roboto"/>
              </a:rPr>
            </a:br>
            <a:endParaRPr>
              <a:solidFill>
                <a:schemeClr val="dk2"/>
              </a:solidFill>
              <a:latin typeface="Roboto"/>
              <a:ea typeface="Roboto"/>
              <a:cs typeface="Roboto"/>
              <a:sym typeface="Roboto"/>
            </a:endParaRPr>
          </a:p>
          <a:p>
            <a:pPr indent="-180340" lvl="0" marL="320040" rtl="0" algn="l">
              <a:lnSpc>
                <a:spcPct val="100000"/>
              </a:lnSpc>
              <a:spcBef>
                <a:spcPts val="400"/>
              </a:spcBef>
              <a:spcAft>
                <a:spcPts val="0"/>
              </a:spcAft>
              <a:buClr>
                <a:schemeClr val="dk2"/>
              </a:buClr>
              <a:buSzPts val="1400"/>
              <a:buFont typeface="Roboto Light"/>
              <a:buChar char="●"/>
            </a:pPr>
            <a:r>
              <a:rPr b="1" lang="en">
                <a:solidFill>
                  <a:schemeClr val="dk2"/>
                </a:solidFill>
                <a:latin typeface="Roboto"/>
                <a:ea typeface="Roboto"/>
                <a:cs typeface="Roboto"/>
                <a:sym typeface="Roboto"/>
              </a:rPr>
              <a:t>Technical control:</a:t>
            </a:r>
            <a:r>
              <a:rPr lang="en">
                <a:solidFill>
                  <a:schemeClr val="dk2"/>
                </a:solidFill>
                <a:latin typeface="Roboto"/>
                <a:ea typeface="Roboto"/>
                <a:cs typeface="Roboto"/>
                <a:sym typeface="Roboto"/>
              </a:rPr>
              <a:t> Implement two-factor authentication, requiring an engineering team to implement a new feature and doctors to learn a new workflow. </a:t>
            </a:r>
            <a:endParaRPr>
              <a:solidFill>
                <a:schemeClr val="dk2"/>
              </a:solidFill>
              <a:latin typeface="Roboto"/>
              <a:ea typeface="Roboto"/>
              <a:cs typeface="Roboto"/>
              <a:sym typeface="Roboto"/>
            </a:endParaRPr>
          </a:p>
        </p:txBody>
      </p:sp>
      <p:sp>
        <p:nvSpPr>
          <p:cNvPr id="1245" name="Google Shape;1245;p123"/>
          <p:cNvSpPr txBox="1"/>
          <p:nvPr>
            <p:ph type="title"/>
          </p:nvPr>
        </p:nvSpPr>
        <p:spPr>
          <a:xfrm>
            <a:off x="457200" y="129700"/>
            <a:ext cx="8832300" cy="572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Risk Mitigation: Example</a:t>
            </a:r>
            <a:endParaRPr/>
          </a:p>
        </p:txBody>
      </p:sp>
      <p:sp>
        <p:nvSpPr>
          <p:cNvPr id="1246" name="Google Shape;1246;p123"/>
          <p:cNvSpPr txBox="1"/>
          <p:nvPr>
            <p:ph idx="1" type="body"/>
          </p:nvPr>
        </p:nvSpPr>
        <p:spPr>
          <a:xfrm>
            <a:off x="483150" y="702400"/>
            <a:ext cx="4422300" cy="459000"/>
          </a:xfrm>
          <a:prstGeom prst="rect">
            <a:avLst/>
          </a:prstGeom>
        </p:spPr>
        <p:txBody>
          <a:bodyPr anchorCtr="0" anchor="t" bIns="91425" lIns="0" spcFirstLastPara="1" rIns="91425" wrap="square" tIns="0">
            <a:noAutofit/>
          </a:bodyPr>
          <a:lstStyle/>
          <a:p>
            <a:pPr indent="0" lvl="0" marL="0" rtl="0" algn="l">
              <a:spcBef>
                <a:spcPts val="0"/>
              </a:spcBef>
              <a:spcAft>
                <a:spcPts val="0"/>
              </a:spcAft>
              <a:buNone/>
            </a:pPr>
            <a:r>
              <a:rPr lang="en"/>
              <a:t>What security controls should </a:t>
            </a:r>
            <a:br>
              <a:rPr lang="en"/>
            </a:br>
            <a:r>
              <a:rPr lang="en"/>
              <a:t>we suggest to LifeNotes?</a:t>
            </a:r>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noFill/>
      </p:bgPr>
    </p:bg>
    <p:spTree>
      <p:nvGrpSpPr>
        <p:cNvPr id="1250" name="Shape 1250"/>
        <p:cNvGrpSpPr/>
        <p:nvPr/>
      </p:nvGrpSpPr>
      <p:grpSpPr>
        <a:xfrm>
          <a:off x="0" y="0"/>
          <a:ext cx="0" cy="0"/>
          <a:chOff x="0" y="0"/>
          <a:chExt cx="0" cy="0"/>
        </a:xfrm>
      </p:grpSpPr>
      <p:sp>
        <p:nvSpPr>
          <p:cNvPr id="1251" name="Google Shape;1251;p124"/>
          <p:cNvSpPr/>
          <p:nvPr/>
        </p:nvSpPr>
        <p:spPr>
          <a:xfrm>
            <a:off x="515250" y="1715450"/>
            <a:ext cx="3420900" cy="400200"/>
          </a:xfrm>
          <a:prstGeom prst="roundRect">
            <a:avLst>
              <a:gd fmla="val 16667"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800">
              <a:solidFill>
                <a:schemeClr val="lt1"/>
              </a:solidFill>
              <a:latin typeface="Roboto"/>
              <a:ea typeface="Roboto"/>
              <a:cs typeface="Roboto"/>
              <a:sym typeface="Roboto"/>
            </a:endParaRPr>
          </a:p>
        </p:txBody>
      </p:sp>
      <p:sp>
        <p:nvSpPr>
          <p:cNvPr id="1252" name="Google Shape;1252;p124"/>
          <p:cNvSpPr/>
          <p:nvPr/>
        </p:nvSpPr>
        <p:spPr>
          <a:xfrm>
            <a:off x="515250" y="2357875"/>
            <a:ext cx="3420900" cy="400200"/>
          </a:xfrm>
          <a:prstGeom prst="roundRect">
            <a:avLst>
              <a:gd fmla="val 16667"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800">
              <a:latin typeface="Roboto"/>
              <a:ea typeface="Roboto"/>
              <a:cs typeface="Roboto"/>
              <a:sym typeface="Roboto"/>
            </a:endParaRPr>
          </a:p>
        </p:txBody>
      </p:sp>
      <p:sp>
        <p:nvSpPr>
          <p:cNvPr id="1253" name="Google Shape;1253;p124"/>
          <p:cNvSpPr txBox="1"/>
          <p:nvPr/>
        </p:nvSpPr>
        <p:spPr>
          <a:xfrm>
            <a:off x="916320" y="1681620"/>
            <a:ext cx="3019800" cy="384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latin typeface="Roboto"/>
                <a:ea typeface="Roboto"/>
                <a:cs typeface="Roboto"/>
                <a:sym typeface="Roboto"/>
              </a:rPr>
              <a:t>Required control type</a:t>
            </a:r>
            <a:endParaRPr sz="1800">
              <a:solidFill>
                <a:schemeClr val="dk2"/>
              </a:solidFill>
              <a:latin typeface="Roboto"/>
              <a:ea typeface="Roboto"/>
              <a:cs typeface="Roboto"/>
              <a:sym typeface="Roboto"/>
            </a:endParaRPr>
          </a:p>
        </p:txBody>
      </p:sp>
      <p:sp>
        <p:nvSpPr>
          <p:cNvPr id="1254" name="Google Shape;1254;p124"/>
          <p:cNvSpPr txBox="1"/>
          <p:nvPr/>
        </p:nvSpPr>
        <p:spPr>
          <a:xfrm>
            <a:off x="916325" y="2324045"/>
            <a:ext cx="3019800" cy="384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latin typeface="Roboto"/>
                <a:ea typeface="Roboto"/>
                <a:cs typeface="Roboto"/>
                <a:sym typeface="Roboto"/>
              </a:rPr>
              <a:t>Required control strength </a:t>
            </a:r>
            <a:endParaRPr sz="1800">
              <a:solidFill>
                <a:schemeClr val="dk2"/>
              </a:solidFill>
              <a:latin typeface="Roboto"/>
              <a:ea typeface="Roboto"/>
              <a:cs typeface="Roboto"/>
              <a:sym typeface="Roboto"/>
            </a:endParaRPr>
          </a:p>
        </p:txBody>
      </p:sp>
      <p:sp>
        <p:nvSpPr>
          <p:cNvPr id="1255" name="Google Shape;1255;p124"/>
          <p:cNvSpPr/>
          <p:nvPr/>
        </p:nvSpPr>
        <p:spPr>
          <a:xfrm>
            <a:off x="364775" y="1686042"/>
            <a:ext cx="459000" cy="459000"/>
          </a:xfrm>
          <a:prstGeom prst="ellipse">
            <a:avLst/>
          </a:prstGeom>
          <a:solidFill>
            <a:srgbClr val="FCB912"/>
          </a:solidFill>
          <a:ln>
            <a:noFill/>
          </a:ln>
        </p:spPr>
        <p:txBody>
          <a:bodyPr anchorCtr="0" anchor="ctr" bIns="0" lIns="0" spcFirstLastPara="1" rIns="0" wrap="square" tIns="0">
            <a:noAutofit/>
          </a:bodyPr>
          <a:lstStyle/>
          <a:p>
            <a:pPr indent="0" lvl="0" marL="0" rtl="0" algn="ctr">
              <a:spcBef>
                <a:spcPts val="0"/>
              </a:spcBef>
              <a:spcAft>
                <a:spcPts val="0"/>
              </a:spcAft>
              <a:buNone/>
            </a:pPr>
            <a:r>
              <a:rPr lang="en">
                <a:solidFill>
                  <a:srgbClr val="082D49"/>
                </a:solidFill>
              </a:rPr>
              <a:t>1</a:t>
            </a:r>
            <a:endParaRPr>
              <a:solidFill>
                <a:srgbClr val="082D49"/>
              </a:solidFill>
            </a:endParaRPr>
          </a:p>
        </p:txBody>
      </p:sp>
      <p:sp>
        <p:nvSpPr>
          <p:cNvPr id="1256" name="Google Shape;1256;p124"/>
          <p:cNvSpPr/>
          <p:nvPr/>
        </p:nvSpPr>
        <p:spPr>
          <a:xfrm>
            <a:off x="364775" y="2328467"/>
            <a:ext cx="459000" cy="459000"/>
          </a:xfrm>
          <a:prstGeom prst="ellipse">
            <a:avLst/>
          </a:prstGeom>
          <a:solidFill>
            <a:srgbClr val="FCB912"/>
          </a:solidFill>
          <a:ln>
            <a:noFill/>
          </a:ln>
        </p:spPr>
        <p:txBody>
          <a:bodyPr anchorCtr="0" anchor="ctr" bIns="0" lIns="0" spcFirstLastPara="1" rIns="0" wrap="square" tIns="0">
            <a:noAutofit/>
          </a:bodyPr>
          <a:lstStyle/>
          <a:p>
            <a:pPr indent="0" lvl="0" marL="0" rtl="0" algn="ctr">
              <a:spcBef>
                <a:spcPts val="0"/>
              </a:spcBef>
              <a:spcAft>
                <a:spcPts val="0"/>
              </a:spcAft>
              <a:buNone/>
            </a:pPr>
            <a:r>
              <a:rPr lang="en">
                <a:solidFill>
                  <a:srgbClr val="082D49"/>
                </a:solidFill>
              </a:rPr>
              <a:t>2</a:t>
            </a:r>
            <a:endParaRPr>
              <a:solidFill>
                <a:srgbClr val="082D49"/>
              </a:solidFill>
            </a:endParaRPr>
          </a:p>
        </p:txBody>
      </p:sp>
      <p:sp>
        <p:nvSpPr>
          <p:cNvPr id="1257" name="Google Shape;1257;p124"/>
          <p:cNvSpPr/>
          <p:nvPr/>
        </p:nvSpPr>
        <p:spPr>
          <a:xfrm>
            <a:off x="515250" y="3000300"/>
            <a:ext cx="3420900" cy="400200"/>
          </a:xfrm>
          <a:prstGeom prst="roundRect">
            <a:avLst>
              <a:gd fmla="val 16667"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800">
              <a:latin typeface="Roboto"/>
              <a:ea typeface="Roboto"/>
              <a:cs typeface="Roboto"/>
              <a:sym typeface="Roboto"/>
            </a:endParaRPr>
          </a:p>
        </p:txBody>
      </p:sp>
      <p:sp>
        <p:nvSpPr>
          <p:cNvPr id="1258" name="Google Shape;1258;p124"/>
          <p:cNvSpPr txBox="1"/>
          <p:nvPr/>
        </p:nvSpPr>
        <p:spPr>
          <a:xfrm>
            <a:off x="916325" y="2966470"/>
            <a:ext cx="3019800" cy="384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latin typeface="Roboto"/>
                <a:ea typeface="Roboto"/>
                <a:cs typeface="Roboto"/>
                <a:sym typeface="Roboto"/>
              </a:rPr>
              <a:t>Control decisions </a:t>
            </a:r>
            <a:endParaRPr sz="1800">
              <a:solidFill>
                <a:schemeClr val="dk2"/>
              </a:solidFill>
              <a:latin typeface="Roboto"/>
              <a:ea typeface="Roboto"/>
              <a:cs typeface="Roboto"/>
              <a:sym typeface="Roboto"/>
            </a:endParaRPr>
          </a:p>
        </p:txBody>
      </p:sp>
      <p:sp>
        <p:nvSpPr>
          <p:cNvPr id="1259" name="Google Shape;1259;p124"/>
          <p:cNvSpPr/>
          <p:nvPr/>
        </p:nvSpPr>
        <p:spPr>
          <a:xfrm>
            <a:off x="364775" y="2970892"/>
            <a:ext cx="459000" cy="459000"/>
          </a:xfrm>
          <a:prstGeom prst="ellipse">
            <a:avLst/>
          </a:prstGeom>
          <a:solidFill>
            <a:srgbClr val="FCB912"/>
          </a:solidFill>
          <a:ln>
            <a:noFill/>
          </a:ln>
        </p:spPr>
        <p:txBody>
          <a:bodyPr anchorCtr="0" anchor="ctr" bIns="0" lIns="0" spcFirstLastPara="1" rIns="0" wrap="square" tIns="0">
            <a:noAutofit/>
          </a:bodyPr>
          <a:lstStyle/>
          <a:p>
            <a:pPr indent="0" lvl="0" marL="0" rtl="0" algn="ctr">
              <a:spcBef>
                <a:spcPts val="0"/>
              </a:spcBef>
              <a:spcAft>
                <a:spcPts val="0"/>
              </a:spcAft>
              <a:buNone/>
            </a:pPr>
            <a:r>
              <a:rPr lang="en">
                <a:solidFill>
                  <a:srgbClr val="082D49"/>
                </a:solidFill>
              </a:rPr>
              <a:t>3</a:t>
            </a:r>
            <a:endParaRPr>
              <a:solidFill>
                <a:srgbClr val="082D49"/>
              </a:solidFill>
            </a:endParaRPr>
          </a:p>
        </p:txBody>
      </p:sp>
      <p:sp>
        <p:nvSpPr>
          <p:cNvPr id="1260" name="Google Shape;1260;p124"/>
          <p:cNvSpPr/>
          <p:nvPr/>
        </p:nvSpPr>
        <p:spPr>
          <a:xfrm>
            <a:off x="515250" y="3642725"/>
            <a:ext cx="3420900" cy="400200"/>
          </a:xfrm>
          <a:prstGeom prst="roundRect">
            <a:avLst>
              <a:gd fmla="val 16667"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800">
              <a:latin typeface="Roboto"/>
              <a:ea typeface="Roboto"/>
              <a:cs typeface="Roboto"/>
              <a:sym typeface="Roboto"/>
            </a:endParaRPr>
          </a:p>
        </p:txBody>
      </p:sp>
      <p:sp>
        <p:nvSpPr>
          <p:cNvPr id="1261" name="Google Shape;1261;p124"/>
          <p:cNvSpPr txBox="1"/>
          <p:nvPr/>
        </p:nvSpPr>
        <p:spPr>
          <a:xfrm>
            <a:off x="916325" y="3608895"/>
            <a:ext cx="3019800" cy="384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lt1"/>
                </a:solidFill>
                <a:latin typeface="Roboto"/>
                <a:ea typeface="Roboto"/>
                <a:cs typeface="Roboto"/>
                <a:sym typeface="Roboto"/>
              </a:rPr>
              <a:t>I</a:t>
            </a:r>
            <a:r>
              <a:rPr lang="en" sz="1800">
                <a:solidFill>
                  <a:schemeClr val="lt1"/>
                </a:solidFill>
                <a:latin typeface="Roboto"/>
                <a:ea typeface="Roboto"/>
                <a:cs typeface="Roboto"/>
                <a:sym typeface="Roboto"/>
              </a:rPr>
              <a:t>mplementation cost</a:t>
            </a:r>
            <a:endParaRPr sz="1800">
              <a:solidFill>
                <a:schemeClr val="lt1"/>
              </a:solidFill>
              <a:latin typeface="Roboto"/>
              <a:ea typeface="Roboto"/>
              <a:cs typeface="Roboto"/>
              <a:sym typeface="Roboto"/>
            </a:endParaRPr>
          </a:p>
        </p:txBody>
      </p:sp>
      <p:sp>
        <p:nvSpPr>
          <p:cNvPr id="1262" name="Google Shape;1262;p124"/>
          <p:cNvSpPr/>
          <p:nvPr/>
        </p:nvSpPr>
        <p:spPr>
          <a:xfrm>
            <a:off x="364775" y="3613317"/>
            <a:ext cx="459000" cy="459000"/>
          </a:xfrm>
          <a:prstGeom prst="ellipse">
            <a:avLst/>
          </a:prstGeom>
          <a:solidFill>
            <a:srgbClr val="FCB912"/>
          </a:solidFill>
          <a:ln>
            <a:noFill/>
          </a:ln>
        </p:spPr>
        <p:txBody>
          <a:bodyPr anchorCtr="0" anchor="ctr" bIns="0" lIns="0" spcFirstLastPara="1" rIns="0" wrap="square" tIns="0">
            <a:noAutofit/>
          </a:bodyPr>
          <a:lstStyle/>
          <a:p>
            <a:pPr indent="0" lvl="0" marL="0" rtl="0" algn="ctr">
              <a:spcBef>
                <a:spcPts val="0"/>
              </a:spcBef>
              <a:spcAft>
                <a:spcPts val="0"/>
              </a:spcAft>
              <a:buNone/>
            </a:pPr>
            <a:r>
              <a:rPr lang="en">
                <a:solidFill>
                  <a:srgbClr val="082D49"/>
                </a:solidFill>
              </a:rPr>
              <a:t>4</a:t>
            </a:r>
            <a:endParaRPr>
              <a:solidFill>
                <a:srgbClr val="082D49"/>
              </a:solidFill>
            </a:endParaRPr>
          </a:p>
        </p:txBody>
      </p:sp>
      <p:sp>
        <p:nvSpPr>
          <p:cNvPr id="1263" name="Google Shape;1263;p124"/>
          <p:cNvSpPr/>
          <p:nvPr/>
        </p:nvSpPr>
        <p:spPr>
          <a:xfrm>
            <a:off x="515250" y="4285150"/>
            <a:ext cx="3420900" cy="4002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800">
              <a:latin typeface="Roboto"/>
              <a:ea typeface="Roboto"/>
              <a:cs typeface="Roboto"/>
              <a:sym typeface="Roboto"/>
            </a:endParaRPr>
          </a:p>
        </p:txBody>
      </p:sp>
      <p:sp>
        <p:nvSpPr>
          <p:cNvPr id="1264" name="Google Shape;1264;p124"/>
          <p:cNvSpPr txBox="1"/>
          <p:nvPr/>
        </p:nvSpPr>
        <p:spPr>
          <a:xfrm>
            <a:off x="916325" y="4251320"/>
            <a:ext cx="3019800" cy="384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latin typeface="Roboto"/>
                <a:ea typeface="Roboto"/>
                <a:cs typeface="Roboto"/>
                <a:sym typeface="Roboto"/>
              </a:rPr>
              <a:t>I</a:t>
            </a:r>
            <a:r>
              <a:rPr lang="en" sz="1800">
                <a:solidFill>
                  <a:schemeClr val="dk2"/>
                </a:solidFill>
                <a:latin typeface="Roboto"/>
                <a:ea typeface="Roboto"/>
                <a:cs typeface="Roboto"/>
                <a:sym typeface="Roboto"/>
              </a:rPr>
              <a:t>mplementation time</a:t>
            </a:r>
            <a:endParaRPr sz="1800">
              <a:solidFill>
                <a:schemeClr val="dk2"/>
              </a:solidFill>
              <a:latin typeface="Roboto"/>
              <a:ea typeface="Roboto"/>
              <a:cs typeface="Roboto"/>
              <a:sym typeface="Roboto"/>
            </a:endParaRPr>
          </a:p>
        </p:txBody>
      </p:sp>
      <p:sp>
        <p:nvSpPr>
          <p:cNvPr id="1265" name="Google Shape;1265;p124"/>
          <p:cNvSpPr/>
          <p:nvPr/>
        </p:nvSpPr>
        <p:spPr>
          <a:xfrm>
            <a:off x="364775" y="4255742"/>
            <a:ext cx="459000" cy="459000"/>
          </a:xfrm>
          <a:prstGeom prst="ellipse">
            <a:avLst/>
          </a:prstGeom>
          <a:solidFill>
            <a:srgbClr val="FCB912"/>
          </a:solidFill>
          <a:ln>
            <a:noFill/>
          </a:ln>
        </p:spPr>
        <p:txBody>
          <a:bodyPr anchorCtr="0" anchor="ctr" bIns="0" lIns="0" spcFirstLastPara="1" rIns="0" wrap="square" tIns="0">
            <a:noAutofit/>
          </a:bodyPr>
          <a:lstStyle/>
          <a:p>
            <a:pPr indent="0" lvl="0" marL="0" rtl="0" algn="ctr">
              <a:spcBef>
                <a:spcPts val="0"/>
              </a:spcBef>
              <a:spcAft>
                <a:spcPts val="0"/>
              </a:spcAft>
              <a:buNone/>
            </a:pPr>
            <a:r>
              <a:rPr lang="en">
                <a:solidFill>
                  <a:srgbClr val="082D49"/>
                </a:solidFill>
              </a:rPr>
              <a:t>5</a:t>
            </a:r>
            <a:endParaRPr>
              <a:solidFill>
                <a:srgbClr val="082D49"/>
              </a:solidFill>
            </a:endParaRPr>
          </a:p>
        </p:txBody>
      </p:sp>
      <p:sp>
        <p:nvSpPr>
          <p:cNvPr id="1266" name="Google Shape;1266;p124"/>
          <p:cNvSpPr/>
          <p:nvPr/>
        </p:nvSpPr>
        <p:spPr>
          <a:xfrm>
            <a:off x="5919625" y="0"/>
            <a:ext cx="3220500" cy="5143500"/>
          </a:xfrm>
          <a:prstGeom prst="rect">
            <a:avLst/>
          </a:prstGeom>
          <a:solidFill>
            <a:srgbClr val="EEEEEE"/>
          </a:solidFill>
          <a:ln>
            <a:noFill/>
          </a:ln>
        </p:spPr>
        <p:txBody>
          <a:bodyPr anchorCtr="0" anchor="ctr" bIns="91425" lIns="182875" spcFirstLastPara="1" rIns="182875" wrap="square" tIns="91425">
            <a:noAutofit/>
          </a:bodyPr>
          <a:lstStyle/>
          <a:p>
            <a:pPr indent="0" lvl="0" marL="0" rtl="0" algn="l">
              <a:lnSpc>
                <a:spcPct val="115000"/>
              </a:lnSpc>
              <a:spcBef>
                <a:spcPts val="0"/>
              </a:spcBef>
              <a:spcAft>
                <a:spcPts val="0"/>
              </a:spcAft>
              <a:buNone/>
            </a:pPr>
            <a:r>
              <a:rPr lang="en">
                <a:solidFill>
                  <a:schemeClr val="dk2"/>
                </a:solidFill>
                <a:latin typeface="Roboto"/>
                <a:ea typeface="Roboto"/>
                <a:cs typeface="Roboto"/>
                <a:sym typeface="Roboto"/>
              </a:rPr>
              <a:t>LifeNotes can implement the following example controls: </a:t>
            </a:r>
            <a:endParaRPr>
              <a:solidFill>
                <a:schemeClr val="dk2"/>
              </a:solidFill>
              <a:latin typeface="Roboto"/>
              <a:ea typeface="Roboto"/>
              <a:cs typeface="Roboto"/>
              <a:sym typeface="Roboto"/>
            </a:endParaRPr>
          </a:p>
          <a:p>
            <a:pPr indent="-180340" lvl="0" marL="320040" rtl="0" algn="l">
              <a:spcBef>
                <a:spcPts val="1200"/>
              </a:spcBef>
              <a:spcAft>
                <a:spcPts val="0"/>
              </a:spcAft>
              <a:buClr>
                <a:schemeClr val="dk2"/>
              </a:buClr>
              <a:buSzPts val="1400"/>
              <a:buFont typeface="Roboto Light"/>
              <a:buChar char="●"/>
            </a:pPr>
            <a:r>
              <a:rPr b="1" lang="en">
                <a:solidFill>
                  <a:schemeClr val="dk2"/>
                </a:solidFill>
                <a:latin typeface="Roboto"/>
                <a:ea typeface="Roboto"/>
                <a:cs typeface="Roboto"/>
                <a:sym typeface="Roboto"/>
              </a:rPr>
              <a:t>Low cost:</a:t>
            </a:r>
            <a:r>
              <a:rPr lang="en">
                <a:solidFill>
                  <a:schemeClr val="dk2"/>
                </a:solidFill>
                <a:latin typeface="Roboto"/>
                <a:ea typeface="Roboto"/>
                <a:cs typeface="Roboto"/>
                <a:sym typeface="Roboto"/>
              </a:rPr>
              <a:t> Roll back to an older version of the application. </a:t>
            </a:r>
            <a:br>
              <a:rPr lang="en">
                <a:solidFill>
                  <a:schemeClr val="dk2"/>
                </a:solidFill>
                <a:latin typeface="Roboto"/>
                <a:ea typeface="Roboto"/>
                <a:cs typeface="Roboto"/>
                <a:sym typeface="Roboto"/>
              </a:rPr>
            </a:br>
            <a:endParaRPr>
              <a:solidFill>
                <a:schemeClr val="dk2"/>
              </a:solidFill>
              <a:latin typeface="Roboto"/>
              <a:ea typeface="Roboto"/>
              <a:cs typeface="Roboto"/>
              <a:sym typeface="Roboto"/>
            </a:endParaRPr>
          </a:p>
          <a:p>
            <a:pPr indent="-180340" lvl="0" marL="320040" rtl="0" algn="l">
              <a:spcBef>
                <a:spcPts val="400"/>
              </a:spcBef>
              <a:spcAft>
                <a:spcPts val="0"/>
              </a:spcAft>
              <a:buClr>
                <a:schemeClr val="dk2"/>
              </a:buClr>
              <a:buSzPts val="1400"/>
              <a:buFont typeface="Roboto Light"/>
              <a:buChar char="●"/>
            </a:pPr>
            <a:r>
              <a:rPr b="1" lang="en">
                <a:solidFill>
                  <a:schemeClr val="dk2"/>
                </a:solidFill>
                <a:latin typeface="Roboto"/>
                <a:ea typeface="Roboto"/>
                <a:cs typeface="Roboto"/>
                <a:sym typeface="Roboto"/>
              </a:rPr>
              <a:t>High cost:</a:t>
            </a:r>
            <a:r>
              <a:rPr lang="en">
                <a:solidFill>
                  <a:schemeClr val="dk2"/>
                </a:solidFill>
                <a:latin typeface="Roboto"/>
                <a:ea typeface="Roboto"/>
                <a:cs typeface="Roboto"/>
                <a:sym typeface="Roboto"/>
              </a:rPr>
              <a:t> Change the way doctors and hospitals communicate data, requiring clients to change their processes and LifeNotes to change how its application works. </a:t>
            </a:r>
            <a:br>
              <a:rPr lang="en">
                <a:solidFill>
                  <a:schemeClr val="dk2"/>
                </a:solidFill>
                <a:latin typeface="Roboto"/>
                <a:ea typeface="Roboto"/>
                <a:cs typeface="Roboto"/>
                <a:sym typeface="Roboto"/>
              </a:rPr>
            </a:br>
            <a:endParaRPr>
              <a:solidFill>
                <a:schemeClr val="dk2"/>
              </a:solidFill>
              <a:latin typeface="Roboto"/>
              <a:ea typeface="Roboto"/>
              <a:cs typeface="Roboto"/>
              <a:sym typeface="Roboto"/>
            </a:endParaRPr>
          </a:p>
          <a:p>
            <a:pPr indent="-180340" lvl="0" marL="320040" rtl="0" algn="l">
              <a:spcBef>
                <a:spcPts val="400"/>
              </a:spcBef>
              <a:spcAft>
                <a:spcPts val="0"/>
              </a:spcAft>
              <a:buClr>
                <a:schemeClr val="dk2"/>
              </a:buClr>
              <a:buSzPts val="1400"/>
              <a:buFont typeface="Roboto Light"/>
              <a:buChar char="●"/>
            </a:pPr>
            <a:r>
              <a:rPr b="1" lang="en">
                <a:solidFill>
                  <a:schemeClr val="dk2"/>
                </a:solidFill>
                <a:latin typeface="Roboto"/>
                <a:ea typeface="Roboto"/>
                <a:cs typeface="Roboto"/>
                <a:sym typeface="Roboto"/>
              </a:rPr>
              <a:t>Medium cost</a:t>
            </a:r>
            <a:r>
              <a:rPr b="1" lang="en">
                <a:solidFill>
                  <a:schemeClr val="dk2"/>
                </a:solidFill>
                <a:latin typeface="Roboto"/>
                <a:ea typeface="Roboto"/>
                <a:cs typeface="Roboto"/>
                <a:sym typeface="Roboto"/>
              </a:rPr>
              <a:t>:</a:t>
            </a:r>
            <a:r>
              <a:rPr lang="en">
                <a:solidFill>
                  <a:schemeClr val="dk2"/>
                </a:solidFill>
                <a:latin typeface="Roboto"/>
                <a:ea typeface="Roboto"/>
                <a:cs typeface="Roboto"/>
                <a:sym typeface="Roboto"/>
              </a:rPr>
              <a:t> Implement two-factor authentication, requiring an engineering </a:t>
            </a:r>
            <a:br>
              <a:rPr lang="en">
                <a:solidFill>
                  <a:schemeClr val="dk2"/>
                </a:solidFill>
                <a:latin typeface="Roboto"/>
                <a:ea typeface="Roboto"/>
                <a:cs typeface="Roboto"/>
                <a:sym typeface="Roboto"/>
              </a:rPr>
            </a:br>
            <a:r>
              <a:rPr lang="en">
                <a:solidFill>
                  <a:schemeClr val="dk2"/>
                </a:solidFill>
                <a:latin typeface="Roboto"/>
                <a:ea typeface="Roboto"/>
                <a:cs typeface="Roboto"/>
                <a:sym typeface="Roboto"/>
              </a:rPr>
              <a:t>team to implement a new feature and doctors to learn </a:t>
            </a:r>
            <a:br>
              <a:rPr lang="en">
                <a:solidFill>
                  <a:schemeClr val="dk2"/>
                </a:solidFill>
                <a:latin typeface="Roboto"/>
                <a:ea typeface="Roboto"/>
                <a:cs typeface="Roboto"/>
                <a:sym typeface="Roboto"/>
              </a:rPr>
            </a:br>
            <a:r>
              <a:rPr lang="en">
                <a:solidFill>
                  <a:schemeClr val="dk2"/>
                </a:solidFill>
                <a:latin typeface="Roboto"/>
                <a:ea typeface="Roboto"/>
                <a:cs typeface="Roboto"/>
                <a:sym typeface="Roboto"/>
              </a:rPr>
              <a:t>a new workflow. </a:t>
            </a:r>
            <a:endParaRPr>
              <a:solidFill>
                <a:schemeClr val="dk2"/>
              </a:solidFill>
              <a:latin typeface="Roboto"/>
              <a:ea typeface="Roboto"/>
              <a:cs typeface="Roboto"/>
              <a:sym typeface="Roboto"/>
            </a:endParaRPr>
          </a:p>
        </p:txBody>
      </p:sp>
      <p:sp>
        <p:nvSpPr>
          <p:cNvPr id="1267" name="Google Shape;1267;p124"/>
          <p:cNvSpPr txBox="1"/>
          <p:nvPr>
            <p:ph type="title"/>
          </p:nvPr>
        </p:nvSpPr>
        <p:spPr>
          <a:xfrm>
            <a:off x="457200" y="129700"/>
            <a:ext cx="8832300" cy="572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Risk Mitigation: Example</a:t>
            </a:r>
            <a:endParaRPr/>
          </a:p>
        </p:txBody>
      </p:sp>
      <p:sp>
        <p:nvSpPr>
          <p:cNvPr id="1268" name="Google Shape;1268;p124"/>
          <p:cNvSpPr txBox="1"/>
          <p:nvPr>
            <p:ph idx="1" type="body"/>
          </p:nvPr>
        </p:nvSpPr>
        <p:spPr>
          <a:xfrm>
            <a:off x="483150" y="702400"/>
            <a:ext cx="4422300" cy="459000"/>
          </a:xfrm>
          <a:prstGeom prst="rect">
            <a:avLst/>
          </a:prstGeom>
        </p:spPr>
        <p:txBody>
          <a:bodyPr anchorCtr="0" anchor="t" bIns="91425" lIns="0" spcFirstLastPara="1" rIns="91425" wrap="square" tIns="0">
            <a:noAutofit/>
          </a:bodyPr>
          <a:lstStyle/>
          <a:p>
            <a:pPr indent="0" lvl="0" marL="0" rtl="0" algn="l">
              <a:spcBef>
                <a:spcPts val="0"/>
              </a:spcBef>
              <a:spcAft>
                <a:spcPts val="0"/>
              </a:spcAft>
              <a:buNone/>
            </a:pPr>
            <a:r>
              <a:rPr lang="en"/>
              <a:t>What security controls should </a:t>
            </a:r>
            <a:br>
              <a:rPr lang="en"/>
            </a:br>
            <a:r>
              <a:rPr lang="en"/>
              <a:t>we suggest to LifeNotes?</a:t>
            </a:r>
            <a:endParaRPr/>
          </a:p>
        </p:txBody>
      </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noFill/>
      </p:bgPr>
    </p:bg>
    <p:spTree>
      <p:nvGrpSpPr>
        <p:cNvPr id="1272" name="Shape 1272"/>
        <p:cNvGrpSpPr/>
        <p:nvPr/>
      </p:nvGrpSpPr>
      <p:grpSpPr>
        <a:xfrm>
          <a:off x="0" y="0"/>
          <a:ext cx="0" cy="0"/>
          <a:chOff x="0" y="0"/>
          <a:chExt cx="0" cy="0"/>
        </a:xfrm>
      </p:grpSpPr>
      <p:sp>
        <p:nvSpPr>
          <p:cNvPr id="1273" name="Google Shape;1273;p125"/>
          <p:cNvSpPr txBox="1"/>
          <p:nvPr>
            <p:ph type="title"/>
          </p:nvPr>
        </p:nvSpPr>
        <p:spPr>
          <a:xfrm>
            <a:off x="457200" y="129700"/>
            <a:ext cx="8832300" cy="572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Risk Mitigation: Example</a:t>
            </a:r>
            <a:endParaRPr/>
          </a:p>
        </p:txBody>
      </p:sp>
      <p:sp>
        <p:nvSpPr>
          <p:cNvPr id="1274" name="Google Shape;1274;p125"/>
          <p:cNvSpPr txBox="1"/>
          <p:nvPr>
            <p:ph idx="1" type="body"/>
          </p:nvPr>
        </p:nvSpPr>
        <p:spPr>
          <a:xfrm>
            <a:off x="483150" y="702400"/>
            <a:ext cx="4422300" cy="459000"/>
          </a:xfrm>
          <a:prstGeom prst="rect">
            <a:avLst/>
          </a:prstGeom>
        </p:spPr>
        <p:txBody>
          <a:bodyPr anchorCtr="0" anchor="t" bIns="91425" lIns="0" spcFirstLastPara="1" rIns="91425" wrap="square" tIns="0">
            <a:noAutofit/>
          </a:bodyPr>
          <a:lstStyle/>
          <a:p>
            <a:pPr indent="0" lvl="0" marL="0" rtl="0" algn="l">
              <a:spcBef>
                <a:spcPts val="0"/>
              </a:spcBef>
              <a:spcAft>
                <a:spcPts val="0"/>
              </a:spcAft>
              <a:buNone/>
            </a:pPr>
            <a:r>
              <a:rPr lang="en"/>
              <a:t>What security controls should </a:t>
            </a:r>
            <a:br>
              <a:rPr lang="en"/>
            </a:br>
            <a:r>
              <a:rPr lang="en"/>
              <a:t>we suggest to LifeNotes?</a:t>
            </a:r>
            <a:endParaRPr/>
          </a:p>
        </p:txBody>
      </p:sp>
      <p:sp>
        <p:nvSpPr>
          <p:cNvPr id="1275" name="Google Shape;1275;p125"/>
          <p:cNvSpPr/>
          <p:nvPr/>
        </p:nvSpPr>
        <p:spPr>
          <a:xfrm>
            <a:off x="515250" y="1715450"/>
            <a:ext cx="3420900" cy="400200"/>
          </a:xfrm>
          <a:prstGeom prst="roundRect">
            <a:avLst>
              <a:gd fmla="val 16667"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800">
              <a:solidFill>
                <a:schemeClr val="dk2"/>
              </a:solidFill>
              <a:latin typeface="Roboto"/>
              <a:ea typeface="Roboto"/>
              <a:cs typeface="Roboto"/>
              <a:sym typeface="Roboto"/>
            </a:endParaRPr>
          </a:p>
        </p:txBody>
      </p:sp>
      <p:sp>
        <p:nvSpPr>
          <p:cNvPr id="1276" name="Google Shape;1276;p125"/>
          <p:cNvSpPr/>
          <p:nvPr/>
        </p:nvSpPr>
        <p:spPr>
          <a:xfrm>
            <a:off x="515250" y="2357875"/>
            <a:ext cx="3420900" cy="400200"/>
          </a:xfrm>
          <a:prstGeom prst="roundRect">
            <a:avLst>
              <a:gd fmla="val 16667"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800">
              <a:solidFill>
                <a:schemeClr val="dk2"/>
              </a:solidFill>
              <a:latin typeface="Roboto"/>
              <a:ea typeface="Roboto"/>
              <a:cs typeface="Roboto"/>
              <a:sym typeface="Roboto"/>
            </a:endParaRPr>
          </a:p>
        </p:txBody>
      </p:sp>
      <p:sp>
        <p:nvSpPr>
          <p:cNvPr id="1277" name="Google Shape;1277;p125"/>
          <p:cNvSpPr txBox="1"/>
          <p:nvPr/>
        </p:nvSpPr>
        <p:spPr>
          <a:xfrm>
            <a:off x="916320" y="1681620"/>
            <a:ext cx="3019800" cy="384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latin typeface="Roboto"/>
                <a:ea typeface="Roboto"/>
                <a:cs typeface="Roboto"/>
                <a:sym typeface="Roboto"/>
              </a:rPr>
              <a:t>Required control type</a:t>
            </a:r>
            <a:endParaRPr sz="1800">
              <a:solidFill>
                <a:schemeClr val="dk2"/>
              </a:solidFill>
              <a:latin typeface="Roboto"/>
              <a:ea typeface="Roboto"/>
              <a:cs typeface="Roboto"/>
              <a:sym typeface="Roboto"/>
            </a:endParaRPr>
          </a:p>
        </p:txBody>
      </p:sp>
      <p:sp>
        <p:nvSpPr>
          <p:cNvPr id="1278" name="Google Shape;1278;p125"/>
          <p:cNvSpPr txBox="1"/>
          <p:nvPr/>
        </p:nvSpPr>
        <p:spPr>
          <a:xfrm>
            <a:off x="916325" y="2324045"/>
            <a:ext cx="3019800" cy="384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latin typeface="Roboto"/>
                <a:ea typeface="Roboto"/>
                <a:cs typeface="Roboto"/>
                <a:sym typeface="Roboto"/>
              </a:rPr>
              <a:t>Required control strength </a:t>
            </a:r>
            <a:endParaRPr sz="1800">
              <a:solidFill>
                <a:schemeClr val="dk2"/>
              </a:solidFill>
              <a:latin typeface="Roboto"/>
              <a:ea typeface="Roboto"/>
              <a:cs typeface="Roboto"/>
              <a:sym typeface="Roboto"/>
            </a:endParaRPr>
          </a:p>
        </p:txBody>
      </p:sp>
      <p:sp>
        <p:nvSpPr>
          <p:cNvPr id="1279" name="Google Shape;1279;p125"/>
          <p:cNvSpPr/>
          <p:nvPr/>
        </p:nvSpPr>
        <p:spPr>
          <a:xfrm>
            <a:off x="364775" y="1686042"/>
            <a:ext cx="459000" cy="459000"/>
          </a:xfrm>
          <a:prstGeom prst="ellipse">
            <a:avLst/>
          </a:prstGeom>
          <a:solidFill>
            <a:srgbClr val="FCB912"/>
          </a:solidFill>
          <a:ln>
            <a:noFill/>
          </a:ln>
        </p:spPr>
        <p:txBody>
          <a:bodyPr anchorCtr="0" anchor="ctr" bIns="0" lIns="0" spcFirstLastPara="1" rIns="0" wrap="square" tIns="0">
            <a:noAutofit/>
          </a:bodyPr>
          <a:lstStyle/>
          <a:p>
            <a:pPr indent="0" lvl="0" marL="0" rtl="0" algn="ctr">
              <a:spcBef>
                <a:spcPts val="0"/>
              </a:spcBef>
              <a:spcAft>
                <a:spcPts val="0"/>
              </a:spcAft>
              <a:buNone/>
            </a:pPr>
            <a:r>
              <a:rPr lang="en">
                <a:solidFill>
                  <a:srgbClr val="082D49"/>
                </a:solidFill>
              </a:rPr>
              <a:t>1</a:t>
            </a:r>
            <a:endParaRPr>
              <a:solidFill>
                <a:srgbClr val="082D49"/>
              </a:solidFill>
            </a:endParaRPr>
          </a:p>
        </p:txBody>
      </p:sp>
      <p:sp>
        <p:nvSpPr>
          <p:cNvPr id="1280" name="Google Shape;1280;p125"/>
          <p:cNvSpPr/>
          <p:nvPr/>
        </p:nvSpPr>
        <p:spPr>
          <a:xfrm>
            <a:off x="364775" y="2328467"/>
            <a:ext cx="459000" cy="459000"/>
          </a:xfrm>
          <a:prstGeom prst="ellipse">
            <a:avLst/>
          </a:prstGeom>
          <a:solidFill>
            <a:srgbClr val="FCB912"/>
          </a:solidFill>
          <a:ln>
            <a:noFill/>
          </a:ln>
        </p:spPr>
        <p:txBody>
          <a:bodyPr anchorCtr="0" anchor="ctr" bIns="0" lIns="0" spcFirstLastPara="1" rIns="0" wrap="square" tIns="0">
            <a:noAutofit/>
          </a:bodyPr>
          <a:lstStyle/>
          <a:p>
            <a:pPr indent="0" lvl="0" marL="0" rtl="0" algn="ctr">
              <a:spcBef>
                <a:spcPts val="0"/>
              </a:spcBef>
              <a:spcAft>
                <a:spcPts val="0"/>
              </a:spcAft>
              <a:buNone/>
            </a:pPr>
            <a:r>
              <a:rPr lang="en">
                <a:solidFill>
                  <a:srgbClr val="082D49"/>
                </a:solidFill>
              </a:rPr>
              <a:t>2</a:t>
            </a:r>
            <a:endParaRPr>
              <a:solidFill>
                <a:srgbClr val="082D49"/>
              </a:solidFill>
            </a:endParaRPr>
          </a:p>
        </p:txBody>
      </p:sp>
      <p:sp>
        <p:nvSpPr>
          <p:cNvPr id="1281" name="Google Shape;1281;p125"/>
          <p:cNvSpPr/>
          <p:nvPr/>
        </p:nvSpPr>
        <p:spPr>
          <a:xfrm>
            <a:off x="515250" y="3000300"/>
            <a:ext cx="3420900" cy="4002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800">
              <a:solidFill>
                <a:schemeClr val="dk2"/>
              </a:solidFill>
              <a:latin typeface="Roboto"/>
              <a:ea typeface="Roboto"/>
              <a:cs typeface="Roboto"/>
              <a:sym typeface="Roboto"/>
            </a:endParaRPr>
          </a:p>
        </p:txBody>
      </p:sp>
      <p:sp>
        <p:nvSpPr>
          <p:cNvPr id="1282" name="Google Shape;1282;p125"/>
          <p:cNvSpPr txBox="1"/>
          <p:nvPr/>
        </p:nvSpPr>
        <p:spPr>
          <a:xfrm>
            <a:off x="916325" y="2966470"/>
            <a:ext cx="3019800" cy="384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latin typeface="Roboto"/>
                <a:ea typeface="Roboto"/>
                <a:cs typeface="Roboto"/>
                <a:sym typeface="Roboto"/>
              </a:rPr>
              <a:t>Control decisions </a:t>
            </a:r>
            <a:endParaRPr sz="1800">
              <a:solidFill>
                <a:schemeClr val="dk2"/>
              </a:solidFill>
              <a:latin typeface="Roboto"/>
              <a:ea typeface="Roboto"/>
              <a:cs typeface="Roboto"/>
              <a:sym typeface="Roboto"/>
            </a:endParaRPr>
          </a:p>
        </p:txBody>
      </p:sp>
      <p:sp>
        <p:nvSpPr>
          <p:cNvPr id="1283" name="Google Shape;1283;p125"/>
          <p:cNvSpPr/>
          <p:nvPr/>
        </p:nvSpPr>
        <p:spPr>
          <a:xfrm>
            <a:off x="364775" y="2970892"/>
            <a:ext cx="459000" cy="459000"/>
          </a:xfrm>
          <a:prstGeom prst="ellipse">
            <a:avLst/>
          </a:prstGeom>
          <a:solidFill>
            <a:srgbClr val="FCB912"/>
          </a:solidFill>
          <a:ln>
            <a:noFill/>
          </a:ln>
        </p:spPr>
        <p:txBody>
          <a:bodyPr anchorCtr="0" anchor="ctr" bIns="0" lIns="0" spcFirstLastPara="1" rIns="0" wrap="square" tIns="0">
            <a:noAutofit/>
          </a:bodyPr>
          <a:lstStyle/>
          <a:p>
            <a:pPr indent="0" lvl="0" marL="0" rtl="0" algn="ctr">
              <a:spcBef>
                <a:spcPts val="0"/>
              </a:spcBef>
              <a:spcAft>
                <a:spcPts val="0"/>
              </a:spcAft>
              <a:buNone/>
            </a:pPr>
            <a:r>
              <a:rPr lang="en">
                <a:solidFill>
                  <a:srgbClr val="082D49"/>
                </a:solidFill>
              </a:rPr>
              <a:t>3</a:t>
            </a:r>
            <a:endParaRPr>
              <a:solidFill>
                <a:srgbClr val="082D49"/>
              </a:solidFill>
            </a:endParaRPr>
          </a:p>
        </p:txBody>
      </p:sp>
      <p:sp>
        <p:nvSpPr>
          <p:cNvPr id="1284" name="Google Shape;1284;p125"/>
          <p:cNvSpPr/>
          <p:nvPr/>
        </p:nvSpPr>
        <p:spPr>
          <a:xfrm>
            <a:off x="515250" y="3642725"/>
            <a:ext cx="3420900" cy="4002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800">
              <a:solidFill>
                <a:schemeClr val="dk2"/>
              </a:solidFill>
              <a:latin typeface="Roboto"/>
              <a:ea typeface="Roboto"/>
              <a:cs typeface="Roboto"/>
              <a:sym typeface="Roboto"/>
            </a:endParaRPr>
          </a:p>
        </p:txBody>
      </p:sp>
      <p:sp>
        <p:nvSpPr>
          <p:cNvPr id="1285" name="Google Shape;1285;p125"/>
          <p:cNvSpPr txBox="1"/>
          <p:nvPr/>
        </p:nvSpPr>
        <p:spPr>
          <a:xfrm>
            <a:off x="916325" y="3608895"/>
            <a:ext cx="3019800" cy="384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latin typeface="Roboto"/>
                <a:ea typeface="Roboto"/>
                <a:cs typeface="Roboto"/>
                <a:sym typeface="Roboto"/>
              </a:rPr>
              <a:t>I</a:t>
            </a:r>
            <a:r>
              <a:rPr lang="en" sz="1800">
                <a:solidFill>
                  <a:schemeClr val="dk2"/>
                </a:solidFill>
                <a:latin typeface="Roboto"/>
                <a:ea typeface="Roboto"/>
                <a:cs typeface="Roboto"/>
                <a:sym typeface="Roboto"/>
              </a:rPr>
              <a:t>mplementation cost</a:t>
            </a:r>
            <a:endParaRPr sz="1800">
              <a:solidFill>
                <a:schemeClr val="dk2"/>
              </a:solidFill>
              <a:latin typeface="Roboto"/>
              <a:ea typeface="Roboto"/>
              <a:cs typeface="Roboto"/>
              <a:sym typeface="Roboto"/>
            </a:endParaRPr>
          </a:p>
        </p:txBody>
      </p:sp>
      <p:sp>
        <p:nvSpPr>
          <p:cNvPr id="1286" name="Google Shape;1286;p125"/>
          <p:cNvSpPr/>
          <p:nvPr/>
        </p:nvSpPr>
        <p:spPr>
          <a:xfrm>
            <a:off x="364775" y="3613317"/>
            <a:ext cx="459000" cy="459000"/>
          </a:xfrm>
          <a:prstGeom prst="ellipse">
            <a:avLst/>
          </a:prstGeom>
          <a:solidFill>
            <a:srgbClr val="FCB912"/>
          </a:solidFill>
          <a:ln>
            <a:noFill/>
          </a:ln>
        </p:spPr>
        <p:txBody>
          <a:bodyPr anchorCtr="0" anchor="ctr" bIns="0" lIns="0" spcFirstLastPara="1" rIns="0" wrap="square" tIns="0">
            <a:noAutofit/>
          </a:bodyPr>
          <a:lstStyle/>
          <a:p>
            <a:pPr indent="0" lvl="0" marL="0" rtl="0" algn="ctr">
              <a:spcBef>
                <a:spcPts val="0"/>
              </a:spcBef>
              <a:spcAft>
                <a:spcPts val="0"/>
              </a:spcAft>
              <a:buNone/>
            </a:pPr>
            <a:r>
              <a:rPr lang="en">
                <a:solidFill>
                  <a:srgbClr val="082D49"/>
                </a:solidFill>
              </a:rPr>
              <a:t>4</a:t>
            </a:r>
            <a:endParaRPr>
              <a:solidFill>
                <a:srgbClr val="082D49"/>
              </a:solidFill>
            </a:endParaRPr>
          </a:p>
        </p:txBody>
      </p:sp>
      <p:sp>
        <p:nvSpPr>
          <p:cNvPr id="1287" name="Google Shape;1287;p125"/>
          <p:cNvSpPr/>
          <p:nvPr/>
        </p:nvSpPr>
        <p:spPr>
          <a:xfrm>
            <a:off x="515250" y="4285150"/>
            <a:ext cx="3420900" cy="400200"/>
          </a:xfrm>
          <a:prstGeom prst="roundRect">
            <a:avLst>
              <a:gd fmla="val 16667"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800">
              <a:latin typeface="Roboto"/>
              <a:ea typeface="Roboto"/>
              <a:cs typeface="Roboto"/>
              <a:sym typeface="Roboto"/>
            </a:endParaRPr>
          </a:p>
        </p:txBody>
      </p:sp>
      <p:sp>
        <p:nvSpPr>
          <p:cNvPr id="1288" name="Google Shape;1288;p125"/>
          <p:cNvSpPr txBox="1"/>
          <p:nvPr/>
        </p:nvSpPr>
        <p:spPr>
          <a:xfrm>
            <a:off x="916325" y="4247710"/>
            <a:ext cx="3019800" cy="384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lt1"/>
                </a:solidFill>
                <a:latin typeface="Roboto"/>
                <a:ea typeface="Roboto"/>
                <a:cs typeface="Roboto"/>
                <a:sym typeface="Roboto"/>
              </a:rPr>
              <a:t>I</a:t>
            </a:r>
            <a:r>
              <a:rPr lang="en" sz="1800">
                <a:solidFill>
                  <a:schemeClr val="lt1"/>
                </a:solidFill>
                <a:latin typeface="Roboto"/>
                <a:ea typeface="Roboto"/>
                <a:cs typeface="Roboto"/>
                <a:sym typeface="Roboto"/>
              </a:rPr>
              <a:t>mplementation time</a:t>
            </a:r>
            <a:endParaRPr sz="1800">
              <a:solidFill>
                <a:schemeClr val="lt1"/>
              </a:solidFill>
              <a:latin typeface="Roboto"/>
              <a:ea typeface="Roboto"/>
              <a:cs typeface="Roboto"/>
              <a:sym typeface="Roboto"/>
            </a:endParaRPr>
          </a:p>
        </p:txBody>
      </p:sp>
      <p:sp>
        <p:nvSpPr>
          <p:cNvPr id="1289" name="Google Shape;1289;p125"/>
          <p:cNvSpPr/>
          <p:nvPr/>
        </p:nvSpPr>
        <p:spPr>
          <a:xfrm>
            <a:off x="364775" y="4255742"/>
            <a:ext cx="459000" cy="459000"/>
          </a:xfrm>
          <a:prstGeom prst="ellipse">
            <a:avLst/>
          </a:prstGeom>
          <a:solidFill>
            <a:srgbClr val="FCB912"/>
          </a:solidFill>
          <a:ln>
            <a:noFill/>
          </a:ln>
        </p:spPr>
        <p:txBody>
          <a:bodyPr anchorCtr="0" anchor="ctr" bIns="0" lIns="0" spcFirstLastPara="1" rIns="0" wrap="square" tIns="0">
            <a:noAutofit/>
          </a:bodyPr>
          <a:lstStyle/>
          <a:p>
            <a:pPr indent="0" lvl="0" marL="0" rtl="0" algn="ctr">
              <a:spcBef>
                <a:spcPts val="0"/>
              </a:spcBef>
              <a:spcAft>
                <a:spcPts val="0"/>
              </a:spcAft>
              <a:buNone/>
            </a:pPr>
            <a:r>
              <a:rPr lang="en">
                <a:solidFill>
                  <a:srgbClr val="082D49"/>
                </a:solidFill>
              </a:rPr>
              <a:t>5</a:t>
            </a:r>
            <a:endParaRPr>
              <a:solidFill>
                <a:srgbClr val="082D49"/>
              </a:solidFill>
            </a:endParaRPr>
          </a:p>
        </p:txBody>
      </p:sp>
      <p:sp>
        <p:nvSpPr>
          <p:cNvPr id="1290" name="Google Shape;1290;p125"/>
          <p:cNvSpPr/>
          <p:nvPr/>
        </p:nvSpPr>
        <p:spPr>
          <a:xfrm>
            <a:off x="5919625" y="0"/>
            <a:ext cx="3220500" cy="5143500"/>
          </a:xfrm>
          <a:prstGeom prst="rect">
            <a:avLst/>
          </a:prstGeom>
          <a:solidFill>
            <a:srgbClr val="EEEEEE"/>
          </a:solidFill>
          <a:ln>
            <a:noFill/>
          </a:ln>
        </p:spPr>
        <p:txBody>
          <a:bodyPr anchorCtr="0" anchor="ctr" bIns="91425" lIns="182875" spcFirstLastPara="1" rIns="182875" wrap="square" tIns="91425">
            <a:noAutofit/>
          </a:bodyPr>
          <a:lstStyle/>
          <a:p>
            <a:pPr indent="0" lvl="0" marL="0" rtl="0" algn="l">
              <a:lnSpc>
                <a:spcPct val="115000"/>
              </a:lnSpc>
              <a:spcBef>
                <a:spcPts val="0"/>
              </a:spcBef>
              <a:spcAft>
                <a:spcPts val="1200"/>
              </a:spcAft>
              <a:buNone/>
            </a:pPr>
            <a:r>
              <a:rPr lang="en" sz="1800">
                <a:solidFill>
                  <a:schemeClr val="dk2"/>
                </a:solidFill>
                <a:latin typeface="Roboto"/>
                <a:ea typeface="Roboto"/>
                <a:cs typeface="Roboto"/>
                <a:sym typeface="Roboto"/>
              </a:rPr>
              <a:t>Rolling back to an older version of the application should take less than a day. Administrative controls would take months to implement. Implementing two-factor authentication would likely take approximately one </a:t>
            </a:r>
            <a:br>
              <a:rPr lang="en" sz="1800">
                <a:solidFill>
                  <a:schemeClr val="dk2"/>
                </a:solidFill>
                <a:latin typeface="Roboto"/>
                <a:ea typeface="Roboto"/>
                <a:cs typeface="Roboto"/>
                <a:sym typeface="Roboto"/>
              </a:rPr>
            </a:br>
            <a:r>
              <a:rPr lang="en" sz="1800">
                <a:solidFill>
                  <a:schemeClr val="dk2"/>
                </a:solidFill>
                <a:latin typeface="Roboto"/>
                <a:ea typeface="Roboto"/>
                <a:cs typeface="Roboto"/>
                <a:sym typeface="Roboto"/>
              </a:rPr>
              <a:t>quarter (three months).</a:t>
            </a:r>
            <a:endParaRPr sz="1800">
              <a:solidFill>
                <a:schemeClr val="dk2"/>
              </a:solidFill>
              <a:latin typeface="Roboto"/>
              <a:ea typeface="Roboto"/>
              <a:cs typeface="Roboto"/>
              <a:sym typeface="Roboto"/>
            </a:endParaRPr>
          </a:p>
        </p:txBody>
      </p: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4" name="Shape 1294"/>
        <p:cNvGrpSpPr/>
        <p:nvPr/>
      </p:nvGrpSpPr>
      <p:grpSpPr>
        <a:xfrm>
          <a:off x="0" y="0"/>
          <a:ext cx="0" cy="0"/>
          <a:chOff x="0" y="0"/>
          <a:chExt cx="0" cy="0"/>
        </a:xfrm>
      </p:grpSpPr>
      <p:sp>
        <p:nvSpPr>
          <p:cNvPr id="1295" name="Google Shape;1295;p126"/>
          <p:cNvSpPr txBox="1"/>
          <p:nvPr>
            <p:ph idx="2" type="subTitle"/>
          </p:nvPr>
        </p:nvSpPr>
        <p:spPr>
          <a:xfrm>
            <a:off x="55460" y="4398800"/>
            <a:ext cx="8703600" cy="323100"/>
          </a:xfrm>
          <a:prstGeom prst="rect">
            <a:avLst/>
          </a:prstGeom>
        </p:spPr>
        <p:txBody>
          <a:bodyPr anchorCtr="0" anchor="t" bIns="91425" lIns="0" spcFirstLastPara="1" rIns="91425" wrap="square" tIns="0">
            <a:noAutofit/>
          </a:bodyPr>
          <a:lstStyle/>
          <a:p>
            <a:pPr indent="0" lvl="0" marL="0" rtl="0" algn="r">
              <a:spcBef>
                <a:spcPts val="0"/>
              </a:spcBef>
              <a:spcAft>
                <a:spcPts val="0"/>
              </a:spcAft>
              <a:buNone/>
            </a:pPr>
            <a:r>
              <a:rPr lang="en"/>
              <a:t>15 minutes</a:t>
            </a:r>
            <a:endParaRPr/>
          </a:p>
        </p:txBody>
      </p:sp>
      <p:sp>
        <p:nvSpPr>
          <p:cNvPr id="1296" name="Google Shape;1296;p126"/>
          <p:cNvSpPr txBox="1"/>
          <p:nvPr>
            <p:ph idx="1" type="subTitle"/>
          </p:nvPr>
        </p:nvSpPr>
        <p:spPr>
          <a:xfrm>
            <a:off x="818575" y="1726975"/>
            <a:ext cx="6518700" cy="2116200"/>
          </a:xfrm>
          <a:prstGeom prst="rect">
            <a:avLst/>
          </a:prstGeom>
        </p:spPr>
        <p:txBody>
          <a:bodyPr anchorCtr="0" anchor="t" bIns="91425" lIns="0" spcFirstLastPara="1" rIns="91425" wrap="square" tIns="91425">
            <a:noAutofit/>
          </a:bodyPr>
          <a:lstStyle/>
          <a:p>
            <a:pPr indent="0" lvl="0" marL="0" rtl="0" algn="l">
              <a:spcBef>
                <a:spcPts val="0"/>
              </a:spcBef>
              <a:spcAft>
                <a:spcPts val="0"/>
              </a:spcAft>
              <a:buNone/>
            </a:pPr>
            <a:r>
              <a:rPr lang="en" sz="1800"/>
              <a:t>In this activity, you will conceptualize a risk </a:t>
            </a:r>
            <a:r>
              <a:rPr lang="en" sz="1800"/>
              <a:t>mitigation plan. </a:t>
            </a:r>
            <a:endParaRPr sz="1800"/>
          </a:p>
        </p:txBody>
      </p:sp>
      <p:sp>
        <p:nvSpPr>
          <p:cNvPr id="1297" name="Google Shape;1297;p126"/>
          <p:cNvSpPr txBox="1"/>
          <p:nvPr>
            <p:ph type="title"/>
          </p:nvPr>
        </p:nvSpPr>
        <p:spPr>
          <a:xfrm>
            <a:off x="-6000" y="478650"/>
            <a:ext cx="9168600" cy="323100"/>
          </a:xfrm>
          <a:prstGeom prst="rect">
            <a:avLst/>
          </a:prstGeom>
        </p:spPr>
        <p:txBody>
          <a:bodyPr anchorCtr="0" anchor="t" bIns="91425" lIns="822950" spcFirstLastPara="1" rIns="91425" wrap="square" tIns="91425">
            <a:noAutofit/>
          </a:bodyPr>
          <a:lstStyle/>
          <a:p>
            <a:pPr indent="0" lvl="0" marL="0" rtl="0" algn="l">
              <a:spcBef>
                <a:spcPts val="0"/>
              </a:spcBef>
              <a:spcAft>
                <a:spcPts val="0"/>
              </a:spcAft>
              <a:buNone/>
            </a:pPr>
            <a:r>
              <a:rPr lang="en" sz="1800"/>
              <a:t>Threat modeling Step 6: risk mitigation</a:t>
            </a:r>
            <a:endParaRPr sz="1800"/>
          </a:p>
        </p:txBody>
      </p:sp>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1" name="Shape 1301"/>
        <p:cNvGrpSpPr/>
        <p:nvPr/>
      </p:nvGrpSpPr>
      <p:grpSpPr>
        <a:xfrm>
          <a:off x="0" y="0"/>
          <a:ext cx="0" cy="0"/>
          <a:chOff x="0" y="0"/>
          <a:chExt cx="0" cy="0"/>
        </a:xfrm>
      </p:grpSpPr>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2"/>
        </a:solidFill>
      </p:bgPr>
    </p:bg>
    <p:spTree>
      <p:nvGrpSpPr>
        <p:cNvPr id="1305" name="Shape 1305"/>
        <p:cNvGrpSpPr/>
        <p:nvPr/>
      </p:nvGrpSpPr>
      <p:grpSpPr>
        <a:xfrm>
          <a:off x="0" y="0"/>
          <a:ext cx="0" cy="0"/>
          <a:chOff x="0" y="0"/>
          <a:chExt cx="0" cy="0"/>
        </a:xfrm>
      </p:grpSpPr>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9" name="Shape 1309"/>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Bootcamp Slides New Theme - July 2024">
  <a:themeElements>
    <a:clrScheme name="Simple Light">
      <a:dk1>
        <a:srgbClr val="2E5E73"/>
      </a:dk1>
      <a:lt1>
        <a:srgbClr val="FFFFFF"/>
      </a:lt1>
      <a:dk2>
        <a:srgbClr val="082D49"/>
      </a:dk2>
      <a:lt2>
        <a:srgbClr val="F2F2F2"/>
      </a:lt2>
      <a:accent1>
        <a:srgbClr val="FCB912"/>
      </a:accent1>
      <a:accent2>
        <a:srgbClr val="AADCF2"/>
      </a:accent2>
      <a:accent3>
        <a:srgbClr val="1475D4"/>
      </a:accent3>
      <a:accent4>
        <a:srgbClr val="00C7CC"/>
      </a:accent4>
      <a:accent5>
        <a:srgbClr val="082D49"/>
      </a:accent5>
      <a:accent6>
        <a:srgbClr val="2E5E73"/>
      </a:accent6>
      <a:hlink>
        <a:srgbClr val="2E5E73"/>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