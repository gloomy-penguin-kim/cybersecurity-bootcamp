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Lst>
  <p:sldSz cy="5143500" cx="9144000"/>
  <p:notesSz cx="6858000" cy="9144000"/>
  <p:embeddedFontLst>
    <p:embeddedFont>
      <p:font typeface="Roboto"/>
      <p:regular r:id="rId51"/>
      <p:bold r:id="rId52"/>
      <p:italic r:id="rId53"/>
      <p:boldItalic r:id="rId54"/>
    </p:embeddedFont>
    <p:embeddedFont>
      <p:font typeface="Roboto Medium"/>
      <p:regular r:id="rId55"/>
      <p:bold r:id="rId56"/>
      <p:italic r:id="rId57"/>
      <p:boldItalic r:id="rId58"/>
    </p:embeddedFont>
    <p:embeddedFont>
      <p:font typeface="Roboto Light"/>
      <p:regular r:id="rId59"/>
      <p:bold r:id="rId60"/>
      <p:italic r:id="rId61"/>
      <p:boldItalic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92">
          <p15:clr>
            <a:srgbClr val="747775"/>
          </p15:clr>
        </p15:guide>
        <p15:guide id="2" orient="horz" pos="2137">
          <p15:clr>
            <a:srgbClr val="747775"/>
          </p15:clr>
        </p15:guide>
      </p15:sldGuideLst>
    </p:ext>
    <p:ext uri="GoogleSlidesCustomDataVersion2">
      <go:slidesCustomData xmlns:go="http://customooxmlschemas.google.com/" r:id="rId63" roundtripDataSignature="AMtx7mgmcBiS/yYd6mrx+dt7NGsuL1t4h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92" orient="horz"/>
        <p:guide pos="2137"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RobotoLight-boldItalic.fntdata"/><Relationship Id="rId61" Type="http://schemas.openxmlformats.org/officeDocument/2006/relationships/font" Target="fonts/RobotoLight-italic.fntdata"/><Relationship Id="rId20" Type="http://schemas.openxmlformats.org/officeDocument/2006/relationships/slide" Target="slides/slide15.xml"/><Relationship Id="rId63" Type="http://customschemas.google.com/relationships/presentationmetadata" Target="meta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RobotoLight-bold.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regular.fntdata"/><Relationship Id="rId50" Type="http://schemas.openxmlformats.org/officeDocument/2006/relationships/slide" Target="slides/slide45.xml"/><Relationship Id="rId53" Type="http://schemas.openxmlformats.org/officeDocument/2006/relationships/font" Target="fonts/Roboto-italic.fntdata"/><Relationship Id="rId52" Type="http://schemas.openxmlformats.org/officeDocument/2006/relationships/font" Target="fonts/Roboto-bold.fntdata"/><Relationship Id="rId11" Type="http://schemas.openxmlformats.org/officeDocument/2006/relationships/slide" Target="slides/slide6.xml"/><Relationship Id="rId55" Type="http://schemas.openxmlformats.org/officeDocument/2006/relationships/font" Target="fonts/RobotoMedium-regular.fntdata"/><Relationship Id="rId10" Type="http://schemas.openxmlformats.org/officeDocument/2006/relationships/slide" Target="slides/slide5.xml"/><Relationship Id="rId54" Type="http://schemas.openxmlformats.org/officeDocument/2006/relationships/font" Target="fonts/Roboto-boldItalic.fntdata"/><Relationship Id="rId13" Type="http://schemas.openxmlformats.org/officeDocument/2006/relationships/slide" Target="slides/slide8.xml"/><Relationship Id="rId57" Type="http://schemas.openxmlformats.org/officeDocument/2006/relationships/font" Target="fonts/RobotoMedium-italic.fntdata"/><Relationship Id="rId12" Type="http://schemas.openxmlformats.org/officeDocument/2006/relationships/slide" Target="slides/slide7.xml"/><Relationship Id="rId56" Type="http://schemas.openxmlformats.org/officeDocument/2006/relationships/font" Target="fonts/RobotoMedium-bold.fntdata"/><Relationship Id="rId15" Type="http://schemas.openxmlformats.org/officeDocument/2006/relationships/slide" Target="slides/slide10.xml"/><Relationship Id="rId59" Type="http://schemas.openxmlformats.org/officeDocument/2006/relationships/font" Target="fonts/RobotoLight-regular.fntdata"/><Relationship Id="rId14" Type="http://schemas.openxmlformats.org/officeDocument/2006/relationships/slide" Target="slides/slide9.xml"/><Relationship Id="rId58" Type="http://schemas.openxmlformats.org/officeDocument/2006/relationships/font" Target="fonts/RobotoMedium-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7" name="Google Shape;367;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4" name="Google Shape;37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2eeeac1e158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8" name="Google Shape;388;g2eeeac1e158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4" name="Google Shape;39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1" name="Google Shape;42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2eeeac1e158_0_1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2" name="Google Shape;442;g2eeeac1e158_0_14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9" name="Google Shape;44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4" name="Google Shape;45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0" name="Google Shape;48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7" name="Google Shape;48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2eeeac1e158_0_24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2" name="Google Shape;492;g2eeeac1e158_0_24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2eeeac1e158_0_4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6" name="Google Shape;496;g2eeeac1e158_0_4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2eeeac1e158_0_28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7" name="Google Shape;507;g2eeeac1e158_0_28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3" name="Google Shape;51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8" name="Google Shape;51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2eeeac1e158_0_28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3" name="Google Shape;523;g2eeeac1e158_0_28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2eeeac1e158_0_3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1" name="Google Shape;541;g2eeeac1e158_0_32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2eeeac1e158_0_3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6" name="Google Shape;556;g2eeeac1e158_0_32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7" name="Google Shape;577;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2" name="Google Shape;58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7" name="Google Shape;587;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2" name="Google Shape;592;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9" name="Google Shape;599;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3" name="Google Shape;603;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2eeeac1e158_0_3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5" name="Google Shape;635;g2eeeac1e158_0_32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9" name="Google Shape;639;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2eeeac1e158_0_3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3" name="Google Shape;643;g2eeeac1e158_0_32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2eeeac1e158_0_46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9" name="Google Shape;649;g2eeeac1e158_0_46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2eeeac1e158_0_46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4" name="Google Shape;654;g2eeeac1e158_0_46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2eeeac1e158_0_50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9" name="Google Shape;669;g2eeeac1e158_0_50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3" name="Google Shape;683;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3" name="Google Shape;703;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0" name="Google Shape;710;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7" name="Google Shape;717;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2" name="Google Shape;722;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9" name="Google Shape;729;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5" name="Google Shape;735;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2" name="Google Shape;742;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7" name="Google Shape;747;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4" name="Google Shape;754;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2eeeac1e158_0_50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8" name="Google Shape;758;g2eeeac1e158_0_50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2" name="Google Shape;762;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2eeeac1e158_0_50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6" name="Google Shape;766;g2eeeac1e158_0_50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g2eeeac1e158_0_55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5" name="Google Shape;795;g2eeeac1e158_0_55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g2eeeac1e158_0_55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9" name="Google Shape;799;g2eeeac1e158_0_55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 Id="rId3" Type="http://schemas.openxmlformats.org/officeDocument/2006/relationships/image" Target="../media/image14.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 Id="rId3" Type="http://schemas.openxmlformats.org/officeDocument/2006/relationships/image" Target="../media/image1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22.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21.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25.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2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 Id="rId3" Type="http://schemas.openxmlformats.org/officeDocument/2006/relationships/image" Target="../media/image14.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 Id="rId3" Type="http://schemas.openxmlformats.org/officeDocument/2006/relationships/image" Target="../media/image22.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4.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6.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38.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Headings + Body text">
  <p:cSld name="CUSTOM_11_1_1">
    <p:spTree>
      <p:nvGrpSpPr>
        <p:cNvPr id="9" name="Shape 9"/>
        <p:cNvGrpSpPr/>
        <p:nvPr/>
      </p:nvGrpSpPr>
      <p:grpSpPr>
        <a:xfrm>
          <a:off x="0" y="0"/>
          <a:ext cx="0" cy="0"/>
          <a:chOff x="0" y="0"/>
          <a:chExt cx="0" cy="0"/>
        </a:xfrm>
      </p:grpSpPr>
      <p:sp>
        <p:nvSpPr>
          <p:cNvPr id="10" name="Google Shape;10;g2ebb70c520e_0_358"/>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1" name="Google Shape;11;g2ebb70c520e_0_358"/>
          <p:cNvSpPr txBox="1"/>
          <p:nvPr>
            <p:ph idx="1" type="subTitle"/>
          </p:nvPr>
        </p:nvSpPr>
        <p:spPr>
          <a:xfrm>
            <a:off x="457200" y="548650"/>
            <a:ext cx="82236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12" name="Google Shape;12;g2ebb70c520e_0_358"/>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Right image layout">
  <p:cSld name="CUSTOM_6">
    <p:spTree>
      <p:nvGrpSpPr>
        <p:cNvPr id="13" name="Shape 13"/>
        <p:cNvGrpSpPr/>
        <p:nvPr/>
      </p:nvGrpSpPr>
      <p:grpSpPr>
        <a:xfrm>
          <a:off x="0" y="0"/>
          <a:ext cx="0" cy="0"/>
          <a:chOff x="0" y="0"/>
          <a:chExt cx="0" cy="0"/>
        </a:xfrm>
      </p:grpSpPr>
      <p:sp>
        <p:nvSpPr>
          <p:cNvPr id="14" name="Google Shape;14;g2ebb70c520e_0_362"/>
          <p:cNvSpPr/>
          <p:nvPr>
            <p:ph idx="2" type="pic"/>
          </p:nvPr>
        </p:nvSpPr>
        <p:spPr>
          <a:xfrm>
            <a:off x="5943725" y="150"/>
            <a:ext cx="3200100" cy="5143500"/>
          </a:xfrm>
          <a:prstGeom prst="rect">
            <a:avLst/>
          </a:prstGeom>
          <a:noFill/>
          <a:ln>
            <a:noFill/>
          </a:ln>
        </p:spPr>
      </p:sp>
      <p:sp>
        <p:nvSpPr>
          <p:cNvPr id="15" name="Google Shape;15;g2ebb70c520e_0_362"/>
          <p:cNvSpPr txBox="1"/>
          <p:nvPr>
            <p:ph type="title"/>
          </p:nvPr>
        </p:nvSpPr>
        <p:spPr>
          <a:xfrm>
            <a:off x="457200" y="146300"/>
            <a:ext cx="5486400" cy="3657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g2ebb70c520e_0_362"/>
          <p:cNvSpPr txBox="1"/>
          <p:nvPr>
            <p:ph idx="1" type="subTitle"/>
          </p:nvPr>
        </p:nvSpPr>
        <p:spPr>
          <a:xfrm>
            <a:off x="461220" y="548650"/>
            <a:ext cx="5482500" cy="274200"/>
          </a:xfrm>
          <a:prstGeom prst="rect">
            <a:avLst/>
          </a:prstGeom>
          <a:noFill/>
          <a:ln>
            <a:noFill/>
          </a:ln>
        </p:spPr>
        <p:txBody>
          <a:bodyPr anchorCtr="0" anchor="t" bIns="0" lIns="0" spcFirstLastPara="1" rIns="91425"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17" name="Google Shape;17;g2ebb70c520e_0_362"/>
          <p:cNvSpPr txBox="1"/>
          <p:nvPr>
            <p:ph idx="3" type="body"/>
          </p:nvPr>
        </p:nvSpPr>
        <p:spPr>
          <a:xfrm>
            <a:off x="457200" y="1063525"/>
            <a:ext cx="50292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With right text layout">
  <p:cSld name="CUSTOM_3_2">
    <p:spTree>
      <p:nvGrpSpPr>
        <p:cNvPr id="18" name="Shape 18"/>
        <p:cNvGrpSpPr/>
        <p:nvPr/>
      </p:nvGrpSpPr>
      <p:grpSpPr>
        <a:xfrm>
          <a:off x="0" y="0"/>
          <a:ext cx="0" cy="0"/>
          <a:chOff x="0" y="0"/>
          <a:chExt cx="0" cy="0"/>
        </a:xfrm>
      </p:grpSpPr>
      <p:sp>
        <p:nvSpPr>
          <p:cNvPr id="19" name="Google Shape;19;g2ebb70c520e_0_367"/>
          <p:cNvSpPr/>
          <p:nvPr/>
        </p:nvSpPr>
        <p:spPr>
          <a:xfrm>
            <a:off x="5943650" y="0"/>
            <a:ext cx="3196500" cy="51435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g2ebb70c520e_0_367"/>
          <p:cNvSpPr txBox="1"/>
          <p:nvPr>
            <p:ph type="title"/>
          </p:nvPr>
        </p:nvSpPr>
        <p:spPr>
          <a:xfrm>
            <a:off x="6400800" y="725688"/>
            <a:ext cx="2286000" cy="6633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2"/>
              </a:buClr>
              <a:buSzPts val="1800"/>
              <a:buNone/>
              <a:defRPr b="1" sz="1800">
                <a:solidFill>
                  <a:schemeClr val="dk2"/>
                </a:solidFill>
              </a:defRPr>
            </a:lvl1pPr>
            <a:lvl2pPr lvl="1"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2pPr>
            <a:lvl3pPr lvl="2"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3pPr>
            <a:lvl4pPr lvl="3"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4pPr>
            <a:lvl5pPr lvl="4"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5pPr>
            <a:lvl6pPr lvl="5"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6pPr>
            <a:lvl7pPr lvl="6"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7pPr>
            <a:lvl8pPr lvl="7"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8pPr>
            <a:lvl9pPr lvl="8"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9pPr>
          </a:lstStyle>
          <a:p/>
        </p:txBody>
      </p:sp>
      <p:sp>
        <p:nvSpPr>
          <p:cNvPr id="21" name="Google Shape;21;g2ebb70c520e_0_367"/>
          <p:cNvSpPr txBox="1"/>
          <p:nvPr>
            <p:ph idx="1" type="subTitle"/>
          </p:nvPr>
        </p:nvSpPr>
        <p:spPr>
          <a:xfrm>
            <a:off x="6400800" y="1600088"/>
            <a:ext cx="2349300" cy="2997600"/>
          </a:xfrm>
          <a:prstGeom prst="rect">
            <a:avLst/>
          </a:prstGeom>
          <a:noFill/>
          <a:ln>
            <a:noFill/>
          </a:ln>
        </p:spPr>
        <p:txBody>
          <a:bodyPr anchorCtr="0" anchor="t" bIns="91425" lIns="0" spcFirstLastPara="1" rIns="91425" wrap="square" tIns="0">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a:solidFill>
                  <a:schemeClr val="dk2"/>
                </a:solidFill>
              </a:defRPr>
            </a:lvl2pPr>
            <a:lvl3pPr lvl="2" rtl="0" algn="l">
              <a:lnSpc>
                <a:spcPct val="115000"/>
              </a:lnSpc>
              <a:spcBef>
                <a:spcPts val="0"/>
              </a:spcBef>
              <a:spcAft>
                <a:spcPts val="0"/>
              </a:spcAft>
              <a:buClr>
                <a:schemeClr val="dk2"/>
              </a:buClr>
              <a:buSzPts val="1800"/>
              <a:buNone/>
              <a:defRPr>
                <a:solidFill>
                  <a:schemeClr val="dk2"/>
                </a:solidFill>
              </a:defRPr>
            </a:lvl3pPr>
            <a:lvl4pPr lvl="3" rtl="0" algn="l">
              <a:lnSpc>
                <a:spcPct val="115000"/>
              </a:lnSpc>
              <a:spcBef>
                <a:spcPts val="0"/>
              </a:spcBef>
              <a:spcAft>
                <a:spcPts val="0"/>
              </a:spcAft>
              <a:buClr>
                <a:schemeClr val="dk2"/>
              </a:buClr>
              <a:buSzPts val="1800"/>
              <a:buNone/>
              <a:defRPr>
                <a:solidFill>
                  <a:schemeClr val="dk2"/>
                </a:solidFill>
              </a:defRPr>
            </a:lvl4pPr>
            <a:lvl5pPr lvl="4" rtl="0" algn="l">
              <a:lnSpc>
                <a:spcPct val="115000"/>
              </a:lnSpc>
              <a:spcBef>
                <a:spcPts val="0"/>
              </a:spcBef>
              <a:spcAft>
                <a:spcPts val="0"/>
              </a:spcAft>
              <a:buClr>
                <a:schemeClr val="dk2"/>
              </a:buClr>
              <a:buSzPts val="1800"/>
              <a:buNone/>
              <a:defRPr>
                <a:solidFill>
                  <a:schemeClr val="dk2"/>
                </a:solidFill>
              </a:defRPr>
            </a:lvl5pPr>
            <a:lvl6pPr lvl="5" rtl="0" algn="l">
              <a:lnSpc>
                <a:spcPct val="115000"/>
              </a:lnSpc>
              <a:spcBef>
                <a:spcPts val="0"/>
              </a:spcBef>
              <a:spcAft>
                <a:spcPts val="0"/>
              </a:spcAft>
              <a:buClr>
                <a:schemeClr val="dk2"/>
              </a:buClr>
              <a:buSzPts val="1800"/>
              <a:buNone/>
              <a:defRPr>
                <a:solidFill>
                  <a:schemeClr val="dk2"/>
                </a:solidFill>
              </a:defRPr>
            </a:lvl6pPr>
            <a:lvl7pPr lvl="6" rtl="0" algn="l">
              <a:lnSpc>
                <a:spcPct val="115000"/>
              </a:lnSpc>
              <a:spcBef>
                <a:spcPts val="0"/>
              </a:spcBef>
              <a:spcAft>
                <a:spcPts val="0"/>
              </a:spcAft>
              <a:buClr>
                <a:schemeClr val="dk2"/>
              </a:buClr>
              <a:buSzPts val="1800"/>
              <a:buNone/>
              <a:defRPr>
                <a:solidFill>
                  <a:schemeClr val="dk2"/>
                </a:solidFill>
              </a:defRPr>
            </a:lvl7pPr>
            <a:lvl8pPr lvl="7" rtl="0" algn="l">
              <a:lnSpc>
                <a:spcPct val="115000"/>
              </a:lnSpc>
              <a:spcBef>
                <a:spcPts val="0"/>
              </a:spcBef>
              <a:spcAft>
                <a:spcPts val="0"/>
              </a:spcAft>
              <a:buClr>
                <a:schemeClr val="dk2"/>
              </a:buClr>
              <a:buSzPts val="1800"/>
              <a:buNone/>
              <a:defRPr>
                <a:solidFill>
                  <a:schemeClr val="dk2"/>
                </a:solidFill>
              </a:defRPr>
            </a:lvl8pPr>
            <a:lvl9pPr lvl="8" rtl="0" algn="l">
              <a:lnSpc>
                <a:spcPct val="115000"/>
              </a:lnSpc>
              <a:spcBef>
                <a:spcPts val="0"/>
              </a:spcBef>
              <a:spcAft>
                <a:spcPts val="0"/>
              </a:spcAft>
              <a:buClr>
                <a:schemeClr val="dk2"/>
              </a:buClr>
              <a:buSzPts val="1800"/>
              <a:buNone/>
              <a:defRPr>
                <a:solidFill>
                  <a:schemeClr val="dk2"/>
                </a:solidFill>
              </a:defRPr>
            </a:lvl9pPr>
          </a:lstStyle>
          <a:p/>
        </p:txBody>
      </p:sp>
      <p:sp>
        <p:nvSpPr>
          <p:cNvPr id="22" name="Google Shape;22;g2ebb70c520e_0_367"/>
          <p:cNvSpPr txBox="1"/>
          <p:nvPr>
            <p:ph idx="2" type="body"/>
          </p:nvPr>
        </p:nvSpPr>
        <p:spPr>
          <a:xfrm>
            <a:off x="457200" y="1063525"/>
            <a:ext cx="50292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
        <p:nvSpPr>
          <p:cNvPr id="23" name="Google Shape;23;g2ebb70c520e_0_367"/>
          <p:cNvSpPr txBox="1"/>
          <p:nvPr>
            <p:ph idx="3" type="subTitle"/>
          </p:nvPr>
        </p:nvSpPr>
        <p:spPr>
          <a:xfrm>
            <a:off x="461220" y="548650"/>
            <a:ext cx="5482500" cy="274200"/>
          </a:xfrm>
          <a:prstGeom prst="rect">
            <a:avLst/>
          </a:prstGeom>
          <a:noFill/>
          <a:ln>
            <a:noFill/>
          </a:ln>
        </p:spPr>
        <p:txBody>
          <a:bodyPr anchorCtr="0" anchor="t" bIns="0" lIns="0" spcFirstLastPara="1" rIns="91425"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24" name="Google Shape;24;g2ebb70c520e_0_367"/>
          <p:cNvSpPr txBox="1"/>
          <p:nvPr>
            <p:ph idx="4" type="title"/>
          </p:nvPr>
        </p:nvSpPr>
        <p:spPr>
          <a:xfrm>
            <a:off x="457200" y="146300"/>
            <a:ext cx="54864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With image insert">
  <p:cSld name="CUSTOM_8">
    <p:spTree>
      <p:nvGrpSpPr>
        <p:cNvPr id="25" name="Shape 25"/>
        <p:cNvGrpSpPr/>
        <p:nvPr/>
      </p:nvGrpSpPr>
      <p:grpSpPr>
        <a:xfrm>
          <a:off x="0" y="0"/>
          <a:ext cx="0" cy="0"/>
          <a:chOff x="0" y="0"/>
          <a:chExt cx="0" cy="0"/>
        </a:xfrm>
      </p:grpSpPr>
      <p:cxnSp>
        <p:nvCxnSpPr>
          <p:cNvPr id="26" name="Google Shape;26;g2ebb70c520e_0_374"/>
          <p:cNvCxnSpPr/>
          <p:nvPr/>
        </p:nvCxnSpPr>
        <p:spPr>
          <a:xfrm rot="10800000">
            <a:off x="3453900" y="1729748"/>
            <a:ext cx="585300" cy="0"/>
          </a:xfrm>
          <a:prstGeom prst="straightConnector1">
            <a:avLst/>
          </a:prstGeom>
          <a:noFill/>
          <a:ln cap="rnd" cmpd="sng" w="9525">
            <a:solidFill>
              <a:srgbClr val="2E5E73"/>
            </a:solidFill>
            <a:prstDash val="solid"/>
            <a:round/>
            <a:headEnd len="sm" w="sm" type="none"/>
            <a:tailEnd len="med" w="med" type="oval"/>
          </a:ln>
        </p:spPr>
      </p:cxnSp>
      <p:cxnSp>
        <p:nvCxnSpPr>
          <p:cNvPr id="27" name="Google Shape;27;g2ebb70c520e_0_374"/>
          <p:cNvCxnSpPr/>
          <p:nvPr/>
        </p:nvCxnSpPr>
        <p:spPr>
          <a:xfrm rot="10800000">
            <a:off x="3453900" y="3524825"/>
            <a:ext cx="585300" cy="0"/>
          </a:xfrm>
          <a:prstGeom prst="straightConnector1">
            <a:avLst/>
          </a:prstGeom>
          <a:noFill/>
          <a:ln cap="rnd" cmpd="sng" w="9525">
            <a:solidFill>
              <a:srgbClr val="2E5E73"/>
            </a:solidFill>
            <a:prstDash val="solid"/>
            <a:round/>
            <a:headEnd len="sm" w="sm" type="none"/>
            <a:tailEnd len="med" w="med" type="oval"/>
          </a:ln>
        </p:spPr>
      </p:cxnSp>
      <p:sp>
        <p:nvSpPr>
          <p:cNvPr id="28" name="Google Shape;28;g2ebb70c520e_0_374"/>
          <p:cNvSpPr/>
          <p:nvPr>
            <p:ph idx="2" type="pic"/>
          </p:nvPr>
        </p:nvSpPr>
        <p:spPr>
          <a:xfrm>
            <a:off x="3657600" y="1371600"/>
            <a:ext cx="5029200" cy="2742300"/>
          </a:xfrm>
          <a:prstGeom prst="rect">
            <a:avLst/>
          </a:prstGeom>
          <a:noFill/>
          <a:ln>
            <a:noFill/>
          </a:ln>
          <a:effectLst>
            <a:outerShdw blurRad="57150" rotWithShape="0" algn="bl" dir="5400000" dist="19050">
              <a:srgbClr val="000000">
                <a:alpha val="49803"/>
              </a:srgbClr>
            </a:outerShdw>
          </a:effectLst>
        </p:spPr>
      </p:sp>
      <p:sp>
        <p:nvSpPr>
          <p:cNvPr id="29" name="Google Shape;29;g2ebb70c520e_0_374"/>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g2ebb70c520e_0_374"/>
          <p:cNvSpPr txBox="1"/>
          <p:nvPr>
            <p:ph idx="1" type="subTitle"/>
          </p:nvPr>
        </p:nvSpPr>
        <p:spPr>
          <a:xfrm>
            <a:off x="463231" y="548650"/>
            <a:ext cx="8223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31" name="Google Shape;31;g2ebb70c520e_0_374"/>
          <p:cNvSpPr txBox="1"/>
          <p:nvPr>
            <p:ph idx="3" type="body"/>
          </p:nvPr>
        </p:nvSpPr>
        <p:spPr>
          <a:xfrm>
            <a:off x="457200" y="1592650"/>
            <a:ext cx="3013200" cy="1155600"/>
          </a:xfrm>
          <a:prstGeom prst="rect">
            <a:avLst/>
          </a:prstGeom>
          <a:noFill/>
          <a:ln>
            <a:noFill/>
          </a:ln>
        </p:spPr>
        <p:txBody>
          <a:bodyPr anchorCtr="0" anchor="t" bIns="0" lIns="0" spcFirstLastPara="1" rIns="91425" wrap="square" tIns="0">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2" name="Google Shape;32;g2ebb70c520e_0_374"/>
          <p:cNvSpPr txBox="1"/>
          <p:nvPr>
            <p:ph idx="4" type="body"/>
          </p:nvPr>
        </p:nvSpPr>
        <p:spPr>
          <a:xfrm>
            <a:off x="457200" y="3413275"/>
            <a:ext cx="3013200" cy="1155600"/>
          </a:xfrm>
          <a:prstGeom prst="rect">
            <a:avLst/>
          </a:prstGeom>
          <a:noFill/>
          <a:ln>
            <a:noFill/>
          </a:ln>
        </p:spPr>
        <p:txBody>
          <a:bodyPr anchorCtr="0" anchor="t" bIns="0" lIns="0" spcFirstLastPara="1" rIns="91425" wrap="square" tIns="0">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Left image layout">
  <p:cSld name="CUSTOM_7_2">
    <p:spTree>
      <p:nvGrpSpPr>
        <p:cNvPr id="33" name="Shape 33"/>
        <p:cNvGrpSpPr/>
        <p:nvPr/>
      </p:nvGrpSpPr>
      <p:grpSpPr>
        <a:xfrm>
          <a:off x="0" y="0"/>
          <a:ext cx="0" cy="0"/>
          <a:chOff x="0" y="0"/>
          <a:chExt cx="0" cy="0"/>
        </a:xfrm>
      </p:grpSpPr>
      <p:sp>
        <p:nvSpPr>
          <p:cNvPr id="34" name="Google Shape;34;g2ebb70c520e_0_382"/>
          <p:cNvSpPr/>
          <p:nvPr>
            <p:ph idx="2" type="pic"/>
          </p:nvPr>
        </p:nvSpPr>
        <p:spPr>
          <a:xfrm>
            <a:off x="0" y="150"/>
            <a:ext cx="3220500" cy="5143500"/>
          </a:xfrm>
          <a:prstGeom prst="rect">
            <a:avLst/>
          </a:prstGeom>
          <a:noFill/>
          <a:ln>
            <a:noFill/>
          </a:ln>
        </p:spPr>
      </p:sp>
      <p:sp>
        <p:nvSpPr>
          <p:cNvPr id="35" name="Google Shape;35;g2ebb70c520e_0_382"/>
          <p:cNvSpPr txBox="1"/>
          <p:nvPr>
            <p:ph idx="1" type="body"/>
          </p:nvPr>
        </p:nvSpPr>
        <p:spPr>
          <a:xfrm>
            <a:off x="3657600" y="1054550"/>
            <a:ext cx="5025600" cy="34533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
        <p:nvSpPr>
          <p:cNvPr id="36" name="Google Shape;36;g2ebb70c520e_0_382"/>
          <p:cNvSpPr txBox="1"/>
          <p:nvPr>
            <p:ph type="title"/>
          </p:nvPr>
        </p:nvSpPr>
        <p:spPr>
          <a:xfrm>
            <a:off x="3657601" y="146300"/>
            <a:ext cx="50292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7" name="Google Shape;37;g2ebb70c520e_0_382"/>
          <p:cNvSpPr txBox="1"/>
          <p:nvPr>
            <p:ph idx="3" type="subTitle"/>
          </p:nvPr>
        </p:nvSpPr>
        <p:spPr>
          <a:xfrm>
            <a:off x="3661286" y="548650"/>
            <a:ext cx="50256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 + Subheading blank">
  <p:cSld name="CUSTOM_21_2_1">
    <p:spTree>
      <p:nvGrpSpPr>
        <p:cNvPr id="38" name="Shape 38"/>
        <p:cNvGrpSpPr/>
        <p:nvPr/>
      </p:nvGrpSpPr>
      <p:grpSpPr>
        <a:xfrm>
          <a:off x="0" y="0"/>
          <a:ext cx="0" cy="0"/>
          <a:chOff x="0" y="0"/>
          <a:chExt cx="0" cy="0"/>
        </a:xfrm>
      </p:grpSpPr>
      <p:cxnSp>
        <p:nvCxnSpPr>
          <p:cNvPr id="39" name="Google Shape;39;g2ebb70c520e_0_387"/>
          <p:cNvCxnSpPr/>
          <p:nvPr/>
        </p:nvCxnSpPr>
        <p:spPr>
          <a:xfrm>
            <a:off x="-9375" y="929900"/>
            <a:ext cx="7346700" cy="0"/>
          </a:xfrm>
          <a:prstGeom prst="straightConnector1">
            <a:avLst/>
          </a:prstGeom>
          <a:noFill/>
          <a:ln cap="flat" cmpd="sng" w="19050">
            <a:solidFill>
              <a:schemeClr val="dk2"/>
            </a:solidFill>
            <a:prstDash val="solid"/>
            <a:round/>
            <a:headEnd len="sm" w="sm" type="none"/>
            <a:tailEnd len="med" w="med" type="oval"/>
          </a:ln>
        </p:spPr>
      </p:cxnSp>
      <p:sp>
        <p:nvSpPr>
          <p:cNvPr id="40" name="Google Shape;40;g2ebb70c520e_0_387"/>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g2ebb70c520e_0_387"/>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2" name="Google Shape;42;g2ebb70c520e_0_387"/>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43" name="Google Shape;43;g2ebb70c520e_0_387"/>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 line (with bullets)">
  <p:cSld name="CUSTOM_21_1">
    <p:spTree>
      <p:nvGrpSpPr>
        <p:cNvPr id="44" name="Shape 44"/>
        <p:cNvGrpSpPr/>
        <p:nvPr/>
      </p:nvGrpSpPr>
      <p:grpSpPr>
        <a:xfrm>
          <a:off x="0" y="0"/>
          <a:ext cx="0" cy="0"/>
          <a:chOff x="0" y="0"/>
          <a:chExt cx="0" cy="0"/>
        </a:xfrm>
      </p:grpSpPr>
      <p:cxnSp>
        <p:nvCxnSpPr>
          <p:cNvPr id="45" name="Google Shape;45;g2ebb70c520e_0_393"/>
          <p:cNvCxnSpPr/>
          <p:nvPr/>
        </p:nvCxnSpPr>
        <p:spPr>
          <a:xfrm>
            <a:off x="-9375" y="929900"/>
            <a:ext cx="7346700" cy="0"/>
          </a:xfrm>
          <a:prstGeom prst="straightConnector1">
            <a:avLst/>
          </a:prstGeom>
          <a:noFill/>
          <a:ln cap="flat" cmpd="sng" w="19050">
            <a:solidFill>
              <a:srgbClr val="2E5E73"/>
            </a:solidFill>
            <a:prstDash val="solid"/>
            <a:round/>
            <a:headEnd len="sm" w="sm" type="none"/>
            <a:tailEnd len="med" w="med" type="oval"/>
          </a:ln>
        </p:spPr>
      </p:cxnSp>
      <p:sp>
        <p:nvSpPr>
          <p:cNvPr id="46" name="Google Shape;46;g2ebb70c520e_0_393"/>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g2ebb70c520e_0_393"/>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g2ebb70c520e_0_393"/>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g2ebb70c520e_0_393"/>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g2ebb70c520e_0_393"/>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g2ebb70c520e_0_393"/>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52" name="Google Shape;52;g2ebb70c520e_0_393"/>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53" name="Google Shape;53;g2ebb70c520e_0_393"/>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54" name="Google Shape;54;g2ebb70c520e_0_393"/>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55" name="Google Shape;55;g2ebb70c520e_0_393"/>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56" name="Google Shape;56;g2ebb70c520e_0_393"/>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g2ebb70c520e_0_393"/>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58" name="Google Shape;58;g2ebb70c520e_0_393"/>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59" name="Google Shape;59;g2ebb70c520e_0_393"/>
          <p:cNvSpPr txBox="1"/>
          <p:nvPr>
            <p:ph idx="2" type="body"/>
          </p:nvPr>
        </p:nvSpPr>
        <p:spPr>
          <a:xfrm>
            <a:off x="914400" y="1188750"/>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0" name="Google Shape;60;g2ebb70c520e_0_393"/>
          <p:cNvSpPr txBox="1"/>
          <p:nvPr>
            <p:ph idx="3" type="body"/>
          </p:nvPr>
        </p:nvSpPr>
        <p:spPr>
          <a:xfrm>
            <a:off x="914400" y="1874287"/>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1" name="Google Shape;61;g2ebb70c520e_0_393"/>
          <p:cNvSpPr txBox="1"/>
          <p:nvPr>
            <p:ph idx="4" type="body"/>
          </p:nvPr>
        </p:nvSpPr>
        <p:spPr>
          <a:xfrm>
            <a:off x="914400" y="2559823"/>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2" name="Google Shape;62;g2ebb70c520e_0_393"/>
          <p:cNvSpPr txBox="1"/>
          <p:nvPr>
            <p:ph idx="5" type="body"/>
          </p:nvPr>
        </p:nvSpPr>
        <p:spPr>
          <a:xfrm>
            <a:off x="914400" y="3245360"/>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3" name="Google Shape;63;g2ebb70c520e_0_393"/>
          <p:cNvSpPr txBox="1"/>
          <p:nvPr>
            <p:ph idx="6" type="body"/>
          </p:nvPr>
        </p:nvSpPr>
        <p:spPr>
          <a:xfrm>
            <a:off x="914400" y="3930897"/>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out line (blank)">
  <p:cSld name="CUSTOM_21_2_1_1">
    <p:spTree>
      <p:nvGrpSpPr>
        <p:cNvPr id="64" name="Shape 64"/>
        <p:cNvGrpSpPr/>
        <p:nvPr/>
      </p:nvGrpSpPr>
      <p:grpSpPr>
        <a:xfrm>
          <a:off x="0" y="0"/>
          <a:ext cx="0" cy="0"/>
          <a:chOff x="0" y="0"/>
          <a:chExt cx="0" cy="0"/>
        </a:xfrm>
      </p:grpSpPr>
      <p:sp>
        <p:nvSpPr>
          <p:cNvPr id="65" name="Google Shape;65;g2ebb70c520e_0_413"/>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g2ebb70c520e_0_413"/>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67" name="Google Shape;67;g2ebb70c520e_0_413"/>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68" name="Google Shape;68;g2ebb70c520e_0_413"/>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out line (With bullets)">
  <p:cSld name="CUSTOM_21_1_2_1">
    <p:spTree>
      <p:nvGrpSpPr>
        <p:cNvPr id="69" name="Shape 69"/>
        <p:cNvGrpSpPr/>
        <p:nvPr/>
      </p:nvGrpSpPr>
      <p:grpSpPr>
        <a:xfrm>
          <a:off x="0" y="0"/>
          <a:ext cx="0" cy="0"/>
          <a:chOff x="0" y="0"/>
          <a:chExt cx="0" cy="0"/>
        </a:xfrm>
      </p:grpSpPr>
      <p:sp>
        <p:nvSpPr>
          <p:cNvPr id="70" name="Google Shape;70;g2ebb70c520e_0_418"/>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g2ebb70c520e_0_418"/>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g2ebb70c520e_0_418"/>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g2ebb70c520e_0_418"/>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g2ebb70c520e_0_418"/>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g2ebb70c520e_0_418"/>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6" name="Google Shape;76;g2ebb70c520e_0_418"/>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7" name="Google Shape;77;g2ebb70c520e_0_418"/>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8" name="Google Shape;78;g2ebb70c520e_0_418"/>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9" name="Google Shape;79;g2ebb70c520e_0_418"/>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80" name="Google Shape;80;g2ebb70c520e_0_418"/>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81" name="Google Shape;81;g2ebb70c520e_0_418"/>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82" name="Google Shape;82;g2ebb70c520e_0_418"/>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83" name="Google Shape;83;g2ebb70c520e_0_418"/>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84" name="Google Shape;84;g2ebb70c520e_0_418"/>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85" name="Google Shape;85;g2ebb70c520e_0_418"/>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g2ebb70c520e_0_418"/>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87" name="Google Shape;87;g2ebb70c520e_0_418"/>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Tree>
  </p:cSld>
  <p:clrMapOvr>
    <a:masterClrMapping/>
  </p:clrMapOvr>
  <p:extLst>
    <p:ext uri="{DCECCB84-F9BA-43D5-87BE-67443E8EF086}">
      <p15:sldGuideLst>
        <p15:guide id="1" pos="288">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Heading + Subheading blank">
  <p:cSld name="CUSTOM_11">
    <p:spTree>
      <p:nvGrpSpPr>
        <p:cNvPr id="88" name="Shape 88"/>
        <p:cNvGrpSpPr/>
        <p:nvPr/>
      </p:nvGrpSpPr>
      <p:grpSpPr>
        <a:xfrm>
          <a:off x="0" y="0"/>
          <a:ext cx="0" cy="0"/>
          <a:chOff x="0" y="0"/>
          <a:chExt cx="0" cy="0"/>
        </a:xfrm>
      </p:grpSpPr>
      <p:sp>
        <p:nvSpPr>
          <p:cNvPr id="89" name="Google Shape;89;g2ebb70c520e_0_437"/>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0" name="Google Shape;90;g2ebb70c520e_0_437"/>
          <p:cNvSpPr txBox="1"/>
          <p:nvPr>
            <p:ph idx="1" type="subTitle"/>
          </p:nvPr>
        </p:nvSpPr>
        <p:spPr>
          <a:xfrm>
            <a:off x="463231" y="548650"/>
            <a:ext cx="8229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Longer title" type="secHead">
  <p:cSld name="SECTION_HEADER">
    <p:bg>
      <p:bgPr>
        <a:solidFill>
          <a:schemeClr val="dk2"/>
        </a:solidFill>
      </p:bgPr>
    </p:bg>
    <p:spTree>
      <p:nvGrpSpPr>
        <p:cNvPr id="91" name="Shape 91"/>
        <p:cNvGrpSpPr/>
        <p:nvPr/>
      </p:nvGrpSpPr>
      <p:grpSpPr>
        <a:xfrm>
          <a:off x="0" y="0"/>
          <a:ext cx="0" cy="0"/>
          <a:chOff x="0" y="0"/>
          <a:chExt cx="0" cy="0"/>
        </a:xfrm>
      </p:grpSpPr>
      <p:cxnSp>
        <p:nvCxnSpPr>
          <p:cNvPr id="92" name="Google Shape;92;g2ebb70c520e_0_440"/>
          <p:cNvCxnSpPr/>
          <p:nvPr/>
        </p:nvCxnSpPr>
        <p:spPr>
          <a:xfrm>
            <a:off x="4580627" y="1618750"/>
            <a:ext cx="5175900" cy="0"/>
          </a:xfrm>
          <a:prstGeom prst="straightConnector1">
            <a:avLst/>
          </a:prstGeom>
          <a:noFill/>
          <a:ln cap="flat" cmpd="sng" w="19050">
            <a:solidFill>
              <a:srgbClr val="FFFFFF"/>
            </a:solidFill>
            <a:prstDash val="solid"/>
            <a:round/>
            <a:headEnd len="sm" w="sm" type="none"/>
            <a:tailEnd len="med" w="med" type="oval"/>
          </a:ln>
          <a:effectLst>
            <a:outerShdw blurRad="57150" rotWithShape="0" algn="bl" dir="5400000" dist="19050">
              <a:srgbClr val="000000">
                <a:alpha val="49803"/>
              </a:srgbClr>
            </a:outerShdw>
          </a:effectLst>
        </p:spPr>
      </p:cxnSp>
      <p:sp>
        <p:nvSpPr>
          <p:cNvPr id="93" name="Google Shape;93;g2ebb70c520e_0_440"/>
          <p:cNvSpPr txBox="1"/>
          <p:nvPr>
            <p:ph type="title"/>
          </p:nvPr>
        </p:nvSpPr>
        <p:spPr>
          <a:xfrm>
            <a:off x="4570700" y="1804650"/>
            <a:ext cx="4557900" cy="12159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00000"/>
              </a:lnSpc>
              <a:spcBef>
                <a:spcPts val="0"/>
              </a:spcBef>
              <a:spcAft>
                <a:spcPts val="0"/>
              </a:spcAft>
              <a:buClr>
                <a:schemeClr val="lt1"/>
              </a:buClr>
              <a:buSzPts val="4000"/>
              <a:buNone/>
              <a:defRPr b="0" sz="4000">
                <a:solidFill>
                  <a:schemeClr val="lt1"/>
                </a:solidFill>
              </a:defRPr>
            </a:lvl1pPr>
            <a:lvl2pPr lvl="1"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94" name="Google Shape;94;g2ebb70c520e_0_440"/>
          <p:cNvSpPr txBox="1"/>
          <p:nvPr>
            <p:ph idx="1" type="subTitle"/>
          </p:nvPr>
        </p:nvSpPr>
        <p:spPr>
          <a:xfrm>
            <a:off x="4572000" y="1127800"/>
            <a:ext cx="4572000" cy="1854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1pPr>
            <a:lvl2pPr lvl="1"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95" name="Google Shape;95;g2ebb70c520e_0_440"/>
          <p:cNvSpPr txBox="1"/>
          <p:nvPr>
            <p:ph idx="2" type="subTitle"/>
          </p:nvPr>
        </p:nvSpPr>
        <p:spPr>
          <a:xfrm>
            <a:off x="4572000" y="3203450"/>
            <a:ext cx="4557900" cy="2448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None/>
              <a:defRPr>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96" name="Google Shape;96;g2ebb70c520e_0_440"/>
          <p:cNvSpPr txBox="1"/>
          <p:nvPr/>
        </p:nvSpPr>
        <p:spPr>
          <a:xfrm>
            <a:off x="414900" y="4911900"/>
            <a:ext cx="5064300" cy="123000"/>
          </a:xfrm>
          <a:prstGeom prst="rect">
            <a:avLst/>
          </a:prstGeom>
          <a:noFill/>
          <a:ln>
            <a:noFill/>
          </a:ln>
        </p:spPr>
        <p:txBody>
          <a:bodyPr anchorCtr="0" anchor="t" bIns="0" lIns="274300" spcFirstLastPara="1" rIns="91425" wrap="square" tIns="0">
            <a:spAutoFit/>
          </a:bodyPr>
          <a:lstStyle/>
          <a:p>
            <a:pPr indent="0" lvl="0" marL="0" marR="0" rtl="0" algn="l">
              <a:lnSpc>
                <a:spcPct val="115000"/>
              </a:lnSpc>
              <a:spcBef>
                <a:spcPts val="0"/>
              </a:spcBef>
              <a:spcAft>
                <a:spcPts val="1600"/>
              </a:spcAft>
              <a:buClr>
                <a:srgbClr val="000000"/>
              </a:buClr>
              <a:buSzPts val="800"/>
              <a:buFont typeface="Arial"/>
              <a:buNone/>
            </a:pPr>
            <a:r>
              <a:rPr b="0" i="0" lang="en" sz="800" u="none" cap="none" strike="noStrike">
                <a:solidFill>
                  <a:srgbClr val="FFFFFF"/>
                </a:solidFill>
                <a:latin typeface="Roboto"/>
                <a:ea typeface="Roboto"/>
                <a:cs typeface="Roboto"/>
                <a:sym typeface="Roboto"/>
              </a:rPr>
              <a:t>© 2024 edX Boot Camps LLC. Confidential and Proprietary. All Rights Reserved.</a:t>
            </a:r>
            <a:endParaRPr b="0" i="0" sz="1000" u="none" cap="none" strike="noStrike">
              <a:solidFill>
                <a:srgbClr val="FFFFFF"/>
              </a:solidFill>
              <a:latin typeface="Roboto"/>
              <a:ea typeface="Roboto"/>
              <a:cs typeface="Roboto"/>
              <a:sym typeface="Roboto"/>
            </a:endParaRPr>
          </a:p>
        </p:txBody>
      </p:sp>
    </p:spTree>
  </p:cSld>
  <p:clrMapOvr>
    <a:masterClrMapping/>
  </p:clrMapOvr>
  <p:extLst>
    <p:ext uri="{DCECCB84-F9BA-43D5-87BE-67443E8EF086}">
      <p15:sldGuideLst>
        <p15:guide id="1" orient="horz" pos="3165">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Shorter title">
  <p:cSld name="SECTION_HEADER_1_1">
    <p:bg>
      <p:bgPr>
        <a:solidFill>
          <a:schemeClr val="dk2"/>
        </a:solidFill>
      </p:bgPr>
    </p:bg>
    <p:spTree>
      <p:nvGrpSpPr>
        <p:cNvPr id="97" name="Shape 97"/>
        <p:cNvGrpSpPr/>
        <p:nvPr/>
      </p:nvGrpSpPr>
      <p:grpSpPr>
        <a:xfrm>
          <a:off x="0" y="0"/>
          <a:ext cx="0" cy="0"/>
          <a:chOff x="0" y="0"/>
          <a:chExt cx="0" cy="0"/>
        </a:xfrm>
      </p:grpSpPr>
      <p:cxnSp>
        <p:nvCxnSpPr>
          <p:cNvPr id="98" name="Google Shape;98;g2ebb70c520e_0_446"/>
          <p:cNvCxnSpPr/>
          <p:nvPr/>
        </p:nvCxnSpPr>
        <p:spPr>
          <a:xfrm>
            <a:off x="4570695" y="1823650"/>
            <a:ext cx="920700" cy="0"/>
          </a:xfrm>
          <a:prstGeom prst="straightConnector1">
            <a:avLst/>
          </a:prstGeom>
          <a:noFill/>
          <a:ln cap="flat" cmpd="sng" w="19050">
            <a:solidFill>
              <a:srgbClr val="FFFFFF"/>
            </a:solidFill>
            <a:prstDash val="solid"/>
            <a:round/>
            <a:headEnd len="sm" w="sm" type="none"/>
            <a:tailEnd len="sm" w="sm" type="none"/>
          </a:ln>
          <a:effectLst>
            <a:outerShdw blurRad="57150" rotWithShape="0" algn="bl" dir="5400000" dist="19050">
              <a:srgbClr val="000000">
                <a:alpha val="49803"/>
              </a:srgbClr>
            </a:outerShdw>
          </a:effectLst>
        </p:spPr>
      </p:cxnSp>
      <p:cxnSp>
        <p:nvCxnSpPr>
          <p:cNvPr id="99" name="Google Shape;99;g2ebb70c520e_0_446"/>
          <p:cNvCxnSpPr/>
          <p:nvPr/>
        </p:nvCxnSpPr>
        <p:spPr>
          <a:xfrm>
            <a:off x="4580627" y="1823550"/>
            <a:ext cx="5175900" cy="0"/>
          </a:xfrm>
          <a:prstGeom prst="straightConnector1">
            <a:avLst/>
          </a:prstGeom>
          <a:noFill/>
          <a:ln cap="flat" cmpd="sng" w="19050">
            <a:solidFill>
              <a:srgbClr val="FFFFFF"/>
            </a:solidFill>
            <a:prstDash val="solid"/>
            <a:round/>
            <a:headEnd len="sm" w="sm" type="none"/>
            <a:tailEnd len="med" w="med" type="oval"/>
          </a:ln>
          <a:effectLst>
            <a:outerShdw blurRad="57150" rotWithShape="0" algn="bl" dir="5400000" dist="19050">
              <a:srgbClr val="000000">
                <a:alpha val="49803"/>
              </a:srgbClr>
            </a:outerShdw>
          </a:effectLst>
        </p:spPr>
      </p:cxnSp>
      <p:sp>
        <p:nvSpPr>
          <p:cNvPr id="100" name="Google Shape;100;g2ebb70c520e_0_446"/>
          <p:cNvSpPr txBox="1"/>
          <p:nvPr>
            <p:ph type="title"/>
          </p:nvPr>
        </p:nvSpPr>
        <p:spPr>
          <a:xfrm>
            <a:off x="4570700" y="2028900"/>
            <a:ext cx="4557900" cy="7194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00000"/>
              </a:lnSpc>
              <a:spcBef>
                <a:spcPts val="0"/>
              </a:spcBef>
              <a:spcAft>
                <a:spcPts val="0"/>
              </a:spcAft>
              <a:buClr>
                <a:schemeClr val="lt1"/>
              </a:buClr>
              <a:buSzPts val="4000"/>
              <a:buNone/>
              <a:defRPr b="0" sz="4000">
                <a:solidFill>
                  <a:schemeClr val="lt1"/>
                </a:solidFill>
              </a:defRPr>
            </a:lvl1pPr>
            <a:lvl2pPr lvl="1"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101" name="Google Shape;101;g2ebb70c520e_0_446"/>
          <p:cNvSpPr txBox="1"/>
          <p:nvPr>
            <p:ph idx="1" type="subTitle"/>
          </p:nvPr>
        </p:nvSpPr>
        <p:spPr>
          <a:xfrm>
            <a:off x="4572000" y="1533250"/>
            <a:ext cx="4572000" cy="1809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1pPr>
            <a:lvl2pPr lvl="1"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102" name="Google Shape;102;g2ebb70c520e_0_446"/>
          <p:cNvSpPr txBox="1"/>
          <p:nvPr>
            <p:ph idx="2" type="subTitle"/>
          </p:nvPr>
        </p:nvSpPr>
        <p:spPr>
          <a:xfrm>
            <a:off x="4572000" y="2882050"/>
            <a:ext cx="4557900" cy="2448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None/>
              <a:defRPr>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103" name="Google Shape;103;g2ebb70c520e_0_446"/>
          <p:cNvSpPr txBox="1"/>
          <p:nvPr/>
        </p:nvSpPr>
        <p:spPr>
          <a:xfrm>
            <a:off x="6058325" y="3097550"/>
            <a:ext cx="3095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Roboto"/>
              <a:ea typeface="Roboto"/>
              <a:cs typeface="Roboto"/>
              <a:sym typeface="Roboto"/>
            </a:endParaRPr>
          </a:p>
        </p:txBody>
      </p:sp>
      <p:sp>
        <p:nvSpPr>
          <p:cNvPr id="104" name="Google Shape;104;g2ebb70c520e_0_446"/>
          <p:cNvSpPr txBox="1"/>
          <p:nvPr/>
        </p:nvSpPr>
        <p:spPr>
          <a:xfrm>
            <a:off x="414900" y="4911900"/>
            <a:ext cx="5064300" cy="123000"/>
          </a:xfrm>
          <a:prstGeom prst="rect">
            <a:avLst/>
          </a:prstGeom>
          <a:noFill/>
          <a:ln>
            <a:noFill/>
          </a:ln>
        </p:spPr>
        <p:txBody>
          <a:bodyPr anchorCtr="0" anchor="t" bIns="0" lIns="274300" spcFirstLastPara="1" rIns="91425" wrap="square" tIns="0">
            <a:spAutoFit/>
          </a:bodyPr>
          <a:lstStyle/>
          <a:p>
            <a:pPr indent="0" lvl="0" marL="0" marR="0" rtl="0" algn="l">
              <a:lnSpc>
                <a:spcPct val="115000"/>
              </a:lnSpc>
              <a:spcBef>
                <a:spcPts val="0"/>
              </a:spcBef>
              <a:spcAft>
                <a:spcPts val="1600"/>
              </a:spcAft>
              <a:buClr>
                <a:srgbClr val="000000"/>
              </a:buClr>
              <a:buSzPts val="800"/>
              <a:buFont typeface="Arial"/>
              <a:buNone/>
            </a:pPr>
            <a:r>
              <a:rPr b="0" i="0" lang="en" sz="800" u="none" cap="none" strike="noStrike">
                <a:solidFill>
                  <a:srgbClr val="FFFFFF"/>
                </a:solidFill>
                <a:latin typeface="Roboto"/>
                <a:ea typeface="Roboto"/>
                <a:cs typeface="Roboto"/>
                <a:sym typeface="Roboto"/>
              </a:rPr>
              <a:t>© 2024 edX Boot Camps LLC. Confidential and Proprietary. All Rights Reserved.</a:t>
            </a:r>
            <a:endParaRPr b="0" i="0" sz="10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Blank">
  <p:cSld name="CUSTOM_26_1">
    <p:bg>
      <p:bgPr>
        <a:solidFill>
          <a:schemeClr val="dk2"/>
        </a:solidFill>
      </p:bgPr>
    </p:bg>
    <p:spTree>
      <p:nvGrpSpPr>
        <p:cNvPr id="105" name="Shape 105"/>
        <p:cNvGrpSpPr/>
        <p:nvPr/>
      </p:nvGrpSpPr>
      <p:grpSpPr>
        <a:xfrm>
          <a:off x="0" y="0"/>
          <a:ext cx="0" cy="0"/>
          <a:chOff x="0" y="0"/>
          <a:chExt cx="0" cy="0"/>
        </a:xfrm>
      </p:grpSpPr>
      <p:sp>
        <p:nvSpPr>
          <p:cNvPr id="106" name="Google Shape;106;g2ebb70c520e_0_454"/>
          <p:cNvSpPr txBox="1"/>
          <p:nvPr>
            <p:ph type="title"/>
          </p:nvPr>
        </p:nvSpPr>
        <p:spPr>
          <a:xfrm>
            <a:off x="0" y="3073400"/>
            <a:ext cx="9144000" cy="6861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Clr>
                <a:schemeClr val="lt1"/>
              </a:buClr>
              <a:buSzPts val="4000"/>
              <a:buNone/>
              <a:defRPr sz="4000">
                <a:solidFill>
                  <a:schemeClr val="lt1"/>
                </a:solidFill>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107" name="Google Shape;107;g2ebb70c520e_0_454"/>
          <p:cNvSpPr/>
          <p:nvPr/>
        </p:nvSpPr>
        <p:spPr>
          <a:xfrm>
            <a:off x="36575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g2ebb70c520e_0_454"/>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Next class">
  <p:cSld name="CUSTOM_10_1_1_1_2_2_1">
    <p:bg>
      <p:bgPr>
        <a:solidFill>
          <a:schemeClr val="dk2"/>
        </a:solidFill>
      </p:bgPr>
    </p:bg>
    <p:spTree>
      <p:nvGrpSpPr>
        <p:cNvPr id="109" name="Shape 109"/>
        <p:cNvGrpSpPr/>
        <p:nvPr/>
      </p:nvGrpSpPr>
      <p:grpSpPr>
        <a:xfrm>
          <a:off x="0" y="0"/>
          <a:ext cx="0" cy="0"/>
          <a:chOff x="0" y="0"/>
          <a:chExt cx="0" cy="0"/>
        </a:xfrm>
      </p:grpSpPr>
      <p:sp>
        <p:nvSpPr>
          <p:cNvPr id="110" name="Google Shape;110;g2ebb70c520e_0_458"/>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Next </a:t>
            </a:r>
            <a:r>
              <a:rPr lang="en" sz="4000">
                <a:solidFill>
                  <a:schemeClr val="lt1"/>
                </a:solidFill>
                <a:latin typeface="Roboto"/>
                <a:ea typeface="Roboto"/>
                <a:cs typeface="Roboto"/>
                <a:sym typeface="Roboto"/>
              </a:rPr>
              <a:t>c</a:t>
            </a:r>
            <a:r>
              <a:rPr b="0" i="0" lang="en" sz="4000" u="none" cap="none" strike="noStrike">
                <a:solidFill>
                  <a:schemeClr val="lt1"/>
                </a:solidFill>
                <a:latin typeface="Roboto"/>
                <a:ea typeface="Roboto"/>
                <a:cs typeface="Roboto"/>
                <a:sym typeface="Roboto"/>
              </a:rPr>
              <a:t>lass</a:t>
            </a:r>
            <a:endParaRPr b="0" i="0" sz="4000" u="none" cap="none" strike="noStrike">
              <a:solidFill>
                <a:schemeClr val="lt1"/>
              </a:solidFill>
              <a:latin typeface="Roboto"/>
              <a:ea typeface="Roboto"/>
              <a:cs typeface="Roboto"/>
              <a:sym typeface="Roboto"/>
            </a:endParaRPr>
          </a:p>
        </p:txBody>
      </p:sp>
      <p:sp>
        <p:nvSpPr>
          <p:cNvPr id="111" name="Google Shape;111;g2ebb70c520e_0_458"/>
          <p:cNvSpPr/>
          <p:nvPr/>
        </p:nvSpPr>
        <p:spPr>
          <a:xfrm>
            <a:off x="36575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g2ebb70c520e_0_458"/>
          <p:cNvSpPr/>
          <p:nvPr/>
        </p:nvSpPr>
        <p:spPr>
          <a:xfrm>
            <a:off x="4429130" y="1541930"/>
            <a:ext cx="285844" cy="574072"/>
          </a:xfrm>
          <a:custGeom>
            <a:rect b="b" l="l" r="r" t="t"/>
            <a:pathLst>
              <a:path extrusionOk="0" fill="none" h="206130" w="102637">
                <a:moveTo>
                  <a:pt x="0" y="1"/>
                </a:moveTo>
                <a:lnTo>
                  <a:pt x="102637" y="103065"/>
                </a:lnTo>
                <a:lnTo>
                  <a:pt x="0" y="206129"/>
                </a:lnTo>
              </a:path>
            </a:pathLst>
          </a:custGeom>
          <a:solidFill>
            <a:srgbClr val="FFFFFF"/>
          </a:solid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363B"/>
              </a:solidFill>
              <a:latin typeface="Arial"/>
              <a:ea typeface="Arial"/>
              <a:cs typeface="Arial"/>
              <a:sym typeface="Arial"/>
            </a:endParaRPr>
          </a:p>
        </p:txBody>
      </p:sp>
      <p:sp>
        <p:nvSpPr>
          <p:cNvPr id="113" name="Google Shape;113;g2ebb70c520e_0_458"/>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Time to Code">
  <p:cSld name="CUSTOM_10_1_1_1_2_2_1_1">
    <p:bg>
      <p:bgPr>
        <a:solidFill>
          <a:schemeClr val="dk2"/>
        </a:solidFill>
      </p:bgPr>
    </p:bg>
    <p:spTree>
      <p:nvGrpSpPr>
        <p:cNvPr id="114" name="Shape 114"/>
        <p:cNvGrpSpPr/>
        <p:nvPr/>
      </p:nvGrpSpPr>
      <p:grpSpPr>
        <a:xfrm>
          <a:off x="0" y="0"/>
          <a:ext cx="0" cy="0"/>
          <a:chOff x="0" y="0"/>
          <a:chExt cx="0" cy="0"/>
        </a:xfrm>
      </p:grpSpPr>
      <p:sp>
        <p:nvSpPr>
          <p:cNvPr id="115" name="Google Shape;115;g2ebb70c520e_0_463"/>
          <p:cNvSpPr txBox="1"/>
          <p:nvPr/>
        </p:nvSpPr>
        <p:spPr>
          <a:xfrm>
            <a:off x="5901175" y="3977950"/>
            <a:ext cx="2785500" cy="434400"/>
          </a:xfrm>
          <a:prstGeom prst="rect">
            <a:avLst/>
          </a:prstGeom>
          <a:noFill/>
          <a:ln>
            <a:noFill/>
          </a:ln>
        </p:spPr>
        <p:txBody>
          <a:bodyPr anchorCtr="0" anchor="ctr" bIns="0" lIns="640075"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Roboto"/>
                <a:ea typeface="Roboto"/>
                <a:cs typeface="Roboto"/>
                <a:sym typeface="Roboto"/>
              </a:rPr>
              <a:t>Suggested Time:</a:t>
            </a:r>
            <a:endParaRPr b="1" i="0" sz="1800" u="none" cap="none" strike="noStrike">
              <a:solidFill>
                <a:schemeClr val="lt1"/>
              </a:solidFill>
              <a:latin typeface="Roboto"/>
              <a:ea typeface="Roboto"/>
              <a:cs typeface="Roboto"/>
              <a:sym typeface="Roboto"/>
            </a:endParaRPr>
          </a:p>
        </p:txBody>
      </p:sp>
      <p:sp>
        <p:nvSpPr>
          <p:cNvPr id="116" name="Google Shape;116;g2ebb70c520e_0_463"/>
          <p:cNvSpPr txBox="1"/>
          <p:nvPr/>
        </p:nvSpPr>
        <p:spPr>
          <a:xfrm>
            <a:off x="0" y="3086100"/>
            <a:ext cx="9144000" cy="679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 to </a:t>
            </a:r>
            <a:r>
              <a:rPr lang="en" sz="4000">
                <a:solidFill>
                  <a:schemeClr val="lt1"/>
                </a:solidFill>
                <a:latin typeface="Roboto"/>
                <a:ea typeface="Roboto"/>
                <a:cs typeface="Roboto"/>
                <a:sym typeface="Roboto"/>
              </a:rPr>
              <a:t>c</a:t>
            </a:r>
            <a:r>
              <a:rPr b="0" i="0" lang="en" sz="4000" u="none" cap="none" strike="noStrike">
                <a:solidFill>
                  <a:schemeClr val="lt1"/>
                </a:solidFill>
                <a:latin typeface="Roboto"/>
                <a:ea typeface="Roboto"/>
                <a:cs typeface="Roboto"/>
                <a:sym typeface="Roboto"/>
              </a:rPr>
              <a:t>ode</a:t>
            </a:r>
            <a:endParaRPr b="0" i="0" sz="4000" u="none" cap="none" strike="noStrike">
              <a:solidFill>
                <a:schemeClr val="lt1"/>
              </a:solidFill>
              <a:latin typeface="Roboto"/>
              <a:ea typeface="Roboto"/>
              <a:cs typeface="Roboto"/>
              <a:sym typeface="Roboto"/>
            </a:endParaRPr>
          </a:p>
        </p:txBody>
      </p:sp>
      <p:sp>
        <p:nvSpPr>
          <p:cNvPr id="117" name="Google Shape;117;g2ebb70c520e_0_463"/>
          <p:cNvSpPr/>
          <p:nvPr/>
        </p:nvSpPr>
        <p:spPr>
          <a:xfrm>
            <a:off x="36576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8" name="Google Shape;118;g2ebb70c520e_0_463"/>
          <p:cNvPicPr preferRelativeResize="0"/>
          <p:nvPr/>
        </p:nvPicPr>
        <p:blipFill rotWithShape="1">
          <a:blip r:embed="rId2">
            <a:alphaModFix/>
          </a:blip>
          <a:srcRect b="0" l="0" r="0" t="0"/>
          <a:stretch/>
        </p:blipFill>
        <p:spPr>
          <a:xfrm>
            <a:off x="3994290" y="1424853"/>
            <a:ext cx="1155368" cy="818142"/>
          </a:xfrm>
          <a:prstGeom prst="rect">
            <a:avLst/>
          </a:prstGeom>
          <a:noFill/>
          <a:ln>
            <a:noFill/>
          </a:ln>
        </p:spPr>
      </p:pic>
      <p:sp>
        <p:nvSpPr>
          <p:cNvPr id="119" name="Google Shape;119;g2ebb70c520e_0_463"/>
          <p:cNvSpPr txBox="1"/>
          <p:nvPr>
            <p:ph idx="1" type="subTitle"/>
          </p:nvPr>
        </p:nvSpPr>
        <p:spPr>
          <a:xfrm>
            <a:off x="5029200" y="4245725"/>
            <a:ext cx="3657600" cy="323100"/>
          </a:xfrm>
          <a:prstGeom prst="rect">
            <a:avLst/>
          </a:prstGeom>
          <a:noFill/>
          <a:ln>
            <a:noFill/>
          </a:ln>
        </p:spPr>
        <p:txBody>
          <a:bodyPr anchorCtr="0" anchor="t" bIns="91425" lIns="0" spcFirstLastPara="1" rIns="0" wrap="square" tIns="91425">
            <a:noAutofit/>
          </a:bodyPr>
          <a:lstStyle>
            <a:lvl1pPr lvl="0" rtl="0" algn="r">
              <a:lnSpc>
                <a:spcPct val="115000"/>
              </a:lnSpc>
              <a:spcBef>
                <a:spcPts val="0"/>
              </a:spcBef>
              <a:spcAft>
                <a:spcPts val="0"/>
              </a:spcAft>
              <a:buClr>
                <a:schemeClr val="lt1"/>
              </a:buClr>
              <a:buSzPts val="1800"/>
              <a:buNone/>
              <a:defRPr>
                <a:solidFill>
                  <a:schemeClr val="lt1"/>
                </a:solidFill>
              </a:defRPr>
            </a:lvl1pPr>
            <a:lvl2pPr lvl="1" rtl="0" algn="r">
              <a:lnSpc>
                <a:spcPct val="115000"/>
              </a:lnSpc>
              <a:spcBef>
                <a:spcPts val="0"/>
              </a:spcBef>
              <a:spcAft>
                <a:spcPts val="0"/>
              </a:spcAft>
              <a:buClr>
                <a:schemeClr val="lt1"/>
              </a:buClr>
              <a:buSzPts val="1800"/>
              <a:buNone/>
              <a:defRPr>
                <a:solidFill>
                  <a:schemeClr val="lt1"/>
                </a:solidFill>
              </a:defRPr>
            </a:lvl2pPr>
            <a:lvl3pPr lvl="2" rtl="0" algn="r">
              <a:lnSpc>
                <a:spcPct val="115000"/>
              </a:lnSpc>
              <a:spcBef>
                <a:spcPts val="0"/>
              </a:spcBef>
              <a:spcAft>
                <a:spcPts val="0"/>
              </a:spcAft>
              <a:buClr>
                <a:schemeClr val="lt1"/>
              </a:buClr>
              <a:buSzPts val="1800"/>
              <a:buNone/>
              <a:defRPr>
                <a:solidFill>
                  <a:schemeClr val="lt1"/>
                </a:solidFill>
              </a:defRPr>
            </a:lvl3pPr>
            <a:lvl4pPr lvl="3" rtl="0" algn="r">
              <a:lnSpc>
                <a:spcPct val="115000"/>
              </a:lnSpc>
              <a:spcBef>
                <a:spcPts val="0"/>
              </a:spcBef>
              <a:spcAft>
                <a:spcPts val="0"/>
              </a:spcAft>
              <a:buClr>
                <a:schemeClr val="lt1"/>
              </a:buClr>
              <a:buSzPts val="1800"/>
              <a:buNone/>
              <a:defRPr>
                <a:solidFill>
                  <a:schemeClr val="lt1"/>
                </a:solidFill>
              </a:defRPr>
            </a:lvl4pPr>
            <a:lvl5pPr lvl="4" rtl="0" algn="r">
              <a:lnSpc>
                <a:spcPct val="115000"/>
              </a:lnSpc>
              <a:spcBef>
                <a:spcPts val="0"/>
              </a:spcBef>
              <a:spcAft>
                <a:spcPts val="0"/>
              </a:spcAft>
              <a:buClr>
                <a:schemeClr val="lt1"/>
              </a:buClr>
              <a:buSzPts val="1800"/>
              <a:buNone/>
              <a:defRPr>
                <a:solidFill>
                  <a:schemeClr val="lt1"/>
                </a:solidFill>
              </a:defRPr>
            </a:lvl5pPr>
            <a:lvl6pPr lvl="5" rtl="0" algn="r">
              <a:lnSpc>
                <a:spcPct val="115000"/>
              </a:lnSpc>
              <a:spcBef>
                <a:spcPts val="0"/>
              </a:spcBef>
              <a:spcAft>
                <a:spcPts val="0"/>
              </a:spcAft>
              <a:buClr>
                <a:schemeClr val="lt1"/>
              </a:buClr>
              <a:buSzPts val="1800"/>
              <a:buNone/>
              <a:defRPr>
                <a:solidFill>
                  <a:schemeClr val="lt1"/>
                </a:solidFill>
              </a:defRPr>
            </a:lvl6pPr>
            <a:lvl7pPr lvl="6" rtl="0" algn="r">
              <a:lnSpc>
                <a:spcPct val="115000"/>
              </a:lnSpc>
              <a:spcBef>
                <a:spcPts val="0"/>
              </a:spcBef>
              <a:spcAft>
                <a:spcPts val="0"/>
              </a:spcAft>
              <a:buClr>
                <a:schemeClr val="lt1"/>
              </a:buClr>
              <a:buSzPts val="1800"/>
              <a:buNone/>
              <a:defRPr>
                <a:solidFill>
                  <a:schemeClr val="lt1"/>
                </a:solidFill>
              </a:defRPr>
            </a:lvl7pPr>
            <a:lvl8pPr lvl="7" rtl="0" algn="r">
              <a:lnSpc>
                <a:spcPct val="115000"/>
              </a:lnSpc>
              <a:spcBef>
                <a:spcPts val="0"/>
              </a:spcBef>
              <a:spcAft>
                <a:spcPts val="0"/>
              </a:spcAft>
              <a:buClr>
                <a:schemeClr val="lt1"/>
              </a:buClr>
              <a:buSzPts val="1800"/>
              <a:buNone/>
              <a:defRPr>
                <a:solidFill>
                  <a:schemeClr val="lt1"/>
                </a:solidFill>
              </a:defRPr>
            </a:lvl8pPr>
            <a:lvl9pPr lvl="8" rtl="0" algn="r">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Challenge">
  <p:cSld name="CUSTOM_10_1_1_1_2_1_1">
    <p:bg>
      <p:bgPr>
        <a:solidFill>
          <a:schemeClr val="dk2"/>
        </a:solidFill>
      </p:bgPr>
    </p:bg>
    <p:spTree>
      <p:nvGrpSpPr>
        <p:cNvPr id="120" name="Shape 120"/>
        <p:cNvGrpSpPr/>
        <p:nvPr/>
      </p:nvGrpSpPr>
      <p:grpSpPr>
        <a:xfrm>
          <a:off x="0" y="0"/>
          <a:ext cx="0" cy="0"/>
          <a:chOff x="0" y="0"/>
          <a:chExt cx="0" cy="0"/>
        </a:xfrm>
      </p:grpSpPr>
      <p:sp>
        <p:nvSpPr>
          <p:cNvPr id="121" name="Google Shape;121;g2ebb70c520e_0_469"/>
          <p:cNvSpPr txBox="1"/>
          <p:nvPr/>
        </p:nvSpPr>
        <p:spPr>
          <a:xfrm>
            <a:off x="0" y="3086100"/>
            <a:ext cx="9144000" cy="6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Challenge</a:t>
            </a:r>
            <a:endParaRPr b="0" i="0" sz="4000" u="none" cap="none" strike="noStrike">
              <a:solidFill>
                <a:schemeClr val="lt1"/>
              </a:solidFill>
              <a:latin typeface="Roboto Light"/>
              <a:ea typeface="Roboto Light"/>
              <a:cs typeface="Roboto Light"/>
              <a:sym typeface="Roboto Light"/>
            </a:endParaRPr>
          </a:p>
        </p:txBody>
      </p:sp>
      <p:sp>
        <p:nvSpPr>
          <p:cNvPr id="122" name="Google Shape;122;g2ebb70c520e_0_469"/>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123" name="Google Shape;123;g2ebb70c520e_0_469"/>
          <p:cNvSpPr/>
          <p:nvPr/>
        </p:nvSpPr>
        <p:spPr>
          <a:xfrm>
            <a:off x="3657600" y="914400"/>
            <a:ext cx="1820700" cy="1820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4" name="Google Shape;124;g2ebb70c520e_0_469"/>
          <p:cNvPicPr preferRelativeResize="0"/>
          <p:nvPr/>
        </p:nvPicPr>
        <p:blipFill rotWithShape="1">
          <a:blip r:embed="rId2">
            <a:alphaModFix/>
          </a:blip>
          <a:srcRect b="0" l="0" r="0" t="0"/>
          <a:stretch/>
        </p:blipFill>
        <p:spPr>
          <a:xfrm>
            <a:off x="3872546" y="1094559"/>
            <a:ext cx="1390807" cy="1212461"/>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Course overview">
  <p:cSld name="CUSTOM_10_1_1_1_2_1_1_1">
    <p:bg>
      <p:bgPr>
        <a:solidFill>
          <a:schemeClr val="dk2"/>
        </a:solidFill>
      </p:bgPr>
    </p:bg>
    <p:spTree>
      <p:nvGrpSpPr>
        <p:cNvPr id="125" name="Shape 125"/>
        <p:cNvGrpSpPr/>
        <p:nvPr/>
      </p:nvGrpSpPr>
      <p:grpSpPr>
        <a:xfrm>
          <a:off x="0" y="0"/>
          <a:ext cx="0" cy="0"/>
          <a:chOff x="0" y="0"/>
          <a:chExt cx="0" cy="0"/>
        </a:xfrm>
      </p:grpSpPr>
      <p:sp>
        <p:nvSpPr>
          <p:cNvPr id="126" name="Google Shape;126;g2ebb70c520e_0_474"/>
          <p:cNvSpPr txBox="1"/>
          <p:nvPr/>
        </p:nvSpPr>
        <p:spPr>
          <a:xfrm>
            <a:off x="0" y="3086100"/>
            <a:ext cx="9144000" cy="6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a:t>
            </a:r>
            <a:r>
              <a:rPr lang="en" sz="4000">
                <a:solidFill>
                  <a:schemeClr val="lt1"/>
                </a:solidFill>
                <a:latin typeface="Roboto"/>
                <a:ea typeface="Roboto"/>
                <a:cs typeface="Roboto"/>
                <a:sym typeface="Roboto"/>
              </a:rPr>
              <a:t>ourse overview</a:t>
            </a:r>
            <a:endParaRPr b="0" i="0" sz="4000" u="none" cap="none" strike="noStrike">
              <a:solidFill>
                <a:schemeClr val="lt1"/>
              </a:solidFill>
              <a:latin typeface="Roboto Light"/>
              <a:ea typeface="Roboto Light"/>
              <a:cs typeface="Roboto Light"/>
              <a:sym typeface="Roboto Light"/>
            </a:endParaRPr>
          </a:p>
        </p:txBody>
      </p:sp>
      <p:sp>
        <p:nvSpPr>
          <p:cNvPr id="127" name="Google Shape;127;g2ebb70c520e_0_474"/>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rtl="0" algn="ctr">
              <a:lnSpc>
                <a:spcPct val="115000"/>
              </a:lnSpc>
              <a:spcBef>
                <a:spcPts val="0"/>
              </a:spcBef>
              <a:spcAft>
                <a:spcPts val="0"/>
              </a:spcAft>
              <a:buClr>
                <a:schemeClr val="lt1"/>
              </a:buClr>
              <a:buSzPts val="2800"/>
              <a:buNone/>
              <a:defRPr sz="2800">
                <a:solidFill>
                  <a:schemeClr val="lt1"/>
                </a:solidFill>
              </a:defRPr>
            </a:lvl1pPr>
            <a:lvl2pPr lvl="1" rtl="0" algn="l">
              <a:lnSpc>
                <a:spcPct val="115000"/>
              </a:lnSpc>
              <a:spcBef>
                <a:spcPts val="0"/>
              </a:spcBef>
              <a:spcAft>
                <a:spcPts val="0"/>
              </a:spcAft>
              <a:buClr>
                <a:schemeClr val="lt1"/>
              </a:buClr>
              <a:buSzPts val="1800"/>
              <a:buNone/>
              <a:defRPr>
                <a:solidFill>
                  <a:schemeClr val="lt1"/>
                </a:solidFill>
              </a:defRPr>
            </a:lvl2pPr>
            <a:lvl3pPr lvl="2" rtl="0" algn="l">
              <a:lnSpc>
                <a:spcPct val="115000"/>
              </a:lnSpc>
              <a:spcBef>
                <a:spcPts val="0"/>
              </a:spcBef>
              <a:spcAft>
                <a:spcPts val="0"/>
              </a:spcAft>
              <a:buClr>
                <a:schemeClr val="lt1"/>
              </a:buClr>
              <a:buSzPts val="1800"/>
              <a:buNone/>
              <a:defRPr>
                <a:solidFill>
                  <a:schemeClr val="lt1"/>
                </a:solidFill>
              </a:defRPr>
            </a:lvl3pPr>
            <a:lvl4pPr lvl="3" rtl="0" algn="l">
              <a:lnSpc>
                <a:spcPct val="115000"/>
              </a:lnSpc>
              <a:spcBef>
                <a:spcPts val="0"/>
              </a:spcBef>
              <a:spcAft>
                <a:spcPts val="0"/>
              </a:spcAft>
              <a:buClr>
                <a:schemeClr val="lt1"/>
              </a:buClr>
              <a:buSzPts val="1800"/>
              <a:buNone/>
              <a:defRPr>
                <a:solidFill>
                  <a:schemeClr val="lt1"/>
                </a:solidFill>
              </a:defRPr>
            </a:lvl4pPr>
            <a:lvl5pPr lvl="4" rtl="0" algn="l">
              <a:lnSpc>
                <a:spcPct val="115000"/>
              </a:lnSpc>
              <a:spcBef>
                <a:spcPts val="0"/>
              </a:spcBef>
              <a:spcAft>
                <a:spcPts val="0"/>
              </a:spcAft>
              <a:buClr>
                <a:schemeClr val="lt1"/>
              </a:buClr>
              <a:buSzPts val="1800"/>
              <a:buNone/>
              <a:defRPr>
                <a:solidFill>
                  <a:schemeClr val="lt1"/>
                </a:solidFill>
              </a:defRPr>
            </a:lvl5pPr>
            <a:lvl6pPr lvl="5" rtl="0" algn="l">
              <a:lnSpc>
                <a:spcPct val="115000"/>
              </a:lnSpc>
              <a:spcBef>
                <a:spcPts val="0"/>
              </a:spcBef>
              <a:spcAft>
                <a:spcPts val="0"/>
              </a:spcAft>
              <a:buClr>
                <a:schemeClr val="lt1"/>
              </a:buClr>
              <a:buSzPts val="1800"/>
              <a:buNone/>
              <a:defRPr>
                <a:solidFill>
                  <a:schemeClr val="lt1"/>
                </a:solidFill>
              </a:defRPr>
            </a:lvl6pPr>
            <a:lvl7pPr lvl="6" rtl="0" algn="l">
              <a:lnSpc>
                <a:spcPct val="115000"/>
              </a:lnSpc>
              <a:spcBef>
                <a:spcPts val="0"/>
              </a:spcBef>
              <a:spcAft>
                <a:spcPts val="0"/>
              </a:spcAft>
              <a:buClr>
                <a:schemeClr val="lt1"/>
              </a:buClr>
              <a:buSzPts val="1800"/>
              <a:buNone/>
              <a:defRPr>
                <a:solidFill>
                  <a:schemeClr val="lt1"/>
                </a:solidFill>
              </a:defRPr>
            </a:lvl7pPr>
            <a:lvl8pPr lvl="7" rtl="0" algn="l">
              <a:lnSpc>
                <a:spcPct val="115000"/>
              </a:lnSpc>
              <a:spcBef>
                <a:spcPts val="0"/>
              </a:spcBef>
              <a:spcAft>
                <a:spcPts val="0"/>
              </a:spcAft>
              <a:buClr>
                <a:schemeClr val="lt1"/>
              </a:buClr>
              <a:buSzPts val="1800"/>
              <a:buNone/>
              <a:defRPr>
                <a:solidFill>
                  <a:schemeClr val="lt1"/>
                </a:solidFill>
              </a:defRPr>
            </a:lvl8pPr>
            <a:lvl9pPr lvl="8" rtl="0" algn="l">
              <a:lnSpc>
                <a:spcPct val="115000"/>
              </a:lnSpc>
              <a:spcBef>
                <a:spcPts val="0"/>
              </a:spcBef>
              <a:spcAft>
                <a:spcPts val="0"/>
              </a:spcAft>
              <a:buClr>
                <a:schemeClr val="lt1"/>
              </a:buClr>
              <a:buSzPts val="1800"/>
              <a:buNone/>
              <a:defRPr>
                <a:solidFill>
                  <a:schemeClr val="lt1"/>
                </a:solidFill>
              </a:defRPr>
            </a:lvl9pPr>
          </a:lstStyle>
          <a:p/>
        </p:txBody>
      </p:sp>
      <p:sp>
        <p:nvSpPr>
          <p:cNvPr id="128" name="Google Shape;128;g2ebb70c520e_0_474"/>
          <p:cNvSpPr/>
          <p:nvPr/>
        </p:nvSpPr>
        <p:spPr>
          <a:xfrm>
            <a:off x="3657600" y="914400"/>
            <a:ext cx="1820700" cy="1820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9" name="Google Shape;129;g2ebb70c520e_0_474"/>
          <p:cNvPicPr preferRelativeResize="0"/>
          <p:nvPr/>
        </p:nvPicPr>
        <p:blipFill rotWithShape="1">
          <a:blip r:embed="rId2">
            <a:alphaModFix/>
          </a:blip>
          <a:srcRect b="0" l="0" r="0" t="0"/>
          <a:stretch/>
        </p:blipFill>
        <p:spPr>
          <a:xfrm>
            <a:off x="4096605" y="1339647"/>
            <a:ext cx="950800" cy="97022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Blank slide">
  <p:cSld name="CUSTOM_26_1_1">
    <p:bg>
      <p:bgPr>
        <a:solidFill>
          <a:schemeClr val="dk2"/>
        </a:solidFill>
      </p:bgPr>
    </p:bg>
    <p:spTree>
      <p:nvGrpSpPr>
        <p:cNvPr id="130" name="Shape 130"/>
        <p:cNvGrpSpPr/>
        <p:nvPr/>
      </p:nvGrpSpPr>
      <p:grpSpPr>
        <a:xfrm>
          <a:off x="0" y="0"/>
          <a:ext cx="0" cy="0"/>
          <a:chOff x="0" y="0"/>
          <a:chExt cx="0" cy="0"/>
        </a:xfrm>
      </p:grpSpPr>
      <p:sp>
        <p:nvSpPr>
          <p:cNvPr id="131" name="Google Shape;131;g2ebb70c520e_0_479"/>
          <p:cNvSpPr txBox="1"/>
          <p:nvPr>
            <p:ph type="title"/>
          </p:nvPr>
        </p:nvSpPr>
        <p:spPr>
          <a:xfrm>
            <a:off x="0" y="3072384"/>
            <a:ext cx="9144000" cy="7047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Clr>
                <a:schemeClr val="lt1"/>
              </a:buClr>
              <a:buSzPts val="4000"/>
              <a:buNone/>
              <a:defRPr b="0" sz="4000">
                <a:solidFill>
                  <a:schemeClr val="lt1"/>
                </a:solidFill>
              </a:defRPr>
            </a:lvl1pPr>
            <a:lvl2pPr lvl="1" algn="ctr">
              <a:lnSpc>
                <a:spcPct val="100000"/>
              </a:lnSpc>
              <a:spcBef>
                <a:spcPts val="0"/>
              </a:spcBef>
              <a:spcAft>
                <a:spcPts val="0"/>
              </a:spcAft>
              <a:buClr>
                <a:schemeClr val="lt1"/>
              </a:buClr>
              <a:buSzPts val="4000"/>
              <a:buNone/>
              <a:defRPr sz="4000">
                <a:solidFill>
                  <a:schemeClr val="lt1"/>
                </a:solidFill>
              </a:defRPr>
            </a:lvl2pPr>
            <a:lvl3pPr lvl="2" algn="ctr">
              <a:lnSpc>
                <a:spcPct val="100000"/>
              </a:lnSpc>
              <a:spcBef>
                <a:spcPts val="0"/>
              </a:spcBef>
              <a:spcAft>
                <a:spcPts val="0"/>
              </a:spcAft>
              <a:buClr>
                <a:schemeClr val="lt1"/>
              </a:buClr>
              <a:buSzPts val="4000"/>
              <a:buNone/>
              <a:defRPr sz="4000">
                <a:solidFill>
                  <a:schemeClr val="lt1"/>
                </a:solidFill>
              </a:defRPr>
            </a:lvl3pPr>
            <a:lvl4pPr lvl="3" algn="ctr">
              <a:lnSpc>
                <a:spcPct val="100000"/>
              </a:lnSpc>
              <a:spcBef>
                <a:spcPts val="0"/>
              </a:spcBef>
              <a:spcAft>
                <a:spcPts val="0"/>
              </a:spcAft>
              <a:buClr>
                <a:schemeClr val="lt1"/>
              </a:buClr>
              <a:buSzPts val="4000"/>
              <a:buNone/>
              <a:defRPr sz="4000">
                <a:solidFill>
                  <a:schemeClr val="lt1"/>
                </a:solidFill>
              </a:defRPr>
            </a:lvl4pPr>
            <a:lvl5pPr lvl="4" algn="ctr">
              <a:lnSpc>
                <a:spcPct val="100000"/>
              </a:lnSpc>
              <a:spcBef>
                <a:spcPts val="0"/>
              </a:spcBef>
              <a:spcAft>
                <a:spcPts val="0"/>
              </a:spcAft>
              <a:buClr>
                <a:schemeClr val="lt1"/>
              </a:buClr>
              <a:buSzPts val="4000"/>
              <a:buNone/>
              <a:defRPr sz="4000">
                <a:solidFill>
                  <a:schemeClr val="lt1"/>
                </a:solidFill>
              </a:defRPr>
            </a:lvl5pPr>
            <a:lvl6pPr lvl="5" algn="ctr">
              <a:lnSpc>
                <a:spcPct val="100000"/>
              </a:lnSpc>
              <a:spcBef>
                <a:spcPts val="0"/>
              </a:spcBef>
              <a:spcAft>
                <a:spcPts val="0"/>
              </a:spcAft>
              <a:buClr>
                <a:schemeClr val="lt1"/>
              </a:buClr>
              <a:buSzPts val="4000"/>
              <a:buNone/>
              <a:defRPr sz="4000">
                <a:solidFill>
                  <a:schemeClr val="lt1"/>
                </a:solidFill>
              </a:defRPr>
            </a:lvl6pPr>
            <a:lvl7pPr lvl="6" algn="ctr">
              <a:lnSpc>
                <a:spcPct val="100000"/>
              </a:lnSpc>
              <a:spcBef>
                <a:spcPts val="0"/>
              </a:spcBef>
              <a:spcAft>
                <a:spcPts val="0"/>
              </a:spcAft>
              <a:buClr>
                <a:schemeClr val="lt1"/>
              </a:buClr>
              <a:buSzPts val="4000"/>
              <a:buNone/>
              <a:defRPr sz="4000">
                <a:solidFill>
                  <a:schemeClr val="lt1"/>
                </a:solidFill>
              </a:defRPr>
            </a:lvl7pPr>
            <a:lvl8pPr lvl="7" algn="ctr">
              <a:lnSpc>
                <a:spcPct val="100000"/>
              </a:lnSpc>
              <a:spcBef>
                <a:spcPts val="0"/>
              </a:spcBef>
              <a:spcAft>
                <a:spcPts val="0"/>
              </a:spcAft>
              <a:buClr>
                <a:schemeClr val="lt1"/>
              </a:buClr>
              <a:buSzPts val="4000"/>
              <a:buNone/>
              <a:defRPr sz="4000">
                <a:solidFill>
                  <a:schemeClr val="lt1"/>
                </a:solidFill>
              </a:defRPr>
            </a:lvl8pPr>
            <a:lvl9pPr lvl="8" algn="ctr">
              <a:lnSpc>
                <a:spcPct val="100000"/>
              </a:lnSpc>
              <a:spcBef>
                <a:spcPts val="0"/>
              </a:spcBef>
              <a:spcAft>
                <a:spcPts val="0"/>
              </a:spcAft>
              <a:buClr>
                <a:schemeClr val="lt1"/>
              </a:buClr>
              <a:buSzPts val="4000"/>
              <a:buNone/>
              <a:defRPr sz="4000">
                <a:solidFill>
                  <a:schemeClr val="lt1"/>
                </a:solidFill>
              </a:defRPr>
            </a:lvl9pPr>
          </a:lstStyle>
          <a:p/>
        </p:txBody>
      </p:sp>
      <p:sp>
        <p:nvSpPr>
          <p:cNvPr id="132" name="Google Shape;132;g2ebb70c520e_0_479"/>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rtl="0" algn="ctr">
              <a:lnSpc>
                <a:spcPct val="115000"/>
              </a:lnSpc>
              <a:spcBef>
                <a:spcPts val="0"/>
              </a:spcBef>
              <a:spcAft>
                <a:spcPts val="0"/>
              </a:spcAft>
              <a:buClr>
                <a:schemeClr val="lt1"/>
              </a:buClr>
              <a:buSzPts val="2800"/>
              <a:buNone/>
              <a:defRPr sz="2800">
                <a:solidFill>
                  <a:schemeClr val="lt1"/>
                </a:solidFill>
              </a:defRPr>
            </a:lvl1pPr>
            <a:lvl2pPr lvl="1" rtl="0" algn="l">
              <a:lnSpc>
                <a:spcPct val="115000"/>
              </a:lnSpc>
              <a:spcBef>
                <a:spcPts val="0"/>
              </a:spcBef>
              <a:spcAft>
                <a:spcPts val="0"/>
              </a:spcAft>
              <a:buClr>
                <a:schemeClr val="lt1"/>
              </a:buClr>
              <a:buSzPts val="1800"/>
              <a:buNone/>
              <a:defRPr>
                <a:solidFill>
                  <a:schemeClr val="lt1"/>
                </a:solidFill>
              </a:defRPr>
            </a:lvl2pPr>
            <a:lvl3pPr lvl="2" rtl="0" algn="l">
              <a:lnSpc>
                <a:spcPct val="115000"/>
              </a:lnSpc>
              <a:spcBef>
                <a:spcPts val="0"/>
              </a:spcBef>
              <a:spcAft>
                <a:spcPts val="0"/>
              </a:spcAft>
              <a:buClr>
                <a:schemeClr val="lt1"/>
              </a:buClr>
              <a:buSzPts val="1800"/>
              <a:buNone/>
              <a:defRPr>
                <a:solidFill>
                  <a:schemeClr val="lt1"/>
                </a:solidFill>
              </a:defRPr>
            </a:lvl3pPr>
            <a:lvl4pPr lvl="3" rtl="0" algn="l">
              <a:lnSpc>
                <a:spcPct val="115000"/>
              </a:lnSpc>
              <a:spcBef>
                <a:spcPts val="0"/>
              </a:spcBef>
              <a:spcAft>
                <a:spcPts val="0"/>
              </a:spcAft>
              <a:buClr>
                <a:schemeClr val="lt1"/>
              </a:buClr>
              <a:buSzPts val="1800"/>
              <a:buNone/>
              <a:defRPr>
                <a:solidFill>
                  <a:schemeClr val="lt1"/>
                </a:solidFill>
              </a:defRPr>
            </a:lvl4pPr>
            <a:lvl5pPr lvl="4" rtl="0" algn="l">
              <a:lnSpc>
                <a:spcPct val="115000"/>
              </a:lnSpc>
              <a:spcBef>
                <a:spcPts val="0"/>
              </a:spcBef>
              <a:spcAft>
                <a:spcPts val="0"/>
              </a:spcAft>
              <a:buClr>
                <a:schemeClr val="lt1"/>
              </a:buClr>
              <a:buSzPts val="1800"/>
              <a:buNone/>
              <a:defRPr>
                <a:solidFill>
                  <a:schemeClr val="lt1"/>
                </a:solidFill>
              </a:defRPr>
            </a:lvl5pPr>
            <a:lvl6pPr lvl="5" rtl="0" algn="l">
              <a:lnSpc>
                <a:spcPct val="115000"/>
              </a:lnSpc>
              <a:spcBef>
                <a:spcPts val="0"/>
              </a:spcBef>
              <a:spcAft>
                <a:spcPts val="0"/>
              </a:spcAft>
              <a:buClr>
                <a:schemeClr val="lt1"/>
              </a:buClr>
              <a:buSzPts val="1800"/>
              <a:buNone/>
              <a:defRPr>
                <a:solidFill>
                  <a:schemeClr val="lt1"/>
                </a:solidFill>
              </a:defRPr>
            </a:lvl6pPr>
            <a:lvl7pPr lvl="6" rtl="0" algn="l">
              <a:lnSpc>
                <a:spcPct val="115000"/>
              </a:lnSpc>
              <a:spcBef>
                <a:spcPts val="0"/>
              </a:spcBef>
              <a:spcAft>
                <a:spcPts val="0"/>
              </a:spcAft>
              <a:buClr>
                <a:schemeClr val="lt1"/>
              </a:buClr>
              <a:buSzPts val="1800"/>
              <a:buNone/>
              <a:defRPr>
                <a:solidFill>
                  <a:schemeClr val="lt1"/>
                </a:solidFill>
              </a:defRPr>
            </a:lvl7pPr>
            <a:lvl8pPr lvl="7" rtl="0" algn="l">
              <a:lnSpc>
                <a:spcPct val="115000"/>
              </a:lnSpc>
              <a:spcBef>
                <a:spcPts val="0"/>
              </a:spcBef>
              <a:spcAft>
                <a:spcPts val="0"/>
              </a:spcAft>
              <a:buClr>
                <a:schemeClr val="lt1"/>
              </a:buClr>
              <a:buSzPts val="1800"/>
              <a:buNone/>
              <a:defRPr>
                <a:solidFill>
                  <a:schemeClr val="lt1"/>
                </a:solidFill>
              </a:defRPr>
            </a:lvl8pPr>
            <a:lvl9pPr lvl="8" rtl="0"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Welcome page">
  <p:cSld name="CUSTOM_26_1_1_1">
    <p:bg>
      <p:bgPr>
        <a:solidFill>
          <a:schemeClr val="dk2"/>
        </a:solidFill>
      </p:bgPr>
    </p:bg>
    <p:spTree>
      <p:nvGrpSpPr>
        <p:cNvPr id="133" name="Shape 133"/>
        <p:cNvGrpSpPr/>
        <p:nvPr/>
      </p:nvGrpSpPr>
      <p:grpSpPr>
        <a:xfrm>
          <a:off x="0" y="0"/>
          <a:ext cx="0" cy="0"/>
          <a:chOff x="0" y="0"/>
          <a:chExt cx="0" cy="0"/>
        </a:xfrm>
      </p:grpSpPr>
      <p:sp>
        <p:nvSpPr>
          <p:cNvPr id="134" name="Google Shape;134;g2ebb70c520e_0_482"/>
          <p:cNvSpPr txBox="1"/>
          <p:nvPr/>
        </p:nvSpPr>
        <p:spPr>
          <a:xfrm>
            <a:off x="0" y="3073400"/>
            <a:ext cx="9144000" cy="711300"/>
          </a:xfrm>
          <a:prstGeom prst="rect">
            <a:avLst/>
          </a:prstGeom>
          <a:noFill/>
          <a:ln>
            <a:noFill/>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chemeClr val="lt1"/>
                </a:solidFill>
                <a:latin typeface="Roboto Light"/>
                <a:ea typeface="Roboto Light"/>
                <a:cs typeface="Roboto Light"/>
                <a:sym typeface="Roboto Light"/>
              </a:rPr>
              <a:t>Welcome</a:t>
            </a:r>
            <a:endParaRPr b="1" i="0" sz="4000" u="none" cap="none" strike="noStrike">
              <a:solidFill>
                <a:schemeClr val="lt1"/>
              </a:solidFill>
              <a:latin typeface="Roboto Light"/>
              <a:ea typeface="Roboto Light"/>
              <a:cs typeface="Roboto Light"/>
              <a:sym typeface="Roboto Light"/>
            </a:endParaRPr>
          </a:p>
        </p:txBody>
      </p:sp>
      <p:pic>
        <p:nvPicPr>
          <p:cNvPr id="135" name="Google Shape;135;g2ebb70c520e_0_482"/>
          <p:cNvPicPr preferRelativeResize="0"/>
          <p:nvPr/>
        </p:nvPicPr>
        <p:blipFill rotWithShape="1">
          <a:blip r:embed="rId2">
            <a:alphaModFix/>
          </a:blip>
          <a:srcRect b="0" l="0" r="0" t="0"/>
          <a:stretch/>
        </p:blipFill>
        <p:spPr>
          <a:xfrm>
            <a:off x="3684112" y="1371590"/>
            <a:ext cx="1776025" cy="132463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Conclusion">
  <p:cSld name="CUSTOM_26_1_1_1_1">
    <p:bg>
      <p:bgPr>
        <a:solidFill>
          <a:schemeClr val="dk2"/>
        </a:solidFill>
      </p:bgPr>
    </p:bg>
    <p:spTree>
      <p:nvGrpSpPr>
        <p:cNvPr id="136" name="Shape 136"/>
        <p:cNvGrpSpPr/>
        <p:nvPr/>
      </p:nvGrpSpPr>
      <p:grpSpPr>
        <a:xfrm>
          <a:off x="0" y="0"/>
          <a:ext cx="0" cy="0"/>
          <a:chOff x="0" y="0"/>
          <a:chExt cx="0" cy="0"/>
        </a:xfrm>
      </p:grpSpPr>
      <p:sp>
        <p:nvSpPr>
          <p:cNvPr id="137" name="Google Shape;137;g2ebb70c520e_0_485"/>
          <p:cNvSpPr txBox="1"/>
          <p:nvPr/>
        </p:nvSpPr>
        <p:spPr>
          <a:xfrm>
            <a:off x="0" y="3073400"/>
            <a:ext cx="9144000" cy="7113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0"/>
              </a:spcAft>
              <a:buNone/>
            </a:pPr>
            <a:r>
              <a:rPr b="1" lang="en" sz="4000">
                <a:solidFill>
                  <a:schemeClr val="lt1"/>
                </a:solidFill>
                <a:latin typeface="Roboto Light"/>
                <a:ea typeface="Roboto Light"/>
                <a:cs typeface="Roboto Light"/>
                <a:sym typeface="Roboto Light"/>
              </a:rPr>
              <a:t>Conclusion</a:t>
            </a:r>
            <a:endParaRPr b="1" sz="4000">
              <a:solidFill>
                <a:schemeClr val="lt1"/>
              </a:solidFill>
              <a:latin typeface="Roboto Light"/>
              <a:ea typeface="Roboto Light"/>
              <a:cs typeface="Roboto Light"/>
              <a:sym typeface="Roboto Light"/>
            </a:endParaRPr>
          </a:p>
        </p:txBody>
      </p:sp>
      <p:pic>
        <p:nvPicPr>
          <p:cNvPr id="138" name="Google Shape;138;g2ebb70c520e_0_485"/>
          <p:cNvPicPr preferRelativeResize="0"/>
          <p:nvPr/>
        </p:nvPicPr>
        <p:blipFill rotWithShape="1">
          <a:blip r:embed="rId2">
            <a:alphaModFix/>
          </a:blip>
          <a:srcRect b="0" l="0" r="0" t="0"/>
          <a:stretch/>
        </p:blipFill>
        <p:spPr>
          <a:xfrm>
            <a:off x="4048275" y="1452275"/>
            <a:ext cx="1047450" cy="120917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ime's up! Let's review">
  <p:cSld name="CUSTOM_10_2_1_1_1">
    <p:bg>
      <p:bgPr>
        <a:solidFill>
          <a:schemeClr val="dk2"/>
        </a:solidFill>
      </p:bgPr>
    </p:bg>
    <p:spTree>
      <p:nvGrpSpPr>
        <p:cNvPr id="139" name="Shape 139"/>
        <p:cNvGrpSpPr/>
        <p:nvPr/>
      </p:nvGrpSpPr>
      <p:grpSpPr>
        <a:xfrm>
          <a:off x="0" y="0"/>
          <a:ext cx="0" cy="0"/>
          <a:chOff x="0" y="0"/>
          <a:chExt cx="0" cy="0"/>
        </a:xfrm>
      </p:grpSpPr>
      <p:pic>
        <p:nvPicPr>
          <p:cNvPr id="140" name="Google Shape;140;g2ebb70c520e_0_488"/>
          <p:cNvPicPr preferRelativeResize="0"/>
          <p:nvPr/>
        </p:nvPicPr>
        <p:blipFill rotWithShape="1">
          <a:blip r:embed="rId2">
            <a:alphaModFix/>
          </a:blip>
          <a:srcRect b="0" l="0" r="0" t="0"/>
          <a:stretch/>
        </p:blipFill>
        <p:spPr>
          <a:xfrm>
            <a:off x="3856863" y="1371602"/>
            <a:ext cx="1430525" cy="1376700"/>
          </a:xfrm>
          <a:prstGeom prst="rect">
            <a:avLst/>
          </a:prstGeom>
          <a:noFill/>
          <a:ln>
            <a:noFill/>
          </a:ln>
        </p:spPr>
      </p:pic>
      <p:sp>
        <p:nvSpPr>
          <p:cNvPr id="141" name="Google Shape;141;g2ebb70c520e_0_488"/>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Time’s up!</a:t>
            </a:r>
            <a:endParaRPr b="0" i="0" sz="4000" u="none" cap="none" strike="noStrike">
              <a:solidFill>
                <a:schemeClr val="lt1"/>
              </a:solidFill>
              <a:latin typeface="Roboto"/>
              <a:ea typeface="Roboto"/>
              <a:cs typeface="Roboto"/>
              <a:sym typeface="Roboto"/>
            </a:endParaRPr>
          </a:p>
        </p:txBody>
      </p:sp>
      <p:sp>
        <p:nvSpPr>
          <p:cNvPr id="142" name="Google Shape;142;g2ebb70c520e_0_488"/>
          <p:cNvSpPr txBox="1"/>
          <p:nvPr/>
        </p:nvSpPr>
        <p:spPr>
          <a:xfrm>
            <a:off x="311700" y="3657600"/>
            <a:ext cx="8520600" cy="63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lt1"/>
                </a:solidFill>
                <a:latin typeface="Roboto"/>
                <a:ea typeface="Roboto"/>
                <a:cs typeface="Roboto"/>
                <a:sym typeface="Roboto"/>
              </a:rPr>
              <a:t>Let’s review</a:t>
            </a:r>
            <a:endParaRPr b="0" i="0" sz="28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Break">
  <p:cSld name="CUSTOM_10_1">
    <p:bg>
      <p:bgPr>
        <a:solidFill>
          <a:schemeClr val="dk2"/>
        </a:solidFill>
      </p:bgPr>
    </p:bg>
    <p:spTree>
      <p:nvGrpSpPr>
        <p:cNvPr id="143" name="Shape 143"/>
        <p:cNvGrpSpPr/>
        <p:nvPr/>
      </p:nvGrpSpPr>
      <p:grpSpPr>
        <a:xfrm>
          <a:off x="0" y="0"/>
          <a:ext cx="0" cy="0"/>
          <a:chOff x="0" y="0"/>
          <a:chExt cx="0" cy="0"/>
        </a:xfrm>
      </p:grpSpPr>
      <p:pic>
        <p:nvPicPr>
          <p:cNvPr id="144" name="Google Shape;144;g2ebb70c520e_0_492"/>
          <p:cNvPicPr preferRelativeResize="0"/>
          <p:nvPr/>
        </p:nvPicPr>
        <p:blipFill rotWithShape="1">
          <a:blip r:embed="rId2">
            <a:alphaModFix/>
          </a:blip>
          <a:srcRect b="0" l="0" r="0" t="0"/>
          <a:stretch/>
        </p:blipFill>
        <p:spPr>
          <a:xfrm>
            <a:off x="3861200" y="1371599"/>
            <a:ext cx="1421602" cy="1376700"/>
          </a:xfrm>
          <a:prstGeom prst="rect">
            <a:avLst/>
          </a:prstGeom>
          <a:noFill/>
          <a:ln>
            <a:noFill/>
          </a:ln>
        </p:spPr>
      </p:pic>
      <p:sp>
        <p:nvSpPr>
          <p:cNvPr id="145" name="Google Shape;145;g2ebb70c520e_0_492"/>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Break</a:t>
            </a:r>
            <a:endParaRPr b="0" i="0" sz="4000" u="none" cap="none" strike="noStrike">
              <a:solidFill>
                <a:schemeClr val="lt1"/>
              </a:solidFill>
              <a:latin typeface="Roboto"/>
              <a:ea typeface="Roboto"/>
              <a:cs typeface="Roboto"/>
              <a:sym typeface="Roboto"/>
            </a:endParaRPr>
          </a:p>
        </p:txBody>
      </p:sp>
      <p:sp>
        <p:nvSpPr>
          <p:cNvPr id="146" name="Google Shape;146;g2ebb70c520e_0_492"/>
          <p:cNvSpPr txBox="1"/>
          <p:nvPr/>
        </p:nvSpPr>
        <p:spPr>
          <a:xfrm>
            <a:off x="311700" y="3657600"/>
            <a:ext cx="8520600" cy="63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lt1"/>
                </a:solidFill>
                <a:latin typeface="Roboto"/>
                <a:ea typeface="Roboto"/>
                <a:cs typeface="Roboto"/>
                <a:sym typeface="Roboto"/>
              </a:rPr>
              <a:t>15 mins</a:t>
            </a:r>
            <a:endParaRPr b="0" i="0" sz="28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ime for a quick review">
  <p:cSld name="CUSTOM_10_1_1_2">
    <p:bg>
      <p:bgPr>
        <a:solidFill>
          <a:schemeClr val="dk2"/>
        </a:solidFill>
      </p:bgPr>
    </p:bg>
    <p:spTree>
      <p:nvGrpSpPr>
        <p:cNvPr id="147" name="Shape 147"/>
        <p:cNvGrpSpPr/>
        <p:nvPr/>
      </p:nvGrpSpPr>
      <p:grpSpPr>
        <a:xfrm>
          <a:off x="0" y="0"/>
          <a:ext cx="0" cy="0"/>
          <a:chOff x="0" y="0"/>
          <a:chExt cx="0" cy="0"/>
        </a:xfrm>
      </p:grpSpPr>
      <p:pic>
        <p:nvPicPr>
          <p:cNvPr id="148" name="Google Shape;148;g2ebb70c520e_0_496"/>
          <p:cNvPicPr preferRelativeResize="0"/>
          <p:nvPr/>
        </p:nvPicPr>
        <p:blipFill rotWithShape="1">
          <a:blip r:embed="rId2">
            <a:alphaModFix/>
          </a:blip>
          <a:srcRect b="0" l="0" r="0" t="0"/>
          <a:stretch/>
        </p:blipFill>
        <p:spPr>
          <a:xfrm>
            <a:off x="3722162" y="1448847"/>
            <a:ext cx="1699675" cy="1224853"/>
          </a:xfrm>
          <a:prstGeom prst="rect">
            <a:avLst/>
          </a:prstGeom>
          <a:noFill/>
          <a:ln>
            <a:noFill/>
          </a:ln>
        </p:spPr>
      </p:pic>
      <p:sp>
        <p:nvSpPr>
          <p:cNvPr id="149" name="Google Shape;149;g2ebb70c520e_0_496"/>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 for a quick video</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Peer review">
  <p:cSld name="CUSTOM_10_1_1_1_3">
    <p:bg>
      <p:bgPr>
        <a:solidFill>
          <a:schemeClr val="dk2"/>
        </a:solidFill>
      </p:bgPr>
    </p:bg>
    <p:spTree>
      <p:nvGrpSpPr>
        <p:cNvPr id="150" name="Shape 150"/>
        <p:cNvGrpSpPr/>
        <p:nvPr/>
      </p:nvGrpSpPr>
      <p:grpSpPr>
        <a:xfrm>
          <a:off x="0" y="0"/>
          <a:ext cx="0" cy="0"/>
          <a:chOff x="0" y="0"/>
          <a:chExt cx="0" cy="0"/>
        </a:xfrm>
      </p:grpSpPr>
      <p:pic>
        <p:nvPicPr>
          <p:cNvPr id="151" name="Google Shape;151;g2ebb70c520e_0_499"/>
          <p:cNvPicPr preferRelativeResize="0"/>
          <p:nvPr/>
        </p:nvPicPr>
        <p:blipFill rotWithShape="1">
          <a:blip r:embed="rId2">
            <a:alphaModFix/>
          </a:blip>
          <a:srcRect b="0" l="0" r="0" t="0"/>
          <a:stretch/>
        </p:blipFill>
        <p:spPr>
          <a:xfrm>
            <a:off x="3926225" y="1453000"/>
            <a:ext cx="1291550" cy="1291550"/>
          </a:xfrm>
          <a:prstGeom prst="rect">
            <a:avLst/>
          </a:prstGeom>
          <a:noFill/>
          <a:ln>
            <a:noFill/>
          </a:ln>
        </p:spPr>
      </p:pic>
      <p:sp>
        <p:nvSpPr>
          <p:cNvPr id="152" name="Google Shape;152;g2ebb70c520e_0_499"/>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Peer review</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Let's recap">
  <p:cSld name="CUSTOM_10_1_1_1_2">
    <p:bg>
      <p:bgPr>
        <a:solidFill>
          <a:schemeClr val="dk2"/>
        </a:solidFill>
      </p:bgPr>
    </p:bg>
    <p:spTree>
      <p:nvGrpSpPr>
        <p:cNvPr id="153" name="Shape 153"/>
        <p:cNvGrpSpPr/>
        <p:nvPr/>
      </p:nvGrpSpPr>
      <p:grpSpPr>
        <a:xfrm>
          <a:off x="0" y="0"/>
          <a:ext cx="0" cy="0"/>
          <a:chOff x="0" y="0"/>
          <a:chExt cx="0" cy="0"/>
        </a:xfrm>
      </p:grpSpPr>
      <p:pic>
        <p:nvPicPr>
          <p:cNvPr id="154" name="Google Shape;154;g2ebb70c520e_0_502"/>
          <p:cNvPicPr preferRelativeResize="0"/>
          <p:nvPr/>
        </p:nvPicPr>
        <p:blipFill rotWithShape="1">
          <a:blip r:embed="rId2">
            <a:alphaModFix/>
          </a:blip>
          <a:srcRect b="0" l="0" r="0" t="0"/>
          <a:stretch/>
        </p:blipFill>
        <p:spPr>
          <a:xfrm>
            <a:off x="3926225" y="1435359"/>
            <a:ext cx="1291550" cy="1326833"/>
          </a:xfrm>
          <a:prstGeom prst="rect">
            <a:avLst/>
          </a:prstGeom>
          <a:noFill/>
          <a:ln>
            <a:noFill/>
          </a:ln>
        </p:spPr>
      </p:pic>
      <p:sp>
        <p:nvSpPr>
          <p:cNvPr id="155" name="Google Shape;155;g2ebb70c520e_0_502"/>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Let’s recap</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Office hours">
  <p:cSld name="CUSTOM_10_1_1_1_2_3_2">
    <p:bg>
      <p:bgPr>
        <a:solidFill>
          <a:schemeClr val="dk2"/>
        </a:solidFill>
      </p:bgPr>
    </p:bg>
    <p:spTree>
      <p:nvGrpSpPr>
        <p:cNvPr id="156" name="Shape 156"/>
        <p:cNvGrpSpPr/>
        <p:nvPr/>
      </p:nvGrpSpPr>
      <p:grpSpPr>
        <a:xfrm>
          <a:off x="0" y="0"/>
          <a:ext cx="0" cy="0"/>
          <a:chOff x="0" y="0"/>
          <a:chExt cx="0" cy="0"/>
        </a:xfrm>
      </p:grpSpPr>
      <p:pic>
        <p:nvPicPr>
          <p:cNvPr id="157" name="Google Shape;157;g2ebb70c520e_0_505"/>
          <p:cNvPicPr preferRelativeResize="0"/>
          <p:nvPr/>
        </p:nvPicPr>
        <p:blipFill rotWithShape="1">
          <a:blip r:embed="rId2">
            <a:alphaModFix/>
          </a:blip>
          <a:srcRect b="0" l="0" r="0" t="0"/>
          <a:stretch/>
        </p:blipFill>
        <p:spPr>
          <a:xfrm>
            <a:off x="3492850" y="1583850"/>
            <a:ext cx="2158300" cy="1138725"/>
          </a:xfrm>
          <a:prstGeom prst="rect">
            <a:avLst/>
          </a:prstGeom>
          <a:noFill/>
          <a:ln>
            <a:noFill/>
          </a:ln>
        </p:spPr>
      </p:pic>
      <p:sp>
        <p:nvSpPr>
          <p:cNvPr id="158" name="Google Shape;158;g2ebb70c520e_0_505"/>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Office hours</a:t>
            </a:r>
            <a:endParaRPr b="0" i="0" sz="4000" u="none" cap="none" strike="noStrike">
              <a:solidFill>
                <a:schemeClr val="lt1"/>
              </a:solidFill>
              <a:latin typeface="Roboto"/>
              <a:ea typeface="Roboto"/>
              <a:cs typeface="Roboto"/>
              <a:sym typeface="Roboto"/>
            </a:endParaRPr>
          </a:p>
        </p:txBody>
      </p:sp>
      <p:sp>
        <p:nvSpPr>
          <p:cNvPr id="159" name="Google Shape;159;g2ebb70c520e_0_505"/>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Slack slide">
  <p:cSld name="CUSTOM_10_1_1_1_2_3_1">
    <p:bg>
      <p:bgPr>
        <a:solidFill>
          <a:schemeClr val="dk2"/>
        </a:solidFill>
      </p:bgPr>
    </p:bg>
    <p:spTree>
      <p:nvGrpSpPr>
        <p:cNvPr id="160" name="Shape 160"/>
        <p:cNvGrpSpPr/>
        <p:nvPr/>
      </p:nvGrpSpPr>
      <p:grpSpPr>
        <a:xfrm>
          <a:off x="0" y="0"/>
          <a:ext cx="0" cy="0"/>
          <a:chOff x="0" y="0"/>
          <a:chExt cx="0" cy="0"/>
        </a:xfrm>
      </p:grpSpPr>
      <p:sp>
        <p:nvSpPr>
          <p:cNvPr id="161" name="Google Shape;161;g2ebb70c520e_0_509"/>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Class Slack Channel:</a:t>
            </a:r>
            <a:endParaRPr b="0" i="0" sz="4000" u="none" cap="none" strike="noStrike">
              <a:solidFill>
                <a:schemeClr val="lt1"/>
              </a:solidFill>
              <a:latin typeface="Roboto"/>
              <a:ea typeface="Roboto"/>
              <a:cs typeface="Roboto"/>
              <a:sym typeface="Roboto"/>
            </a:endParaRPr>
          </a:p>
        </p:txBody>
      </p:sp>
      <p:sp>
        <p:nvSpPr>
          <p:cNvPr id="162" name="Google Shape;162;g2ebb70c520e_0_509"/>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pic>
        <p:nvPicPr>
          <p:cNvPr id="163" name="Google Shape;163;g2ebb70c520e_0_509"/>
          <p:cNvPicPr preferRelativeResize="0"/>
          <p:nvPr/>
        </p:nvPicPr>
        <p:blipFill rotWithShape="1">
          <a:blip r:embed="rId2">
            <a:alphaModFix/>
          </a:blip>
          <a:srcRect b="24412" l="9534" r="69121" t="23790"/>
          <a:stretch/>
        </p:blipFill>
        <p:spPr>
          <a:xfrm>
            <a:off x="3876275" y="1390350"/>
            <a:ext cx="1391451" cy="1382525"/>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hank you">
  <p:cSld name="CUSTOM_10_1_1_1_2_1_2">
    <p:bg>
      <p:bgPr>
        <a:solidFill>
          <a:schemeClr val="dk2"/>
        </a:solidFill>
      </p:bgPr>
    </p:bg>
    <p:spTree>
      <p:nvGrpSpPr>
        <p:cNvPr id="164" name="Shape 164"/>
        <p:cNvGrpSpPr/>
        <p:nvPr/>
      </p:nvGrpSpPr>
      <p:grpSpPr>
        <a:xfrm>
          <a:off x="0" y="0"/>
          <a:ext cx="0" cy="0"/>
          <a:chOff x="0" y="0"/>
          <a:chExt cx="0" cy="0"/>
        </a:xfrm>
      </p:grpSpPr>
      <p:sp>
        <p:nvSpPr>
          <p:cNvPr id="165" name="Google Shape;165;g2ebb70c520e_0_513"/>
          <p:cNvSpPr txBox="1"/>
          <p:nvPr/>
        </p:nvSpPr>
        <p:spPr>
          <a:xfrm>
            <a:off x="0" y="3073400"/>
            <a:ext cx="9144000" cy="7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Thank you</a:t>
            </a:r>
            <a:endParaRPr b="0" i="0" sz="4000" u="none" cap="none" strike="noStrike">
              <a:solidFill>
                <a:schemeClr val="lt1"/>
              </a:solidFill>
              <a:latin typeface="Roboto"/>
              <a:ea typeface="Roboto"/>
              <a:cs typeface="Roboto"/>
              <a:sym typeface="Roboto"/>
            </a:endParaRPr>
          </a:p>
        </p:txBody>
      </p:sp>
      <p:pic>
        <p:nvPicPr>
          <p:cNvPr id="166" name="Google Shape;166;g2ebb70c520e_0_513"/>
          <p:cNvPicPr preferRelativeResize="0"/>
          <p:nvPr/>
        </p:nvPicPr>
        <p:blipFill rotWithShape="1">
          <a:blip r:embed="rId2">
            <a:alphaModFix/>
          </a:blip>
          <a:srcRect b="0" l="0" r="0" t="0"/>
          <a:stretch/>
        </p:blipFill>
        <p:spPr>
          <a:xfrm>
            <a:off x="3883775" y="1371600"/>
            <a:ext cx="1376700" cy="137670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Questions">
  <p:cSld name="CUSTOM_10_1_1_1_1_2">
    <p:bg>
      <p:bgPr>
        <a:solidFill>
          <a:schemeClr val="dk2"/>
        </a:solidFill>
      </p:bgPr>
    </p:bg>
    <p:spTree>
      <p:nvGrpSpPr>
        <p:cNvPr id="167" name="Shape 167"/>
        <p:cNvGrpSpPr/>
        <p:nvPr/>
      </p:nvGrpSpPr>
      <p:grpSpPr>
        <a:xfrm>
          <a:off x="0" y="0"/>
          <a:ext cx="0" cy="0"/>
          <a:chOff x="0" y="0"/>
          <a:chExt cx="0" cy="0"/>
        </a:xfrm>
      </p:grpSpPr>
      <p:sp>
        <p:nvSpPr>
          <p:cNvPr id="168" name="Google Shape;168;g2ebb70c520e_0_516"/>
          <p:cNvSpPr txBox="1"/>
          <p:nvPr/>
        </p:nvSpPr>
        <p:spPr>
          <a:xfrm>
            <a:off x="0" y="3054950"/>
            <a:ext cx="9144000" cy="752400"/>
          </a:xfrm>
          <a:prstGeom prst="rect">
            <a:avLst/>
          </a:prstGeom>
          <a:noFill/>
          <a:ln>
            <a:noFill/>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Questions?</a:t>
            </a:r>
            <a:endParaRPr b="0" i="0" sz="4000" u="none" cap="none" strike="noStrike">
              <a:solidFill>
                <a:schemeClr val="lt1"/>
              </a:solidFill>
              <a:latin typeface="Roboto"/>
              <a:ea typeface="Roboto"/>
              <a:cs typeface="Roboto"/>
              <a:sym typeface="Roboto"/>
            </a:endParaRPr>
          </a:p>
        </p:txBody>
      </p:sp>
      <p:pic>
        <p:nvPicPr>
          <p:cNvPr id="169" name="Google Shape;169;g2ebb70c520e_0_516"/>
          <p:cNvPicPr preferRelativeResize="0"/>
          <p:nvPr/>
        </p:nvPicPr>
        <p:blipFill rotWithShape="1">
          <a:blip r:embed="rId2">
            <a:alphaModFix/>
          </a:blip>
          <a:srcRect b="0" l="0" r="0" t="0"/>
          <a:stretch/>
        </p:blipFill>
        <p:spPr>
          <a:xfrm>
            <a:off x="3726873" y="1589513"/>
            <a:ext cx="1690255" cy="1324800"/>
          </a:xfrm>
          <a:prstGeom prst="rect">
            <a:avLst/>
          </a:prstGeom>
          <a:noFill/>
          <a:ln>
            <a:noFill/>
          </a:ln>
        </p:spPr>
      </p:pic>
      <p:pic>
        <p:nvPicPr>
          <p:cNvPr id="170" name="Google Shape;170;g2ebb70c520e_0_516"/>
          <p:cNvPicPr preferRelativeResize="0"/>
          <p:nvPr/>
        </p:nvPicPr>
        <p:blipFill rotWithShape="1">
          <a:blip r:embed="rId3">
            <a:alphaModFix/>
          </a:blip>
          <a:srcRect b="9853" l="0" r="0" t="0"/>
          <a:stretch/>
        </p:blipFill>
        <p:spPr>
          <a:xfrm>
            <a:off x="653025" y="4126875"/>
            <a:ext cx="870750" cy="1194250"/>
          </a:xfrm>
          <a:prstGeom prst="rect">
            <a:avLst/>
          </a:prstGeom>
          <a:noFill/>
          <a:ln>
            <a:noFill/>
          </a:ln>
        </p:spPr>
      </p:pic>
      <p:pic>
        <p:nvPicPr>
          <p:cNvPr id="171" name="Google Shape;171;g2ebb70c520e_0_516"/>
          <p:cNvPicPr preferRelativeResize="0"/>
          <p:nvPr/>
        </p:nvPicPr>
        <p:blipFill rotWithShape="1">
          <a:blip r:embed="rId3">
            <a:alphaModFix/>
          </a:blip>
          <a:srcRect b="19664" l="0" r="0" t="0"/>
          <a:stretch/>
        </p:blipFill>
        <p:spPr>
          <a:xfrm flipH="1">
            <a:off x="1651350" y="4364000"/>
            <a:ext cx="783075" cy="957125"/>
          </a:xfrm>
          <a:prstGeom prst="rect">
            <a:avLst/>
          </a:prstGeom>
          <a:noFill/>
          <a:ln>
            <a:noFill/>
          </a:ln>
        </p:spPr>
      </p:pic>
      <p:pic>
        <p:nvPicPr>
          <p:cNvPr id="172" name="Google Shape;172;g2ebb70c520e_0_516"/>
          <p:cNvPicPr preferRelativeResize="0"/>
          <p:nvPr/>
        </p:nvPicPr>
        <p:blipFill rotWithShape="1">
          <a:blip r:embed="rId3">
            <a:alphaModFix/>
          </a:blip>
          <a:srcRect b="30598" l="0" r="0" t="0"/>
          <a:stretch/>
        </p:blipFill>
        <p:spPr>
          <a:xfrm flipH="1">
            <a:off x="3638200" y="4387525"/>
            <a:ext cx="712575" cy="752400"/>
          </a:xfrm>
          <a:prstGeom prst="rect">
            <a:avLst/>
          </a:prstGeom>
          <a:noFill/>
          <a:ln>
            <a:noFill/>
          </a:ln>
        </p:spPr>
      </p:pic>
      <p:pic>
        <p:nvPicPr>
          <p:cNvPr id="173" name="Google Shape;173;g2ebb70c520e_0_516"/>
          <p:cNvPicPr preferRelativeResize="0"/>
          <p:nvPr/>
        </p:nvPicPr>
        <p:blipFill rotWithShape="1">
          <a:blip r:embed="rId3">
            <a:alphaModFix/>
          </a:blip>
          <a:srcRect b="9853" l="0" r="0" t="0"/>
          <a:stretch/>
        </p:blipFill>
        <p:spPr>
          <a:xfrm>
            <a:off x="2655487" y="3973275"/>
            <a:ext cx="982713" cy="1347850"/>
          </a:xfrm>
          <a:prstGeom prst="rect">
            <a:avLst/>
          </a:prstGeom>
          <a:noFill/>
          <a:ln>
            <a:noFill/>
          </a:ln>
        </p:spPr>
      </p:pic>
      <p:pic>
        <p:nvPicPr>
          <p:cNvPr id="174" name="Google Shape;174;g2ebb70c520e_0_516"/>
          <p:cNvPicPr preferRelativeResize="0"/>
          <p:nvPr/>
        </p:nvPicPr>
        <p:blipFill rotWithShape="1">
          <a:blip r:embed="rId3">
            <a:alphaModFix/>
          </a:blip>
          <a:srcRect b="9853" l="0" r="0" t="0"/>
          <a:stretch/>
        </p:blipFill>
        <p:spPr>
          <a:xfrm>
            <a:off x="4517888" y="4134937"/>
            <a:ext cx="870750" cy="1194250"/>
          </a:xfrm>
          <a:prstGeom prst="rect">
            <a:avLst/>
          </a:prstGeom>
          <a:noFill/>
          <a:ln>
            <a:noFill/>
          </a:ln>
        </p:spPr>
      </p:pic>
      <p:pic>
        <p:nvPicPr>
          <p:cNvPr id="175" name="Google Shape;175;g2ebb70c520e_0_516"/>
          <p:cNvPicPr preferRelativeResize="0"/>
          <p:nvPr/>
        </p:nvPicPr>
        <p:blipFill rotWithShape="1">
          <a:blip r:embed="rId3">
            <a:alphaModFix/>
          </a:blip>
          <a:srcRect b="5686" l="0" r="0" t="0"/>
          <a:stretch/>
        </p:blipFill>
        <p:spPr>
          <a:xfrm flipH="1">
            <a:off x="5979175" y="4168652"/>
            <a:ext cx="783075" cy="1123675"/>
          </a:xfrm>
          <a:prstGeom prst="rect">
            <a:avLst/>
          </a:prstGeom>
          <a:noFill/>
          <a:ln>
            <a:noFill/>
          </a:ln>
        </p:spPr>
      </p:pic>
      <p:pic>
        <p:nvPicPr>
          <p:cNvPr id="176" name="Google Shape;176;g2ebb70c520e_0_516"/>
          <p:cNvPicPr preferRelativeResize="0"/>
          <p:nvPr/>
        </p:nvPicPr>
        <p:blipFill rotWithShape="1">
          <a:blip r:embed="rId3">
            <a:alphaModFix/>
          </a:blip>
          <a:srcRect b="0" l="0" r="0" t="0"/>
          <a:stretch/>
        </p:blipFill>
        <p:spPr>
          <a:xfrm>
            <a:off x="7223650" y="3973275"/>
            <a:ext cx="870750" cy="1324800"/>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C - Instructor Demonstration">
  <p:cSld name="CUSTOM_10_2">
    <p:bg>
      <p:bgPr>
        <a:solidFill>
          <a:schemeClr val="dk2"/>
        </a:solidFill>
      </p:bgPr>
    </p:bg>
    <p:spTree>
      <p:nvGrpSpPr>
        <p:cNvPr id="177" name="Shape 177"/>
        <p:cNvGrpSpPr/>
        <p:nvPr/>
      </p:nvGrpSpPr>
      <p:grpSpPr>
        <a:xfrm>
          <a:off x="0" y="0"/>
          <a:ext cx="0" cy="0"/>
          <a:chOff x="0" y="0"/>
          <a:chExt cx="0" cy="0"/>
        </a:xfrm>
      </p:grpSpPr>
      <p:sp>
        <p:nvSpPr>
          <p:cNvPr id="178" name="Google Shape;178;g2ebb70c520e_0_526"/>
          <p:cNvSpPr txBox="1"/>
          <p:nvPr>
            <p:ph type="title"/>
          </p:nvPr>
        </p:nvSpPr>
        <p:spPr>
          <a:xfrm>
            <a:off x="0" y="3772475"/>
            <a:ext cx="9144000" cy="4614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accent2"/>
              </a:buClr>
              <a:buSzPts val="2800"/>
              <a:buNone/>
              <a:defRPr sz="2800">
                <a:solidFill>
                  <a:schemeClr val="accent2"/>
                </a:solidFill>
                <a:latin typeface="Roboto Light"/>
                <a:ea typeface="Roboto Light"/>
                <a:cs typeface="Roboto Light"/>
                <a:sym typeface="Roboto Light"/>
              </a:defRPr>
            </a:lvl1pPr>
            <a:lvl2pPr lvl="1" algn="ctr">
              <a:lnSpc>
                <a:spcPct val="100000"/>
              </a:lnSpc>
              <a:spcBef>
                <a:spcPts val="0"/>
              </a:spcBef>
              <a:spcAft>
                <a:spcPts val="0"/>
              </a:spcAft>
              <a:buSzPts val="2800"/>
              <a:buNone/>
              <a:defRPr>
                <a:latin typeface="Roboto Light"/>
                <a:ea typeface="Roboto Light"/>
                <a:cs typeface="Roboto Light"/>
                <a:sym typeface="Roboto Light"/>
              </a:defRPr>
            </a:lvl2pPr>
            <a:lvl3pPr lvl="2" algn="ctr">
              <a:lnSpc>
                <a:spcPct val="100000"/>
              </a:lnSpc>
              <a:spcBef>
                <a:spcPts val="0"/>
              </a:spcBef>
              <a:spcAft>
                <a:spcPts val="0"/>
              </a:spcAft>
              <a:buSzPts val="2800"/>
              <a:buNone/>
              <a:defRPr>
                <a:latin typeface="Roboto Light"/>
                <a:ea typeface="Roboto Light"/>
                <a:cs typeface="Roboto Light"/>
                <a:sym typeface="Roboto Light"/>
              </a:defRPr>
            </a:lvl3pPr>
            <a:lvl4pPr lvl="3" algn="ctr">
              <a:lnSpc>
                <a:spcPct val="100000"/>
              </a:lnSpc>
              <a:spcBef>
                <a:spcPts val="0"/>
              </a:spcBef>
              <a:spcAft>
                <a:spcPts val="0"/>
              </a:spcAft>
              <a:buSzPts val="2800"/>
              <a:buNone/>
              <a:defRPr>
                <a:latin typeface="Roboto Light"/>
                <a:ea typeface="Roboto Light"/>
                <a:cs typeface="Roboto Light"/>
                <a:sym typeface="Roboto Light"/>
              </a:defRPr>
            </a:lvl4pPr>
            <a:lvl5pPr lvl="4" algn="ctr">
              <a:lnSpc>
                <a:spcPct val="100000"/>
              </a:lnSpc>
              <a:spcBef>
                <a:spcPts val="0"/>
              </a:spcBef>
              <a:spcAft>
                <a:spcPts val="0"/>
              </a:spcAft>
              <a:buSzPts val="2800"/>
              <a:buNone/>
              <a:defRPr>
                <a:latin typeface="Roboto Light"/>
                <a:ea typeface="Roboto Light"/>
                <a:cs typeface="Roboto Light"/>
                <a:sym typeface="Roboto Light"/>
              </a:defRPr>
            </a:lvl5pPr>
            <a:lvl6pPr lvl="5" algn="ctr">
              <a:lnSpc>
                <a:spcPct val="100000"/>
              </a:lnSpc>
              <a:spcBef>
                <a:spcPts val="0"/>
              </a:spcBef>
              <a:spcAft>
                <a:spcPts val="0"/>
              </a:spcAft>
              <a:buSzPts val="2800"/>
              <a:buNone/>
              <a:defRPr>
                <a:latin typeface="Roboto Light"/>
                <a:ea typeface="Roboto Light"/>
                <a:cs typeface="Roboto Light"/>
                <a:sym typeface="Roboto Light"/>
              </a:defRPr>
            </a:lvl6pPr>
            <a:lvl7pPr lvl="6" algn="ctr">
              <a:lnSpc>
                <a:spcPct val="100000"/>
              </a:lnSpc>
              <a:spcBef>
                <a:spcPts val="0"/>
              </a:spcBef>
              <a:spcAft>
                <a:spcPts val="0"/>
              </a:spcAft>
              <a:buSzPts val="2800"/>
              <a:buNone/>
              <a:defRPr>
                <a:latin typeface="Roboto Light"/>
                <a:ea typeface="Roboto Light"/>
                <a:cs typeface="Roboto Light"/>
                <a:sym typeface="Roboto Light"/>
              </a:defRPr>
            </a:lvl7pPr>
            <a:lvl8pPr lvl="7" algn="ctr">
              <a:lnSpc>
                <a:spcPct val="100000"/>
              </a:lnSpc>
              <a:spcBef>
                <a:spcPts val="0"/>
              </a:spcBef>
              <a:spcAft>
                <a:spcPts val="0"/>
              </a:spcAft>
              <a:buSzPts val="2800"/>
              <a:buNone/>
              <a:defRPr>
                <a:latin typeface="Roboto Light"/>
                <a:ea typeface="Roboto Light"/>
                <a:cs typeface="Roboto Light"/>
                <a:sym typeface="Roboto Light"/>
              </a:defRPr>
            </a:lvl8pPr>
            <a:lvl9pPr lvl="8" algn="ctr">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179" name="Google Shape;179;g2ebb70c520e_0_526"/>
          <p:cNvSpPr/>
          <p:nvPr/>
        </p:nvSpPr>
        <p:spPr>
          <a:xfrm>
            <a:off x="3657600" y="919500"/>
            <a:ext cx="1828800" cy="18288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0" name="Google Shape;180;g2ebb70c520e_0_526"/>
          <p:cNvSpPr txBox="1"/>
          <p:nvPr/>
        </p:nvSpPr>
        <p:spPr>
          <a:xfrm>
            <a:off x="311700" y="3073125"/>
            <a:ext cx="8520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Instructor</a:t>
            </a:r>
            <a:r>
              <a:rPr i="0" lang="en" sz="4000" u="none" cap="none" strike="noStrike">
                <a:solidFill>
                  <a:schemeClr val="lt1"/>
                </a:solidFill>
                <a:latin typeface="Roboto"/>
                <a:ea typeface="Roboto"/>
                <a:cs typeface="Roboto"/>
                <a:sym typeface="Roboto"/>
              </a:rPr>
              <a:t> Demonstration</a:t>
            </a:r>
            <a:endParaRPr i="0" sz="2400" u="none" cap="none" strike="noStrike">
              <a:solidFill>
                <a:schemeClr val="lt1"/>
              </a:solidFill>
              <a:latin typeface="Roboto Light"/>
              <a:ea typeface="Roboto Light"/>
              <a:cs typeface="Roboto Light"/>
              <a:sym typeface="Roboto Light"/>
            </a:endParaRPr>
          </a:p>
        </p:txBody>
      </p:sp>
      <p:pic>
        <p:nvPicPr>
          <p:cNvPr id="181" name="Google Shape;181;g2ebb70c520e_0_526"/>
          <p:cNvPicPr preferRelativeResize="0"/>
          <p:nvPr/>
        </p:nvPicPr>
        <p:blipFill rotWithShape="1">
          <a:blip r:embed="rId2">
            <a:alphaModFix/>
          </a:blip>
          <a:srcRect b="0" l="0" r="0" t="0"/>
          <a:stretch/>
        </p:blipFill>
        <p:spPr>
          <a:xfrm>
            <a:off x="3934596" y="1424818"/>
            <a:ext cx="1274808" cy="818164"/>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D - Blank chapter title slide">
  <p:cSld name="CUSTOM_26_2">
    <p:bg>
      <p:bgPr>
        <a:solidFill>
          <a:schemeClr val="accent2"/>
        </a:solidFill>
      </p:bgPr>
    </p:bg>
    <p:spTree>
      <p:nvGrpSpPr>
        <p:cNvPr id="182" name="Shape 182"/>
        <p:cNvGrpSpPr/>
        <p:nvPr/>
      </p:nvGrpSpPr>
      <p:grpSpPr>
        <a:xfrm>
          <a:off x="0" y="0"/>
          <a:ext cx="0" cy="0"/>
          <a:chOff x="0" y="0"/>
          <a:chExt cx="0" cy="0"/>
        </a:xfrm>
      </p:grpSpPr>
      <p:sp>
        <p:nvSpPr>
          <p:cNvPr id="183" name="Google Shape;183;g2ebb70c520e_0_531"/>
          <p:cNvSpPr txBox="1"/>
          <p:nvPr>
            <p:ph type="title"/>
          </p:nvPr>
        </p:nvSpPr>
        <p:spPr>
          <a:xfrm>
            <a:off x="0" y="2628900"/>
            <a:ext cx="9144000" cy="8064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SzPts val="4000"/>
              <a:buNone/>
              <a:defRPr sz="4000">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blank)">
  <p:cSld name="CUSTOM_21_2_2">
    <p:spTree>
      <p:nvGrpSpPr>
        <p:cNvPr id="184" name="Shape 184"/>
        <p:cNvGrpSpPr/>
        <p:nvPr/>
      </p:nvGrpSpPr>
      <p:grpSpPr>
        <a:xfrm>
          <a:off x="0" y="0"/>
          <a:ext cx="0" cy="0"/>
          <a:chOff x="0" y="0"/>
          <a:chExt cx="0" cy="0"/>
        </a:xfrm>
      </p:grpSpPr>
      <p:cxnSp>
        <p:nvCxnSpPr>
          <p:cNvPr id="185" name="Google Shape;185;g2ebb70c520e_0_533"/>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186" name="Google Shape;186;g2ebb70c520e_0_533"/>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7" name="Google Shape;187;g2ebb70c520e_0_533"/>
          <p:cNvPicPr preferRelativeResize="0"/>
          <p:nvPr/>
        </p:nvPicPr>
        <p:blipFill rotWithShape="1">
          <a:blip r:embed="rId2">
            <a:alphaModFix/>
          </a:blip>
          <a:srcRect b="0" l="0" r="0" t="0"/>
          <a:stretch/>
        </p:blipFill>
        <p:spPr>
          <a:xfrm>
            <a:off x="227700" y="248025"/>
            <a:ext cx="459000" cy="471541"/>
          </a:xfrm>
          <a:prstGeom prst="rect">
            <a:avLst/>
          </a:prstGeom>
          <a:noFill/>
          <a:ln>
            <a:noFill/>
          </a:ln>
        </p:spPr>
      </p:pic>
      <p:sp>
        <p:nvSpPr>
          <p:cNvPr id="188" name="Google Shape;188;g2ebb70c520e_0_533"/>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189" name="Google Shape;189;g2ebb70c520e_0_533"/>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Recap</a:t>
            </a:r>
            <a:endParaRPr b="1" i="0" sz="2600" u="none" cap="none" strike="noStrike">
              <a:solidFill>
                <a:schemeClr val="dk2"/>
              </a:solidFill>
              <a:latin typeface="Roboto"/>
              <a:ea typeface="Roboto"/>
              <a:cs typeface="Roboto"/>
              <a:sym typeface="Roboto"/>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with bullets)">
  <p:cSld name="CUSTOM_21_2_3">
    <p:spTree>
      <p:nvGrpSpPr>
        <p:cNvPr id="190" name="Shape 190"/>
        <p:cNvGrpSpPr/>
        <p:nvPr/>
      </p:nvGrpSpPr>
      <p:grpSpPr>
        <a:xfrm>
          <a:off x="0" y="0"/>
          <a:ext cx="0" cy="0"/>
          <a:chOff x="0" y="0"/>
          <a:chExt cx="0" cy="0"/>
        </a:xfrm>
      </p:grpSpPr>
      <p:cxnSp>
        <p:nvCxnSpPr>
          <p:cNvPr id="191" name="Google Shape;191;g2ebb70c520e_0_539"/>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192" name="Google Shape;192;g2ebb70c520e_0_539"/>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3" name="Google Shape;193;g2ebb70c520e_0_539"/>
          <p:cNvPicPr preferRelativeResize="0"/>
          <p:nvPr/>
        </p:nvPicPr>
        <p:blipFill rotWithShape="1">
          <a:blip r:embed="rId2">
            <a:alphaModFix/>
          </a:blip>
          <a:srcRect b="0" l="0" r="0" t="0"/>
          <a:stretch/>
        </p:blipFill>
        <p:spPr>
          <a:xfrm>
            <a:off x="227700" y="248025"/>
            <a:ext cx="459000" cy="471541"/>
          </a:xfrm>
          <a:prstGeom prst="rect">
            <a:avLst/>
          </a:prstGeom>
          <a:noFill/>
          <a:ln>
            <a:noFill/>
          </a:ln>
        </p:spPr>
      </p:pic>
      <p:sp>
        <p:nvSpPr>
          <p:cNvPr id="194" name="Google Shape;194;g2ebb70c520e_0_539"/>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Recap</a:t>
            </a:r>
            <a:endParaRPr b="1" i="0" sz="2600" u="none" cap="none" strike="noStrike">
              <a:solidFill>
                <a:schemeClr val="dk2"/>
              </a:solidFill>
              <a:latin typeface="Roboto"/>
              <a:ea typeface="Roboto"/>
              <a:cs typeface="Roboto"/>
              <a:sym typeface="Roboto"/>
            </a:endParaRPr>
          </a:p>
        </p:txBody>
      </p:sp>
      <p:sp>
        <p:nvSpPr>
          <p:cNvPr id="195" name="Google Shape;195;g2ebb70c520e_0_539"/>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g2ebb70c520e_0_539"/>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g2ebb70c520e_0_539"/>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g2ebb70c520e_0_539"/>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g2ebb70c520e_0_539"/>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g2ebb70c520e_0_539"/>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1" name="Google Shape;201;g2ebb70c520e_0_539"/>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2" name="Google Shape;202;g2ebb70c520e_0_539"/>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3" name="Google Shape;203;g2ebb70c520e_0_539"/>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4" name="Google Shape;204;g2ebb70c520e_0_539"/>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5" name="Google Shape;205;g2ebb70c520e_0_539"/>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206" name="Google Shape;206;g2ebb70c520e_0_539"/>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207" name="Google Shape;207;g2ebb70c520e_0_539"/>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208" name="Google Shape;208;g2ebb70c520e_0_539"/>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209" name="Google Shape;209;g2ebb70c520e_0_539"/>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210" name="Google Shape;210;g2ebb70c520e_0_539"/>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blank)">
  <p:cSld name="CUSTOM_21_2_2_1">
    <p:spTree>
      <p:nvGrpSpPr>
        <p:cNvPr id="211" name="Shape 211"/>
        <p:cNvGrpSpPr/>
        <p:nvPr/>
      </p:nvGrpSpPr>
      <p:grpSpPr>
        <a:xfrm>
          <a:off x="0" y="0"/>
          <a:ext cx="0" cy="0"/>
          <a:chOff x="0" y="0"/>
          <a:chExt cx="0" cy="0"/>
        </a:xfrm>
      </p:grpSpPr>
      <p:cxnSp>
        <p:nvCxnSpPr>
          <p:cNvPr id="212" name="Google Shape;212;g2ebb70c520e_0_560"/>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13" name="Google Shape;213;g2ebb70c520e_0_560"/>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4" name="Google Shape;214;g2ebb70c520e_0_560"/>
          <p:cNvPicPr preferRelativeResize="0"/>
          <p:nvPr/>
        </p:nvPicPr>
        <p:blipFill rotWithShape="1">
          <a:blip r:embed="rId2">
            <a:alphaModFix/>
          </a:blip>
          <a:srcRect b="0" l="0" r="0" t="0"/>
          <a:stretch/>
        </p:blipFill>
        <p:spPr>
          <a:xfrm>
            <a:off x="208763" y="235363"/>
            <a:ext cx="496875" cy="496875"/>
          </a:xfrm>
          <a:prstGeom prst="rect">
            <a:avLst/>
          </a:prstGeom>
          <a:noFill/>
          <a:ln>
            <a:noFill/>
          </a:ln>
        </p:spPr>
      </p:pic>
      <p:sp>
        <p:nvSpPr>
          <p:cNvPr id="215" name="Google Shape;215;g2ebb70c520e_0_560"/>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Learning Objectives</a:t>
            </a:r>
            <a:endParaRPr b="1" i="0" sz="2600" u="none" cap="none" strike="noStrike">
              <a:solidFill>
                <a:schemeClr val="dk2"/>
              </a:solidFill>
              <a:latin typeface="Roboto"/>
              <a:ea typeface="Roboto"/>
              <a:cs typeface="Roboto"/>
              <a:sym typeface="Roboto"/>
            </a:endParaRPr>
          </a:p>
        </p:txBody>
      </p:sp>
      <p:sp>
        <p:nvSpPr>
          <p:cNvPr id="216" name="Google Shape;216;g2ebb70c520e_0_560"/>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with bullets)">
  <p:cSld name="CUSTOM_21_2_2_1_1">
    <p:spTree>
      <p:nvGrpSpPr>
        <p:cNvPr id="217" name="Shape 217"/>
        <p:cNvGrpSpPr/>
        <p:nvPr/>
      </p:nvGrpSpPr>
      <p:grpSpPr>
        <a:xfrm>
          <a:off x="0" y="0"/>
          <a:ext cx="0" cy="0"/>
          <a:chOff x="0" y="0"/>
          <a:chExt cx="0" cy="0"/>
        </a:xfrm>
      </p:grpSpPr>
      <p:cxnSp>
        <p:nvCxnSpPr>
          <p:cNvPr id="218" name="Google Shape;218;g2ebb70c520e_0_566"/>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19" name="Google Shape;219;g2ebb70c520e_0_566"/>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0" name="Google Shape;220;g2ebb70c520e_0_566"/>
          <p:cNvPicPr preferRelativeResize="0"/>
          <p:nvPr/>
        </p:nvPicPr>
        <p:blipFill rotWithShape="1">
          <a:blip r:embed="rId2">
            <a:alphaModFix/>
          </a:blip>
          <a:srcRect b="0" l="0" r="0" t="0"/>
          <a:stretch/>
        </p:blipFill>
        <p:spPr>
          <a:xfrm>
            <a:off x="208763" y="235363"/>
            <a:ext cx="496875" cy="496875"/>
          </a:xfrm>
          <a:prstGeom prst="rect">
            <a:avLst/>
          </a:prstGeom>
          <a:noFill/>
          <a:ln>
            <a:noFill/>
          </a:ln>
        </p:spPr>
      </p:pic>
      <p:sp>
        <p:nvSpPr>
          <p:cNvPr id="221" name="Google Shape;221;g2ebb70c520e_0_566"/>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g2ebb70c520e_0_566"/>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g2ebb70c520e_0_566"/>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g2ebb70c520e_0_566"/>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g2ebb70c520e_0_566"/>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g2ebb70c520e_0_566"/>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7" name="Google Shape;227;g2ebb70c520e_0_566"/>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8" name="Google Shape;228;g2ebb70c520e_0_566"/>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9" name="Google Shape;229;g2ebb70c520e_0_566"/>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30" name="Google Shape;230;g2ebb70c520e_0_566"/>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31" name="Google Shape;231;g2ebb70c520e_0_566"/>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232" name="Google Shape;232;g2ebb70c520e_0_566"/>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233" name="Google Shape;233;g2ebb70c520e_0_566"/>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234" name="Google Shape;234;g2ebb70c520e_0_566"/>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235" name="Google Shape;235;g2ebb70c520e_0_566"/>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236" name="Google Shape;236;g2ebb70c520e_0_566"/>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Learning Objectives</a:t>
            </a:r>
            <a:endParaRPr b="1" i="0" sz="2600" u="none" cap="none" strike="noStrike">
              <a:solidFill>
                <a:schemeClr val="dk2"/>
              </a:solidFill>
              <a:latin typeface="Roboto"/>
              <a:ea typeface="Roboto"/>
              <a:cs typeface="Roboto"/>
              <a:sym typeface="Roboto"/>
            </a:endParaRPr>
          </a:p>
        </p:txBody>
      </p:sp>
      <p:sp>
        <p:nvSpPr>
          <p:cNvPr id="237" name="Google Shape;237;g2ebb70c520e_0_566"/>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
    <p:spTree>
      <p:nvGrpSpPr>
        <p:cNvPr id="238" name="Shape 238"/>
        <p:cNvGrpSpPr/>
        <p:nvPr/>
      </p:nvGrpSpPr>
      <p:grpSpPr>
        <a:xfrm>
          <a:off x="0" y="0"/>
          <a:ext cx="0" cy="0"/>
          <a:chOff x="0" y="0"/>
          <a:chExt cx="0" cy="0"/>
        </a:xfrm>
      </p:grpSpPr>
      <p:sp>
        <p:nvSpPr>
          <p:cNvPr id="239" name="Google Shape;239;g2ebb70c520e_0_587"/>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g2ebb70c520e_0_587"/>
          <p:cNvSpPr txBox="1"/>
          <p:nvPr/>
        </p:nvSpPr>
        <p:spPr>
          <a:xfrm>
            <a:off x="457200" y="160020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01.</a:t>
            </a:r>
            <a:endParaRPr b="1" i="0" sz="1800" u="none" cap="none" strike="noStrike">
              <a:solidFill>
                <a:schemeClr val="dk2"/>
              </a:solidFill>
              <a:latin typeface="Roboto"/>
              <a:ea typeface="Roboto"/>
              <a:cs typeface="Roboto"/>
              <a:sym typeface="Roboto"/>
            </a:endParaRPr>
          </a:p>
        </p:txBody>
      </p:sp>
      <p:sp>
        <p:nvSpPr>
          <p:cNvPr id="241" name="Google Shape;241;g2ebb70c520e_0_587"/>
          <p:cNvSpPr txBox="1"/>
          <p:nvPr/>
        </p:nvSpPr>
        <p:spPr>
          <a:xfrm>
            <a:off x="457197" y="2062175"/>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02.</a:t>
            </a:r>
            <a:endParaRPr b="1" i="0" sz="1800" u="none" cap="none" strike="noStrike">
              <a:solidFill>
                <a:schemeClr val="dk2"/>
              </a:solidFill>
              <a:latin typeface="Roboto"/>
              <a:ea typeface="Roboto"/>
              <a:cs typeface="Roboto"/>
              <a:sym typeface="Roboto"/>
            </a:endParaRPr>
          </a:p>
        </p:txBody>
      </p:sp>
      <p:sp>
        <p:nvSpPr>
          <p:cNvPr id="242" name="Google Shape;242;g2ebb70c520e_0_587"/>
          <p:cNvSpPr txBox="1"/>
          <p:nvPr/>
        </p:nvSpPr>
        <p:spPr>
          <a:xfrm>
            <a:off x="457204" y="253925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03.</a:t>
            </a:r>
            <a:endParaRPr b="1" i="0" sz="1800" u="none" cap="none" strike="noStrike">
              <a:solidFill>
                <a:schemeClr val="dk2"/>
              </a:solidFill>
              <a:latin typeface="Roboto"/>
              <a:ea typeface="Roboto"/>
              <a:cs typeface="Roboto"/>
              <a:sym typeface="Roboto"/>
            </a:endParaRPr>
          </a:p>
        </p:txBody>
      </p:sp>
      <p:sp>
        <p:nvSpPr>
          <p:cNvPr id="243" name="Google Shape;243;g2ebb70c520e_0_587"/>
          <p:cNvSpPr txBox="1"/>
          <p:nvPr/>
        </p:nvSpPr>
        <p:spPr>
          <a:xfrm>
            <a:off x="457197" y="2981656"/>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04.</a:t>
            </a:r>
            <a:endParaRPr b="1" i="0" sz="1800" u="none" cap="none" strike="noStrike">
              <a:solidFill>
                <a:schemeClr val="dk2"/>
              </a:solidFill>
              <a:latin typeface="Roboto"/>
              <a:ea typeface="Roboto"/>
              <a:cs typeface="Roboto"/>
              <a:sym typeface="Roboto"/>
            </a:endParaRPr>
          </a:p>
        </p:txBody>
      </p:sp>
      <p:sp>
        <p:nvSpPr>
          <p:cNvPr id="244" name="Google Shape;244;g2ebb70c520e_0_587"/>
          <p:cNvSpPr txBox="1"/>
          <p:nvPr/>
        </p:nvSpPr>
        <p:spPr>
          <a:xfrm>
            <a:off x="457200" y="3443301"/>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05.</a:t>
            </a:r>
            <a:endParaRPr b="1" i="0" sz="1800" u="none" cap="none" strike="noStrike">
              <a:solidFill>
                <a:schemeClr val="dk2"/>
              </a:solidFill>
              <a:latin typeface="Roboto"/>
              <a:ea typeface="Roboto"/>
              <a:cs typeface="Roboto"/>
              <a:sym typeface="Roboto"/>
            </a:endParaRPr>
          </a:p>
        </p:txBody>
      </p:sp>
      <p:sp>
        <p:nvSpPr>
          <p:cNvPr id="245" name="Google Shape;245;g2ebb70c520e_0_587"/>
          <p:cNvSpPr txBox="1"/>
          <p:nvPr/>
        </p:nvSpPr>
        <p:spPr>
          <a:xfrm>
            <a:off x="4563800" y="160020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06.</a:t>
            </a:r>
            <a:endParaRPr b="1" i="0" sz="1800" u="none" cap="none" strike="noStrike">
              <a:solidFill>
                <a:schemeClr val="dk2"/>
              </a:solidFill>
              <a:latin typeface="Roboto"/>
              <a:ea typeface="Roboto"/>
              <a:cs typeface="Roboto"/>
              <a:sym typeface="Roboto"/>
            </a:endParaRPr>
          </a:p>
        </p:txBody>
      </p:sp>
      <p:sp>
        <p:nvSpPr>
          <p:cNvPr id="246" name="Google Shape;246;g2ebb70c520e_0_587"/>
          <p:cNvSpPr txBox="1"/>
          <p:nvPr/>
        </p:nvSpPr>
        <p:spPr>
          <a:xfrm>
            <a:off x="4563800" y="2064886"/>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07.</a:t>
            </a:r>
            <a:endParaRPr b="1" i="0" sz="1800" u="none" cap="none" strike="noStrike">
              <a:solidFill>
                <a:schemeClr val="dk2"/>
              </a:solidFill>
              <a:latin typeface="Roboto"/>
              <a:ea typeface="Roboto"/>
              <a:cs typeface="Roboto"/>
              <a:sym typeface="Roboto"/>
            </a:endParaRPr>
          </a:p>
        </p:txBody>
      </p:sp>
      <p:sp>
        <p:nvSpPr>
          <p:cNvPr id="247" name="Google Shape;247;g2ebb70c520e_0_587"/>
          <p:cNvSpPr txBox="1"/>
          <p:nvPr/>
        </p:nvSpPr>
        <p:spPr>
          <a:xfrm>
            <a:off x="4563800" y="2529587"/>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08.</a:t>
            </a:r>
            <a:endParaRPr b="1" i="0" sz="1800" u="none" cap="none" strike="noStrike">
              <a:solidFill>
                <a:schemeClr val="dk2"/>
              </a:solidFill>
              <a:latin typeface="Roboto"/>
              <a:ea typeface="Roboto"/>
              <a:cs typeface="Roboto"/>
              <a:sym typeface="Roboto"/>
            </a:endParaRPr>
          </a:p>
        </p:txBody>
      </p:sp>
      <p:sp>
        <p:nvSpPr>
          <p:cNvPr id="248" name="Google Shape;248;g2ebb70c520e_0_587"/>
          <p:cNvSpPr txBox="1"/>
          <p:nvPr/>
        </p:nvSpPr>
        <p:spPr>
          <a:xfrm>
            <a:off x="4563800" y="2981625"/>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09.</a:t>
            </a:r>
            <a:endParaRPr b="1" i="0" sz="1800" u="none" cap="none" strike="noStrike">
              <a:solidFill>
                <a:schemeClr val="dk2"/>
              </a:solidFill>
              <a:latin typeface="Roboto"/>
              <a:ea typeface="Roboto"/>
              <a:cs typeface="Roboto"/>
              <a:sym typeface="Roboto"/>
            </a:endParaRPr>
          </a:p>
        </p:txBody>
      </p:sp>
      <p:sp>
        <p:nvSpPr>
          <p:cNvPr id="249" name="Google Shape;249;g2ebb70c520e_0_587"/>
          <p:cNvSpPr txBox="1"/>
          <p:nvPr/>
        </p:nvSpPr>
        <p:spPr>
          <a:xfrm>
            <a:off x="4563800" y="3444731"/>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10.</a:t>
            </a:r>
            <a:endParaRPr b="1" i="0" sz="1800" u="none" cap="none" strike="noStrike">
              <a:solidFill>
                <a:schemeClr val="dk2"/>
              </a:solidFill>
              <a:latin typeface="Roboto"/>
              <a:ea typeface="Roboto"/>
              <a:cs typeface="Roboto"/>
              <a:sym typeface="Roboto"/>
            </a:endParaRPr>
          </a:p>
        </p:txBody>
      </p:sp>
      <p:pic>
        <p:nvPicPr>
          <p:cNvPr id="250" name="Google Shape;250;g2ebb70c520e_0_587"/>
          <p:cNvPicPr preferRelativeResize="0"/>
          <p:nvPr/>
        </p:nvPicPr>
        <p:blipFill rotWithShape="1">
          <a:blip r:embed="rId2">
            <a:alphaModFix/>
          </a:blip>
          <a:srcRect b="0" l="0" r="0" t="0"/>
          <a:stretch/>
        </p:blipFill>
        <p:spPr>
          <a:xfrm>
            <a:off x="313425" y="301475"/>
            <a:ext cx="287550" cy="364650"/>
          </a:xfrm>
          <a:prstGeom prst="rect">
            <a:avLst/>
          </a:prstGeom>
          <a:noFill/>
          <a:ln>
            <a:noFill/>
          </a:ln>
        </p:spPr>
      </p:pic>
      <p:cxnSp>
        <p:nvCxnSpPr>
          <p:cNvPr id="251" name="Google Shape;251;g2ebb70c520e_0_587"/>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52" name="Google Shape;252;g2ebb70c520e_0_587"/>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253" name="Google Shape;253;g2ebb70c520e_0_587"/>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Table of Contents</a:t>
            </a:r>
            <a:endParaRPr b="1" i="0" sz="2600" u="none" cap="none" strike="noStrike">
              <a:solidFill>
                <a:schemeClr val="dk2"/>
              </a:solidFill>
              <a:latin typeface="Roboto"/>
              <a:ea typeface="Roboto"/>
              <a:cs typeface="Roboto"/>
              <a:sym typeface="Roboto"/>
            </a:endParaRPr>
          </a:p>
        </p:txBody>
      </p:sp>
      <p:sp>
        <p:nvSpPr>
          <p:cNvPr id="254" name="Google Shape;254;g2ebb70c520e_0_587"/>
          <p:cNvSpPr txBox="1"/>
          <p:nvPr>
            <p:ph idx="2" type="body"/>
          </p:nvPr>
        </p:nvSpPr>
        <p:spPr>
          <a:xfrm>
            <a:off x="914400" y="1609349"/>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5" name="Google Shape;255;g2ebb70c520e_0_587"/>
          <p:cNvSpPr txBox="1"/>
          <p:nvPr>
            <p:ph idx="3" type="body"/>
          </p:nvPr>
        </p:nvSpPr>
        <p:spPr>
          <a:xfrm>
            <a:off x="914400" y="3435562"/>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6" name="Google Shape;256;g2ebb70c520e_0_587"/>
          <p:cNvSpPr txBox="1"/>
          <p:nvPr>
            <p:ph idx="4" type="body"/>
          </p:nvPr>
        </p:nvSpPr>
        <p:spPr>
          <a:xfrm>
            <a:off x="914400" y="2065902"/>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7" name="Google Shape;257;g2ebb70c520e_0_587"/>
          <p:cNvSpPr txBox="1"/>
          <p:nvPr>
            <p:ph idx="5" type="body"/>
          </p:nvPr>
        </p:nvSpPr>
        <p:spPr>
          <a:xfrm>
            <a:off x="914400" y="2522456"/>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8" name="Google Shape;258;g2ebb70c520e_0_587"/>
          <p:cNvSpPr txBox="1"/>
          <p:nvPr>
            <p:ph idx="6" type="body"/>
          </p:nvPr>
        </p:nvSpPr>
        <p:spPr>
          <a:xfrm>
            <a:off x="914400" y="2979009"/>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9" name="Google Shape;259;g2ebb70c520e_0_587"/>
          <p:cNvSpPr txBox="1"/>
          <p:nvPr>
            <p:ph idx="7" type="body"/>
          </p:nvPr>
        </p:nvSpPr>
        <p:spPr>
          <a:xfrm>
            <a:off x="5029200" y="160935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0" name="Google Shape;260;g2ebb70c520e_0_587"/>
          <p:cNvSpPr txBox="1"/>
          <p:nvPr>
            <p:ph idx="8" type="body"/>
          </p:nvPr>
        </p:nvSpPr>
        <p:spPr>
          <a:xfrm>
            <a:off x="5029200" y="343555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1" name="Google Shape;261;g2ebb70c520e_0_587"/>
          <p:cNvSpPr txBox="1"/>
          <p:nvPr>
            <p:ph idx="9" type="body"/>
          </p:nvPr>
        </p:nvSpPr>
        <p:spPr>
          <a:xfrm>
            <a:off x="5029200" y="206590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2" name="Google Shape;262;g2ebb70c520e_0_587"/>
          <p:cNvSpPr txBox="1"/>
          <p:nvPr>
            <p:ph idx="13" type="body"/>
          </p:nvPr>
        </p:nvSpPr>
        <p:spPr>
          <a:xfrm>
            <a:off x="5029200" y="2522451"/>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3" name="Google Shape;263;g2ebb70c520e_0_587"/>
          <p:cNvSpPr txBox="1"/>
          <p:nvPr>
            <p:ph idx="14" type="body"/>
          </p:nvPr>
        </p:nvSpPr>
        <p:spPr>
          <a:xfrm>
            <a:off x="5029200" y="297900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extLst>
    <p:ext uri="{DCECCB84-F9BA-43D5-87BE-67443E8EF086}">
      <p15:sldGuideLst>
        <p15:guide id="1" pos="572">
          <p15:clr>
            <a:srgbClr val="E46962"/>
          </p15:clr>
        </p15:guide>
        <p15:guide id="2" pos="2884">
          <p15:clr>
            <a:srgbClr val="E46962"/>
          </p15:clr>
        </p15:guide>
        <p15:guide id="3" pos="3168">
          <p15:clr>
            <a:srgbClr val="E46962"/>
          </p15:clr>
        </p15:guide>
        <p15:guide id="4" orient="horz" pos="288">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p:cSld name="CUSTOM_23">
    <p:bg>
      <p:bgPr>
        <a:solidFill>
          <a:srgbClr val="F2F2F2"/>
        </a:solidFill>
      </p:bgPr>
    </p:bg>
    <p:spTree>
      <p:nvGrpSpPr>
        <p:cNvPr id="264" name="Shape 264"/>
        <p:cNvGrpSpPr/>
        <p:nvPr/>
      </p:nvGrpSpPr>
      <p:grpSpPr>
        <a:xfrm>
          <a:off x="0" y="0"/>
          <a:ext cx="0" cy="0"/>
          <a:chOff x="0" y="0"/>
          <a:chExt cx="0" cy="0"/>
        </a:xfrm>
      </p:grpSpPr>
      <p:sp>
        <p:nvSpPr>
          <p:cNvPr id="265" name="Google Shape;265;g2ebb70c520e_0_613"/>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g2ebb70c520e_0_613"/>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267" name="Google Shape;267;g2ebb70c520e_0_613"/>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268" name="Google Shape;268;g2ebb70c520e_0_613"/>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269" name="Google Shape;269;g2ebb70c520e_0_613"/>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70" name="Google Shape;270;g2ebb70c520e_0_613"/>
          <p:cNvSpPr txBox="1"/>
          <p:nvPr>
            <p:ph idx="1"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algn="r">
              <a:lnSpc>
                <a:spcPct val="115000"/>
              </a:lnSpc>
              <a:spcBef>
                <a:spcPts val="0"/>
              </a:spcBef>
              <a:spcAft>
                <a:spcPts val="0"/>
              </a:spcAft>
              <a:buClr>
                <a:schemeClr val="dk2"/>
              </a:buClr>
              <a:buSzPts val="1800"/>
              <a:buNone/>
              <a:defRPr>
                <a:solidFill>
                  <a:schemeClr val="dk2"/>
                </a:solidFill>
              </a:defRPr>
            </a:lvl1pPr>
            <a:lvl2pPr lvl="1" algn="r">
              <a:lnSpc>
                <a:spcPct val="115000"/>
              </a:lnSpc>
              <a:spcBef>
                <a:spcPts val="0"/>
              </a:spcBef>
              <a:spcAft>
                <a:spcPts val="0"/>
              </a:spcAft>
              <a:buClr>
                <a:schemeClr val="dk2"/>
              </a:buClr>
              <a:buSzPts val="1800"/>
              <a:buNone/>
              <a:defRPr>
                <a:solidFill>
                  <a:schemeClr val="dk2"/>
                </a:solidFill>
              </a:defRPr>
            </a:lvl2pPr>
            <a:lvl3pPr lvl="2" algn="r">
              <a:lnSpc>
                <a:spcPct val="115000"/>
              </a:lnSpc>
              <a:spcBef>
                <a:spcPts val="0"/>
              </a:spcBef>
              <a:spcAft>
                <a:spcPts val="0"/>
              </a:spcAft>
              <a:buClr>
                <a:schemeClr val="dk2"/>
              </a:buClr>
              <a:buSzPts val="1800"/>
              <a:buNone/>
              <a:defRPr>
                <a:solidFill>
                  <a:schemeClr val="dk2"/>
                </a:solidFill>
              </a:defRPr>
            </a:lvl3pPr>
            <a:lvl4pPr lvl="3" algn="r">
              <a:lnSpc>
                <a:spcPct val="115000"/>
              </a:lnSpc>
              <a:spcBef>
                <a:spcPts val="0"/>
              </a:spcBef>
              <a:spcAft>
                <a:spcPts val="0"/>
              </a:spcAft>
              <a:buClr>
                <a:schemeClr val="dk2"/>
              </a:buClr>
              <a:buSzPts val="1800"/>
              <a:buNone/>
              <a:defRPr>
                <a:solidFill>
                  <a:schemeClr val="dk2"/>
                </a:solidFill>
              </a:defRPr>
            </a:lvl4pPr>
            <a:lvl5pPr lvl="4" algn="r">
              <a:lnSpc>
                <a:spcPct val="115000"/>
              </a:lnSpc>
              <a:spcBef>
                <a:spcPts val="0"/>
              </a:spcBef>
              <a:spcAft>
                <a:spcPts val="0"/>
              </a:spcAft>
              <a:buClr>
                <a:schemeClr val="dk2"/>
              </a:buClr>
              <a:buSzPts val="1800"/>
              <a:buNone/>
              <a:defRPr>
                <a:solidFill>
                  <a:schemeClr val="dk2"/>
                </a:solidFill>
              </a:defRPr>
            </a:lvl5pPr>
            <a:lvl6pPr lvl="5" algn="r">
              <a:lnSpc>
                <a:spcPct val="115000"/>
              </a:lnSpc>
              <a:spcBef>
                <a:spcPts val="0"/>
              </a:spcBef>
              <a:spcAft>
                <a:spcPts val="0"/>
              </a:spcAft>
              <a:buClr>
                <a:schemeClr val="dk2"/>
              </a:buClr>
              <a:buSzPts val="1800"/>
              <a:buNone/>
              <a:defRPr>
                <a:solidFill>
                  <a:schemeClr val="dk2"/>
                </a:solidFill>
              </a:defRPr>
            </a:lvl6pPr>
            <a:lvl7pPr lvl="6" algn="r">
              <a:lnSpc>
                <a:spcPct val="115000"/>
              </a:lnSpc>
              <a:spcBef>
                <a:spcPts val="0"/>
              </a:spcBef>
              <a:spcAft>
                <a:spcPts val="0"/>
              </a:spcAft>
              <a:buClr>
                <a:schemeClr val="dk2"/>
              </a:buClr>
              <a:buSzPts val="1800"/>
              <a:buNone/>
              <a:defRPr>
                <a:solidFill>
                  <a:schemeClr val="dk2"/>
                </a:solidFill>
              </a:defRPr>
            </a:lvl7pPr>
            <a:lvl8pPr lvl="7" algn="r">
              <a:lnSpc>
                <a:spcPct val="115000"/>
              </a:lnSpc>
              <a:spcBef>
                <a:spcPts val="0"/>
              </a:spcBef>
              <a:spcAft>
                <a:spcPts val="0"/>
              </a:spcAft>
              <a:buClr>
                <a:schemeClr val="dk2"/>
              </a:buClr>
              <a:buSzPts val="1800"/>
              <a:buNone/>
              <a:defRPr>
                <a:solidFill>
                  <a:schemeClr val="dk2"/>
                </a:solidFill>
              </a:defRPr>
            </a:lvl8pPr>
            <a:lvl9pPr lvl="8" algn="r">
              <a:lnSpc>
                <a:spcPct val="115000"/>
              </a:lnSpc>
              <a:spcBef>
                <a:spcPts val="0"/>
              </a:spcBef>
              <a:spcAft>
                <a:spcPts val="0"/>
              </a:spcAft>
              <a:buClr>
                <a:schemeClr val="dk2"/>
              </a:buClr>
              <a:buSzPts val="1800"/>
              <a:buNone/>
              <a:defRPr>
                <a:solidFill>
                  <a:schemeClr val="dk2"/>
                </a:solidFill>
              </a:defRPr>
            </a:lvl9pPr>
          </a:lstStyle>
          <a:p/>
        </p:txBody>
      </p:sp>
      <p:pic>
        <p:nvPicPr>
          <p:cNvPr id="271" name="Google Shape;271;g2ebb70c520e_0_613"/>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272" name="Google Shape;272;g2ebb70c520e_0_613"/>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273" name="Google Shape;273;g2ebb70c520e_0_613"/>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Class activity)">
  <p:cSld name="CUSTOM_23_2">
    <p:bg>
      <p:bgPr>
        <a:solidFill>
          <a:srgbClr val="F2F2F2"/>
        </a:solidFill>
      </p:bgPr>
    </p:bg>
    <p:spTree>
      <p:nvGrpSpPr>
        <p:cNvPr id="274" name="Shape 274"/>
        <p:cNvGrpSpPr/>
        <p:nvPr/>
      </p:nvGrpSpPr>
      <p:grpSpPr>
        <a:xfrm>
          <a:off x="0" y="0"/>
          <a:ext cx="0" cy="0"/>
          <a:chOff x="0" y="0"/>
          <a:chExt cx="0" cy="0"/>
        </a:xfrm>
      </p:grpSpPr>
      <p:sp>
        <p:nvSpPr>
          <p:cNvPr id="275" name="Google Shape;275;g2ebb70c520e_0_623"/>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g2ebb70c520e_0_623"/>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Class </a:t>
            </a: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277" name="Google Shape;277;g2ebb70c520e_0_623"/>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278" name="Google Shape;278;g2ebb70c520e_0_623"/>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279" name="Google Shape;279;g2ebb70c520e_0_623"/>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80" name="Google Shape;280;g2ebb70c520e_0_623"/>
          <p:cNvSpPr txBox="1"/>
          <p:nvPr>
            <p:ph idx="1"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rtl="0" algn="r">
              <a:lnSpc>
                <a:spcPct val="115000"/>
              </a:lnSpc>
              <a:spcBef>
                <a:spcPts val="0"/>
              </a:spcBef>
              <a:spcAft>
                <a:spcPts val="0"/>
              </a:spcAft>
              <a:buClr>
                <a:schemeClr val="dk2"/>
              </a:buClr>
              <a:buSzPts val="1800"/>
              <a:buNone/>
              <a:defRPr>
                <a:solidFill>
                  <a:schemeClr val="dk2"/>
                </a:solidFill>
              </a:defRPr>
            </a:lvl1pPr>
            <a:lvl2pPr lvl="1" rtl="0" algn="r">
              <a:lnSpc>
                <a:spcPct val="115000"/>
              </a:lnSpc>
              <a:spcBef>
                <a:spcPts val="0"/>
              </a:spcBef>
              <a:spcAft>
                <a:spcPts val="0"/>
              </a:spcAft>
              <a:buClr>
                <a:schemeClr val="dk2"/>
              </a:buClr>
              <a:buSzPts val="1800"/>
              <a:buNone/>
              <a:defRPr>
                <a:solidFill>
                  <a:schemeClr val="dk2"/>
                </a:solidFill>
              </a:defRPr>
            </a:lvl2pPr>
            <a:lvl3pPr lvl="2" rtl="0" algn="r">
              <a:lnSpc>
                <a:spcPct val="115000"/>
              </a:lnSpc>
              <a:spcBef>
                <a:spcPts val="0"/>
              </a:spcBef>
              <a:spcAft>
                <a:spcPts val="0"/>
              </a:spcAft>
              <a:buClr>
                <a:schemeClr val="dk2"/>
              </a:buClr>
              <a:buSzPts val="1800"/>
              <a:buNone/>
              <a:defRPr>
                <a:solidFill>
                  <a:schemeClr val="dk2"/>
                </a:solidFill>
              </a:defRPr>
            </a:lvl3pPr>
            <a:lvl4pPr lvl="3" rtl="0" algn="r">
              <a:lnSpc>
                <a:spcPct val="115000"/>
              </a:lnSpc>
              <a:spcBef>
                <a:spcPts val="0"/>
              </a:spcBef>
              <a:spcAft>
                <a:spcPts val="0"/>
              </a:spcAft>
              <a:buClr>
                <a:schemeClr val="dk2"/>
              </a:buClr>
              <a:buSzPts val="1800"/>
              <a:buNone/>
              <a:defRPr>
                <a:solidFill>
                  <a:schemeClr val="dk2"/>
                </a:solidFill>
              </a:defRPr>
            </a:lvl4pPr>
            <a:lvl5pPr lvl="4" rtl="0" algn="r">
              <a:lnSpc>
                <a:spcPct val="115000"/>
              </a:lnSpc>
              <a:spcBef>
                <a:spcPts val="0"/>
              </a:spcBef>
              <a:spcAft>
                <a:spcPts val="0"/>
              </a:spcAft>
              <a:buClr>
                <a:schemeClr val="dk2"/>
              </a:buClr>
              <a:buSzPts val="1800"/>
              <a:buNone/>
              <a:defRPr>
                <a:solidFill>
                  <a:schemeClr val="dk2"/>
                </a:solidFill>
              </a:defRPr>
            </a:lvl5pPr>
            <a:lvl6pPr lvl="5" rtl="0" algn="r">
              <a:lnSpc>
                <a:spcPct val="115000"/>
              </a:lnSpc>
              <a:spcBef>
                <a:spcPts val="0"/>
              </a:spcBef>
              <a:spcAft>
                <a:spcPts val="0"/>
              </a:spcAft>
              <a:buClr>
                <a:schemeClr val="dk2"/>
              </a:buClr>
              <a:buSzPts val="1800"/>
              <a:buNone/>
              <a:defRPr>
                <a:solidFill>
                  <a:schemeClr val="dk2"/>
                </a:solidFill>
              </a:defRPr>
            </a:lvl6pPr>
            <a:lvl7pPr lvl="6" rtl="0" algn="r">
              <a:lnSpc>
                <a:spcPct val="115000"/>
              </a:lnSpc>
              <a:spcBef>
                <a:spcPts val="0"/>
              </a:spcBef>
              <a:spcAft>
                <a:spcPts val="0"/>
              </a:spcAft>
              <a:buClr>
                <a:schemeClr val="dk2"/>
              </a:buClr>
              <a:buSzPts val="1800"/>
              <a:buNone/>
              <a:defRPr>
                <a:solidFill>
                  <a:schemeClr val="dk2"/>
                </a:solidFill>
              </a:defRPr>
            </a:lvl7pPr>
            <a:lvl8pPr lvl="7" rtl="0" algn="r">
              <a:lnSpc>
                <a:spcPct val="115000"/>
              </a:lnSpc>
              <a:spcBef>
                <a:spcPts val="0"/>
              </a:spcBef>
              <a:spcAft>
                <a:spcPts val="0"/>
              </a:spcAft>
              <a:buClr>
                <a:schemeClr val="dk2"/>
              </a:buClr>
              <a:buSzPts val="1800"/>
              <a:buNone/>
              <a:defRPr>
                <a:solidFill>
                  <a:schemeClr val="dk2"/>
                </a:solidFill>
              </a:defRPr>
            </a:lvl8pPr>
            <a:lvl9pPr lvl="8" rtl="0" algn="r">
              <a:lnSpc>
                <a:spcPct val="115000"/>
              </a:lnSpc>
              <a:spcBef>
                <a:spcPts val="0"/>
              </a:spcBef>
              <a:spcAft>
                <a:spcPts val="0"/>
              </a:spcAft>
              <a:buClr>
                <a:schemeClr val="dk2"/>
              </a:buClr>
              <a:buSzPts val="1800"/>
              <a:buNone/>
              <a:defRPr>
                <a:solidFill>
                  <a:schemeClr val="dk2"/>
                </a:solidFill>
              </a:defRPr>
            </a:lvl9pPr>
          </a:lstStyle>
          <a:p/>
        </p:txBody>
      </p:sp>
      <p:pic>
        <p:nvPicPr>
          <p:cNvPr id="281" name="Google Shape;281;g2ebb70c520e_0_623"/>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282" name="Google Shape;282;g2ebb70c520e_0_623"/>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283" name="Google Shape;283;g2ebb70c520e_0_623"/>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s">
  <p:cSld name="CUSTOM_22_1_1">
    <p:bg>
      <p:bgPr>
        <a:solidFill>
          <a:schemeClr val="lt2"/>
        </a:solidFill>
      </p:bgPr>
    </p:bg>
    <p:spTree>
      <p:nvGrpSpPr>
        <p:cNvPr id="284" name="Shape 284"/>
        <p:cNvGrpSpPr/>
        <p:nvPr/>
      </p:nvGrpSpPr>
      <p:grpSpPr>
        <a:xfrm>
          <a:off x="0" y="0"/>
          <a:ext cx="0" cy="0"/>
          <a:chOff x="0" y="0"/>
          <a:chExt cx="0" cy="0"/>
        </a:xfrm>
      </p:grpSpPr>
      <p:sp>
        <p:nvSpPr>
          <p:cNvPr id="285" name="Google Shape;285;g2ebb70c520e_0_633"/>
          <p:cNvSpPr/>
          <p:nvPr/>
        </p:nvSpPr>
        <p:spPr>
          <a:xfrm flipH="1" rot="10800000">
            <a:off x="688800" y="692100"/>
            <a:ext cx="7766400" cy="3759300"/>
          </a:xfrm>
          <a:prstGeom prst="bracePair">
            <a:avLst/>
          </a:prstGeom>
          <a:noFill/>
          <a:ln cap="flat" cmpd="sng" w="762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g2ebb70c520e_0_633"/>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87" name="Google Shape;287;g2ebb70c520e_0_633"/>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sp>
        <p:nvSpPr>
          <p:cNvPr id="288" name="Google Shape;288;g2ebb70c520e_0_633"/>
          <p:cNvSpPr txBox="1"/>
          <p:nvPr>
            <p:ph idx="1" type="body"/>
          </p:nvPr>
        </p:nvSpPr>
        <p:spPr>
          <a:xfrm>
            <a:off x="1450375" y="1039700"/>
            <a:ext cx="6244200" cy="3131700"/>
          </a:xfrm>
          <a:prstGeom prst="rect">
            <a:avLst/>
          </a:prstGeom>
        </p:spPr>
        <p:txBody>
          <a:bodyPr anchorCtr="0" anchor="ctr" bIns="91425" lIns="365750" spcFirstLastPara="1" rIns="91425" wrap="square" tIns="91425">
            <a:noAutofit/>
          </a:bodyPr>
          <a:lstStyle>
            <a:lvl1pPr indent="-444500" lvl="0" marL="457200" rtl="0">
              <a:spcBef>
                <a:spcPts val="0"/>
              </a:spcBef>
              <a:spcAft>
                <a:spcPts val="0"/>
              </a:spcAft>
              <a:buSzPts val="3400"/>
              <a:buChar char="●"/>
              <a:defRPr sz="3400"/>
            </a:lvl1pPr>
            <a:lvl2pPr indent="-444500" lvl="1" marL="914400" rtl="0">
              <a:spcBef>
                <a:spcPts val="0"/>
              </a:spcBef>
              <a:spcAft>
                <a:spcPts val="0"/>
              </a:spcAft>
              <a:buSzPts val="3400"/>
              <a:buChar char="○"/>
              <a:defRPr sz="3400"/>
            </a:lvl2pPr>
            <a:lvl3pPr indent="-444500" lvl="2" marL="1371600" rtl="0">
              <a:spcBef>
                <a:spcPts val="0"/>
              </a:spcBef>
              <a:spcAft>
                <a:spcPts val="0"/>
              </a:spcAft>
              <a:buSzPts val="3400"/>
              <a:buChar char="■"/>
              <a:defRPr sz="3400"/>
            </a:lvl3pPr>
            <a:lvl4pPr indent="-444500" lvl="3" marL="1828800" rtl="0">
              <a:spcBef>
                <a:spcPts val="0"/>
              </a:spcBef>
              <a:spcAft>
                <a:spcPts val="0"/>
              </a:spcAft>
              <a:buSzPts val="3400"/>
              <a:buChar char="●"/>
              <a:defRPr sz="3400"/>
            </a:lvl4pPr>
            <a:lvl5pPr indent="-444500" lvl="4" marL="2286000" rtl="0">
              <a:spcBef>
                <a:spcPts val="0"/>
              </a:spcBef>
              <a:spcAft>
                <a:spcPts val="0"/>
              </a:spcAft>
              <a:buSzPts val="3400"/>
              <a:buChar char="○"/>
              <a:defRPr sz="3400"/>
            </a:lvl5pPr>
            <a:lvl6pPr indent="-444500" lvl="5" marL="2743200" rtl="0">
              <a:spcBef>
                <a:spcPts val="0"/>
              </a:spcBef>
              <a:spcAft>
                <a:spcPts val="0"/>
              </a:spcAft>
              <a:buSzPts val="3400"/>
              <a:buChar char="■"/>
              <a:defRPr sz="3400"/>
            </a:lvl6pPr>
            <a:lvl7pPr indent="-444500" lvl="6" marL="3200400" rtl="0">
              <a:spcBef>
                <a:spcPts val="0"/>
              </a:spcBef>
              <a:spcAft>
                <a:spcPts val="0"/>
              </a:spcAft>
              <a:buSzPts val="3400"/>
              <a:buChar char="●"/>
              <a:defRPr sz="3400"/>
            </a:lvl7pPr>
            <a:lvl8pPr indent="-444500" lvl="7" marL="3657600" rtl="0">
              <a:spcBef>
                <a:spcPts val="0"/>
              </a:spcBef>
              <a:spcAft>
                <a:spcPts val="0"/>
              </a:spcAft>
              <a:buSzPts val="3400"/>
              <a:buChar char="○"/>
              <a:defRPr sz="3400"/>
            </a:lvl8pPr>
            <a:lvl9pPr indent="-444500" lvl="8" marL="4114800" rtl="0">
              <a:spcBef>
                <a:spcPts val="0"/>
              </a:spcBef>
              <a:spcAft>
                <a:spcPts val="0"/>
              </a:spcAft>
              <a:buSzPts val="3400"/>
              <a:buChar char="■"/>
              <a:defRPr sz="34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Key Idea">
  <p:cSld name="CUSTOM_4">
    <p:bg>
      <p:bgPr>
        <a:solidFill>
          <a:schemeClr val="lt2"/>
        </a:solidFill>
      </p:bgPr>
    </p:bg>
    <p:spTree>
      <p:nvGrpSpPr>
        <p:cNvPr id="289" name="Shape 289"/>
        <p:cNvGrpSpPr/>
        <p:nvPr/>
      </p:nvGrpSpPr>
      <p:grpSpPr>
        <a:xfrm>
          <a:off x="0" y="0"/>
          <a:ext cx="0" cy="0"/>
          <a:chOff x="0" y="0"/>
          <a:chExt cx="0" cy="0"/>
        </a:xfrm>
      </p:grpSpPr>
      <p:sp>
        <p:nvSpPr>
          <p:cNvPr id="290" name="Google Shape;290;g2ebb70c520e_0_638"/>
          <p:cNvSpPr/>
          <p:nvPr/>
        </p:nvSpPr>
        <p:spPr>
          <a:xfrm>
            <a:off x="459100" y="1377600"/>
            <a:ext cx="2741400" cy="27414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1" name="Google Shape;291;g2ebb70c520e_0_638"/>
          <p:cNvPicPr preferRelativeResize="0"/>
          <p:nvPr/>
        </p:nvPicPr>
        <p:blipFill rotWithShape="1">
          <a:blip r:embed="rId2">
            <a:alphaModFix/>
          </a:blip>
          <a:srcRect b="0" l="0" r="0" t="0"/>
          <a:stretch/>
        </p:blipFill>
        <p:spPr>
          <a:xfrm>
            <a:off x="900550" y="1861613"/>
            <a:ext cx="1856475" cy="1856475"/>
          </a:xfrm>
          <a:prstGeom prst="rect">
            <a:avLst/>
          </a:prstGeom>
          <a:noFill/>
          <a:ln>
            <a:noFill/>
          </a:ln>
        </p:spPr>
      </p:pic>
      <p:pic>
        <p:nvPicPr>
          <p:cNvPr id="292" name="Google Shape;292;g2ebb70c520e_0_638"/>
          <p:cNvPicPr preferRelativeResize="0"/>
          <p:nvPr/>
        </p:nvPicPr>
        <p:blipFill rotWithShape="1">
          <a:blip r:embed="rId3">
            <a:alphaModFix amt="11000"/>
          </a:blip>
          <a:srcRect b="7135" l="-6410" r="6410" t="-3050"/>
          <a:stretch/>
        </p:blipFill>
        <p:spPr>
          <a:xfrm>
            <a:off x="5157740" y="2672100"/>
            <a:ext cx="3986260" cy="2471400"/>
          </a:xfrm>
          <a:prstGeom prst="rect">
            <a:avLst/>
          </a:prstGeom>
          <a:noFill/>
          <a:ln>
            <a:noFill/>
          </a:ln>
        </p:spPr>
      </p:pic>
      <p:sp>
        <p:nvSpPr>
          <p:cNvPr id="293" name="Google Shape;293;g2ebb70c520e_0_638"/>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Question">
  <p:cSld name="CUSTOM_4_1_2_1">
    <p:bg>
      <p:bgPr>
        <a:solidFill>
          <a:schemeClr val="lt2"/>
        </a:solidFill>
      </p:bgPr>
    </p:bg>
    <p:spTree>
      <p:nvGrpSpPr>
        <p:cNvPr id="294" name="Shape 294"/>
        <p:cNvGrpSpPr/>
        <p:nvPr/>
      </p:nvGrpSpPr>
      <p:grpSpPr>
        <a:xfrm>
          <a:off x="0" y="0"/>
          <a:ext cx="0" cy="0"/>
          <a:chOff x="0" y="0"/>
          <a:chExt cx="0" cy="0"/>
        </a:xfrm>
      </p:grpSpPr>
      <p:sp>
        <p:nvSpPr>
          <p:cNvPr id="295" name="Google Shape;295;g2ebb70c520e_0_643"/>
          <p:cNvSpPr/>
          <p:nvPr/>
        </p:nvSpPr>
        <p:spPr>
          <a:xfrm>
            <a:off x="459100" y="1377600"/>
            <a:ext cx="2741400" cy="27414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6" name="Google Shape;296;g2ebb70c520e_0_643"/>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pic>
        <p:nvPicPr>
          <p:cNvPr id="297" name="Google Shape;297;g2ebb70c520e_0_643"/>
          <p:cNvPicPr preferRelativeResize="0"/>
          <p:nvPr/>
        </p:nvPicPr>
        <p:blipFill rotWithShape="1">
          <a:blip r:embed="rId3">
            <a:alphaModFix/>
          </a:blip>
          <a:srcRect b="0" l="0" r="0" t="0"/>
          <a:stretch/>
        </p:blipFill>
        <p:spPr>
          <a:xfrm>
            <a:off x="1327875" y="2012779"/>
            <a:ext cx="1003696" cy="1489696"/>
          </a:xfrm>
          <a:prstGeom prst="rect">
            <a:avLst/>
          </a:prstGeom>
          <a:noFill/>
          <a:ln>
            <a:noFill/>
          </a:ln>
        </p:spPr>
      </p:pic>
      <p:sp>
        <p:nvSpPr>
          <p:cNvPr id="298" name="Google Shape;298;g2ebb70c520e_0_643"/>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Quotation">
  <p:cSld name="CUSTOM_4_1_1">
    <p:bg>
      <p:bgPr>
        <a:solidFill>
          <a:schemeClr val="lt2"/>
        </a:solidFill>
      </p:bgPr>
    </p:bg>
    <p:spTree>
      <p:nvGrpSpPr>
        <p:cNvPr id="299" name="Shape 299"/>
        <p:cNvGrpSpPr/>
        <p:nvPr/>
      </p:nvGrpSpPr>
      <p:grpSpPr>
        <a:xfrm>
          <a:off x="0" y="0"/>
          <a:ext cx="0" cy="0"/>
          <a:chOff x="0" y="0"/>
          <a:chExt cx="0" cy="0"/>
        </a:xfrm>
      </p:grpSpPr>
      <p:sp>
        <p:nvSpPr>
          <p:cNvPr id="300" name="Google Shape;300;g2ebb70c520e_0_648"/>
          <p:cNvSpPr/>
          <p:nvPr/>
        </p:nvSpPr>
        <p:spPr>
          <a:xfrm>
            <a:off x="459100" y="1377600"/>
            <a:ext cx="2741400" cy="274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01" name="Google Shape;301;g2ebb70c520e_0_648"/>
          <p:cNvGrpSpPr/>
          <p:nvPr/>
        </p:nvGrpSpPr>
        <p:grpSpPr>
          <a:xfrm>
            <a:off x="1074625" y="2258150"/>
            <a:ext cx="1473491" cy="980288"/>
            <a:chOff x="1074625" y="2258150"/>
            <a:chExt cx="1473491" cy="980288"/>
          </a:xfrm>
        </p:grpSpPr>
        <p:sp>
          <p:nvSpPr>
            <p:cNvPr id="302" name="Google Shape;302;g2ebb70c520e_0_648"/>
            <p:cNvSpPr/>
            <p:nvPr/>
          </p:nvSpPr>
          <p:spPr>
            <a:xfrm>
              <a:off x="1074625" y="2258150"/>
              <a:ext cx="704970" cy="980288"/>
            </a:xfrm>
            <a:custGeom>
              <a:rect b="b" l="l" r="r" t="t"/>
              <a:pathLst>
                <a:path extrusionOk="0" fill="none" h="79682" w="57303">
                  <a:moveTo>
                    <a:pt x="12677" y="79681"/>
                  </a:moveTo>
                  <a:lnTo>
                    <a:pt x="12677" y="79681"/>
                  </a:lnTo>
                  <a:lnTo>
                    <a:pt x="15652" y="75283"/>
                  </a:lnTo>
                  <a:lnTo>
                    <a:pt x="17980" y="71403"/>
                  </a:lnTo>
                  <a:lnTo>
                    <a:pt x="19920" y="67910"/>
                  </a:lnTo>
                  <a:lnTo>
                    <a:pt x="21343" y="64806"/>
                  </a:lnTo>
                  <a:lnTo>
                    <a:pt x="22378" y="62090"/>
                  </a:lnTo>
                  <a:lnTo>
                    <a:pt x="23025" y="59891"/>
                  </a:lnTo>
                  <a:lnTo>
                    <a:pt x="23413" y="58080"/>
                  </a:lnTo>
                  <a:lnTo>
                    <a:pt x="23542" y="56786"/>
                  </a:lnTo>
                  <a:lnTo>
                    <a:pt x="23542" y="56786"/>
                  </a:lnTo>
                  <a:lnTo>
                    <a:pt x="21084" y="56139"/>
                  </a:lnTo>
                  <a:lnTo>
                    <a:pt x="18627" y="55363"/>
                  </a:lnTo>
                  <a:lnTo>
                    <a:pt x="16428" y="54458"/>
                  </a:lnTo>
                  <a:lnTo>
                    <a:pt x="14229" y="53294"/>
                  </a:lnTo>
                  <a:lnTo>
                    <a:pt x="12159" y="52000"/>
                  </a:lnTo>
                  <a:lnTo>
                    <a:pt x="10219" y="50448"/>
                  </a:lnTo>
                  <a:lnTo>
                    <a:pt x="8408" y="48896"/>
                  </a:lnTo>
                  <a:lnTo>
                    <a:pt x="6726" y="47085"/>
                  </a:lnTo>
                  <a:lnTo>
                    <a:pt x="5304" y="45144"/>
                  </a:lnTo>
                  <a:lnTo>
                    <a:pt x="4010" y="43075"/>
                  </a:lnTo>
                  <a:lnTo>
                    <a:pt x="2846" y="40876"/>
                  </a:lnTo>
                  <a:lnTo>
                    <a:pt x="1811" y="38547"/>
                  </a:lnTo>
                  <a:lnTo>
                    <a:pt x="1035" y="36219"/>
                  </a:lnTo>
                  <a:lnTo>
                    <a:pt x="518" y="33761"/>
                  </a:lnTo>
                  <a:lnTo>
                    <a:pt x="129" y="31174"/>
                  </a:lnTo>
                  <a:lnTo>
                    <a:pt x="0" y="28587"/>
                  </a:lnTo>
                  <a:lnTo>
                    <a:pt x="0" y="28587"/>
                  </a:lnTo>
                  <a:lnTo>
                    <a:pt x="259" y="25742"/>
                  </a:lnTo>
                  <a:lnTo>
                    <a:pt x="647" y="22896"/>
                  </a:lnTo>
                  <a:lnTo>
                    <a:pt x="1294" y="20050"/>
                  </a:lnTo>
                  <a:lnTo>
                    <a:pt x="2328" y="17463"/>
                  </a:lnTo>
                  <a:lnTo>
                    <a:pt x="3493" y="15005"/>
                  </a:lnTo>
                  <a:lnTo>
                    <a:pt x="4915" y="12677"/>
                  </a:lnTo>
                  <a:lnTo>
                    <a:pt x="6597" y="10478"/>
                  </a:lnTo>
                  <a:lnTo>
                    <a:pt x="8408" y="8409"/>
                  </a:lnTo>
                  <a:lnTo>
                    <a:pt x="10478" y="6598"/>
                  </a:lnTo>
                  <a:lnTo>
                    <a:pt x="12677" y="4916"/>
                  </a:lnTo>
                  <a:lnTo>
                    <a:pt x="15005" y="3493"/>
                  </a:lnTo>
                  <a:lnTo>
                    <a:pt x="17592" y="2200"/>
                  </a:lnTo>
                  <a:lnTo>
                    <a:pt x="20179" y="1294"/>
                  </a:lnTo>
                  <a:lnTo>
                    <a:pt x="22895" y="647"/>
                  </a:lnTo>
                  <a:lnTo>
                    <a:pt x="25741" y="130"/>
                  </a:lnTo>
                  <a:lnTo>
                    <a:pt x="28716" y="1"/>
                  </a:lnTo>
                  <a:lnTo>
                    <a:pt x="28716" y="1"/>
                  </a:lnTo>
                  <a:lnTo>
                    <a:pt x="31562" y="130"/>
                  </a:lnTo>
                  <a:lnTo>
                    <a:pt x="34408" y="647"/>
                  </a:lnTo>
                  <a:lnTo>
                    <a:pt x="37124" y="1294"/>
                  </a:lnTo>
                  <a:lnTo>
                    <a:pt x="39840" y="2200"/>
                  </a:lnTo>
                  <a:lnTo>
                    <a:pt x="42298" y="3493"/>
                  </a:lnTo>
                  <a:lnTo>
                    <a:pt x="44626" y="4916"/>
                  </a:lnTo>
                  <a:lnTo>
                    <a:pt x="46825" y="6598"/>
                  </a:lnTo>
                  <a:lnTo>
                    <a:pt x="48895" y="8409"/>
                  </a:lnTo>
                  <a:lnTo>
                    <a:pt x="50706" y="10478"/>
                  </a:lnTo>
                  <a:lnTo>
                    <a:pt x="52388" y="12677"/>
                  </a:lnTo>
                  <a:lnTo>
                    <a:pt x="53810" y="15005"/>
                  </a:lnTo>
                  <a:lnTo>
                    <a:pt x="54975" y="17463"/>
                  </a:lnTo>
                  <a:lnTo>
                    <a:pt x="56009" y="20050"/>
                  </a:lnTo>
                  <a:lnTo>
                    <a:pt x="56656" y="22896"/>
                  </a:lnTo>
                  <a:lnTo>
                    <a:pt x="57174" y="25742"/>
                  </a:lnTo>
                  <a:lnTo>
                    <a:pt x="57303" y="28587"/>
                  </a:lnTo>
                  <a:lnTo>
                    <a:pt x="57303" y="28587"/>
                  </a:lnTo>
                  <a:lnTo>
                    <a:pt x="57174" y="31562"/>
                  </a:lnTo>
                  <a:lnTo>
                    <a:pt x="56915" y="34279"/>
                  </a:lnTo>
                  <a:lnTo>
                    <a:pt x="56398" y="37125"/>
                  </a:lnTo>
                  <a:lnTo>
                    <a:pt x="55751" y="39712"/>
                  </a:lnTo>
                  <a:lnTo>
                    <a:pt x="54845" y="42299"/>
                  </a:lnTo>
                  <a:lnTo>
                    <a:pt x="53940" y="44886"/>
                  </a:lnTo>
                  <a:lnTo>
                    <a:pt x="52776" y="47214"/>
                  </a:lnTo>
                  <a:lnTo>
                    <a:pt x="51611" y="49542"/>
                  </a:lnTo>
                  <a:lnTo>
                    <a:pt x="50189" y="51871"/>
                  </a:lnTo>
                  <a:lnTo>
                    <a:pt x="48766" y="54070"/>
                  </a:lnTo>
                  <a:lnTo>
                    <a:pt x="47214" y="56139"/>
                  </a:lnTo>
                  <a:lnTo>
                    <a:pt x="45532" y="58209"/>
                  </a:lnTo>
                  <a:lnTo>
                    <a:pt x="43850" y="60020"/>
                  </a:lnTo>
                  <a:lnTo>
                    <a:pt x="42039" y="61960"/>
                  </a:lnTo>
                  <a:lnTo>
                    <a:pt x="40229" y="63642"/>
                  </a:lnTo>
                  <a:lnTo>
                    <a:pt x="38288" y="65323"/>
                  </a:lnTo>
                  <a:lnTo>
                    <a:pt x="36477" y="66876"/>
                  </a:lnTo>
                  <a:lnTo>
                    <a:pt x="34537" y="68428"/>
                  </a:lnTo>
                  <a:lnTo>
                    <a:pt x="30786" y="71144"/>
                  </a:lnTo>
                  <a:lnTo>
                    <a:pt x="27035" y="73472"/>
                  </a:lnTo>
                  <a:lnTo>
                    <a:pt x="23413" y="75413"/>
                  </a:lnTo>
                  <a:lnTo>
                    <a:pt x="20050" y="77094"/>
                  </a:lnTo>
                  <a:lnTo>
                    <a:pt x="17204" y="78388"/>
                  </a:lnTo>
                  <a:lnTo>
                    <a:pt x="14617" y="79164"/>
                  </a:lnTo>
                  <a:lnTo>
                    <a:pt x="12677" y="79681"/>
                  </a:lnTo>
                  <a:lnTo>
                    <a:pt x="12677" y="79681"/>
                  </a:lnTo>
                  <a:close/>
                </a:path>
              </a:pathLst>
            </a:custGeom>
            <a:no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g2ebb70c520e_0_648"/>
            <p:cNvSpPr/>
            <p:nvPr/>
          </p:nvSpPr>
          <p:spPr>
            <a:xfrm>
              <a:off x="1844733" y="2258150"/>
              <a:ext cx="703383" cy="980288"/>
            </a:xfrm>
            <a:custGeom>
              <a:rect b="b" l="l" r="r" t="t"/>
              <a:pathLst>
                <a:path extrusionOk="0" fill="none" h="79682" w="57174">
                  <a:moveTo>
                    <a:pt x="12548" y="79681"/>
                  </a:moveTo>
                  <a:lnTo>
                    <a:pt x="12548" y="79681"/>
                  </a:lnTo>
                  <a:lnTo>
                    <a:pt x="15523" y="75283"/>
                  </a:lnTo>
                  <a:lnTo>
                    <a:pt x="17980" y="71403"/>
                  </a:lnTo>
                  <a:lnTo>
                    <a:pt x="19791" y="67910"/>
                  </a:lnTo>
                  <a:lnTo>
                    <a:pt x="21214" y="64806"/>
                  </a:lnTo>
                  <a:lnTo>
                    <a:pt x="22249" y="62090"/>
                  </a:lnTo>
                  <a:lnTo>
                    <a:pt x="22896" y="59891"/>
                  </a:lnTo>
                  <a:lnTo>
                    <a:pt x="23284" y="58080"/>
                  </a:lnTo>
                  <a:lnTo>
                    <a:pt x="23413" y="56786"/>
                  </a:lnTo>
                  <a:lnTo>
                    <a:pt x="23413" y="56786"/>
                  </a:lnTo>
                  <a:lnTo>
                    <a:pt x="20955" y="56139"/>
                  </a:lnTo>
                  <a:lnTo>
                    <a:pt x="18498" y="55363"/>
                  </a:lnTo>
                  <a:lnTo>
                    <a:pt x="16299" y="54458"/>
                  </a:lnTo>
                  <a:lnTo>
                    <a:pt x="14100" y="53294"/>
                  </a:lnTo>
                  <a:lnTo>
                    <a:pt x="12030" y="52000"/>
                  </a:lnTo>
                  <a:lnTo>
                    <a:pt x="10090" y="50448"/>
                  </a:lnTo>
                  <a:lnTo>
                    <a:pt x="8279" y="48896"/>
                  </a:lnTo>
                  <a:lnTo>
                    <a:pt x="6727" y="47085"/>
                  </a:lnTo>
                  <a:lnTo>
                    <a:pt x="5174" y="45144"/>
                  </a:lnTo>
                  <a:lnTo>
                    <a:pt x="3881" y="43075"/>
                  </a:lnTo>
                  <a:lnTo>
                    <a:pt x="2717" y="40876"/>
                  </a:lnTo>
                  <a:lnTo>
                    <a:pt x="1811" y="38547"/>
                  </a:lnTo>
                  <a:lnTo>
                    <a:pt x="1035" y="36219"/>
                  </a:lnTo>
                  <a:lnTo>
                    <a:pt x="388" y="33761"/>
                  </a:lnTo>
                  <a:lnTo>
                    <a:pt x="130" y="31174"/>
                  </a:lnTo>
                  <a:lnTo>
                    <a:pt x="0" y="28587"/>
                  </a:lnTo>
                  <a:lnTo>
                    <a:pt x="0" y="28587"/>
                  </a:lnTo>
                  <a:lnTo>
                    <a:pt x="130" y="25742"/>
                  </a:lnTo>
                  <a:lnTo>
                    <a:pt x="518" y="22896"/>
                  </a:lnTo>
                  <a:lnTo>
                    <a:pt x="1294" y="20050"/>
                  </a:lnTo>
                  <a:lnTo>
                    <a:pt x="2199" y="17463"/>
                  </a:lnTo>
                  <a:lnTo>
                    <a:pt x="3364" y="15005"/>
                  </a:lnTo>
                  <a:lnTo>
                    <a:pt x="4786" y="12677"/>
                  </a:lnTo>
                  <a:lnTo>
                    <a:pt x="6468" y="10478"/>
                  </a:lnTo>
                  <a:lnTo>
                    <a:pt x="8279" y="8409"/>
                  </a:lnTo>
                  <a:lnTo>
                    <a:pt x="10349" y="6598"/>
                  </a:lnTo>
                  <a:lnTo>
                    <a:pt x="12548" y="4916"/>
                  </a:lnTo>
                  <a:lnTo>
                    <a:pt x="14876" y="3493"/>
                  </a:lnTo>
                  <a:lnTo>
                    <a:pt x="17463" y="2200"/>
                  </a:lnTo>
                  <a:lnTo>
                    <a:pt x="20050" y="1294"/>
                  </a:lnTo>
                  <a:lnTo>
                    <a:pt x="22766" y="647"/>
                  </a:lnTo>
                  <a:lnTo>
                    <a:pt x="25612" y="130"/>
                  </a:lnTo>
                  <a:lnTo>
                    <a:pt x="28587" y="1"/>
                  </a:lnTo>
                  <a:lnTo>
                    <a:pt x="28587" y="1"/>
                  </a:lnTo>
                  <a:lnTo>
                    <a:pt x="31433" y="130"/>
                  </a:lnTo>
                  <a:lnTo>
                    <a:pt x="34279" y="647"/>
                  </a:lnTo>
                  <a:lnTo>
                    <a:pt x="37124" y="1294"/>
                  </a:lnTo>
                  <a:lnTo>
                    <a:pt x="39711" y="2200"/>
                  </a:lnTo>
                  <a:lnTo>
                    <a:pt x="42169" y="3493"/>
                  </a:lnTo>
                  <a:lnTo>
                    <a:pt x="44627" y="4916"/>
                  </a:lnTo>
                  <a:lnTo>
                    <a:pt x="46826" y="6598"/>
                  </a:lnTo>
                  <a:lnTo>
                    <a:pt x="48766" y="8409"/>
                  </a:lnTo>
                  <a:lnTo>
                    <a:pt x="50706" y="10478"/>
                  </a:lnTo>
                  <a:lnTo>
                    <a:pt x="52259" y="12677"/>
                  </a:lnTo>
                  <a:lnTo>
                    <a:pt x="53681" y="15005"/>
                  </a:lnTo>
                  <a:lnTo>
                    <a:pt x="54975" y="17463"/>
                  </a:lnTo>
                  <a:lnTo>
                    <a:pt x="55880" y="20050"/>
                  </a:lnTo>
                  <a:lnTo>
                    <a:pt x="56657" y="22896"/>
                  </a:lnTo>
                  <a:lnTo>
                    <a:pt x="57045" y="25742"/>
                  </a:lnTo>
                  <a:lnTo>
                    <a:pt x="57174" y="28587"/>
                  </a:lnTo>
                  <a:lnTo>
                    <a:pt x="57174" y="28587"/>
                  </a:lnTo>
                  <a:lnTo>
                    <a:pt x="57045" y="31562"/>
                  </a:lnTo>
                  <a:lnTo>
                    <a:pt x="56786" y="34279"/>
                  </a:lnTo>
                  <a:lnTo>
                    <a:pt x="56268" y="37125"/>
                  </a:lnTo>
                  <a:lnTo>
                    <a:pt x="55622" y="39712"/>
                  </a:lnTo>
                  <a:lnTo>
                    <a:pt x="54846" y="42299"/>
                  </a:lnTo>
                  <a:lnTo>
                    <a:pt x="53811" y="44886"/>
                  </a:lnTo>
                  <a:lnTo>
                    <a:pt x="52776" y="47214"/>
                  </a:lnTo>
                  <a:lnTo>
                    <a:pt x="51482" y="49542"/>
                  </a:lnTo>
                  <a:lnTo>
                    <a:pt x="50060" y="51871"/>
                  </a:lnTo>
                  <a:lnTo>
                    <a:pt x="48637" y="54070"/>
                  </a:lnTo>
                  <a:lnTo>
                    <a:pt x="47084" y="56139"/>
                  </a:lnTo>
                  <a:lnTo>
                    <a:pt x="45403" y="58209"/>
                  </a:lnTo>
                  <a:lnTo>
                    <a:pt x="43721" y="60020"/>
                  </a:lnTo>
                  <a:lnTo>
                    <a:pt x="41910" y="61960"/>
                  </a:lnTo>
                  <a:lnTo>
                    <a:pt x="40099" y="63642"/>
                  </a:lnTo>
                  <a:lnTo>
                    <a:pt x="38289" y="65323"/>
                  </a:lnTo>
                  <a:lnTo>
                    <a:pt x="36348" y="66876"/>
                  </a:lnTo>
                  <a:lnTo>
                    <a:pt x="34408" y="68428"/>
                  </a:lnTo>
                  <a:lnTo>
                    <a:pt x="30657" y="71144"/>
                  </a:lnTo>
                  <a:lnTo>
                    <a:pt x="26906" y="73472"/>
                  </a:lnTo>
                  <a:lnTo>
                    <a:pt x="23284" y="75413"/>
                  </a:lnTo>
                  <a:lnTo>
                    <a:pt x="20050" y="77094"/>
                  </a:lnTo>
                  <a:lnTo>
                    <a:pt x="17075" y="78388"/>
                  </a:lnTo>
                  <a:lnTo>
                    <a:pt x="14488" y="79164"/>
                  </a:lnTo>
                  <a:lnTo>
                    <a:pt x="12548" y="79681"/>
                  </a:lnTo>
                  <a:lnTo>
                    <a:pt x="12548" y="79681"/>
                  </a:lnTo>
                  <a:close/>
                </a:path>
              </a:pathLst>
            </a:custGeom>
            <a:no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4" name="Google Shape;304;g2ebb70c520e_0_648"/>
          <p:cNvSpPr txBox="1"/>
          <p:nvPr>
            <p:ph idx="1" type="subTitle"/>
          </p:nvPr>
        </p:nvSpPr>
        <p:spPr>
          <a:xfrm>
            <a:off x="459100" y="4189950"/>
            <a:ext cx="2741400" cy="546900"/>
          </a:xfrm>
          <a:prstGeom prst="rect">
            <a:avLst/>
          </a:prstGeom>
          <a:noFill/>
          <a:ln>
            <a:noFill/>
          </a:ln>
        </p:spPr>
        <p:txBody>
          <a:bodyPr anchorCtr="0" anchor="t" bIns="91425" lIns="0" spcFirstLastPara="1" rIns="91425" wrap="square" tIns="0">
            <a:noAutofit/>
          </a:bodyPr>
          <a:lstStyle>
            <a:lvl1pPr lvl="0" algn="ctr">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a:solidFill>
                  <a:schemeClr val="dk2"/>
                </a:solidFill>
              </a:defRPr>
            </a:lvl2pPr>
            <a:lvl3pPr lvl="2" algn="l">
              <a:lnSpc>
                <a:spcPct val="115000"/>
              </a:lnSpc>
              <a:spcBef>
                <a:spcPts val="0"/>
              </a:spcBef>
              <a:spcAft>
                <a:spcPts val="0"/>
              </a:spcAft>
              <a:buClr>
                <a:schemeClr val="dk2"/>
              </a:buClr>
              <a:buSzPts val="1800"/>
              <a:buNone/>
              <a:defRPr>
                <a:solidFill>
                  <a:schemeClr val="dk2"/>
                </a:solidFill>
              </a:defRPr>
            </a:lvl3pPr>
            <a:lvl4pPr lvl="3" algn="l">
              <a:lnSpc>
                <a:spcPct val="115000"/>
              </a:lnSpc>
              <a:spcBef>
                <a:spcPts val="0"/>
              </a:spcBef>
              <a:spcAft>
                <a:spcPts val="0"/>
              </a:spcAft>
              <a:buClr>
                <a:schemeClr val="dk2"/>
              </a:buClr>
              <a:buSzPts val="1800"/>
              <a:buNone/>
              <a:defRPr>
                <a:solidFill>
                  <a:schemeClr val="dk2"/>
                </a:solidFill>
              </a:defRPr>
            </a:lvl4pPr>
            <a:lvl5pPr lvl="4" algn="l">
              <a:lnSpc>
                <a:spcPct val="115000"/>
              </a:lnSpc>
              <a:spcBef>
                <a:spcPts val="0"/>
              </a:spcBef>
              <a:spcAft>
                <a:spcPts val="0"/>
              </a:spcAft>
              <a:buClr>
                <a:schemeClr val="dk2"/>
              </a:buClr>
              <a:buSzPts val="1800"/>
              <a:buNone/>
              <a:defRPr>
                <a:solidFill>
                  <a:schemeClr val="dk2"/>
                </a:solidFill>
              </a:defRPr>
            </a:lvl5pPr>
            <a:lvl6pPr lvl="5" algn="l">
              <a:lnSpc>
                <a:spcPct val="115000"/>
              </a:lnSpc>
              <a:spcBef>
                <a:spcPts val="0"/>
              </a:spcBef>
              <a:spcAft>
                <a:spcPts val="0"/>
              </a:spcAft>
              <a:buClr>
                <a:schemeClr val="dk2"/>
              </a:buClr>
              <a:buSzPts val="1800"/>
              <a:buNone/>
              <a:defRPr>
                <a:solidFill>
                  <a:schemeClr val="dk2"/>
                </a:solidFill>
              </a:defRPr>
            </a:lvl6pPr>
            <a:lvl7pPr lvl="6" algn="l">
              <a:lnSpc>
                <a:spcPct val="115000"/>
              </a:lnSpc>
              <a:spcBef>
                <a:spcPts val="0"/>
              </a:spcBef>
              <a:spcAft>
                <a:spcPts val="0"/>
              </a:spcAft>
              <a:buClr>
                <a:schemeClr val="dk2"/>
              </a:buClr>
              <a:buSzPts val="1800"/>
              <a:buNone/>
              <a:defRPr>
                <a:solidFill>
                  <a:schemeClr val="dk2"/>
                </a:solidFill>
              </a:defRPr>
            </a:lvl7pPr>
            <a:lvl8pPr lvl="7" algn="l">
              <a:lnSpc>
                <a:spcPct val="115000"/>
              </a:lnSpc>
              <a:spcBef>
                <a:spcPts val="0"/>
              </a:spcBef>
              <a:spcAft>
                <a:spcPts val="0"/>
              </a:spcAft>
              <a:buClr>
                <a:schemeClr val="dk2"/>
              </a:buClr>
              <a:buSzPts val="1800"/>
              <a:buNone/>
              <a:defRPr>
                <a:solidFill>
                  <a:schemeClr val="dk2"/>
                </a:solidFill>
              </a:defRPr>
            </a:lvl8pPr>
            <a:lvl9pPr lvl="8" algn="l">
              <a:lnSpc>
                <a:spcPct val="115000"/>
              </a:lnSpc>
              <a:spcBef>
                <a:spcPts val="0"/>
              </a:spcBef>
              <a:spcAft>
                <a:spcPts val="0"/>
              </a:spcAft>
              <a:buClr>
                <a:schemeClr val="dk2"/>
              </a:buClr>
              <a:buSzPts val="1800"/>
              <a:buNone/>
              <a:defRPr>
                <a:solidFill>
                  <a:schemeClr val="dk2"/>
                </a:solidFill>
              </a:defRPr>
            </a:lvl9pPr>
          </a:lstStyle>
          <a:p/>
        </p:txBody>
      </p:sp>
      <p:pic>
        <p:nvPicPr>
          <p:cNvPr id="305" name="Google Shape;305;g2ebb70c520e_0_648"/>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sp>
        <p:nvSpPr>
          <p:cNvPr id="306" name="Google Shape;306;g2ebb70c520e_0_648"/>
          <p:cNvSpPr txBox="1"/>
          <p:nvPr>
            <p:ph idx="2"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Tip or Answer">
  <p:cSld name="CUSTOM_4_1_1_1">
    <p:bg>
      <p:bgPr>
        <a:solidFill>
          <a:schemeClr val="lt2"/>
        </a:solidFill>
      </p:bgPr>
    </p:bg>
    <p:spTree>
      <p:nvGrpSpPr>
        <p:cNvPr id="307" name="Shape 307"/>
        <p:cNvGrpSpPr/>
        <p:nvPr/>
      </p:nvGrpSpPr>
      <p:grpSpPr>
        <a:xfrm>
          <a:off x="0" y="0"/>
          <a:ext cx="0" cy="0"/>
          <a:chOff x="0" y="0"/>
          <a:chExt cx="0" cy="0"/>
        </a:xfrm>
      </p:grpSpPr>
      <p:sp>
        <p:nvSpPr>
          <p:cNvPr id="308" name="Google Shape;308;g2ebb70c520e_0_656"/>
          <p:cNvSpPr/>
          <p:nvPr/>
        </p:nvSpPr>
        <p:spPr>
          <a:xfrm>
            <a:off x="459100" y="1380744"/>
            <a:ext cx="2741400" cy="274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09" name="Google Shape;309;g2ebb70c520e_0_656"/>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pic>
        <p:nvPicPr>
          <p:cNvPr id="310" name="Google Shape;310;g2ebb70c520e_0_656"/>
          <p:cNvPicPr preferRelativeResize="0"/>
          <p:nvPr/>
        </p:nvPicPr>
        <p:blipFill rotWithShape="1">
          <a:blip r:embed="rId3">
            <a:alphaModFix/>
          </a:blip>
          <a:srcRect b="0" l="0" r="0" t="0"/>
          <a:stretch/>
        </p:blipFill>
        <p:spPr>
          <a:xfrm>
            <a:off x="967670" y="1896525"/>
            <a:ext cx="1724260" cy="1620450"/>
          </a:xfrm>
          <a:prstGeom prst="rect">
            <a:avLst/>
          </a:prstGeom>
          <a:noFill/>
          <a:ln>
            <a:noFill/>
          </a:ln>
        </p:spPr>
      </p:pic>
      <p:sp>
        <p:nvSpPr>
          <p:cNvPr id="311" name="Google Shape;311;g2ebb70c520e_0_656"/>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are Your Answers">
  <p:cSld name="CUSTOM_10_1_1_1_1_1_2">
    <p:bg>
      <p:bgPr>
        <a:solidFill>
          <a:srgbClr val="F2F2F2"/>
        </a:solidFill>
      </p:bgPr>
    </p:bg>
    <p:spTree>
      <p:nvGrpSpPr>
        <p:cNvPr id="312" name="Shape 312"/>
        <p:cNvGrpSpPr/>
        <p:nvPr/>
      </p:nvGrpSpPr>
      <p:grpSpPr>
        <a:xfrm>
          <a:off x="0" y="0"/>
          <a:ext cx="0" cy="0"/>
          <a:chOff x="0" y="0"/>
          <a:chExt cx="0" cy="0"/>
        </a:xfrm>
      </p:grpSpPr>
      <p:sp>
        <p:nvSpPr>
          <p:cNvPr id="313" name="Google Shape;313;g2ebb70c520e_0_661"/>
          <p:cNvSpPr/>
          <p:nvPr/>
        </p:nvSpPr>
        <p:spPr>
          <a:xfrm flipH="1">
            <a:off x="1251238" y="1174875"/>
            <a:ext cx="2443200" cy="2443500"/>
          </a:xfrm>
          <a:prstGeom prst="wedgeEllipseCallout">
            <a:avLst>
              <a:gd fmla="val -20833" name="adj1"/>
              <a:gd fmla="val 62500" name="adj2"/>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g2ebb70c520e_0_661"/>
          <p:cNvSpPr/>
          <p:nvPr/>
        </p:nvSpPr>
        <p:spPr>
          <a:xfrm>
            <a:off x="5449563" y="1174875"/>
            <a:ext cx="2443200" cy="2443500"/>
          </a:xfrm>
          <a:prstGeom prst="wedgeEllipseCallout">
            <a:avLst>
              <a:gd fmla="val -20833" name="adj1"/>
              <a:gd fmla="val 62500" name="adj2"/>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g2ebb70c520e_0_661"/>
          <p:cNvSpPr/>
          <p:nvPr/>
        </p:nvSpPr>
        <p:spPr>
          <a:xfrm>
            <a:off x="3586938" y="1399275"/>
            <a:ext cx="1994400" cy="1994700"/>
          </a:xfrm>
          <a:prstGeom prst="wedgeEllipseCallout">
            <a:avLst>
              <a:gd fmla="val -20833" name="adj1"/>
              <a:gd fmla="val 62500" name="adj2"/>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g2ebb70c520e_0_661"/>
          <p:cNvSpPr txBox="1"/>
          <p:nvPr/>
        </p:nvSpPr>
        <p:spPr>
          <a:xfrm>
            <a:off x="1418338" y="2020425"/>
            <a:ext cx="2109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Share</a:t>
            </a:r>
            <a:endParaRPr b="1" i="0" sz="4000" u="none" cap="none" strike="noStrike">
              <a:solidFill>
                <a:srgbClr val="FFFFFF"/>
              </a:solidFill>
              <a:latin typeface="Roboto"/>
              <a:ea typeface="Roboto"/>
              <a:cs typeface="Roboto"/>
              <a:sym typeface="Roboto"/>
            </a:endParaRPr>
          </a:p>
        </p:txBody>
      </p:sp>
      <p:sp>
        <p:nvSpPr>
          <p:cNvPr id="317" name="Google Shape;317;g2ebb70c520e_0_661"/>
          <p:cNvSpPr txBox="1"/>
          <p:nvPr/>
        </p:nvSpPr>
        <p:spPr>
          <a:xfrm>
            <a:off x="3529638" y="2020425"/>
            <a:ext cx="2109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Your</a:t>
            </a:r>
            <a:endParaRPr b="1" i="0" sz="4000" u="none" cap="none" strike="noStrike">
              <a:solidFill>
                <a:srgbClr val="FFFFFF"/>
              </a:solidFill>
              <a:latin typeface="Roboto"/>
              <a:ea typeface="Roboto"/>
              <a:cs typeface="Roboto"/>
              <a:sym typeface="Roboto"/>
            </a:endParaRPr>
          </a:p>
        </p:txBody>
      </p:sp>
      <p:sp>
        <p:nvSpPr>
          <p:cNvPr id="318" name="Google Shape;318;g2ebb70c520e_0_661"/>
          <p:cNvSpPr txBox="1"/>
          <p:nvPr/>
        </p:nvSpPr>
        <p:spPr>
          <a:xfrm>
            <a:off x="5469363" y="2020425"/>
            <a:ext cx="2403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Answers</a:t>
            </a:r>
            <a:endParaRPr b="1" i="0" sz="40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member">
  <p:cSld name="CUSTOM_10_1_1_1_1_1_1">
    <p:bg>
      <p:bgPr>
        <a:solidFill>
          <a:srgbClr val="F2F2F2"/>
        </a:solidFill>
      </p:bgPr>
    </p:bg>
    <p:spTree>
      <p:nvGrpSpPr>
        <p:cNvPr id="319" name="Shape 319"/>
        <p:cNvGrpSpPr/>
        <p:nvPr/>
      </p:nvGrpSpPr>
      <p:grpSpPr>
        <a:xfrm>
          <a:off x="0" y="0"/>
          <a:ext cx="0" cy="0"/>
          <a:chOff x="0" y="0"/>
          <a:chExt cx="0" cy="0"/>
        </a:xfrm>
      </p:grpSpPr>
      <p:sp>
        <p:nvSpPr>
          <p:cNvPr id="320" name="Google Shape;320;g2ebb70c520e_0_668"/>
          <p:cNvSpPr txBox="1"/>
          <p:nvPr/>
        </p:nvSpPr>
        <p:spPr>
          <a:xfrm>
            <a:off x="4869500" y="1501000"/>
            <a:ext cx="3901200" cy="740100"/>
          </a:xfrm>
          <a:prstGeom prst="rect">
            <a:avLst/>
          </a:prstGeom>
          <a:noFill/>
          <a:ln>
            <a:noFill/>
          </a:ln>
        </p:spPr>
        <p:txBody>
          <a:bodyPr anchorCtr="0" anchor="t" bIns="0" lIns="457200" spcFirstLastPara="1" rIns="457200" wrap="square" tIns="91425">
            <a:noAutofit/>
          </a:bodyPr>
          <a:lstStyle/>
          <a:p>
            <a:pPr indent="0" lvl="0" marL="0" marR="0" rtl="0" algn="l">
              <a:lnSpc>
                <a:spcPct val="100000"/>
              </a:lnSpc>
              <a:spcBef>
                <a:spcPts val="0"/>
              </a:spcBef>
              <a:spcAft>
                <a:spcPts val="0"/>
              </a:spcAft>
              <a:buClr>
                <a:srgbClr val="000000"/>
              </a:buClr>
              <a:buSzPts val="5200"/>
              <a:buFont typeface="Arial"/>
              <a:buNone/>
            </a:pPr>
            <a:r>
              <a:rPr b="1" i="0" lang="en" sz="4500" u="none" cap="none" strike="noStrike">
                <a:solidFill>
                  <a:schemeClr val="dk2"/>
                </a:solidFill>
                <a:latin typeface="Roboto"/>
                <a:ea typeface="Roboto"/>
                <a:cs typeface="Roboto"/>
                <a:sym typeface="Roboto"/>
              </a:rPr>
              <a:t>Remember, </a:t>
            </a:r>
            <a:endParaRPr b="1" i="0" sz="4500" u="none" cap="none" strike="noStrike">
              <a:solidFill>
                <a:schemeClr val="dk2"/>
              </a:solidFill>
              <a:latin typeface="Roboto"/>
              <a:ea typeface="Roboto"/>
              <a:cs typeface="Roboto"/>
              <a:sym typeface="Roboto"/>
            </a:endParaRPr>
          </a:p>
        </p:txBody>
      </p:sp>
      <p:pic>
        <p:nvPicPr>
          <p:cNvPr id="321" name="Google Shape;321;g2ebb70c520e_0_668"/>
          <p:cNvPicPr preferRelativeResize="0"/>
          <p:nvPr/>
        </p:nvPicPr>
        <p:blipFill rotWithShape="1">
          <a:blip r:embed="rId2">
            <a:alphaModFix/>
          </a:blip>
          <a:srcRect b="0" l="0" r="0" t="0"/>
          <a:stretch/>
        </p:blipFill>
        <p:spPr>
          <a:xfrm flipH="1">
            <a:off x="-556324" y="1502075"/>
            <a:ext cx="5962899" cy="2537225"/>
          </a:xfrm>
          <a:prstGeom prst="rect">
            <a:avLst/>
          </a:prstGeom>
          <a:noFill/>
          <a:ln>
            <a:noFill/>
          </a:ln>
        </p:spPr>
      </p:pic>
      <p:grpSp>
        <p:nvGrpSpPr>
          <p:cNvPr id="322" name="Google Shape;322;g2ebb70c520e_0_668"/>
          <p:cNvGrpSpPr/>
          <p:nvPr/>
        </p:nvGrpSpPr>
        <p:grpSpPr>
          <a:xfrm>
            <a:off x="3972318" y="1206125"/>
            <a:ext cx="1051285" cy="920372"/>
            <a:chOff x="587700" y="-13400"/>
            <a:chExt cx="5735325" cy="5021125"/>
          </a:xfrm>
        </p:grpSpPr>
        <p:sp>
          <p:nvSpPr>
            <p:cNvPr id="323" name="Google Shape;323;g2ebb70c520e_0_668"/>
            <p:cNvSpPr/>
            <p:nvPr/>
          </p:nvSpPr>
          <p:spPr>
            <a:xfrm>
              <a:off x="3126550" y="3129550"/>
              <a:ext cx="449525" cy="1850775"/>
            </a:xfrm>
            <a:custGeom>
              <a:rect b="b" l="l" r="r" t="t"/>
              <a:pathLst>
                <a:path extrusionOk="0" fill="none" h="74031" w="17981">
                  <a:moveTo>
                    <a:pt x="1" y="68541"/>
                  </a:moveTo>
                  <a:cubicBezTo>
                    <a:pt x="7486" y="74031"/>
                    <a:pt x="17981" y="42278"/>
                    <a:pt x="5491" y="0"/>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g2ebb70c520e_0_668"/>
            <p:cNvSpPr/>
            <p:nvPr/>
          </p:nvSpPr>
          <p:spPr>
            <a:xfrm>
              <a:off x="3253475" y="3038050"/>
              <a:ext cx="1008375" cy="1969675"/>
            </a:xfrm>
            <a:custGeom>
              <a:rect b="b" l="l" r="r" t="t"/>
              <a:pathLst>
                <a:path extrusionOk="0" fill="none" h="78787" w="40335">
                  <a:moveTo>
                    <a:pt x="0" y="69792"/>
                  </a:moveTo>
                  <a:cubicBezTo>
                    <a:pt x="16481" y="78787"/>
                    <a:pt x="40334" y="34844"/>
                    <a:pt x="28206" y="11125"/>
                  </a:cubicBezTo>
                  <a:cubicBezTo>
                    <a:pt x="22519" y="0"/>
                    <a:pt x="1541" y="5118"/>
                    <a:pt x="1913" y="9099"/>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g2ebb70c520e_0_668"/>
            <p:cNvSpPr/>
            <p:nvPr/>
          </p:nvSpPr>
          <p:spPr>
            <a:xfrm>
              <a:off x="587700" y="131875"/>
              <a:ext cx="2878775" cy="2997700"/>
            </a:xfrm>
            <a:custGeom>
              <a:rect b="b" l="l" r="r" t="t"/>
              <a:pathLst>
                <a:path extrusionOk="0" fill="none" h="119908" w="115151">
                  <a:moveTo>
                    <a:pt x="115151" y="119907"/>
                  </a:moveTo>
                  <a:cubicBezTo>
                    <a:pt x="50602" y="114789"/>
                    <a:pt x="1" y="75106"/>
                    <a:pt x="30926" y="48761"/>
                  </a:cubicBezTo>
                  <a:cubicBezTo>
                    <a:pt x="88165" y="0"/>
                    <a:pt x="115151" y="119907"/>
                    <a:pt x="115151" y="119907"/>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g2ebb70c520e_0_668"/>
            <p:cNvSpPr/>
            <p:nvPr/>
          </p:nvSpPr>
          <p:spPr>
            <a:xfrm>
              <a:off x="3408550" y="-13400"/>
              <a:ext cx="1796500" cy="3142975"/>
            </a:xfrm>
            <a:custGeom>
              <a:rect b="b" l="l" r="r" t="t"/>
              <a:pathLst>
                <a:path extrusionOk="0" fill="none" h="125719" w="71860">
                  <a:moveTo>
                    <a:pt x="2317" y="125718"/>
                  </a:moveTo>
                  <a:cubicBezTo>
                    <a:pt x="1" y="63568"/>
                    <a:pt x="64974" y="1"/>
                    <a:pt x="69492" y="63568"/>
                  </a:cubicBezTo>
                  <a:cubicBezTo>
                    <a:pt x="71860" y="96850"/>
                    <a:pt x="2317" y="125718"/>
                    <a:pt x="2317" y="125718"/>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g2ebb70c520e_0_668"/>
            <p:cNvSpPr/>
            <p:nvPr/>
          </p:nvSpPr>
          <p:spPr>
            <a:xfrm>
              <a:off x="3466450" y="2580250"/>
              <a:ext cx="2856575" cy="1271275"/>
            </a:xfrm>
            <a:custGeom>
              <a:rect b="b" l="l" r="r" t="t"/>
              <a:pathLst>
                <a:path extrusionOk="0" fill="none" h="50851" w="114263">
                  <a:moveTo>
                    <a:pt x="1" y="21972"/>
                  </a:moveTo>
                  <a:cubicBezTo>
                    <a:pt x="52732" y="1"/>
                    <a:pt x="75965" y="50850"/>
                    <a:pt x="114262" y="13184"/>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28" name="Google Shape;328;g2ebb70c520e_0_668"/>
          <p:cNvSpPr txBox="1"/>
          <p:nvPr/>
        </p:nvSpPr>
        <p:spPr>
          <a:xfrm>
            <a:off x="5345350" y="2338950"/>
            <a:ext cx="3524400" cy="2471400"/>
          </a:xfrm>
          <a:prstGeom prst="rect">
            <a:avLst/>
          </a:prstGeom>
          <a:noFill/>
          <a:ln>
            <a:noFill/>
          </a:ln>
        </p:spPr>
        <p:txBody>
          <a:bodyPr anchorCtr="0" anchor="t" bIns="0" lIns="0" spcFirstLastPara="1" rIns="45720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E5E73"/>
              </a:solidFill>
              <a:latin typeface="Roboto"/>
              <a:ea typeface="Roboto"/>
              <a:cs typeface="Roboto"/>
              <a:sym typeface="Roboto"/>
            </a:endParaRPr>
          </a:p>
        </p:txBody>
      </p:sp>
      <p:pic>
        <p:nvPicPr>
          <p:cNvPr id="329" name="Google Shape;329;g2ebb70c520e_0_668"/>
          <p:cNvPicPr preferRelativeResize="0"/>
          <p:nvPr/>
        </p:nvPicPr>
        <p:blipFill rotWithShape="1">
          <a:blip r:embed="rId3">
            <a:alphaModFix amt="11000"/>
          </a:blip>
          <a:srcRect b="7135" l="-6410" r="6410" t="-3050"/>
          <a:stretch/>
        </p:blipFill>
        <p:spPr>
          <a:xfrm>
            <a:off x="5157740" y="2672100"/>
            <a:ext cx="3986260" cy="2471400"/>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30" name="Shape 330"/>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slide">
  <p:cSld name="CUSTOM_23_3">
    <p:bg>
      <p:bgPr>
        <a:solidFill>
          <a:srgbClr val="F2F2F2"/>
        </a:solidFill>
      </p:bgPr>
    </p:bg>
    <p:spTree>
      <p:nvGrpSpPr>
        <p:cNvPr id="331" name="Shape 331"/>
        <p:cNvGrpSpPr/>
        <p:nvPr/>
      </p:nvGrpSpPr>
      <p:grpSpPr>
        <a:xfrm>
          <a:off x="0" y="0"/>
          <a:ext cx="0" cy="0"/>
          <a:chOff x="0" y="0"/>
          <a:chExt cx="0" cy="0"/>
        </a:xfrm>
      </p:grpSpPr>
      <p:sp>
        <p:nvSpPr>
          <p:cNvPr id="332" name="Google Shape;332;g2ebb70c520e_0_680"/>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g2ebb70c520e_0_680"/>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334" name="Google Shape;334;g2ebb70c520e_0_680"/>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335" name="Google Shape;335;g2ebb70c520e_0_680"/>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336" name="Google Shape;336;g2ebb70c520e_0_680"/>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337" name="Google Shape;337;g2ebb70c520e_0_680"/>
          <p:cNvSpPr txBox="1"/>
          <p:nvPr>
            <p:ph idx="1" type="subTitle"/>
          </p:nvPr>
        </p:nvSpPr>
        <p:spPr>
          <a:xfrm>
            <a:off x="914400" y="1523200"/>
            <a:ext cx="7315200" cy="2590500"/>
          </a:xfrm>
          <a:prstGeom prst="rect">
            <a:avLst/>
          </a:prstGeom>
          <a:noFill/>
          <a:ln>
            <a:noFill/>
          </a:ln>
        </p:spPr>
        <p:txBody>
          <a:bodyPr anchorCtr="0" anchor="t" bIns="91425" lIns="0"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338" name="Google Shape;338;g2ebb70c520e_0_680"/>
          <p:cNvSpPr txBox="1"/>
          <p:nvPr>
            <p:ph idx="2"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rtl="0" algn="r">
              <a:lnSpc>
                <a:spcPct val="115000"/>
              </a:lnSpc>
              <a:spcBef>
                <a:spcPts val="0"/>
              </a:spcBef>
              <a:spcAft>
                <a:spcPts val="0"/>
              </a:spcAft>
              <a:buClr>
                <a:schemeClr val="dk2"/>
              </a:buClr>
              <a:buSzPts val="1800"/>
              <a:buNone/>
              <a:defRPr>
                <a:solidFill>
                  <a:schemeClr val="dk2"/>
                </a:solidFill>
              </a:defRPr>
            </a:lvl1pPr>
            <a:lvl2pPr lvl="1" rtl="0" algn="r">
              <a:lnSpc>
                <a:spcPct val="115000"/>
              </a:lnSpc>
              <a:spcBef>
                <a:spcPts val="0"/>
              </a:spcBef>
              <a:spcAft>
                <a:spcPts val="0"/>
              </a:spcAft>
              <a:buClr>
                <a:schemeClr val="dk2"/>
              </a:buClr>
              <a:buSzPts val="1800"/>
              <a:buNone/>
              <a:defRPr>
                <a:solidFill>
                  <a:schemeClr val="dk2"/>
                </a:solidFill>
              </a:defRPr>
            </a:lvl2pPr>
            <a:lvl3pPr lvl="2" rtl="0" algn="r">
              <a:lnSpc>
                <a:spcPct val="115000"/>
              </a:lnSpc>
              <a:spcBef>
                <a:spcPts val="0"/>
              </a:spcBef>
              <a:spcAft>
                <a:spcPts val="0"/>
              </a:spcAft>
              <a:buClr>
                <a:schemeClr val="dk2"/>
              </a:buClr>
              <a:buSzPts val="1800"/>
              <a:buNone/>
              <a:defRPr>
                <a:solidFill>
                  <a:schemeClr val="dk2"/>
                </a:solidFill>
              </a:defRPr>
            </a:lvl3pPr>
            <a:lvl4pPr lvl="3" rtl="0" algn="r">
              <a:lnSpc>
                <a:spcPct val="115000"/>
              </a:lnSpc>
              <a:spcBef>
                <a:spcPts val="0"/>
              </a:spcBef>
              <a:spcAft>
                <a:spcPts val="0"/>
              </a:spcAft>
              <a:buClr>
                <a:schemeClr val="dk2"/>
              </a:buClr>
              <a:buSzPts val="1800"/>
              <a:buNone/>
              <a:defRPr>
                <a:solidFill>
                  <a:schemeClr val="dk2"/>
                </a:solidFill>
              </a:defRPr>
            </a:lvl4pPr>
            <a:lvl5pPr lvl="4" rtl="0" algn="r">
              <a:lnSpc>
                <a:spcPct val="115000"/>
              </a:lnSpc>
              <a:spcBef>
                <a:spcPts val="0"/>
              </a:spcBef>
              <a:spcAft>
                <a:spcPts val="0"/>
              </a:spcAft>
              <a:buClr>
                <a:schemeClr val="dk2"/>
              </a:buClr>
              <a:buSzPts val="1800"/>
              <a:buNone/>
              <a:defRPr>
                <a:solidFill>
                  <a:schemeClr val="dk2"/>
                </a:solidFill>
              </a:defRPr>
            </a:lvl5pPr>
            <a:lvl6pPr lvl="5" rtl="0" algn="r">
              <a:lnSpc>
                <a:spcPct val="115000"/>
              </a:lnSpc>
              <a:spcBef>
                <a:spcPts val="0"/>
              </a:spcBef>
              <a:spcAft>
                <a:spcPts val="0"/>
              </a:spcAft>
              <a:buClr>
                <a:schemeClr val="dk2"/>
              </a:buClr>
              <a:buSzPts val="1800"/>
              <a:buNone/>
              <a:defRPr>
                <a:solidFill>
                  <a:schemeClr val="dk2"/>
                </a:solidFill>
              </a:defRPr>
            </a:lvl6pPr>
            <a:lvl7pPr lvl="6" rtl="0" algn="r">
              <a:lnSpc>
                <a:spcPct val="115000"/>
              </a:lnSpc>
              <a:spcBef>
                <a:spcPts val="0"/>
              </a:spcBef>
              <a:spcAft>
                <a:spcPts val="0"/>
              </a:spcAft>
              <a:buClr>
                <a:schemeClr val="dk2"/>
              </a:buClr>
              <a:buSzPts val="1800"/>
              <a:buNone/>
              <a:defRPr>
                <a:solidFill>
                  <a:schemeClr val="dk2"/>
                </a:solidFill>
              </a:defRPr>
            </a:lvl7pPr>
            <a:lvl8pPr lvl="7" rtl="0" algn="r">
              <a:lnSpc>
                <a:spcPct val="115000"/>
              </a:lnSpc>
              <a:spcBef>
                <a:spcPts val="0"/>
              </a:spcBef>
              <a:spcAft>
                <a:spcPts val="0"/>
              </a:spcAft>
              <a:buClr>
                <a:schemeClr val="dk2"/>
              </a:buClr>
              <a:buSzPts val="1800"/>
              <a:buNone/>
              <a:defRPr>
                <a:solidFill>
                  <a:schemeClr val="dk2"/>
                </a:solidFill>
              </a:defRPr>
            </a:lvl8pPr>
            <a:lvl9pPr lvl="8" rtl="0" algn="r">
              <a:lnSpc>
                <a:spcPct val="115000"/>
              </a:lnSpc>
              <a:spcBef>
                <a:spcPts val="0"/>
              </a:spcBef>
              <a:spcAft>
                <a:spcPts val="0"/>
              </a:spcAft>
              <a:buClr>
                <a:schemeClr val="dk2"/>
              </a:buClr>
              <a:buSzPts val="1800"/>
              <a:buNone/>
              <a:defRPr>
                <a:solidFill>
                  <a:schemeClr val="dk2"/>
                </a:solidFill>
              </a:defRPr>
            </a:lvl9pPr>
          </a:lstStyle>
          <a:p/>
        </p:txBody>
      </p:sp>
      <p:pic>
        <p:nvPicPr>
          <p:cNvPr id="339" name="Google Shape;339;g2ebb70c520e_0_680"/>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340" name="Google Shape;340;g2ebb70c520e_0_680"/>
          <p:cNvSpPr txBox="1"/>
          <p:nvPr>
            <p:ph idx="3"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Key Idea 1">
  <p:cSld name="CUSTOM_4_1_2_2">
    <p:bg>
      <p:bgPr>
        <a:solidFill>
          <a:schemeClr val="lt2"/>
        </a:solidFill>
      </p:bgPr>
    </p:bg>
    <p:spTree>
      <p:nvGrpSpPr>
        <p:cNvPr id="341" name="Shape 341"/>
        <p:cNvGrpSpPr/>
        <p:nvPr/>
      </p:nvGrpSpPr>
      <p:grpSpPr>
        <a:xfrm>
          <a:off x="0" y="0"/>
          <a:ext cx="0" cy="0"/>
          <a:chOff x="0" y="0"/>
          <a:chExt cx="0" cy="0"/>
        </a:xfrm>
      </p:grpSpPr>
      <p:sp>
        <p:nvSpPr>
          <p:cNvPr id="342" name="Google Shape;342;g2ebb70c520e_0_690"/>
          <p:cNvSpPr/>
          <p:nvPr/>
        </p:nvSpPr>
        <p:spPr>
          <a:xfrm>
            <a:off x="459100" y="1377600"/>
            <a:ext cx="2741400" cy="27414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43" name="Google Shape;343;g2ebb70c520e_0_690"/>
          <p:cNvPicPr preferRelativeResize="0"/>
          <p:nvPr/>
        </p:nvPicPr>
        <p:blipFill rotWithShape="1">
          <a:blip r:embed="rId2">
            <a:alphaModFix/>
          </a:blip>
          <a:srcRect b="0" l="0" r="0" t="0"/>
          <a:stretch/>
        </p:blipFill>
        <p:spPr>
          <a:xfrm>
            <a:off x="900550" y="1861613"/>
            <a:ext cx="1856475" cy="1856475"/>
          </a:xfrm>
          <a:prstGeom prst="rect">
            <a:avLst/>
          </a:prstGeom>
          <a:noFill/>
          <a:ln>
            <a:noFill/>
          </a:ln>
        </p:spPr>
      </p:pic>
      <p:pic>
        <p:nvPicPr>
          <p:cNvPr id="344" name="Google Shape;344;g2ebb70c520e_0_690"/>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
        <p:nvSpPr>
          <p:cNvPr id="345" name="Google Shape;345;g2ebb70c520e_0_690"/>
          <p:cNvSpPr txBox="1"/>
          <p:nvPr>
            <p:ph idx="1" type="body"/>
          </p:nvPr>
        </p:nvSpPr>
        <p:spPr>
          <a:xfrm>
            <a:off x="3647875" y="1377600"/>
            <a:ext cx="5038800" cy="2741400"/>
          </a:xfrm>
          <a:prstGeom prst="rect">
            <a:avLst/>
          </a:prstGeom>
          <a:noFill/>
          <a:ln>
            <a:noFill/>
          </a:ln>
        </p:spPr>
        <p:txBody>
          <a:bodyPr anchorCtr="0" anchor="ctr" bIns="91425" lIns="0" spcFirstLastPara="1" rIns="0" wrap="square" tIns="91425">
            <a:noAutofit/>
          </a:bodyPr>
          <a:lstStyle>
            <a:lvl1pPr indent="-457200" lvl="0" marL="457200" rtl="0" algn="l">
              <a:lnSpc>
                <a:spcPct val="115000"/>
              </a:lnSpc>
              <a:spcBef>
                <a:spcPts val="0"/>
              </a:spcBef>
              <a:spcAft>
                <a:spcPts val="0"/>
              </a:spcAft>
              <a:buSzPts val="3600"/>
              <a:buChar char="●"/>
              <a:defRPr sz="3600"/>
            </a:lvl1pPr>
            <a:lvl2pPr indent="-457200" lvl="1" marL="914400" rtl="0" algn="l">
              <a:lnSpc>
                <a:spcPct val="115000"/>
              </a:lnSpc>
              <a:spcBef>
                <a:spcPts val="0"/>
              </a:spcBef>
              <a:spcAft>
                <a:spcPts val="0"/>
              </a:spcAft>
              <a:buSzPts val="3600"/>
              <a:buChar char="○"/>
              <a:defRPr sz="3600"/>
            </a:lvl2pPr>
            <a:lvl3pPr indent="-457200" lvl="2" marL="1371600" rtl="0" algn="l">
              <a:lnSpc>
                <a:spcPct val="115000"/>
              </a:lnSpc>
              <a:spcBef>
                <a:spcPts val="0"/>
              </a:spcBef>
              <a:spcAft>
                <a:spcPts val="0"/>
              </a:spcAft>
              <a:buSzPts val="3600"/>
              <a:buChar char="■"/>
              <a:defRPr sz="3600"/>
            </a:lvl3pPr>
            <a:lvl4pPr indent="-457200" lvl="3" marL="1828800" rtl="0" algn="l">
              <a:lnSpc>
                <a:spcPct val="115000"/>
              </a:lnSpc>
              <a:spcBef>
                <a:spcPts val="0"/>
              </a:spcBef>
              <a:spcAft>
                <a:spcPts val="0"/>
              </a:spcAft>
              <a:buSzPts val="3600"/>
              <a:buChar char="●"/>
              <a:defRPr sz="3600"/>
            </a:lvl4pPr>
            <a:lvl5pPr indent="-457200" lvl="4" marL="2286000" rtl="0" algn="l">
              <a:lnSpc>
                <a:spcPct val="115000"/>
              </a:lnSpc>
              <a:spcBef>
                <a:spcPts val="0"/>
              </a:spcBef>
              <a:spcAft>
                <a:spcPts val="0"/>
              </a:spcAft>
              <a:buSzPts val="3600"/>
              <a:buChar char="○"/>
              <a:defRPr sz="3600"/>
            </a:lvl5pPr>
            <a:lvl6pPr indent="-457200" lvl="5" marL="2743200" rtl="0" algn="l">
              <a:lnSpc>
                <a:spcPct val="115000"/>
              </a:lnSpc>
              <a:spcBef>
                <a:spcPts val="0"/>
              </a:spcBef>
              <a:spcAft>
                <a:spcPts val="0"/>
              </a:spcAft>
              <a:buSzPts val="3600"/>
              <a:buChar char="■"/>
              <a:defRPr sz="3600"/>
            </a:lvl6pPr>
            <a:lvl7pPr indent="-457200" lvl="6" marL="3200400" rtl="0" algn="l">
              <a:lnSpc>
                <a:spcPct val="115000"/>
              </a:lnSpc>
              <a:spcBef>
                <a:spcPts val="0"/>
              </a:spcBef>
              <a:spcAft>
                <a:spcPts val="0"/>
              </a:spcAft>
              <a:buSzPts val="3600"/>
              <a:buChar char="●"/>
              <a:defRPr sz="3600"/>
            </a:lvl7pPr>
            <a:lvl8pPr indent="-457200" lvl="7" marL="3657600" rtl="0" algn="l">
              <a:lnSpc>
                <a:spcPct val="115000"/>
              </a:lnSpc>
              <a:spcBef>
                <a:spcPts val="0"/>
              </a:spcBef>
              <a:spcAft>
                <a:spcPts val="0"/>
              </a:spcAft>
              <a:buSzPts val="3600"/>
              <a:buChar char="○"/>
              <a:defRPr sz="3600"/>
            </a:lvl8pPr>
            <a:lvl9pPr indent="-457200" lvl="8" marL="4114800" rtl="0" algn="l">
              <a:lnSpc>
                <a:spcPct val="115000"/>
              </a:lnSpc>
              <a:spcBef>
                <a:spcPts val="0"/>
              </a:spcBef>
              <a:spcAft>
                <a:spcPts val="0"/>
              </a:spcAft>
              <a:buSzPts val="3600"/>
              <a:buChar char="■"/>
              <a:defRPr sz="36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Tip or Answer 1">
  <p:cSld name="CUSTOM_4_1_1_1_1">
    <p:bg>
      <p:bgPr>
        <a:solidFill>
          <a:schemeClr val="lt2"/>
        </a:solidFill>
      </p:bgPr>
    </p:bg>
    <p:spTree>
      <p:nvGrpSpPr>
        <p:cNvPr id="346" name="Shape 346"/>
        <p:cNvGrpSpPr/>
        <p:nvPr/>
      </p:nvGrpSpPr>
      <p:grpSpPr>
        <a:xfrm>
          <a:off x="0" y="0"/>
          <a:ext cx="0" cy="0"/>
          <a:chOff x="0" y="0"/>
          <a:chExt cx="0" cy="0"/>
        </a:xfrm>
      </p:grpSpPr>
      <p:sp>
        <p:nvSpPr>
          <p:cNvPr id="347" name="Google Shape;347;g2ebb70c520e_0_695"/>
          <p:cNvSpPr/>
          <p:nvPr/>
        </p:nvSpPr>
        <p:spPr>
          <a:xfrm>
            <a:off x="459100" y="1380744"/>
            <a:ext cx="2741400" cy="274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48" name="Google Shape;348;g2ebb70c520e_0_695"/>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pic>
        <p:nvPicPr>
          <p:cNvPr id="349" name="Google Shape;349;g2ebb70c520e_0_695"/>
          <p:cNvPicPr preferRelativeResize="0"/>
          <p:nvPr/>
        </p:nvPicPr>
        <p:blipFill rotWithShape="1">
          <a:blip r:embed="rId3">
            <a:alphaModFix/>
          </a:blip>
          <a:srcRect b="0" l="0" r="0" t="0"/>
          <a:stretch/>
        </p:blipFill>
        <p:spPr>
          <a:xfrm>
            <a:off x="967670" y="1896525"/>
            <a:ext cx="1724260" cy="1620450"/>
          </a:xfrm>
          <a:prstGeom prst="rect">
            <a:avLst/>
          </a:prstGeom>
          <a:noFill/>
          <a:ln>
            <a:noFill/>
          </a:ln>
        </p:spPr>
      </p:pic>
      <p:sp>
        <p:nvSpPr>
          <p:cNvPr id="350" name="Google Shape;350;g2ebb70c520e_0_695"/>
          <p:cNvSpPr txBox="1"/>
          <p:nvPr>
            <p:ph idx="1" type="body"/>
          </p:nvPr>
        </p:nvSpPr>
        <p:spPr>
          <a:xfrm>
            <a:off x="3647875" y="1377600"/>
            <a:ext cx="5038800" cy="2741400"/>
          </a:xfrm>
          <a:prstGeom prst="rect">
            <a:avLst/>
          </a:prstGeom>
          <a:noFill/>
          <a:ln>
            <a:noFill/>
          </a:ln>
        </p:spPr>
        <p:txBody>
          <a:bodyPr anchorCtr="0" anchor="ctr" bIns="91425" lIns="0" spcFirstLastPara="1" rIns="0" wrap="square" tIns="91425">
            <a:noAutofit/>
          </a:bodyPr>
          <a:lstStyle>
            <a:lvl1pPr indent="-457200" lvl="0" marL="457200" rtl="0" algn="l">
              <a:lnSpc>
                <a:spcPct val="115000"/>
              </a:lnSpc>
              <a:spcBef>
                <a:spcPts val="0"/>
              </a:spcBef>
              <a:spcAft>
                <a:spcPts val="0"/>
              </a:spcAft>
              <a:buSzPts val="3600"/>
              <a:buChar char="●"/>
              <a:defRPr sz="3600"/>
            </a:lvl1pPr>
            <a:lvl2pPr indent="-457200" lvl="1" marL="914400" rtl="0" algn="l">
              <a:lnSpc>
                <a:spcPct val="115000"/>
              </a:lnSpc>
              <a:spcBef>
                <a:spcPts val="0"/>
              </a:spcBef>
              <a:spcAft>
                <a:spcPts val="0"/>
              </a:spcAft>
              <a:buSzPts val="3600"/>
              <a:buChar char="○"/>
              <a:defRPr sz="3600"/>
            </a:lvl2pPr>
            <a:lvl3pPr indent="-457200" lvl="2" marL="1371600" rtl="0" algn="l">
              <a:lnSpc>
                <a:spcPct val="115000"/>
              </a:lnSpc>
              <a:spcBef>
                <a:spcPts val="0"/>
              </a:spcBef>
              <a:spcAft>
                <a:spcPts val="0"/>
              </a:spcAft>
              <a:buSzPts val="3600"/>
              <a:buChar char="■"/>
              <a:defRPr sz="3600"/>
            </a:lvl3pPr>
            <a:lvl4pPr indent="-457200" lvl="3" marL="1828800" rtl="0" algn="l">
              <a:lnSpc>
                <a:spcPct val="115000"/>
              </a:lnSpc>
              <a:spcBef>
                <a:spcPts val="0"/>
              </a:spcBef>
              <a:spcAft>
                <a:spcPts val="0"/>
              </a:spcAft>
              <a:buSzPts val="3600"/>
              <a:buChar char="●"/>
              <a:defRPr sz="3600"/>
            </a:lvl4pPr>
            <a:lvl5pPr indent="-457200" lvl="4" marL="2286000" rtl="0" algn="l">
              <a:lnSpc>
                <a:spcPct val="115000"/>
              </a:lnSpc>
              <a:spcBef>
                <a:spcPts val="0"/>
              </a:spcBef>
              <a:spcAft>
                <a:spcPts val="0"/>
              </a:spcAft>
              <a:buSzPts val="3600"/>
              <a:buChar char="○"/>
              <a:defRPr sz="3600"/>
            </a:lvl5pPr>
            <a:lvl6pPr indent="-457200" lvl="5" marL="2743200" rtl="0" algn="l">
              <a:lnSpc>
                <a:spcPct val="115000"/>
              </a:lnSpc>
              <a:spcBef>
                <a:spcPts val="0"/>
              </a:spcBef>
              <a:spcAft>
                <a:spcPts val="0"/>
              </a:spcAft>
              <a:buSzPts val="3600"/>
              <a:buChar char="■"/>
              <a:defRPr sz="3600"/>
            </a:lvl6pPr>
            <a:lvl7pPr indent="-457200" lvl="6" marL="3200400" rtl="0" algn="l">
              <a:lnSpc>
                <a:spcPct val="115000"/>
              </a:lnSpc>
              <a:spcBef>
                <a:spcPts val="0"/>
              </a:spcBef>
              <a:spcAft>
                <a:spcPts val="0"/>
              </a:spcAft>
              <a:buSzPts val="3600"/>
              <a:buChar char="●"/>
              <a:defRPr sz="3600"/>
            </a:lvl7pPr>
            <a:lvl8pPr indent="-457200" lvl="7" marL="3657600" rtl="0" algn="l">
              <a:lnSpc>
                <a:spcPct val="115000"/>
              </a:lnSpc>
              <a:spcBef>
                <a:spcPts val="0"/>
              </a:spcBef>
              <a:spcAft>
                <a:spcPts val="0"/>
              </a:spcAft>
              <a:buSzPts val="3600"/>
              <a:buChar char="○"/>
              <a:defRPr sz="3600"/>
            </a:lvl8pPr>
            <a:lvl9pPr indent="-457200" lvl="8" marL="4114800" rtl="0" algn="l">
              <a:lnSpc>
                <a:spcPct val="115000"/>
              </a:lnSpc>
              <a:spcBef>
                <a:spcPts val="0"/>
              </a:spcBef>
              <a:spcAft>
                <a:spcPts val="0"/>
              </a:spcAft>
              <a:buSzPts val="3600"/>
              <a:buChar char="■"/>
              <a:defRPr sz="3600"/>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s Up slide 1">
  <p:cSld name="CUSTOM_10_2_1">
    <p:bg>
      <p:bgPr>
        <a:solidFill>
          <a:srgbClr val="F2F2F2"/>
        </a:solidFill>
      </p:bgPr>
    </p:bg>
    <p:spTree>
      <p:nvGrpSpPr>
        <p:cNvPr id="351" name="Shape 351"/>
        <p:cNvGrpSpPr/>
        <p:nvPr/>
      </p:nvGrpSpPr>
      <p:grpSpPr>
        <a:xfrm>
          <a:off x="0" y="0"/>
          <a:ext cx="0" cy="0"/>
          <a:chOff x="0" y="0"/>
          <a:chExt cx="0" cy="0"/>
        </a:xfrm>
      </p:grpSpPr>
      <p:sp>
        <p:nvSpPr>
          <p:cNvPr id="352" name="Google Shape;352;g2ebb70c520e_0_700"/>
          <p:cNvSpPr txBox="1"/>
          <p:nvPr/>
        </p:nvSpPr>
        <p:spPr>
          <a:xfrm>
            <a:off x="311700" y="2688450"/>
            <a:ext cx="8520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2E5E73"/>
                </a:solidFill>
                <a:latin typeface="Roboto"/>
                <a:ea typeface="Roboto"/>
                <a:cs typeface="Roboto"/>
                <a:sym typeface="Roboto"/>
              </a:rPr>
              <a:t>Time’s up!</a:t>
            </a:r>
            <a:endParaRPr b="1" i="0" sz="4000" u="none" cap="none" strike="noStrike">
              <a:solidFill>
                <a:srgbClr val="2E5E73"/>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rgbClr val="2E5E73"/>
                </a:solidFill>
                <a:latin typeface="Roboto Light"/>
                <a:ea typeface="Roboto Light"/>
                <a:cs typeface="Roboto Light"/>
                <a:sym typeface="Roboto Light"/>
              </a:rPr>
              <a:t>Let’s review</a:t>
            </a:r>
            <a:endParaRPr b="0" i="0" sz="4000" u="none" cap="none" strike="noStrike">
              <a:solidFill>
                <a:srgbClr val="2E5E73"/>
              </a:solidFill>
              <a:latin typeface="Roboto Light"/>
              <a:ea typeface="Roboto Light"/>
              <a:cs typeface="Roboto Light"/>
              <a:sym typeface="Roboto Light"/>
            </a:endParaRPr>
          </a:p>
        </p:txBody>
      </p:sp>
      <p:pic>
        <p:nvPicPr>
          <p:cNvPr id="353" name="Google Shape;353;g2ebb70c520e_0_700"/>
          <p:cNvPicPr preferRelativeResize="0"/>
          <p:nvPr/>
        </p:nvPicPr>
        <p:blipFill rotWithShape="1">
          <a:blip r:embed="rId2">
            <a:alphaModFix/>
          </a:blip>
          <a:srcRect b="0" l="0" r="0" t="0"/>
          <a:stretch/>
        </p:blipFill>
        <p:spPr>
          <a:xfrm>
            <a:off x="3975000" y="1536950"/>
            <a:ext cx="1194000" cy="1149065"/>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354" name="Shape 354"/>
        <p:cNvGrpSpPr/>
        <p:nvPr/>
      </p:nvGrpSpPr>
      <p:grpSpPr>
        <a:xfrm>
          <a:off x="0" y="0"/>
          <a:ext cx="0" cy="0"/>
          <a:chOff x="0" y="0"/>
          <a:chExt cx="0" cy="0"/>
        </a:xfrm>
      </p:grpSpPr>
      <p:sp>
        <p:nvSpPr>
          <p:cNvPr id="355" name="Google Shape;355;g2eeeac1e158_0_1405"/>
          <p:cNvSpPr txBox="1"/>
          <p:nvPr>
            <p:ph type="title"/>
          </p:nvPr>
        </p:nvSpPr>
        <p:spPr>
          <a:xfrm>
            <a:off x="311700" y="445025"/>
            <a:ext cx="8520600" cy="5727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56" name="Google Shape;356;g2eeeac1e158_0_140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sp>
        <p:nvSpPr>
          <p:cNvPr id="357" name="Google Shape;357;g2eeeac1e158_0_140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estion slide 1">
  <p:cSld name="CUSTOM_4_1_2_3">
    <p:bg>
      <p:bgPr>
        <a:solidFill>
          <a:schemeClr val="dk2"/>
        </a:solidFill>
      </p:bgPr>
    </p:bg>
    <p:spTree>
      <p:nvGrpSpPr>
        <p:cNvPr id="358" name="Shape 358"/>
        <p:cNvGrpSpPr/>
        <p:nvPr/>
      </p:nvGrpSpPr>
      <p:grpSpPr>
        <a:xfrm>
          <a:off x="0" y="0"/>
          <a:ext cx="0" cy="0"/>
          <a:chOff x="0" y="0"/>
          <a:chExt cx="0" cy="0"/>
        </a:xfrm>
      </p:grpSpPr>
      <p:sp>
        <p:nvSpPr>
          <p:cNvPr id="359" name="Google Shape;359;g2eeeac1e158_0_2394"/>
          <p:cNvSpPr/>
          <p:nvPr/>
        </p:nvSpPr>
        <p:spPr>
          <a:xfrm>
            <a:off x="459099" y="1336050"/>
            <a:ext cx="2471400" cy="24714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g2eeeac1e158_0_2394"/>
          <p:cNvSpPr txBox="1"/>
          <p:nvPr>
            <p:ph type="title"/>
          </p:nvPr>
        </p:nvSpPr>
        <p:spPr>
          <a:xfrm>
            <a:off x="3141250" y="1925250"/>
            <a:ext cx="5555100" cy="1304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lt1"/>
              </a:buClr>
              <a:buSzPts val="3800"/>
              <a:buNone/>
              <a:defRPr sz="3800">
                <a:solidFill>
                  <a:schemeClr val="lt1"/>
                </a:solidFill>
                <a:latin typeface="Roboto Light"/>
                <a:ea typeface="Roboto Light"/>
                <a:cs typeface="Roboto Light"/>
                <a:sym typeface="Roboto Light"/>
              </a:defRPr>
            </a:lvl1pPr>
            <a:lvl2pPr lvl="1" rtl="0" algn="l">
              <a:lnSpc>
                <a:spcPct val="100000"/>
              </a:lnSpc>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rtl="0" algn="l">
              <a:lnSpc>
                <a:spcPct val="100000"/>
              </a:lnSpc>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rtl="0" algn="l">
              <a:lnSpc>
                <a:spcPct val="100000"/>
              </a:lnSpc>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rtl="0" algn="l">
              <a:lnSpc>
                <a:spcPct val="100000"/>
              </a:lnSpc>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rtl="0" algn="l">
              <a:lnSpc>
                <a:spcPct val="100000"/>
              </a:lnSpc>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rtl="0" algn="l">
              <a:lnSpc>
                <a:spcPct val="100000"/>
              </a:lnSpc>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rtl="0" algn="l">
              <a:lnSpc>
                <a:spcPct val="100000"/>
              </a:lnSpc>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rtl="0" algn="l">
              <a:lnSpc>
                <a:spcPct val="100000"/>
              </a:lnSpc>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pic>
        <p:nvPicPr>
          <p:cNvPr id="361" name="Google Shape;361;g2eeeac1e158_0_2394"/>
          <p:cNvPicPr preferRelativeResize="0"/>
          <p:nvPr/>
        </p:nvPicPr>
        <p:blipFill rotWithShape="1">
          <a:blip r:embed="rId2">
            <a:alphaModFix/>
          </a:blip>
          <a:srcRect b="0" l="0" r="0" t="0"/>
          <a:stretch/>
        </p:blipFill>
        <p:spPr>
          <a:xfrm>
            <a:off x="1242338" y="1946150"/>
            <a:ext cx="904875" cy="1343025"/>
          </a:xfrm>
          <a:prstGeom prst="rect">
            <a:avLst/>
          </a:prstGeom>
          <a:noFill/>
          <a:ln>
            <a:noFill/>
          </a:ln>
        </p:spPr>
      </p:pic>
      <p:pic>
        <p:nvPicPr>
          <p:cNvPr id="362" name="Google Shape;362;g2eeeac1e158_0_2394"/>
          <p:cNvPicPr preferRelativeResize="0"/>
          <p:nvPr/>
        </p:nvPicPr>
        <p:blipFill rotWithShape="1">
          <a:blip r:embed="rId3">
            <a:alphaModFix amt="7000"/>
          </a:blip>
          <a:srcRect b="0" l="0" r="0" t="0"/>
          <a:stretch/>
        </p:blipFill>
        <p:spPr>
          <a:xfrm>
            <a:off x="5484975" y="2744075"/>
            <a:ext cx="4044599" cy="2622600"/>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1">
  <p:cSld name="CUSTOM_24">
    <p:spTree>
      <p:nvGrpSpPr>
        <p:cNvPr id="363" name="Shape 363"/>
        <p:cNvGrpSpPr/>
        <p:nvPr/>
      </p:nvGrpSpPr>
      <p:grpSpPr>
        <a:xfrm>
          <a:off x="0" y="0"/>
          <a:ext cx="0" cy="0"/>
          <a:chOff x="0" y="0"/>
          <a:chExt cx="0" cy="0"/>
        </a:xfrm>
      </p:grpSpPr>
      <p:sp>
        <p:nvSpPr>
          <p:cNvPr id="364" name="Google Shape;364;g2eeeac1e158_0_551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5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g2ebb70c520e_0_354"/>
          <p:cNvSpPr txBox="1"/>
          <p:nvPr>
            <p:ph type="title"/>
          </p:nvPr>
        </p:nvSpPr>
        <p:spPr>
          <a:xfrm>
            <a:off x="457200" y="64000"/>
            <a:ext cx="8229600" cy="399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2600"/>
              <a:buFont typeface="Roboto"/>
              <a:buNone/>
              <a:defRPr b="1" i="0" sz="2600" u="none" cap="none" strike="noStrike">
                <a:solidFill>
                  <a:schemeClr val="dk2"/>
                </a:solidFill>
                <a:latin typeface="Roboto"/>
                <a:ea typeface="Roboto"/>
                <a:cs typeface="Roboto"/>
                <a:sym typeface="Roboto"/>
              </a:defRPr>
            </a:lvl1pPr>
            <a:lvl2pPr lvl="1"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9pPr>
          </a:lstStyle>
          <a:p/>
        </p:txBody>
      </p:sp>
      <p:sp>
        <p:nvSpPr>
          <p:cNvPr id="7" name="Google Shape;7;g2ebb70c520e_0_354"/>
          <p:cNvSpPr txBox="1"/>
          <p:nvPr>
            <p:ph idx="1" type="body"/>
          </p:nvPr>
        </p:nvSpPr>
        <p:spPr>
          <a:xfrm>
            <a:off x="457125" y="1143000"/>
            <a:ext cx="8229600" cy="3499500"/>
          </a:xfrm>
          <a:prstGeom prst="rect">
            <a:avLst/>
          </a:prstGeom>
          <a:noFill/>
          <a:ln>
            <a:noFill/>
          </a:ln>
        </p:spPr>
        <p:txBody>
          <a:bodyPr anchorCtr="0" anchor="t" bIns="91425" lIns="0" spcFirstLastPara="1" rIns="91425" wrap="square" tIns="0">
            <a:noAutofit/>
          </a:bodyPr>
          <a:lstStyle>
            <a:lvl1pPr indent="-342900" lvl="0" marL="457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1pPr>
            <a:lvl2pPr indent="-342900" lvl="1" marL="9144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2pPr>
            <a:lvl3pPr indent="-342900" lvl="2" marL="13716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3pPr>
            <a:lvl4pPr indent="-342900" lvl="3" marL="18288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4pPr>
            <a:lvl5pPr indent="-342900" lvl="4" marL="22860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5pPr>
            <a:lvl6pPr indent="-342900" lvl="5" marL="2743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6pPr>
            <a:lvl7pPr indent="-342900" lvl="6" marL="32004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7pPr>
            <a:lvl8pPr indent="-342900" lvl="7" marL="36576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8pPr>
            <a:lvl9pPr indent="-342900" lvl="8" marL="41148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9pPr>
          </a:lstStyle>
          <a:p/>
        </p:txBody>
      </p:sp>
      <p:sp>
        <p:nvSpPr>
          <p:cNvPr id="8" name="Google Shape;8;g2ebb70c520e_0_354"/>
          <p:cNvSpPr txBox="1"/>
          <p:nvPr>
            <p:ph idx="2" type="title"/>
          </p:nvPr>
        </p:nvSpPr>
        <p:spPr>
          <a:xfrm>
            <a:off x="457200" y="457200"/>
            <a:ext cx="8229600" cy="399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1800"/>
              <a:buFont typeface="Roboto"/>
              <a:buNone/>
              <a:defRPr b="0" i="0" sz="1800" u="none" cap="none" strike="noStrike">
                <a:solidFill>
                  <a:schemeClr val="dk2"/>
                </a:solidFill>
                <a:latin typeface="Roboto"/>
                <a:ea typeface="Roboto"/>
                <a:cs typeface="Roboto"/>
                <a:sym typeface="Roboto"/>
              </a:defRPr>
            </a:lvl1pPr>
            <a:lvl2pPr lvl="1"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guide id="2" orient="horz" pos="288">
          <p15:clr>
            <a:srgbClr val="E46962"/>
          </p15:clr>
        </p15:guide>
        <p15:guide id="3" pos="5472">
          <p15:clr>
            <a:srgbClr val="E46962"/>
          </p15:clr>
        </p15:guide>
        <p15:guide id="4" orient="horz" pos="2878">
          <p15:clr>
            <a:srgbClr val="E46962"/>
          </p15:clr>
        </p15:guide>
        <p15:guide id="5" orient="horz" pos="864">
          <p15:clr>
            <a:srgbClr val="E46962"/>
          </p15:clr>
        </p15:guide>
        <p15:guide id="6" pos="576">
          <p15:clr>
            <a:srgbClr val="E46962"/>
          </p15:clr>
        </p15:guide>
        <p15:guide id="7" pos="864">
          <p15:clr>
            <a:srgbClr val="E46962"/>
          </p15:clr>
        </p15:guide>
        <p15:guide id="8" pos="1152">
          <p15:clr>
            <a:srgbClr val="E46962"/>
          </p15:clr>
        </p15:guide>
        <p15:guide id="9" pos="1440">
          <p15:clr>
            <a:srgbClr val="E46962"/>
          </p15:clr>
        </p15:guide>
        <p15:guide id="10" pos="1728">
          <p15:clr>
            <a:srgbClr val="E46962"/>
          </p15:clr>
        </p15:guide>
        <p15:guide id="11" pos="2016">
          <p15:clr>
            <a:srgbClr val="E46962"/>
          </p15:clr>
        </p15:guide>
        <p15:guide id="12" pos="2304">
          <p15:clr>
            <a:srgbClr val="E46962"/>
          </p15:clr>
        </p15:guide>
        <p15:guide id="13" pos="2592">
          <p15:clr>
            <a:srgbClr val="E46962"/>
          </p15:clr>
        </p15:guide>
        <p15:guide id="14" pos="2880">
          <p15:clr>
            <a:srgbClr val="E46962"/>
          </p15:clr>
        </p15:guide>
        <p15:guide id="15" pos="3168">
          <p15:clr>
            <a:srgbClr val="E46962"/>
          </p15:clr>
        </p15:guide>
        <p15:guide id="16" pos="3456">
          <p15:clr>
            <a:srgbClr val="E46962"/>
          </p15:clr>
        </p15:guide>
        <p15:guide id="17" pos="3744">
          <p15:clr>
            <a:srgbClr val="E46962"/>
          </p15:clr>
        </p15:guide>
        <p15:guide id="18" pos="4032">
          <p15:clr>
            <a:srgbClr val="E46962"/>
          </p15:clr>
        </p15:guide>
        <p15:guide id="19" pos="4320">
          <p15:clr>
            <a:srgbClr val="E46962"/>
          </p15:clr>
        </p15:guide>
        <p15:guide id="20" pos="4608">
          <p15:clr>
            <a:srgbClr val="E46962"/>
          </p15:clr>
        </p15:guide>
        <p15:guide id="21" pos="4896">
          <p15:clr>
            <a:srgbClr val="E46962"/>
          </p15:clr>
        </p15:guide>
        <p15:guide id="22" pos="5184">
          <p15:clr>
            <a:srgbClr val="E46962"/>
          </p15:clr>
        </p15:guide>
        <p15:guide id="23" orient="horz" pos="584">
          <p15:clr>
            <a:srgbClr val="E46962"/>
          </p15:clr>
        </p15:guide>
        <p15:guide id="24" orient="horz" pos="1152">
          <p15:clr>
            <a:srgbClr val="E46962"/>
          </p15:clr>
        </p15:guide>
        <p15:guide id="25" orient="horz" pos="1440">
          <p15:clr>
            <a:srgbClr val="E46962"/>
          </p15:clr>
        </p15:guide>
        <p15:guide id="26" orient="horz" pos="1731">
          <p15:clr>
            <a:srgbClr val="E46962"/>
          </p15:clr>
        </p15:guide>
        <p15:guide id="27" orient="horz" pos="2018">
          <p15:clr>
            <a:srgbClr val="E46962"/>
          </p15:clr>
        </p15:guide>
        <p15:guide id="28" orient="horz" pos="2305">
          <p15:clr>
            <a:srgbClr val="E46962"/>
          </p15:clr>
        </p15:guide>
        <p15:guide id="29" orient="horz" pos="2591">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xml"/><Relationship Id="rId3" Type="http://schemas.openxmlformats.org/officeDocument/2006/relationships/image" Target="../media/image3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openxmlformats.org/officeDocument/2006/relationships/image" Target="../media/image39.png"/><Relationship Id="rId4" Type="http://schemas.openxmlformats.org/officeDocument/2006/relationships/image" Target="../media/image36.png"/><Relationship Id="rId5" Type="http://schemas.openxmlformats.org/officeDocument/2006/relationships/image" Target="../media/image4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 Id="rId3" Type="http://schemas.openxmlformats.org/officeDocument/2006/relationships/image" Target="../media/image30.png"/><Relationship Id="rId4" Type="http://schemas.openxmlformats.org/officeDocument/2006/relationships/image" Target="../media/image29.png"/><Relationship Id="rId5" Type="http://schemas.openxmlformats.org/officeDocument/2006/relationships/image" Target="../media/image4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6.xml"/><Relationship Id="rId3" Type="http://schemas.openxmlformats.org/officeDocument/2006/relationships/image" Target="../media/image2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 Id="rId3" Type="http://schemas.openxmlformats.org/officeDocument/2006/relationships/image" Target="../media/image52.png"/><Relationship Id="rId4" Type="http://schemas.openxmlformats.org/officeDocument/2006/relationships/image" Target="../media/image43.png"/><Relationship Id="rId5" Type="http://schemas.openxmlformats.org/officeDocument/2006/relationships/image" Target="../media/image42.png"/><Relationship Id="rId6" Type="http://schemas.openxmlformats.org/officeDocument/2006/relationships/image" Target="../media/image3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2.xml"/><Relationship Id="rId3" Type="http://schemas.openxmlformats.org/officeDocument/2006/relationships/image" Target="../media/image59.png"/><Relationship Id="rId4" Type="http://schemas.openxmlformats.org/officeDocument/2006/relationships/image" Target="../media/image5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3.xml"/><Relationship Id="rId3" Type="http://schemas.openxmlformats.org/officeDocument/2006/relationships/image" Target="../media/image4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53.png"/><Relationship Id="rId4" Type="http://schemas.openxmlformats.org/officeDocument/2006/relationships/image" Target="../media/image65.png"/><Relationship Id="rId5" Type="http://schemas.openxmlformats.org/officeDocument/2006/relationships/image" Target="../media/image51.png"/><Relationship Id="rId6" Type="http://schemas.openxmlformats.org/officeDocument/2006/relationships/image" Target="../media/image5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53.png"/><Relationship Id="rId4" Type="http://schemas.openxmlformats.org/officeDocument/2006/relationships/image" Target="../media/image65.png"/><Relationship Id="rId5" Type="http://schemas.openxmlformats.org/officeDocument/2006/relationships/image" Target="../media/image5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53.png"/><Relationship Id="rId4" Type="http://schemas.openxmlformats.org/officeDocument/2006/relationships/image" Target="../media/image49.png"/><Relationship Id="rId5" Type="http://schemas.openxmlformats.org/officeDocument/2006/relationships/image" Target="../media/image48.png"/><Relationship Id="rId6" Type="http://schemas.openxmlformats.org/officeDocument/2006/relationships/image" Target="../media/image65.png"/><Relationship Id="rId7" Type="http://schemas.openxmlformats.org/officeDocument/2006/relationships/image" Target="../media/image63.png"/><Relationship Id="rId8" Type="http://schemas.openxmlformats.org/officeDocument/2006/relationships/image" Target="../media/image5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1.xml"/><Relationship Id="rId3" Type="http://schemas.openxmlformats.org/officeDocument/2006/relationships/image" Target="../media/image6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4.xml"/><Relationship Id="rId3" Type="http://schemas.openxmlformats.org/officeDocument/2006/relationships/image" Target="../media/image6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7.xml"/><Relationship Id="rId3" Type="http://schemas.openxmlformats.org/officeDocument/2006/relationships/image" Target="../media/image4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9.xml"/><Relationship Id="rId3" Type="http://schemas.openxmlformats.org/officeDocument/2006/relationships/image" Target="../media/image66.png"/><Relationship Id="rId4" Type="http://schemas.openxmlformats.org/officeDocument/2006/relationships/image" Target="../media/image74.png"/><Relationship Id="rId5" Type="http://schemas.openxmlformats.org/officeDocument/2006/relationships/image" Target="../media/image6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30.xml"/><Relationship Id="rId3" Type="http://schemas.openxmlformats.org/officeDocument/2006/relationships/image" Target="../media/image67.png"/><Relationship Id="rId4" Type="http://schemas.openxmlformats.org/officeDocument/2006/relationships/image" Target="../media/image6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1.xml"/><Relationship Id="rId3" Type="http://schemas.openxmlformats.org/officeDocument/2006/relationships/image" Target="../media/image61.png"/><Relationship Id="rId4" Type="http://schemas.openxmlformats.org/officeDocument/2006/relationships/image" Target="../media/image73.png"/><Relationship Id="rId5" Type="http://schemas.openxmlformats.org/officeDocument/2006/relationships/image" Target="../media/image4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72.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6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5.xml"/><Relationship Id="rId3" Type="http://schemas.openxmlformats.org/officeDocument/2006/relationships/image" Target="../media/image2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6.xml"/><Relationship Id="rId3" Type="http://schemas.openxmlformats.org/officeDocument/2006/relationships/image" Target="../media/image7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7.xml"/><Relationship Id="rId3" Type="http://schemas.openxmlformats.org/officeDocument/2006/relationships/image" Target="../media/image2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8.xml"/><Relationship Id="rId3" Type="http://schemas.openxmlformats.org/officeDocument/2006/relationships/image" Target="../media/image7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43.xml"/><Relationship Id="rId3" Type="http://schemas.openxmlformats.org/officeDocument/2006/relationships/image" Target="../media/image1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1"/>
          <p:cNvSpPr txBox="1"/>
          <p:nvPr>
            <p:ph type="title"/>
          </p:nvPr>
        </p:nvSpPr>
        <p:spPr>
          <a:xfrm>
            <a:off x="4570700" y="2028900"/>
            <a:ext cx="4557900" cy="719400"/>
          </a:xfrm>
          <a:prstGeom prst="rect">
            <a:avLst/>
          </a:prstGeom>
          <a:noFill/>
          <a:ln>
            <a:noFill/>
          </a:ln>
          <a:effectLst>
            <a:outerShdw blurRad="57150" rotWithShape="0" algn="bl" dir="5400000" dist="19050">
              <a:srgbClr val="000000">
                <a:alpha val="49411"/>
              </a:srgbClr>
            </a:outerShdw>
          </a:effectLst>
        </p:spPr>
        <p:txBody>
          <a:bodyPr anchorCtr="0" anchor="t" bIns="0" lIns="0" spcFirstLastPara="1" rIns="0" wrap="square" tIns="0">
            <a:noAutofit/>
          </a:bodyPr>
          <a:lstStyle/>
          <a:p>
            <a:pPr indent="0" lvl="0" marL="0" rtl="0" algn="l">
              <a:lnSpc>
                <a:spcPct val="100000"/>
              </a:lnSpc>
              <a:spcBef>
                <a:spcPts val="0"/>
              </a:spcBef>
              <a:spcAft>
                <a:spcPts val="0"/>
              </a:spcAft>
              <a:buSzPts val="4000"/>
              <a:buNone/>
            </a:pPr>
            <a:r>
              <a:rPr lang="en"/>
              <a:t>ML and AI in Cybersecurity Defense</a:t>
            </a:r>
            <a:endParaRPr/>
          </a:p>
        </p:txBody>
      </p:sp>
      <p:sp>
        <p:nvSpPr>
          <p:cNvPr id="370" name="Google Shape;370;p1"/>
          <p:cNvSpPr txBox="1"/>
          <p:nvPr>
            <p:ph idx="1" type="subTitle"/>
          </p:nvPr>
        </p:nvSpPr>
        <p:spPr>
          <a:xfrm>
            <a:off x="4572000" y="1533250"/>
            <a:ext cx="4572000" cy="180900"/>
          </a:xfrm>
          <a:prstGeom prst="rect">
            <a:avLst/>
          </a:prstGeom>
          <a:noFill/>
          <a:ln>
            <a:noFill/>
          </a:ln>
          <a:effectLst>
            <a:outerShdw blurRad="57150" rotWithShape="0" algn="bl" dir="5400000" dist="19050">
              <a:srgbClr val="000000">
                <a:alpha val="49411"/>
              </a:srgbClr>
            </a:outerShdw>
          </a:effectLst>
        </p:spPr>
        <p:txBody>
          <a:bodyPr anchorCtr="0" anchor="b" bIns="0" lIns="0" spcFirstLastPara="1" rIns="0" wrap="square" tIns="0">
            <a:noAutofit/>
          </a:bodyPr>
          <a:lstStyle/>
          <a:p>
            <a:pPr indent="0" lvl="0" marL="0" rtl="0" algn="l">
              <a:lnSpc>
                <a:spcPct val="115000"/>
              </a:lnSpc>
              <a:spcBef>
                <a:spcPts val="0"/>
              </a:spcBef>
              <a:spcAft>
                <a:spcPts val="0"/>
              </a:spcAft>
              <a:buSzPts val="1800"/>
              <a:buNone/>
            </a:pPr>
            <a:r>
              <a:rPr lang="en"/>
              <a:t>Cybersecurity</a:t>
            </a:r>
            <a:endParaRPr/>
          </a:p>
        </p:txBody>
      </p:sp>
      <p:sp>
        <p:nvSpPr>
          <p:cNvPr id="371" name="Google Shape;371;p1"/>
          <p:cNvSpPr txBox="1"/>
          <p:nvPr>
            <p:ph idx="2" type="subTitle"/>
          </p:nvPr>
        </p:nvSpPr>
        <p:spPr>
          <a:xfrm>
            <a:off x="4570700" y="3990825"/>
            <a:ext cx="4557900" cy="244800"/>
          </a:xfrm>
          <a:prstGeom prst="rect">
            <a:avLst/>
          </a:prstGeom>
          <a:noFill/>
          <a:ln>
            <a:noFill/>
          </a:ln>
          <a:effectLst>
            <a:outerShdw blurRad="57150" rotWithShape="0" algn="bl" dir="5400000" dist="19050">
              <a:srgbClr val="000000">
                <a:alpha val="49411"/>
              </a:srgbClr>
            </a:outerShdw>
          </a:effectLst>
        </p:spPr>
        <p:txBody>
          <a:bodyPr anchorCtr="0" anchor="b" bIns="0" lIns="0" spcFirstLastPara="1" rIns="0" wrap="square" tIns="0">
            <a:noAutofit/>
          </a:bodyPr>
          <a:lstStyle/>
          <a:p>
            <a:pPr indent="0" lvl="0" marL="0" rtl="0" algn="l">
              <a:lnSpc>
                <a:spcPct val="115000"/>
              </a:lnSpc>
              <a:spcBef>
                <a:spcPts val="0"/>
              </a:spcBef>
              <a:spcAft>
                <a:spcPts val="0"/>
              </a:spcAft>
              <a:buSzPts val="1800"/>
              <a:buNone/>
            </a:pPr>
            <a:r>
              <a:rPr lang="en"/>
              <a:t>Lesson 2.2</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2"/>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2"/>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2"/>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2"/>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380" name="Google Shape;380;p2"/>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381" name="Google Shape;381;p2"/>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382" name="Google Shape;382;p2"/>
          <p:cNvSpPr txBox="1"/>
          <p:nvPr>
            <p:ph idx="4294967295" type="body"/>
          </p:nvPr>
        </p:nvSpPr>
        <p:spPr>
          <a:xfrm>
            <a:off x="914400" y="1188750"/>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n"/>
              <a:t>Understand how AI is used in cybersecurity defense.</a:t>
            </a:r>
            <a:endParaRPr/>
          </a:p>
        </p:txBody>
      </p:sp>
      <p:sp>
        <p:nvSpPr>
          <p:cNvPr id="383" name="Google Shape;383;p2"/>
          <p:cNvSpPr txBox="1"/>
          <p:nvPr>
            <p:ph idx="4294967295" type="body"/>
          </p:nvPr>
        </p:nvSpPr>
        <p:spPr>
          <a:xfrm>
            <a:off x="914400" y="1874287"/>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n"/>
              <a:t>Learn about specific AI/ML techniques for threat detection and prevention.</a:t>
            </a:r>
            <a:endParaRPr/>
          </a:p>
        </p:txBody>
      </p:sp>
      <p:sp>
        <p:nvSpPr>
          <p:cNvPr id="384" name="Google Shape;384;p2"/>
          <p:cNvSpPr txBox="1"/>
          <p:nvPr>
            <p:ph idx="4294967295" type="body"/>
          </p:nvPr>
        </p:nvSpPr>
        <p:spPr>
          <a:xfrm>
            <a:off x="914400" y="2559823"/>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n"/>
              <a:t>Gain hands-on experience with AI tools used in cybersecurity defense.</a:t>
            </a:r>
            <a:endParaRPr/>
          </a:p>
        </p:txBody>
      </p:sp>
      <p:sp>
        <p:nvSpPr>
          <p:cNvPr id="385" name="Google Shape;385;p2"/>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200"/>
              </a:spcAft>
              <a:buSzPts val="1800"/>
              <a:buNone/>
            </a:pPr>
            <a:r>
              <a:rPr lang="en"/>
              <a:t>By the end of today’s class, you will: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g2eeeac1e158_0_2"/>
          <p:cNvSpPr txBox="1"/>
          <p:nvPr>
            <p:ph type="title"/>
          </p:nvPr>
        </p:nvSpPr>
        <p:spPr>
          <a:xfrm>
            <a:off x="0" y="2628900"/>
            <a:ext cx="9144000" cy="806400"/>
          </a:xfrm>
          <a:prstGeom prst="rect">
            <a:avLst/>
          </a:prstGeom>
          <a:noFill/>
          <a:ln>
            <a:noFill/>
          </a:ln>
        </p:spPr>
        <p:txBody>
          <a:bodyPr anchorCtr="0" anchor="t" bIns="91425" lIns="0" spcFirstLastPara="1" rIns="0" wrap="square" tIns="91425">
            <a:noAutofit/>
          </a:bodyPr>
          <a:lstStyle/>
          <a:p>
            <a:pPr indent="0" lvl="0" marL="0" rtl="0" algn="ctr">
              <a:lnSpc>
                <a:spcPct val="100000"/>
              </a:lnSpc>
              <a:spcBef>
                <a:spcPts val="0"/>
              </a:spcBef>
              <a:spcAft>
                <a:spcPts val="0"/>
              </a:spcAft>
              <a:buSzPts val="4000"/>
              <a:buNone/>
            </a:pPr>
            <a:r>
              <a:rPr lang="en"/>
              <a:t>AI and ML Techniques </a:t>
            </a:r>
            <a:br>
              <a:rPr lang="en"/>
            </a:br>
            <a:r>
              <a:rPr lang="en"/>
              <a:t>for </a:t>
            </a:r>
            <a:r>
              <a:rPr lang="en">
                <a:latin typeface="Roboto"/>
                <a:ea typeface="Roboto"/>
                <a:cs typeface="Roboto"/>
                <a:sym typeface="Roboto"/>
              </a:rPr>
              <a:t>Cybersecurity</a:t>
            </a:r>
            <a:r>
              <a:rPr lang="en">
                <a:latin typeface="Roboto"/>
                <a:ea typeface="Roboto"/>
                <a:cs typeface="Roboto"/>
                <a:sym typeface="Roboto"/>
              </a:rPr>
              <a:t> Defense</a:t>
            </a:r>
            <a:endParaRPr>
              <a:latin typeface="Roboto"/>
              <a:ea typeface="Roboto"/>
              <a:cs typeface="Roboto"/>
              <a:sym typeface="Roboto"/>
            </a:endParaRPr>
          </a:p>
        </p:txBody>
      </p:sp>
      <p:pic>
        <p:nvPicPr>
          <p:cNvPr id="391" name="Google Shape;391;g2eeeac1e158_0_2"/>
          <p:cNvPicPr preferRelativeResize="0"/>
          <p:nvPr/>
        </p:nvPicPr>
        <p:blipFill>
          <a:blip r:embed="rId3">
            <a:alphaModFix/>
          </a:blip>
          <a:stretch>
            <a:fillRect/>
          </a:stretch>
        </p:blipFill>
        <p:spPr>
          <a:xfrm>
            <a:off x="3774387" y="1349925"/>
            <a:ext cx="1595224" cy="11101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4"/>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2600"/>
              <a:buNone/>
            </a:pPr>
            <a:r>
              <a:rPr lang="en"/>
              <a:t>AI and ML Techniques for Cybersecurity Defense</a:t>
            </a:r>
            <a:endParaRPr/>
          </a:p>
        </p:txBody>
      </p:sp>
      <p:sp>
        <p:nvSpPr>
          <p:cNvPr id="397" name="Google Shape;397;p4"/>
          <p:cNvSpPr/>
          <p:nvPr/>
        </p:nvSpPr>
        <p:spPr>
          <a:xfrm>
            <a:off x="6172418" y="1743480"/>
            <a:ext cx="2291953" cy="2291953"/>
          </a:xfrm>
          <a:custGeom>
            <a:rect b="b" l="l" r="r" t="t"/>
            <a:pathLst>
              <a:path extrusionOk="0" h="209550" w="209550">
                <a:moveTo>
                  <a:pt x="104775" y="0"/>
                </a:moveTo>
                <a:lnTo>
                  <a:pt x="99329" y="130"/>
                </a:lnTo>
                <a:lnTo>
                  <a:pt x="94012" y="519"/>
                </a:lnTo>
                <a:lnTo>
                  <a:pt x="88825" y="1167"/>
                </a:lnTo>
                <a:lnTo>
                  <a:pt x="83638" y="2075"/>
                </a:lnTo>
                <a:lnTo>
                  <a:pt x="78581" y="3242"/>
                </a:lnTo>
                <a:lnTo>
                  <a:pt x="73654" y="4668"/>
                </a:lnTo>
                <a:lnTo>
                  <a:pt x="68726" y="6354"/>
                </a:lnTo>
                <a:lnTo>
                  <a:pt x="63928" y="8169"/>
                </a:lnTo>
                <a:lnTo>
                  <a:pt x="59390" y="10374"/>
                </a:lnTo>
                <a:lnTo>
                  <a:pt x="54851" y="12708"/>
                </a:lnTo>
                <a:lnTo>
                  <a:pt x="50442" y="15172"/>
                </a:lnTo>
                <a:lnTo>
                  <a:pt x="46163" y="17895"/>
                </a:lnTo>
                <a:lnTo>
                  <a:pt x="42143" y="20877"/>
                </a:lnTo>
                <a:lnTo>
                  <a:pt x="38124" y="23989"/>
                </a:lnTo>
                <a:lnTo>
                  <a:pt x="34363" y="27231"/>
                </a:lnTo>
                <a:lnTo>
                  <a:pt x="30732" y="30732"/>
                </a:lnTo>
                <a:lnTo>
                  <a:pt x="27231" y="34363"/>
                </a:lnTo>
                <a:lnTo>
                  <a:pt x="23989" y="38124"/>
                </a:lnTo>
                <a:lnTo>
                  <a:pt x="20877" y="42143"/>
                </a:lnTo>
                <a:lnTo>
                  <a:pt x="17895" y="46163"/>
                </a:lnTo>
                <a:lnTo>
                  <a:pt x="15172" y="50442"/>
                </a:lnTo>
                <a:lnTo>
                  <a:pt x="12708" y="54851"/>
                </a:lnTo>
                <a:lnTo>
                  <a:pt x="10374" y="59390"/>
                </a:lnTo>
                <a:lnTo>
                  <a:pt x="8169" y="63928"/>
                </a:lnTo>
                <a:lnTo>
                  <a:pt x="6354" y="68726"/>
                </a:lnTo>
                <a:lnTo>
                  <a:pt x="4668" y="73654"/>
                </a:lnTo>
                <a:lnTo>
                  <a:pt x="3242" y="78581"/>
                </a:lnTo>
                <a:lnTo>
                  <a:pt x="2075" y="83638"/>
                </a:lnTo>
                <a:lnTo>
                  <a:pt x="1167" y="88825"/>
                </a:lnTo>
                <a:lnTo>
                  <a:pt x="519" y="94012"/>
                </a:lnTo>
                <a:lnTo>
                  <a:pt x="130" y="99329"/>
                </a:lnTo>
                <a:lnTo>
                  <a:pt x="0" y="104775"/>
                </a:lnTo>
                <a:lnTo>
                  <a:pt x="130" y="110221"/>
                </a:lnTo>
                <a:lnTo>
                  <a:pt x="519" y="115538"/>
                </a:lnTo>
                <a:lnTo>
                  <a:pt x="1167" y="120725"/>
                </a:lnTo>
                <a:lnTo>
                  <a:pt x="2075" y="125912"/>
                </a:lnTo>
                <a:lnTo>
                  <a:pt x="3242" y="130969"/>
                </a:lnTo>
                <a:lnTo>
                  <a:pt x="4668" y="135896"/>
                </a:lnTo>
                <a:lnTo>
                  <a:pt x="6354" y="140824"/>
                </a:lnTo>
                <a:lnTo>
                  <a:pt x="8169" y="145622"/>
                </a:lnTo>
                <a:lnTo>
                  <a:pt x="10374" y="150160"/>
                </a:lnTo>
                <a:lnTo>
                  <a:pt x="12708" y="154699"/>
                </a:lnTo>
                <a:lnTo>
                  <a:pt x="15172" y="159108"/>
                </a:lnTo>
                <a:lnTo>
                  <a:pt x="17895" y="163387"/>
                </a:lnTo>
                <a:lnTo>
                  <a:pt x="20877" y="167407"/>
                </a:lnTo>
                <a:lnTo>
                  <a:pt x="23989" y="171426"/>
                </a:lnTo>
                <a:lnTo>
                  <a:pt x="27231" y="175187"/>
                </a:lnTo>
                <a:lnTo>
                  <a:pt x="30732" y="178818"/>
                </a:lnTo>
                <a:lnTo>
                  <a:pt x="34363" y="182319"/>
                </a:lnTo>
                <a:lnTo>
                  <a:pt x="38124" y="185561"/>
                </a:lnTo>
                <a:lnTo>
                  <a:pt x="42143" y="188673"/>
                </a:lnTo>
                <a:lnTo>
                  <a:pt x="46163" y="191655"/>
                </a:lnTo>
                <a:lnTo>
                  <a:pt x="50442" y="194378"/>
                </a:lnTo>
                <a:lnTo>
                  <a:pt x="54851" y="196842"/>
                </a:lnTo>
                <a:lnTo>
                  <a:pt x="59390" y="199176"/>
                </a:lnTo>
                <a:lnTo>
                  <a:pt x="63928" y="201381"/>
                </a:lnTo>
                <a:lnTo>
                  <a:pt x="68726" y="203196"/>
                </a:lnTo>
                <a:lnTo>
                  <a:pt x="73654" y="204882"/>
                </a:lnTo>
                <a:lnTo>
                  <a:pt x="78581" y="206308"/>
                </a:lnTo>
                <a:lnTo>
                  <a:pt x="83638" y="207475"/>
                </a:lnTo>
                <a:lnTo>
                  <a:pt x="88825" y="208383"/>
                </a:lnTo>
                <a:lnTo>
                  <a:pt x="94012" y="209031"/>
                </a:lnTo>
                <a:lnTo>
                  <a:pt x="99329" y="209420"/>
                </a:lnTo>
                <a:lnTo>
                  <a:pt x="104775" y="209550"/>
                </a:lnTo>
                <a:lnTo>
                  <a:pt x="110221" y="209420"/>
                </a:lnTo>
                <a:lnTo>
                  <a:pt x="115538" y="209031"/>
                </a:lnTo>
                <a:lnTo>
                  <a:pt x="120725" y="208383"/>
                </a:lnTo>
                <a:lnTo>
                  <a:pt x="125912" y="207475"/>
                </a:lnTo>
                <a:lnTo>
                  <a:pt x="130969" y="206308"/>
                </a:lnTo>
                <a:lnTo>
                  <a:pt x="135896" y="204882"/>
                </a:lnTo>
                <a:lnTo>
                  <a:pt x="140824" y="203196"/>
                </a:lnTo>
                <a:lnTo>
                  <a:pt x="145622" y="201381"/>
                </a:lnTo>
                <a:lnTo>
                  <a:pt x="150160" y="199176"/>
                </a:lnTo>
                <a:lnTo>
                  <a:pt x="154699" y="196842"/>
                </a:lnTo>
                <a:lnTo>
                  <a:pt x="159108" y="194378"/>
                </a:lnTo>
                <a:lnTo>
                  <a:pt x="163387" y="191655"/>
                </a:lnTo>
                <a:lnTo>
                  <a:pt x="167407" y="188673"/>
                </a:lnTo>
                <a:lnTo>
                  <a:pt x="171426" y="185561"/>
                </a:lnTo>
                <a:lnTo>
                  <a:pt x="175187" y="182319"/>
                </a:lnTo>
                <a:lnTo>
                  <a:pt x="178818" y="178818"/>
                </a:lnTo>
                <a:lnTo>
                  <a:pt x="182319" y="175187"/>
                </a:lnTo>
                <a:lnTo>
                  <a:pt x="185561" y="171426"/>
                </a:lnTo>
                <a:lnTo>
                  <a:pt x="188673" y="167407"/>
                </a:lnTo>
                <a:lnTo>
                  <a:pt x="191655" y="163387"/>
                </a:lnTo>
                <a:lnTo>
                  <a:pt x="194378" y="159108"/>
                </a:lnTo>
                <a:lnTo>
                  <a:pt x="196842" y="154699"/>
                </a:lnTo>
                <a:lnTo>
                  <a:pt x="199176" y="150160"/>
                </a:lnTo>
                <a:lnTo>
                  <a:pt x="201381" y="145622"/>
                </a:lnTo>
                <a:lnTo>
                  <a:pt x="203196" y="140824"/>
                </a:lnTo>
                <a:lnTo>
                  <a:pt x="204882" y="135896"/>
                </a:lnTo>
                <a:lnTo>
                  <a:pt x="206308" y="130969"/>
                </a:lnTo>
                <a:lnTo>
                  <a:pt x="207475" y="125912"/>
                </a:lnTo>
                <a:lnTo>
                  <a:pt x="208383" y="120725"/>
                </a:lnTo>
                <a:lnTo>
                  <a:pt x="209031" y="115538"/>
                </a:lnTo>
                <a:lnTo>
                  <a:pt x="209420" y="110221"/>
                </a:lnTo>
                <a:lnTo>
                  <a:pt x="209550" y="104775"/>
                </a:lnTo>
                <a:lnTo>
                  <a:pt x="209420" y="99329"/>
                </a:lnTo>
                <a:lnTo>
                  <a:pt x="209031" y="94012"/>
                </a:lnTo>
                <a:lnTo>
                  <a:pt x="208383" y="88825"/>
                </a:lnTo>
                <a:lnTo>
                  <a:pt x="207475" y="83638"/>
                </a:lnTo>
                <a:lnTo>
                  <a:pt x="206308" y="78581"/>
                </a:lnTo>
                <a:lnTo>
                  <a:pt x="204882" y="73654"/>
                </a:lnTo>
                <a:lnTo>
                  <a:pt x="203196" y="68726"/>
                </a:lnTo>
                <a:lnTo>
                  <a:pt x="201381" y="63928"/>
                </a:lnTo>
                <a:lnTo>
                  <a:pt x="199176" y="59390"/>
                </a:lnTo>
                <a:lnTo>
                  <a:pt x="196842" y="54851"/>
                </a:lnTo>
                <a:lnTo>
                  <a:pt x="194378" y="50442"/>
                </a:lnTo>
                <a:lnTo>
                  <a:pt x="191655" y="46163"/>
                </a:lnTo>
                <a:lnTo>
                  <a:pt x="188673" y="42143"/>
                </a:lnTo>
                <a:lnTo>
                  <a:pt x="185561" y="38124"/>
                </a:lnTo>
                <a:lnTo>
                  <a:pt x="182319" y="34363"/>
                </a:lnTo>
                <a:lnTo>
                  <a:pt x="178818" y="30732"/>
                </a:lnTo>
                <a:lnTo>
                  <a:pt x="175187" y="27231"/>
                </a:lnTo>
                <a:lnTo>
                  <a:pt x="171426" y="23989"/>
                </a:lnTo>
                <a:lnTo>
                  <a:pt x="167407" y="20877"/>
                </a:lnTo>
                <a:lnTo>
                  <a:pt x="163387" y="17895"/>
                </a:lnTo>
                <a:lnTo>
                  <a:pt x="159108" y="15172"/>
                </a:lnTo>
                <a:lnTo>
                  <a:pt x="154699" y="12708"/>
                </a:lnTo>
                <a:lnTo>
                  <a:pt x="150160" y="10374"/>
                </a:lnTo>
                <a:lnTo>
                  <a:pt x="145622" y="8169"/>
                </a:lnTo>
                <a:lnTo>
                  <a:pt x="140824" y="6354"/>
                </a:lnTo>
                <a:lnTo>
                  <a:pt x="135896" y="4668"/>
                </a:lnTo>
                <a:lnTo>
                  <a:pt x="130969" y="3242"/>
                </a:lnTo>
                <a:lnTo>
                  <a:pt x="125912" y="2075"/>
                </a:lnTo>
                <a:lnTo>
                  <a:pt x="120725" y="1167"/>
                </a:lnTo>
                <a:lnTo>
                  <a:pt x="115538" y="519"/>
                </a:lnTo>
                <a:lnTo>
                  <a:pt x="110221" y="130"/>
                </a:lnTo>
                <a:lnTo>
                  <a:pt x="104775"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4"/>
          <p:cNvSpPr/>
          <p:nvPr/>
        </p:nvSpPr>
        <p:spPr>
          <a:xfrm>
            <a:off x="1270461" y="2736150"/>
            <a:ext cx="32076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4"/>
          <p:cNvSpPr/>
          <p:nvPr/>
        </p:nvSpPr>
        <p:spPr>
          <a:xfrm>
            <a:off x="1270461" y="2050225"/>
            <a:ext cx="32076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00" name="Google Shape;400;p4"/>
          <p:cNvGrpSpPr/>
          <p:nvPr/>
        </p:nvGrpSpPr>
        <p:grpSpPr>
          <a:xfrm>
            <a:off x="6770163" y="2098325"/>
            <a:ext cx="1096434" cy="1439344"/>
            <a:chOff x="1841525" y="277325"/>
            <a:chExt cx="3936925" cy="5168200"/>
          </a:xfrm>
        </p:grpSpPr>
        <p:sp>
          <p:nvSpPr>
            <p:cNvPr id="401" name="Google Shape;401;p4"/>
            <p:cNvSpPr/>
            <p:nvPr/>
          </p:nvSpPr>
          <p:spPr>
            <a:xfrm>
              <a:off x="1841525" y="865500"/>
              <a:ext cx="3936925" cy="4580025"/>
            </a:xfrm>
            <a:custGeom>
              <a:rect b="b" l="l" r="r" t="t"/>
              <a:pathLst>
                <a:path extrusionOk="0" fill="none" h="183201" w="157477">
                  <a:moveTo>
                    <a:pt x="35135" y="1"/>
                  </a:moveTo>
                  <a:lnTo>
                    <a:pt x="7216" y="1"/>
                  </a:lnTo>
                  <a:lnTo>
                    <a:pt x="7216" y="1"/>
                  </a:lnTo>
                  <a:lnTo>
                    <a:pt x="5647" y="1"/>
                  </a:lnTo>
                  <a:lnTo>
                    <a:pt x="4392" y="628"/>
                  </a:lnTo>
                  <a:lnTo>
                    <a:pt x="3137" y="1256"/>
                  </a:lnTo>
                  <a:lnTo>
                    <a:pt x="2196" y="1883"/>
                  </a:lnTo>
                  <a:lnTo>
                    <a:pt x="1255" y="3138"/>
                  </a:lnTo>
                  <a:lnTo>
                    <a:pt x="628" y="4393"/>
                  </a:lnTo>
                  <a:lnTo>
                    <a:pt x="0" y="5647"/>
                  </a:lnTo>
                  <a:lnTo>
                    <a:pt x="0" y="7216"/>
                  </a:lnTo>
                  <a:lnTo>
                    <a:pt x="0" y="175985"/>
                  </a:lnTo>
                  <a:lnTo>
                    <a:pt x="0" y="175985"/>
                  </a:lnTo>
                  <a:lnTo>
                    <a:pt x="0" y="177240"/>
                  </a:lnTo>
                  <a:lnTo>
                    <a:pt x="628" y="178808"/>
                  </a:lnTo>
                  <a:lnTo>
                    <a:pt x="1255" y="179750"/>
                  </a:lnTo>
                  <a:lnTo>
                    <a:pt x="1883" y="181004"/>
                  </a:lnTo>
                  <a:lnTo>
                    <a:pt x="3137" y="181945"/>
                  </a:lnTo>
                  <a:lnTo>
                    <a:pt x="4392" y="182573"/>
                  </a:lnTo>
                  <a:lnTo>
                    <a:pt x="5647" y="182887"/>
                  </a:lnTo>
                  <a:lnTo>
                    <a:pt x="7216" y="183200"/>
                  </a:lnTo>
                  <a:lnTo>
                    <a:pt x="7216" y="183200"/>
                  </a:lnTo>
                  <a:lnTo>
                    <a:pt x="150575" y="183200"/>
                  </a:lnTo>
                  <a:lnTo>
                    <a:pt x="150575" y="183200"/>
                  </a:lnTo>
                  <a:lnTo>
                    <a:pt x="151830" y="182887"/>
                  </a:lnTo>
                  <a:lnTo>
                    <a:pt x="153085" y="182573"/>
                  </a:lnTo>
                  <a:lnTo>
                    <a:pt x="154340" y="181945"/>
                  </a:lnTo>
                  <a:lnTo>
                    <a:pt x="155594" y="181004"/>
                  </a:lnTo>
                  <a:lnTo>
                    <a:pt x="156222" y="179750"/>
                  </a:lnTo>
                  <a:lnTo>
                    <a:pt x="157163" y="178808"/>
                  </a:lnTo>
                  <a:lnTo>
                    <a:pt x="157477" y="177240"/>
                  </a:lnTo>
                  <a:lnTo>
                    <a:pt x="157477" y="175985"/>
                  </a:lnTo>
                  <a:lnTo>
                    <a:pt x="157477" y="7216"/>
                  </a:lnTo>
                  <a:lnTo>
                    <a:pt x="157477" y="7216"/>
                  </a:lnTo>
                  <a:lnTo>
                    <a:pt x="157477" y="5647"/>
                  </a:lnTo>
                  <a:lnTo>
                    <a:pt x="156849" y="4393"/>
                  </a:lnTo>
                  <a:lnTo>
                    <a:pt x="156222" y="3138"/>
                  </a:lnTo>
                  <a:lnTo>
                    <a:pt x="155594" y="2197"/>
                  </a:lnTo>
                  <a:lnTo>
                    <a:pt x="154340" y="1256"/>
                  </a:lnTo>
                  <a:lnTo>
                    <a:pt x="153085" y="628"/>
                  </a:lnTo>
                  <a:lnTo>
                    <a:pt x="151830" y="1"/>
                  </a:lnTo>
                  <a:lnTo>
                    <a:pt x="150575" y="1"/>
                  </a:lnTo>
                  <a:lnTo>
                    <a:pt x="122342" y="1"/>
                  </a:lnTo>
                </a:path>
              </a:pathLst>
            </a:custGeom>
            <a:noFill/>
            <a:ln cap="rnd"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4"/>
            <p:cNvSpPr/>
            <p:nvPr/>
          </p:nvSpPr>
          <p:spPr>
            <a:xfrm>
              <a:off x="2719875" y="277325"/>
              <a:ext cx="2180225" cy="1035225"/>
            </a:xfrm>
            <a:custGeom>
              <a:rect b="b" l="l" r="r" t="t"/>
              <a:pathLst>
                <a:path extrusionOk="0" fill="none" h="41409" w="87209">
                  <a:moveTo>
                    <a:pt x="82189" y="14117"/>
                  </a:moveTo>
                  <a:lnTo>
                    <a:pt x="64622" y="14117"/>
                  </a:lnTo>
                  <a:lnTo>
                    <a:pt x="64622" y="14117"/>
                  </a:lnTo>
                  <a:lnTo>
                    <a:pt x="63681" y="11921"/>
                  </a:lnTo>
                  <a:lnTo>
                    <a:pt x="62426" y="10039"/>
                  </a:lnTo>
                  <a:lnTo>
                    <a:pt x="61172" y="8157"/>
                  </a:lnTo>
                  <a:lnTo>
                    <a:pt x="59603" y="6588"/>
                  </a:lnTo>
                  <a:lnTo>
                    <a:pt x="58035" y="5020"/>
                  </a:lnTo>
                  <a:lnTo>
                    <a:pt x="56152" y="3765"/>
                  </a:lnTo>
                  <a:lnTo>
                    <a:pt x="54584" y="2824"/>
                  </a:lnTo>
                  <a:lnTo>
                    <a:pt x="52388" y="1883"/>
                  </a:lnTo>
                  <a:lnTo>
                    <a:pt x="50506" y="942"/>
                  </a:lnTo>
                  <a:lnTo>
                    <a:pt x="48310" y="314"/>
                  </a:lnTo>
                  <a:lnTo>
                    <a:pt x="46428" y="0"/>
                  </a:lnTo>
                  <a:lnTo>
                    <a:pt x="44232" y="0"/>
                  </a:lnTo>
                  <a:lnTo>
                    <a:pt x="42036" y="0"/>
                  </a:lnTo>
                  <a:lnTo>
                    <a:pt x="39840" y="314"/>
                  </a:lnTo>
                  <a:lnTo>
                    <a:pt x="37644" y="628"/>
                  </a:lnTo>
                  <a:lnTo>
                    <a:pt x="35448" y="1569"/>
                  </a:lnTo>
                  <a:lnTo>
                    <a:pt x="35448" y="1569"/>
                  </a:lnTo>
                  <a:lnTo>
                    <a:pt x="33252" y="2510"/>
                  </a:lnTo>
                  <a:lnTo>
                    <a:pt x="31370" y="3451"/>
                  </a:lnTo>
                  <a:lnTo>
                    <a:pt x="29488" y="5020"/>
                  </a:lnTo>
                  <a:lnTo>
                    <a:pt x="27606" y="6588"/>
                  </a:lnTo>
                  <a:lnTo>
                    <a:pt x="26351" y="8157"/>
                  </a:lnTo>
                  <a:lnTo>
                    <a:pt x="24783" y="10039"/>
                  </a:lnTo>
                  <a:lnTo>
                    <a:pt x="23842" y="11921"/>
                  </a:lnTo>
                  <a:lnTo>
                    <a:pt x="22587" y="14117"/>
                  </a:lnTo>
                  <a:lnTo>
                    <a:pt x="5020" y="14117"/>
                  </a:lnTo>
                  <a:lnTo>
                    <a:pt x="5020" y="14117"/>
                  </a:lnTo>
                  <a:lnTo>
                    <a:pt x="4079" y="14117"/>
                  </a:lnTo>
                  <a:lnTo>
                    <a:pt x="3138" y="14431"/>
                  </a:lnTo>
                  <a:lnTo>
                    <a:pt x="2196" y="15058"/>
                  </a:lnTo>
                  <a:lnTo>
                    <a:pt x="1255" y="15685"/>
                  </a:lnTo>
                  <a:lnTo>
                    <a:pt x="628" y="16313"/>
                  </a:lnTo>
                  <a:lnTo>
                    <a:pt x="314" y="17254"/>
                  </a:lnTo>
                  <a:lnTo>
                    <a:pt x="1" y="18195"/>
                  </a:lnTo>
                  <a:lnTo>
                    <a:pt x="1" y="19136"/>
                  </a:lnTo>
                  <a:lnTo>
                    <a:pt x="1" y="19136"/>
                  </a:lnTo>
                  <a:lnTo>
                    <a:pt x="1" y="41409"/>
                  </a:lnTo>
                  <a:lnTo>
                    <a:pt x="87208" y="41409"/>
                  </a:lnTo>
                  <a:lnTo>
                    <a:pt x="87208" y="19136"/>
                  </a:lnTo>
                  <a:lnTo>
                    <a:pt x="87208" y="19136"/>
                  </a:lnTo>
                  <a:lnTo>
                    <a:pt x="87208" y="18195"/>
                  </a:lnTo>
                  <a:lnTo>
                    <a:pt x="86895" y="17254"/>
                  </a:lnTo>
                  <a:lnTo>
                    <a:pt x="86581" y="16313"/>
                  </a:lnTo>
                  <a:lnTo>
                    <a:pt x="85954" y="15685"/>
                  </a:lnTo>
                  <a:lnTo>
                    <a:pt x="85013" y="15058"/>
                  </a:lnTo>
                  <a:lnTo>
                    <a:pt x="84071" y="14431"/>
                  </a:lnTo>
                  <a:lnTo>
                    <a:pt x="83130" y="14117"/>
                  </a:lnTo>
                  <a:lnTo>
                    <a:pt x="82189" y="14117"/>
                  </a:lnTo>
                  <a:lnTo>
                    <a:pt x="82189" y="14117"/>
                  </a:lnTo>
                  <a:close/>
                </a:path>
              </a:pathLst>
            </a:custGeom>
            <a:noFill/>
            <a:ln cap="rnd"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4"/>
            <p:cNvSpPr/>
            <p:nvPr/>
          </p:nvSpPr>
          <p:spPr>
            <a:xfrm>
              <a:off x="3613925" y="645925"/>
              <a:ext cx="392125" cy="384300"/>
            </a:xfrm>
            <a:custGeom>
              <a:rect b="b" l="l" r="r" t="t"/>
              <a:pathLst>
                <a:path extrusionOk="0" fill="none" h="15372" w="15685">
                  <a:moveTo>
                    <a:pt x="7843" y="15371"/>
                  </a:moveTo>
                  <a:lnTo>
                    <a:pt x="7843" y="15371"/>
                  </a:lnTo>
                  <a:lnTo>
                    <a:pt x="6274" y="15371"/>
                  </a:lnTo>
                  <a:lnTo>
                    <a:pt x="4706" y="14744"/>
                  </a:lnTo>
                  <a:lnTo>
                    <a:pt x="3451" y="14117"/>
                  </a:lnTo>
                  <a:lnTo>
                    <a:pt x="2510" y="13176"/>
                  </a:lnTo>
                  <a:lnTo>
                    <a:pt x="1569" y="11921"/>
                  </a:lnTo>
                  <a:lnTo>
                    <a:pt x="627" y="10666"/>
                  </a:lnTo>
                  <a:lnTo>
                    <a:pt x="314" y="9098"/>
                  </a:lnTo>
                  <a:lnTo>
                    <a:pt x="0" y="7843"/>
                  </a:lnTo>
                  <a:lnTo>
                    <a:pt x="0" y="7843"/>
                  </a:lnTo>
                  <a:lnTo>
                    <a:pt x="314" y="6274"/>
                  </a:lnTo>
                  <a:lnTo>
                    <a:pt x="627" y="4706"/>
                  </a:lnTo>
                  <a:lnTo>
                    <a:pt x="1569" y="3451"/>
                  </a:lnTo>
                  <a:lnTo>
                    <a:pt x="2510" y="2196"/>
                  </a:lnTo>
                  <a:lnTo>
                    <a:pt x="3451" y="1255"/>
                  </a:lnTo>
                  <a:lnTo>
                    <a:pt x="4706" y="628"/>
                  </a:lnTo>
                  <a:lnTo>
                    <a:pt x="6274" y="0"/>
                  </a:lnTo>
                  <a:lnTo>
                    <a:pt x="7843" y="0"/>
                  </a:lnTo>
                  <a:lnTo>
                    <a:pt x="7843" y="0"/>
                  </a:lnTo>
                  <a:lnTo>
                    <a:pt x="9411" y="0"/>
                  </a:lnTo>
                  <a:lnTo>
                    <a:pt x="10979" y="628"/>
                  </a:lnTo>
                  <a:lnTo>
                    <a:pt x="12234" y="1255"/>
                  </a:lnTo>
                  <a:lnTo>
                    <a:pt x="13175" y="2196"/>
                  </a:lnTo>
                  <a:lnTo>
                    <a:pt x="14116" y="3451"/>
                  </a:lnTo>
                  <a:lnTo>
                    <a:pt x="15058" y="4706"/>
                  </a:lnTo>
                  <a:lnTo>
                    <a:pt x="15371" y="5961"/>
                  </a:lnTo>
                  <a:lnTo>
                    <a:pt x="15685" y="7529"/>
                  </a:lnTo>
                  <a:lnTo>
                    <a:pt x="15685" y="7529"/>
                  </a:lnTo>
                  <a:lnTo>
                    <a:pt x="15371" y="9098"/>
                  </a:lnTo>
                  <a:lnTo>
                    <a:pt x="15058" y="10666"/>
                  </a:lnTo>
                  <a:lnTo>
                    <a:pt x="14430" y="11921"/>
                  </a:lnTo>
                  <a:lnTo>
                    <a:pt x="13489" y="13176"/>
                  </a:lnTo>
                  <a:lnTo>
                    <a:pt x="12234" y="14117"/>
                  </a:lnTo>
                  <a:lnTo>
                    <a:pt x="10979" y="14744"/>
                  </a:lnTo>
                  <a:lnTo>
                    <a:pt x="9411" y="15371"/>
                  </a:lnTo>
                  <a:lnTo>
                    <a:pt x="7843" y="15371"/>
                  </a:lnTo>
                  <a:lnTo>
                    <a:pt x="7843" y="15371"/>
                  </a:lnTo>
                  <a:close/>
                </a:path>
              </a:pathLst>
            </a:custGeom>
            <a:noFill/>
            <a:ln cap="rnd"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p4"/>
            <p:cNvSpPr/>
            <p:nvPr/>
          </p:nvSpPr>
          <p:spPr>
            <a:xfrm>
              <a:off x="3464900" y="2520275"/>
              <a:ext cx="1435200" cy="0"/>
            </a:xfrm>
            <a:custGeom>
              <a:rect b="b" l="l" r="r" t="t"/>
              <a:pathLst>
                <a:path extrusionOk="0" fill="none" h="120000" w="57408">
                  <a:moveTo>
                    <a:pt x="1" y="0"/>
                  </a:moveTo>
                  <a:lnTo>
                    <a:pt x="57407" y="0"/>
                  </a:lnTo>
                </a:path>
              </a:pathLst>
            </a:custGeom>
            <a:noFill/>
            <a:ln cap="rnd"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4"/>
            <p:cNvSpPr/>
            <p:nvPr/>
          </p:nvSpPr>
          <p:spPr>
            <a:xfrm>
              <a:off x="3464900" y="3124125"/>
              <a:ext cx="1435200" cy="25"/>
            </a:xfrm>
            <a:custGeom>
              <a:rect b="b" l="l" r="r" t="t"/>
              <a:pathLst>
                <a:path extrusionOk="0" fill="none" h="1" w="57408">
                  <a:moveTo>
                    <a:pt x="1" y="1"/>
                  </a:moveTo>
                  <a:lnTo>
                    <a:pt x="57407" y="1"/>
                  </a:lnTo>
                </a:path>
              </a:pathLst>
            </a:custGeom>
            <a:noFill/>
            <a:ln cap="rnd"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4"/>
            <p:cNvSpPr/>
            <p:nvPr/>
          </p:nvSpPr>
          <p:spPr>
            <a:xfrm>
              <a:off x="3464900" y="3782900"/>
              <a:ext cx="1435200" cy="25"/>
            </a:xfrm>
            <a:custGeom>
              <a:rect b="b" l="l" r="r" t="t"/>
              <a:pathLst>
                <a:path extrusionOk="0" fill="none" h="1" w="57408">
                  <a:moveTo>
                    <a:pt x="1" y="0"/>
                  </a:moveTo>
                  <a:lnTo>
                    <a:pt x="57407" y="0"/>
                  </a:lnTo>
                </a:path>
              </a:pathLst>
            </a:custGeom>
            <a:noFill/>
            <a:ln cap="rnd"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4"/>
            <p:cNvSpPr/>
            <p:nvPr/>
          </p:nvSpPr>
          <p:spPr>
            <a:xfrm>
              <a:off x="2657150" y="2300675"/>
              <a:ext cx="399975" cy="266675"/>
            </a:xfrm>
            <a:custGeom>
              <a:rect b="b" l="l" r="r" t="t"/>
              <a:pathLst>
                <a:path extrusionOk="0" fill="none" h="10667" w="15999">
                  <a:moveTo>
                    <a:pt x="0" y="5333"/>
                  </a:moveTo>
                  <a:lnTo>
                    <a:pt x="5333" y="10666"/>
                  </a:lnTo>
                  <a:lnTo>
                    <a:pt x="15999" y="0"/>
                  </a:lnTo>
                </a:path>
              </a:pathLst>
            </a:custGeom>
            <a:noFill/>
            <a:ln cap="rnd"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4"/>
            <p:cNvSpPr/>
            <p:nvPr/>
          </p:nvSpPr>
          <p:spPr>
            <a:xfrm>
              <a:off x="2657150" y="2990800"/>
              <a:ext cx="399975" cy="258825"/>
            </a:xfrm>
            <a:custGeom>
              <a:rect b="b" l="l" r="r" t="t"/>
              <a:pathLst>
                <a:path extrusionOk="0" fill="none" h="10353" w="15999">
                  <a:moveTo>
                    <a:pt x="0" y="5020"/>
                  </a:moveTo>
                  <a:lnTo>
                    <a:pt x="5333" y="10353"/>
                  </a:lnTo>
                  <a:lnTo>
                    <a:pt x="15999" y="1"/>
                  </a:lnTo>
                </a:path>
              </a:pathLst>
            </a:custGeom>
            <a:noFill/>
            <a:ln cap="rnd"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4"/>
            <p:cNvSpPr/>
            <p:nvPr/>
          </p:nvSpPr>
          <p:spPr>
            <a:xfrm>
              <a:off x="2657150" y="3688775"/>
              <a:ext cx="399975" cy="266675"/>
            </a:xfrm>
            <a:custGeom>
              <a:rect b="b" l="l" r="r" t="t"/>
              <a:pathLst>
                <a:path extrusionOk="0" fill="none" h="10667" w="15999">
                  <a:moveTo>
                    <a:pt x="0" y="5334"/>
                  </a:moveTo>
                  <a:lnTo>
                    <a:pt x="5333" y="10667"/>
                  </a:lnTo>
                  <a:lnTo>
                    <a:pt x="15999" y="1"/>
                  </a:lnTo>
                </a:path>
              </a:pathLst>
            </a:custGeom>
            <a:noFill/>
            <a:ln cap="rnd"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4"/>
            <p:cNvSpPr/>
            <p:nvPr/>
          </p:nvSpPr>
          <p:spPr>
            <a:xfrm>
              <a:off x="2202275" y="1312525"/>
              <a:ext cx="3223275" cy="3740875"/>
            </a:xfrm>
            <a:custGeom>
              <a:rect b="b" l="l" r="r" t="t"/>
              <a:pathLst>
                <a:path extrusionOk="0" fill="none" h="149635" w="128931">
                  <a:moveTo>
                    <a:pt x="128930" y="1"/>
                  </a:moveTo>
                  <a:lnTo>
                    <a:pt x="128930" y="149634"/>
                  </a:lnTo>
                  <a:lnTo>
                    <a:pt x="1" y="149634"/>
                  </a:lnTo>
                  <a:lnTo>
                    <a:pt x="1" y="1"/>
                  </a:lnTo>
                </a:path>
              </a:pathLst>
            </a:custGeom>
            <a:noFill/>
            <a:ln cap="rnd"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11" name="Google Shape;411;p4"/>
          <p:cNvSpPr/>
          <p:nvPr/>
        </p:nvSpPr>
        <p:spPr>
          <a:xfrm>
            <a:off x="1270461" y="3422075"/>
            <a:ext cx="32076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12" name="Google Shape;412;p4"/>
          <p:cNvPicPr preferRelativeResize="0"/>
          <p:nvPr/>
        </p:nvPicPr>
        <p:blipFill rotWithShape="1">
          <a:blip r:embed="rId3">
            <a:alphaModFix/>
          </a:blip>
          <a:srcRect b="0" l="0" r="0" t="0"/>
          <a:stretch/>
        </p:blipFill>
        <p:spPr>
          <a:xfrm>
            <a:off x="487356" y="2712493"/>
            <a:ext cx="630075" cy="507065"/>
          </a:xfrm>
          <a:prstGeom prst="rect">
            <a:avLst/>
          </a:prstGeom>
          <a:noFill/>
          <a:ln>
            <a:noFill/>
          </a:ln>
        </p:spPr>
      </p:pic>
      <p:pic>
        <p:nvPicPr>
          <p:cNvPr id="413" name="Google Shape;413;p4"/>
          <p:cNvPicPr preferRelativeResize="0"/>
          <p:nvPr/>
        </p:nvPicPr>
        <p:blipFill rotWithShape="1">
          <a:blip r:embed="rId4">
            <a:alphaModFix/>
          </a:blip>
          <a:srcRect b="0" l="0" r="0" t="0"/>
          <a:stretch/>
        </p:blipFill>
        <p:spPr>
          <a:xfrm>
            <a:off x="438951" y="2035934"/>
            <a:ext cx="680725" cy="448287"/>
          </a:xfrm>
          <a:prstGeom prst="rect">
            <a:avLst/>
          </a:prstGeom>
          <a:noFill/>
          <a:ln>
            <a:noFill/>
          </a:ln>
        </p:spPr>
      </p:pic>
      <p:pic>
        <p:nvPicPr>
          <p:cNvPr id="414" name="Google Shape;414;p4"/>
          <p:cNvPicPr preferRelativeResize="0"/>
          <p:nvPr/>
        </p:nvPicPr>
        <p:blipFill rotWithShape="1">
          <a:blip r:embed="rId5">
            <a:alphaModFix/>
          </a:blip>
          <a:srcRect b="0" l="0" r="0" t="0"/>
          <a:stretch/>
        </p:blipFill>
        <p:spPr>
          <a:xfrm>
            <a:off x="558242" y="3415664"/>
            <a:ext cx="472584" cy="469900"/>
          </a:xfrm>
          <a:prstGeom prst="rect">
            <a:avLst/>
          </a:prstGeom>
          <a:noFill/>
          <a:ln>
            <a:noFill/>
          </a:ln>
        </p:spPr>
      </p:pic>
      <p:sp>
        <p:nvSpPr>
          <p:cNvPr id="415" name="Google Shape;415;p4"/>
          <p:cNvSpPr txBox="1"/>
          <p:nvPr>
            <p:ph idx="1" type="subTitle"/>
          </p:nvPr>
        </p:nvSpPr>
        <p:spPr>
          <a:xfrm>
            <a:off x="463225" y="548650"/>
            <a:ext cx="6759900" cy="104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AI is a crucial tool in protecting systems from cyber threats. </a:t>
            </a:r>
            <a:br>
              <a:rPr lang="en"/>
            </a:br>
            <a:r>
              <a:rPr lang="en"/>
              <a:t>AI and ML techniques significantly enhance our ability to detect and respond to cyber attacks in real-time. </a:t>
            </a:r>
            <a:endParaRPr/>
          </a:p>
        </p:txBody>
      </p:sp>
      <p:sp>
        <p:nvSpPr>
          <p:cNvPr id="416" name="Google Shape;416;p4"/>
          <p:cNvSpPr txBox="1"/>
          <p:nvPr>
            <p:ph idx="4294967295" type="body"/>
          </p:nvPr>
        </p:nvSpPr>
        <p:spPr>
          <a:xfrm>
            <a:off x="1326631" y="2096150"/>
            <a:ext cx="2954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n"/>
              <a:t>Automation and efficiency</a:t>
            </a:r>
            <a:endParaRPr/>
          </a:p>
        </p:txBody>
      </p:sp>
      <p:sp>
        <p:nvSpPr>
          <p:cNvPr id="417" name="Google Shape;417;p4"/>
          <p:cNvSpPr txBox="1"/>
          <p:nvPr>
            <p:ph idx="1" type="subTitle"/>
          </p:nvPr>
        </p:nvSpPr>
        <p:spPr>
          <a:xfrm>
            <a:off x="1326631" y="2781675"/>
            <a:ext cx="28362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n"/>
              <a:t>Real-time analysis</a:t>
            </a:r>
            <a:endParaRPr/>
          </a:p>
        </p:txBody>
      </p:sp>
      <p:sp>
        <p:nvSpPr>
          <p:cNvPr id="418" name="Google Shape;418;p4"/>
          <p:cNvSpPr txBox="1"/>
          <p:nvPr>
            <p:ph idx="4294967295" type="body"/>
          </p:nvPr>
        </p:nvSpPr>
        <p:spPr>
          <a:xfrm>
            <a:off x="1326631" y="3467225"/>
            <a:ext cx="2954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n"/>
              <a:t>Managing data volumes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grpSp>
        <p:nvGrpSpPr>
          <p:cNvPr id="423" name="Google Shape;423;p5"/>
          <p:cNvGrpSpPr/>
          <p:nvPr/>
        </p:nvGrpSpPr>
        <p:grpSpPr>
          <a:xfrm>
            <a:off x="6257800" y="1372675"/>
            <a:ext cx="2429025" cy="3325500"/>
            <a:chOff x="6257775" y="1243025"/>
            <a:chExt cx="2429025" cy="3325500"/>
          </a:xfrm>
        </p:grpSpPr>
        <p:sp>
          <p:nvSpPr>
            <p:cNvPr id="424" name="Google Shape;424;p5"/>
            <p:cNvSpPr/>
            <p:nvPr/>
          </p:nvSpPr>
          <p:spPr>
            <a:xfrm flipH="1">
              <a:off x="6258300" y="1243025"/>
              <a:ext cx="2428500" cy="3325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5"/>
            <p:cNvSpPr/>
            <p:nvPr/>
          </p:nvSpPr>
          <p:spPr>
            <a:xfrm>
              <a:off x="6257775" y="1243025"/>
              <a:ext cx="2427300" cy="597000"/>
            </a:xfrm>
            <a:prstGeom prst="roundRect">
              <a:avLst>
                <a:gd fmla="val 13342"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1" i="0" lang="en" sz="1800" u="none" cap="none" strike="noStrike">
                  <a:solidFill>
                    <a:schemeClr val="lt1"/>
                  </a:solidFill>
                  <a:latin typeface="Roboto"/>
                  <a:ea typeface="Roboto"/>
                  <a:cs typeface="Roboto"/>
                  <a:sym typeface="Roboto"/>
                </a:rPr>
                <a:t>Behavioral </a:t>
              </a:r>
              <a:r>
                <a:rPr b="1" lang="en" sz="1800">
                  <a:solidFill>
                    <a:schemeClr val="lt1"/>
                  </a:solidFill>
                  <a:latin typeface="Roboto"/>
                  <a:ea typeface="Roboto"/>
                  <a:cs typeface="Roboto"/>
                  <a:sym typeface="Roboto"/>
                </a:rPr>
                <a:t>a</a:t>
              </a:r>
              <a:r>
                <a:rPr b="1" i="0" lang="en" sz="1800" u="none" cap="none" strike="noStrike">
                  <a:solidFill>
                    <a:schemeClr val="lt1"/>
                  </a:solidFill>
                  <a:latin typeface="Roboto"/>
                  <a:ea typeface="Roboto"/>
                  <a:cs typeface="Roboto"/>
                  <a:sym typeface="Roboto"/>
                </a:rPr>
                <a:t>nalysis</a:t>
              </a:r>
              <a:endParaRPr b="1" i="0" sz="1800" u="none" cap="none" strike="noStrike">
                <a:solidFill>
                  <a:schemeClr val="lt1"/>
                </a:solidFill>
                <a:latin typeface="Roboto"/>
                <a:ea typeface="Roboto"/>
                <a:cs typeface="Roboto"/>
                <a:sym typeface="Roboto"/>
              </a:endParaRPr>
            </a:p>
          </p:txBody>
        </p:sp>
      </p:grpSp>
      <p:grpSp>
        <p:nvGrpSpPr>
          <p:cNvPr id="426" name="Google Shape;426;p5"/>
          <p:cNvGrpSpPr/>
          <p:nvPr/>
        </p:nvGrpSpPr>
        <p:grpSpPr>
          <a:xfrm>
            <a:off x="457225" y="1371800"/>
            <a:ext cx="2439025" cy="3325500"/>
            <a:chOff x="457200" y="1242150"/>
            <a:chExt cx="2439025" cy="3325500"/>
          </a:xfrm>
        </p:grpSpPr>
        <p:sp>
          <p:nvSpPr>
            <p:cNvPr id="427" name="Google Shape;427;p5"/>
            <p:cNvSpPr/>
            <p:nvPr/>
          </p:nvSpPr>
          <p:spPr>
            <a:xfrm flipH="1">
              <a:off x="467725" y="1242150"/>
              <a:ext cx="2428500" cy="3325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428" name="Google Shape;428;p5"/>
            <p:cNvSpPr/>
            <p:nvPr/>
          </p:nvSpPr>
          <p:spPr>
            <a:xfrm>
              <a:off x="457200" y="1243025"/>
              <a:ext cx="2438400" cy="597000"/>
            </a:xfrm>
            <a:prstGeom prst="roundRect">
              <a:avLst>
                <a:gd fmla="val 13342"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1" lang="en" sz="1800">
                  <a:solidFill>
                    <a:schemeClr val="lt1"/>
                  </a:solidFill>
                  <a:latin typeface="Roboto"/>
                  <a:ea typeface="Roboto"/>
                  <a:cs typeface="Roboto"/>
                  <a:sym typeface="Roboto"/>
                </a:rPr>
                <a:t> </a:t>
              </a:r>
              <a:r>
                <a:rPr b="1" i="0" lang="en" sz="1800" u="none" cap="none" strike="noStrike">
                  <a:solidFill>
                    <a:schemeClr val="lt1"/>
                  </a:solidFill>
                  <a:latin typeface="Roboto"/>
                  <a:ea typeface="Roboto"/>
                  <a:cs typeface="Roboto"/>
                  <a:sym typeface="Roboto"/>
                </a:rPr>
                <a:t>Anomaly </a:t>
              </a:r>
              <a:r>
                <a:rPr b="1" lang="en" sz="1800">
                  <a:solidFill>
                    <a:schemeClr val="lt1"/>
                  </a:solidFill>
                  <a:latin typeface="Roboto"/>
                  <a:ea typeface="Roboto"/>
                  <a:cs typeface="Roboto"/>
                  <a:sym typeface="Roboto"/>
                </a:rPr>
                <a:t>d</a:t>
              </a:r>
              <a:r>
                <a:rPr b="1" i="0" lang="en" sz="1800" u="none" cap="none" strike="noStrike">
                  <a:solidFill>
                    <a:schemeClr val="lt1"/>
                  </a:solidFill>
                  <a:latin typeface="Roboto"/>
                  <a:ea typeface="Roboto"/>
                  <a:cs typeface="Roboto"/>
                  <a:sym typeface="Roboto"/>
                </a:rPr>
                <a:t>etection</a:t>
              </a:r>
              <a:endParaRPr b="1" i="0" sz="1800" u="none" cap="none" strike="noStrike">
                <a:solidFill>
                  <a:schemeClr val="lt1"/>
                </a:solidFill>
                <a:latin typeface="Roboto"/>
                <a:ea typeface="Roboto"/>
                <a:cs typeface="Roboto"/>
                <a:sym typeface="Roboto"/>
              </a:endParaRPr>
            </a:p>
          </p:txBody>
        </p:sp>
      </p:grpSp>
      <p:grpSp>
        <p:nvGrpSpPr>
          <p:cNvPr id="429" name="Google Shape;429;p5"/>
          <p:cNvGrpSpPr/>
          <p:nvPr/>
        </p:nvGrpSpPr>
        <p:grpSpPr>
          <a:xfrm>
            <a:off x="3307468" y="1371600"/>
            <a:ext cx="2580323" cy="3325500"/>
            <a:chOff x="3384491" y="1242149"/>
            <a:chExt cx="2471100" cy="3325500"/>
          </a:xfrm>
        </p:grpSpPr>
        <p:sp>
          <p:nvSpPr>
            <p:cNvPr id="430" name="Google Shape;430;p5"/>
            <p:cNvSpPr/>
            <p:nvPr/>
          </p:nvSpPr>
          <p:spPr>
            <a:xfrm flipH="1">
              <a:off x="3405792" y="1242149"/>
              <a:ext cx="2428500" cy="3325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431" name="Google Shape;431;p5"/>
            <p:cNvSpPr/>
            <p:nvPr/>
          </p:nvSpPr>
          <p:spPr>
            <a:xfrm>
              <a:off x="3384491" y="1243724"/>
              <a:ext cx="2471100" cy="596700"/>
            </a:xfrm>
            <a:prstGeom prst="roundRect">
              <a:avLst>
                <a:gd fmla="val 13342" name="adj"/>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1" i="0" lang="en" sz="1800" u="none" cap="none" strike="noStrike">
                  <a:solidFill>
                    <a:srgbClr val="000000"/>
                  </a:solidFill>
                  <a:latin typeface="Roboto"/>
                  <a:ea typeface="Roboto"/>
                  <a:cs typeface="Roboto"/>
                  <a:sym typeface="Roboto"/>
                </a:rPr>
                <a:t>Signature</a:t>
              </a:r>
              <a:r>
                <a:rPr b="1" lang="en" sz="1800">
                  <a:latin typeface="Roboto"/>
                  <a:ea typeface="Roboto"/>
                  <a:cs typeface="Roboto"/>
                  <a:sym typeface="Roboto"/>
                </a:rPr>
                <a:t>-b</a:t>
              </a:r>
              <a:r>
                <a:rPr b="1" i="0" lang="en" sz="1800" u="none" cap="none" strike="noStrike">
                  <a:solidFill>
                    <a:srgbClr val="000000"/>
                  </a:solidFill>
                  <a:latin typeface="Roboto"/>
                  <a:ea typeface="Roboto"/>
                  <a:cs typeface="Roboto"/>
                  <a:sym typeface="Roboto"/>
                </a:rPr>
                <a:t>ased</a:t>
              </a:r>
              <a:r>
                <a:rPr b="1" lang="en" sz="1800">
                  <a:latin typeface="Roboto"/>
                  <a:ea typeface="Roboto"/>
                  <a:cs typeface="Roboto"/>
                  <a:sym typeface="Roboto"/>
                </a:rPr>
                <a:t>  d</a:t>
              </a:r>
              <a:r>
                <a:rPr b="1" i="0" lang="en" sz="1800" u="none" cap="none" strike="noStrike">
                  <a:solidFill>
                    <a:srgbClr val="000000"/>
                  </a:solidFill>
                  <a:latin typeface="Roboto"/>
                  <a:ea typeface="Roboto"/>
                  <a:cs typeface="Roboto"/>
                  <a:sym typeface="Roboto"/>
                </a:rPr>
                <a:t>etection</a:t>
              </a:r>
              <a:endParaRPr b="1" i="0" sz="1800" u="none" cap="none" strike="noStrike">
                <a:solidFill>
                  <a:srgbClr val="000000"/>
                </a:solidFill>
                <a:latin typeface="Roboto"/>
                <a:ea typeface="Roboto"/>
                <a:cs typeface="Roboto"/>
                <a:sym typeface="Roboto"/>
              </a:endParaRPr>
            </a:p>
          </p:txBody>
        </p:sp>
      </p:grpSp>
      <p:sp>
        <p:nvSpPr>
          <p:cNvPr id="432" name="Google Shape;432;p5"/>
          <p:cNvSpPr txBox="1"/>
          <p:nvPr>
            <p:ph idx="4294967295" type="body"/>
          </p:nvPr>
        </p:nvSpPr>
        <p:spPr>
          <a:xfrm>
            <a:off x="457175" y="1969875"/>
            <a:ext cx="2428500" cy="27288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1200"/>
              </a:spcAft>
              <a:buSzPts val="1800"/>
              <a:buNone/>
            </a:pPr>
            <a:r>
              <a:rPr lang="en"/>
              <a:t>Identifies deviations from normality. Crucial for spotting potential security breaches that don't match any known patterns.</a:t>
            </a:r>
            <a:endParaRPr/>
          </a:p>
        </p:txBody>
      </p:sp>
      <p:sp>
        <p:nvSpPr>
          <p:cNvPr id="433" name="Google Shape;433;p5"/>
          <p:cNvSpPr txBox="1"/>
          <p:nvPr>
            <p:ph idx="4294967295" type="body"/>
          </p:nvPr>
        </p:nvSpPr>
        <p:spPr>
          <a:xfrm>
            <a:off x="3307475" y="1969675"/>
            <a:ext cx="2743200" cy="27288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1200"/>
              </a:spcAft>
              <a:buSzPts val="1800"/>
              <a:buNone/>
            </a:pPr>
            <a:r>
              <a:rPr lang="en"/>
              <a:t>Signature-based detection uses known patterns of malicious activity to detect threats. </a:t>
            </a:r>
            <a:endParaRPr/>
          </a:p>
        </p:txBody>
      </p:sp>
      <p:sp>
        <p:nvSpPr>
          <p:cNvPr id="434" name="Google Shape;434;p5"/>
          <p:cNvSpPr txBox="1"/>
          <p:nvPr>
            <p:ph idx="4294967295" type="body"/>
          </p:nvPr>
        </p:nvSpPr>
        <p:spPr>
          <a:xfrm>
            <a:off x="6247800" y="1969875"/>
            <a:ext cx="2439000" cy="27288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1200"/>
              </a:spcAft>
              <a:buSzPts val="1800"/>
              <a:buNone/>
            </a:pPr>
            <a:r>
              <a:rPr lang="en"/>
              <a:t>Behavioral analysis monitors user behavior for suspicious activities. </a:t>
            </a:r>
            <a:endParaRPr/>
          </a:p>
        </p:txBody>
      </p:sp>
      <p:sp>
        <p:nvSpPr>
          <p:cNvPr id="435" name="Google Shape;435;p5"/>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2600"/>
              <a:buNone/>
            </a:pPr>
            <a:r>
              <a:rPr lang="en"/>
              <a:t>AI and ML Techniques for Threat Detection</a:t>
            </a:r>
            <a:endParaRPr/>
          </a:p>
        </p:txBody>
      </p:sp>
      <p:sp>
        <p:nvSpPr>
          <p:cNvPr id="436" name="Google Shape;436;p5"/>
          <p:cNvSpPr txBox="1"/>
          <p:nvPr>
            <p:ph idx="1" type="subTitle"/>
          </p:nvPr>
        </p:nvSpPr>
        <p:spPr>
          <a:xfrm>
            <a:off x="463231" y="548650"/>
            <a:ext cx="8229600" cy="27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200"/>
              </a:spcAft>
              <a:buSzPts val="1800"/>
              <a:buNone/>
            </a:pPr>
            <a:r>
              <a:rPr lang="en"/>
              <a:t>Three primary methods:</a:t>
            </a:r>
            <a:endParaRPr/>
          </a:p>
        </p:txBody>
      </p:sp>
      <p:pic>
        <p:nvPicPr>
          <p:cNvPr id="437" name="Google Shape;437;p5"/>
          <p:cNvPicPr preferRelativeResize="0"/>
          <p:nvPr/>
        </p:nvPicPr>
        <p:blipFill rotWithShape="1">
          <a:blip r:embed="rId3">
            <a:alphaModFix/>
          </a:blip>
          <a:srcRect b="0" l="0" r="0" t="0"/>
          <a:stretch/>
        </p:blipFill>
        <p:spPr>
          <a:xfrm>
            <a:off x="8052100" y="4156925"/>
            <a:ext cx="434800" cy="434800"/>
          </a:xfrm>
          <a:prstGeom prst="rect">
            <a:avLst/>
          </a:prstGeom>
          <a:noFill/>
          <a:ln>
            <a:noFill/>
          </a:ln>
        </p:spPr>
      </p:pic>
      <p:pic>
        <p:nvPicPr>
          <p:cNvPr id="438" name="Google Shape;438;p5"/>
          <p:cNvPicPr preferRelativeResize="0"/>
          <p:nvPr/>
        </p:nvPicPr>
        <p:blipFill rotWithShape="1">
          <a:blip r:embed="rId4">
            <a:alphaModFix/>
          </a:blip>
          <a:srcRect b="0" l="0" r="0" t="0"/>
          <a:stretch/>
        </p:blipFill>
        <p:spPr>
          <a:xfrm>
            <a:off x="5221488" y="4094638"/>
            <a:ext cx="496875" cy="496875"/>
          </a:xfrm>
          <a:prstGeom prst="rect">
            <a:avLst/>
          </a:prstGeom>
          <a:noFill/>
          <a:ln>
            <a:noFill/>
          </a:ln>
        </p:spPr>
      </p:pic>
      <p:pic>
        <p:nvPicPr>
          <p:cNvPr id="439" name="Google Shape;439;p5"/>
          <p:cNvPicPr preferRelativeResize="0"/>
          <p:nvPr/>
        </p:nvPicPr>
        <p:blipFill rotWithShape="1">
          <a:blip r:embed="rId5">
            <a:alphaModFix/>
          </a:blip>
          <a:srcRect b="0" l="0" r="0" t="0"/>
          <a:stretch/>
        </p:blipFill>
        <p:spPr>
          <a:xfrm>
            <a:off x="2285067" y="4144575"/>
            <a:ext cx="450300" cy="45949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43" name="Shape 443"/>
        <p:cNvGrpSpPr/>
        <p:nvPr/>
      </p:nvGrpSpPr>
      <p:grpSpPr>
        <a:xfrm>
          <a:off x="0" y="0"/>
          <a:ext cx="0" cy="0"/>
          <a:chOff x="0" y="0"/>
          <a:chExt cx="0" cy="0"/>
        </a:xfrm>
      </p:grpSpPr>
      <p:sp>
        <p:nvSpPr>
          <p:cNvPr id="444" name="Google Shape;444;g2eeeac1e158_0_1409"/>
          <p:cNvSpPr/>
          <p:nvPr/>
        </p:nvSpPr>
        <p:spPr>
          <a:xfrm>
            <a:off x="459099" y="1336050"/>
            <a:ext cx="2471400" cy="247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g2eeeac1e158_0_1409"/>
          <p:cNvSpPr txBox="1"/>
          <p:nvPr/>
        </p:nvSpPr>
        <p:spPr>
          <a:xfrm>
            <a:off x="3135200" y="2230050"/>
            <a:ext cx="5145300" cy="66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lang="en" sz="2600">
                <a:solidFill>
                  <a:schemeClr val="dk2"/>
                </a:solidFill>
                <a:latin typeface="Roboto"/>
                <a:ea typeface="Roboto"/>
                <a:cs typeface="Roboto"/>
                <a:sym typeface="Roboto"/>
              </a:rPr>
              <a:t>AI and ML also plays a crucial role in preventing threats.</a:t>
            </a:r>
            <a:endParaRPr b="1" i="0" sz="2600" u="none" cap="none" strike="noStrike">
              <a:solidFill>
                <a:schemeClr val="dk2"/>
              </a:solidFill>
              <a:latin typeface="Roboto"/>
              <a:ea typeface="Roboto"/>
              <a:cs typeface="Roboto"/>
              <a:sym typeface="Roboto"/>
            </a:endParaRPr>
          </a:p>
        </p:txBody>
      </p:sp>
      <p:pic>
        <p:nvPicPr>
          <p:cNvPr id="446" name="Google Shape;446;g2eeeac1e158_0_1409"/>
          <p:cNvPicPr preferRelativeResize="0"/>
          <p:nvPr/>
        </p:nvPicPr>
        <p:blipFill rotWithShape="1">
          <a:blip r:embed="rId3">
            <a:alphaModFix/>
          </a:blip>
          <a:srcRect b="0" l="0" r="0" t="0"/>
          <a:stretch/>
        </p:blipFill>
        <p:spPr>
          <a:xfrm>
            <a:off x="832674" y="1761525"/>
            <a:ext cx="1724260" cy="16204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7"/>
          <p:cNvSpPr txBox="1"/>
          <p:nvPr>
            <p:ph type="title"/>
          </p:nvPr>
        </p:nvSpPr>
        <p:spPr>
          <a:xfrm>
            <a:off x="0" y="3772475"/>
            <a:ext cx="9144000" cy="4614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2800"/>
              <a:buNone/>
            </a:pPr>
            <a:r>
              <a:rPr lang="en"/>
              <a:t>AI and ML in Threat Prevention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8"/>
          <p:cNvSpPr/>
          <p:nvPr/>
        </p:nvSpPr>
        <p:spPr>
          <a:xfrm>
            <a:off x="457200" y="1371600"/>
            <a:ext cx="1985400" cy="2301000"/>
          </a:xfrm>
          <a:prstGeom prst="re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57" name="Google Shape;457;p8"/>
          <p:cNvSpPr/>
          <p:nvPr/>
        </p:nvSpPr>
        <p:spPr>
          <a:xfrm>
            <a:off x="2528198" y="1371600"/>
            <a:ext cx="1985400" cy="2301000"/>
          </a:xfrm>
          <a:prstGeom prst="re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8"/>
          <p:cNvSpPr/>
          <p:nvPr/>
        </p:nvSpPr>
        <p:spPr>
          <a:xfrm>
            <a:off x="4630400" y="1371600"/>
            <a:ext cx="1985400" cy="2301000"/>
          </a:xfrm>
          <a:prstGeom prst="re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8"/>
          <p:cNvSpPr/>
          <p:nvPr/>
        </p:nvSpPr>
        <p:spPr>
          <a:xfrm>
            <a:off x="6732600" y="1371600"/>
            <a:ext cx="1954200" cy="2301000"/>
          </a:xfrm>
          <a:prstGeom prst="rect">
            <a:avLst/>
          </a:prstGeom>
          <a:solidFill>
            <a:srgbClr val="AADC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60" name="Google Shape;460;p8"/>
          <p:cNvGrpSpPr/>
          <p:nvPr/>
        </p:nvGrpSpPr>
        <p:grpSpPr>
          <a:xfrm>
            <a:off x="2252708" y="2292592"/>
            <a:ext cx="459000" cy="459000"/>
            <a:chOff x="4898908" y="4195167"/>
            <a:chExt cx="459000" cy="459000"/>
          </a:xfrm>
        </p:grpSpPr>
        <p:sp>
          <p:nvSpPr>
            <p:cNvPr id="461" name="Google Shape;461;p8"/>
            <p:cNvSpPr/>
            <p:nvPr/>
          </p:nvSpPr>
          <p:spPr>
            <a:xfrm>
              <a:off x="4898908" y="4195167"/>
              <a:ext cx="459000" cy="459000"/>
            </a:xfrm>
            <a:prstGeom prst="ellipse">
              <a:avLst/>
            </a:prstGeom>
            <a:solidFill>
              <a:srgbClr val="F2F2F2"/>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462" name="Google Shape;462;p8"/>
            <p:cNvSpPr/>
            <p:nvPr/>
          </p:nvSpPr>
          <p:spPr>
            <a:xfrm>
              <a:off x="5101067" y="4330887"/>
              <a:ext cx="93400" cy="187578"/>
            </a:xfrm>
            <a:custGeom>
              <a:rect b="b" l="l" r="r" t="t"/>
              <a:pathLst>
                <a:path extrusionOk="0" fill="none" h="206130" w="102637">
                  <a:moveTo>
                    <a:pt x="0" y="1"/>
                  </a:moveTo>
                  <a:lnTo>
                    <a:pt x="102637" y="103065"/>
                  </a:lnTo>
                  <a:lnTo>
                    <a:pt x="0" y="206129"/>
                  </a:lnTo>
                </a:path>
              </a:pathLst>
            </a:custGeom>
            <a:noFill/>
            <a:ln cap="rnd" cmpd="sng" w="19050">
              <a:solidFill>
                <a:srgbClr val="082D4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63" name="Google Shape;463;p8"/>
          <p:cNvGrpSpPr/>
          <p:nvPr/>
        </p:nvGrpSpPr>
        <p:grpSpPr>
          <a:xfrm>
            <a:off x="4342508" y="2292592"/>
            <a:ext cx="459000" cy="459000"/>
            <a:chOff x="4898908" y="4195167"/>
            <a:chExt cx="459000" cy="459000"/>
          </a:xfrm>
        </p:grpSpPr>
        <p:sp>
          <p:nvSpPr>
            <p:cNvPr id="464" name="Google Shape;464;p8"/>
            <p:cNvSpPr/>
            <p:nvPr/>
          </p:nvSpPr>
          <p:spPr>
            <a:xfrm>
              <a:off x="4898908" y="4195167"/>
              <a:ext cx="459000" cy="459000"/>
            </a:xfrm>
            <a:prstGeom prst="ellipse">
              <a:avLst/>
            </a:prstGeom>
            <a:solidFill>
              <a:srgbClr val="F2F2F2"/>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465" name="Google Shape;465;p8"/>
            <p:cNvSpPr/>
            <p:nvPr/>
          </p:nvSpPr>
          <p:spPr>
            <a:xfrm>
              <a:off x="5101067" y="4330887"/>
              <a:ext cx="93400" cy="187578"/>
            </a:xfrm>
            <a:custGeom>
              <a:rect b="b" l="l" r="r" t="t"/>
              <a:pathLst>
                <a:path extrusionOk="0" fill="none" h="206130" w="102637">
                  <a:moveTo>
                    <a:pt x="0" y="1"/>
                  </a:moveTo>
                  <a:lnTo>
                    <a:pt x="102637" y="103065"/>
                  </a:lnTo>
                  <a:lnTo>
                    <a:pt x="0" y="206129"/>
                  </a:lnTo>
                </a:path>
              </a:pathLst>
            </a:custGeom>
            <a:noFill/>
            <a:ln cap="rnd" cmpd="sng" w="19050">
              <a:solidFill>
                <a:srgbClr val="082D4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66" name="Google Shape;466;p8"/>
          <p:cNvGrpSpPr/>
          <p:nvPr/>
        </p:nvGrpSpPr>
        <p:grpSpPr>
          <a:xfrm>
            <a:off x="6432308" y="2292592"/>
            <a:ext cx="459000" cy="459000"/>
            <a:chOff x="4898908" y="4195167"/>
            <a:chExt cx="459000" cy="459000"/>
          </a:xfrm>
        </p:grpSpPr>
        <p:sp>
          <p:nvSpPr>
            <p:cNvPr id="467" name="Google Shape;467;p8"/>
            <p:cNvSpPr/>
            <p:nvPr/>
          </p:nvSpPr>
          <p:spPr>
            <a:xfrm>
              <a:off x="4898908" y="4195167"/>
              <a:ext cx="459000" cy="459000"/>
            </a:xfrm>
            <a:prstGeom prst="ellipse">
              <a:avLst/>
            </a:prstGeom>
            <a:solidFill>
              <a:srgbClr val="F2F2F2"/>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468" name="Google Shape;468;p8"/>
            <p:cNvSpPr/>
            <p:nvPr/>
          </p:nvSpPr>
          <p:spPr>
            <a:xfrm>
              <a:off x="5101067" y="4330887"/>
              <a:ext cx="93400" cy="187578"/>
            </a:xfrm>
            <a:custGeom>
              <a:rect b="b" l="l" r="r" t="t"/>
              <a:pathLst>
                <a:path extrusionOk="0" fill="none" h="206130" w="102637">
                  <a:moveTo>
                    <a:pt x="0" y="1"/>
                  </a:moveTo>
                  <a:lnTo>
                    <a:pt x="102637" y="103065"/>
                  </a:lnTo>
                  <a:lnTo>
                    <a:pt x="0" y="206129"/>
                  </a:lnTo>
                </a:path>
              </a:pathLst>
            </a:custGeom>
            <a:noFill/>
            <a:ln cap="rnd" cmpd="sng" w="19050">
              <a:solidFill>
                <a:srgbClr val="082D4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69" name="Google Shape;469;p8"/>
          <p:cNvSpPr txBox="1"/>
          <p:nvPr/>
        </p:nvSpPr>
        <p:spPr>
          <a:xfrm>
            <a:off x="2711700" y="1371600"/>
            <a:ext cx="1611900" cy="2306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Visit VirusTotal</a:t>
            </a:r>
            <a:endParaRPr b="1" i="0" sz="1800" u="none" cap="none" strike="noStrike">
              <a:solidFill>
                <a:schemeClr val="dk2"/>
              </a:solidFill>
              <a:latin typeface="Roboto"/>
              <a:ea typeface="Roboto"/>
              <a:cs typeface="Roboto"/>
              <a:sym typeface="Roboto"/>
            </a:endParaRPr>
          </a:p>
        </p:txBody>
      </p:sp>
      <p:sp>
        <p:nvSpPr>
          <p:cNvPr id="470" name="Google Shape;470;p8"/>
          <p:cNvSpPr txBox="1"/>
          <p:nvPr/>
        </p:nvSpPr>
        <p:spPr>
          <a:xfrm>
            <a:off x="6891300" y="1371600"/>
            <a:ext cx="1795500" cy="2306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Analyze the results</a:t>
            </a:r>
            <a:endParaRPr b="1" i="0" sz="1800" u="none" cap="none" strike="noStrike">
              <a:solidFill>
                <a:schemeClr val="dk2"/>
              </a:solidFill>
              <a:latin typeface="Roboto"/>
              <a:ea typeface="Roboto"/>
              <a:cs typeface="Roboto"/>
              <a:sym typeface="Roboto"/>
            </a:endParaRPr>
          </a:p>
        </p:txBody>
      </p:sp>
      <p:sp>
        <p:nvSpPr>
          <p:cNvPr id="471" name="Google Shape;471;p8"/>
          <p:cNvSpPr txBox="1"/>
          <p:nvPr/>
        </p:nvSpPr>
        <p:spPr>
          <a:xfrm>
            <a:off x="4801500" y="1371600"/>
            <a:ext cx="1624500" cy="2306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Upload and scan the file</a:t>
            </a:r>
            <a:endParaRPr b="1" i="0" sz="1800" u="none" cap="none" strike="noStrike">
              <a:solidFill>
                <a:schemeClr val="dk2"/>
              </a:solidFill>
              <a:latin typeface="Roboto"/>
              <a:ea typeface="Roboto"/>
              <a:cs typeface="Roboto"/>
              <a:sym typeface="Roboto"/>
            </a:endParaRPr>
          </a:p>
        </p:txBody>
      </p:sp>
      <p:sp>
        <p:nvSpPr>
          <p:cNvPr id="472" name="Google Shape;472;p8"/>
          <p:cNvSpPr txBox="1"/>
          <p:nvPr/>
        </p:nvSpPr>
        <p:spPr>
          <a:xfrm>
            <a:off x="640775" y="1371600"/>
            <a:ext cx="1611900" cy="2306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Roboto"/>
                <a:ea typeface="Roboto"/>
                <a:cs typeface="Roboto"/>
                <a:sym typeface="Roboto"/>
              </a:rPr>
              <a:t>Download sample</a:t>
            </a:r>
            <a:endParaRPr b="1" i="0" sz="1800" u="none" cap="none" strike="noStrike">
              <a:solidFill>
                <a:schemeClr val="lt1"/>
              </a:solidFill>
              <a:latin typeface="Roboto"/>
              <a:ea typeface="Roboto"/>
              <a:cs typeface="Roboto"/>
              <a:sym typeface="Roboto"/>
            </a:endParaRPr>
          </a:p>
        </p:txBody>
      </p:sp>
      <p:sp>
        <p:nvSpPr>
          <p:cNvPr id="473" name="Google Shape;473;p8"/>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2600"/>
              <a:buNone/>
            </a:pPr>
            <a:r>
              <a:rPr lang="en"/>
              <a:t>AI and ML in Threat Prevention</a:t>
            </a:r>
            <a:endParaRPr/>
          </a:p>
        </p:txBody>
      </p:sp>
      <p:pic>
        <p:nvPicPr>
          <p:cNvPr id="474" name="Google Shape;474;p8"/>
          <p:cNvPicPr preferRelativeResize="0"/>
          <p:nvPr/>
        </p:nvPicPr>
        <p:blipFill rotWithShape="1">
          <a:blip r:embed="rId3">
            <a:alphaModFix/>
          </a:blip>
          <a:srcRect b="0" l="0" r="0" t="0"/>
          <a:stretch/>
        </p:blipFill>
        <p:spPr>
          <a:xfrm>
            <a:off x="4896850" y="1697212"/>
            <a:ext cx="626300" cy="413617"/>
          </a:xfrm>
          <a:prstGeom prst="rect">
            <a:avLst/>
          </a:prstGeom>
          <a:noFill/>
          <a:ln>
            <a:noFill/>
          </a:ln>
        </p:spPr>
      </p:pic>
      <p:pic>
        <p:nvPicPr>
          <p:cNvPr id="475" name="Google Shape;475;p8"/>
          <p:cNvPicPr preferRelativeResize="0"/>
          <p:nvPr/>
        </p:nvPicPr>
        <p:blipFill rotWithShape="1">
          <a:blip r:embed="rId4">
            <a:alphaModFix/>
          </a:blip>
          <a:srcRect b="0" l="0" r="0" t="0"/>
          <a:stretch/>
        </p:blipFill>
        <p:spPr>
          <a:xfrm>
            <a:off x="2772486" y="1663525"/>
            <a:ext cx="450300" cy="500362"/>
          </a:xfrm>
          <a:prstGeom prst="rect">
            <a:avLst/>
          </a:prstGeom>
          <a:noFill/>
          <a:ln>
            <a:noFill/>
          </a:ln>
        </p:spPr>
      </p:pic>
      <p:pic>
        <p:nvPicPr>
          <p:cNvPr id="476" name="Google Shape;476;p8"/>
          <p:cNvPicPr preferRelativeResize="0"/>
          <p:nvPr/>
        </p:nvPicPr>
        <p:blipFill rotWithShape="1">
          <a:blip r:embed="rId5">
            <a:alphaModFix/>
          </a:blip>
          <a:srcRect b="0" l="0" r="0" t="0"/>
          <a:stretch/>
        </p:blipFill>
        <p:spPr>
          <a:xfrm>
            <a:off x="738550" y="1677083"/>
            <a:ext cx="626300" cy="401947"/>
          </a:xfrm>
          <a:prstGeom prst="rect">
            <a:avLst/>
          </a:prstGeom>
          <a:noFill/>
          <a:ln>
            <a:noFill/>
          </a:ln>
        </p:spPr>
      </p:pic>
      <p:pic>
        <p:nvPicPr>
          <p:cNvPr id="477" name="Google Shape;477;p8"/>
          <p:cNvPicPr preferRelativeResize="0"/>
          <p:nvPr/>
        </p:nvPicPr>
        <p:blipFill rotWithShape="1">
          <a:blip r:embed="rId6">
            <a:alphaModFix/>
          </a:blip>
          <a:srcRect b="0" l="0" r="0" t="0"/>
          <a:stretch/>
        </p:blipFill>
        <p:spPr>
          <a:xfrm>
            <a:off x="7012790" y="1692993"/>
            <a:ext cx="579700" cy="46652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9"/>
          <p:cNvSpPr txBox="1"/>
          <p:nvPr>
            <p:ph idx="1" type="subTitle"/>
          </p:nvPr>
        </p:nvSpPr>
        <p:spPr>
          <a:xfrm>
            <a:off x="914400" y="1523200"/>
            <a:ext cx="7315200" cy="2590500"/>
          </a:xfrm>
          <a:prstGeom prst="rect">
            <a:avLst/>
          </a:prstGeom>
          <a:noFill/>
          <a:ln>
            <a:noFill/>
          </a:ln>
        </p:spPr>
        <p:txBody>
          <a:bodyPr anchorCtr="0" anchor="t" bIns="91425" lIns="0" spcFirstLastPara="1" rIns="91425" wrap="square" tIns="91425">
            <a:noAutofit/>
          </a:bodyPr>
          <a:lstStyle/>
          <a:p>
            <a:pPr indent="0" lvl="0" marL="0" rtl="0" algn="l">
              <a:lnSpc>
                <a:spcPct val="115000"/>
              </a:lnSpc>
              <a:spcBef>
                <a:spcPts val="0"/>
              </a:spcBef>
              <a:spcAft>
                <a:spcPts val="0"/>
              </a:spcAft>
              <a:buSzPts val="1800"/>
              <a:buNone/>
            </a:pPr>
            <a:r>
              <a:rPr lang="en"/>
              <a:t>In this activity, you will use AI to analyze several viruses and how to mitigate their effects.</a:t>
            </a:r>
            <a:endParaRPr/>
          </a:p>
        </p:txBody>
      </p:sp>
      <p:sp>
        <p:nvSpPr>
          <p:cNvPr id="483" name="Google Shape;483;p9"/>
          <p:cNvSpPr txBox="1"/>
          <p:nvPr>
            <p:ph idx="3" type="subTitle"/>
          </p:nvPr>
        </p:nvSpPr>
        <p:spPr>
          <a:xfrm>
            <a:off x="914400" y="548650"/>
            <a:ext cx="7772400" cy="27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800"/>
              <a:buNone/>
            </a:pPr>
            <a:r>
              <a:rPr lang="en"/>
              <a:t>Identifying Virus Threats</a:t>
            </a:r>
            <a:endParaRPr/>
          </a:p>
        </p:txBody>
      </p:sp>
      <p:sp>
        <p:nvSpPr>
          <p:cNvPr id="484" name="Google Shape;484;p9"/>
          <p:cNvSpPr txBox="1"/>
          <p:nvPr/>
        </p:nvSpPr>
        <p:spPr>
          <a:xfrm>
            <a:off x="0" y="4568875"/>
            <a:ext cx="9144000" cy="323100"/>
          </a:xfrm>
          <a:prstGeom prst="rect">
            <a:avLst/>
          </a:prstGeom>
          <a:noFill/>
          <a:ln>
            <a:noFill/>
          </a:ln>
        </p:spPr>
        <p:txBody>
          <a:bodyPr anchorCtr="0" anchor="t" bIns="91425" lIns="91425" spcFirstLastPara="1" rIns="457200" wrap="square" tIns="91425">
            <a:noAutofit/>
          </a:bodyPr>
          <a:lstStyle/>
          <a:p>
            <a:pPr indent="0" lvl="0" marL="0" rtl="0" algn="r">
              <a:lnSpc>
                <a:spcPct val="115000"/>
              </a:lnSpc>
              <a:spcBef>
                <a:spcPts val="0"/>
              </a:spcBef>
              <a:spcAft>
                <a:spcPts val="0"/>
              </a:spcAft>
              <a:buNone/>
            </a:pPr>
            <a:r>
              <a:rPr lang="en" sz="1800">
                <a:solidFill>
                  <a:srgbClr val="082D49"/>
                </a:solidFill>
                <a:latin typeface="Roboto"/>
                <a:ea typeface="Roboto"/>
                <a:cs typeface="Roboto"/>
                <a:sym typeface="Roboto"/>
              </a:rPr>
              <a:t>15 </a:t>
            </a:r>
            <a:r>
              <a:rPr lang="en" sz="1800">
                <a:solidFill>
                  <a:srgbClr val="082D49"/>
                </a:solidFill>
                <a:latin typeface="Roboto"/>
                <a:ea typeface="Roboto"/>
                <a:cs typeface="Roboto"/>
                <a:sym typeface="Roboto"/>
              </a:rPr>
              <a:t>Minutes</a:t>
            </a:r>
            <a:endParaRPr sz="1800">
              <a:solidFill>
                <a:srgbClr val="082D49"/>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10"/>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20 Minutes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g2eeeac1e158_0_416"/>
          <p:cNvSpPr txBox="1"/>
          <p:nvPr/>
        </p:nvSpPr>
        <p:spPr>
          <a:xfrm>
            <a:off x="289788" y="923038"/>
            <a:ext cx="3711600" cy="7803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1000"/>
              </a:spcBef>
              <a:spcAft>
                <a:spcPts val="0"/>
              </a:spcAft>
              <a:buClr>
                <a:srgbClr val="000000"/>
              </a:buClr>
              <a:buSzPts val="1800"/>
              <a:buFont typeface="Arial"/>
              <a:buNone/>
            </a:pPr>
            <a:r>
              <a:rPr lang="en" sz="1800">
                <a:solidFill>
                  <a:schemeClr val="dk2"/>
                </a:solidFill>
                <a:latin typeface="Roboto"/>
                <a:ea typeface="Roboto"/>
                <a:cs typeface="Roboto"/>
                <a:sym typeface="Roboto"/>
              </a:rPr>
              <a:t> Analyzing historical data to forecast future threats</a:t>
            </a:r>
            <a:endParaRPr i="0" sz="1800" u="none" cap="none" strike="noStrike">
              <a:solidFill>
                <a:schemeClr val="dk2"/>
              </a:solidFill>
              <a:latin typeface="Roboto"/>
              <a:ea typeface="Roboto"/>
              <a:cs typeface="Roboto"/>
              <a:sym typeface="Roboto"/>
            </a:endParaRPr>
          </a:p>
        </p:txBody>
      </p:sp>
      <p:sp>
        <p:nvSpPr>
          <p:cNvPr id="499" name="Google Shape;499;g2eeeac1e158_0_416"/>
          <p:cNvSpPr txBox="1"/>
          <p:nvPr/>
        </p:nvSpPr>
        <p:spPr>
          <a:xfrm>
            <a:off x="585300" y="190375"/>
            <a:ext cx="3300900" cy="585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000"/>
              </a:spcBef>
              <a:spcAft>
                <a:spcPts val="0"/>
              </a:spcAft>
              <a:buNone/>
            </a:pPr>
            <a:r>
              <a:rPr b="1" lang="en" sz="2600">
                <a:solidFill>
                  <a:schemeClr val="dk2"/>
                </a:solidFill>
                <a:latin typeface="Roboto"/>
                <a:ea typeface="Roboto"/>
                <a:cs typeface="Roboto"/>
                <a:sym typeface="Roboto"/>
              </a:rPr>
              <a:t>Predictive Analytics</a:t>
            </a:r>
            <a:endParaRPr b="1" sz="2600">
              <a:solidFill>
                <a:schemeClr val="dk2"/>
              </a:solidFill>
              <a:latin typeface="Roboto"/>
              <a:ea typeface="Roboto"/>
              <a:cs typeface="Roboto"/>
              <a:sym typeface="Roboto"/>
            </a:endParaRPr>
          </a:p>
        </p:txBody>
      </p:sp>
      <p:sp>
        <p:nvSpPr>
          <p:cNvPr id="500" name="Google Shape;500;g2eeeac1e158_0_416"/>
          <p:cNvSpPr txBox="1"/>
          <p:nvPr/>
        </p:nvSpPr>
        <p:spPr>
          <a:xfrm>
            <a:off x="4947200" y="146300"/>
            <a:ext cx="37116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1000"/>
              </a:spcBef>
              <a:spcAft>
                <a:spcPts val="0"/>
              </a:spcAft>
              <a:buClr>
                <a:srgbClr val="000000"/>
              </a:buClr>
              <a:buSzPts val="2600"/>
              <a:buFont typeface="Arial"/>
              <a:buNone/>
            </a:pPr>
            <a:r>
              <a:rPr b="1" lang="en" sz="2600">
                <a:solidFill>
                  <a:schemeClr val="dk2"/>
                </a:solidFill>
                <a:latin typeface="Roboto"/>
                <a:ea typeface="Roboto"/>
                <a:cs typeface="Roboto"/>
                <a:sym typeface="Roboto"/>
              </a:rPr>
              <a:t>Automated Responses</a:t>
            </a:r>
            <a:endParaRPr b="1" i="0" sz="2600" u="none" cap="none" strike="noStrike">
              <a:solidFill>
                <a:schemeClr val="dk2"/>
              </a:solidFill>
              <a:latin typeface="Roboto"/>
              <a:ea typeface="Roboto"/>
              <a:cs typeface="Roboto"/>
              <a:sym typeface="Roboto"/>
            </a:endParaRPr>
          </a:p>
        </p:txBody>
      </p:sp>
      <p:sp>
        <p:nvSpPr>
          <p:cNvPr id="501" name="Google Shape;501;g2eeeac1e158_0_416"/>
          <p:cNvSpPr txBox="1"/>
          <p:nvPr/>
        </p:nvSpPr>
        <p:spPr>
          <a:xfrm>
            <a:off x="4794325" y="923050"/>
            <a:ext cx="3711600" cy="7803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None/>
            </a:pPr>
            <a:r>
              <a:rPr lang="en" sz="1800">
                <a:solidFill>
                  <a:schemeClr val="dk2"/>
                </a:solidFill>
                <a:latin typeface="Roboto"/>
                <a:ea typeface="Roboto"/>
                <a:cs typeface="Roboto"/>
                <a:sym typeface="Roboto"/>
              </a:rPr>
              <a:t>A</a:t>
            </a:r>
            <a:r>
              <a:rPr lang="en" sz="1800">
                <a:solidFill>
                  <a:schemeClr val="dk2"/>
                </a:solidFill>
                <a:latin typeface="Roboto"/>
                <a:ea typeface="Roboto"/>
                <a:cs typeface="Roboto"/>
                <a:sym typeface="Roboto"/>
              </a:rPr>
              <a:t>utomatically responding to detected threats</a:t>
            </a:r>
            <a:endParaRPr b="0" i="0" sz="1800" u="none" cap="none" strike="noStrike">
              <a:solidFill>
                <a:schemeClr val="dk2"/>
              </a:solidFill>
              <a:latin typeface="Roboto"/>
              <a:ea typeface="Roboto"/>
              <a:cs typeface="Roboto"/>
              <a:sym typeface="Roboto"/>
            </a:endParaRPr>
          </a:p>
        </p:txBody>
      </p:sp>
      <p:cxnSp>
        <p:nvCxnSpPr>
          <p:cNvPr id="502" name="Google Shape;502;g2eeeac1e158_0_416"/>
          <p:cNvCxnSpPr/>
          <p:nvPr/>
        </p:nvCxnSpPr>
        <p:spPr>
          <a:xfrm>
            <a:off x="4340500" y="679375"/>
            <a:ext cx="0" cy="3897300"/>
          </a:xfrm>
          <a:prstGeom prst="straightConnector1">
            <a:avLst/>
          </a:prstGeom>
          <a:noFill/>
          <a:ln cap="flat" cmpd="sng" w="9525">
            <a:solidFill>
              <a:schemeClr val="dk2"/>
            </a:solidFill>
            <a:prstDash val="solid"/>
            <a:round/>
            <a:headEnd len="sm" w="sm" type="none"/>
            <a:tailEnd len="sm" w="sm" type="none"/>
          </a:ln>
        </p:spPr>
      </p:cxnSp>
      <p:pic>
        <p:nvPicPr>
          <p:cNvPr id="503" name="Google Shape;503;g2eeeac1e158_0_416"/>
          <p:cNvPicPr preferRelativeResize="0"/>
          <p:nvPr/>
        </p:nvPicPr>
        <p:blipFill>
          <a:blip r:embed="rId3">
            <a:alphaModFix/>
          </a:blip>
          <a:stretch>
            <a:fillRect/>
          </a:stretch>
        </p:blipFill>
        <p:spPr>
          <a:xfrm>
            <a:off x="585299" y="2267059"/>
            <a:ext cx="3235516" cy="2305590"/>
          </a:xfrm>
          <a:prstGeom prst="rect">
            <a:avLst/>
          </a:prstGeom>
          <a:noFill/>
          <a:ln>
            <a:noFill/>
          </a:ln>
        </p:spPr>
      </p:pic>
      <p:pic>
        <p:nvPicPr>
          <p:cNvPr id="504" name="Google Shape;504;g2eeeac1e158_0_416"/>
          <p:cNvPicPr preferRelativeResize="0"/>
          <p:nvPr/>
        </p:nvPicPr>
        <p:blipFill>
          <a:blip r:embed="rId4">
            <a:alphaModFix/>
          </a:blip>
          <a:stretch>
            <a:fillRect/>
          </a:stretch>
        </p:blipFill>
        <p:spPr>
          <a:xfrm>
            <a:off x="5076209" y="2247250"/>
            <a:ext cx="3281291" cy="19301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g2eeeac1e158_0_2806"/>
          <p:cNvSpPr txBox="1"/>
          <p:nvPr>
            <p:ph type="title"/>
          </p:nvPr>
        </p:nvSpPr>
        <p:spPr>
          <a:xfrm>
            <a:off x="0" y="2628900"/>
            <a:ext cx="9144000" cy="1484400"/>
          </a:xfrm>
          <a:prstGeom prst="rect">
            <a:avLst/>
          </a:prstGeom>
          <a:noFill/>
          <a:ln>
            <a:noFill/>
          </a:ln>
        </p:spPr>
        <p:txBody>
          <a:bodyPr anchorCtr="0" anchor="t" bIns="91425" lIns="0" spcFirstLastPara="1" rIns="0" wrap="square" tIns="91425">
            <a:noAutofit/>
          </a:bodyPr>
          <a:lstStyle/>
          <a:p>
            <a:pPr indent="0" lvl="0" marL="0" rtl="0" algn="ctr">
              <a:lnSpc>
                <a:spcPct val="100000"/>
              </a:lnSpc>
              <a:spcBef>
                <a:spcPts val="0"/>
              </a:spcBef>
              <a:spcAft>
                <a:spcPts val="0"/>
              </a:spcAft>
              <a:buSzPts val="4000"/>
              <a:buNone/>
            </a:pPr>
            <a:r>
              <a:rPr lang="en"/>
              <a:t>AI and ML to Prevent </a:t>
            </a:r>
            <a:endParaRPr/>
          </a:p>
          <a:p>
            <a:pPr indent="0" lvl="0" marL="0" rtl="0" algn="ctr">
              <a:lnSpc>
                <a:spcPct val="100000"/>
              </a:lnSpc>
              <a:spcBef>
                <a:spcPts val="0"/>
              </a:spcBef>
              <a:spcAft>
                <a:spcPts val="0"/>
              </a:spcAft>
              <a:buSzPts val="4000"/>
              <a:buNone/>
            </a:pPr>
            <a:r>
              <a:rPr lang="en">
                <a:latin typeface="Roboto"/>
                <a:ea typeface="Roboto"/>
                <a:cs typeface="Roboto"/>
                <a:sym typeface="Roboto"/>
              </a:rPr>
              <a:t>Phishing Attacks</a:t>
            </a:r>
            <a:endParaRPr>
              <a:latin typeface="Roboto"/>
              <a:ea typeface="Roboto"/>
              <a:cs typeface="Roboto"/>
              <a:sym typeface="Roboto"/>
            </a:endParaRPr>
          </a:p>
        </p:txBody>
      </p:sp>
      <p:pic>
        <p:nvPicPr>
          <p:cNvPr id="510" name="Google Shape;510;g2eeeac1e158_0_2806"/>
          <p:cNvPicPr preferRelativeResize="0"/>
          <p:nvPr/>
        </p:nvPicPr>
        <p:blipFill rotWithShape="1">
          <a:blip r:embed="rId3">
            <a:alphaModFix/>
          </a:blip>
          <a:srcRect b="0" l="0" r="0" t="0"/>
          <a:stretch/>
        </p:blipFill>
        <p:spPr>
          <a:xfrm>
            <a:off x="4028550" y="1580625"/>
            <a:ext cx="1086900" cy="10919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12"/>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b="1" lang="en" sz="2800"/>
              <a:t>Phishing</a:t>
            </a:r>
            <a:r>
              <a:rPr lang="en" sz="2800"/>
              <a:t> involves </a:t>
            </a:r>
            <a:r>
              <a:rPr b="1" lang="en" sz="2800"/>
              <a:t>fraudulent attempts</a:t>
            </a:r>
            <a:r>
              <a:rPr lang="en" sz="2800"/>
              <a:t> to obtain sensitive information by </a:t>
            </a:r>
            <a:r>
              <a:rPr b="1" lang="en" sz="2800"/>
              <a:t>pretending</a:t>
            </a:r>
            <a:r>
              <a:rPr lang="en" sz="2800"/>
              <a:t> to </a:t>
            </a:r>
            <a:br>
              <a:rPr lang="en" sz="2800"/>
            </a:br>
            <a:r>
              <a:rPr lang="en" sz="2800"/>
              <a:t>be a trustworthy entity.</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13"/>
          <p:cNvSpPr txBox="1"/>
          <p:nvPr>
            <p:ph idx="1" type="body"/>
          </p:nvPr>
        </p:nvSpPr>
        <p:spPr>
          <a:xfrm>
            <a:off x="3647875" y="1377600"/>
            <a:ext cx="5496000" cy="27414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sz="2600"/>
              <a:t>AI models can be trained </a:t>
            </a:r>
            <a:br>
              <a:rPr lang="en" sz="2600"/>
            </a:br>
            <a:r>
              <a:rPr lang="en" sz="2600"/>
              <a:t>to </a:t>
            </a:r>
            <a:r>
              <a:rPr b="1" lang="en" sz="2600"/>
              <a:t>recognize common </a:t>
            </a:r>
            <a:br>
              <a:rPr b="1" lang="en" sz="2600"/>
            </a:br>
            <a:r>
              <a:rPr b="1" lang="en" sz="2600"/>
              <a:t>phishing tactics.</a:t>
            </a:r>
            <a:endParaRPr sz="26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24" name="Shape 524"/>
        <p:cNvGrpSpPr/>
        <p:nvPr/>
      </p:nvGrpSpPr>
      <p:grpSpPr>
        <a:xfrm>
          <a:off x="0" y="0"/>
          <a:ext cx="0" cy="0"/>
          <a:chOff x="0" y="0"/>
          <a:chExt cx="0" cy="0"/>
        </a:xfrm>
      </p:grpSpPr>
      <p:sp>
        <p:nvSpPr>
          <p:cNvPr id="525" name="Google Shape;525;g2eeeac1e158_0_2812"/>
          <p:cNvSpPr/>
          <p:nvPr/>
        </p:nvSpPr>
        <p:spPr>
          <a:xfrm>
            <a:off x="521125" y="2435126"/>
            <a:ext cx="1377600" cy="137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g2eeeac1e158_0_2812"/>
          <p:cNvSpPr/>
          <p:nvPr/>
        </p:nvSpPr>
        <p:spPr>
          <a:xfrm>
            <a:off x="2457663" y="2435126"/>
            <a:ext cx="1377600" cy="137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g2eeeac1e158_0_2812"/>
          <p:cNvSpPr/>
          <p:nvPr/>
        </p:nvSpPr>
        <p:spPr>
          <a:xfrm>
            <a:off x="7463813" y="2435126"/>
            <a:ext cx="1377600" cy="137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g2eeeac1e158_0_2812"/>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2600"/>
              <a:buNone/>
            </a:pPr>
            <a:r>
              <a:rPr lang="en"/>
              <a:t>Natural Language Processing</a:t>
            </a:r>
            <a:endParaRPr b="0"/>
          </a:p>
        </p:txBody>
      </p:sp>
      <p:sp>
        <p:nvSpPr>
          <p:cNvPr id="529" name="Google Shape;529;g2eeeac1e158_0_2812"/>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200"/>
              </a:spcAft>
              <a:buSzPts val="1800"/>
              <a:buNone/>
            </a:pPr>
            <a:r>
              <a:rPr lang="en"/>
              <a:t>Analyzes text content of emails and messages</a:t>
            </a:r>
            <a:endParaRPr/>
          </a:p>
        </p:txBody>
      </p:sp>
      <p:cxnSp>
        <p:nvCxnSpPr>
          <p:cNvPr id="530" name="Google Shape;530;g2eeeac1e158_0_2812"/>
          <p:cNvCxnSpPr/>
          <p:nvPr/>
        </p:nvCxnSpPr>
        <p:spPr>
          <a:xfrm>
            <a:off x="2002469" y="3124051"/>
            <a:ext cx="357900" cy="0"/>
          </a:xfrm>
          <a:prstGeom prst="straightConnector1">
            <a:avLst/>
          </a:prstGeom>
          <a:noFill/>
          <a:ln cap="flat" cmpd="sng" w="19050">
            <a:solidFill>
              <a:schemeClr val="accent5"/>
            </a:solidFill>
            <a:prstDash val="solid"/>
            <a:round/>
            <a:headEnd len="med" w="med" type="none"/>
            <a:tailEnd len="med" w="med" type="triangle"/>
          </a:ln>
        </p:spPr>
      </p:cxnSp>
      <p:sp>
        <p:nvSpPr>
          <p:cNvPr id="531" name="Google Shape;531;g2eeeac1e158_0_2812"/>
          <p:cNvSpPr txBox="1"/>
          <p:nvPr>
            <p:ph idx="2" type="body"/>
          </p:nvPr>
        </p:nvSpPr>
        <p:spPr>
          <a:xfrm>
            <a:off x="461225" y="1063525"/>
            <a:ext cx="8229600" cy="65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1200"/>
              </a:spcAft>
              <a:buNone/>
            </a:pPr>
            <a:r>
              <a:rPr lang="en"/>
              <a:t>Detecting phishing attempts by identifying unusual phrasing, </a:t>
            </a:r>
            <a:br>
              <a:rPr lang="en"/>
            </a:br>
            <a:r>
              <a:rPr lang="en"/>
              <a:t>grammatical errors, or urgency cues</a:t>
            </a:r>
            <a:r>
              <a:rPr lang="en"/>
              <a:t> </a:t>
            </a:r>
            <a:endParaRPr/>
          </a:p>
        </p:txBody>
      </p:sp>
      <p:sp>
        <p:nvSpPr>
          <p:cNvPr id="532" name="Google Shape;532;g2eeeac1e158_0_2812"/>
          <p:cNvSpPr txBox="1"/>
          <p:nvPr/>
        </p:nvSpPr>
        <p:spPr>
          <a:xfrm>
            <a:off x="4394200" y="2118201"/>
            <a:ext cx="2510700" cy="2062500"/>
          </a:xfrm>
          <a:prstGeom prst="rect">
            <a:avLst/>
          </a:prstGeom>
          <a:noFill/>
          <a:ln cap="flat" cmpd="sng" w="19050">
            <a:solidFill>
              <a:schemeClr val="dk2"/>
            </a:solidFill>
            <a:prstDash val="solid"/>
            <a:round/>
            <a:headEnd len="sm" w="sm" type="none"/>
            <a:tailEnd len="sm" w="sm" type="none"/>
          </a:ln>
        </p:spPr>
        <p:txBody>
          <a:bodyPr anchorCtr="0" anchor="t" bIns="182875" lIns="182875" spcFirstLastPara="1" rIns="182875" wrap="square" tIns="182875">
            <a:noAutofit/>
          </a:bodyPr>
          <a:lstStyle/>
          <a:p>
            <a:pPr indent="0" lvl="0" marL="0" rtl="0" algn="l">
              <a:spcBef>
                <a:spcPts val="0"/>
              </a:spcBef>
              <a:spcAft>
                <a:spcPts val="0"/>
              </a:spcAft>
              <a:buNone/>
            </a:pPr>
            <a:r>
              <a:rPr b="1" lang="en" sz="1800">
                <a:solidFill>
                  <a:schemeClr val="dk2"/>
                </a:solidFill>
                <a:latin typeface="Roboto"/>
                <a:ea typeface="Roboto"/>
                <a:cs typeface="Roboto"/>
                <a:sym typeface="Roboto"/>
              </a:rPr>
              <a:t>SUBJECT: URGENT!</a:t>
            </a:r>
            <a:endParaRPr b="1"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rPr lang="en" sz="1800">
                <a:solidFill>
                  <a:schemeClr val="dk2"/>
                </a:solidFill>
                <a:latin typeface="Roboto"/>
                <a:ea typeface="Roboto"/>
                <a:cs typeface="Roboto"/>
                <a:sym typeface="Roboto"/>
              </a:rPr>
              <a:t>Dear: Customer</a:t>
            </a:r>
            <a:br>
              <a:rPr lang="en" sz="1800">
                <a:solidFill>
                  <a:schemeClr val="dk2"/>
                </a:solidFill>
                <a:latin typeface="Roboto"/>
                <a:ea typeface="Roboto"/>
                <a:cs typeface="Roboto"/>
                <a:sym typeface="Roboto"/>
              </a:rPr>
            </a:br>
            <a:endParaRPr sz="1800">
              <a:solidFill>
                <a:schemeClr val="dk2"/>
              </a:solidFill>
              <a:latin typeface="Roboto"/>
              <a:ea typeface="Roboto"/>
              <a:cs typeface="Roboto"/>
              <a:sym typeface="Roboto"/>
            </a:endParaRPr>
          </a:p>
          <a:p>
            <a:pPr indent="0" lvl="0" marL="0" rtl="0" algn="l">
              <a:spcBef>
                <a:spcPts val="0"/>
              </a:spcBef>
              <a:spcAft>
                <a:spcPts val="0"/>
              </a:spcAft>
              <a:buNone/>
            </a:pPr>
            <a:r>
              <a:rPr lang="en" sz="1800">
                <a:solidFill>
                  <a:schemeClr val="dk2"/>
                </a:solidFill>
                <a:latin typeface="Roboto"/>
                <a:ea typeface="Roboto"/>
                <a:cs typeface="Roboto"/>
                <a:sym typeface="Roboto"/>
              </a:rPr>
              <a:t>We </a:t>
            </a:r>
            <a:r>
              <a:rPr lang="en" sz="1800">
                <a:solidFill>
                  <a:schemeClr val="dk2"/>
                </a:solidFill>
                <a:latin typeface="Roboto"/>
                <a:ea typeface="Roboto"/>
                <a:cs typeface="Roboto"/>
                <a:sym typeface="Roboto"/>
              </a:rPr>
              <a:t>requires</a:t>
            </a:r>
            <a:r>
              <a:rPr lang="en" sz="1800">
                <a:solidFill>
                  <a:schemeClr val="dk2"/>
                </a:solidFill>
                <a:latin typeface="Roboto"/>
                <a:ea typeface="Roboto"/>
                <a:cs typeface="Roboto"/>
                <a:sym typeface="Roboto"/>
              </a:rPr>
              <a:t> you to verify your account…</a:t>
            </a:r>
            <a:endParaRPr sz="1800">
              <a:solidFill>
                <a:schemeClr val="dk2"/>
              </a:solidFill>
              <a:latin typeface="Roboto"/>
              <a:ea typeface="Roboto"/>
              <a:cs typeface="Roboto"/>
              <a:sym typeface="Roboto"/>
            </a:endParaRPr>
          </a:p>
        </p:txBody>
      </p:sp>
      <p:pic>
        <p:nvPicPr>
          <p:cNvPr id="533" name="Google Shape;533;g2eeeac1e158_0_2812"/>
          <p:cNvPicPr preferRelativeResize="0"/>
          <p:nvPr/>
        </p:nvPicPr>
        <p:blipFill>
          <a:blip r:embed="rId3">
            <a:alphaModFix/>
          </a:blip>
          <a:stretch>
            <a:fillRect/>
          </a:stretch>
        </p:blipFill>
        <p:spPr>
          <a:xfrm>
            <a:off x="7662750" y="2829624"/>
            <a:ext cx="976200" cy="595350"/>
          </a:xfrm>
          <a:prstGeom prst="rect">
            <a:avLst/>
          </a:prstGeom>
          <a:noFill/>
          <a:ln>
            <a:noFill/>
          </a:ln>
        </p:spPr>
      </p:pic>
      <p:cxnSp>
        <p:nvCxnSpPr>
          <p:cNvPr id="534" name="Google Shape;534;g2eeeac1e158_0_2812"/>
          <p:cNvCxnSpPr/>
          <p:nvPr/>
        </p:nvCxnSpPr>
        <p:spPr>
          <a:xfrm>
            <a:off x="3910982" y="3124051"/>
            <a:ext cx="357900" cy="0"/>
          </a:xfrm>
          <a:prstGeom prst="straightConnector1">
            <a:avLst/>
          </a:prstGeom>
          <a:noFill/>
          <a:ln cap="flat" cmpd="sng" w="19050">
            <a:solidFill>
              <a:schemeClr val="accent5"/>
            </a:solidFill>
            <a:prstDash val="solid"/>
            <a:round/>
            <a:headEnd len="med" w="med" type="none"/>
            <a:tailEnd len="med" w="med" type="triangle"/>
          </a:ln>
        </p:spPr>
      </p:cxnSp>
      <p:cxnSp>
        <p:nvCxnSpPr>
          <p:cNvPr id="535" name="Google Shape;535;g2eeeac1e158_0_2812"/>
          <p:cNvCxnSpPr/>
          <p:nvPr/>
        </p:nvCxnSpPr>
        <p:spPr>
          <a:xfrm>
            <a:off x="7011750" y="3124051"/>
            <a:ext cx="357900" cy="0"/>
          </a:xfrm>
          <a:prstGeom prst="straightConnector1">
            <a:avLst/>
          </a:prstGeom>
          <a:noFill/>
          <a:ln cap="flat" cmpd="sng" w="19050">
            <a:solidFill>
              <a:schemeClr val="accent5"/>
            </a:solidFill>
            <a:prstDash val="solid"/>
            <a:round/>
            <a:headEnd len="med" w="med" type="none"/>
            <a:tailEnd len="med" w="med" type="triangle"/>
          </a:ln>
        </p:spPr>
      </p:cxnSp>
      <p:pic>
        <p:nvPicPr>
          <p:cNvPr id="536" name="Google Shape;536;g2eeeac1e158_0_2812"/>
          <p:cNvPicPr preferRelativeResize="0"/>
          <p:nvPr/>
        </p:nvPicPr>
        <p:blipFill>
          <a:blip r:embed="rId4">
            <a:alphaModFix/>
          </a:blip>
          <a:stretch>
            <a:fillRect/>
          </a:stretch>
        </p:blipFill>
        <p:spPr>
          <a:xfrm>
            <a:off x="831925" y="2678224"/>
            <a:ext cx="756000" cy="821997"/>
          </a:xfrm>
          <a:prstGeom prst="rect">
            <a:avLst/>
          </a:prstGeom>
          <a:noFill/>
          <a:ln>
            <a:noFill/>
          </a:ln>
        </p:spPr>
      </p:pic>
      <p:pic>
        <p:nvPicPr>
          <p:cNvPr id="537" name="Google Shape;537;g2eeeac1e158_0_2812"/>
          <p:cNvPicPr preferRelativeResize="0"/>
          <p:nvPr/>
        </p:nvPicPr>
        <p:blipFill>
          <a:blip r:embed="rId5">
            <a:alphaModFix/>
          </a:blip>
          <a:stretch>
            <a:fillRect/>
          </a:stretch>
        </p:blipFill>
        <p:spPr>
          <a:xfrm>
            <a:off x="2756142" y="2687942"/>
            <a:ext cx="878175" cy="993573"/>
          </a:xfrm>
          <a:prstGeom prst="rect">
            <a:avLst/>
          </a:prstGeom>
          <a:noFill/>
          <a:ln>
            <a:noFill/>
          </a:ln>
        </p:spPr>
      </p:pic>
      <p:pic>
        <p:nvPicPr>
          <p:cNvPr id="538" name="Google Shape;538;g2eeeac1e158_0_2812"/>
          <p:cNvPicPr preferRelativeResize="0"/>
          <p:nvPr/>
        </p:nvPicPr>
        <p:blipFill>
          <a:blip r:embed="rId6">
            <a:alphaModFix/>
          </a:blip>
          <a:stretch>
            <a:fillRect/>
          </a:stretch>
        </p:blipFill>
        <p:spPr>
          <a:xfrm>
            <a:off x="263882" y="294781"/>
            <a:ext cx="357900" cy="37019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42" name="Shape 542"/>
        <p:cNvGrpSpPr/>
        <p:nvPr/>
      </p:nvGrpSpPr>
      <p:grpSpPr>
        <a:xfrm>
          <a:off x="0" y="0"/>
          <a:ext cx="0" cy="0"/>
          <a:chOff x="0" y="0"/>
          <a:chExt cx="0" cy="0"/>
        </a:xfrm>
      </p:grpSpPr>
      <p:sp>
        <p:nvSpPr>
          <p:cNvPr id="543" name="Google Shape;543;g2eeeac1e158_0_3230"/>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2600"/>
              <a:buNone/>
            </a:pPr>
            <a:r>
              <a:rPr lang="en"/>
              <a:t>URL Analysis</a:t>
            </a:r>
            <a:endParaRPr b="0"/>
          </a:p>
        </p:txBody>
      </p:sp>
      <p:sp>
        <p:nvSpPr>
          <p:cNvPr id="544" name="Google Shape;544;g2eeeac1e158_0_3230"/>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200"/>
              </a:spcAft>
              <a:buSzPts val="1800"/>
              <a:buNone/>
            </a:pPr>
            <a:r>
              <a:rPr lang="en"/>
              <a:t> Examines URLs for signs of phishing</a:t>
            </a:r>
            <a:endParaRPr/>
          </a:p>
        </p:txBody>
      </p:sp>
      <p:cxnSp>
        <p:nvCxnSpPr>
          <p:cNvPr id="545" name="Google Shape;545;g2eeeac1e158_0_3230"/>
          <p:cNvCxnSpPr/>
          <p:nvPr/>
        </p:nvCxnSpPr>
        <p:spPr>
          <a:xfrm>
            <a:off x="1790079" y="3122200"/>
            <a:ext cx="5430000" cy="0"/>
          </a:xfrm>
          <a:prstGeom prst="straightConnector1">
            <a:avLst/>
          </a:prstGeom>
          <a:noFill/>
          <a:ln cap="flat" cmpd="sng" w="19050">
            <a:solidFill>
              <a:schemeClr val="accent5"/>
            </a:solidFill>
            <a:prstDash val="solid"/>
            <a:round/>
            <a:headEnd len="med" w="med" type="none"/>
            <a:tailEnd len="med" w="med" type="triangle"/>
          </a:ln>
        </p:spPr>
      </p:cxnSp>
      <p:sp>
        <p:nvSpPr>
          <p:cNvPr id="546" name="Google Shape;546;g2eeeac1e158_0_3230"/>
          <p:cNvSpPr txBox="1"/>
          <p:nvPr>
            <p:ph idx="2" type="body"/>
          </p:nvPr>
        </p:nvSpPr>
        <p:spPr>
          <a:xfrm>
            <a:off x="461225" y="1063525"/>
            <a:ext cx="6854100" cy="5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1200"/>
              </a:spcAft>
              <a:buNone/>
            </a:pPr>
            <a:r>
              <a:rPr lang="en"/>
              <a:t>Identifying fraudulent websites designed to mimic legitimate ones, such as slight misspellings of popular domain names.</a:t>
            </a:r>
            <a:r>
              <a:rPr lang="en"/>
              <a:t> </a:t>
            </a:r>
            <a:endParaRPr/>
          </a:p>
        </p:txBody>
      </p:sp>
      <p:sp>
        <p:nvSpPr>
          <p:cNvPr id="547" name="Google Shape;547;g2eeeac1e158_0_3230"/>
          <p:cNvSpPr/>
          <p:nvPr/>
        </p:nvSpPr>
        <p:spPr>
          <a:xfrm>
            <a:off x="7457549" y="2433401"/>
            <a:ext cx="1377600" cy="137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g2eeeac1e158_0_3230"/>
          <p:cNvSpPr/>
          <p:nvPr/>
        </p:nvSpPr>
        <p:spPr>
          <a:xfrm>
            <a:off x="515261" y="2430026"/>
            <a:ext cx="1377600" cy="137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49" name="Google Shape;549;g2eeeac1e158_0_3230"/>
          <p:cNvPicPr preferRelativeResize="0"/>
          <p:nvPr/>
        </p:nvPicPr>
        <p:blipFill>
          <a:blip r:embed="rId3">
            <a:alphaModFix/>
          </a:blip>
          <a:stretch>
            <a:fillRect/>
          </a:stretch>
        </p:blipFill>
        <p:spPr>
          <a:xfrm>
            <a:off x="714199" y="2824524"/>
            <a:ext cx="976200" cy="595350"/>
          </a:xfrm>
          <a:prstGeom prst="rect">
            <a:avLst/>
          </a:prstGeom>
          <a:noFill/>
          <a:ln>
            <a:noFill/>
          </a:ln>
        </p:spPr>
      </p:pic>
      <p:pic>
        <p:nvPicPr>
          <p:cNvPr id="550" name="Google Shape;550;g2eeeac1e158_0_3230"/>
          <p:cNvPicPr preferRelativeResize="0"/>
          <p:nvPr/>
        </p:nvPicPr>
        <p:blipFill>
          <a:blip r:embed="rId4">
            <a:alphaModFix/>
          </a:blip>
          <a:stretch>
            <a:fillRect/>
          </a:stretch>
        </p:blipFill>
        <p:spPr>
          <a:xfrm>
            <a:off x="7768349" y="2676499"/>
            <a:ext cx="756000" cy="821997"/>
          </a:xfrm>
          <a:prstGeom prst="rect">
            <a:avLst/>
          </a:prstGeom>
          <a:noFill/>
          <a:ln>
            <a:noFill/>
          </a:ln>
        </p:spPr>
      </p:pic>
      <p:pic>
        <p:nvPicPr>
          <p:cNvPr id="551" name="Google Shape;551;g2eeeac1e158_0_3230"/>
          <p:cNvPicPr preferRelativeResize="0"/>
          <p:nvPr/>
        </p:nvPicPr>
        <p:blipFill>
          <a:blip r:embed="rId5">
            <a:alphaModFix/>
          </a:blip>
          <a:stretch>
            <a:fillRect/>
          </a:stretch>
        </p:blipFill>
        <p:spPr>
          <a:xfrm>
            <a:off x="263882" y="294781"/>
            <a:ext cx="357900" cy="370191"/>
          </a:xfrm>
          <a:prstGeom prst="rect">
            <a:avLst/>
          </a:prstGeom>
          <a:noFill/>
          <a:ln>
            <a:noFill/>
          </a:ln>
        </p:spPr>
      </p:pic>
      <p:sp>
        <p:nvSpPr>
          <p:cNvPr id="552" name="Google Shape;552;g2eeeac1e158_0_3230"/>
          <p:cNvSpPr/>
          <p:nvPr/>
        </p:nvSpPr>
        <p:spPr>
          <a:xfrm>
            <a:off x="2797249" y="2824600"/>
            <a:ext cx="3587700" cy="595200"/>
          </a:xfrm>
          <a:prstGeom prst="roundRect">
            <a:avLst>
              <a:gd fmla="val 50000"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53" name="Google Shape;553;g2eeeac1e158_0_3230"/>
          <p:cNvSpPr txBox="1"/>
          <p:nvPr/>
        </p:nvSpPr>
        <p:spPr>
          <a:xfrm>
            <a:off x="2909176" y="2866600"/>
            <a:ext cx="3305400" cy="511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Roboto"/>
                <a:ea typeface="Roboto"/>
                <a:cs typeface="Roboto"/>
                <a:sym typeface="Roboto"/>
              </a:rPr>
              <a:t>https://</a:t>
            </a:r>
            <a:r>
              <a:rPr lang="en" sz="2000">
                <a:solidFill>
                  <a:schemeClr val="dk2"/>
                </a:solidFill>
                <a:highlight>
                  <a:schemeClr val="accent1"/>
                </a:highlight>
                <a:latin typeface="Roboto"/>
                <a:ea typeface="Roboto"/>
                <a:cs typeface="Roboto"/>
                <a:sym typeface="Roboto"/>
              </a:rPr>
              <a:t>micrsoft</a:t>
            </a:r>
            <a:r>
              <a:rPr lang="en" sz="2000">
                <a:solidFill>
                  <a:schemeClr val="dk2"/>
                </a:solidFill>
                <a:latin typeface="Roboto"/>
                <a:ea typeface="Roboto"/>
                <a:cs typeface="Roboto"/>
                <a:sym typeface="Roboto"/>
              </a:rPr>
              <a:t>.com.office</a:t>
            </a:r>
            <a:endParaRPr sz="2000">
              <a:solidFill>
                <a:schemeClr val="dk2"/>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57" name="Shape 557"/>
        <p:cNvGrpSpPr/>
        <p:nvPr/>
      </p:nvGrpSpPr>
      <p:grpSpPr>
        <a:xfrm>
          <a:off x="0" y="0"/>
          <a:ext cx="0" cy="0"/>
          <a:chOff x="0" y="0"/>
          <a:chExt cx="0" cy="0"/>
        </a:xfrm>
      </p:grpSpPr>
      <p:cxnSp>
        <p:nvCxnSpPr>
          <p:cNvPr id="558" name="Google Shape;558;g2eeeac1e158_0_3252"/>
          <p:cNvCxnSpPr/>
          <p:nvPr/>
        </p:nvCxnSpPr>
        <p:spPr>
          <a:xfrm>
            <a:off x="1892845" y="3122201"/>
            <a:ext cx="1365000" cy="0"/>
          </a:xfrm>
          <a:prstGeom prst="straightConnector1">
            <a:avLst/>
          </a:prstGeom>
          <a:noFill/>
          <a:ln cap="flat" cmpd="sng" w="19050">
            <a:solidFill>
              <a:schemeClr val="dk2"/>
            </a:solidFill>
            <a:prstDash val="solid"/>
            <a:round/>
            <a:headEnd len="med" w="med" type="none"/>
            <a:tailEnd len="med" w="med" type="none"/>
          </a:ln>
        </p:spPr>
      </p:cxnSp>
      <p:sp>
        <p:nvSpPr>
          <p:cNvPr id="559" name="Google Shape;559;g2eeeac1e158_0_3252"/>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2600"/>
              <a:buNone/>
            </a:pPr>
            <a:r>
              <a:rPr lang="en"/>
              <a:t>Machine </a:t>
            </a:r>
            <a:r>
              <a:rPr lang="en"/>
              <a:t>Learning</a:t>
            </a:r>
            <a:r>
              <a:rPr lang="en"/>
              <a:t> </a:t>
            </a:r>
            <a:r>
              <a:rPr lang="en"/>
              <a:t>Classification</a:t>
            </a:r>
            <a:r>
              <a:rPr lang="en"/>
              <a:t> </a:t>
            </a:r>
            <a:endParaRPr b="0"/>
          </a:p>
        </p:txBody>
      </p:sp>
      <p:sp>
        <p:nvSpPr>
          <p:cNvPr id="560" name="Google Shape;560;g2eeeac1e158_0_3252"/>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200"/>
              </a:spcAft>
              <a:buSzPts val="1800"/>
              <a:buNone/>
            </a:pPr>
            <a:r>
              <a:rPr lang="en"/>
              <a:t>U</a:t>
            </a:r>
            <a:r>
              <a:rPr lang="en"/>
              <a:t>ses supervised learning models to classify emails and websites</a:t>
            </a:r>
            <a:endParaRPr/>
          </a:p>
        </p:txBody>
      </p:sp>
      <p:cxnSp>
        <p:nvCxnSpPr>
          <p:cNvPr id="561" name="Google Shape;561;g2eeeac1e158_0_3252"/>
          <p:cNvCxnSpPr>
            <a:endCxn id="562" idx="1"/>
          </p:cNvCxnSpPr>
          <p:nvPr/>
        </p:nvCxnSpPr>
        <p:spPr>
          <a:xfrm flipH="1" rot="10800000">
            <a:off x="4265549" y="2144585"/>
            <a:ext cx="3502800" cy="685200"/>
          </a:xfrm>
          <a:prstGeom prst="straightConnector1">
            <a:avLst/>
          </a:prstGeom>
          <a:noFill/>
          <a:ln cap="flat" cmpd="sng" w="19050">
            <a:solidFill>
              <a:schemeClr val="accent5"/>
            </a:solidFill>
            <a:prstDash val="solid"/>
            <a:round/>
            <a:headEnd len="med" w="med" type="none"/>
            <a:tailEnd len="med" w="med" type="triangle"/>
          </a:ln>
        </p:spPr>
      </p:cxnSp>
      <p:sp>
        <p:nvSpPr>
          <p:cNvPr id="563" name="Google Shape;563;g2eeeac1e158_0_3252"/>
          <p:cNvSpPr txBox="1"/>
          <p:nvPr>
            <p:ph idx="2" type="body"/>
          </p:nvPr>
        </p:nvSpPr>
        <p:spPr>
          <a:xfrm>
            <a:off x="461225" y="1063525"/>
            <a:ext cx="6996300" cy="53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1200"/>
              </a:spcAft>
              <a:buNone/>
            </a:pPr>
            <a:r>
              <a:rPr lang="en"/>
              <a:t>Training a classifier on a dataset of known phishing and legitimate </a:t>
            </a:r>
            <a:br>
              <a:rPr lang="en"/>
            </a:br>
            <a:r>
              <a:rPr lang="en"/>
              <a:t>emails to distinguish between them.</a:t>
            </a:r>
            <a:endParaRPr/>
          </a:p>
        </p:txBody>
      </p:sp>
      <p:cxnSp>
        <p:nvCxnSpPr>
          <p:cNvPr id="564" name="Google Shape;564;g2eeeac1e158_0_3252"/>
          <p:cNvCxnSpPr/>
          <p:nvPr/>
        </p:nvCxnSpPr>
        <p:spPr>
          <a:xfrm>
            <a:off x="4224150" y="3340759"/>
            <a:ext cx="3503100" cy="911400"/>
          </a:xfrm>
          <a:prstGeom prst="straightConnector1">
            <a:avLst/>
          </a:prstGeom>
          <a:noFill/>
          <a:ln cap="flat" cmpd="sng" w="19050">
            <a:solidFill>
              <a:schemeClr val="accent5"/>
            </a:solidFill>
            <a:prstDash val="solid"/>
            <a:round/>
            <a:headEnd len="med" w="med" type="none"/>
            <a:tailEnd len="med" w="med" type="triangle"/>
          </a:ln>
        </p:spPr>
      </p:cxnSp>
      <p:sp>
        <p:nvSpPr>
          <p:cNvPr id="565" name="Google Shape;565;g2eeeac1e158_0_3252"/>
          <p:cNvSpPr/>
          <p:nvPr/>
        </p:nvSpPr>
        <p:spPr>
          <a:xfrm>
            <a:off x="515261" y="2430026"/>
            <a:ext cx="1377600" cy="137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66" name="Google Shape;566;g2eeeac1e158_0_3252"/>
          <p:cNvPicPr preferRelativeResize="0"/>
          <p:nvPr/>
        </p:nvPicPr>
        <p:blipFill>
          <a:blip r:embed="rId3">
            <a:alphaModFix/>
          </a:blip>
          <a:stretch>
            <a:fillRect/>
          </a:stretch>
        </p:blipFill>
        <p:spPr>
          <a:xfrm>
            <a:off x="714199" y="2824524"/>
            <a:ext cx="976200" cy="595350"/>
          </a:xfrm>
          <a:prstGeom prst="rect">
            <a:avLst/>
          </a:prstGeom>
          <a:noFill/>
          <a:ln>
            <a:noFill/>
          </a:ln>
        </p:spPr>
      </p:pic>
      <p:sp>
        <p:nvSpPr>
          <p:cNvPr id="567" name="Google Shape;567;g2eeeac1e158_0_3252"/>
          <p:cNvSpPr/>
          <p:nvPr/>
        </p:nvSpPr>
        <p:spPr>
          <a:xfrm>
            <a:off x="3127011" y="2430026"/>
            <a:ext cx="1377600" cy="137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68" name="Google Shape;568;g2eeeac1e158_0_3252"/>
          <p:cNvPicPr preferRelativeResize="0"/>
          <p:nvPr/>
        </p:nvPicPr>
        <p:blipFill>
          <a:blip r:embed="rId4">
            <a:alphaModFix/>
          </a:blip>
          <a:stretch>
            <a:fillRect/>
          </a:stretch>
        </p:blipFill>
        <p:spPr>
          <a:xfrm>
            <a:off x="3286509" y="2723188"/>
            <a:ext cx="982425" cy="776969"/>
          </a:xfrm>
          <a:prstGeom prst="rect">
            <a:avLst/>
          </a:prstGeom>
          <a:noFill/>
          <a:ln>
            <a:noFill/>
          </a:ln>
        </p:spPr>
      </p:pic>
      <p:pic>
        <p:nvPicPr>
          <p:cNvPr id="569" name="Google Shape;569;g2eeeac1e158_0_3252"/>
          <p:cNvPicPr preferRelativeResize="0"/>
          <p:nvPr/>
        </p:nvPicPr>
        <p:blipFill>
          <a:blip r:embed="rId5">
            <a:alphaModFix/>
          </a:blip>
          <a:stretch>
            <a:fillRect/>
          </a:stretch>
        </p:blipFill>
        <p:spPr>
          <a:xfrm>
            <a:off x="5569782" y="2214442"/>
            <a:ext cx="592043" cy="595350"/>
          </a:xfrm>
          <a:prstGeom prst="rect">
            <a:avLst/>
          </a:prstGeom>
          <a:noFill/>
          <a:ln>
            <a:noFill/>
          </a:ln>
        </p:spPr>
      </p:pic>
      <p:sp>
        <p:nvSpPr>
          <p:cNvPr id="570" name="Google Shape;570;g2eeeac1e158_0_3252"/>
          <p:cNvSpPr/>
          <p:nvPr/>
        </p:nvSpPr>
        <p:spPr>
          <a:xfrm>
            <a:off x="7457549" y="1490488"/>
            <a:ext cx="1377600" cy="137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62" name="Google Shape;562;g2eeeac1e158_0_3252"/>
          <p:cNvPicPr preferRelativeResize="0"/>
          <p:nvPr/>
        </p:nvPicPr>
        <p:blipFill>
          <a:blip r:embed="rId6">
            <a:alphaModFix/>
          </a:blip>
          <a:stretch>
            <a:fillRect/>
          </a:stretch>
        </p:blipFill>
        <p:spPr>
          <a:xfrm>
            <a:off x="7768349" y="1733587"/>
            <a:ext cx="756000" cy="821997"/>
          </a:xfrm>
          <a:prstGeom prst="rect">
            <a:avLst/>
          </a:prstGeom>
          <a:noFill/>
          <a:ln>
            <a:noFill/>
          </a:ln>
        </p:spPr>
      </p:pic>
      <p:sp>
        <p:nvSpPr>
          <p:cNvPr id="571" name="Google Shape;571;g2eeeac1e158_0_3252"/>
          <p:cNvSpPr/>
          <p:nvPr/>
        </p:nvSpPr>
        <p:spPr>
          <a:xfrm>
            <a:off x="7457549" y="3535738"/>
            <a:ext cx="1377600" cy="137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72" name="Google Shape;572;g2eeeac1e158_0_3252"/>
          <p:cNvPicPr preferRelativeResize="0"/>
          <p:nvPr/>
        </p:nvPicPr>
        <p:blipFill>
          <a:blip r:embed="rId7">
            <a:alphaModFix/>
          </a:blip>
          <a:stretch>
            <a:fillRect/>
          </a:stretch>
        </p:blipFill>
        <p:spPr>
          <a:xfrm>
            <a:off x="7717181" y="3901399"/>
            <a:ext cx="838127" cy="595350"/>
          </a:xfrm>
          <a:prstGeom prst="rect">
            <a:avLst/>
          </a:prstGeom>
          <a:noFill/>
          <a:ln>
            <a:noFill/>
          </a:ln>
        </p:spPr>
      </p:pic>
      <p:sp>
        <p:nvSpPr>
          <p:cNvPr id="573" name="Google Shape;573;g2eeeac1e158_0_3252"/>
          <p:cNvSpPr txBox="1"/>
          <p:nvPr/>
        </p:nvSpPr>
        <p:spPr>
          <a:xfrm>
            <a:off x="7727250" y="3983500"/>
            <a:ext cx="838200" cy="48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2"/>
                </a:solidFill>
                <a:latin typeface="Roboto"/>
                <a:ea typeface="Roboto"/>
                <a:cs typeface="Roboto"/>
                <a:sym typeface="Roboto"/>
              </a:rPr>
              <a:t>login</a:t>
            </a:r>
            <a:endParaRPr b="1" sz="1800">
              <a:solidFill>
                <a:schemeClr val="dk2"/>
              </a:solidFill>
              <a:latin typeface="Roboto"/>
              <a:ea typeface="Roboto"/>
              <a:cs typeface="Roboto"/>
              <a:sym typeface="Roboto"/>
            </a:endParaRPr>
          </a:p>
        </p:txBody>
      </p:sp>
      <p:pic>
        <p:nvPicPr>
          <p:cNvPr id="574" name="Google Shape;574;g2eeeac1e158_0_3252"/>
          <p:cNvPicPr preferRelativeResize="0"/>
          <p:nvPr/>
        </p:nvPicPr>
        <p:blipFill>
          <a:blip r:embed="rId8">
            <a:alphaModFix/>
          </a:blip>
          <a:stretch>
            <a:fillRect/>
          </a:stretch>
        </p:blipFill>
        <p:spPr>
          <a:xfrm>
            <a:off x="263882" y="294781"/>
            <a:ext cx="357900" cy="37019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15"/>
          <p:cNvSpPr txBox="1"/>
          <p:nvPr>
            <p:ph type="title"/>
          </p:nvPr>
        </p:nvSpPr>
        <p:spPr>
          <a:xfrm>
            <a:off x="0" y="3772475"/>
            <a:ext cx="9144000" cy="4614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2800"/>
              <a:buNone/>
            </a:pPr>
            <a:r>
              <a:rPr lang="en"/>
              <a:t>Identifying Spam with AI</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16"/>
          <p:cNvSpPr txBox="1"/>
          <p:nvPr>
            <p:ph idx="1" type="body"/>
          </p:nvPr>
        </p:nvSpPr>
        <p:spPr>
          <a:xfrm>
            <a:off x="3657600" y="150350"/>
            <a:ext cx="5317200" cy="4870800"/>
          </a:xfrm>
          <a:prstGeom prst="rect">
            <a:avLst/>
          </a:prstGeom>
          <a:noFill/>
          <a:ln>
            <a:noFill/>
          </a:ln>
        </p:spPr>
        <p:txBody>
          <a:bodyPr anchorCtr="0" anchor="ctr" bIns="91425" lIns="0" spcFirstLastPara="1" rIns="0" wrap="square" tIns="91425">
            <a:noAutofit/>
          </a:bodyPr>
          <a:lstStyle/>
          <a:p>
            <a:pPr indent="0" lvl="0" marL="0" rtl="0" algn="l">
              <a:lnSpc>
                <a:spcPct val="115000"/>
              </a:lnSpc>
              <a:spcBef>
                <a:spcPts val="0"/>
              </a:spcBef>
              <a:spcAft>
                <a:spcPts val="0"/>
              </a:spcAft>
              <a:buSzPts val="3600"/>
              <a:buNone/>
            </a:pPr>
            <a:r>
              <a:rPr lang="en" sz="1800"/>
              <a:t>Dear Valued User,</a:t>
            </a:r>
            <a:endParaRPr sz="1800"/>
          </a:p>
          <a:p>
            <a:pPr indent="0" lvl="0" marL="0" rtl="0" algn="l">
              <a:lnSpc>
                <a:spcPct val="115000"/>
              </a:lnSpc>
              <a:spcBef>
                <a:spcPts val="0"/>
              </a:spcBef>
              <a:spcAft>
                <a:spcPts val="0"/>
              </a:spcAft>
              <a:buSzPts val="3600"/>
              <a:buNone/>
            </a:pPr>
            <a:r>
              <a:rPr b="1" lang="en" sz="1800"/>
              <a:t>Congratulations! </a:t>
            </a:r>
            <a:endParaRPr b="1" sz="1800"/>
          </a:p>
          <a:p>
            <a:pPr indent="0" lvl="0" marL="0" rtl="0" algn="l">
              <a:lnSpc>
                <a:spcPct val="115000"/>
              </a:lnSpc>
              <a:spcBef>
                <a:spcPts val="0"/>
              </a:spcBef>
              <a:spcAft>
                <a:spcPts val="0"/>
              </a:spcAft>
              <a:buSzPts val="3600"/>
              <a:buNone/>
            </a:pPr>
            <a:r>
              <a:t/>
            </a:r>
            <a:endParaRPr b="1" sz="1800"/>
          </a:p>
          <a:p>
            <a:pPr indent="0" lvl="0" marL="0" rtl="0" algn="l">
              <a:lnSpc>
                <a:spcPct val="115000"/>
              </a:lnSpc>
              <a:spcBef>
                <a:spcPts val="0"/>
              </a:spcBef>
              <a:spcAft>
                <a:spcPts val="0"/>
              </a:spcAft>
              <a:buSzPts val="3600"/>
              <a:buNone/>
            </a:pPr>
            <a:r>
              <a:rPr lang="en" sz="1800"/>
              <a:t>You have been selected randomly to win the </a:t>
            </a:r>
            <a:br>
              <a:rPr lang="en" sz="1800"/>
            </a:br>
            <a:r>
              <a:rPr b="1" lang="en" sz="1800"/>
              <a:t>GRAND PRIZE </a:t>
            </a:r>
            <a:r>
              <a:rPr lang="en" sz="1800"/>
              <a:t>of</a:t>
            </a:r>
            <a:r>
              <a:rPr b="1" lang="en" sz="1800"/>
              <a:t> $1,000,000 </a:t>
            </a:r>
            <a:r>
              <a:rPr lang="en" sz="1800"/>
              <a:t>from the Global Lottery Commission. </a:t>
            </a:r>
            <a:endParaRPr sz="1800"/>
          </a:p>
          <a:p>
            <a:pPr indent="0" lvl="0" marL="0" rtl="0" algn="l">
              <a:lnSpc>
                <a:spcPct val="115000"/>
              </a:lnSpc>
              <a:spcBef>
                <a:spcPts val="0"/>
              </a:spcBef>
              <a:spcAft>
                <a:spcPts val="0"/>
              </a:spcAft>
              <a:buSzPts val="3600"/>
              <a:buNone/>
            </a:pPr>
            <a:r>
              <a:t/>
            </a:r>
            <a:endParaRPr b="1" sz="1800"/>
          </a:p>
          <a:p>
            <a:pPr indent="0" lvl="0" marL="0" rtl="0" algn="l">
              <a:lnSpc>
                <a:spcPct val="115000"/>
              </a:lnSpc>
              <a:spcBef>
                <a:spcPts val="0"/>
              </a:spcBef>
              <a:spcAft>
                <a:spcPts val="0"/>
              </a:spcAft>
              <a:buSzPts val="3600"/>
              <a:buNone/>
            </a:pPr>
            <a:r>
              <a:rPr lang="en" sz="1800"/>
              <a:t>Click the link below to claim your prize immediately. This offer is only valid for the next</a:t>
            </a:r>
            <a:r>
              <a:rPr b="1" lang="en" sz="1800"/>
              <a:t> 24 hours.</a:t>
            </a:r>
            <a:endParaRPr b="1" sz="1800"/>
          </a:p>
          <a:p>
            <a:pPr indent="0" lvl="0" marL="0" rtl="0" algn="l">
              <a:lnSpc>
                <a:spcPct val="115000"/>
              </a:lnSpc>
              <a:spcBef>
                <a:spcPts val="0"/>
              </a:spcBef>
              <a:spcAft>
                <a:spcPts val="0"/>
              </a:spcAft>
              <a:buSzPts val="3600"/>
              <a:buNone/>
            </a:pPr>
            <a:r>
              <a:t/>
            </a:r>
            <a:endParaRPr b="1" sz="1800"/>
          </a:p>
          <a:p>
            <a:pPr indent="0" lvl="0" marL="0" rtl="0" algn="l">
              <a:lnSpc>
                <a:spcPct val="115000"/>
              </a:lnSpc>
              <a:spcBef>
                <a:spcPts val="0"/>
              </a:spcBef>
              <a:spcAft>
                <a:spcPts val="0"/>
              </a:spcAft>
              <a:buSzPts val="3600"/>
              <a:buNone/>
            </a:pPr>
            <a:r>
              <a:rPr b="1" lang="en" sz="1800"/>
              <a:t>Claim your prize now</a:t>
            </a:r>
            <a:endParaRPr b="1" sz="1800"/>
          </a:p>
          <a:p>
            <a:pPr indent="0" lvl="0" marL="0" rtl="0" algn="l">
              <a:lnSpc>
                <a:spcPct val="115000"/>
              </a:lnSpc>
              <a:spcBef>
                <a:spcPts val="0"/>
              </a:spcBef>
              <a:spcAft>
                <a:spcPts val="0"/>
              </a:spcAft>
              <a:buSzPts val="3600"/>
              <a:buNone/>
            </a:pPr>
            <a:r>
              <a:t/>
            </a:r>
            <a:endParaRPr b="1" sz="1800"/>
          </a:p>
          <a:p>
            <a:pPr indent="0" lvl="0" marL="0" rtl="0" algn="l">
              <a:lnSpc>
                <a:spcPct val="115000"/>
              </a:lnSpc>
              <a:spcBef>
                <a:spcPts val="0"/>
              </a:spcBef>
              <a:spcAft>
                <a:spcPts val="0"/>
              </a:spcAft>
              <a:buSzPts val="3600"/>
              <a:buNone/>
            </a:pPr>
            <a:r>
              <a:rPr lang="en" sz="1800"/>
              <a:t>Best regards,</a:t>
            </a:r>
            <a:endParaRPr sz="1800"/>
          </a:p>
          <a:p>
            <a:pPr indent="0" lvl="0" marL="0" rtl="0" algn="l">
              <a:lnSpc>
                <a:spcPct val="115000"/>
              </a:lnSpc>
              <a:spcBef>
                <a:spcPts val="0"/>
              </a:spcBef>
              <a:spcAft>
                <a:spcPts val="0"/>
              </a:spcAft>
              <a:buSzPts val="3600"/>
              <a:buNone/>
            </a:pPr>
            <a:r>
              <a:rPr lang="en" sz="1800"/>
              <a:t>Global Lottery Team</a:t>
            </a:r>
            <a:endParaRPr sz="18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88" name="Shape 588"/>
        <p:cNvGrpSpPr/>
        <p:nvPr/>
      </p:nvGrpSpPr>
      <p:grpSpPr>
        <a:xfrm>
          <a:off x="0" y="0"/>
          <a:ext cx="0" cy="0"/>
          <a:chOff x="0" y="0"/>
          <a:chExt cx="0" cy="0"/>
        </a:xfrm>
      </p:grpSpPr>
      <p:pic>
        <p:nvPicPr>
          <p:cNvPr id="589" name="Google Shape;589;p17"/>
          <p:cNvPicPr preferRelativeResize="0"/>
          <p:nvPr/>
        </p:nvPicPr>
        <p:blipFill rotWithShape="1">
          <a:blip r:embed="rId3">
            <a:alphaModFix/>
          </a:blip>
          <a:srcRect b="0" l="0" r="0" t="0"/>
          <a:stretch/>
        </p:blipFill>
        <p:spPr>
          <a:xfrm>
            <a:off x="1196345" y="0"/>
            <a:ext cx="6751318" cy="51435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18"/>
          <p:cNvSpPr txBox="1"/>
          <p:nvPr>
            <p:ph idx="1" type="subTitle"/>
          </p:nvPr>
        </p:nvSpPr>
        <p:spPr>
          <a:xfrm>
            <a:off x="914400" y="1523200"/>
            <a:ext cx="7315200" cy="2590500"/>
          </a:xfrm>
          <a:prstGeom prst="rect">
            <a:avLst/>
          </a:prstGeom>
          <a:noFill/>
          <a:ln>
            <a:noFill/>
          </a:ln>
        </p:spPr>
        <p:txBody>
          <a:bodyPr anchorCtr="0" anchor="t" bIns="91425" lIns="0" spcFirstLastPara="1" rIns="91425" wrap="square" tIns="91425">
            <a:noAutofit/>
          </a:bodyPr>
          <a:lstStyle/>
          <a:p>
            <a:pPr indent="0" lvl="0" marL="0" rtl="0" algn="l">
              <a:lnSpc>
                <a:spcPct val="115000"/>
              </a:lnSpc>
              <a:spcBef>
                <a:spcPts val="0"/>
              </a:spcBef>
              <a:spcAft>
                <a:spcPts val="0"/>
              </a:spcAft>
              <a:buSzPts val="1800"/>
              <a:buNone/>
            </a:pPr>
            <a:r>
              <a:rPr lang="en"/>
              <a:t>In this activity, you will be analyzing several emails to see if AI will categorize them as legitimate or malicious.</a:t>
            </a:r>
            <a:endParaRPr/>
          </a:p>
        </p:txBody>
      </p:sp>
      <p:sp>
        <p:nvSpPr>
          <p:cNvPr id="595" name="Google Shape;595;p18"/>
          <p:cNvSpPr txBox="1"/>
          <p:nvPr>
            <p:ph idx="3" type="subTitle"/>
          </p:nvPr>
        </p:nvSpPr>
        <p:spPr>
          <a:xfrm>
            <a:off x="914400" y="548650"/>
            <a:ext cx="7772400" cy="27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800"/>
              <a:buNone/>
            </a:pPr>
            <a:r>
              <a:rPr lang="en"/>
              <a:t>Identifying Spam with AI and ML</a:t>
            </a:r>
            <a:endParaRPr/>
          </a:p>
        </p:txBody>
      </p:sp>
      <p:sp>
        <p:nvSpPr>
          <p:cNvPr id="596" name="Google Shape;596;p18"/>
          <p:cNvSpPr txBox="1"/>
          <p:nvPr/>
        </p:nvSpPr>
        <p:spPr>
          <a:xfrm>
            <a:off x="0" y="4568875"/>
            <a:ext cx="9144000" cy="323100"/>
          </a:xfrm>
          <a:prstGeom prst="rect">
            <a:avLst/>
          </a:prstGeom>
          <a:noFill/>
          <a:ln>
            <a:noFill/>
          </a:ln>
        </p:spPr>
        <p:txBody>
          <a:bodyPr anchorCtr="0" anchor="t" bIns="91425" lIns="91425" spcFirstLastPara="1" rIns="457200" wrap="square" tIns="91425">
            <a:noAutofit/>
          </a:bodyPr>
          <a:lstStyle/>
          <a:p>
            <a:pPr indent="0" lvl="0" marL="0" rtl="0" algn="r">
              <a:lnSpc>
                <a:spcPct val="115000"/>
              </a:lnSpc>
              <a:spcBef>
                <a:spcPts val="0"/>
              </a:spcBef>
              <a:spcAft>
                <a:spcPts val="0"/>
              </a:spcAft>
              <a:buNone/>
            </a:pPr>
            <a:r>
              <a:rPr lang="en" sz="1800">
                <a:solidFill>
                  <a:srgbClr val="082D49"/>
                </a:solidFill>
                <a:latin typeface="Roboto"/>
                <a:ea typeface="Roboto"/>
                <a:cs typeface="Roboto"/>
                <a:sym typeface="Roboto"/>
              </a:rPr>
              <a:t>15</a:t>
            </a:r>
            <a:r>
              <a:rPr lang="en" sz="1800">
                <a:solidFill>
                  <a:srgbClr val="082D49"/>
                </a:solidFill>
                <a:latin typeface="Roboto"/>
                <a:ea typeface="Roboto"/>
                <a:cs typeface="Roboto"/>
                <a:sym typeface="Roboto"/>
              </a:rPr>
              <a:t> Minutes</a:t>
            </a:r>
            <a:endParaRPr sz="1800">
              <a:solidFill>
                <a:srgbClr val="082D49"/>
              </a:solidFill>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20"/>
          <p:cNvSpPr/>
          <p:nvPr/>
        </p:nvSpPr>
        <p:spPr>
          <a:xfrm>
            <a:off x="1287175" y="1152825"/>
            <a:ext cx="32196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20"/>
          <p:cNvSpPr/>
          <p:nvPr/>
        </p:nvSpPr>
        <p:spPr>
          <a:xfrm>
            <a:off x="1287175" y="3894700"/>
            <a:ext cx="3219600" cy="4374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p20"/>
          <p:cNvSpPr/>
          <p:nvPr/>
        </p:nvSpPr>
        <p:spPr>
          <a:xfrm>
            <a:off x="1287175" y="3209800"/>
            <a:ext cx="32196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20"/>
          <p:cNvSpPr/>
          <p:nvPr/>
        </p:nvSpPr>
        <p:spPr>
          <a:xfrm>
            <a:off x="1287175" y="2528225"/>
            <a:ext cx="3219600" cy="4374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9" name="Google Shape;609;p20"/>
          <p:cNvSpPr/>
          <p:nvPr/>
        </p:nvSpPr>
        <p:spPr>
          <a:xfrm>
            <a:off x="1287175" y="1827925"/>
            <a:ext cx="32196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10" name="Google Shape;610;p20"/>
          <p:cNvGrpSpPr/>
          <p:nvPr/>
        </p:nvGrpSpPr>
        <p:grpSpPr>
          <a:xfrm>
            <a:off x="457200" y="1152830"/>
            <a:ext cx="776900" cy="459019"/>
            <a:chOff x="457200" y="1466425"/>
            <a:chExt cx="776900" cy="486300"/>
          </a:xfrm>
        </p:grpSpPr>
        <p:sp>
          <p:nvSpPr>
            <p:cNvPr id="611" name="Google Shape;611;p20"/>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a:ea typeface="Roboto"/>
                  <a:cs typeface="Roboto"/>
                  <a:sym typeface="Roboto"/>
                </a:rPr>
                <a:t>01</a:t>
              </a:r>
              <a:endParaRPr b="0" i="0" sz="3000" u="none" cap="none" strike="noStrike">
                <a:solidFill>
                  <a:srgbClr val="082D49"/>
                </a:solidFill>
                <a:latin typeface="Roboto"/>
                <a:ea typeface="Roboto"/>
                <a:cs typeface="Roboto"/>
                <a:sym typeface="Roboto"/>
              </a:endParaRPr>
            </a:p>
          </p:txBody>
        </p:sp>
        <p:sp>
          <p:nvSpPr>
            <p:cNvPr id="612" name="Google Shape;612;p20"/>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613" name="Google Shape;613;p20"/>
          <p:cNvGrpSpPr/>
          <p:nvPr/>
        </p:nvGrpSpPr>
        <p:grpSpPr>
          <a:xfrm>
            <a:off x="457200" y="1807705"/>
            <a:ext cx="776900" cy="486300"/>
            <a:chOff x="457200" y="1466425"/>
            <a:chExt cx="776900" cy="486300"/>
          </a:xfrm>
        </p:grpSpPr>
        <p:sp>
          <p:nvSpPr>
            <p:cNvPr id="614" name="Google Shape;614;p20"/>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02</a:t>
              </a:r>
              <a:endParaRPr b="0" i="0" sz="3000" u="none" cap="none" strike="noStrike">
                <a:solidFill>
                  <a:srgbClr val="FFFFFF"/>
                </a:solidFill>
                <a:latin typeface="Roboto"/>
                <a:ea typeface="Roboto"/>
                <a:cs typeface="Roboto"/>
                <a:sym typeface="Roboto"/>
              </a:endParaRPr>
            </a:p>
          </p:txBody>
        </p:sp>
        <p:sp>
          <p:nvSpPr>
            <p:cNvPr id="615" name="Google Shape;615;p20"/>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616" name="Google Shape;616;p20"/>
          <p:cNvGrpSpPr/>
          <p:nvPr/>
        </p:nvGrpSpPr>
        <p:grpSpPr>
          <a:xfrm>
            <a:off x="457200" y="2524560"/>
            <a:ext cx="776900" cy="437378"/>
            <a:chOff x="457200" y="1466425"/>
            <a:chExt cx="776900" cy="486300"/>
          </a:xfrm>
        </p:grpSpPr>
        <p:sp>
          <p:nvSpPr>
            <p:cNvPr id="617" name="Google Shape;617;p20"/>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03</a:t>
              </a:r>
              <a:endParaRPr b="0" i="0" sz="3000" u="none" cap="none" strike="noStrike">
                <a:solidFill>
                  <a:srgbClr val="FFFFFF"/>
                </a:solidFill>
                <a:latin typeface="Roboto"/>
                <a:ea typeface="Roboto"/>
                <a:cs typeface="Roboto"/>
                <a:sym typeface="Roboto"/>
              </a:endParaRPr>
            </a:p>
          </p:txBody>
        </p:sp>
        <p:sp>
          <p:nvSpPr>
            <p:cNvPr id="618" name="Google Shape;618;p20"/>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619" name="Google Shape;619;p20"/>
          <p:cNvGrpSpPr/>
          <p:nvPr/>
        </p:nvGrpSpPr>
        <p:grpSpPr>
          <a:xfrm>
            <a:off x="457200" y="3208030"/>
            <a:ext cx="776900" cy="459019"/>
            <a:chOff x="457200" y="1466425"/>
            <a:chExt cx="776900" cy="486300"/>
          </a:xfrm>
        </p:grpSpPr>
        <p:sp>
          <p:nvSpPr>
            <p:cNvPr id="620" name="Google Shape;620;p20"/>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a:ea typeface="Roboto"/>
                  <a:cs typeface="Roboto"/>
                  <a:sym typeface="Roboto"/>
                </a:rPr>
                <a:t>04</a:t>
              </a:r>
              <a:endParaRPr b="0" i="0" sz="3000" u="none" cap="none" strike="noStrike">
                <a:solidFill>
                  <a:srgbClr val="082D49"/>
                </a:solidFill>
                <a:latin typeface="Roboto"/>
                <a:ea typeface="Roboto"/>
                <a:cs typeface="Roboto"/>
                <a:sym typeface="Roboto"/>
              </a:endParaRPr>
            </a:p>
          </p:txBody>
        </p:sp>
        <p:sp>
          <p:nvSpPr>
            <p:cNvPr id="621" name="Google Shape;621;p20"/>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622" name="Google Shape;622;p20"/>
          <p:cNvGrpSpPr/>
          <p:nvPr/>
        </p:nvGrpSpPr>
        <p:grpSpPr>
          <a:xfrm>
            <a:off x="457200" y="3896585"/>
            <a:ext cx="776900" cy="437378"/>
            <a:chOff x="457200" y="1466425"/>
            <a:chExt cx="776900" cy="486300"/>
          </a:xfrm>
        </p:grpSpPr>
        <p:sp>
          <p:nvSpPr>
            <p:cNvPr id="623" name="Google Shape;623;p20"/>
            <p:cNvSpPr/>
            <p:nvPr/>
          </p:nvSpPr>
          <p:spPr>
            <a:xfrm>
              <a:off x="457200" y="1466425"/>
              <a:ext cx="695400" cy="4863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05</a:t>
              </a:r>
              <a:endParaRPr b="0" i="0" sz="3000" u="none" cap="none" strike="noStrike">
                <a:solidFill>
                  <a:srgbClr val="FFFFFF"/>
                </a:solidFill>
                <a:latin typeface="Roboto"/>
                <a:ea typeface="Roboto"/>
                <a:cs typeface="Roboto"/>
                <a:sym typeface="Roboto"/>
              </a:endParaRPr>
            </a:p>
          </p:txBody>
        </p:sp>
        <p:sp>
          <p:nvSpPr>
            <p:cNvPr id="624" name="Google Shape;624;p20"/>
            <p:cNvSpPr/>
            <p:nvPr/>
          </p:nvSpPr>
          <p:spPr>
            <a:xfrm rot="5400000">
              <a:off x="973100" y="1624950"/>
              <a:ext cx="333375" cy="188625"/>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625" name="Google Shape;625;p20"/>
          <p:cNvSpPr txBox="1"/>
          <p:nvPr>
            <p:ph idx="4294967295" type="body"/>
          </p:nvPr>
        </p:nvSpPr>
        <p:spPr>
          <a:xfrm>
            <a:off x="1287250" y="1174200"/>
            <a:ext cx="30162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n"/>
              <a:t>Analysis personalization</a:t>
            </a:r>
            <a:endParaRPr/>
          </a:p>
        </p:txBody>
      </p:sp>
      <p:sp>
        <p:nvSpPr>
          <p:cNvPr id="626" name="Google Shape;626;p20"/>
          <p:cNvSpPr txBox="1"/>
          <p:nvPr>
            <p:ph idx="4294967295" type="body"/>
          </p:nvPr>
        </p:nvSpPr>
        <p:spPr>
          <a:xfrm>
            <a:off x="1287250" y="1849375"/>
            <a:ext cx="26952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n"/>
              <a:t>Content and offer</a:t>
            </a:r>
            <a:endParaRPr/>
          </a:p>
        </p:txBody>
      </p:sp>
      <p:sp>
        <p:nvSpPr>
          <p:cNvPr id="627" name="Google Shape;627;p20"/>
          <p:cNvSpPr txBox="1"/>
          <p:nvPr>
            <p:ph idx="4294967295" type="body"/>
          </p:nvPr>
        </p:nvSpPr>
        <p:spPr>
          <a:xfrm>
            <a:off x="1287250" y="2533200"/>
            <a:ext cx="32196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n"/>
              <a:t>Call to action</a:t>
            </a:r>
            <a:endParaRPr/>
          </a:p>
        </p:txBody>
      </p:sp>
      <p:sp>
        <p:nvSpPr>
          <p:cNvPr id="628" name="Google Shape;628;p20"/>
          <p:cNvSpPr txBox="1"/>
          <p:nvPr>
            <p:ph idx="4294967295" type="body"/>
          </p:nvPr>
        </p:nvSpPr>
        <p:spPr>
          <a:xfrm>
            <a:off x="1287250" y="3214900"/>
            <a:ext cx="32196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n"/>
              <a:t>Urgency</a:t>
            </a:r>
            <a:endParaRPr/>
          </a:p>
        </p:txBody>
      </p:sp>
      <p:sp>
        <p:nvSpPr>
          <p:cNvPr id="629" name="Google Shape;629;p20"/>
          <p:cNvSpPr txBox="1"/>
          <p:nvPr>
            <p:ph idx="4294967295" type="body"/>
          </p:nvPr>
        </p:nvSpPr>
        <p:spPr>
          <a:xfrm>
            <a:off x="1287250" y="3908000"/>
            <a:ext cx="30162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n"/>
              <a:t>Sender information</a:t>
            </a:r>
            <a:endParaRPr/>
          </a:p>
        </p:txBody>
      </p:sp>
      <p:sp>
        <p:nvSpPr>
          <p:cNvPr id="630" name="Google Shape;630;p20"/>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2600"/>
              <a:buNone/>
            </a:pPr>
            <a:r>
              <a:rPr lang="en"/>
              <a:t>Identifying Email Threats with AI</a:t>
            </a:r>
            <a:endParaRPr/>
          </a:p>
        </p:txBody>
      </p:sp>
      <p:sp>
        <p:nvSpPr>
          <p:cNvPr id="631" name="Google Shape;631;p20"/>
          <p:cNvSpPr txBox="1"/>
          <p:nvPr>
            <p:ph idx="1" type="subTitle"/>
          </p:nvPr>
        </p:nvSpPr>
        <p:spPr>
          <a:xfrm>
            <a:off x="463231" y="548650"/>
            <a:ext cx="8229600" cy="27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200"/>
              </a:spcAft>
              <a:buSzPts val="1800"/>
              <a:buNone/>
            </a:pPr>
            <a:r>
              <a:rPr lang="en"/>
              <a:t>Common themes ChatGPT discovered</a:t>
            </a:r>
            <a:endParaRPr/>
          </a:p>
        </p:txBody>
      </p:sp>
      <p:pic>
        <p:nvPicPr>
          <p:cNvPr id="632" name="Google Shape;632;p20"/>
          <p:cNvPicPr preferRelativeResize="0"/>
          <p:nvPr/>
        </p:nvPicPr>
        <p:blipFill>
          <a:blip r:embed="rId3">
            <a:alphaModFix/>
          </a:blip>
          <a:stretch>
            <a:fillRect/>
          </a:stretch>
        </p:blipFill>
        <p:spPr>
          <a:xfrm>
            <a:off x="5029191" y="1587149"/>
            <a:ext cx="3551968" cy="23295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g2eeeac1e158_0_3284"/>
          <p:cNvSpPr txBox="1"/>
          <p:nvPr>
            <p:ph type="title"/>
          </p:nvPr>
        </p:nvSpPr>
        <p:spPr>
          <a:xfrm>
            <a:off x="0" y="2628900"/>
            <a:ext cx="9144000" cy="806400"/>
          </a:xfrm>
          <a:prstGeom prst="rect">
            <a:avLst/>
          </a:prstGeom>
          <a:noFill/>
          <a:ln>
            <a:noFill/>
          </a:ln>
        </p:spPr>
        <p:txBody>
          <a:bodyPr anchorCtr="0" anchor="t" bIns="91425" lIns="0" spcFirstLastPara="1" rIns="0" wrap="square" tIns="91425">
            <a:noAutofit/>
          </a:bodyPr>
          <a:lstStyle/>
          <a:p>
            <a:pPr indent="0" lvl="0" marL="0" rtl="0" algn="ctr">
              <a:lnSpc>
                <a:spcPct val="100000"/>
              </a:lnSpc>
              <a:spcBef>
                <a:spcPts val="0"/>
              </a:spcBef>
              <a:spcAft>
                <a:spcPts val="0"/>
              </a:spcAft>
              <a:buSzPts val="4000"/>
              <a:buNone/>
            </a:pPr>
            <a:r>
              <a:rPr lang="en"/>
              <a:t>AI and ML Techniques </a:t>
            </a:r>
            <a:br>
              <a:rPr lang="en"/>
            </a:br>
            <a:r>
              <a:rPr lang="en"/>
              <a:t>for </a:t>
            </a:r>
            <a:r>
              <a:rPr lang="en">
                <a:latin typeface="Roboto"/>
                <a:ea typeface="Roboto"/>
                <a:cs typeface="Roboto"/>
                <a:sym typeface="Roboto"/>
              </a:rPr>
              <a:t>Malware</a:t>
            </a:r>
            <a:r>
              <a:rPr lang="en">
                <a:latin typeface="Roboto"/>
                <a:ea typeface="Roboto"/>
                <a:cs typeface="Roboto"/>
                <a:sym typeface="Roboto"/>
              </a:rPr>
              <a:t> Detection</a:t>
            </a:r>
            <a:endParaRPr>
              <a:latin typeface="Roboto"/>
              <a:ea typeface="Roboto"/>
              <a:cs typeface="Roboto"/>
              <a:sym typeface="Roboto"/>
            </a:endParaRPr>
          </a:p>
        </p:txBody>
      </p:sp>
      <p:pic>
        <p:nvPicPr>
          <p:cNvPr id="646" name="Google Shape;646;g2eeeac1e158_0_3284"/>
          <p:cNvPicPr preferRelativeResize="0"/>
          <p:nvPr/>
        </p:nvPicPr>
        <p:blipFill rotWithShape="1">
          <a:blip r:embed="rId3">
            <a:alphaModFix/>
          </a:blip>
          <a:srcRect b="0" l="0" r="0" t="0"/>
          <a:stretch/>
        </p:blipFill>
        <p:spPr>
          <a:xfrm>
            <a:off x="4092172" y="1796363"/>
            <a:ext cx="959675" cy="9792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g2eeeac1e158_0_4615"/>
          <p:cNvSpPr txBox="1"/>
          <p:nvPr>
            <p:ph idx="1" type="body"/>
          </p:nvPr>
        </p:nvSpPr>
        <p:spPr>
          <a:xfrm>
            <a:off x="3647875" y="1377600"/>
            <a:ext cx="5289600" cy="27414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b="1" lang="en" sz="2600"/>
              <a:t>Malware </a:t>
            </a:r>
            <a:r>
              <a:rPr lang="en" sz="2600"/>
              <a:t>comes in various forms, each with its unique characteristics and methods of attack.</a:t>
            </a:r>
            <a:endParaRPr sz="26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655" name="Shape 655"/>
        <p:cNvGrpSpPr/>
        <p:nvPr/>
      </p:nvGrpSpPr>
      <p:grpSpPr>
        <a:xfrm>
          <a:off x="0" y="0"/>
          <a:ext cx="0" cy="0"/>
          <a:chOff x="0" y="0"/>
          <a:chExt cx="0" cy="0"/>
        </a:xfrm>
      </p:grpSpPr>
      <p:sp>
        <p:nvSpPr>
          <p:cNvPr id="656" name="Google Shape;656;g2eeeac1e158_0_4622"/>
          <p:cNvSpPr/>
          <p:nvPr/>
        </p:nvSpPr>
        <p:spPr>
          <a:xfrm>
            <a:off x="423125" y="798850"/>
            <a:ext cx="2675400" cy="4016100"/>
          </a:xfrm>
          <a:prstGeom prst="re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7" name="Google Shape;657;g2eeeac1e158_0_4622"/>
          <p:cNvSpPr/>
          <p:nvPr/>
        </p:nvSpPr>
        <p:spPr>
          <a:xfrm>
            <a:off x="3266725" y="798700"/>
            <a:ext cx="2675400" cy="40161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g2eeeac1e158_0_4622"/>
          <p:cNvSpPr/>
          <p:nvPr/>
        </p:nvSpPr>
        <p:spPr>
          <a:xfrm>
            <a:off x="6110325" y="798700"/>
            <a:ext cx="2675400" cy="4016100"/>
          </a:xfrm>
          <a:prstGeom prst="rect">
            <a:avLst/>
          </a:prstGeom>
          <a:solidFill>
            <a:srgbClr val="AADC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9" name="Google Shape;659;g2eeeac1e158_0_4622"/>
          <p:cNvSpPr txBox="1"/>
          <p:nvPr/>
        </p:nvSpPr>
        <p:spPr>
          <a:xfrm>
            <a:off x="591575" y="3504228"/>
            <a:ext cx="2338500" cy="106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100"/>
              <a:buFont typeface="Arial"/>
              <a:buNone/>
            </a:pPr>
            <a:r>
              <a:rPr b="1" lang="en">
                <a:solidFill>
                  <a:srgbClr val="FFFFFF"/>
                </a:solidFill>
                <a:latin typeface="Roboto"/>
                <a:ea typeface="Roboto"/>
                <a:cs typeface="Roboto"/>
                <a:sym typeface="Roboto"/>
              </a:rPr>
              <a:t>Viruses:</a:t>
            </a:r>
            <a:endParaRPr b="1">
              <a:solidFill>
                <a:srgbClr val="FFFFFF"/>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100"/>
              <a:buFont typeface="Arial"/>
              <a:buNone/>
            </a:pPr>
            <a:r>
              <a:rPr lang="en">
                <a:solidFill>
                  <a:srgbClr val="FFFFFF"/>
                </a:solidFill>
                <a:latin typeface="Roboto"/>
                <a:ea typeface="Roboto"/>
                <a:cs typeface="Roboto"/>
                <a:sym typeface="Roboto"/>
              </a:rPr>
              <a:t>Malicious code that attaches itself to files and spreads within a computer</a:t>
            </a:r>
            <a:endParaRPr i="0" sz="1400" u="none" cap="none" strike="noStrike">
              <a:solidFill>
                <a:srgbClr val="FFFFFF"/>
              </a:solidFill>
              <a:latin typeface="Roboto"/>
              <a:ea typeface="Roboto"/>
              <a:cs typeface="Roboto"/>
              <a:sym typeface="Roboto"/>
            </a:endParaRPr>
          </a:p>
          <a:p>
            <a:pPr indent="0" lvl="0" marL="0" marR="0" rtl="0" algn="l">
              <a:lnSpc>
                <a:spcPct val="115000"/>
              </a:lnSpc>
              <a:spcBef>
                <a:spcPts val="1600"/>
              </a:spcBef>
              <a:spcAft>
                <a:spcPts val="1600"/>
              </a:spcAft>
              <a:buClr>
                <a:srgbClr val="000000"/>
              </a:buClr>
              <a:buSzPts val="1100"/>
              <a:buFont typeface="Arial"/>
              <a:buNone/>
            </a:pPr>
            <a:r>
              <a:t/>
            </a:r>
            <a:endParaRPr b="0" i="0" sz="1400" u="none" cap="none" strike="noStrike">
              <a:solidFill>
                <a:srgbClr val="FFFFFF"/>
              </a:solidFill>
              <a:latin typeface="Roboto Light"/>
              <a:ea typeface="Roboto Light"/>
              <a:cs typeface="Roboto Light"/>
              <a:sym typeface="Roboto Light"/>
            </a:endParaRPr>
          </a:p>
        </p:txBody>
      </p:sp>
      <p:sp>
        <p:nvSpPr>
          <p:cNvPr id="660" name="Google Shape;660;g2eeeac1e158_0_4622"/>
          <p:cNvSpPr txBox="1"/>
          <p:nvPr/>
        </p:nvSpPr>
        <p:spPr>
          <a:xfrm>
            <a:off x="3363025" y="3437025"/>
            <a:ext cx="2482800" cy="127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a:solidFill>
                  <a:srgbClr val="082D49"/>
                </a:solidFill>
                <a:latin typeface="Roboto"/>
                <a:ea typeface="Roboto"/>
                <a:cs typeface="Roboto"/>
                <a:sym typeface="Roboto"/>
              </a:rPr>
              <a:t>Worms:</a:t>
            </a:r>
            <a:endParaRPr b="1">
              <a:solidFill>
                <a:srgbClr val="082D49"/>
              </a:solidFill>
              <a:latin typeface="Roboto"/>
              <a:ea typeface="Roboto"/>
              <a:cs typeface="Roboto"/>
              <a:sym typeface="Roboto"/>
            </a:endParaRPr>
          </a:p>
          <a:p>
            <a:pPr indent="0" lvl="0" marL="0" rtl="0" algn="l">
              <a:lnSpc>
                <a:spcPct val="115000"/>
              </a:lnSpc>
              <a:spcBef>
                <a:spcPts val="0"/>
              </a:spcBef>
              <a:spcAft>
                <a:spcPts val="0"/>
              </a:spcAft>
              <a:buNone/>
            </a:pPr>
            <a:r>
              <a:rPr lang="en">
                <a:solidFill>
                  <a:srgbClr val="082D49"/>
                </a:solidFill>
                <a:latin typeface="Roboto"/>
                <a:ea typeface="Roboto"/>
                <a:cs typeface="Roboto"/>
                <a:sym typeface="Roboto"/>
              </a:rPr>
              <a:t>Malware that replicates itself to spread to other computers</a:t>
            </a:r>
            <a:endParaRPr i="0" sz="1400" u="none" cap="none" strike="noStrike">
              <a:solidFill>
                <a:srgbClr val="082D49"/>
              </a:solidFill>
              <a:latin typeface="Roboto"/>
              <a:ea typeface="Roboto"/>
              <a:cs typeface="Roboto"/>
              <a:sym typeface="Roboto"/>
            </a:endParaRPr>
          </a:p>
        </p:txBody>
      </p:sp>
      <p:sp>
        <p:nvSpPr>
          <p:cNvPr id="661" name="Google Shape;661;g2eeeac1e158_0_4622"/>
          <p:cNvSpPr txBox="1"/>
          <p:nvPr/>
        </p:nvSpPr>
        <p:spPr>
          <a:xfrm>
            <a:off x="6278775" y="3437018"/>
            <a:ext cx="2338500" cy="120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a:solidFill>
                  <a:srgbClr val="082D49"/>
                </a:solidFill>
                <a:latin typeface="Roboto"/>
                <a:ea typeface="Roboto"/>
                <a:cs typeface="Roboto"/>
                <a:sym typeface="Roboto"/>
              </a:rPr>
              <a:t>Trojans:</a:t>
            </a:r>
            <a:endParaRPr b="1">
              <a:solidFill>
                <a:srgbClr val="082D49"/>
              </a:solidFill>
              <a:latin typeface="Roboto"/>
              <a:ea typeface="Roboto"/>
              <a:cs typeface="Roboto"/>
              <a:sym typeface="Roboto"/>
            </a:endParaRPr>
          </a:p>
          <a:p>
            <a:pPr indent="0" lvl="0" marL="0" rtl="0" algn="l">
              <a:lnSpc>
                <a:spcPct val="115000"/>
              </a:lnSpc>
              <a:spcBef>
                <a:spcPts val="0"/>
              </a:spcBef>
              <a:spcAft>
                <a:spcPts val="0"/>
              </a:spcAft>
              <a:buNone/>
            </a:pPr>
            <a:r>
              <a:rPr lang="en">
                <a:solidFill>
                  <a:srgbClr val="082D49"/>
                </a:solidFill>
                <a:latin typeface="Roboto"/>
                <a:ea typeface="Roboto"/>
                <a:cs typeface="Roboto"/>
                <a:sym typeface="Roboto"/>
              </a:rPr>
              <a:t>Malicious software disguised as legitimate software</a:t>
            </a:r>
            <a:endParaRPr>
              <a:solidFill>
                <a:srgbClr val="082D49"/>
              </a:solidFill>
              <a:latin typeface="Roboto"/>
              <a:ea typeface="Roboto"/>
              <a:cs typeface="Roboto"/>
              <a:sym typeface="Roboto"/>
            </a:endParaRPr>
          </a:p>
          <a:p>
            <a:pPr indent="0" lvl="0" marL="0" marR="0" rtl="0" algn="l">
              <a:lnSpc>
                <a:spcPct val="115000"/>
              </a:lnSpc>
              <a:spcBef>
                <a:spcPts val="1600"/>
              </a:spcBef>
              <a:spcAft>
                <a:spcPts val="1600"/>
              </a:spcAft>
              <a:buClr>
                <a:srgbClr val="000000"/>
              </a:buClr>
              <a:buSzPts val="1100"/>
              <a:buFont typeface="Arial"/>
              <a:buNone/>
            </a:pPr>
            <a:r>
              <a:t/>
            </a:r>
            <a:endParaRPr b="0" i="0" sz="1400" u="none" cap="none" strike="noStrike">
              <a:solidFill>
                <a:srgbClr val="082D49"/>
              </a:solidFill>
              <a:latin typeface="Roboto Light"/>
              <a:ea typeface="Roboto Light"/>
              <a:cs typeface="Roboto Light"/>
              <a:sym typeface="Roboto Light"/>
            </a:endParaRPr>
          </a:p>
        </p:txBody>
      </p:sp>
      <p:sp>
        <p:nvSpPr>
          <p:cNvPr id="662" name="Google Shape;662;g2eeeac1e158_0_4622"/>
          <p:cNvSpPr txBox="1"/>
          <p:nvPr/>
        </p:nvSpPr>
        <p:spPr>
          <a:xfrm>
            <a:off x="423125" y="136450"/>
            <a:ext cx="8117400" cy="662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lang="en" sz="2400">
                <a:solidFill>
                  <a:schemeClr val="dk2"/>
                </a:solidFill>
                <a:latin typeface="Roboto"/>
                <a:ea typeface="Roboto"/>
                <a:cs typeface="Roboto"/>
                <a:sym typeface="Roboto"/>
              </a:rPr>
              <a:t>Types of Malware</a:t>
            </a:r>
            <a:endParaRPr b="1" i="0" sz="2400" u="none" cap="none" strike="noStrike">
              <a:solidFill>
                <a:schemeClr val="dk2"/>
              </a:solidFill>
              <a:latin typeface="Roboto"/>
              <a:ea typeface="Roboto"/>
              <a:cs typeface="Roboto"/>
              <a:sym typeface="Roboto"/>
            </a:endParaRPr>
          </a:p>
          <a:p>
            <a:pPr indent="0" lvl="0" marL="0" marR="0" rtl="0" algn="l">
              <a:lnSpc>
                <a:spcPct val="115000"/>
              </a:lnSpc>
              <a:spcBef>
                <a:spcPts val="0"/>
              </a:spcBef>
              <a:spcAft>
                <a:spcPts val="1600"/>
              </a:spcAft>
              <a:buClr>
                <a:srgbClr val="000000"/>
              </a:buClr>
              <a:buSzPts val="1600"/>
              <a:buFont typeface="Arial"/>
              <a:buNone/>
            </a:pPr>
            <a:r>
              <a:t/>
            </a:r>
            <a:endParaRPr b="0" i="0" sz="1400" u="none" cap="none" strike="noStrike">
              <a:solidFill>
                <a:schemeClr val="dk2"/>
              </a:solidFill>
              <a:latin typeface="Roboto Light"/>
              <a:ea typeface="Roboto Light"/>
              <a:cs typeface="Roboto Light"/>
              <a:sym typeface="Roboto Light"/>
            </a:endParaRPr>
          </a:p>
        </p:txBody>
      </p:sp>
      <p:pic>
        <p:nvPicPr>
          <p:cNvPr id="663" name="Google Shape;663;g2eeeac1e158_0_4622"/>
          <p:cNvPicPr preferRelativeResize="0"/>
          <p:nvPr/>
        </p:nvPicPr>
        <p:blipFill rotWithShape="1">
          <a:blip r:embed="rId3">
            <a:alphaModFix/>
          </a:blip>
          <a:srcRect b="0" l="13235" r="13235" t="0"/>
          <a:stretch/>
        </p:blipFill>
        <p:spPr>
          <a:xfrm>
            <a:off x="591575" y="1083875"/>
            <a:ext cx="2338499" cy="2119702"/>
          </a:xfrm>
          <a:prstGeom prst="rect">
            <a:avLst/>
          </a:prstGeom>
          <a:noFill/>
          <a:ln>
            <a:noFill/>
          </a:ln>
        </p:spPr>
      </p:pic>
      <p:pic>
        <p:nvPicPr>
          <p:cNvPr id="664" name="Google Shape;664;g2eeeac1e158_0_4622"/>
          <p:cNvPicPr preferRelativeResize="0"/>
          <p:nvPr/>
        </p:nvPicPr>
        <p:blipFill rotWithShape="1">
          <a:blip r:embed="rId4">
            <a:alphaModFix/>
          </a:blip>
          <a:srcRect b="2922" l="10292" r="10292" t="0"/>
          <a:stretch/>
        </p:blipFill>
        <p:spPr>
          <a:xfrm>
            <a:off x="3456675" y="1083875"/>
            <a:ext cx="2295523" cy="2119700"/>
          </a:xfrm>
          <a:prstGeom prst="rect">
            <a:avLst/>
          </a:prstGeom>
          <a:solidFill>
            <a:srgbClr val="FCB912"/>
          </a:solidFill>
          <a:ln>
            <a:noFill/>
          </a:ln>
        </p:spPr>
      </p:pic>
      <p:pic>
        <p:nvPicPr>
          <p:cNvPr id="665" name="Google Shape;665;g2eeeac1e158_0_4622"/>
          <p:cNvPicPr preferRelativeResize="0"/>
          <p:nvPr/>
        </p:nvPicPr>
        <p:blipFill rotWithShape="1">
          <a:blip r:embed="rId5">
            <a:alphaModFix/>
          </a:blip>
          <a:srcRect b="0" l="14649" r="14649" t="0"/>
          <a:stretch/>
        </p:blipFill>
        <p:spPr>
          <a:xfrm>
            <a:off x="6278775" y="1075845"/>
            <a:ext cx="2338499" cy="2191630"/>
          </a:xfrm>
          <a:prstGeom prst="rect">
            <a:avLst/>
          </a:prstGeom>
          <a:solidFill>
            <a:srgbClr val="AADCF2"/>
          </a:solidFill>
          <a:ln>
            <a:noFill/>
          </a:ln>
        </p:spPr>
      </p:pic>
      <p:cxnSp>
        <p:nvCxnSpPr>
          <p:cNvPr id="666" name="Google Shape;666;g2eeeac1e158_0_4622"/>
          <p:cNvCxnSpPr/>
          <p:nvPr/>
        </p:nvCxnSpPr>
        <p:spPr>
          <a:xfrm flipH="1" rot="10800000">
            <a:off x="-9500" y="612450"/>
            <a:ext cx="6228600" cy="213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670" name="Shape 670"/>
        <p:cNvGrpSpPr/>
        <p:nvPr/>
      </p:nvGrpSpPr>
      <p:grpSpPr>
        <a:xfrm>
          <a:off x="0" y="0"/>
          <a:ext cx="0" cy="0"/>
          <a:chOff x="0" y="0"/>
          <a:chExt cx="0" cy="0"/>
        </a:xfrm>
      </p:grpSpPr>
      <p:sp>
        <p:nvSpPr>
          <p:cNvPr id="671" name="Google Shape;671;g2eeeac1e158_0_5038"/>
          <p:cNvSpPr txBox="1"/>
          <p:nvPr/>
        </p:nvSpPr>
        <p:spPr>
          <a:xfrm>
            <a:off x="423125" y="136450"/>
            <a:ext cx="8117400" cy="662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lang="en" sz="2400">
                <a:solidFill>
                  <a:schemeClr val="dk2"/>
                </a:solidFill>
                <a:latin typeface="Roboto"/>
                <a:ea typeface="Roboto"/>
                <a:cs typeface="Roboto"/>
                <a:sym typeface="Roboto"/>
              </a:rPr>
              <a:t>Types of Malware</a:t>
            </a:r>
            <a:endParaRPr b="1" i="0" sz="2400" u="none" cap="none" strike="noStrike">
              <a:solidFill>
                <a:schemeClr val="dk2"/>
              </a:solidFill>
              <a:latin typeface="Roboto"/>
              <a:ea typeface="Roboto"/>
              <a:cs typeface="Roboto"/>
              <a:sym typeface="Roboto"/>
            </a:endParaRPr>
          </a:p>
          <a:p>
            <a:pPr indent="0" lvl="0" marL="0" marR="0" rtl="0" algn="l">
              <a:lnSpc>
                <a:spcPct val="115000"/>
              </a:lnSpc>
              <a:spcBef>
                <a:spcPts val="0"/>
              </a:spcBef>
              <a:spcAft>
                <a:spcPts val="1600"/>
              </a:spcAft>
              <a:buClr>
                <a:srgbClr val="000000"/>
              </a:buClr>
              <a:buSzPts val="1600"/>
              <a:buFont typeface="Arial"/>
              <a:buNone/>
            </a:pPr>
            <a:r>
              <a:t/>
            </a:r>
            <a:endParaRPr b="0" i="0" sz="1400" u="none" cap="none" strike="noStrike">
              <a:solidFill>
                <a:schemeClr val="dk2"/>
              </a:solidFill>
              <a:latin typeface="Roboto Light"/>
              <a:ea typeface="Roboto Light"/>
              <a:cs typeface="Roboto Light"/>
              <a:sym typeface="Roboto Light"/>
            </a:endParaRPr>
          </a:p>
        </p:txBody>
      </p:sp>
      <p:grpSp>
        <p:nvGrpSpPr>
          <p:cNvPr id="672" name="Google Shape;672;g2eeeac1e158_0_5038"/>
          <p:cNvGrpSpPr/>
          <p:nvPr/>
        </p:nvGrpSpPr>
        <p:grpSpPr>
          <a:xfrm>
            <a:off x="948300" y="3203672"/>
            <a:ext cx="2675400" cy="1611259"/>
            <a:chOff x="3266725" y="798700"/>
            <a:chExt cx="2675400" cy="4016100"/>
          </a:xfrm>
        </p:grpSpPr>
        <p:sp>
          <p:nvSpPr>
            <p:cNvPr id="673" name="Google Shape;673;g2eeeac1e158_0_5038"/>
            <p:cNvSpPr/>
            <p:nvPr/>
          </p:nvSpPr>
          <p:spPr>
            <a:xfrm>
              <a:off x="3266725" y="798700"/>
              <a:ext cx="2675400" cy="4016100"/>
            </a:xfrm>
            <a:prstGeom prst="re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4" name="Google Shape;674;g2eeeac1e158_0_5038"/>
            <p:cNvSpPr txBox="1"/>
            <p:nvPr/>
          </p:nvSpPr>
          <p:spPr>
            <a:xfrm>
              <a:off x="3363025" y="1157862"/>
              <a:ext cx="2482800" cy="127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a:solidFill>
                    <a:srgbClr val="082D49"/>
                  </a:solidFill>
                  <a:latin typeface="Roboto"/>
                  <a:ea typeface="Roboto"/>
                  <a:cs typeface="Roboto"/>
                  <a:sym typeface="Roboto"/>
                </a:rPr>
                <a:t>Ransomware</a:t>
              </a:r>
              <a:r>
                <a:rPr b="1" lang="en">
                  <a:solidFill>
                    <a:srgbClr val="082D49"/>
                  </a:solidFill>
                  <a:latin typeface="Roboto"/>
                  <a:ea typeface="Roboto"/>
                  <a:cs typeface="Roboto"/>
                  <a:sym typeface="Roboto"/>
                </a:rPr>
                <a:t>:</a:t>
              </a:r>
              <a:endParaRPr b="1">
                <a:solidFill>
                  <a:srgbClr val="082D49"/>
                </a:solidFill>
                <a:latin typeface="Roboto"/>
                <a:ea typeface="Roboto"/>
                <a:cs typeface="Roboto"/>
                <a:sym typeface="Roboto"/>
              </a:endParaRPr>
            </a:p>
            <a:p>
              <a:pPr indent="0" lvl="0" marL="0" rtl="0" algn="l">
                <a:lnSpc>
                  <a:spcPct val="115000"/>
                </a:lnSpc>
                <a:spcBef>
                  <a:spcPts val="0"/>
                </a:spcBef>
                <a:spcAft>
                  <a:spcPts val="0"/>
                </a:spcAft>
                <a:buNone/>
              </a:pPr>
              <a:r>
                <a:rPr lang="en">
                  <a:solidFill>
                    <a:srgbClr val="082D49"/>
                  </a:solidFill>
                  <a:latin typeface="Roboto"/>
                  <a:ea typeface="Roboto"/>
                  <a:cs typeface="Roboto"/>
                  <a:sym typeface="Roboto"/>
                </a:rPr>
                <a:t>Malware that encrypts the victim's data and demands </a:t>
              </a:r>
              <a:br>
                <a:rPr lang="en">
                  <a:solidFill>
                    <a:srgbClr val="082D49"/>
                  </a:solidFill>
                  <a:latin typeface="Roboto"/>
                  <a:ea typeface="Roboto"/>
                  <a:cs typeface="Roboto"/>
                  <a:sym typeface="Roboto"/>
                </a:rPr>
              </a:br>
              <a:r>
                <a:rPr lang="en">
                  <a:solidFill>
                    <a:srgbClr val="082D49"/>
                  </a:solidFill>
                  <a:latin typeface="Roboto"/>
                  <a:ea typeface="Roboto"/>
                  <a:cs typeface="Roboto"/>
                  <a:sym typeface="Roboto"/>
                </a:rPr>
                <a:t>a ransom</a:t>
              </a:r>
              <a:endParaRPr i="0" sz="1400" u="none" cap="none" strike="noStrike">
                <a:solidFill>
                  <a:srgbClr val="082D49"/>
                </a:solidFill>
                <a:latin typeface="Roboto"/>
                <a:ea typeface="Roboto"/>
                <a:cs typeface="Roboto"/>
                <a:sym typeface="Roboto"/>
              </a:endParaRPr>
            </a:p>
          </p:txBody>
        </p:sp>
      </p:grpSp>
      <p:grpSp>
        <p:nvGrpSpPr>
          <p:cNvPr id="675" name="Google Shape;675;g2eeeac1e158_0_5038"/>
          <p:cNvGrpSpPr/>
          <p:nvPr/>
        </p:nvGrpSpPr>
        <p:grpSpPr>
          <a:xfrm>
            <a:off x="5063100" y="3252343"/>
            <a:ext cx="2675400" cy="1562263"/>
            <a:chOff x="6110325" y="798700"/>
            <a:chExt cx="2675400" cy="4016100"/>
          </a:xfrm>
        </p:grpSpPr>
        <p:sp>
          <p:nvSpPr>
            <p:cNvPr id="676" name="Google Shape;676;g2eeeac1e158_0_5038"/>
            <p:cNvSpPr/>
            <p:nvPr/>
          </p:nvSpPr>
          <p:spPr>
            <a:xfrm>
              <a:off x="6110325" y="798700"/>
              <a:ext cx="2675400" cy="4016100"/>
            </a:xfrm>
            <a:prstGeom prst="rect">
              <a:avLst/>
            </a:prstGeom>
            <a:solidFill>
              <a:srgbClr val="AADC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7" name="Google Shape;677;g2eeeac1e158_0_5038"/>
            <p:cNvSpPr txBox="1"/>
            <p:nvPr/>
          </p:nvSpPr>
          <p:spPr>
            <a:xfrm>
              <a:off x="6278775" y="1160443"/>
              <a:ext cx="2338500" cy="120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a:solidFill>
                    <a:srgbClr val="082D49"/>
                  </a:solidFill>
                  <a:latin typeface="Roboto"/>
                  <a:ea typeface="Roboto"/>
                  <a:cs typeface="Roboto"/>
                  <a:sym typeface="Roboto"/>
                </a:rPr>
                <a:t>Spyware</a:t>
              </a:r>
              <a:r>
                <a:rPr b="1" lang="en">
                  <a:solidFill>
                    <a:srgbClr val="082D49"/>
                  </a:solidFill>
                  <a:latin typeface="Roboto"/>
                  <a:ea typeface="Roboto"/>
                  <a:cs typeface="Roboto"/>
                  <a:sym typeface="Roboto"/>
                </a:rPr>
                <a:t>:</a:t>
              </a:r>
              <a:endParaRPr b="1">
                <a:solidFill>
                  <a:srgbClr val="082D49"/>
                </a:solidFill>
                <a:latin typeface="Roboto"/>
                <a:ea typeface="Roboto"/>
                <a:cs typeface="Roboto"/>
                <a:sym typeface="Roboto"/>
              </a:endParaRPr>
            </a:p>
            <a:p>
              <a:pPr indent="0" lvl="0" marL="0" rtl="0" algn="l">
                <a:lnSpc>
                  <a:spcPct val="115000"/>
                </a:lnSpc>
                <a:spcBef>
                  <a:spcPts val="0"/>
                </a:spcBef>
                <a:spcAft>
                  <a:spcPts val="0"/>
                </a:spcAft>
                <a:buNone/>
              </a:pPr>
              <a:r>
                <a:rPr lang="en">
                  <a:solidFill>
                    <a:srgbClr val="082D49"/>
                  </a:solidFill>
                  <a:latin typeface="Roboto"/>
                  <a:ea typeface="Roboto"/>
                  <a:cs typeface="Roboto"/>
                  <a:sym typeface="Roboto"/>
                </a:rPr>
                <a:t>Software that secretly observes user’s activities </a:t>
              </a:r>
              <a:br>
                <a:rPr lang="en">
                  <a:solidFill>
                    <a:srgbClr val="082D49"/>
                  </a:solidFill>
                  <a:latin typeface="Roboto"/>
                  <a:ea typeface="Roboto"/>
                  <a:cs typeface="Roboto"/>
                  <a:sym typeface="Roboto"/>
                </a:rPr>
              </a:br>
              <a:r>
                <a:rPr lang="en">
                  <a:solidFill>
                    <a:srgbClr val="082D49"/>
                  </a:solidFill>
                  <a:latin typeface="Roboto"/>
                  <a:ea typeface="Roboto"/>
                  <a:cs typeface="Roboto"/>
                  <a:sym typeface="Roboto"/>
                </a:rPr>
                <a:t>and reports it to the software's author</a:t>
              </a:r>
              <a:endParaRPr>
                <a:solidFill>
                  <a:srgbClr val="082D49"/>
                </a:solidFill>
                <a:latin typeface="Roboto"/>
                <a:ea typeface="Roboto"/>
                <a:cs typeface="Roboto"/>
                <a:sym typeface="Roboto"/>
              </a:endParaRPr>
            </a:p>
            <a:p>
              <a:pPr indent="0" lvl="0" marL="0" marR="0" rtl="0" algn="l">
                <a:lnSpc>
                  <a:spcPct val="115000"/>
                </a:lnSpc>
                <a:spcBef>
                  <a:spcPts val="1600"/>
                </a:spcBef>
                <a:spcAft>
                  <a:spcPts val="1600"/>
                </a:spcAft>
                <a:buClr>
                  <a:srgbClr val="000000"/>
                </a:buClr>
                <a:buSzPts val="1100"/>
                <a:buFont typeface="Arial"/>
                <a:buNone/>
              </a:pPr>
              <a:r>
                <a:t/>
              </a:r>
              <a:endParaRPr b="0" i="0" sz="1400" u="none" cap="none" strike="noStrike">
                <a:solidFill>
                  <a:srgbClr val="082D49"/>
                </a:solidFill>
                <a:latin typeface="Roboto Light"/>
                <a:ea typeface="Roboto Light"/>
                <a:cs typeface="Roboto Light"/>
                <a:sym typeface="Roboto Light"/>
              </a:endParaRPr>
            </a:p>
          </p:txBody>
        </p:sp>
      </p:grpSp>
      <p:cxnSp>
        <p:nvCxnSpPr>
          <p:cNvPr id="678" name="Google Shape;678;g2eeeac1e158_0_5038"/>
          <p:cNvCxnSpPr/>
          <p:nvPr/>
        </p:nvCxnSpPr>
        <p:spPr>
          <a:xfrm flipH="1" rot="10800000">
            <a:off x="1200" y="612550"/>
            <a:ext cx="6217800" cy="42600"/>
          </a:xfrm>
          <a:prstGeom prst="straightConnector1">
            <a:avLst/>
          </a:prstGeom>
          <a:noFill/>
          <a:ln cap="flat" cmpd="sng" w="9525">
            <a:solidFill>
              <a:schemeClr val="dk2"/>
            </a:solidFill>
            <a:prstDash val="solid"/>
            <a:round/>
            <a:headEnd len="med" w="med" type="none"/>
            <a:tailEnd len="med" w="med" type="none"/>
          </a:ln>
        </p:spPr>
      </p:cxnSp>
      <p:pic>
        <p:nvPicPr>
          <p:cNvPr id="679" name="Google Shape;679;g2eeeac1e158_0_5038"/>
          <p:cNvPicPr preferRelativeResize="0"/>
          <p:nvPr/>
        </p:nvPicPr>
        <p:blipFill>
          <a:blip r:embed="rId3">
            <a:alphaModFix/>
          </a:blip>
          <a:stretch>
            <a:fillRect/>
          </a:stretch>
        </p:blipFill>
        <p:spPr>
          <a:xfrm>
            <a:off x="4857950" y="1083848"/>
            <a:ext cx="3016404" cy="1964903"/>
          </a:xfrm>
          <a:prstGeom prst="rect">
            <a:avLst/>
          </a:prstGeom>
          <a:noFill/>
          <a:ln>
            <a:noFill/>
          </a:ln>
        </p:spPr>
      </p:pic>
      <p:pic>
        <p:nvPicPr>
          <p:cNvPr id="680" name="Google Shape;680;g2eeeac1e158_0_5038"/>
          <p:cNvPicPr preferRelativeResize="0"/>
          <p:nvPr/>
        </p:nvPicPr>
        <p:blipFill>
          <a:blip r:embed="rId4">
            <a:alphaModFix/>
          </a:blip>
          <a:stretch>
            <a:fillRect/>
          </a:stretch>
        </p:blipFill>
        <p:spPr>
          <a:xfrm>
            <a:off x="777796" y="1083848"/>
            <a:ext cx="3016404" cy="1964903"/>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24"/>
          <p:cNvSpPr/>
          <p:nvPr/>
        </p:nvSpPr>
        <p:spPr>
          <a:xfrm>
            <a:off x="1108875" y="1133250"/>
            <a:ext cx="3005700" cy="476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t/>
            </a:r>
            <a:endParaRPr b="0" i="0" sz="2100" u="none" cap="none" strike="noStrike">
              <a:solidFill>
                <a:srgbClr val="FFFFFF"/>
              </a:solidFill>
              <a:latin typeface="Roboto Light"/>
              <a:ea typeface="Roboto Light"/>
              <a:cs typeface="Roboto Light"/>
              <a:sym typeface="Roboto Light"/>
            </a:endParaRPr>
          </a:p>
        </p:txBody>
      </p:sp>
      <p:sp>
        <p:nvSpPr>
          <p:cNvPr id="686" name="Google Shape;686;p24"/>
          <p:cNvSpPr txBox="1"/>
          <p:nvPr>
            <p:ph idx="4294967295" type="title"/>
          </p:nvPr>
        </p:nvSpPr>
        <p:spPr>
          <a:xfrm>
            <a:off x="1137063" y="1170100"/>
            <a:ext cx="2977500" cy="39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600"/>
              <a:buNone/>
            </a:pPr>
            <a:r>
              <a:rPr b="0" lang="en" sz="1800">
                <a:latin typeface="Roboto Medium"/>
                <a:ea typeface="Roboto Medium"/>
                <a:cs typeface="Roboto Medium"/>
                <a:sym typeface="Roboto Medium"/>
              </a:rPr>
              <a:t>Data analysis</a:t>
            </a:r>
            <a:endParaRPr b="0" sz="1800">
              <a:latin typeface="Roboto Medium"/>
              <a:ea typeface="Roboto Medium"/>
              <a:cs typeface="Roboto Medium"/>
              <a:sym typeface="Roboto Medium"/>
            </a:endParaRPr>
          </a:p>
        </p:txBody>
      </p:sp>
      <p:grpSp>
        <p:nvGrpSpPr>
          <p:cNvPr id="687" name="Google Shape;687;p24"/>
          <p:cNvGrpSpPr/>
          <p:nvPr/>
        </p:nvGrpSpPr>
        <p:grpSpPr>
          <a:xfrm>
            <a:off x="457147" y="1133252"/>
            <a:ext cx="533372" cy="533480"/>
            <a:chOff x="457200" y="1378813"/>
            <a:chExt cx="695400" cy="695450"/>
          </a:xfrm>
        </p:grpSpPr>
        <p:sp>
          <p:nvSpPr>
            <p:cNvPr id="688" name="Google Shape;688;p24"/>
            <p:cNvSpPr/>
            <p:nvPr/>
          </p:nvSpPr>
          <p:spPr>
            <a:xfrm>
              <a:off x="457200" y="1378813"/>
              <a:ext cx="695400" cy="6213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lt1"/>
                  </a:solidFill>
                  <a:latin typeface="Roboto"/>
                  <a:ea typeface="Roboto"/>
                  <a:cs typeface="Roboto"/>
                  <a:sym typeface="Roboto"/>
                </a:rPr>
                <a:t>01</a:t>
              </a:r>
              <a:endParaRPr b="0" i="0" sz="2100" u="none" cap="none" strike="noStrike">
                <a:solidFill>
                  <a:schemeClr val="lt1"/>
                </a:solidFill>
                <a:latin typeface="Roboto"/>
                <a:ea typeface="Roboto"/>
                <a:cs typeface="Roboto"/>
                <a:sym typeface="Roboto"/>
              </a:endParaRPr>
            </a:p>
          </p:txBody>
        </p:sp>
        <p:sp>
          <p:nvSpPr>
            <p:cNvPr id="689" name="Google Shape;689;p24"/>
            <p:cNvSpPr/>
            <p:nvPr/>
          </p:nvSpPr>
          <p:spPr>
            <a:xfrm rot="10800000">
              <a:off x="634726" y="1885638"/>
              <a:ext cx="340325" cy="188625"/>
            </a:xfrm>
            <a:prstGeom prst="flowChartExtra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90" name="Google Shape;690;p24"/>
          <p:cNvGrpSpPr/>
          <p:nvPr/>
        </p:nvGrpSpPr>
        <p:grpSpPr>
          <a:xfrm>
            <a:off x="5029196" y="1133252"/>
            <a:ext cx="533372" cy="533480"/>
            <a:chOff x="2605668" y="1378813"/>
            <a:chExt cx="695400" cy="695450"/>
          </a:xfrm>
        </p:grpSpPr>
        <p:sp>
          <p:nvSpPr>
            <p:cNvPr id="691" name="Google Shape;691;p24"/>
            <p:cNvSpPr/>
            <p:nvPr/>
          </p:nvSpPr>
          <p:spPr>
            <a:xfrm>
              <a:off x="2605668" y="1378813"/>
              <a:ext cx="695400" cy="621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dk2"/>
                  </a:solidFill>
                  <a:latin typeface="Roboto"/>
                  <a:ea typeface="Roboto"/>
                  <a:cs typeface="Roboto"/>
                  <a:sym typeface="Roboto"/>
                </a:rPr>
                <a:t>02</a:t>
              </a:r>
              <a:endParaRPr b="0" i="0" sz="2100" u="none" cap="none" strike="noStrike">
                <a:solidFill>
                  <a:schemeClr val="dk2"/>
                </a:solidFill>
                <a:latin typeface="Roboto"/>
                <a:ea typeface="Roboto"/>
                <a:cs typeface="Roboto"/>
                <a:sym typeface="Roboto"/>
              </a:endParaRPr>
            </a:p>
          </p:txBody>
        </p:sp>
        <p:sp>
          <p:nvSpPr>
            <p:cNvPr id="692" name="Google Shape;692;p24"/>
            <p:cNvSpPr/>
            <p:nvPr/>
          </p:nvSpPr>
          <p:spPr>
            <a:xfrm rot="10800000">
              <a:off x="2783210" y="1885638"/>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sp>
        <p:nvSpPr>
          <p:cNvPr id="693" name="Google Shape;693;p24"/>
          <p:cNvSpPr/>
          <p:nvPr/>
        </p:nvSpPr>
        <p:spPr>
          <a:xfrm>
            <a:off x="5681375" y="1133250"/>
            <a:ext cx="3005700" cy="476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t/>
            </a:r>
            <a:endParaRPr b="0" i="0" sz="2100" u="none" cap="none" strike="noStrike">
              <a:solidFill>
                <a:srgbClr val="FFFFFF"/>
              </a:solidFill>
              <a:latin typeface="Roboto Light"/>
              <a:ea typeface="Roboto Light"/>
              <a:cs typeface="Roboto Light"/>
              <a:sym typeface="Roboto Light"/>
            </a:endParaRPr>
          </a:p>
        </p:txBody>
      </p:sp>
      <p:sp>
        <p:nvSpPr>
          <p:cNvPr id="694" name="Google Shape;694;p24"/>
          <p:cNvSpPr txBox="1"/>
          <p:nvPr>
            <p:ph idx="4294967295" type="title"/>
          </p:nvPr>
        </p:nvSpPr>
        <p:spPr>
          <a:xfrm>
            <a:off x="5709700" y="1170100"/>
            <a:ext cx="2977500" cy="39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600"/>
              <a:buNone/>
            </a:pPr>
            <a:r>
              <a:rPr b="0" lang="en" sz="1800">
                <a:latin typeface="Roboto Medium"/>
                <a:ea typeface="Roboto Medium"/>
                <a:cs typeface="Roboto Medium"/>
                <a:sym typeface="Roboto Medium"/>
              </a:rPr>
              <a:t>Pattern recognition</a:t>
            </a:r>
            <a:endParaRPr b="0" sz="1800">
              <a:latin typeface="Roboto Medium"/>
              <a:ea typeface="Roboto Medium"/>
              <a:cs typeface="Roboto Medium"/>
              <a:sym typeface="Roboto Medium"/>
            </a:endParaRPr>
          </a:p>
        </p:txBody>
      </p:sp>
      <p:sp>
        <p:nvSpPr>
          <p:cNvPr id="695" name="Google Shape;695;p24"/>
          <p:cNvSpPr txBox="1"/>
          <p:nvPr>
            <p:ph idx="4294967295" type="title"/>
          </p:nvPr>
        </p:nvSpPr>
        <p:spPr>
          <a:xfrm>
            <a:off x="5217700" y="1828800"/>
            <a:ext cx="3469200" cy="2731500"/>
          </a:xfrm>
          <a:prstGeom prst="rect">
            <a:avLst/>
          </a:prstGeom>
          <a:noFill/>
          <a:ln>
            <a:noFill/>
          </a:ln>
        </p:spPr>
        <p:txBody>
          <a:bodyPr anchorCtr="0" anchor="t" bIns="0" lIns="0" spcFirstLastPara="1" rIns="0" wrap="square" tIns="0">
            <a:noAutofit/>
          </a:bodyPr>
          <a:lstStyle/>
          <a:p>
            <a:pPr indent="-342900" lvl="0" marL="457200" rtl="0" algn="l">
              <a:lnSpc>
                <a:spcPct val="100000"/>
              </a:lnSpc>
              <a:spcBef>
                <a:spcPts val="0"/>
              </a:spcBef>
              <a:spcAft>
                <a:spcPts val="0"/>
              </a:spcAft>
              <a:buSzPts val="1800"/>
              <a:buChar char="●"/>
            </a:pPr>
            <a:r>
              <a:rPr b="0" lang="en" sz="1800"/>
              <a:t>AI models can be trained to recognize common malware characteristics and behaviors. This allows them to detect even new and unknown malware types based on their actions rather than relying solely on known signatures.</a:t>
            </a:r>
            <a:endParaRPr b="0" sz="1800"/>
          </a:p>
        </p:txBody>
      </p:sp>
      <p:pic>
        <p:nvPicPr>
          <p:cNvPr id="696" name="Google Shape;696;p24"/>
          <p:cNvPicPr preferRelativeResize="0"/>
          <p:nvPr/>
        </p:nvPicPr>
        <p:blipFill rotWithShape="1">
          <a:blip r:embed="rId3">
            <a:alphaModFix/>
          </a:blip>
          <a:srcRect b="0" l="0" r="0" t="0"/>
          <a:stretch/>
        </p:blipFill>
        <p:spPr>
          <a:xfrm>
            <a:off x="4252538" y="1183050"/>
            <a:ext cx="827470" cy="3662574"/>
          </a:xfrm>
          <a:prstGeom prst="rect">
            <a:avLst/>
          </a:prstGeom>
          <a:noFill/>
          <a:ln>
            <a:noFill/>
          </a:ln>
        </p:spPr>
      </p:pic>
      <p:sp>
        <p:nvSpPr>
          <p:cNvPr id="697" name="Google Shape;697;p24"/>
          <p:cNvSpPr txBox="1"/>
          <p:nvPr>
            <p:ph idx="4294967295" type="body"/>
          </p:nvPr>
        </p:nvSpPr>
        <p:spPr>
          <a:xfrm>
            <a:off x="670250" y="1837400"/>
            <a:ext cx="3444600" cy="2731500"/>
          </a:xfrm>
          <a:prstGeom prst="rect">
            <a:avLst/>
          </a:prstGeom>
          <a:noFill/>
          <a:ln>
            <a:noFill/>
          </a:ln>
        </p:spPr>
        <p:txBody>
          <a:bodyPr anchorCtr="0" anchor="t" bIns="0" lIns="0" spcFirstLastPara="1" rIns="0" wrap="square" tIns="0">
            <a:noAutofit/>
          </a:bodyPr>
          <a:lstStyle/>
          <a:p>
            <a:pPr indent="-342900" lvl="0" marL="457200" rtl="0" algn="l">
              <a:lnSpc>
                <a:spcPct val="115000"/>
              </a:lnSpc>
              <a:spcBef>
                <a:spcPts val="0"/>
              </a:spcBef>
              <a:spcAft>
                <a:spcPts val="0"/>
              </a:spcAft>
              <a:buSzPts val="1800"/>
              <a:buChar char="●"/>
            </a:pPr>
            <a:r>
              <a:rPr lang="en"/>
              <a:t>AI and ML can analyze large volumes of data to identify patterns and signatures indicative of malware. </a:t>
            </a:r>
            <a:endParaRPr/>
          </a:p>
        </p:txBody>
      </p:sp>
      <p:sp>
        <p:nvSpPr>
          <p:cNvPr id="698" name="Google Shape;698;p24"/>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2600"/>
              <a:buNone/>
            </a:pPr>
            <a:r>
              <a:rPr lang="en"/>
              <a:t>Using AI and ML to Detect and Analyze Malware</a:t>
            </a:r>
            <a:endParaRPr/>
          </a:p>
        </p:txBody>
      </p:sp>
      <p:pic>
        <p:nvPicPr>
          <p:cNvPr id="699" name="Google Shape;699;p24"/>
          <p:cNvPicPr preferRelativeResize="0"/>
          <p:nvPr/>
        </p:nvPicPr>
        <p:blipFill rotWithShape="1">
          <a:blip r:embed="rId4">
            <a:alphaModFix/>
          </a:blip>
          <a:srcRect b="0" l="0" r="0" t="0"/>
          <a:stretch/>
        </p:blipFill>
        <p:spPr>
          <a:xfrm>
            <a:off x="8385148" y="4244376"/>
            <a:ext cx="362300" cy="458125"/>
          </a:xfrm>
          <a:prstGeom prst="rect">
            <a:avLst/>
          </a:prstGeom>
          <a:noFill/>
          <a:ln>
            <a:noFill/>
          </a:ln>
        </p:spPr>
      </p:pic>
      <p:pic>
        <p:nvPicPr>
          <p:cNvPr id="700" name="Google Shape;700;p24"/>
          <p:cNvPicPr preferRelativeResize="0"/>
          <p:nvPr/>
        </p:nvPicPr>
        <p:blipFill rotWithShape="1">
          <a:blip r:embed="rId5">
            <a:alphaModFix/>
          </a:blip>
          <a:srcRect b="0" l="0" r="0" t="0"/>
          <a:stretch/>
        </p:blipFill>
        <p:spPr>
          <a:xfrm>
            <a:off x="3679996" y="4257278"/>
            <a:ext cx="434800" cy="432327"/>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25"/>
          <p:cNvSpPr txBox="1"/>
          <p:nvPr>
            <p:ph idx="2" type="body"/>
          </p:nvPr>
        </p:nvSpPr>
        <p:spPr>
          <a:xfrm>
            <a:off x="3480600" y="1063525"/>
            <a:ext cx="5210100" cy="3520800"/>
          </a:xfrm>
          <a:prstGeom prst="rect">
            <a:avLst/>
          </a:prstGeom>
          <a:noFill/>
          <a:ln>
            <a:noFill/>
          </a:ln>
        </p:spPr>
        <p:txBody>
          <a:bodyPr anchorCtr="0" anchor="t" bIns="0" lIns="0" spcFirstLastPara="1" rIns="0" wrap="square" tIns="91425">
            <a:noAutofit/>
          </a:bodyPr>
          <a:lstStyle/>
          <a:p>
            <a:pPr indent="0" lvl="0" marL="0" rtl="0" algn="l">
              <a:lnSpc>
                <a:spcPct val="115000"/>
              </a:lnSpc>
              <a:spcBef>
                <a:spcPts val="0"/>
              </a:spcBef>
              <a:spcAft>
                <a:spcPts val="0"/>
              </a:spcAft>
              <a:buSzPts val="1800"/>
              <a:buNone/>
            </a:pPr>
            <a:r>
              <a:rPr lang="en"/>
              <a:t>Tools like Windows Defender and Norton use AI and ML to detect and analyze malware. </a:t>
            </a:r>
            <a:endParaRPr/>
          </a:p>
          <a:p>
            <a:pPr indent="0" lvl="0" marL="0" rtl="0" algn="l">
              <a:lnSpc>
                <a:spcPct val="150000"/>
              </a:lnSpc>
              <a:spcBef>
                <a:spcPts val="0"/>
              </a:spcBef>
              <a:spcAft>
                <a:spcPts val="0"/>
              </a:spcAft>
              <a:buSzPts val="1800"/>
              <a:buNone/>
            </a:pPr>
            <a:r>
              <a:t/>
            </a:r>
            <a:endParaRPr/>
          </a:p>
          <a:p>
            <a:pPr indent="-342900" lvl="0" marL="457200" rtl="0" algn="l">
              <a:lnSpc>
                <a:spcPct val="150000"/>
              </a:lnSpc>
              <a:spcBef>
                <a:spcPts val="0"/>
              </a:spcBef>
              <a:spcAft>
                <a:spcPts val="0"/>
              </a:spcAft>
              <a:buSzPts val="1800"/>
              <a:buChar char="●"/>
            </a:pPr>
            <a:r>
              <a:rPr lang="en"/>
              <a:t>Continuously updated databases</a:t>
            </a:r>
            <a:endParaRPr/>
          </a:p>
          <a:p>
            <a:pPr indent="-342900" lvl="0" marL="457200" rtl="0" algn="l">
              <a:lnSpc>
                <a:spcPct val="150000"/>
              </a:lnSpc>
              <a:spcBef>
                <a:spcPts val="0"/>
              </a:spcBef>
              <a:spcAft>
                <a:spcPts val="0"/>
              </a:spcAft>
              <a:buSzPts val="1800"/>
              <a:buChar char="●"/>
            </a:pPr>
            <a:r>
              <a:rPr lang="en"/>
              <a:t>Uses advanced algorithms to identify </a:t>
            </a:r>
            <a:br>
              <a:rPr lang="en"/>
            </a:br>
            <a:r>
              <a:rPr lang="en"/>
              <a:t>and mitigate threats</a:t>
            </a:r>
            <a:endParaRPr/>
          </a:p>
          <a:p>
            <a:pPr indent="-342900" lvl="0" marL="457200" rtl="0" algn="l">
              <a:lnSpc>
                <a:spcPct val="150000"/>
              </a:lnSpc>
              <a:spcBef>
                <a:spcPts val="0"/>
              </a:spcBef>
              <a:spcAft>
                <a:spcPts val="0"/>
              </a:spcAft>
              <a:buSzPts val="1800"/>
              <a:buChar char="●"/>
            </a:pPr>
            <a:r>
              <a:rPr lang="en"/>
              <a:t>Can recognize known and new malware</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t/>
            </a:r>
            <a:endParaRPr/>
          </a:p>
        </p:txBody>
      </p:sp>
      <p:sp>
        <p:nvSpPr>
          <p:cNvPr id="706" name="Google Shape;706;p25"/>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2600"/>
              <a:buNone/>
            </a:pPr>
            <a:r>
              <a:rPr lang="en"/>
              <a:t>Antivirus Software</a:t>
            </a:r>
            <a:endParaRPr/>
          </a:p>
        </p:txBody>
      </p:sp>
      <p:pic>
        <p:nvPicPr>
          <p:cNvPr id="707" name="Google Shape;707;p25"/>
          <p:cNvPicPr preferRelativeResize="0"/>
          <p:nvPr/>
        </p:nvPicPr>
        <p:blipFill rotWithShape="1">
          <a:blip r:embed="rId3">
            <a:alphaModFix/>
          </a:blip>
          <a:srcRect b="13384" l="28191" r="28187" t="21957"/>
          <a:stretch/>
        </p:blipFill>
        <p:spPr>
          <a:xfrm>
            <a:off x="636323" y="1371600"/>
            <a:ext cx="2384954" cy="24633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26"/>
          <p:cNvSpPr txBox="1"/>
          <p:nvPr>
            <p:ph type="title"/>
          </p:nvPr>
        </p:nvSpPr>
        <p:spPr>
          <a:xfrm>
            <a:off x="457200" y="146300"/>
            <a:ext cx="7149000" cy="864900"/>
          </a:xfrm>
          <a:prstGeom prst="rect">
            <a:avLst/>
          </a:prstGeom>
          <a:noFill/>
          <a:ln>
            <a:noFill/>
          </a:ln>
        </p:spPr>
        <p:txBody>
          <a:bodyPr anchorCtr="0" anchor="t" bIns="0" lIns="0" spcFirstLastPara="1" rIns="91425" wrap="square" tIns="0">
            <a:noAutofit/>
          </a:bodyPr>
          <a:lstStyle/>
          <a:p>
            <a:pPr indent="0" lvl="0" marL="0" rtl="0" algn="l">
              <a:lnSpc>
                <a:spcPct val="100000"/>
              </a:lnSpc>
              <a:spcBef>
                <a:spcPts val="0"/>
              </a:spcBef>
              <a:spcAft>
                <a:spcPts val="0"/>
              </a:spcAft>
              <a:buSzPts val="2600"/>
              <a:buNone/>
            </a:pPr>
            <a:r>
              <a:rPr lang="en"/>
              <a:t>Security Information and Event Management (SIEM) Systems</a:t>
            </a:r>
            <a:endParaRPr/>
          </a:p>
        </p:txBody>
      </p:sp>
      <p:sp>
        <p:nvSpPr>
          <p:cNvPr id="713" name="Google Shape;713;p26"/>
          <p:cNvSpPr txBox="1"/>
          <p:nvPr>
            <p:ph idx="3" type="body"/>
          </p:nvPr>
        </p:nvSpPr>
        <p:spPr>
          <a:xfrm>
            <a:off x="130375" y="1515275"/>
            <a:ext cx="7034100" cy="1688400"/>
          </a:xfrm>
          <a:prstGeom prst="rect">
            <a:avLst/>
          </a:prstGeom>
          <a:noFill/>
          <a:ln>
            <a:noFill/>
          </a:ln>
        </p:spPr>
        <p:txBody>
          <a:bodyPr anchorCtr="0" anchor="t" bIns="91425" lIns="91425" spcFirstLastPara="1" rIns="91425" wrap="square" tIns="91425">
            <a:noAutofit/>
          </a:bodyPr>
          <a:lstStyle/>
          <a:p>
            <a:pPr indent="-251457" lvl="0" marL="365760" rtl="0" algn="l">
              <a:lnSpc>
                <a:spcPct val="150000"/>
              </a:lnSpc>
              <a:spcBef>
                <a:spcPts val="0"/>
              </a:spcBef>
              <a:spcAft>
                <a:spcPts val="0"/>
              </a:spcAft>
              <a:buSzPts val="1800"/>
              <a:buChar char="●"/>
            </a:pPr>
            <a:r>
              <a:rPr lang="en"/>
              <a:t>I</a:t>
            </a:r>
            <a:r>
              <a:rPr lang="en"/>
              <a:t>ntegrate AI and ML for real-time malware detection </a:t>
            </a:r>
            <a:br>
              <a:rPr lang="en"/>
            </a:br>
            <a:r>
              <a:rPr lang="en"/>
              <a:t>and response </a:t>
            </a:r>
            <a:endParaRPr/>
          </a:p>
          <a:p>
            <a:pPr indent="-251457" lvl="0" marL="365760" rtl="0" algn="l">
              <a:lnSpc>
                <a:spcPct val="150000"/>
              </a:lnSpc>
              <a:spcBef>
                <a:spcPts val="0"/>
              </a:spcBef>
              <a:spcAft>
                <a:spcPts val="0"/>
              </a:spcAft>
              <a:buSzPts val="1800"/>
              <a:buChar char="●"/>
            </a:pPr>
            <a:r>
              <a:rPr lang="en"/>
              <a:t>Collect and analyze security data from various sources</a:t>
            </a:r>
            <a:endParaRPr/>
          </a:p>
          <a:p>
            <a:pPr indent="-251458" lvl="0" marL="365760" rtl="0" algn="l">
              <a:lnSpc>
                <a:spcPct val="150000"/>
              </a:lnSpc>
              <a:spcBef>
                <a:spcPts val="0"/>
              </a:spcBef>
              <a:spcAft>
                <a:spcPts val="0"/>
              </a:spcAft>
              <a:buSzPts val="1800"/>
              <a:buChar char="●"/>
            </a:pPr>
            <a:r>
              <a:rPr lang="en"/>
              <a:t>Enable rapid neutralization </a:t>
            </a:r>
            <a:endParaRPr/>
          </a:p>
          <a:p>
            <a:pPr indent="-251458" lvl="0" marL="365760" rtl="0" algn="l">
              <a:lnSpc>
                <a:spcPct val="150000"/>
              </a:lnSpc>
              <a:spcBef>
                <a:spcPts val="0"/>
              </a:spcBef>
              <a:spcAft>
                <a:spcPts val="0"/>
              </a:spcAft>
              <a:buSzPts val="1800"/>
              <a:buChar char="●"/>
            </a:pPr>
            <a:r>
              <a:rPr lang="en"/>
              <a:t>Provide real-time monitoring and response capabilities </a:t>
            </a:r>
            <a:endParaRPr/>
          </a:p>
        </p:txBody>
      </p:sp>
      <p:pic>
        <p:nvPicPr>
          <p:cNvPr descr="File:Splunk logo.png - Wikimedia Commons" id="714" name="Google Shape;714;p26"/>
          <p:cNvPicPr preferRelativeResize="0"/>
          <p:nvPr/>
        </p:nvPicPr>
        <p:blipFill>
          <a:blip r:embed="rId3">
            <a:alphaModFix/>
          </a:blip>
          <a:stretch>
            <a:fillRect/>
          </a:stretch>
        </p:blipFill>
        <p:spPr>
          <a:xfrm>
            <a:off x="397075" y="3764125"/>
            <a:ext cx="3064150" cy="9288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27"/>
          <p:cNvSpPr txBox="1"/>
          <p:nvPr>
            <p:ph type="title"/>
          </p:nvPr>
        </p:nvSpPr>
        <p:spPr>
          <a:xfrm>
            <a:off x="0" y="3772475"/>
            <a:ext cx="9144000" cy="4614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2800"/>
              <a:buNone/>
            </a:pPr>
            <a:r>
              <a:rPr lang="en"/>
              <a:t>Identifying Malware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723" name="Shape 723"/>
        <p:cNvGrpSpPr/>
        <p:nvPr/>
      </p:nvGrpSpPr>
      <p:grpSpPr>
        <a:xfrm>
          <a:off x="0" y="0"/>
          <a:ext cx="0" cy="0"/>
          <a:chOff x="0" y="0"/>
          <a:chExt cx="0" cy="0"/>
        </a:xfrm>
      </p:grpSpPr>
      <p:sp>
        <p:nvSpPr>
          <p:cNvPr id="724" name="Google Shape;724;p28"/>
          <p:cNvSpPr txBox="1"/>
          <p:nvPr>
            <p:ph type="title"/>
          </p:nvPr>
        </p:nvSpPr>
        <p:spPr>
          <a:xfrm>
            <a:off x="914400" y="3338525"/>
            <a:ext cx="7315200" cy="11493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2600"/>
              <a:buNone/>
            </a:pPr>
            <a:r>
              <a:rPr lang="en" sz="2700"/>
              <a:t>ChatGPT: </a:t>
            </a:r>
            <a:r>
              <a:rPr b="0" lang="en" sz="2700"/>
              <a:t>“Summarize how the Wineloader malware works and its effects.”</a:t>
            </a:r>
            <a:endParaRPr b="0" sz="2700"/>
          </a:p>
        </p:txBody>
      </p:sp>
      <p:sp>
        <p:nvSpPr>
          <p:cNvPr id="725" name="Google Shape;725;p28"/>
          <p:cNvSpPr/>
          <p:nvPr/>
        </p:nvSpPr>
        <p:spPr>
          <a:xfrm>
            <a:off x="3657600" y="914400"/>
            <a:ext cx="1828800" cy="18288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26" name="Google Shape;726;p28"/>
          <p:cNvPicPr preferRelativeResize="0"/>
          <p:nvPr/>
        </p:nvPicPr>
        <p:blipFill rotWithShape="1">
          <a:blip r:embed="rId3">
            <a:alphaModFix/>
          </a:blip>
          <a:srcRect b="0" l="0" r="0" t="0"/>
          <a:stretch/>
        </p:blipFill>
        <p:spPr>
          <a:xfrm>
            <a:off x="4237164" y="1338131"/>
            <a:ext cx="669570" cy="993783"/>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730" name="Shape 730"/>
        <p:cNvGrpSpPr/>
        <p:nvPr/>
      </p:nvGrpSpPr>
      <p:grpSpPr>
        <a:xfrm>
          <a:off x="0" y="0"/>
          <a:ext cx="0" cy="0"/>
          <a:chOff x="0" y="0"/>
          <a:chExt cx="0" cy="0"/>
        </a:xfrm>
      </p:grpSpPr>
      <p:pic>
        <p:nvPicPr>
          <p:cNvPr id="731" name="Google Shape;731;p29"/>
          <p:cNvPicPr preferRelativeResize="0"/>
          <p:nvPr/>
        </p:nvPicPr>
        <p:blipFill rotWithShape="1">
          <a:blip r:embed="rId3">
            <a:alphaModFix/>
          </a:blip>
          <a:srcRect b="0" l="6236" r="12237" t="0"/>
          <a:stretch/>
        </p:blipFill>
        <p:spPr>
          <a:xfrm>
            <a:off x="1740375" y="0"/>
            <a:ext cx="5651024" cy="5043476"/>
          </a:xfrm>
          <a:prstGeom prst="rect">
            <a:avLst/>
          </a:prstGeom>
          <a:noFill/>
          <a:ln>
            <a:noFill/>
          </a:ln>
        </p:spPr>
      </p:pic>
      <p:sp>
        <p:nvSpPr>
          <p:cNvPr id="732" name="Google Shape;732;p29"/>
          <p:cNvSpPr/>
          <p:nvPr/>
        </p:nvSpPr>
        <p:spPr>
          <a:xfrm>
            <a:off x="1740375" y="5043475"/>
            <a:ext cx="5651100" cy="99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736" name="Shape 736"/>
        <p:cNvGrpSpPr/>
        <p:nvPr/>
      </p:nvGrpSpPr>
      <p:grpSpPr>
        <a:xfrm>
          <a:off x="0" y="0"/>
          <a:ext cx="0" cy="0"/>
          <a:chOff x="0" y="0"/>
          <a:chExt cx="0" cy="0"/>
        </a:xfrm>
      </p:grpSpPr>
      <p:sp>
        <p:nvSpPr>
          <p:cNvPr id="737" name="Google Shape;737;p30"/>
          <p:cNvSpPr txBox="1"/>
          <p:nvPr>
            <p:ph type="title"/>
          </p:nvPr>
        </p:nvSpPr>
        <p:spPr>
          <a:xfrm>
            <a:off x="1153000" y="3363100"/>
            <a:ext cx="6822900" cy="5922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2600"/>
              <a:buNone/>
            </a:pPr>
            <a:r>
              <a:rPr lang="en"/>
              <a:t>ChatGPT: “</a:t>
            </a:r>
            <a:r>
              <a:rPr b="0" lang="en"/>
              <a:t>How do you mitigate </a:t>
            </a:r>
            <a:br>
              <a:rPr b="0" lang="en"/>
            </a:br>
            <a:r>
              <a:rPr b="0" lang="en"/>
              <a:t>this malware?” </a:t>
            </a:r>
            <a:endParaRPr b="0"/>
          </a:p>
        </p:txBody>
      </p:sp>
      <p:sp>
        <p:nvSpPr>
          <p:cNvPr id="738" name="Google Shape;738;p30"/>
          <p:cNvSpPr/>
          <p:nvPr/>
        </p:nvSpPr>
        <p:spPr>
          <a:xfrm>
            <a:off x="3657600" y="914400"/>
            <a:ext cx="1828800" cy="18288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39" name="Google Shape;739;p30"/>
          <p:cNvPicPr preferRelativeResize="0"/>
          <p:nvPr/>
        </p:nvPicPr>
        <p:blipFill rotWithShape="1">
          <a:blip r:embed="rId3">
            <a:alphaModFix/>
          </a:blip>
          <a:srcRect b="0" l="0" r="0" t="0"/>
          <a:stretch/>
        </p:blipFill>
        <p:spPr>
          <a:xfrm>
            <a:off x="4237164" y="1338131"/>
            <a:ext cx="669570" cy="993783"/>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743" name="Shape 743"/>
        <p:cNvGrpSpPr/>
        <p:nvPr/>
      </p:nvGrpSpPr>
      <p:grpSpPr>
        <a:xfrm>
          <a:off x="0" y="0"/>
          <a:ext cx="0" cy="0"/>
          <a:chOff x="0" y="0"/>
          <a:chExt cx="0" cy="0"/>
        </a:xfrm>
      </p:grpSpPr>
      <p:pic>
        <p:nvPicPr>
          <p:cNvPr id="744" name="Google Shape;744;p31"/>
          <p:cNvPicPr preferRelativeResize="0"/>
          <p:nvPr/>
        </p:nvPicPr>
        <p:blipFill rotWithShape="1">
          <a:blip r:embed="rId3">
            <a:alphaModFix/>
          </a:blip>
          <a:srcRect b="1165" l="3651" r="-2086" t="4101"/>
          <a:stretch/>
        </p:blipFill>
        <p:spPr>
          <a:xfrm>
            <a:off x="1243650" y="0"/>
            <a:ext cx="6309500" cy="5143498"/>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p32"/>
          <p:cNvSpPr txBox="1"/>
          <p:nvPr>
            <p:ph idx="1" type="subTitle"/>
          </p:nvPr>
        </p:nvSpPr>
        <p:spPr>
          <a:xfrm>
            <a:off x="914400" y="1523200"/>
            <a:ext cx="7315200" cy="2590500"/>
          </a:xfrm>
          <a:prstGeom prst="rect">
            <a:avLst/>
          </a:prstGeom>
          <a:noFill/>
          <a:ln>
            <a:noFill/>
          </a:ln>
        </p:spPr>
        <p:txBody>
          <a:bodyPr anchorCtr="0" anchor="t" bIns="91425" lIns="0" spcFirstLastPara="1" rIns="91425" wrap="square" tIns="91425">
            <a:noAutofit/>
          </a:bodyPr>
          <a:lstStyle/>
          <a:p>
            <a:pPr indent="0" lvl="0" marL="0" rtl="0" algn="l">
              <a:lnSpc>
                <a:spcPct val="115000"/>
              </a:lnSpc>
              <a:spcBef>
                <a:spcPts val="0"/>
              </a:spcBef>
              <a:spcAft>
                <a:spcPts val="0"/>
              </a:spcAft>
              <a:buSzPts val="1800"/>
              <a:buNone/>
            </a:pPr>
            <a:r>
              <a:rPr lang="en"/>
              <a:t>In this activity, you will be researching common malware programs </a:t>
            </a:r>
            <a:endParaRPr/>
          </a:p>
          <a:p>
            <a:pPr indent="0" lvl="0" marL="0" rtl="0" algn="l">
              <a:lnSpc>
                <a:spcPct val="115000"/>
              </a:lnSpc>
              <a:spcBef>
                <a:spcPts val="0"/>
              </a:spcBef>
              <a:spcAft>
                <a:spcPts val="0"/>
              </a:spcAft>
              <a:buSzPts val="1800"/>
              <a:buNone/>
            </a:pPr>
            <a:r>
              <a:rPr lang="en"/>
              <a:t>and how to mitigate the damage.</a:t>
            </a:r>
            <a:endParaRPr/>
          </a:p>
        </p:txBody>
      </p:sp>
      <p:sp>
        <p:nvSpPr>
          <p:cNvPr id="750" name="Google Shape;750;p32"/>
          <p:cNvSpPr txBox="1"/>
          <p:nvPr>
            <p:ph idx="3" type="subTitle"/>
          </p:nvPr>
        </p:nvSpPr>
        <p:spPr>
          <a:xfrm>
            <a:off x="914400" y="548650"/>
            <a:ext cx="7772400" cy="27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800"/>
              <a:buNone/>
            </a:pPr>
            <a:r>
              <a:rPr lang="en"/>
              <a:t>Identifying Malware with AI and ML</a:t>
            </a:r>
            <a:endParaRPr/>
          </a:p>
        </p:txBody>
      </p:sp>
      <p:sp>
        <p:nvSpPr>
          <p:cNvPr id="751" name="Google Shape;751;p32"/>
          <p:cNvSpPr txBox="1"/>
          <p:nvPr/>
        </p:nvSpPr>
        <p:spPr>
          <a:xfrm>
            <a:off x="0" y="4568875"/>
            <a:ext cx="9144000" cy="323100"/>
          </a:xfrm>
          <a:prstGeom prst="rect">
            <a:avLst/>
          </a:prstGeom>
          <a:noFill/>
          <a:ln>
            <a:noFill/>
          </a:ln>
        </p:spPr>
        <p:txBody>
          <a:bodyPr anchorCtr="0" anchor="t" bIns="91425" lIns="91425" spcFirstLastPara="1" rIns="457200" wrap="square" tIns="91425">
            <a:noAutofit/>
          </a:bodyPr>
          <a:lstStyle/>
          <a:p>
            <a:pPr indent="0" lvl="0" marL="0" rtl="0" algn="r">
              <a:lnSpc>
                <a:spcPct val="115000"/>
              </a:lnSpc>
              <a:spcBef>
                <a:spcPts val="0"/>
              </a:spcBef>
              <a:spcAft>
                <a:spcPts val="0"/>
              </a:spcAft>
              <a:buNone/>
            </a:pPr>
            <a:r>
              <a:rPr lang="en" sz="1800">
                <a:solidFill>
                  <a:srgbClr val="082D49"/>
                </a:solidFill>
                <a:latin typeface="Roboto"/>
                <a:ea typeface="Roboto"/>
                <a:cs typeface="Roboto"/>
                <a:sym typeface="Roboto"/>
              </a:rPr>
              <a:t>20</a:t>
            </a:r>
            <a:r>
              <a:rPr lang="en" sz="1800">
                <a:solidFill>
                  <a:srgbClr val="082D49"/>
                </a:solidFill>
                <a:latin typeface="Roboto"/>
                <a:ea typeface="Roboto"/>
                <a:cs typeface="Roboto"/>
                <a:sym typeface="Roboto"/>
              </a:rPr>
              <a:t> Minutes</a:t>
            </a:r>
            <a:endParaRPr sz="1800">
              <a:solidFill>
                <a:srgbClr val="082D49"/>
              </a:solidFill>
              <a:latin typeface="Roboto"/>
              <a:ea typeface="Roboto"/>
              <a:cs typeface="Roboto"/>
              <a:sym typeface="Roboto"/>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g2eeeac1e158_0_5075"/>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69" name="Google Shape;769;g2eeeac1e158_0_5075"/>
          <p:cNvCxnSpPr/>
          <p:nvPr/>
        </p:nvCxnSpPr>
        <p:spPr>
          <a:xfrm>
            <a:off x="0" y="929900"/>
            <a:ext cx="7337400" cy="0"/>
          </a:xfrm>
          <a:prstGeom prst="straightConnector1">
            <a:avLst/>
          </a:prstGeom>
          <a:noFill/>
          <a:ln cap="flat" cmpd="sng" w="19050">
            <a:solidFill>
              <a:srgbClr val="082D49"/>
            </a:solidFill>
            <a:prstDash val="solid"/>
            <a:round/>
            <a:headEnd len="sm" w="sm" type="none"/>
            <a:tailEnd len="med" w="med" type="oval"/>
          </a:ln>
        </p:spPr>
      </p:cxnSp>
      <p:pic>
        <p:nvPicPr>
          <p:cNvPr id="770" name="Google Shape;770;g2eeeac1e158_0_5075"/>
          <p:cNvPicPr preferRelativeResize="0"/>
          <p:nvPr/>
        </p:nvPicPr>
        <p:blipFill rotWithShape="1">
          <a:blip r:embed="rId3">
            <a:alphaModFix/>
          </a:blip>
          <a:srcRect b="0" l="0" r="0" t="0"/>
          <a:stretch/>
        </p:blipFill>
        <p:spPr>
          <a:xfrm>
            <a:off x="227700" y="248025"/>
            <a:ext cx="459000" cy="471541"/>
          </a:xfrm>
          <a:prstGeom prst="rect">
            <a:avLst/>
          </a:prstGeom>
          <a:noFill/>
          <a:ln>
            <a:noFill/>
          </a:ln>
        </p:spPr>
      </p:pic>
      <p:sp>
        <p:nvSpPr>
          <p:cNvPr id="771" name="Google Shape;771;g2eeeac1e158_0_5075"/>
          <p:cNvSpPr txBox="1"/>
          <p:nvPr>
            <p:ph idx="4294967295"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Recap</a:t>
            </a:r>
            <a:endParaRPr/>
          </a:p>
        </p:txBody>
      </p:sp>
      <p:sp>
        <p:nvSpPr>
          <p:cNvPr id="772" name="Google Shape;772;g2eeeac1e158_0_5075"/>
          <p:cNvSpPr txBox="1"/>
          <p:nvPr>
            <p:ph idx="4294967295" type="subTitle"/>
          </p:nvPr>
        </p:nvSpPr>
        <p:spPr>
          <a:xfrm>
            <a:off x="914400" y="548650"/>
            <a:ext cx="7772400" cy="2742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ML and AI in Cybersecurity Defense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773" name="Google Shape;773;g2eeeac1e158_0_5075"/>
          <p:cNvSpPr/>
          <p:nvPr/>
        </p:nvSpPr>
        <p:spPr>
          <a:xfrm>
            <a:off x="1287175" y="1371600"/>
            <a:ext cx="73995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2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4" name="Google Shape;774;g2eeeac1e158_0_5075"/>
          <p:cNvSpPr/>
          <p:nvPr/>
        </p:nvSpPr>
        <p:spPr>
          <a:xfrm>
            <a:off x="1287175" y="3428575"/>
            <a:ext cx="73995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2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5" name="Google Shape;775;g2eeeac1e158_0_5075"/>
          <p:cNvSpPr/>
          <p:nvPr/>
        </p:nvSpPr>
        <p:spPr>
          <a:xfrm>
            <a:off x="1287175" y="2746988"/>
            <a:ext cx="7399500" cy="4374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2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6" name="Google Shape;776;g2eeeac1e158_0_5075"/>
          <p:cNvSpPr/>
          <p:nvPr/>
        </p:nvSpPr>
        <p:spPr>
          <a:xfrm>
            <a:off x="1287175" y="2046700"/>
            <a:ext cx="73995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2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77" name="Google Shape;777;g2eeeac1e158_0_5075"/>
          <p:cNvGrpSpPr/>
          <p:nvPr/>
        </p:nvGrpSpPr>
        <p:grpSpPr>
          <a:xfrm>
            <a:off x="457200" y="1371604"/>
            <a:ext cx="776900" cy="459019"/>
            <a:chOff x="457200" y="1466425"/>
            <a:chExt cx="776900" cy="486300"/>
          </a:xfrm>
        </p:grpSpPr>
        <p:sp>
          <p:nvSpPr>
            <p:cNvPr id="778" name="Google Shape;778;g2eeeac1e158_0_5075"/>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200000"/>
                </a:lnSpc>
                <a:spcBef>
                  <a:spcPts val="0"/>
                </a:spcBef>
                <a:spcAft>
                  <a:spcPts val="0"/>
                </a:spcAft>
                <a:buClr>
                  <a:srgbClr val="000000"/>
                </a:buClr>
                <a:buSzPts val="3000"/>
                <a:buFont typeface="Arial"/>
                <a:buNone/>
              </a:pPr>
              <a:r>
                <a:rPr b="0" i="0" lang="en" sz="3000" u="none" cap="none" strike="noStrike">
                  <a:solidFill>
                    <a:srgbClr val="082D49"/>
                  </a:solidFill>
                  <a:latin typeface="Roboto"/>
                  <a:ea typeface="Roboto"/>
                  <a:cs typeface="Roboto"/>
                  <a:sym typeface="Roboto"/>
                </a:rPr>
                <a:t>01</a:t>
              </a:r>
              <a:endParaRPr b="0" i="0" sz="3000" u="none" cap="none" strike="noStrike">
                <a:solidFill>
                  <a:srgbClr val="082D49"/>
                </a:solidFill>
                <a:latin typeface="Roboto"/>
                <a:ea typeface="Roboto"/>
                <a:cs typeface="Roboto"/>
                <a:sym typeface="Roboto"/>
              </a:endParaRPr>
            </a:p>
          </p:txBody>
        </p:sp>
        <p:sp>
          <p:nvSpPr>
            <p:cNvPr id="779" name="Google Shape;779;g2eeeac1e158_0_5075"/>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2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780" name="Google Shape;780;g2eeeac1e158_0_5075"/>
          <p:cNvGrpSpPr/>
          <p:nvPr/>
        </p:nvGrpSpPr>
        <p:grpSpPr>
          <a:xfrm>
            <a:off x="457200" y="2026480"/>
            <a:ext cx="776900" cy="486300"/>
            <a:chOff x="457200" y="1466425"/>
            <a:chExt cx="776900" cy="486300"/>
          </a:xfrm>
        </p:grpSpPr>
        <p:sp>
          <p:nvSpPr>
            <p:cNvPr id="781" name="Google Shape;781;g2eeeac1e158_0_5075"/>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2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02</a:t>
              </a:r>
              <a:endParaRPr b="0" i="0" sz="3000" u="none" cap="none" strike="noStrike">
                <a:solidFill>
                  <a:srgbClr val="FFFFFF"/>
                </a:solidFill>
                <a:latin typeface="Roboto"/>
                <a:ea typeface="Roboto"/>
                <a:cs typeface="Roboto"/>
                <a:sym typeface="Roboto"/>
              </a:endParaRPr>
            </a:p>
          </p:txBody>
        </p:sp>
        <p:sp>
          <p:nvSpPr>
            <p:cNvPr id="782" name="Google Shape;782;g2eeeac1e158_0_5075"/>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2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783" name="Google Shape;783;g2eeeac1e158_0_5075"/>
          <p:cNvGrpSpPr/>
          <p:nvPr/>
        </p:nvGrpSpPr>
        <p:grpSpPr>
          <a:xfrm>
            <a:off x="457200" y="2743336"/>
            <a:ext cx="776900" cy="437378"/>
            <a:chOff x="457200" y="1466425"/>
            <a:chExt cx="776900" cy="486300"/>
          </a:xfrm>
        </p:grpSpPr>
        <p:sp>
          <p:nvSpPr>
            <p:cNvPr id="784" name="Google Shape;784;g2eeeac1e158_0_5075"/>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2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03</a:t>
              </a:r>
              <a:endParaRPr b="0" i="0" sz="3000" u="none" cap="none" strike="noStrike">
                <a:solidFill>
                  <a:srgbClr val="FFFFFF"/>
                </a:solidFill>
                <a:latin typeface="Roboto"/>
                <a:ea typeface="Roboto"/>
                <a:cs typeface="Roboto"/>
                <a:sym typeface="Roboto"/>
              </a:endParaRPr>
            </a:p>
          </p:txBody>
        </p:sp>
        <p:sp>
          <p:nvSpPr>
            <p:cNvPr id="785" name="Google Shape;785;g2eeeac1e158_0_5075"/>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2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786" name="Google Shape;786;g2eeeac1e158_0_5075"/>
          <p:cNvGrpSpPr/>
          <p:nvPr/>
        </p:nvGrpSpPr>
        <p:grpSpPr>
          <a:xfrm>
            <a:off x="457200" y="3426804"/>
            <a:ext cx="776900" cy="459019"/>
            <a:chOff x="457200" y="1466425"/>
            <a:chExt cx="776900" cy="486300"/>
          </a:xfrm>
        </p:grpSpPr>
        <p:sp>
          <p:nvSpPr>
            <p:cNvPr id="787" name="Google Shape;787;g2eeeac1e158_0_5075"/>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200000"/>
                </a:lnSpc>
                <a:spcBef>
                  <a:spcPts val="0"/>
                </a:spcBef>
                <a:spcAft>
                  <a:spcPts val="0"/>
                </a:spcAft>
                <a:buClr>
                  <a:srgbClr val="000000"/>
                </a:buClr>
                <a:buSzPts val="3000"/>
                <a:buFont typeface="Arial"/>
                <a:buNone/>
              </a:pPr>
              <a:r>
                <a:rPr b="0" i="0" lang="en" sz="3000" u="none" cap="none" strike="noStrike">
                  <a:solidFill>
                    <a:srgbClr val="082D49"/>
                  </a:solidFill>
                  <a:latin typeface="Roboto"/>
                  <a:ea typeface="Roboto"/>
                  <a:cs typeface="Roboto"/>
                  <a:sym typeface="Roboto"/>
                </a:rPr>
                <a:t>04</a:t>
              </a:r>
              <a:endParaRPr b="0" i="0" sz="3000" u="none" cap="none" strike="noStrike">
                <a:solidFill>
                  <a:srgbClr val="082D49"/>
                </a:solidFill>
                <a:latin typeface="Roboto"/>
                <a:ea typeface="Roboto"/>
                <a:cs typeface="Roboto"/>
                <a:sym typeface="Roboto"/>
              </a:endParaRPr>
            </a:p>
          </p:txBody>
        </p:sp>
        <p:sp>
          <p:nvSpPr>
            <p:cNvPr id="788" name="Google Shape;788;g2eeeac1e158_0_5075"/>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2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789" name="Google Shape;789;g2eeeac1e158_0_5075"/>
          <p:cNvSpPr txBox="1"/>
          <p:nvPr/>
        </p:nvSpPr>
        <p:spPr>
          <a:xfrm>
            <a:off x="1287250" y="1392975"/>
            <a:ext cx="6485100" cy="437400"/>
          </a:xfrm>
          <a:prstGeom prst="rect">
            <a:avLst/>
          </a:prstGeom>
          <a:noFill/>
          <a:ln>
            <a:noFill/>
          </a:ln>
        </p:spPr>
        <p:txBody>
          <a:bodyPr anchorCtr="0" anchor="ctr" bIns="91425" lIns="91425" spcFirstLastPara="1" rIns="91425" wrap="square" tIns="91425">
            <a:noAutofit/>
          </a:bodyPr>
          <a:lstStyle/>
          <a:p>
            <a:pPr indent="0" lvl="0" marL="0" rtl="0" algn="l">
              <a:lnSpc>
                <a:spcPct val="200000"/>
              </a:lnSpc>
              <a:spcBef>
                <a:spcPts val="0"/>
              </a:spcBef>
              <a:spcAft>
                <a:spcPts val="1200"/>
              </a:spcAft>
              <a:buNone/>
            </a:pPr>
            <a:r>
              <a:rPr lang="en" sz="1800">
                <a:solidFill>
                  <a:schemeClr val="dk2"/>
                </a:solidFill>
                <a:latin typeface="Roboto"/>
                <a:ea typeface="Roboto"/>
                <a:cs typeface="Roboto"/>
                <a:sym typeface="Roboto"/>
              </a:rPr>
              <a:t>AI/ML play a critical role in detecting and preventing malware.</a:t>
            </a:r>
            <a:endParaRPr sz="1800">
              <a:solidFill>
                <a:srgbClr val="082D49"/>
              </a:solidFill>
              <a:latin typeface="Roboto"/>
              <a:ea typeface="Roboto"/>
              <a:cs typeface="Roboto"/>
              <a:sym typeface="Roboto"/>
            </a:endParaRPr>
          </a:p>
        </p:txBody>
      </p:sp>
      <p:sp>
        <p:nvSpPr>
          <p:cNvPr id="790" name="Google Shape;790;g2eeeac1e158_0_5075"/>
          <p:cNvSpPr txBox="1"/>
          <p:nvPr/>
        </p:nvSpPr>
        <p:spPr>
          <a:xfrm>
            <a:off x="1287250" y="2068150"/>
            <a:ext cx="6485100" cy="437400"/>
          </a:xfrm>
          <a:prstGeom prst="rect">
            <a:avLst/>
          </a:prstGeom>
          <a:noFill/>
          <a:ln>
            <a:noFill/>
          </a:ln>
        </p:spPr>
        <p:txBody>
          <a:bodyPr anchorCtr="0" anchor="ctr" bIns="91425" lIns="91425" spcFirstLastPara="1" rIns="91425" wrap="square" tIns="91425">
            <a:noAutofit/>
          </a:bodyPr>
          <a:lstStyle/>
          <a:p>
            <a:pPr indent="0" lvl="0" marL="0" rtl="0" algn="l">
              <a:lnSpc>
                <a:spcPct val="200000"/>
              </a:lnSpc>
              <a:spcBef>
                <a:spcPts val="0"/>
              </a:spcBef>
              <a:spcAft>
                <a:spcPts val="1200"/>
              </a:spcAft>
              <a:buNone/>
            </a:pPr>
            <a:r>
              <a:rPr lang="en" sz="1800">
                <a:solidFill>
                  <a:schemeClr val="dk2"/>
                </a:solidFill>
                <a:latin typeface="Roboto"/>
                <a:ea typeface="Roboto"/>
                <a:cs typeface="Roboto"/>
                <a:sym typeface="Roboto"/>
              </a:rPr>
              <a:t>There are different malware types.</a:t>
            </a:r>
            <a:endParaRPr sz="1800">
              <a:solidFill>
                <a:srgbClr val="082D49"/>
              </a:solidFill>
              <a:latin typeface="Roboto"/>
              <a:ea typeface="Roboto"/>
              <a:cs typeface="Roboto"/>
              <a:sym typeface="Roboto"/>
            </a:endParaRPr>
          </a:p>
        </p:txBody>
      </p:sp>
      <p:sp>
        <p:nvSpPr>
          <p:cNvPr id="791" name="Google Shape;791;g2eeeac1e158_0_5075"/>
          <p:cNvSpPr txBox="1"/>
          <p:nvPr/>
        </p:nvSpPr>
        <p:spPr>
          <a:xfrm>
            <a:off x="1287250" y="2751975"/>
            <a:ext cx="7399500" cy="437400"/>
          </a:xfrm>
          <a:prstGeom prst="rect">
            <a:avLst/>
          </a:prstGeom>
          <a:noFill/>
          <a:ln>
            <a:noFill/>
          </a:ln>
        </p:spPr>
        <p:txBody>
          <a:bodyPr anchorCtr="0" anchor="ctr" bIns="91425" lIns="91425" spcFirstLastPara="1" rIns="91425" wrap="square" tIns="91425">
            <a:noAutofit/>
          </a:bodyPr>
          <a:lstStyle/>
          <a:p>
            <a:pPr indent="0" lvl="0" marL="0" rtl="0" algn="l">
              <a:lnSpc>
                <a:spcPct val="200000"/>
              </a:lnSpc>
              <a:spcBef>
                <a:spcPts val="0"/>
              </a:spcBef>
              <a:spcAft>
                <a:spcPts val="1200"/>
              </a:spcAft>
              <a:buNone/>
            </a:pPr>
            <a:r>
              <a:rPr lang="en" sz="1850">
                <a:solidFill>
                  <a:schemeClr val="dk2"/>
                </a:solidFill>
                <a:latin typeface="Roboto"/>
                <a:ea typeface="Roboto"/>
                <a:cs typeface="Roboto"/>
                <a:sym typeface="Roboto"/>
              </a:rPr>
              <a:t>AI/ML can analyze data to identify malware patterns and behaviors.</a:t>
            </a:r>
            <a:endParaRPr sz="1800">
              <a:solidFill>
                <a:srgbClr val="082D49"/>
              </a:solidFill>
              <a:latin typeface="Roboto"/>
              <a:ea typeface="Roboto"/>
              <a:cs typeface="Roboto"/>
              <a:sym typeface="Roboto"/>
            </a:endParaRPr>
          </a:p>
        </p:txBody>
      </p:sp>
      <p:sp>
        <p:nvSpPr>
          <p:cNvPr id="792" name="Google Shape;792;g2eeeac1e158_0_5075"/>
          <p:cNvSpPr txBox="1"/>
          <p:nvPr/>
        </p:nvSpPr>
        <p:spPr>
          <a:xfrm>
            <a:off x="1287250" y="3433675"/>
            <a:ext cx="6485100" cy="437400"/>
          </a:xfrm>
          <a:prstGeom prst="rect">
            <a:avLst/>
          </a:prstGeom>
          <a:noFill/>
          <a:ln>
            <a:noFill/>
          </a:ln>
        </p:spPr>
        <p:txBody>
          <a:bodyPr anchorCtr="0" anchor="ctr" bIns="91425" lIns="91425" spcFirstLastPara="1" rIns="91425" wrap="square" tIns="91425">
            <a:noAutofit/>
          </a:bodyPr>
          <a:lstStyle/>
          <a:p>
            <a:pPr indent="0" lvl="0" marL="0" rtl="0" algn="l">
              <a:lnSpc>
                <a:spcPct val="200000"/>
              </a:lnSpc>
              <a:spcBef>
                <a:spcPts val="0"/>
              </a:spcBef>
              <a:spcAft>
                <a:spcPts val="1200"/>
              </a:spcAft>
              <a:buNone/>
            </a:pPr>
            <a:r>
              <a:rPr lang="en" sz="1850">
                <a:solidFill>
                  <a:srgbClr val="082D49"/>
                </a:solidFill>
                <a:latin typeface="Roboto"/>
                <a:ea typeface="Roboto"/>
                <a:cs typeface="Roboto"/>
                <a:sym typeface="Roboto"/>
              </a:rPr>
              <a:t>AI/ML is used in antivirus software and SIEMs.</a:t>
            </a:r>
            <a:endParaRPr sz="1850">
              <a:solidFill>
                <a:srgbClr val="082D49"/>
              </a:solidFill>
              <a:latin typeface="Roboto"/>
              <a:ea typeface="Roboto"/>
              <a:cs typeface="Roboto"/>
              <a:sym typeface="Roboto"/>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Bootcamp Slides New Theme - July 2024">
  <a:themeElements>
    <a:clrScheme name="Simple Light">
      <a:dk1>
        <a:srgbClr val="2E5E73"/>
      </a:dk1>
      <a:lt1>
        <a:srgbClr val="FFFFFF"/>
      </a:lt1>
      <a:dk2>
        <a:srgbClr val="082D49"/>
      </a:dk2>
      <a:lt2>
        <a:srgbClr val="F2F2F2"/>
      </a:lt2>
      <a:accent1>
        <a:srgbClr val="FCB912"/>
      </a:accent1>
      <a:accent2>
        <a:srgbClr val="AADCF2"/>
      </a:accent2>
      <a:accent3>
        <a:srgbClr val="1475D4"/>
      </a:accent3>
      <a:accent4>
        <a:srgbClr val="00C7CC"/>
      </a:accent4>
      <a:accent5>
        <a:srgbClr val="082D49"/>
      </a:accent5>
      <a:accent6>
        <a:srgbClr val="2E5E73"/>
      </a:accent6>
      <a:hlink>
        <a:srgbClr val="2E5E7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