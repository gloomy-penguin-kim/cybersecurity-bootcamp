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190.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65" r:id="rId5"/>
    <p:sldMasterId id="21474838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Lst>
  <p:sldSz cy="5143500" cx="9144000"/>
  <p:notesSz cx="6858000" cy="9144000"/>
  <p:embeddedFontLst>
    <p:embeddedFont>
      <p:font typeface="Roboto Black"/>
      <p:bold r:id="rId79"/>
      <p:boldItalic r:id="rId80"/>
    </p:embeddedFont>
    <p:embeddedFont>
      <p:font typeface="Roboto"/>
      <p:regular r:id="rId81"/>
      <p:bold r:id="rId82"/>
      <p:italic r:id="rId83"/>
      <p:boldItalic r:id="rId84"/>
    </p:embeddedFont>
    <p:embeddedFont>
      <p:font typeface="Roboto Medium"/>
      <p:regular r:id="rId85"/>
      <p:bold r:id="rId86"/>
      <p:italic r:id="rId87"/>
      <p:boldItalic r:id="rId88"/>
    </p:embeddedFont>
    <p:embeddedFont>
      <p:font typeface="Inconsolata SemiBold"/>
      <p:regular r:id="rId89"/>
      <p:bold r:id="rId90"/>
    </p:embeddedFont>
    <p:embeddedFont>
      <p:font typeface="Roboto Light"/>
      <p:regular r:id="rId91"/>
      <p:bold r:id="rId92"/>
      <p:italic r:id="rId93"/>
      <p:boldItalic r:id="rId94"/>
    </p:embeddedFont>
    <p:embeddedFont>
      <p:font typeface="Inconsolata Medium"/>
      <p:regular r:id="rId95"/>
      <p:bold r:id="rId96"/>
    </p:embeddedFont>
    <p:embeddedFont>
      <p:font typeface="Roboto Mono"/>
      <p:regular r:id="rId97"/>
      <p:bold r:id="rId98"/>
      <p:italic r:id="rId99"/>
      <p:boldItalic r:id="rId10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
          <p15:clr>
            <a:srgbClr val="747775"/>
          </p15:clr>
        </p15:guide>
        <p15:guide id="2" orient="horz" pos="17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DC4376-A9F0-4D09-92EA-09BDB1FB8592}">
  <a:tblStyle styleId="{32DC4376-A9F0-4D09-92EA-09BDB1FB859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5141BB6-DF77-4DF5-89F7-14C60964F9B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p:guide pos="171"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0" Type="http://schemas.openxmlformats.org/officeDocument/2006/relationships/font" Target="fonts/RobotoMono-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InconsolataMedium-regular.fntdata"/><Relationship Id="rId94" Type="http://schemas.openxmlformats.org/officeDocument/2006/relationships/font" Target="fonts/RobotoLight-boldItalic.fntdata"/><Relationship Id="rId97" Type="http://schemas.openxmlformats.org/officeDocument/2006/relationships/font" Target="fonts/RobotoMono-regular.fntdata"/><Relationship Id="rId96" Type="http://schemas.openxmlformats.org/officeDocument/2006/relationships/font" Target="fonts/InconsolataMedium-bold.fntdata"/><Relationship Id="rId11" Type="http://schemas.openxmlformats.org/officeDocument/2006/relationships/slide" Target="slides/slide4.xml"/><Relationship Id="rId99" Type="http://schemas.openxmlformats.org/officeDocument/2006/relationships/font" Target="fonts/RobotoMono-italic.fntdata"/><Relationship Id="rId10" Type="http://schemas.openxmlformats.org/officeDocument/2006/relationships/slide" Target="slides/slide3.xml"/><Relationship Id="rId98" Type="http://schemas.openxmlformats.org/officeDocument/2006/relationships/font" Target="fonts/RobotoMono-bold.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RobotoLight-regular.fntdata"/><Relationship Id="rId90" Type="http://schemas.openxmlformats.org/officeDocument/2006/relationships/font" Target="fonts/InconsolataSemiBold-bold.fntdata"/><Relationship Id="rId93" Type="http://schemas.openxmlformats.org/officeDocument/2006/relationships/font" Target="fonts/RobotoLight-italic.fntdata"/><Relationship Id="rId92" Type="http://schemas.openxmlformats.org/officeDocument/2006/relationships/font" Target="fonts/RobotoLight-bold.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font" Target="fonts/Roboto-boldItalic.fntdata"/><Relationship Id="rId83" Type="http://schemas.openxmlformats.org/officeDocument/2006/relationships/font" Target="fonts/Roboto-italic.fntdata"/><Relationship Id="rId86" Type="http://schemas.openxmlformats.org/officeDocument/2006/relationships/font" Target="fonts/RobotoMedium-bold.fntdata"/><Relationship Id="rId85" Type="http://schemas.openxmlformats.org/officeDocument/2006/relationships/font" Target="fonts/RobotoMedium-regular.fntdata"/><Relationship Id="rId88" Type="http://schemas.openxmlformats.org/officeDocument/2006/relationships/font" Target="fonts/RobotoMedium-boldItalic.fntdata"/><Relationship Id="rId87" Type="http://schemas.openxmlformats.org/officeDocument/2006/relationships/font" Target="fonts/RobotoMedium-italic.fntdata"/><Relationship Id="rId89" Type="http://schemas.openxmlformats.org/officeDocument/2006/relationships/font" Target="fonts/InconsolataSemiBold-regular.fntdata"/><Relationship Id="rId80" Type="http://schemas.openxmlformats.org/officeDocument/2006/relationships/font" Target="fonts/RobotoBlack-boldItalic.fntdata"/><Relationship Id="rId82" Type="http://schemas.openxmlformats.org/officeDocument/2006/relationships/font" Target="fonts/Roboto-bold.fntdata"/><Relationship Id="rId81" Type="http://schemas.openxmlformats.org/officeDocument/2006/relationships/font" Target="fonts/Roboto-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font" Target="fonts/RobotoBlack-bold.fntdata"/><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2d4993c1e2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2d4993c1e2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7" name="Google Shape;153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255361df0c4_1_1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4" name="Google Shape;1554;g255361df0c4_1_1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120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0" name="Google Shape;15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4" name="Google Shape;15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6" name="Google Shape;15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0" name="Google Shape;159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7" name="Google Shape;15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shutterstock_1177007617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3" name="Google Shape;161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2a65a5206c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2a65a5206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g255361df0c4_1_1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7" name="Google Shape;1687;g255361df0c4_1_1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0d62abe1de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2" name="Google Shape;1692;g30d62abe1de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g30fba66bda8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0" name="Google Shape;1710;g30fba66bda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255361df0c4_1_10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7" name="Google Shape;1717;g255361df0c4_1_10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120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3" name="Google Shape;172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Car: </a:t>
            </a:r>
            <a:r>
              <a:rPr lang="en">
                <a:solidFill>
                  <a:schemeClr val="dk1"/>
                </a:solidFill>
              </a:rPr>
              <a:t>shutterstock</a:t>
            </a:r>
            <a:r>
              <a:rPr lang="en"/>
              <a:t>1459757000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6" name="Google Shape;174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4" name="Google Shape;176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0" name="Google Shape;178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0" name="Google Shape;179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30d79366b53_2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3" name="Google Shape;1823;g30d79366b53_2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g255361df0c4_1_10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8" name="Google Shape;1828;g255361df0c4_1_10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30d62abe1de_3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30d62abe1de_3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9" name="Google Shape;183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1700">
                <a:solidFill>
                  <a:srgbClr val="24292E"/>
                </a:solidFill>
                <a:highlight>
                  <a:srgbClr val="FFFFFF"/>
                </a:highlight>
              </a:rPr>
              <a:t>04. Instructor Review: Configuring Burp Suite Review (0:10)</a:t>
            </a:r>
            <a:endParaRPr b="1" sz="1700">
              <a:solidFill>
                <a:srgbClr val="24292E"/>
              </a:solidFill>
              <a:highlight>
                <a:srgbClr val="FFFFFF"/>
              </a:highlight>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g255361df0c4_1_10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3" name="Google Shape;1843;g255361df0c4_1_10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g255361df0c4_1_10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7" name="Google Shape;1847;g255361df0c4_1_10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120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3" name="Google Shape;185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4" name="Google Shape;186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1e4451f6df3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7" name="Google Shape;1877;g1e4451f6df3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4" name="Google Shape;189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1" lang="en" sz="900">
                <a:latin typeface="Roboto"/>
                <a:ea typeface="Roboto"/>
                <a:cs typeface="Roboto"/>
                <a:sym typeface="Roboto"/>
              </a:rPr>
              <a:t>Image source: shutterstock_702250606</a:t>
            </a:r>
            <a:endParaRPr i="1" sz="900">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g2a65a5206c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5" name="Google Shape;1905;g2a65a5206c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1" name="Shape 1951"/>
        <p:cNvGrpSpPr/>
        <p:nvPr/>
      </p:nvGrpSpPr>
      <p:grpSpPr>
        <a:xfrm>
          <a:off x="0" y="0"/>
          <a:ext cx="0" cy="0"/>
          <a:chOff x="0" y="0"/>
          <a:chExt cx="0" cy="0"/>
        </a:xfrm>
      </p:grpSpPr>
      <p:sp>
        <p:nvSpPr>
          <p:cNvPr id="1952" name="Google Shape;195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3" name="Google Shape;195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9" name="Shape 1959"/>
        <p:cNvGrpSpPr/>
        <p:nvPr/>
      </p:nvGrpSpPr>
      <p:grpSpPr>
        <a:xfrm>
          <a:off x="0" y="0"/>
          <a:ext cx="0" cy="0"/>
          <a:chOff x="0" y="0"/>
          <a:chExt cx="0" cy="0"/>
        </a:xfrm>
      </p:grpSpPr>
      <p:sp>
        <p:nvSpPr>
          <p:cNvPr id="1960" name="Google Shape;1960;g1e4451f6df3_0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1" name="Google Shape;1961;g1e4451f6df3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7" name="Shape 1977"/>
        <p:cNvGrpSpPr/>
        <p:nvPr/>
      </p:nvGrpSpPr>
      <p:grpSpPr>
        <a:xfrm>
          <a:off x="0" y="0"/>
          <a:ext cx="0" cy="0"/>
          <a:chOff x="0" y="0"/>
          <a:chExt cx="0" cy="0"/>
        </a:xfrm>
      </p:grpSpPr>
      <p:sp>
        <p:nvSpPr>
          <p:cNvPr id="1978" name="Google Shape;1978;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9" name="Google Shape;197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4" name="Shape 1994"/>
        <p:cNvGrpSpPr/>
        <p:nvPr/>
      </p:nvGrpSpPr>
      <p:grpSpPr>
        <a:xfrm>
          <a:off x="0" y="0"/>
          <a:ext cx="0" cy="0"/>
          <a:chOff x="0" y="0"/>
          <a:chExt cx="0" cy="0"/>
        </a:xfrm>
      </p:grpSpPr>
      <p:sp>
        <p:nvSpPr>
          <p:cNvPr id="1995" name="Google Shape;199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6" name="Google Shape;199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1e4451f6df3_1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2" name="Google Shape;2022;g1e4451f6df3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0" name="Shape 2040"/>
        <p:cNvGrpSpPr/>
        <p:nvPr/>
      </p:nvGrpSpPr>
      <p:grpSpPr>
        <a:xfrm>
          <a:off x="0" y="0"/>
          <a:ext cx="0" cy="0"/>
          <a:chOff x="0" y="0"/>
          <a:chExt cx="0" cy="0"/>
        </a:xfrm>
      </p:grpSpPr>
      <p:sp>
        <p:nvSpPr>
          <p:cNvPr id="2041" name="Google Shape;2041;g255361df0c4_1_10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2" name="Google Shape;2042;g255361df0c4_1_10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255361df0c4_1_10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6" name="Google Shape;2046;g255361df0c4_1_10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120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0" name="Shape 2050"/>
        <p:cNvGrpSpPr/>
        <p:nvPr/>
      </p:nvGrpSpPr>
      <p:grpSpPr>
        <a:xfrm>
          <a:off x="0" y="0"/>
          <a:ext cx="0" cy="0"/>
          <a:chOff x="0" y="0"/>
          <a:chExt cx="0" cy="0"/>
        </a:xfrm>
      </p:grpSpPr>
      <p:sp>
        <p:nvSpPr>
          <p:cNvPr id="2051" name="Google Shape;205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2" name="Google Shape;205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g1e4451f6df3_1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0" name="Google Shape;2060;g1e4451f6df3_1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0d79366b53_2_2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g30d79366b53_2_2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5" name="Shape 2085"/>
        <p:cNvGrpSpPr/>
        <p:nvPr/>
      </p:nvGrpSpPr>
      <p:grpSpPr>
        <a:xfrm>
          <a:off x="0" y="0"/>
          <a:ext cx="0" cy="0"/>
          <a:chOff x="0" y="0"/>
          <a:chExt cx="0" cy="0"/>
        </a:xfrm>
      </p:grpSpPr>
      <p:sp>
        <p:nvSpPr>
          <p:cNvPr id="2086" name="Google Shape;2086;g25582d1f78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7" name="Google Shape;2087;g25582d1f78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3" name="Google Shape;209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6" name="Shape 2106"/>
        <p:cNvGrpSpPr/>
        <p:nvPr/>
      </p:nvGrpSpPr>
      <p:grpSpPr>
        <a:xfrm>
          <a:off x="0" y="0"/>
          <a:ext cx="0" cy="0"/>
          <a:chOff x="0" y="0"/>
          <a:chExt cx="0" cy="0"/>
        </a:xfrm>
      </p:grpSpPr>
      <p:sp>
        <p:nvSpPr>
          <p:cNvPr id="2107" name="Google Shape;2107;g1e4451f6df3_1_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8" name="Google Shape;2108;g1e4451f6df3_1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4" name="Shape 2124"/>
        <p:cNvGrpSpPr/>
        <p:nvPr/>
      </p:nvGrpSpPr>
      <p:grpSpPr>
        <a:xfrm>
          <a:off x="0" y="0"/>
          <a:ext cx="0" cy="0"/>
          <a:chOff x="0" y="0"/>
          <a:chExt cx="0" cy="0"/>
        </a:xfrm>
      </p:grpSpPr>
      <p:sp>
        <p:nvSpPr>
          <p:cNvPr id="2125" name="Google Shape;212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6" name="Google Shape;212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3" name="Google Shape;215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7" name="Shape 2157"/>
        <p:cNvGrpSpPr/>
        <p:nvPr/>
      </p:nvGrpSpPr>
      <p:grpSpPr>
        <a:xfrm>
          <a:off x="0" y="0"/>
          <a:ext cx="0" cy="0"/>
          <a:chOff x="0" y="0"/>
          <a:chExt cx="0" cy="0"/>
        </a:xfrm>
      </p:grpSpPr>
      <p:sp>
        <p:nvSpPr>
          <p:cNvPr id="2158" name="Google Shape;2158;g255361df0c4_1_10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9" name="Google Shape;2159;g255361df0c4_1_10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1" name="Shape 2161"/>
        <p:cNvGrpSpPr/>
        <p:nvPr/>
      </p:nvGrpSpPr>
      <p:grpSpPr>
        <a:xfrm>
          <a:off x="0" y="0"/>
          <a:ext cx="0" cy="0"/>
          <a:chOff x="0" y="0"/>
          <a:chExt cx="0" cy="0"/>
        </a:xfrm>
      </p:grpSpPr>
      <p:sp>
        <p:nvSpPr>
          <p:cNvPr id="2162" name="Google Shape;2162;g30d62abe1de_3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3" name="Google Shape;2163;g30d62abe1de_3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0" name="Google Shape;217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1700">
                <a:solidFill>
                  <a:srgbClr val="24292E"/>
                </a:solidFill>
                <a:highlight>
                  <a:srgbClr val="FFFFFF"/>
                </a:highlight>
              </a:rPr>
              <a:t>08. Instructor Review: Analyzing Session Management Vulnerabilities with Burp Repeater (0:10)</a:t>
            </a:r>
            <a:endParaRPr b="1" sz="1700">
              <a:solidFill>
                <a:srgbClr val="24292E"/>
              </a:solidFill>
              <a:highlight>
                <a:srgbClr val="FFFFFF"/>
              </a:highlight>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g255361df0c4_1_10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4" name="Google Shape;2174;g255361df0c4_1_10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g2a65a5206c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8" name="Google Shape;2178;g2a65a5206c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2" name="Google Shape;2182;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120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6" name="Shape 2186"/>
        <p:cNvGrpSpPr/>
        <p:nvPr/>
      </p:nvGrpSpPr>
      <p:grpSpPr>
        <a:xfrm>
          <a:off x="0" y="0"/>
          <a:ext cx="0" cy="0"/>
          <a:chOff x="0" y="0"/>
          <a:chExt cx="0" cy="0"/>
        </a:xfrm>
      </p:grpSpPr>
      <p:sp>
        <p:nvSpPr>
          <p:cNvPr id="2187" name="Google Shape;2187;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8" name="Google Shape;218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7" name="Shape 2197"/>
        <p:cNvGrpSpPr/>
        <p:nvPr/>
      </p:nvGrpSpPr>
      <p:grpSpPr>
        <a:xfrm>
          <a:off x="0" y="0"/>
          <a:ext cx="0" cy="0"/>
          <a:chOff x="0" y="0"/>
          <a:chExt cx="0" cy="0"/>
        </a:xfrm>
      </p:grpSpPr>
      <p:sp>
        <p:nvSpPr>
          <p:cNvPr id="2198" name="Google Shape;2198;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9" name="Google Shape;2199;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1" name="Google Shape;221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0" name="Shape 2220"/>
        <p:cNvGrpSpPr/>
        <p:nvPr/>
      </p:nvGrpSpPr>
      <p:grpSpPr>
        <a:xfrm>
          <a:off x="0" y="0"/>
          <a:ext cx="0" cy="0"/>
          <a:chOff x="0" y="0"/>
          <a:chExt cx="0" cy="0"/>
        </a:xfrm>
      </p:grpSpPr>
      <p:sp>
        <p:nvSpPr>
          <p:cNvPr id="2221" name="Google Shape;2221;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2" name="Google Shape;2222;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5" name="Shape 2225"/>
        <p:cNvGrpSpPr/>
        <p:nvPr/>
      </p:nvGrpSpPr>
      <p:grpSpPr>
        <a:xfrm>
          <a:off x="0" y="0"/>
          <a:ext cx="0" cy="0"/>
          <a:chOff x="0" y="0"/>
          <a:chExt cx="0" cy="0"/>
        </a:xfrm>
      </p:grpSpPr>
      <p:sp>
        <p:nvSpPr>
          <p:cNvPr id="2226" name="Google Shape;2226;g255361df0c4_1_1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7" name="Google Shape;2227;g255361df0c4_1_1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0" name="Shape 2230"/>
        <p:cNvGrpSpPr/>
        <p:nvPr/>
      </p:nvGrpSpPr>
      <p:grpSpPr>
        <a:xfrm>
          <a:off x="0" y="0"/>
          <a:ext cx="0" cy="0"/>
          <a:chOff x="0" y="0"/>
          <a:chExt cx="0" cy="0"/>
        </a:xfrm>
      </p:grpSpPr>
      <p:sp>
        <p:nvSpPr>
          <p:cNvPr id="2231" name="Google Shape;2231;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2" name="Google Shape;2232;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8" name="Google Shape;2248;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1" name="Google Shape;2261;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1" name="Shape 2271"/>
        <p:cNvGrpSpPr/>
        <p:nvPr/>
      </p:nvGrpSpPr>
      <p:grpSpPr>
        <a:xfrm>
          <a:off x="0" y="0"/>
          <a:ext cx="0" cy="0"/>
          <a:chOff x="0" y="0"/>
          <a:chExt cx="0" cy="0"/>
        </a:xfrm>
      </p:grpSpPr>
      <p:sp>
        <p:nvSpPr>
          <p:cNvPr id="2272" name="Google Shape;2272;g30d79366b53_2_2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3" name="Google Shape;2273;g30d79366b53_2_2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g25582d1f78d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8" name="Google Shape;2278;g25582d1f78d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4" name="Google Shape;2284;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4" name="Shape 2294"/>
        <p:cNvGrpSpPr/>
        <p:nvPr/>
      </p:nvGrpSpPr>
      <p:grpSpPr>
        <a:xfrm>
          <a:off x="0" y="0"/>
          <a:ext cx="0" cy="0"/>
          <a:chOff x="0" y="0"/>
          <a:chExt cx="0" cy="0"/>
        </a:xfrm>
      </p:grpSpPr>
      <p:sp>
        <p:nvSpPr>
          <p:cNvPr id="2295" name="Google Shape;2295;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6" name="Google Shape;2296;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shutterstock_1215303871</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3" name="Google Shape;2313;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7" name="Shape 2337"/>
        <p:cNvGrpSpPr/>
        <p:nvPr/>
      </p:nvGrpSpPr>
      <p:grpSpPr>
        <a:xfrm>
          <a:off x="0" y="0"/>
          <a:ext cx="0" cy="0"/>
          <a:chOff x="0" y="0"/>
          <a:chExt cx="0" cy="0"/>
        </a:xfrm>
      </p:grpSpPr>
      <p:sp>
        <p:nvSpPr>
          <p:cNvPr id="2338" name="Google Shape;233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9" name="Google Shape;233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g30d62abe1de_3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5" name="Google Shape;2345;g30d62abe1de_3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2" name="Google Shape;2352;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1700">
                <a:solidFill>
                  <a:srgbClr val="24292E"/>
                </a:solidFill>
                <a:highlight>
                  <a:srgbClr val="FFFFFF"/>
                </a:highlight>
              </a:rPr>
              <a:t>11. Instructor Review: Conducting Brute Force Attacks with Burp Intruder (0:10)</a:t>
            </a:r>
            <a:endParaRPr b="1" sz="1700">
              <a:solidFill>
                <a:srgbClr val="24292E"/>
              </a:solidFill>
              <a:highlight>
                <a:srgbClr val="FFFFFF"/>
              </a:highlight>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6" name="Google Shape;2356;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g30d79366b53_2_2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0" name="Google Shape;2360;g30d79366b53_2_2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3" name="Shape 2363"/>
        <p:cNvGrpSpPr/>
        <p:nvPr/>
      </p:nvGrpSpPr>
      <p:grpSpPr>
        <a:xfrm>
          <a:off x="0" y="0"/>
          <a:ext cx="0" cy="0"/>
          <a:chOff x="0" y="0"/>
          <a:chExt cx="0" cy="0"/>
        </a:xfrm>
      </p:grpSpPr>
      <p:sp>
        <p:nvSpPr>
          <p:cNvPr id="2364" name="Google Shape;2364;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5" name="Google Shape;2365;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2" name="Shape 2372"/>
        <p:cNvGrpSpPr/>
        <p:nvPr/>
      </p:nvGrpSpPr>
      <p:grpSpPr>
        <a:xfrm>
          <a:off x="0" y="0"/>
          <a:ext cx="0" cy="0"/>
          <a:chOff x="0" y="0"/>
          <a:chExt cx="0" cy="0"/>
        </a:xfrm>
      </p:grpSpPr>
      <p:sp>
        <p:nvSpPr>
          <p:cNvPr id="2373" name="Google Shape;2373;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4" name="Google Shape;2374;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3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2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9.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8.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3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7.png"/><Relationship Id="rId3" Type="http://schemas.openxmlformats.org/officeDocument/2006/relationships/image" Target="../media/image1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3.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8.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0.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8.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0.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0.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8.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a:t>
            </a:r>
            <a:r>
              <a:rPr lang="en" sz="800">
                <a:solidFill>
                  <a:srgbClr val="FFFFFF"/>
                </a:solidFill>
                <a:latin typeface="Roboto"/>
                <a:ea typeface="Roboto"/>
                <a:cs typeface="Roboto"/>
                <a:sym typeface="Roboto"/>
              </a:rPr>
              <a:t>4</a:t>
            </a:r>
            <a:r>
              <a:rPr b="0" i="0" lang="en" sz="800" u="none" cap="none" strike="noStrike">
                <a:solidFill>
                  <a:srgbClr val="FFFFFF"/>
                </a:solidFill>
                <a:latin typeface="Roboto"/>
                <a:ea typeface="Roboto"/>
                <a:cs typeface="Roboto"/>
                <a:sym typeface="Roboto"/>
              </a:rPr>
              <a:t>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35823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3592327" y="1823550"/>
            <a:ext cx="56634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35824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35837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3583700" y="3314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8" name="Google Shape;188;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9" name="Shape 189"/>
        <p:cNvGrpSpPr/>
        <p:nvPr/>
      </p:nvGrpSpPr>
      <p:grpSpPr>
        <a:xfrm>
          <a:off x="0" y="0"/>
          <a:ext cx="0" cy="0"/>
          <a:chOff x="0" y="0"/>
          <a:chExt cx="0" cy="0"/>
        </a:xfrm>
      </p:grpSpPr>
      <p:cxnSp>
        <p:nvCxnSpPr>
          <p:cNvPr id="190" name="Google Shape;190;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1" name="Google Shape;191;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2" name="Google Shape;192;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3" name="Google Shape;193;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4" name="Google Shape;194;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9" name="Google Shape;209;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0" name="Shape 210"/>
        <p:cNvGrpSpPr/>
        <p:nvPr/>
      </p:nvGrpSpPr>
      <p:grpSpPr>
        <a:xfrm>
          <a:off x="0" y="0"/>
          <a:ext cx="0" cy="0"/>
          <a:chOff x="0" y="0"/>
          <a:chExt cx="0" cy="0"/>
        </a:xfrm>
      </p:grpSpPr>
      <p:cxnSp>
        <p:nvCxnSpPr>
          <p:cNvPr id="211" name="Google Shape;211;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2" name="Google Shape;212;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4" name="Google Shape;214;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5" name="Google Shape;215;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6" name="Shape 216"/>
        <p:cNvGrpSpPr/>
        <p:nvPr/>
      </p:nvGrpSpPr>
      <p:grpSpPr>
        <a:xfrm>
          <a:off x="0" y="0"/>
          <a:ext cx="0" cy="0"/>
          <a:chOff x="0" y="0"/>
          <a:chExt cx="0" cy="0"/>
        </a:xfrm>
      </p:grpSpPr>
      <p:cxnSp>
        <p:nvCxnSpPr>
          <p:cNvPr id="217" name="Google Shape;217;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8" name="Google Shape;218;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0" name="Google Shape;220;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5" name="Google Shape;235;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6" name="Google Shape;236;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7" name="Shape 237"/>
        <p:cNvGrpSpPr/>
        <p:nvPr/>
      </p:nvGrpSpPr>
      <p:grpSpPr>
        <a:xfrm>
          <a:off x="0" y="0"/>
          <a:ext cx="0" cy="0"/>
          <a:chOff x="0" y="0"/>
          <a:chExt cx="0" cy="0"/>
        </a:xfrm>
      </p:grpSpPr>
      <p:sp>
        <p:nvSpPr>
          <p:cNvPr id="238" name="Google Shape;238;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9" name="Google Shape;249;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0" name="Google Shape;250;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1" name="Google Shape;251;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2" name="Google Shape;252;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3" name="Google Shape;253;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3" name="Shape 263"/>
        <p:cNvGrpSpPr/>
        <p:nvPr/>
      </p:nvGrpSpPr>
      <p:grpSpPr>
        <a:xfrm>
          <a:off x="0" y="0"/>
          <a:ext cx="0" cy="0"/>
          <a:chOff x="0" y="0"/>
          <a:chExt cx="0" cy="0"/>
        </a:xfrm>
      </p:grpSpPr>
      <p:sp>
        <p:nvSpPr>
          <p:cNvPr id="264" name="Google Shape;264;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6" name="Google Shape;266;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7" name="Google Shape;267;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8" name="Google Shape;268;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9" name="Google Shape;269;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0" name="Google Shape;270;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1" name="Google Shape;271;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2" name="Google Shape;272;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3" name="Shape 273"/>
        <p:cNvGrpSpPr/>
        <p:nvPr/>
      </p:nvGrpSpPr>
      <p:grpSpPr>
        <a:xfrm>
          <a:off x="0" y="0"/>
          <a:ext cx="0" cy="0"/>
          <a:chOff x="0" y="0"/>
          <a:chExt cx="0" cy="0"/>
        </a:xfrm>
      </p:grpSpPr>
      <p:sp>
        <p:nvSpPr>
          <p:cNvPr id="274" name="Google Shape;274;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6" name="Google Shape;276;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7" name="Google Shape;277;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8" name="Google Shape;278;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9" name="Google Shape;279;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0" name="Google Shape;280;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1" name="Google Shape;281;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2" name="Google Shape;282;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3" name="Shape 283"/>
        <p:cNvGrpSpPr/>
        <p:nvPr/>
      </p:nvGrpSpPr>
      <p:grpSpPr>
        <a:xfrm>
          <a:off x="0" y="0"/>
          <a:ext cx="0" cy="0"/>
          <a:chOff x="0" y="0"/>
          <a:chExt cx="0" cy="0"/>
        </a:xfrm>
      </p:grpSpPr>
      <p:sp>
        <p:nvSpPr>
          <p:cNvPr id="284" name="Google Shape;284;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6" name="Google Shape;286;p40"/>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7" name="Google Shape;287;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8" name="Shape 288"/>
        <p:cNvGrpSpPr/>
        <p:nvPr/>
      </p:nvGrpSpPr>
      <p:grpSpPr>
        <a:xfrm>
          <a:off x="0" y="0"/>
          <a:ext cx="0" cy="0"/>
          <a:chOff x="0" y="0"/>
          <a:chExt cx="0" cy="0"/>
        </a:xfrm>
      </p:grpSpPr>
      <p:sp>
        <p:nvSpPr>
          <p:cNvPr id="289" name="Google Shape;289;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1" name="Google Shape;291;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2" name="Google Shape;292;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3" name="Shape 293"/>
        <p:cNvGrpSpPr/>
        <p:nvPr/>
      </p:nvGrpSpPr>
      <p:grpSpPr>
        <a:xfrm>
          <a:off x="0" y="0"/>
          <a:ext cx="0" cy="0"/>
          <a:chOff x="0" y="0"/>
          <a:chExt cx="0" cy="0"/>
        </a:xfrm>
      </p:grpSpPr>
      <p:sp>
        <p:nvSpPr>
          <p:cNvPr id="294" name="Google Shape;294;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p4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6" name="Google Shape;296;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7" name="Google Shape;297;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8" name="Shape 298"/>
        <p:cNvGrpSpPr/>
        <p:nvPr/>
      </p:nvGrpSpPr>
      <p:grpSpPr>
        <a:xfrm>
          <a:off x="0" y="0"/>
          <a:ext cx="0" cy="0"/>
          <a:chOff x="0" y="0"/>
          <a:chExt cx="0" cy="0"/>
        </a:xfrm>
      </p:grpSpPr>
      <p:sp>
        <p:nvSpPr>
          <p:cNvPr id="299" name="Google Shape;299;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0" name="Google Shape;300;p43"/>
          <p:cNvGrpSpPr/>
          <p:nvPr/>
        </p:nvGrpSpPr>
        <p:grpSpPr>
          <a:xfrm>
            <a:off x="1074625" y="2258150"/>
            <a:ext cx="1473491" cy="980288"/>
            <a:chOff x="1074625" y="2258150"/>
            <a:chExt cx="1473491" cy="980288"/>
          </a:xfrm>
        </p:grpSpPr>
        <p:sp>
          <p:nvSpPr>
            <p:cNvPr id="301" name="Google Shape;301;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4" name="Google Shape;304;p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5" name="Google Shape;305;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6" name="Shape 306"/>
        <p:cNvGrpSpPr/>
        <p:nvPr/>
      </p:nvGrpSpPr>
      <p:grpSpPr>
        <a:xfrm>
          <a:off x="0" y="0"/>
          <a:ext cx="0" cy="0"/>
          <a:chOff x="0" y="0"/>
          <a:chExt cx="0" cy="0"/>
        </a:xfrm>
      </p:grpSpPr>
      <p:sp>
        <p:nvSpPr>
          <p:cNvPr id="307" name="Google Shape;307;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4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09" name="Google Shape;309;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0" name="Google Shape;310;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1" name="Shape 311"/>
        <p:cNvGrpSpPr/>
        <p:nvPr/>
      </p:nvGrpSpPr>
      <p:grpSpPr>
        <a:xfrm>
          <a:off x="0" y="0"/>
          <a:ext cx="0" cy="0"/>
          <a:chOff x="0" y="0"/>
          <a:chExt cx="0" cy="0"/>
        </a:xfrm>
      </p:grpSpPr>
      <p:sp>
        <p:nvSpPr>
          <p:cNvPr id="312" name="Google Shape;312;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8" name="Shape 318"/>
        <p:cNvGrpSpPr/>
        <p:nvPr/>
      </p:nvGrpSpPr>
      <p:grpSpPr>
        <a:xfrm>
          <a:off x="0" y="0"/>
          <a:ext cx="0" cy="0"/>
          <a:chOff x="0" y="0"/>
          <a:chExt cx="0" cy="0"/>
        </a:xfrm>
      </p:grpSpPr>
      <p:sp>
        <p:nvSpPr>
          <p:cNvPr id="319" name="Google Shape;319;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0" name="Google Shape;320;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1" name="Google Shape;321;p46"/>
          <p:cNvGrpSpPr/>
          <p:nvPr/>
        </p:nvGrpSpPr>
        <p:grpSpPr>
          <a:xfrm>
            <a:off x="3972318" y="1206125"/>
            <a:ext cx="1051285" cy="920372"/>
            <a:chOff x="587700" y="-13400"/>
            <a:chExt cx="5735325" cy="5021125"/>
          </a:xfrm>
        </p:grpSpPr>
        <p:sp>
          <p:nvSpPr>
            <p:cNvPr id="322" name="Google Shape;322;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8" name="Google Shape;328;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9" name="Shape 32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330" name="Shape 330"/>
        <p:cNvGrpSpPr/>
        <p:nvPr/>
      </p:nvGrpSpPr>
      <p:grpSpPr>
        <a:xfrm>
          <a:off x="0" y="0"/>
          <a:ext cx="0" cy="0"/>
          <a:chOff x="0" y="0"/>
          <a:chExt cx="0" cy="0"/>
        </a:xfrm>
      </p:grpSpPr>
      <p:sp>
        <p:nvSpPr>
          <p:cNvPr id="331" name="Google Shape;331;p48"/>
          <p:cNvSpPr txBox="1"/>
          <p:nvPr>
            <p:ph type="ctrTitle"/>
          </p:nvPr>
        </p:nvSpPr>
        <p:spPr>
          <a:xfrm>
            <a:off x="0" y="744575"/>
            <a:ext cx="91440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32" name="Google Shape;332;p4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3" name="Google Shape;33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1 3">
  <p:cSld name="CUSTOM_21_1_3">
    <p:spTree>
      <p:nvGrpSpPr>
        <p:cNvPr id="334" name="Shape 334"/>
        <p:cNvGrpSpPr/>
        <p:nvPr/>
      </p:nvGrpSpPr>
      <p:grpSpPr>
        <a:xfrm>
          <a:off x="0" y="0"/>
          <a:ext cx="0" cy="0"/>
          <a:chOff x="0" y="0"/>
          <a:chExt cx="0" cy="0"/>
        </a:xfrm>
      </p:grpSpPr>
      <p:sp>
        <p:nvSpPr>
          <p:cNvPr id="335" name="Google Shape;335;p49"/>
          <p:cNvSpPr/>
          <p:nvPr/>
        </p:nvSpPr>
        <p:spPr>
          <a:xfrm>
            <a:off x="136038" y="1957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36" name="Google Shape;336;p49"/>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pic>
        <p:nvPicPr>
          <p:cNvPr id="337" name="Google Shape;337;p49"/>
          <p:cNvPicPr preferRelativeResize="0"/>
          <p:nvPr/>
        </p:nvPicPr>
        <p:blipFill rotWithShape="1">
          <a:blip r:embed="rId2">
            <a:alphaModFix/>
          </a:blip>
          <a:srcRect b="0" l="0" r="0" t="0"/>
          <a:stretch/>
        </p:blipFill>
        <p:spPr>
          <a:xfrm>
            <a:off x="173951" y="233626"/>
            <a:ext cx="496875" cy="496875"/>
          </a:xfrm>
          <a:prstGeom prst="rect">
            <a:avLst/>
          </a:prstGeom>
          <a:noFill/>
          <a:ln>
            <a:noFill/>
          </a:ln>
        </p:spPr>
      </p:pic>
      <p:sp>
        <p:nvSpPr>
          <p:cNvPr id="338" name="Google Shape;338;p49"/>
          <p:cNvSpPr txBox="1"/>
          <p:nvPr>
            <p:ph type="title"/>
          </p:nvPr>
        </p:nvSpPr>
        <p:spPr>
          <a:xfrm>
            <a:off x="724200" y="127400"/>
            <a:ext cx="4452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9" name="Google Shape;339;p49"/>
          <p:cNvSpPr txBox="1"/>
          <p:nvPr>
            <p:ph idx="2" type="title"/>
          </p:nvPr>
        </p:nvSpPr>
        <p:spPr>
          <a:xfrm>
            <a:off x="742750" y="478650"/>
            <a:ext cx="4452900" cy="32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0" name="Google Shape;340;p4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41" name="Shape 341"/>
        <p:cNvGrpSpPr/>
        <p:nvPr/>
      </p:nvGrpSpPr>
      <p:grpSpPr>
        <a:xfrm>
          <a:off x="0" y="0"/>
          <a:ext cx="0" cy="0"/>
          <a:chOff x="0" y="0"/>
          <a:chExt cx="0" cy="0"/>
        </a:xfrm>
      </p:grpSpPr>
      <p:sp>
        <p:nvSpPr>
          <p:cNvPr id="342" name="Google Shape;342;p50"/>
          <p:cNvSpPr txBox="1"/>
          <p:nvPr>
            <p:ph type="title"/>
          </p:nvPr>
        </p:nvSpPr>
        <p:spPr>
          <a:xfrm>
            <a:off x="724200" y="127400"/>
            <a:ext cx="4452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3" name="Google Shape;343;p50"/>
          <p:cNvSpPr txBox="1"/>
          <p:nvPr>
            <p:ph idx="2" type="title"/>
          </p:nvPr>
        </p:nvSpPr>
        <p:spPr>
          <a:xfrm>
            <a:off x="742750" y="478650"/>
            <a:ext cx="4452900" cy="32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4" name="Google Shape;344;p5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45" name="Google Shape;345;p5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46" name="Google Shape;346;p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Blank slide">
    <p:spTree>
      <p:nvGrpSpPr>
        <p:cNvPr id="347" name="Shape 347"/>
        <p:cNvGrpSpPr/>
        <p:nvPr/>
      </p:nvGrpSpPr>
      <p:grpSpPr>
        <a:xfrm>
          <a:off x="0" y="0"/>
          <a:ext cx="0" cy="0"/>
          <a:chOff x="0" y="0"/>
          <a:chExt cx="0" cy="0"/>
        </a:xfrm>
      </p:grpSpPr>
      <p:sp>
        <p:nvSpPr>
          <p:cNvPr id="348" name="Google Shape;348;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p:cSld name="CUSTOM_22">
    <p:spTree>
      <p:nvGrpSpPr>
        <p:cNvPr id="349" name="Shape 349"/>
        <p:cNvGrpSpPr/>
        <p:nvPr/>
      </p:nvGrpSpPr>
      <p:grpSpPr>
        <a:xfrm>
          <a:off x="0" y="0"/>
          <a:ext cx="0" cy="0"/>
          <a:chOff x="0" y="0"/>
          <a:chExt cx="0" cy="0"/>
        </a:xfrm>
      </p:grpSpPr>
      <p:sp>
        <p:nvSpPr>
          <p:cNvPr id="350" name="Google Shape;350;p52"/>
          <p:cNvSpPr txBox="1"/>
          <p:nvPr>
            <p:ph type="title"/>
          </p:nvPr>
        </p:nvSpPr>
        <p:spPr>
          <a:xfrm>
            <a:off x="1959725" y="164120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pic>
        <p:nvPicPr>
          <p:cNvPr id="351" name="Google Shape;351;p52"/>
          <p:cNvPicPr preferRelativeResize="0"/>
          <p:nvPr/>
        </p:nvPicPr>
        <p:blipFill rotWithShape="1">
          <a:blip r:embed="rId2">
            <a:alphaModFix amt="11000"/>
          </a:blip>
          <a:srcRect b="0" l="0" r="0" t="0"/>
          <a:stretch/>
        </p:blipFill>
        <p:spPr>
          <a:xfrm>
            <a:off x="5672475" y="2991225"/>
            <a:ext cx="3471525" cy="2243875"/>
          </a:xfrm>
          <a:prstGeom prst="rect">
            <a:avLst/>
          </a:prstGeom>
          <a:noFill/>
          <a:ln>
            <a:noFill/>
          </a:ln>
        </p:spPr>
      </p:pic>
      <p:sp>
        <p:nvSpPr>
          <p:cNvPr id="352" name="Google Shape;352;p52"/>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52"/>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52"/>
          <p:cNvSpPr txBox="1"/>
          <p:nvPr>
            <p:ph idx="2" type="title"/>
          </p:nvPr>
        </p:nvSpPr>
        <p:spPr>
          <a:xfrm>
            <a:off x="1450375" y="1039700"/>
            <a:ext cx="6244200" cy="3131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400"/>
              <a:buNone/>
              <a:defRPr sz="3400">
                <a:latin typeface="Roboto Light"/>
                <a:ea typeface="Roboto Light"/>
                <a:cs typeface="Roboto Light"/>
                <a:sym typeface="Roboto Light"/>
              </a:defRPr>
            </a:lvl1pPr>
            <a:lvl2pPr lvl="1"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4">
  <p:cSld name="CUSTOM_24">
    <p:spTree>
      <p:nvGrpSpPr>
        <p:cNvPr id="355" name="Shape 355"/>
        <p:cNvGrpSpPr/>
        <p:nvPr/>
      </p:nvGrpSpPr>
      <p:grpSpPr>
        <a:xfrm>
          <a:off x="0" y="0"/>
          <a:ext cx="0" cy="0"/>
          <a:chOff x="0" y="0"/>
          <a:chExt cx="0" cy="0"/>
        </a:xfrm>
      </p:grpSpPr>
      <p:sp>
        <p:nvSpPr>
          <p:cNvPr id="356" name="Google Shape;356;p5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1 1 1 1 1">
  <p:cSld name="CUSTOM_10_1_1_1_1_3">
    <p:spTree>
      <p:nvGrpSpPr>
        <p:cNvPr id="357" name="Shape 357"/>
        <p:cNvGrpSpPr/>
        <p:nvPr/>
      </p:nvGrpSpPr>
      <p:grpSpPr>
        <a:xfrm>
          <a:off x="0" y="0"/>
          <a:ext cx="0" cy="0"/>
          <a:chOff x="0" y="0"/>
          <a:chExt cx="0" cy="0"/>
        </a:xfrm>
      </p:grpSpPr>
      <p:sp>
        <p:nvSpPr>
          <p:cNvPr id="358" name="Google Shape;358;p54"/>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2E5E73"/>
                </a:solidFill>
                <a:latin typeface="Roboto"/>
                <a:ea typeface="Roboto"/>
                <a:cs typeface="Roboto"/>
                <a:sym typeface="Roboto"/>
              </a:rPr>
              <a:t>Questions?</a:t>
            </a:r>
            <a:endParaRPr b="0" i="0" sz="4000" u="none" cap="none" strike="noStrike">
              <a:solidFill>
                <a:srgbClr val="2E5E73"/>
              </a:solidFill>
              <a:latin typeface="Roboto Light"/>
              <a:ea typeface="Roboto Light"/>
              <a:cs typeface="Roboto Light"/>
              <a:sym typeface="Roboto Light"/>
            </a:endParaRPr>
          </a:p>
        </p:txBody>
      </p:sp>
      <p:pic>
        <p:nvPicPr>
          <p:cNvPr id="359" name="Google Shape;359;p54"/>
          <p:cNvPicPr preferRelativeResize="0"/>
          <p:nvPr/>
        </p:nvPicPr>
        <p:blipFill rotWithShape="1">
          <a:blip r:embed="rId2">
            <a:alphaModFix/>
          </a:blip>
          <a:srcRect b="0" l="0" r="0" t="0"/>
          <a:stretch/>
        </p:blipFill>
        <p:spPr>
          <a:xfrm>
            <a:off x="3762650" y="1443625"/>
            <a:ext cx="1345550" cy="1054620"/>
          </a:xfrm>
          <a:prstGeom prst="rect">
            <a:avLst/>
          </a:prstGeom>
          <a:noFill/>
          <a:ln>
            <a:noFill/>
          </a:ln>
        </p:spPr>
      </p:pic>
      <p:pic>
        <p:nvPicPr>
          <p:cNvPr id="360" name="Google Shape;360;p54"/>
          <p:cNvPicPr preferRelativeResize="0"/>
          <p:nvPr/>
        </p:nvPicPr>
        <p:blipFill rotWithShape="1">
          <a:blip r:embed="rId3">
            <a:alphaModFix/>
          </a:blip>
          <a:srcRect b="9853" l="0" r="0" t="0"/>
          <a:stretch/>
        </p:blipFill>
        <p:spPr>
          <a:xfrm>
            <a:off x="653025" y="3974475"/>
            <a:ext cx="870750" cy="1194250"/>
          </a:xfrm>
          <a:prstGeom prst="rect">
            <a:avLst/>
          </a:prstGeom>
          <a:noFill/>
          <a:ln>
            <a:noFill/>
          </a:ln>
        </p:spPr>
      </p:pic>
      <p:pic>
        <p:nvPicPr>
          <p:cNvPr id="361" name="Google Shape;361;p54"/>
          <p:cNvPicPr preferRelativeResize="0"/>
          <p:nvPr/>
        </p:nvPicPr>
        <p:blipFill rotWithShape="1">
          <a:blip r:embed="rId3">
            <a:alphaModFix/>
          </a:blip>
          <a:srcRect b="19665" l="0" r="0" t="0"/>
          <a:stretch/>
        </p:blipFill>
        <p:spPr>
          <a:xfrm flipH="1">
            <a:off x="1651350" y="4211600"/>
            <a:ext cx="783075" cy="957125"/>
          </a:xfrm>
          <a:prstGeom prst="rect">
            <a:avLst/>
          </a:prstGeom>
          <a:noFill/>
          <a:ln>
            <a:noFill/>
          </a:ln>
        </p:spPr>
      </p:pic>
      <p:pic>
        <p:nvPicPr>
          <p:cNvPr id="362" name="Google Shape;362;p54"/>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363" name="Google Shape;363;p54"/>
          <p:cNvPicPr preferRelativeResize="0"/>
          <p:nvPr/>
        </p:nvPicPr>
        <p:blipFill rotWithShape="1">
          <a:blip r:embed="rId3">
            <a:alphaModFix/>
          </a:blip>
          <a:srcRect b="9853" l="0" r="0" t="0"/>
          <a:stretch/>
        </p:blipFill>
        <p:spPr>
          <a:xfrm>
            <a:off x="2655487" y="3820875"/>
            <a:ext cx="982713" cy="1347850"/>
          </a:xfrm>
          <a:prstGeom prst="rect">
            <a:avLst/>
          </a:prstGeom>
          <a:noFill/>
          <a:ln>
            <a:noFill/>
          </a:ln>
        </p:spPr>
      </p:pic>
      <p:pic>
        <p:nvPicPr>
          <p:cNvPr id="364" name="Google Shape;364;p54"/>
          <p:cNvPicPr preferRelativeResize="0"/>
          <p:nvPr/>
        </p:nvPicPr>
        <p:blipFill rotWithShape="1">
          <a:blip r:embed="rId3">
            <a:alphaModFix/>
          </a:blip>
          <a:srcRect b="9853" l="0" r="0" t="0"/>
          <a:stretch/>
        </p:blipFill>
        <p:spPr>
          <a:xfrm>
            <a:off x="4517888" y="3982537"/>
            <a:ext cx="870750" cy="1194250"/>
          </a:xfrm>
          <a:prstGeom prst="rect">
            <a:avLst/>
          </a:prstGeom>
          <a:noFill/>
          <a:ln>
            <a:noFill/>
          </a:ln>
        </p:spPr>
      </p:pic>
      <p:pic>
        <p:nvPicPr>
          <p:cNvPr id="365" name="Google Shape;365;p54"/>
          <p:cNvPicPr preferRelativeResize="0"/>
          <p:nvPr/>
        </p:nvPicPr>
        <p:blipFill rotWithShape="1">
          <a:blip r:embed="rId3">
            <a:alphaModFix/>
          </a:blip>
          <a:srcRect b="5687" l="0" r="0" t="0"/>
          <a:stretch/>
        </p:blipFill>
        <p:spPr>
          <a:xfrm flipH="1">
            <a:off x="5979175" y="4016252"/>
            <a:ext cx="783075" cy="1123675"/>
          </a:xfrm>
          <a:prstGeom prst="rect">
            <a:avLst/>
          </a:prstGeom>
          <a:noFill/>
          <a:ln>
            <a:noFill/>
          </a:ln>
        </p:spPr>
      </p:pic>
      <p:pic>
        <p:nvPicPr>
          <p:cNvPr id="366" name="Google Shape;366;p54"/>
          <p:cNvPicPr preferRelativeResize="0"/>
          <p:nvPr/>
        </p:nvPicPr>
        <p:blipFill rotWithShape="1">
          <a:blip r:embed="rId3">
            <a:alphaModFix/>
          </a:blip>
          <a:srcRect b="0" l="0" r="0" t="0"/>
          <a:stretch/>
        </p:blipFill>
        <p:spPr>
          <a:xfrm>
            <a:off x="7223650" y="3820875"/>
            <a:ext cx="870750" cy="13248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1 1">
  <p:cSld name="CUSTOM_21_2_1_1_1">
    <p:spTree>
      <p:nvGrpSpPr>
        <p:cNvPr id="367" name="Shape 367"/>
        <p:cNvGrpSpPr/>
        <p:nvPr/>
      </p:nvGrpSpPr>
      <p:grpSpPr>
        <a:xfrm>
          <a:off x="0" y="0"/>
          <a:ext cx="0" cy="0"/>
          <a:chOff x="0" y="0"/>
          <a:chExt cx="0" cy="0"/>
        </a:xfrm>
      </p:grpSpPr>
      <p:sp>
        <p:nvSpPr>
          <p:cNvPr id="368" name="Google Shape;368;p55"/>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55"/>
          <p:cNvSpPr txBox="1"/>
          <p:nvPr>
            <p:ph type="title"/>
          </p:nvPr>
        </p:nvSpPr>
        <p:spPr>
          <a:xfrm>
            <a:off x="724200" y="127400"/>
            <a:ext cx="4452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0" name="Google Shape;370;p55"/>
          <p:cNvSpPr txBox="1"/>
          <p:nvPr>
            <p:ph idx="2" type="title"/>
          </p:nvPr>
        </p:nvSpPr>
        <p:spPr>
          <a:xfrm>
            <a:off x="742750" y="478650"/>
            <a:ext cx="4452900" cy="32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1" name="Google Shape;371;p5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372" name="Google Shape;372;p55"/>
          <p:cNvPicPr preferRelativeResize="0"/>
          <p:nvPr/>
        </p:nvPicPr>
        <p:blipFill rotWithShape="1">
          <a:blip r:embed="rId2">
            <a:alphaModFix/>
          </a:blip>
          <a:srcRect b="0" l="0" r="0" t="0"/>
          <a:stretch/>
        </p:blipFill>
        <p:spPr>
          <a:xfrm>
            <a:off x="189300" y="286700"/>
            <a:ext cx="466150" cy="45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1 2">
  <p:cSld name="CUSTOM_10_2_1">
    <p:spTree>
      <p:nvGrpSpPr>
        <p:cNvPr id="373" name="Shape 373"/>
        <p:cNvGrpSpPr/>
        <p:nvPr/>
      </p:nvGrpSpPr>
      <p:grpSpPr>
        <a:xfrm>
          <a:off x="0" y="0"/>
          <a:ext cx="0" cy="0"/>
          <a:chOff x="0" y="0"/>
          <a:chExt cx="0" cy="0"/>
        </a:xfrm>
      </p:grpSpPr>
      <p:sp>
        <p:nvSpPr>
          <p:cNvPr id="374" name="Google Shape;374;p56"/>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2E5E73"/>
                </a:solidFill>
                <a:latin typeface="Roboto"/>
                <a:ea typeface="Roboto"/>
                <a:cs typeface="Roboto"/>
                <a:sym typeface="Roboto"/>
              </a:rPr>
              <a:t>Time’s up!</a:t>
            </a:r>
            <a:endParaRPr b="1" i="0" sz="4000" u="none" cap="none" strike="noStrike">
              <a:solidFill>
                <a:srgbClr val="2E5E73"/>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2E5E73"/>
                </a:solidFill>
                <a:latin typeface="Roboto Light"/>
                <a:ea typeface="Roboto Light"/>
                <a:cs typeface="Roboto Light"/>
                <a:sym typeface="Roboto Light"/>
              </a:rPr>
              <a:t>Let’s review</a:t>
            </a:r>
            <a:endParaRPr b="0" i="0" sz="4000" u="none" cap="none" strike="noStrike">
              <a:solidFill>
                <a:srgbClr val="2E5E73"/>
              </a:solidFill>
              <a:latin typeface="Roboto Light"/>
              <a:ea typeface="Roboto Light"/>
              <a:cs typeface="Roboto Light"/>
              <a:sym typeface="Roboto Light"/>
            </a:endParaRPr>
          </a:p>
        </p:txBody>
      </p:sp>
      <p:pic>
        <p:nvPicPr>
          <p:cNvPr id="375" name="Google Shape;375;p56"/>
          <p:cNvPicPr preferRelativeResize="0"/>
          <p:nvPr/>
        </p:nvPicPr>
        <p:blipFill rotWithShape="1">
          <a:blip r:embed="rId2">
            <a:alphaModFix/>
          </a:blip>
          <a:srcRect b="0" l="0" r="0" t="0"/>
          <a:stretch/>
        </p:blipFill>
        <p:spPr>
          <a:xfrm>
            <a:off x="3975000" y="1536950"/>
            <a:ext cx="1194000" cy="114906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76" name="Shape 376"/>
        <p:cNvGrpSpPr/>
        <p:nvPr/>
      </p:nvGrpSpPr>
      <p:grpSpPr>
        <a:xfrm>
          <a:off x="0" y="0"/>
          <a:ext cx="0" cy="0"/>
          <a:chOff x="0" y="0"/>
          <a:chExt cx="0" cy="0"/>
        </a:xfrm>
      </p:grpSpPr>
      <p:sp>
        <p:nvSpPr>
          <p:cNvPr id="377" name="Google Shape;377;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8" name="Google Shape;378;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79" name="Google Shape;37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5">
  <p:cSld name="CUSTOM_4_1">
    <p:spTree>
      <p:nvGrpSpPr>
        <p:cNvPr id="380" name="Shape 380"/>
        <p:cNvGrpSpPr/>
        <p:nvPr/>
      </p:nvGrpSpPr>
      <p:grpSpPr>
        <a:xfrm>
          <a:off x="0" y="0"/>
          <a:ext cx="0" cy="0"/>
          <a:chOff x="0" y="0"/>
          <a:chExt cx="0" cy="0"/>
        </a:xfrm>
      </p:grpSpPr>
      <p:sp>
        <p:nvSpPr>
          <p:cNvPr id="381" name="Google Shape;381;p58"/>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2" name="Google Shape;382;p58"/>
          <p:cNvPicPr preferRelativeResize="0"/>
          <p:nvPr/>
        </p:nvPicPr>
        <p:blipFill rotWithShape="1">
          <a:blip r:embed="rId2">
            <a:alphaModFix/>
          </a:blip>
          <a:srcRect b="0" l="0" r="0" t="0"/>
          <a:stretch/>
        </p:blipFill>
        <p:spPr>
          <a:xfrm>
            <a:off x="772288" y="1643513"/>
            <a:ext cx="1856475" cy="1856475"/>
          </a:xfrm>
          <a:prstGeom prst="rect">
            <a:avLst/>
          </a:prstGeom>
          <a:noFill/>
          <a:ln>
            <a:noFill/>
          </a:ln>
        </p:spPr>
      </p:pic>
      <p:pic>
        <p:nvPicPr>
          <p:cNvPr id="383" name="Google Shape;383;p58"/>
          <p:cNvPicPr preferRelativeResize="0"/>
          <p:nvPr/>
        </p:nvPicPr>
        <p:blipFill rotWithShape="1">
          <a:blip r:embed="rId3">
            <a:alphaModFix amt="11000"/>
          </a:blip>
          <a:srcRect b="0" l="0" r="0" t="0"/>
          <a:stretch/>
        </p:blipFill>
        <p:spPr>
          <a:xfrm>
            <a:off x="5672475" y="2991225"/>
            <a:ext cx="3471525" cy="2243875"/>
          </a:xfrm>
          <a:prstGeom prst="rect">
            <a:avLst/>
          </a:prstGeom>
          <a:noFill/>
          <a:ln>
            <a:noFill/>
          </a:ln>
        </p:spPr>
      </p:pic>
      <p:sp>
        <p:nvSpPr>
          <p:cNvPr id="384" name="Google Shape;384;p58"/>
          <p:cNvSpPr txBox="1"/>
          <p:nvPr>
            <p:ph type="title"/>
          </p:nvPr>
        </p:nvSpPr>
        <p:spPr>
          <a:xfrm>
            <a:off x="3141250" y="1925250"/>
            <a:ext cx="5555100" cy="130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800"/>
              <a:buNone/>
              <a:defRPr sz="3800">
                <a:latin typeface="Roboto Light"/>
                <a:ea typeface="Roboto Light"/>
                <a:cs typeface="Roboto Light"/>
                <a:sym typeface="Roboto Light"/>
              </a:defRPr>
            </a:lvl1pPr>
            <a:lvl2pPr lvl="1"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p:cSld name="CUSTOM_11_1">
    <p:spTree>
      <p:nvGrpSpPr>
        <p:cNvPr id="385" name="Shape 385"/>
        <p:cNvGrpSpPr/>
        <p:nvPr/>
      </p:nvGrpSpPr>
      <p:grpSpPr>
        <a:xfrm>
          <a:off x="0" y="0"/>
          <a:ext cx="0" cy="0"/>
          <a:chOff x="0" y="0"/>
          <a:chExt cx="0" cy="0"/>
        </a:xfrm>
      </p:grpSpPr>
      <p:sp>
        <p:nvSpPr>
          <p:cNvPr id="386" name="Google Shape;386;p59"/>
          <p:cNvSpPr/>
          <p:nvPr/>
        </p:nvSpPr>
        <p:spPr>
          <a:xfrm>
            <a:off x="953325" y="17024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59"/>
          <p:cNvSpPr/>
          <p:nvPr/>
        </p:nvSpPr>
        <p:spPr>
          <a:xfrm>
            <a:off x="953325" y="23448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9"/>
          <p:cNvSpPr/>
          <p:nvPr/>
        </p:nvSpPr>
        <p:spPr>
          <a:xfrm>
            <a:off x="953325" y="29873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59"/>
          <p:cNvSpPr/>
          <p:nvPr/>
        </p:nvSpPr>
        <p:spPr>
          <a:xfrm>
            <a:off x="953325" y="36291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59"/>
          <p:cNvSpPr/>
          <p:nvPr/>
        </p:nvSpPr>
        <p:spPr>
          <a:xfrm>
            <a:off x="953325" y="427153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59"/>
          <p:cNvSpPr/>
          <p:nvPr/>
        </p:nvSpPr>
        <p:spPr>
          <a:xfrm>
            <a:off x="953325" y="10606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9"/>
          <p:cNvSpPr/>
          <p:nvPr/>
        </p:nvSpPr>
        <p:spPr>
          <a:xfrm>
            <a:off x="802850" y="1031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82D49"/>
                </a:solidFill>
                <a:latin typeface="Arial"/>
                <a:ea typeface="Arial"/>
                <a:cs typeface="Arial"/>
                <a:sym typeface="Arial"/>
              </a:rPr>
              <a:t>1</a:t>
            </a:r>
            <a:endParaRPr b="0" i="0" sz="1400" u="none" cap="none" strike="noStrike">
              <a:solidFill>
                <a:srgbClr val="082D49"/>
              </a:solidFill>
              <a:latin typeface="Arial"/>
              <a:ea typeface="Arial"/>
              <a:cs typeface="Arial"/>
              <a:sym typeface="Arial"/>
            </a:endParaRPr>
          </a:p>
        </p:txBody>
      </p:sp>
      <p:sp>
        <p:nvSpPr>
          <p:cNvPr id="393" name="Google Shape;393;p59"/>
          <p:cNvSpPr/>
          <p:nvPr/>
        </p:nvSpPr>
        <p:spPr>
          <a:xfrm>
            <a:off x="802850" y="16730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82D49"/>
                </a:solidFill>
                <a:latin typeface="Arial"/>
                <a:ea typeface="Arial"/>
                <a:cs typeface="Arial"/>
                <a:sym typeface="Arial"/>
              </a:rPr>
              <a:t>2</a:t>
            </a:r>
            <a:endParaRPr b="0" i="0" sz="1400" u="none" cap="none" strike="noStrike">
              <a:solidFill>
                <a:srgbClr val="082D49"/>
              </a:solidFill>
              <a:latin typeface="Arial"/>
              <a:ea typeface="Arial"/>
              <a:cs typeface="Arial"/>
              <a:sym typeface="Arial"/>
            </a:endParaRPr>
          </a:p>
        </p:txBody>
      </p:sp>
      <p:sp>
        <p:nvSpPr>
          <p:cNvPr id="394" name="Google Shape;394;p59"/>
          <p:cNvSpPr/>
          <p:nvPr/>
        </p:nvSpPr>
        <p:spPr>
          <a:xfrm>
            <a:off x="802850" y="23154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82D49"/>
                </a:solidFill>
                <a:latin typeface="Arial"/>
                <a:ea typeface="Arial"/>
                <a:cs typeface="Arial"/>
                <a:sym typeface="Arial"/>
              </a:rPr>
              <a:t>3</a:t>
            </a:r>
            <a:endParaRPr b="0" i="0" sz="1400" u="none" cap="none" strike="noStrike">
              <a:solidFill>
                <a:srgbClr val="082D49"/>
              </a:solidFill>
              <a:latin typeface="Arial"/>
              <a:ea typeface="Arial"/>
              <a:cs typeface="Arial"/>
              <a:sym typeface="Arial"/>
            </a:endParaRPr>
          </a:p>
        </p:txBody>
      </p:sp>
      <p:sp>
        <p:nvSpPr>
          <p:cNvPr id="395" name="Google Shape;395;p59"/>
          <p:cNvSpPr/>
          <p:nvPr/>
        </p:nvSpPr>
        <p:spPr>
          <a:xfrm>
            <a:off x="802850" y="29506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82D49"/>
                </a:solidFill>
                <a:latin typeface="Arial"/>
                <a:ea typeface="Arial"/>
                <a:cs typeface="Arial"/>
                <a:sym typeface="Arial"/>
              </a:rPr>
              <a:t>4</a:t>
            </a:r>
            <a:endParaRPr b="0" i="0" sz="1400" u="none" cap="none" strike="noStrike">
              <a:solidFill>
                <a:srgbClr val="082D49"/>
              </a:solidFill>
              <a:latin typeface="Arial"/>
              <a:ea typeface="Arial"/>
              <a:cs typeface="Arial"/>
              <a:sym typeface="Arial"/>
            </a:endParaRPr>
          </a:p>
        </p:txBody>
      </p:sp>
      <p:sp>
        <p:nvSpPr>
          <p:cNvPr id="396" name="Google Shape;396;p59"/>
          <p:cNvSpPr/>
          <p:nvPr/>
        </p:nvSpPr>
        <p:spPr>
          <a:xfrm>
            <a:off x="802850" y="35858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82D49"/>
                </a:solidFill>
                <a:latin typeface="Arial"/>
                <a:ea typeface="Arial"/>
                <a:cs typeface="Arial"/>
                <a:sym typeface="Arial"/>
              </a:rPr>
              <a:t>5</a:t>
            </a:r>
            <a:endParaRPr b="0" i="0" sz="1400" u="none" cap="none" strike="noStrike">
              <a:solidFill>
                <a:srgbClr val="082D49"/>
              </a:solidFill>
              <a:latin typeface="Arial"/>
              <a:ea typeface="Arial"/>
              <a:cs typeface="Arial"/>
              <a:sym typeface="Arial"/>
            </a:endParaRPr>
          </a:p>
        </p:txBody>
      </p:sp>
      <p:sp>
        <p:nvSpPr>
          <p:cNvPr id="397" name="Google Shape;397;p59"/>
          <p:cNvSpPr/>
          <p:nvPr/>
        </p:nvSpPr>
        <p:spPr>
          <a:xfrm>
            <a:off x="802850" y="42210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82D49"/>
                </a:solidFill>
                <a:latin typeface="Arial"/>
                <a:ea typeface="Arial"/>
                <a:cs typeface="Arial"/>
                <a:sym typeface="Arial"/>
              </a:rPr>
              <a:t>6</a:t>
            </a:r>
            <a:endParaRPr b="0" i="0" sz="1400" u="none" cap="none" strike="noStrike">
              <a:solidFill>
                <a:srgbClr val="082D49"/>
              </a:solidFill>
              <a:latin typeface="Arial"/>
              <a:ea typeface="Arial"/>
              <a:cs typeface="Arial"/>
              <a:sym typeface="Arial"/>
            </a:endParaRPr>
          </a:p>
        </p:txBody>
      </p:sp>
      <p:sp>
        <p:nvSpPr>
          <p:cNvPr id="398" name="Google Shape;398;p59"/>
          <p:cNvSpPr txBox="1"/>
          <p:nvPr>
            <p:ph type="title"/>
          </p:nvPr>
        </p:nvSpPr>
        <p:spPr>
          <a:xfrm>
            <a:off x="724200" y="127400"/>
            <a:ext cx="4452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9" name="Google Shape;399;p59"/>
          <p:cNvSpPr txBox="1"/>
          <p:nvPr>
            <p:ph idx="2" type="title"/>
          </p:nvPr>
        </p:nvSpPr>
        <p:spPr>
          <a:xfrm>
            <a:off x="742750" y="478650"/>
            <a:ext cx="4452900" cy="32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00" name="Google Shape;400;p59"/>
          <p:cNvSpPr txBox="1"/>
          <p:nvPr>
            <p:ph idx="1" type="subTitle"/>
          </p:nvPr>
        </p:nvSpPr>
        <p:spPr>
          <a:xfrm>
            <a:off x="1354400" y="1052975"/>
            <a:ext cx="7116000" cy="4002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01" name="Google Shape;401;p59"/>
          <p:cNvSpPr txBox="1"/>
          <p:nvPr>
            <p:ph idx="3" type="subTitle"/>
          </p:nvPr>
        </p:nvSpPr>
        <p:spPr>
          <a:xfrm>
            <a:off x="1354400" y="1695438"/>
            <a:ext cx="7116000" cy="4002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02" name="Google Shape;402;p59"/>
          <p:cNvSpPr txBox="1"/>
          <p:nvPr>
            <p:ph idx="4" type="subTitle"/>
          </p:nvPr>
        </p:nvSpPr>
        <p:spPr>
          <a:xfrm>
            <a:off x="1354400" y="2341225"/>
            <a:ext cx="7116000" cy="4002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03" name="Google Shape;403;p59"/>
          <p:cNvSpPr txBox="1"/>
          <p:nvPr>
            <p:ph idx="5" type="subTitle"/>
          </p:nvPr>
        </p:nvSpPr>
        <p:spPr>
          <a:xfrm>
            <a:off x="1354400" y="2987013"/>
            <a:ext cx="7116000" cy="4002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04" name="Google Shape;404;p59"/>
          <p:cNvSpPr txBox="1"/>
          <p:nvPr>
            <p:ph idx="6" type="subTitle"/>
          </p:nvPr>
        </p:nvSpPr>
        <p:spPr>
          <a:xfrm>
            <a:off x="1354400" y="3629425"/>
            <a:ext cx="7116000" cy="4002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05" name="Google Shape;405;p59"/>
          <p:cNvSpPr txBox="1"/>
          <p:nvPr>
            <p:ph idx="7" type="subTitle"/>
          </p:nvPr>
        </p:nvSpPr>
        <p:spPr>
          <a:xfrm>
            <a:off x="1354400" y="4271525"/>
            <a:ext cx="7116000" cy="4002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4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06" name="Google Shape;406;p5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411" name="Shape 411"/>
        <p:cNvGrpSpPr/>
        <p:nvPr/>
      </p:nvGrpSpPr>
      <p:grpSpPr>
        <a:xfrm>
          <a:off x="0" y="0"/>
          <a:ext cx="0" cy="0"/>
          <a:chOff x="0" y="0"/>
          <a:chExt cx="0" cy="0"/>
        </a:xfrm>
      </p:grpSpPr>
      <p:sp>
        <p:nvSpPr>
          <p:cNvPr id="412" name="Google Shape;412;p6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3" name="Google Shape;413;p61"/>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14" name="Google Shape;414;p61"/>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algn="l">
              <a:lnSpc>
                <a:spcPct val="115000"/>
              </a:lnSpc>
              <a:spcBef>
                <a:spcPts val="0"/>
              </a:spcBef>
              <a:spcAft>
                <a:spcPts val="0"/>
              </a:spcAft>
              <a:buClr>
                <a:schemeClr val="dk2"/>
              </a:buClr>
              <a:buSzPts val="1800"/>
              <a:buChar char="●"/>
              <a:defRPr>
                <a:solidFill>
                  <a:schemeClr val="dk2"/>
                </a:solidFill>
              </a:defRPr>
            </a:lvl1pPr>
            <a:lvl2pPr indent="-342900" lvl="1" marL="914400" algn="l">
              <a:lnSpc>
                <a:spcPct val="115000"/>
              </a:lnSpc>
              <a:spcBef>
                <a:spcPts val="0"/>
              </a:spcBef>
              <a:spcAft>
                <a:spcPts val="0"/>
              </a:spcAft>
              <a:buClr>
                <a:schemeClr val="dk2"/>
              </a:buClr>
              <a:buSzPts val="1800"/>
              <a:buChar char="○"/>
              <a:defRPr>
                <a:solidFill>
                  <a:schemeClr val="dk2"/>
                </a:solidFill>
              </a:defRPr>
            </a:lvl2pPr>
            <a:lvl3pPr indent="-342900" lvl="2" marL="1371600" algn="l">
              <a:lnSpc>
                <a:spcPct val="115000"/>
              </a:lnSpc>
              <a:spcBef>
                <a:spcPts val="0"/>
              </a:spcBef>
              <a:spcAft>
                <a:spcPts val="0"/>
              </a:spcAft>
              <a:buClr>
                <a:schemeClr val="dk2"/>
              </a:buClr>
              <a:buSzPts val="1800"/>
              <a:buChar char="■"/>
              <a:defRPr>
                <a:solidFill>
                  <a:schemeClr val="dk2"/>
                </a:solidFill>
              </a:defRPr>
            </a:lvl3pPr>
            <a:lvl4pPr indent="-342900" lvl="3" marL="1828800" algn="l">
              <a:lnSpc>
                <a:spcPct val="115000"/>
              </a:lnSpc>
              <a:spcBef>
                <a:spcPts val="0"/>
              </a:spcBef>
              <a:spcAft>
                <a:spcPts val="0"/>
              </a:spcAft>
              <a:buClr>
                <a:schemeClr val="dk2"/>
              </a:buClr>
              <a:buSzPts val="1800"/>
              <a:buChar char="●"/>
              <a:defRPr>
                <a:solidFill>
                  <a:schemeClr val="dk2"/>
                </a:solidFill>
              </a:defRPr>
            </a:lvl4pPr>
            <a:lvl5pPr indent="-342900" lvl="4" marL="2286000" algn="l">
              <a:lnSpc>
                <a:spcPct val="115000"/>
              </a:lnSpc>
              <a:spcBef>
                <a:spcPts val="0"/>
              </a:spcBef>
              <a:spcAft>
                <a:spcPts val="0"/>
              </a:spcAft>
              <a:buClr>
                <a:schemeClr val="dk2"/>
              </a:buClr>
              <a:buSzPts val="1800"/>
              <a:buChar char="○"/>
              <a:defRPr>
                <a:solidFill>
                  <a:schemeClr val="dk2"/>
                </a:solidFill>
              </a:defRPr>
            </a:lvl5pPr>
            <a:lvl6pPr indent="-342900" lvl="5" marL="2743200" algn="l">
              <a:lnSpc>
                <a:spcPct val="115000"/>
              </a:lnSpc>
              <a:spcBef>
                <a:spcPts val="0"/>
              </a:spcBef>
              <a:spcAft>
                <a:spcPts val="0"/>
              </a:spcAft>
              <a:buClr>
                <a:schemeClr val="dk2"/>
              </a:buClr>
              <a:buSzPts val="1800"/>
              <a:buChar char="■"/>
              <a:defRPr>
                <a:solidFill>
                  <a:schemeClr val="dk2"/>
                </a:solidFill>
              </a:defRPr>
            </a:lvl6pPr>
            <a:lvl7pPr indent="-342900" lvl="6" marL="3200400" algn="l">
              <a:lnSpc>
                <a:spcPct val="115000"/>
              </a:lnSpc>
              <a:spcBef>
                <a:spcPts val="0"/>
              </a:spcBef>
              <a:spcAft>
                <a:spcPts val="0"/>
              </a:spcAft>
              <a:buClr>
                <a:schemeClr val="dk2"/>
              </a:buClr>
              <a:buSzPts val="1800"/>
              <a:buChar char="●"/>
              <a:defRPr>
                <a:solidFill>
                  <a:schemeClr val="dk2"/>
                </a:solidFill>
              </a:defRPr>
            </a:lvl7pPr>
            <a:lvl8pPr indent="-342900" lvl="7" marL="3657600" algn="l">
              <a:lnSpc>
                <a:spcPct val="115000"/>
              </a:lnSpc>
              <a:spcBef>
                <a:spcPts val="0"/>
              </a:spcBef>
              <a:spcAft>
                <a:spcPts val="0"/>
              </a:spcAft>
              <a:buClr>
                <a:schemeClr val="dk2"/>
              </a:buClr>
              <a:buSzPts val="1800"/>
              <a:buChar char="○"/>
              <a:defRPr>
                <a:solidFill>
                  <a:schemeClr val="dk2"/>
                </a:solidFill>
              </a:defRPr>
            </a:lvl8pPr>
            <a:lvl9pPr indent="-342900" lvl="8" marL="411480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415" name="Shape 415"/>
        <p:cNvGrpSpPr/>
        <p:nvPr/>
      </p:nvGrpSpPr>
      <p:grpSpPr>
        <a:xfrm>
          <a:off x="0" y="0"/>
          <a:ext cx="0" cy="0"/>
          <a:chOff x="0" y="0"/>
          <a:chExt cx="0" cy="0"/>
        </a:xfrm>
      </p:grpSpPr>
      <p:sp>
        <p:nvSpPr>
          <p:cNvPr id="416" name="Google Shape;416;p62"/>
          <p:cNvSpPr/>
          <p:nvPr>
            <p:ph idx="2" type="pic"/>
          </p:nvPr>
        </p:nvSpPr>
        <p:spPr>
          <a:xfrm>
            <a:off x="5943725" y="150"/>
            <a:ext cx="3200100" cy="5143500"/>
          </a:xfrm>
          <a:prstGeom prst="rect">
            <a:avLst/>
          </a:prstGeom>
          <a:noFill/>
          <a:ln>
            <a:noFill/>
          </a:ln>
        </p:spPr>
      </p:sp>
      <p:sp>
        <p:nvSpPr>
          <p:cNvPr id="417" name="Google Shape;417;p62"/>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8" name="Google Shape;418;p62"/>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19" name="Google Shape;419;p62"/>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algn="l">
              <a:lnSpc>
                <a:spcPct val="115000"/>
              </a:lnSpc>
              <a:spcBef>
                <a:spcPts val="0"/>
              </a:spcBef>
              <a:spcAft>
                <a:spcPts val="0"/>
              </a:spcAft>
              <a:buClr>
                <a:schemeClr val="dk2"/>
              </a:buClr>
              <a:buSzPts val="1800"/>
              <a:buChar char="●"/>
              <a:defRPr>
                <a:solidFill>
                  <a:schemeClr val="dk2"/>
                </a:solidFill>
              </a:defRPr>
            </a:lvl1pPr>
            <a:lvl2pPr indent="-342900" lvl="1" marL="914400" algn="l">
              <a:lnSpc>
                <a:spcPct val="115000"/>
              </a:lnSpc>
              <a:spcBef>
                <a:spcPts val="0"/>
              </a:spcBef>
              <a:spcAft>
                <a:spcPts val="0"/>
              </a:spcAft>
              <a:buClr>
                <a:schemeClr val="dk2"/>
              </a:buClr>
              <a:buSzPts val="1800"/>
              <a:buChar char="○"/>
              <a:defRPr>
                <a:solidFill>
                  <a:schemeClr val="dk2"/>
                </a:solidFill>
              </a:defRPr>
            </a:lvl2pPr>
            <a:lvl3pPr indent="-342900" lvl="2" marL="1371600" algn="l">
              <a:lnSpc>
                <a:spcPct val="115000"/>
              </a:lnSpc>
              <a:spcBef>
                <a:spcPts val="0"/>
              </a:spcBef>
              <a:spcAft>
                <a:spcPts val="0"/>
              </a:spcAft>
              <a:buClr>
                <a:schemeClr val="dk2"/>
              </a:buClr>
              <a:buSzPts val="1800"/>
              <a:buChar char="■"/>
              <a:defRPr>
                <a:solidFill>
                  <a:schemeClr val="dk2"/>
                </a:solidFill>
              </a:defRPr>
            </a:lvl3pPr>
            <a:lvl4pPr indent="-342900" lvl="3" marL="1828800" algn="l">
              <a:lnSpc>
                <a:spcPct val="115000"/>
              </a:lnSpc>
              <a:spcBef>
                <a:spcPts val="0"/>
              </a:spcBef>
              <a:spcAft>
                <a:spcPts val="0"/>
              </a:spcAft>
              <a:buClr>
                <a:schemeClr val="dk2"/>
              </a:buClr>
              <a:buSzPts val="1800"/>
              <a:buChar char="●"/>
              <a:defRPr>
                <a:solidFill>
                  <a:schemeClr val="dk2"/>
                </a:solidFill>
              </a:defRPr>
            </a:lvl4pPr>
            <a:lvl5pPr indent="-342900" lvl="4" marL="2286000" algn="l">
              <a:lnSpc>
                <a:spcPct val="115000"/>
              </a:lnSpc>
              <a:spcBef>
                <a:spcPts val="0"/>
              </a:spcBef>
              <a:spcAft>
                <a:spcPts val="0"/>
              </a:spcAft>
              <a:buClr>
                <a:schemeClr val="dk2"/>
              </a:buClr>
              <a:buSzPts val="1800"/>
              <a:buChar char="○"/>
              <a:defRPr>
                <a:solidFill>
                  <a:schemeClr val="dk2"/>
                </a:solidFill>
              </a:defRPr>
            </a:lvl5pPr>
            <a:lvl6pPr indent="-342900" lvl="5" marL="2743200" algn="l">
              <a:lnSpc>
                <a:spcPct val="115000"/>
              </a:lnSpc>
              <a:spcBef>
                <a:spcPts val="0"/>
              </a:spcBef>
              <a:spcAft>
                <a:spcPts val="0"/>
              </a:spcAft>
              <a:buClr>
                <a:schemeClr val="dk2"/>
              </a:buClr>
              <a:buSzPts val="1800"/>
              <a:buChar char="■"/>
              <a:defRPr>
                <a:solidFill>
                  <a:schemeClr val="dk2"/>
                </a:solidFill>
              </a:defRPr>
            </a:lvl6pPr>
            <a:lvl7pPr indent="-342900" lvl="6" marL="3200400" algn="l">
              <a:lnSpc>
                <a:spcPct val="115000"/>
              </a:lnSpc>
              <a:spcBef>
                <a:spcPts val="0"/>
              </a:spcBef>
              <a:spcAft>
                <a:spcPts val="0"/>
              </a:spcAft>
              <a:buClr>
                <a:schemeClr val="dk2"/>
              </a:buClr>
              <a:buSzPts val="1800"/>
              <a:buChar char="●"/>
              <a:defRPr>
                <a:solidFill>
                  <a:schemeClr val="dk2"/>
                </a:solidFill>
              </a:defRPr>
            </a:lvl7pPr>
            <a:lvl8pPr indent="-342900" lvl="7" marL="3657600" algn="l">
              <a:lnSpc>
                <a:spcPct val="115000"/>
              </a:lnSpc>
              <a:spcBef>
                <a:spcPts val="0"/>
              </a:spcBef>
              <a:spcAft>
                <a:spcPts val="0"/>
              </a:spcAft>
              <a:buClr>
                <a:schemeClr val="dk2"/>
              </a:buClr>
              <a:buSzPts val="1800"/>
              <a:buChar char="○"/>
              <a:defRPr>
                <a:solidFill>
                  <a:schemeClr val="dk2"/>
                </a:solidFill>
              </a:defRPr>
            </a:lvl8pPr>
            <a:lvl9pPr indent="-342900" lvl="8" marL="411480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420" name="Shape 420"/>
        <p:cNvGrpSpPr/>
        <p:nvPr/>
      </p:nvGrpSpPr>
      <p:grpSpPr>
        <a:xfrm>
          <a:off x="0" y="0"/>
          <a:ext cx="0" cy="0"/>
          <a:chOff x="0" y="0"/>
          <a:chExt cx="0" cy="0"/>
        </a:xfrm>
      </p:grpSpPr>
      <p:sp>
        <p:nvSpPr>
          <p:cNvPr id="421" name="Google Shape;421;p63"/>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63"/>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800"/>
              <a:buNone/>
              <a:defRPr b="1" sz="1800">
                <a:solidFill>
                  <a:schemeClr val="dk2"/>
                </a:solidFill>
              </a:defRPr>
            </a:lvl1pPr>
            <a:lvl2pPr lvl="1"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423" name="Google Shape;423;p63"/>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sp>
        <p:nvSpPr>
          <p:cNvPr id="424" name="Google Shape;424;p63"/>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algn="l">
              <a:lnSpc>
                <a:spcPct val="115000"/>
              </a:lnSpc>
              <a:spcBef>
                <a:spcPts val="0"/>
              </a:spcBef>
              <a:spcAft>
                <a:spcPts val="0"/>
              </a:spcAft>
              <a:buClr>
                <a:schemeClr val="dk2"/>
              </a:buClr>
              <a:buSzPts val="1800"/>
              <a:buChar char="●"/>
              <a:defRPr>
                <a:solidFill>
                  <a:schemeClr val="dk2"/>
                </a:solidFill>
              </a:defRPr>
            </a:lvl1pPr>
            <a:lvl2pPr indent="-342900" lvl="1" marL="914400" algn="l">
              <a:lnSpc>
                <a:spcPct val="115000"/>
              </a:lnSpc>
              <a:spcBef>
                <a:spcPts val="0"/>
              </a:spcBef>
              <a:spcAft>
                <a:spcPts val="0"/>
              </a:spcAft>
              <a:buClr>
                <a:schemeClr val="dk2"/>
              </a:buClr>
              <a:buSzPts val="1800"/>
              <a:buChar char="○"/>
              <a:defRPr>
                <a:solidFill>
                  <a:schemeClr val="dk2"/>
                </a:solidFill>
              </a:defRPr>
            </a:lvl2pPr>
            <a:lvl3pPr indent="-342900" lvl="2" marL="1371600" algn="l">
              <a:lnSpc>
                <a:spcPct val="115000"/>
              </a:lnSpc>
              <a:spcBef>
                <a:spcPts val="0"/>
              </a:spcBef>
              <a:spcAft>
                <a:spcPts val="0"/>
              </a:spcAft>
              <a:buClr>
                <a:schemeClr val="dk2"/>
              </a:buClr>
              <a:buSzPts val="1800"/>
              <a:buChar char="■"/>
              <a:defRPr>
                <a:solidFill>
                  <a:schemeClr val="dk2"/>
                </a:solidFill>
              </a:defRPr>
            </a:lvl3pPr>
            <a:lvl4pPr indent="-342900" lvl="3" marL="1828800" algn="l">
              <a:lnSpc>
                <a:spcPct val="115000"/>
              </a:lnSpc>
              <a:spcBef>
                <a:spcPts val="0"/>
              </a:spcBef>
              <a:spcAft>
                <a:spcPts val="0"/>
              </a:spcAft>
              <a:buClr>
                <a:schemeClr val="dk2"/>
              </a:buClr>
              <a:buSzPts val="1800"/>
              <a:buChar char="●"/>
              <a:defRPr>
                <a:solidFill>
                  <a:schemeClr val="dk2"/>
                </a:solidFill>
              </a:defRPr>
            </a:lvl4pPr>
            <a:lvl5pPr indent="-342900" lvl="4" marL="2286000" algn="l">
              <a:lnSpc>
                <a:spcPct val="115000"/>
              </a:lnSpc>
              <a:spcBef>
                <a:spcPts val="0"/>
              </a:spcBef>
              <a:spcAft>
                <a:spcPts val="0"/>
              </a:spcAft>
              <a:buClr>
                <a:schemeClr val="dk2"/>
              </a:buClr>
              <a:buSzPts val="1800"/>
              <a:buChar char="○"/>
              <a:defRPr>
                <a:solidFill>
                  <a:schemeClr val="dk2"/>
                </a:solidFill>
              </a:defRPr>
            </a:lvl5pPr>
            <a:lvl6pPr indent="-342900" lvl="5" marL="2743200" algn="l">
              <a:lnSpc>
                <a:spcPct val="115000"/>
              </a:lnSpc>
              <a:spcBef>
                <a:spcPts val="0"/>
              </a:spcBef>
              <a:spcAft>
                <a:spcPts val="0"/>
              </a:spcAft>
              <a:buClr>
                <a:schemeClr val="dk2"/>
              </a:buClr>
              <a:buSzPts val="1800"/>
              <a:buChar char="■"/>
              <a:defRPr>
                <a:solidFill>
                  <a:schemeClr val="dk2"/>
                </a:solidFill>
              </a:defRPr>
            </a:lvl6pPr>
            <a:lvl7pPr indent="-342900" lvl="6" marL="3200400" algn="l">
              <a:lnSpc>
                <a:spcPct val="115000"/>
              </a:lnSpc>
              <a:spcBef>
                <a:spcPts val="0"/>
              </a:spcBef>
              <a:spcAft>
                <a:spcPts val="0"/>
              </a:spcAft>
              <a:buClr>
                <a:schemeClr val="dk2"/>
              </a:buClr>
              <a:buSzPts val="1800"/>
              <a:buChar char="●"/>
              <a:defRPr>
                <a:solidFill>
                  <a:schemeClr val="dk2"/>
                </a:solidFill>
              </a:defRPr>
            </a:lvl7pPr>
            <a:lvl8pPr indent="-342900" lvl="7" marL="3657600" algn="l">
              <a:lnSpc>
                <a:spcPct val="115000"/>
              </a:lnSpc>
              <a:spcBef>
                <a:spcPts val="0"/>
              </a:spcBef>
              <a:spcAft>
                <a:spcPts val="0"/>
              </a:spcAft>
              <a:buClr>
                <a:schemeClr val="dk2"/>
              </a:buClr>
              <a:buSzPts val="1800"/>
              <a:buChar char="○"/>
              <a:defRPr>
                <a:solidFill>
                  <a:schemeClr val="dk2"/>
                </a:solidFill>
              </a:defRPr>
            </a:lvl8pPr>
            <a:lvl9pPr indent="-342900" lvl="8" marL="4114800" algn="l">
              <a:lnSpc>
                <a:spcPct val="115000"/>
              </a:lnSpc>
              <a:spcBef>
                <a:spcPts val="0"/>
              </a:spcBef>
              <a:spcAft>
                <a:spcPts val="0"/>
              </a:spcAft>
              <a:buClr>
                <a:schemeClr val="dk2"/>
              </a:buClr>
              <a:buSzPts val="1800"/>
              <a:buChar char="■"/>
              <a:defRPr>
                <a:solidFill>
                  <a:schemeClr val="dk2"/>
                </a:solidFill>
              </a:defRPr>
            </a:lvl9pPr>
          </a:lstStyle>
          <a:p/>
        </p:txBody>
      </p:sp>
      <p:sp>
        <p:nvSpPr>
          <p:cNvPr id="425" name="Google Shape;425;p63"/>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26" name="Google Shape;426;p63"/>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427" name="Shape 427"/>
        <p:cNvGrpSpPr/>
        <p:nvPr/>
      </p:nvGrpSpPr>
      <p:grpSpPr>
        <a:xfrm>
          <a:off x="0" y="0"/>
          <a:ext cx="0" cy="0"/>
          <a:chOff x="0" y="0"/>
          <a:chExt cx="0" cy="0"/>
        </a:xfrm>
      </p:grpSpPr>
      <p:cxnSp>
        <p:nvCxnSpPr>
          <p:cNvPr id="428" name="Google Shape;428;p64"/>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429" name="Google Shape;429;p64"/>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430" name="Google Shape;430;p64"/>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0"/>
              </a:srgbClr>
            </a:outerShdw>
          </a:effectLst>
        </p:spPr>
      </p:sp>
      <p:sp>
        <p:nvSpPr>
          <p:cNvPr id="431" name="Google Shape;431;p64"/>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2" name="Google Shape;432;p64"/>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3" name="Google Shape;433;p64"/>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34" name="Google Shape;434;p64"/>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435" name="Shape 435"/>
        <p:cNvGrpSpPr/>
        <p:nvPr/>
      </p:nvGrpSpPr>
      <p:grpSpPr>
        <a:xfrm>
          <a:off x="0" y="0"/>
          <a:ext cx="0" cy="0"/>
          <a:chOff x="0" y="0"/>
          <a:chExt cx="0" cy="0"/>
        </a:xfrm>
      </p:grpSpPr>
      <p:sp>
        <p:nvSpPr>
          <p:cNvPr id="436" name="Google Shape;436;p65"/>
          <p:cNvSpPr/>
          <p:nvPr>
            <p:ph idx="2" type="pic"/>
          </p:nvPr>
        </p:nvSpPr>
        <p:spPr>
          <a:xfrm>
            <a:off x="0" y="150"/>
            <a:ext cx="3220500" cy="5143500"/>
          </a:xfrm>
          <a:prstGeom prst="rect">
            <a:avLst/>
          </a:prstGeom>
          <a:noFill/>
          <a:ln>
            <a:noFill/>
          </a:ln>
        </p:spPr>
      </p:sp>
      <p:sp>
        <p:nvSpPr>
          <p:cNvPr id="437" name="Google Shape;437;p65"/>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algn="l">
              <a:lnSpc>
                <a:spcPct val="115000"/>
              </a:lnSpc>
              <a:spcBef>
                <a:spcPts val="0"/>
              </a:spcBef>
              <a:spcAft>
                <a:spcPts val="0"/>
              </a:spcAft>
              <a:buClr>
                <a:schemeClr val="dk2"/>
              </a:buClr>
              <a:buSzPts val="1800"/>
              <a:buChar char="●"/>
              <a:defRPr>
                <a:solidFill>
                  <a:schemeClr val="dk2"/>
                </a:solidFill>
              </a:defRPr>
            </a:lvl1pPr>
            <a:lvl2pPr indent="-342900" lvl="1" marL="914400" algn="l">
              <a:lnSpc>
                <a:spcPct val="115000"/>
              </a:lnSpc>
              <a:spcBef>
                <a:spcPts val="0"/>
              </a:spcBef>
              <a:spcAft>
                <a:spcPts val="0"/>
              </a:spcAft>
              <a:buClr>
                <a:schemeClr val="dk2"/>
              </a:buClr>
              <a:buSzPts val="1800"/>
              <a:buChar char="○"/>
              <a:defRPr>
                <a:solidFill>
                  <a:schemeClr val="dk2"/>
                </a:solidFill>
              </a:defRPr>
            </a:lvl2pPr>
            <a:lvl3pPr indent="-342900" lvl="2" marL="1371600" algn="l">
              <a:lnSpc>
                <a:spcPct val="115000"/>
              </a:lnSpc>
              <a:spcBef>
                <a:spcPts val="0"/>
              </a:spcBef>
              <a:spcAft>
                <a:spcPts val="0"/>
              </a:spcAft>
              <a:buClr>
                <a:schemeClr val="dk2"/>
              </a:buClr>
              <a:buSzPts val="1800"/>
              <a:buChar char="■"/>
              <a:defRPr>
                <a:solidFill>
                  <a:schemeClr val="dk2"/>
                </a:solidFill>
              </a:defRPr>
            </a:lvl3pPr>
            <a:lvl4pPr indent="-342900" lvl="3" marL="1828800" algn="l">
              <a:lnSpc>
                <a:spcPct val="115000"/>
              </a:lnSpc>
              <a:spcBef>
                <a:spcPts val="0"/>
              </a:spcBef>
              <a:spcAft>
                <a:spcPts val="0"/>
              </a:spcAft>
              <a:buClr>
                <a:schemeClr val="dk2"/>
              </a:buClr>
              <a:buSzPts val="1800"/>
              <a:buChar char="●"/>
              <a:defRPr>
                <a:solidFill>
                  <a:schemeClr val="dk2"/>
                </a:solidFill>
              </a:defRPr>
            </a:lvl4pPr>
            <a:lvl5pPr indent="-342900" lvl="4" marL="2286000" algn="l">
              <a:lnSpc>
                <a:spcPct val="115000"/>
              </a:lnSpc>
              <a:spcBef>
                <a:spcPts val="0"/>
              </a:spcBef>
              <a:spcAft>
                <a:spcPts val="0"/>
              </a:spcAft>
              <a:buClr>
                <a:schemeClr val="dk2"/>
              </a:buClr>
              <a:buSzPts val="1800"/>
              <a:buChar char="○"/>
              <a:defRPr>
                <a:solidFill>
                  <a:schemeClr val="dk2"/>
                </a:solidFill>
              </a:defRPr>
            </a:lvl5pPr>
            <a:lvl6pPr indent="-342900" lvl="5" marL="2743200" algn="l">
              <a:lnSpc>
                <a:spcPct val="115000"/>
              </a:lnSpc>
              <a:spcBef>
                <a:spcPts val="0"/>
              </a:spcBef>
              <a:spcAft>
                <a:spcPts val="0"/>
              </a:spcAft>
              <a:buClr>
                <a:schemeClr val="dk2"/>
              </a:buClr>
              <a:buSzPts val="1800"/>
              <a:buChar char="■"/>
              <a:defRPr>
                <a:solidFill>
                  <a:schemeClr val="dk2"/>
                </a:solidFill>
              </a:defRPr>
            </a:lvl6pPr>
            <a:lvl7pPr indent="-342900" lvl="6" marL="3200400" algn="l">
              <a:lnSpc>
                <a:spcPct val="115000"/>
              </a:lnSpc>
              <a:spcBef>
                <a:spcPts val="0"/>
              </a:spcBef>
              <a:spcAft>
                <a:spcPts val="0"/>
              </a:spcAft>
              <a:buClr>
                <a:schemeClr val="dk2"/>
              </a:buClr>
              <a:buSzPts val="1800"/>
              <a:buChar char="●"/>
              <a:defRPr>
                <a:solidFill>
                  <a:schemeClr val="dk2"/>
                </a:solidFill>
              </a:defRPr>
            </a:lvl7pPr>
            <a:lvl8pPr indent="-342900" lvl="7" marL="3657600" algn="l">
              <a:lnSpc>
                <a:spcPct val="115000"/>
              </a:lnSpc>
              <a:spcBef>
                <a:spcPts val="0"/>
              </a:spcBef>
              <a:spcAft>
                <a:spcPts val="0"/>
              </a:spcAft>
              <a:buClr>
                <a:schemeClr val="dk2"/>
              </a:buClr>
              <a:buSzPts val="1800"/>
              <a:buChar char="○"/>
              <a:defRPr>
                <a:solidFill>
                  <a:schemeClr val="dk2"/>
                </a:solidFill>
              </a:defRPr>
            </a:lvl8pPr>
            <a:lvl9pPr indent="-342900" lvl="8" marL="4114800" algn="l">
              <a:lnSpc>
                <a:spcPct val="115000"/>
              </a:lnSpc>
              <a:spcBef>
                <a:spcPts val="0"/>
              </a:spcBef>
              <a:spcAft>
                <a:spcPts val="0"/>
              </a:spcAft>
              <a:buClr>
                <a:schemeClr val="dk2"/>
              </a:buClr>
              <a:buSzPts val="1800"/>
              <a:buChar char="■"/>
              <a:defRPr>
                <a:solidFill>
                  <a:schemeClr val="dk2"/>
                </a:solidFill>
              </a:defRPr>
            </a:lvl9pPr>
          </a:lstStyle>
          <a:p/>
        </p:txBody>
      </p:sp>
      <p:sp>
        <p:nvSpPr>
          <p:cNvPr id="438" name="Google Shape;438;p65"/>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9" name="Google Shape;439;p65"/>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440" name="Shape 440"/>
        <p:cNvGrpSpPr/>
        <p:nvPr/>
      </p:nvGrpSpPr>
      <p:grpSpPr>
        <a:xfrm>
          <a:off x="0" y="0"/>
          <a:ext cx="0" cy="0"/>
          <a:chOff x="0" y="0"/>
          <a:chExt cx="0" cy="0"/>
        </a:xfrm>
      </p:grpSpPr>
      <p:cxnSp>
        <p:nvCxnSpPr>
          <p:cNvPr id="441" name="Google Shape;441;p66"/>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42" name="Google Shape;442;p6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6"/>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4" name="Google Shape;444;p66"/>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45" name="Google Shape;445;p66"/>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algn="l">
              <a:lnSpc>
                <a:spcPct val="115000"/>
              </a:lnSpc>
              <a:spcBef>
                <a:spcPts val="0"/>
              </a:spcBef>
              <a:spcAft>
                <a:spcPts val="0"/>
              </a:spcAft>
              <a:buClr>
                <a:schemeClr val="dk2"/>
              </a:buClr>
              <a:buSzPts val="1800"/>
              <a:buChar char="●"/>
              <a:defRPr>
                <a:solidFill>
                  <a:schemeClr val="dk2"/>
                </a:solidFill>
              </a:defRPr>
            </a:lvl1pPr>
            <a:lvl2pPr indent="-342900" lvl="1" marL="914400" algn="l">
              <a:lnSpc>
                <a:spcPct val="115000"/>
              </a:lnSpc>
              <a:spcBef>
                <a:spcPts val="0"/>
              </a:spcBef>
              <a:spcAft>
                <a:spcPts val="0"/>
              </a:spcAft>
              <a:buClr>
                <a:schemeClr val="dk2"/>
              </a:buClr>
              <a:buSzPts val="1800"/>
              <a:buChar char="○"/>
              <a:defRPr>
                <a:solidFill>
                  <a:schemeClr val="dk2"/>
                </a:solidFill>
              </a:defRPr>
            </a:lvl2pPr>
            <a:lvl3pPr indent="-342900" lvl="2" marL="1371600" algn="l">
              <a:lnSpc>
                <a:spcPct val="115000"/>
              </a:lnSpc>
              <a:spcBef>
                <a:spcPts val="0"/>
              </a:spcBef>
              <a:spcAft>
                <a:spcPts val="0"/>
              </a:spcAft>
              <a:buClr>
                <a:schemeClr val="dk2"/>
              </a:buClr>
              <a:buSzPts val="1800"/>
              <a:buChar char="■"/>
              <a:defRPr>
                <a:solidFill>
                  <a:schemeClr val="dk2"/>
                </a:solidFill>
              </a:defRPr>
            </a:lvl3pPr>
            <a:lvl4pPr indent="-342900" lvl="3" marL="1828800" algn="l">
              <a:lnSpc>
                <a:spcPct val="115000"/>
              </a:lnSpc>
              <a:spcBef>
                <a:spcPts val="0"/>
              </a:spcBef>
              <a:spcAft>
                <a:spcPts val="0"/>
              </a:spcAft>
              <a:buClr>
                <a:schemeClr val="dk2"/>
              </a:buClr>
              <a:buSzPts val="1800"/>
              <a:buChar char="●"/>
              <a:defRPr>
                <a:solidFill>
                  <a:schemeClr val="dk2"/>
                </a:solidFill>
              </a:defRPr>
            </a:lvl4pPr>
            <a:lvl5pPr indent="-342900" lvl="4" marL="2286000" algn="l">
              <a:lnSpc>
                <a:spcPct val="115000"/>
              </a:lnSpc>
              <a:spcBef>
                <a:spcPts val="0"/>
              </a:spcBef>
              <a:spcAft>
                <a:spcPts val="0"/>
              </a:spcAft>
              <a:buClr>
                <a:schemeClr val="dk2"/>
              </a:buClr>
              <a:buSzPts val="1800"/>
              <a:buChar char="○"/>
              <a:defRPr>
                <a:solidFill>
                  <a:schemeClr val="dk2"/>
                </a:solidFill>
              </a:defRPr>
            </a:lvl5pPr>
            <a:lvl6pPr indent="-342900" lvl="5" marL="2743200" algn="l">
              <a:lnSpc>
                <a:spcPct val="115000"/>
              </a:lnSpc>
              <a:spcBef>
                <a:spcPts val="0"/>
              </a:spcBef>
              <a:spcAft>
                <a:spcPts val="0"/>
              </a:spcAft>
              <a:buClr>
                <a:schemeClr val="dk2"/>
              </a:buClr>
              <a:buSzPts val="1800"/>
              <a:buChar char="■"/>
              <a:defRPr>
                <a:solidFill>
                  <a:schemeClr val="dk2"/>
                </a:solidFill>
              </a:defRPr>
            </a:lvl6pPr>
            <a:lvl7pPr indent="-342900" lvl="6" marL="3200400" algn="l">
              <a:lnSpc>
                <a:spcPct val="115000"/>
              </a:lnSpc>
              <a:spcBef>
                <a:spcPts val="0"/>
              </a:spcBef>
              <a:spcAft>
                <a:spcPts val="0"/>
              </a:spcAft>
              <a:buClr>
                <a:schemeClr val="dk2"/>
              </a:buClr>
              <a:buSzPts val="1800"/>
              <a:buChar char="●"/>
              <a:defRPr>
                <a:solidFill>
                  <a:schemeClr val="dk2"/>
                </a:solidFill>
              </a:defRPr>
            </a:lvl7pPr>
            <a:lvl8pPr indent="-342900" lvl="7" marL="3657600" algn="l">
              <a:lnSpc>
                <a:spcPct val="115000"/>
              </a:lnSpc>
              <a:spcBef>
                <a:spcPts val="0"/>
              </a:spcBef>
              <a:spcAft>
                <a:spcPts val="0"/>
              </a:spcAft>
              <a:buClr>
                <a:schemeClr val="dk2"/>
              </a:buClr>
              <a:buSzPts val="1800"/>
              <a:buChar char="○"/>
              <a:defRPr>
                <a:solidFill>
                  <a:schemeClr val="dk2"/>
                </a:solidFill>
              </a:defRPr>
            </a:lvl8pPr>
            <a:lvl9pPr indent="-342900" lvl="8" marL="411480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6" name="Shape 446"/>
        <p:cNvGrpSpPr/>
        <p:nvPr/>
      </p:nvGrpSpPr>
      <p:grpSpPr>
        <a:xfrm>
          <a:off x="0" y="0"/>
          <a:ext cx="0" cy="0"/>
          <a:chOff x="0" y="0"/>
          <a:chExt cx="0" cy="0"/>
        </a:xfrm>
      </p:grpSpPr>
      <p:cxnSp>
        <p:nvCxnSpPr>
          <p:cNvPr id="447" name="Google Shape;447;p67"/>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48" name="Google Shape;448;p67"/>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67"/>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67"/>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67"/>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7"/>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67"/>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454" name="Google Shape;454;p67"/>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455" name="Google Shape;455;p67"/>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456" name="Google Shape;456;p67"/>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457" name="Google Shape;457;p67"/>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458" name="Google Shape;458;p6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6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0" name="Google Shape;460;p6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61" name="Google Shape;461;p67"/>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200"/>
              </a:spcBef>
              <a:spcAft>
                <a:spcPts val="0"/>
              </a:spcAft>
              <a:buSzPts val="1800"/>
              <a:buChar char="○"/>
              <a:defRPr/>
            </a:lvl2pPr>
            <a:lvl3pPr indent="-342900" lvl="2" marL="1371600" algn="l">
              <a:lnSpc>
                <a:spcPct val="115000"/>
              </a:lnSpc>
              <a:spcBef>
                <a:spcPts val="1200"/>
              </a:spcBef>
              <a:spcAft>
                <a:spcPts val="0"/>
              </a:spcAft>
              <a:buSzPts val="1800"/>
              <a:buChar char="■"/>
              <a:defRPr/>
            </a:lvl3pPr>
            <a:lvl4pPr indent="-342900" lvl="3" marL="1828800" algn="l">
              <a:lnSpc>
                <a:spcPct val="115000"/>
              </a:lnSpc>
              <a:spcBef>
                <a:spcPts val="1200"/>
              </a:spcBef>
              <a:spcAft>
                <a:spcPts val="0"/>
              </a:spcAft>
              <a:buSzPts val="1800"/>
              <a:buChar char="●"/>
              <a:defRPr/>
            </a:lvl4pPr>
            <a:lvl5pPr indent="-342900" lvl="4" marL="2286000" algn="l">
              <a:lnSpc>
                <a:spcPct val="115000"/>
              </a:lnSpc>
              <a:spcBef>
                <a:spcPts val="1200"/>
              </a:spcBef>
              <a:spcAft>
                <a:spcPts val="0"/>
              </a:spcAft>
              <a:buSzPts val="1800"/>
              <a:buChar char="○"/>
              <a:defRPr/>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462" name="Google Shape;462;p67"/>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200"/>
              </a:spcBef>
              <a:spcAft>
                <a:spcPts val="0"/>
              </a:spcAft>
              <a:buSzPts val="1800"/>
              <a:buChar char="○"/>
              <a:defRPr/>
            </a:lvl2pPr>
            <a:lvl3pPr indent="-342900" lvl="2" marL="1371600" algn="l">
              <a:lnSpc>
                <a:spcPct val="115000"/>
              </a:lnSpc>
              <a:spcBef>
                <a:spcPts val="1200"/>
              </a:spcBef>
              <a:spcAft>
                <a:spcPts val="0"/>
              </a:spcAft>
              <a:buSzPts val="1800"/>
              <a:buChar char="■"/>
              <a:defRPr/>
            </a:lvl3pPr>
            <a:lvl4pPr indent="-342900" lvl="3" marL="1828800" algn="l">
              <a:lnSpc>
                <a:spcPct val="115000"/>
              </a:lnSpc>
              <a:spcBef>
                <a:spcPts val="1200"/>
              </a:spcBef>
              <a:spcAft>
                <a:spcPts val="0"/>
              </a:spcAft>
              <a:buSzPts val="1800"/>
              <a:buChar char="●"/>
              <a:defRPr/>
            </a:lvl4pPr>
            <a:lvl5pPr indent="-342900" lvl="4" marL="2286000" algn="l">
              <a:lnSpc>
                <a:spcPct val="115000"/>
              </a:lnSpc>
              <a:spcBef>
                <a:spcPts val="1200"/>
              </a:spcBef>
              <a:spcAft>
                <a:spcPts val="0"/>
              </a:spcAft>
              <a:buSzPts val="1800"/>
              <a:buChar char="○"/>
              <a:defRPr/>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463" name="Google Shape;463;p67"/>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200"/>
              </a:spcBef>
              <a:spcAft>
                <a:spcPts val="0"/>
              </a:spcAft>
              <a:buSzPts val="1800"/>
              <a:buChar char="○"/>
              <a:defRPr/>
            </a:lvl2pPr>
            <a:lvl3pPr indent="-342900" lvl="2" marL="1371600" algn="l">
              <a:lnSpc>
                <a:spcPct val="115000"/>
              </a:lnSpc>
              <a:spcBef>
                <a:spcPts val="1200"/>
              </a:spcBef>
              <a:spcAft>
                <a:spcPts val="0"/>
              </a:spcAft>
              <a:buSzPts val="1800"/>
              <a:buChar char="■"/>
              <a:defRPr/>
            </a:lvl3pPr>
            <a:lvl4pPr indent="-342900" lvl="3" marL="1828800" algn="l">
              <a:lnSpc>
                <a:spcPct val="115000"/>
              </a:lnSpc>
              <a:spcBef>
                <a:spcPts val="1200"/>
              </a:spcBef>
              <a:spcAft>
                <a:spcPts val="0"/>
              </a:spcAft>
              <a:buSzPts val="1800"/>
              <a:buChar char="●"/>
              <a:defRPr/>
            </a:lvl4pPr>
            <a:lvl5pPr indent="-342900" lvl="4" marL="2286000" algn="l">
              <a:lnSpc>
                <a:spcPct val="115000"/>
              </a:lnSpc>
              <a:spcBef>
                <a:spcPts val="1200"/>
              </a:spcBef>
              <a:spcAft>
                <a:spcPts val="0"/>
              </a:spcAft>
              <a:buSzPts val="1800"/>
              <a:buChar char="○"/>
              <a:defRPr/>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464" name="Google Shape;464;p67"/>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200"/>
              </a:spcBef>
              <a:spcAft>
                <a:spcPts val="0"/>
              </a:spcAft>
              <a:buSzPts val="1800"/>
              <a:buChar char="○"/>
              <a:defRPr/>
            </a:lvl2pPr>
            <a:lvl3pPr indent="-342900" lvl="2" marL="1371600" algn="l">
              <a:lnSpc>
                <a:spcPct val="115000"/>
              </a:lnSpc>
              <a:spcBef>
                <a:spcPts val="1200"/>
              </a:spcBef>
              <a:spcAft>
                <a:spcPts val="0"/>
              </a:spcAft>
              <a:buSzPts val="1800"/>
              <a:buChar char="■"/>
              <a:defRPr/>
            </a:lvl3pPr>
            <a:lvl4pPr indent="-342900" lvl="3" marL="1828800" algn="l">
              <a:lnSpc>
                <a:spcPct val="115000"/>
              </a:lnSpc>
              <a:spcBef>
                <a:spcPts val="1200"/>
              </a:spcBef>
              <a:spcAft>
                <a:spcPts val="0"/>
              </a:spcAft>
              <a:buSzPts val="1800"/>
              <a:buChar char="●"/>
              <a:defRPr/>
            </a:lvl4pPr>
            <a:lvl5pPr indent="-342900" lvl="4" marL="2286000" algn="l">
              <a:lnSpc>
                <a:spcPct val="115000"/>
              </a:lnSpc>
              <a:spcBef>
                <a:spcPts val="1200"/>
              </a:spcBef>
              <a:spcAft>
                <a:spcPts val="0"/>
              </a:spcAft>
              <a:buSzPts val="1800"/>
              <a:buChar char="○"/>
              <a:defRPr/>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465" name="Google Shape;465;p67"/>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1200"/>
              </a:spcBef>
              <a:spcAft>
                <a:spcPts val="0"/>
              </a:spcAft>
              <a:buSzPts val="1800"/>
              <a:buChar char="○"/>
              <a:defRPr/>
            </a:lvl2pPr>
            <a:lvl3pPr indent="-342900" lvl="2" marL="1371600" algn="l">
              <a:lnSpc>
                <a:spcPct val="115000"/>
              </a:lnSpc>
              <a:spcBef>
                <a:spcPts val="1200"/>
              </a:spcBef>
              <a:spcAft>
                <a:spcPts val="0"/>
              </a:spcAft>
              <a:buSzPts val="1800"/>
              <a:buChar char="■"/>
              <a:defRPr/>
            </a:lvl3pPr>
            <a:lvl4pPr indent="-342900" lvl="3" marL="1828800" algn="l">
              <a:lnSpc>
                <a:spcPct val="115000"/>
              </a:lnSpc>
              <a:spcBef>
                <a:spcPts val="1200"/>
              </a:spcBef>
              <a:spcAft>
                <a:spcPts val="0"/>
              </a:spcAft>
              <a:buSzPts val="1800"/>
              <a:buChar char="●"/>
              <a:defRPr/>
            </a:lvl4pPr>
            <a:lvl5pPr indent="-342900" lvl="4" marL="2286000" algn="l">
              <a:lnSpc>
                <a:spcPct val="115000"/>
              </a:lnSpc>
              <a:spcBef>
                <a:spcPts val="1200"/>
              </a:spcBef>
              <a:spcAft>
                <a:spcPts val="0"/>
              </a:spcAft>
              <a:buSzPts val="1800"/>
              <a:buChar char="○"/>
              <a:defRPr/>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466" name="Shape 466"/>
        <p:cNvGrpSpPr/>
        <p:nvPr/>
      </p:nvGrpSpPr>
      <p:grpSpPr>
        <a:xfrm>
          <a:off x="0" y="0"/>
          <a:ext cx="0" cy="0"/>
          <a:chOff x="0" y="0"/>
          <a:chExt cx="0" cy="0"/>
        </a:xfrm>
      </p:grpSpPr>
      <p:sp>
        <p:nvSpPr>
          <p:cNvPr id="467" name="Google Shape;467;p6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6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9" name="Google Shape;469;p6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70" name="Google Shape;470;p68"/>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algn="l">
              <a:lnSpc>
                <a:spcPct val="115000"/>
              </a:lnSpc>
              <a:spcBef>
                <a:spcPts val="0"/>
              </a:spcBef>
              <a:spcAft>
                <a:spcPts val="0"/>
              </a:spcAft>
              <a:buClr>
                <a:schemeClr val="dk2"/>
              </a:buClr>
              <a:buSzPts val="1800"/>
              <a:buChar char="●"/>
              <a:defRPr>
                <a:solidFill>
                  <a:schemeClr val="dk2"/>
                </a:solidFill>
              </a:defRPr>
            </a:lvl1pPr>
            <a:lvl2pPr indent="-342900" lvl="1" marL="914400" algn="l">
              <a:lnSpc>
                <a:spcPct val="115000"/>
              </a:lnSpc>
              <a:spcBef>
                <a:spcPts val="0"/>
              </a:spcBef>
              <a:spcAft>
                <a:spcPts val="0"/>
              </a:spcAft>
              <a:buClr>
                <a:schemeClr val="dk2"/>
              </a:buClr>
              <a:buSzPts val="1800"/>
              <a:buChar char="○"/>
              <a:defRPr>
                <a:solidFill>
                  <a:schemeClr val="dk2"/>
                </a:solidFill>
              </a:defRPr>
            </a:lvl2pPr>
            <a:lvl3pPr indent="-342900" lvl="2" marL="1371600" algn="l">
              <a:lnSpc>
                <a:spcPct val="115000"/>
              </a:lnSpc>
              <a:spcBef>
                <a:spcPts val="0"/>
              </a:spcBef>
              <a:spcAft>
                <a:spcPts val="0"/>
              </a:spcAft>
              <a:buClr>
                <a:schemeClr val="dk2"/>
              </a:buClr>
              <a:buSzPts val="1800"/>
              <a:buChar char="■"/>
              <a:defRPr>
                <a:solidFill>
                  <a:schemeClr val="dk2"/>
                </a:solidFill>
              </a:defRPr>
            </a:lvl3pPr>
            <a:lvl4pPr indent="-342900" lvl="3" marL="1828800" algn="l">
              <a:lnSpc>
                <a:spcPct val="115000"/>
              </a:lnSpc>
              <a:spcBef>
                <a:spcPts val="0"/>
              </a:spcBef>
              <a:spcAft>
                <a:spcPts val="0"/>
              </a:spcAft>
              <a:buClr>
                <a:schemeClr val="dk2"/>
              </a:buClr>
              <a:buSzPts val="1800"/>
              <a:buChar char="●"/>
              <a:defRPr>
                <a:solidFill>
                  <a:schemeClr val="dk2"/>
                </a:solidFill>
              </a:defRPr>
            </a:lvl4pPr>
            <a:lvl5pPr indent="-342900" lvl="4" marL="2286000" algn="l">
              <a:lnSpc>
                <a:spcPct val="115000"/>
              </a:lnSpc>
              <a:spcBef>
                <a:spcPts val="0"/>
              </a:spcBef>
              <a:spcAft>
                <a:spcPts val="0"/>
              </a:spcAft>
              <a:buClr>
                <a:schemeClr val="dk2"/>
              </a:buClr>
              <a:buSzPts val="1800"/>
              <a:buChar char="○"/>
              <a:defRPr>
                <a:solidFill>
                  <a:schemeClr val="dk2"/>
                </a:solidFill>
              </a:defRPr>
            </a:lvl5pPr>
            <a:lvl6pPr indent="-342900" lvl="5" marL="2743200" algn="l">
              <a:lnSpc>
                <a:spcPct val="115000"/>
              </a:lnSpc>
              <a:spcBef>
                <a:spcPts val="0"/>
              </a:spcBef>
              <a:spcAft>
                <a:spcPts val="0"/>
              </a:spcAft>
              <a:buClr>
                <a:schemeClr val="dk2"/>
              </a:buClr>
              <a:buSzPts val="1800"/>
              <a:buChar char="■"/>
              <a:defRPr>
                <a:solidFill>
                  <a:schemeClr val="dk2"/>
                </a:solidFill>
              </a:defRPr>
            </a:lvl6pPr>
            <a:lvl7pPr indent="-342900" lvl="6" marL="3200400" algn="l">
              <a:lnSpc>
                <a:spcPct val="115000"/>
              </a:lnSpc>
              <a:spcBef>
                <a:spcPts val="0"/>
              </a:spcBef>
              <a:spcAft>
                <a:spcPts val="0"/>
              </a:spcAft>
              <a:buClr>
                <a:schemeClr val="dk2"/>
              </a:buClr>
              <a:buSzPts val="1800"/>
              <a:buChar char="●"/>
              <a:defRPr>
                <a:solidFill>
                  <a:schemeClr val="dk2"/>
                </a:solidFill>
              </a:defRPr>
            </a:lvl7pPr>
            <a:lvl8pPr indent="-342900" lvl="7" marL="3657600" algn="l">
              <a:lnSpc>
                <a:spcPct val="115000"/>
              </a:lnSpc>
              <a:spcBef>
                <a:spcPts val="0"/>
              </a:spcBef>
              <a:spcAft>
                <a:spcPts val="0"/>
              </a:spcAft>
              <a:buClr>
                <a:schemeClr val="dk2"/>
              </a:buClr>
              <a:buSzPts val="1800"/>
              <a:buChar char="○"/>
              <a:defRPr>
                <a:solidFill>
                  <a:schemeClr val="dk2"/>
                </a:solidFill>
              </a:defRPr>
            </a:lvl8pPr>
            <a:lvl9pPr indent="-342900" lvl="8" marL="411480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471" name="Shape 471"/>
        <p:cNvGrpSpPr/>
        <p:nvPr/>
      </p:nvGrpSpPr>
      <p:grpSpPr>
        <a:xfrm>
          <a:off x="0" y="0"/>
          <a:ext cx="0" cy="0"/>
          <a:chOff x="0" y="0"/>
          <a:chExt cx="0" cy="0"/>
        </a:xfrm>
      </p:grpSpPr>
      <p:sp>
        <p:nvSpPr>
          <p:cNvPr id="472" name="Google Shape;472;p69"/>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69"/>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69"/>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69"/>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69"/>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69"/>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478" name="Google Shape;478;p69"/>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479" name="Google Shape;479;p69"/>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480" name="Google Shape;480;p69"/>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481" name="Google Shape;481;p69"/>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482" name="Google Shape;482;p69"/>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483" name="Google Shape;483;p69"/>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484" name="Google Shape;484;p69"/>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485" name="Google Shape;485;p69"/>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486" name="Google Shape;486;p69"/>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487" name="Google Shape;487;p6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6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9" name="Google Shape;489;p69"/>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490" name="Shape 490"/>
        <p:cNvGrpSpPr/>
        <p:nvPr/>
      </p:nvGrpSpPr>
      <p:grpSpPr>
        <a:xfrm>
          <a:off x="0" y="0"/>
          <a:ext cx="0" cy="0"/>
          <a:chOff x="0" y="0"/>
          <a:chExt cx="0" cy="0"/>
        </a:xfrm>
      </p:grpSpPr>
      <p:sp>
        <p:nvSpPr>
          <p:cNvPr id="491" name="Google Shape;491;p70"/>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2" name="Google Shape;492;p70"/>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493" name="Shape 493"/>
        <p:cNvGrpSpPr/>
        <p:nvPr/>
      </p:nvGrpSpPr>
      <p:grpSpPr>
        <a:xfrm>
          <a:off x="0" y="0"/>
          <a:ext cx="0" cy="0"/>
          <a:chOff x="0" y="0"/>
          <a:chExt cx="0" cy="0"/>
        </a:xfrm>
      </p:grpSpPr>
      <p:cxnSp>
        <p:nvCxnSpPr>
          <p:cNvPr id="494" name="Google Shape;494;p71"/>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0"/>
              </a:srgbClr>
            </a:outerShdw>
          </a:effectLst>
        </p:spPr>
      </p:cxnSp>
      <p:sp>
        <p:nvSpPr>
          <p:cNvPr id="495" name="Google Shape;495;p71"/>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0"/>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496" name="Google Shape;496;p71"/>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0"/>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497" name="Google Shape;497;p71"/>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0"/>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498" name="Google Shape;498;p71"/>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499" name="Shape 499"/>
        <p:cNvGrpSpPr/>
        <p:nvPr/>
      </p:nvGrpSpPr>
      <p:grpSpPr>
        <a:xfrm>
          <a:off x="0" y="0"/>
          <a:ext cx="0" cy="0"/>
          <a:chOff x="0" y="0"/>
          <a:chExt cx="0" cy="0"/>
        </a:xfrm>
      </p:grpSpPr>
      <p:cxnSp>
        <p:nvCxnSpPr>
          <p:cNvPr id="500" name="Google Shape;500;p72"/>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0"/>
              </a:srgbClr>
            </a:outerShdw>
          </a:effectLst>
        </p:spPr>
      </p:cxnSp>
      <p:cxnSp>
        <p:nvCxnSpPr>
          <p:cNvPr id="501" name="Google Shape;501;p72"/>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0"/>
              </a:srgbClr>
            </a:outerShdw>
          </a:effectLst>
        </p:spPr>
      </p:cxnSp>
      <p:sp>
        <p:nvSpPr>
          <p:cNvPr id="502" name="Google Shape;502;p72"/>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0"/>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503" name="Google Shape;503;p72"/>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0"/>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504" name="Google Shape;504;p72"/>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0"/>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505" name="Google Shape;505;p72"/>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506" name="Google Shape;506;p7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507" name="Shape 507"/>
        <p:cNvGrpSpPr/>
        <p:nvPr/>
      </p:nvGrpSpPr>
      <p:grpSpPr>
        <a:xfrm>
          <a:off x="0" y="0"/>
          <a:ext cx="0" cy="0"/>
          <a:chOff x="0" y="0"/>
          <a:chExt cx="0" cy="0"/>
        </a:xfrm>
      </p:grpSpPr>
      <p:sp>
        <p:nvSpPr>
          <p:cNvPr id="508" name="Google Shape;508;p73"/>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509" name="Google Shape;509;p73"/>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73"/>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511" name="Shape 511"/>
        <p:cNvGrpSpPr/>
        <p:nvPr/>
      </p:nvGrpSpPr>
      <p:grpSpPr>
        <a:xfrm>
          <a:off x="0" y="0"/>
          <a:ext cx="0" cy="0"/>
          <a:chOff x="0" y="0"/>
          <a:chExt cx="0" cy="0"/>
        </a:xfrm>
      </p:grpSpPr>
      <p:sp>
        <p:nvSpPr>
          <p:cNvPr id="512" name="Google Shape;512;p7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513" name="Google Shape;513;p7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74"/>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515" name="Google Shape;515;p7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516" name="Shape 516"/>
        <p:cNvGrpSpPr/>
        <p:nvPr/>
      </p:nvGrpSpPr>
      <p:grpSpPr>
        <a:xfrm>
          <a:off x="0" y="0"/>
          <a:ext cx="0" cy="0"/>
          <a:chOff x="0" y="0"/>
          <a:chExt cx="0" cy="0"/>
        </a:xfrm>
      </p:grpSpPr>
      <p:sp>
        <p:nvSpPr>
          <p:cNvPr id="517" name="Google Shape;517;p75"/>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518" name="Google Shape;518;p75"/>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519" name="Google Shape;519;p75"/>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0" name="Google Shape;520;p75"/>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521" name="Google Shape;521;p75"/>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algn="r">
              <a:lnSpc>
                <a:spcPct val="115000"/>
              </a:lnSpc>
              <a:spcBef>
                <a:spcPts val="0"/>
              </a:spcBef>
              <a:spcAft>
                <a:spcPts val="0"/>
              </a:spcAft>
              <a:buClr>
                <a:schemeClr val="lt1"/>
              </a:buClr>
              <a:buSzPts val="1800"/>
              <a:buNone/>
              <a:defRPr>
                <a:solidFill>
                  <a:schemeClr val="lt1"/>
                </a:solidFill>
              </a:defRPr>
            </a:lvl1pPr>
            <a:lvl2pPr lvl="1" algn="r">
              <a:lnSpc>
                <a:spcPct val="115000"/>
              </a:lnSpc>
              <a:spcBef>
                <a:spcPts val="0"/>
              </a:spcBef>
              <a:spcAft>
                <a:spcPts val="0"/>
              </a:spcAft>
              <a:buClr>
                <a:schemeClr val="lt1"/>
              </a:buClr>
              <a:buSzPts val="1800"/>
              <a:buNone/>
              <a:defRPr>
                <a:solidFill>
                  <a:schemeClr val="lt1"/>
                </a:solidFill>
              </a:defRPr>
            </a:lvl2pPr>
            <a:lvl3pPr lvl="2" algn="r">
              <a:lnSpc>
                <a:spcPct val="115000"/>
              </a:lnSpc>
              <a:spcBef>
                <a:spcPts val="0"/>
              </a:spcBef>
              <a:spcAft>
                <a:spcPts val="0"/>
              </a:spcAft>
              <a:buClr>
                <a:schemeClr val="lt1"/>
              </a:buClr>
              <a:buSzPts val="1800"/>
              <a:buNone/>
              <a:defRPr>
                <a:solidFill>
                  <a:schemeClr val="lt1"/>
                </a:solidFill>
              </a:defRPr>
            </a:lvl3pPr>
            <a:lvl4pPr lvl="3" algn="r">
              <a:lnSpc>
                <a:spcPct val="115000"/>
              </a:lnSpc>
              <a:spcBef>
                <a:spcPts val="0"/>
              </a:spcBef>
              <a:spcAft>
                <a:spcPts val="0"/>
              </a:spcAft>
              <a:buClr>
                <a:schemeClr val="lt1"/>
              </a:buClr>
              <a:buSzPts val="1800"/>
              <a:buNone/>
              <a:defRPr>
                <a:solidFill>
                  <a:schemeClr val="lt1"/>
                </a:solidFill>
              </a:defRPr>
            </a:lvl4pPr>
            <a:lvl5pPr lvl="4" algn="r">
              <a:lnSpc>
                <a:spcPct val="115000"/>
              </a:lnSpc>
              <a:spcBef>
                <a:spcPts val="0"/>
              </a:spcBef>
              <a:spcAft>
                <a:spcPts val="0"/>
              </a:spcAft>
              <a:buClr>
                <a:schemeClr val="lt1"/>
              </a:buClr>
              <a:buSzPts val="1800"/>
              <a:buNone/>
              <a:defRPr>
                <a:solidFill>
                  <a:schemeClr val="lt1"/>
                </a:solidFill>
              </a:defRPr>
            </a:lvl5pPr>
            <a:lvl6pPr lvl="5" algn="r">
              <a:lnSpc>
                <a:spcPct val="115000"/>
              </a:lnSpc>
              <a:spcBef>
                <a:spcPts val="0"/>
              </a:spcBef>
              <a:spcAft>
                <a:spcPts val="0"/>
              </a:spcAft>
              <a:buClr>
                <a:schemeClr val="lt1"/>
              </a:buClr>
              <a:buSzPts val="1800"/>
              <a:buNone/>
              <a:defRPr>
                <a:solidFill>
                  <a:schemeClr val="lt1"/>
                </a:solidFill>
              </a:defRPr>
            </a:lvl6pPr>
            <a:lvl7pPr lvl="6" algn="r">
              <a:lnSpc>
                <a:spcPct val="115000"/>
              </a:lnSpc>
              <a:spcBef>
                <a:spcPts val="0"/>
              </a:spcBef>
              <a:spcAft>
                <a:spcPts val="0"/>
              </a:spcAft>
              <a:buClr>
                <a:schemeClr val="lt1"/>
              </a:buClr>
              <a:buSzPts val="1800"/>
              <a:buNone/>
              <a:defRPr>
                <a:solidFill>
                  <a:schemeClr val="lt1"/>
                </a:solidFill>
              </a:defRPr>
            </a:lvl7pPr>
            <a:lvl8pPr lvl="7" algn="r">
              <a:lnSpc>
                <a:spcPct val="115000"/>
              </a:lnSpc>
              <a:spcBef>
                <a:spcPts val="0"/>
              </a:spcBef>
              <a:spcAft>
                <a:spcPts val="0"/>
              </a:spcAft>
              <a:buClr>
                <a:schemeClr val="lt1"/>
              </a:buClr>
              <a:buSzPts val="1800"/>
              <a:buNone/>
              <a:defRPr>
                <a:solidFill>
                  <a:schemeClr val="lt1"/>
                </a:solidFill>
              </a:defRPr>
            </a:lvl8pPr>
            <a:lvl9pPr lvl="8"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522" name="Shape 522"/>
        <p:cNvGrpSpPr/>
        <p:nvPr/>
      </p:nvGrpSpPr>
      <p:grpSpPr>
        <a:xfrm>
          <a:off x="0" y="0"/>
          <a:ext cx="0" cy="0"/>
          <a:chOff x="0" y="0"/>
          <a:chExt cx="0" cy="0"/>
        </a:xfrm>
      </p:grpSpPr>
      <p:sp>
        <p:nvSpPr>
          <p:cNvPr id="523" name="Google Shape;523;p76"/>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524" name="Google Shape;524;p76"/>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525" name="Google Shape;525;p76"/>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6" name="Google Shape;526;p76"/>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527" name="Shape 527"/>
        <p:cNvGrpSpPr/>
        <p:nvPr/>
      </p:nvGrpSpPr>
      <p:grpSpPr>
        <a:xfrm>
          <a:off x="0" y="0"/>
          <a:ext cx="0" cy="0"/>
          <a:chOff x="0" y="0"/>
          <a:chExt cx="0" cy="0"/>
        </a:xfrm>
      </p:grpSpPr>
      <p:sp>
        <p:nvSpPr>
          <p:cNvPr id="528" name="Google Shape;528;p7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529" name="Google Shape;529;p7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530" name="Google Shape;530;p7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1" name="Google Shape;531;p77"/>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532" name="Shape 532"/>
        <p:cNvGrpSpPr/>
        <p:nvPr/>
      </p:nvGrpSpPr>
      <p:grpSpPr>
        <a:xfrm>
          <a:off x="0" y="0"/>
          <a:ext cx="0" cy="0"/>
          <a:chOff x="0" y="0"/>
          <a:chExt cx="0" cy="0"/>
        </a:xfrm>
      </p:grpSpPr>
      <p:sp>
        <p:nvSpPr>
          <p:cNvPr id="533" name="Google Shape;533;p78"/>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534" name="Google Shape;534;p7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535" name="Shape 535"/>
        <p:cNvGrpSpPr/>
        <p:nvPr/>
      </p:nvGrpSpPr>
      <p:grpSpPr>
        <a:xfrm>
          <a:off x="0" y="0"/>
          <a:ext cx="0" cy="0"/>
          <a:chOff x="0" y="0"/>
          <a:chExt cx="0" cy="0"/>
        </a:xfrm>
      </p:grpSpPr>
      <p:sp>
        <p:nvSpPr>
          <p:cNvPr id="536" name="Google Shape;536;p79"/>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537" name="Google Shape;537;p79"/>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538" name="Shape 538"/>
        <p:cNvGrpSpPr/>
        <p:nvPr/>
      </p:nvGrpSpPr>
      <p:grpSpPr>
        <a:xfrm>
          <a:off x="0" y="0"/>
          <a:ext cx="0" cy="0"/>
          <a:chOff x="0" y="0"/>
          <a:chExt cx="0" cy="0"/>
        </a:xfrm>
      </p:grpSpPr>
      <p:sp>
        <p:nvSpPr>
          <p:cNvPr id="539" name="Google Shape;539;p8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540" name="Google Shape;540;p80"/>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541" name="Shape 541"/>
        <p:cNvGrpSpPr/>
        <p:nvPr/>
      </p:nvGrpSpPr>
      <p:grpSpPr>
        <a:xfrm>
          <a:off x="0" y="0"/>
          <a:ext cx="0" cy="0"/>
          <a:chOff x="0" y="0"/>
          <a:chExt cx="0" cy="0"/>
        </a:xfrm>
      </p:grpSpPr>
      <p:pic>
        <p:nvPicPr>
          <p:cNvPr id="542" name="Google Shape;542;p81"/>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543" name="Google Shape;543;p81"/>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544" name="Google Shape;544;p81"/>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545" name="Shape 545"/>
        <p:cNvGrpSpPr/>
        <p:nvPr/>
      </p:nvGrpSpPr>
      <p:grpSpPr>
        <a:xfrm>
          <a:off x="0" y="0"/>
          <a:ext cx="0" cy="0"/>
          <a:chOff x="0" y="0"/>
          <a:chExt cx="0" cy="0"/>
        </a:xfrm>
      </p:grpSpPr>
      <p:pic>
        <p:nvPicPr>
          <p:cNvPr id="546" name="Google Shape;546;p82"/>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547" name="Google Shape;547;p8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548" name="Google Shape;548;p8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549" name="Shape 549"/>
        <p:cNvGrpSpPr/>
        <p:nvPr/>
      </p:nvGrpSpPr>
      <p:grpSpPr>
        <a:xfrm>
          <a:off x="0" y="0"/>
          <a:ext cx="0" cy="0"/>
          <a:chOff x="0" y="0"/>
          <a:chExt cx="0" cy="0"/>
        </a:xfrm>
      </p:grpSpPr>
      <p:pic>
        <p:nvPicPr>
          <p:cNvPr id="550" name="Google Shape;550;p83"/>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551" name="Google Shape;551;p8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552" name="Shape 552"/>
        <p:cNvGrpSpPr/>
        <p:nvPr/>
      </p:nvGrpSpPr>
      <p:grpSpPr>
        <a:xfrm>
          <a:off x="0" y="0"/>
          <a:ext cx="0" cy="0"/>
          <a:chOff x="0" y="0"/>
          <a:chExt cx="0" cy="0"/>
        </a:xfrm>
      </p:grpSpPr>
      <p:pic>
        <p:nvPicPr>
          <p:cNvPr id="553" name="Google Shape;553;p84"/>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554" name="Google Shape;554;p8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555" name="Shape 555"/>
        <p:cNvGrpSpPr/>
        <p:nvPr/>
      </p:nvGrpSpPr>
      <p:grpSpPr>
        <a:xfrm>
          <a:off x="0" y="0"/>
          <a:ext cx="0" cy="0"/>
          <a:chOff x="0" y="0"/>
          <a:chExt cx="0" cy="0"/>
        </a:xfrm>
      </p:grpSpPr>
      <p:pic>
        <p:nvPicPr>
          <p:cNvPr id="556" name="Google Shape;556;p85"/>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557" name="Google Shape;557;p8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558" name="Shape 558"/>
        <p:cNvGrpSpPr/>
        <p:nvPr/>
      </p:nvGrpSpPr>
      <p:grpSpPr>
        <a:xfrm>
          <a:off x="0" y="0"/>
          <a:ext cx="0" cy="0"/>
          <a:chOff x="0" y="0"/>
          <a:chExt cx="0" cy="0"/>
        </a:xfrm>
      </p:grpSpPr>
      <p:pic>
        <p:nvPicPr>
          <p:cNvPr id="559" name="Google Shape;559;p86"/>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560" name="Google Shape;560;p8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561" name="Google Shape;561;p86"/>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562" name="Shape 562"/>
        <p:cNvGrpSpPr/>
        <p:nvPr/>
      </p:nvGrpSpPr>
      <p:grpSpPr>
        <a:xfrm>
          <a:off x="0" y="0"/>
          <a:ext cx="0" cy="0"/>
          <a:chOff x="0" y="0"/>
          <a:chExt cx="0" cy="0"/>
        </a:xfrm>
      </p:grpSpPr>
      <p:sp>
        <p:nvSpPr>
          <p:cNvPr id="563" name="Google Shape;563;p8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564" name="Google Shape;564;p8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565" name="Google Shape;565;p87"/>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566" name="Shape 566"/>
        <p:cNvGrpSpPr/>
        <p:nvPr/>
      </p:nvGrpSpPr>
      <p:grpSpPr>
        <a:xfrm>
          <a:off x="0" y="0"/>
          <a:ext cx="0" cy="0"/>
          <a:chOff x="0" y="0"/>
          <a:chExt cx="0" cy="0"/>
        </a:xfrm>
      </p:grpSpPr>
      <p:sp>
        <p:nvSpPr>
          <p:cNvPr id="567" name="Google Shape;567;p88"/>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568" name="Google Shape;568;p88"/>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569" name="Shape 569"/>
        <p:cNvGrpSpPr/>
        <p:nvPr/>
      </p:nvGrpSpPr>
      <p:grpSpPr>
        <a:xfrm>
          <a:off x="0" y="0"/>
          <a:ext cx="0" cy="0"/>
          <a:chOff x="0" y="0"/>
          <a:chExt cx="0" cy="0"/>
        </a:xfrm>
      </p:grpSpPr>
      <p:sp>
        <p:nvSpPr>
          <p:cNvPr id="570" name="Google Shape;570;p89"/>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571" name="Google Shape;571;p89"/>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572" name="Google Shape;572;p89"/>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573" name="Google Shape;573;p89"/>
          <p:cNvPicPr preferRelativeResize="0"/>
          <p:nvPr/>
        </p:nvPicPr>
        <p:blipFill rotWithShape="1">
          <a:blip r:embed="rId3">
            <a:alphaModFix/>
          </a:blip>
          <a:srcRect b="19665" l="0" r="0" t="0"/>
          <a:stretch/>
        </p:blipFill>
        <p:spPr>
          <a:xfrm flipH="1">
            <a:off x="1651350" y="4364000"/>
            <a:ext cx="783075" cy="957125"/>
          </a:xfrm>
          <a:prstGeom prst="rect">
            <a:avLst/>
          </a:prstGeom>
          <a:noFill/>
          <a:ln>
            <a:noFill/>
          </a:ln>
        </p:spPr>
      </p:pic>
      <p:pic>
        <p:nvPicPr>
          <p:cNvPr id="574" name="Google Shape;574;p89"/>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575" name="Google Shape;575;p89"/>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576" name="Google Shape;576;p89"/>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577" name="Google Shape;577;p89"/>
          <p:cNvPicPr preferRelativeResize="0"/>
          <p:nvPr/>
        </p:nvPicPr>
        <p:blipFill rotWithShape="1">
          <a:blip r:embed="rId3">
            <a:alphaModFix/>
          </a:blip>
          <a:srcRect b="5687" l="0" r="0" t="0"/>
          <a:stretch/>
        </p:blipFill>
        <p:spPr>
          <a:xfrm flipH="1">
            <a:off x="5979175" y="4168652"/>
            <a:ext cx="783075" cy="1123675"/>
          </a:xfrm>
          <a:prstGeom prst="rect">
            <a:avLst/>
          </a:prstGeom>
          <a:noFill/>
          <a:ln>
            <a:noFill/>
          </a:ln>
        </p:spPr>
      </p:pic>
      <p:pic>
        <p:nvPicPr>
          <p:cNvPr id="578" name="Google Shape;578;p89"/>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579" name="Shape 579"/>
        <p:cNvGrpSpPr/>
        <p:nvPr/>
      </p:nvGrpSpPr>
      <p:grpSpPr>
        <a:xfrm>
          <a:off x="0" y="0"/>
          <a:ext cx="0" cy="0"/>
          <a:chOff x="0" y="0"/>
          <a:chExt cx="0" cy="0"/>
        </a:xfrm>
      </p:grpSpPr>
      <p:sp>
        <p:nvSpPr>
          <p:cNvPr id="580" name="Google Shape;580;p90"/>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581" name="Google Shape;581;p90"/>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2" name="Google Shape;582;p90"/>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583" name="Google Shape;583;p90"/>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584" name="Shape 584"/>
        <p:cNvGrpSpPr/>
        <p:nvPr/>
      </p:nvGrpSpPr>
      <p:grpSpPr>
        <a:xfrm>
          <a:off x="0" y="0"/>
          <a:ext cx="0" cy="0"/>
          <a:chOff x="0" y="0"/>
          <a:chExt cx="0" cy="0"/>
        </a:xfrm>
      </p:grpSpPr>
      <p:sp>
        <p:nvSpPr>
          <p:cNvPr id="585" name="Google Shape;585;p91"/>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586" name="Shape 586"/>
        <p:cNvGrpSpPr/>
        <p:nvPr/>
      </p:nvGrpSpPr>
      <p:grpSpPr>
        <a:xfrm>
          <a:off x="0" y="0"/>
          <a:ext cx="0" cy="0"/>
          <a:chOff x="0" y="0"/>
          <a:chExt cx="0" cy="0"/>
        </a:xfrm>
      </p:grpSpPr>
      <p:cxnSp>
        <p:nvCxnSpPr>
          <p:cNvPr id="587" name="Google Shape;587;p92"/>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588" name="Google Shape;588;p92"/>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89" name="Google Shape;589;p92"/>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590" name="Google Shape;590;p92"/>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591" name="Google Shape;591;p92"/>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592" name="Shape 592"/>
        <p:cNvGrpSpPr/>
        <p:nvPr/>
      </p:nvGrpSpPr>
      <p:grpSpPr>
        <a:xfrm>
          <a:off x="0" y="0"/>
          <a:ext cx="0" cy="0"/>
          <a:chOff x="0" y="0"/>
          <a:chExt cx="0" cy="0"/>
        </a:xfrm>
      </p:grpSpPr>
      <p:cxnSp>
        <p:nvCxnSpPr>
          <p:cNvPr id="593" name="Google Shape;593;p9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594" name="Google Shape;594;p9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5" name="Google Shape;595;p9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596" name="Google Shape;596;p9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597" name="Google Shape;597;p93"/>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93"/>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93"/>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93"/>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93"/>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93"/>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03" name="Google Shape;603;p93"/>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04" name="Google Shape;604;p93"/>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05" name="Google Shape;605;p93"/>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06" name="Google Shape;606;p93"/>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07" name="Google Shape;607;p93"/>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608" name="Google Shape;608;p93"/>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609" name="Google Shape;609;p93"/>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610" name="Google Shape;610;p93"/>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611" name="Google Shape;611;p93"/>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612" name="Google Shape;612;p93"/>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613" name="Shape 613"/>
        <p:cNvGrpSpPr/>
        <p:nvPr/>
      </p:nvGrpSpPr>
      <p:grpSpPr>
        <a:xfrm>
          <a:off x="0" y="0"/>
          <a:ext cx="0" cy="0"/>
          <a:chOff x="0" y="0"/>
          <a:chExt cx="0" cy="0"/>
        </a:xfrm>
      </p:grpSpPr>
      <p:cxnSp>
        <p:nvCxnSpPr>
          <p:cNvPr id="614" name="Google Shape;614;p9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615" name="Google Shape;615;p9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6" name="Google Shape;616;p94"/>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617" name="Google Shape;617;p9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618" name="Google Shape;618;p94"/>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619" name="Shape 619"/>
        <p:cNvGrpSpPr/>
        <p:nvPr/>
      </p:nvGrpSpPr>
      <p:grpSpPr>
        <a:xfrm>
          <a:off x="0" y="0"/>
          <a:ext cx="0" cy="0"/>
          <a:chOff x="0" y="0"/>
          <a:chExt cx="0" cy="0"/>
        </a:xfrm>
      </p:grpSpPr>
      <p:cxnSp>
        <p:nvCxnSpPr>
          <p:cNvPr id="620" name="Google Shape;620;p9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621" name="Google Shape;621;p9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2" name="Google Shape;622;p9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623" name="Google Shape;623;p95"/>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95"/>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95"/>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95"/>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95"/>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95"/>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29" name="Google Shape;629;p95"/>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30" name="Google Shape;630;p95"/>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31" name="Google Shape;631;p95"/>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32" name="Google Shape;632;p95"/>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633" name="Google Shape;633;p95"/>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634" name="Google Shape;634;p95"/>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635" name="Google Shape;635;p95"/>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636" name="Google Shape;636;p95"/>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637" name="Google Shape;637;p95"/>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638" name="Google Shape;638;p9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639" name="Google Shape;639;p95"/>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640" name="Shape 640"/>
        <p:cNvGrpSpPr/>
        <p:nvPr/>
      </p:nvGrpSpPr>
      <p:grpSpPr>
        <a:xfrm>
          <a:off x="0" y="0"/>
          <a:ext cx="0" cy="0"/>
          <a:chOff x="0" y="0"/>
          <a:chExt cx="0" cy="0"/>
        </a:xfrm>
      </p:grpSpPr>
      <p:sp>
        <p:nvSpPr>
          <p:cNvPr id="641" name="Google Shape;641;p9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96"/>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643" name="Google Shape;643;p96"/>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644" name="Google Shape;644;p96"/>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645" name="Google Shape;645;p96"/>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646" name="Google Shape;646;p96"/>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647" name="Google Shape;647;p96"/>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648" name="Google Shape;648;p96"/>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649" name="Google Shape;649;p96"/>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650" name="Google Shape;650;p96"/>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651" name="Google Shape;651;p96"/>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652" name="Google Shape;652;p96"/>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653" name="Google Shape;653;p9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654" name="Google Shape;654;p96"/>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655" name="Google Shape;655;p9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656" name="Google Shape;656;p96"/>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57" name="Google Shape;657;p96"/>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58" name="Google Shape;658;p96"/>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59" name="Google Shape;659;p96"/>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60" name="Google Shape;660;p96"/>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61" name="Google Shape;661;p96"/>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62" name="Google Shape;662;p96"/>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63" name="Google Shape;663;p96"/>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64" name="Google Shape;664;p96"/>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65" name="Google Shape;665;p96"/>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666" name="Shape 666"/>
        <p:cNvGrpSpPr/>
        <p:nvPr/>
      </p:nvGrpSpPr>
      <p:grpSpPr>
        <a:xfrm>
          <a:off x="0" y="0"/>
          <a:ext cx="0" cy="0"/>
          <a:chOff x="0" y="0"/>
          <a:chExt cx="0" cy="0"/>
        </a:xfrm>
      </p:grpSpPr>
      <p:sp>
        <p:nvSpPr>
          <p:cNvPr id="667" name="Google Shape;667;p9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97"/>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669" name="Google Shape;669;p97"/>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670" name="Google Shape;670;p97"/>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671" name="Google Shape;671;p9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672" name="Google Shape;672;p97"/>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673" name="Google Shape;673;p97"/>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674" name="Google Shape;674;p97"/>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675" name="Google Shape;675;p97"/>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676" name="Shape 676"/>
        <p:cNvGrpSpPr/>
        <p:nvPr/>
      </p:nvGrpSpPr>
      <p:grpSpPr>
        <a:xfrm>
          <a:off x="0" y="0"/>
          <a:ext cx="0" cy="0"/>
          <a:chOff x="0" y="0"/>
          <a:chExt cx="0" cy="0"/>
        </a:xfrm>
      </p:grpSpPr>
      <p:sp>
        <p:nvSpPr>
          <p:cNvPr id="677" name="Google Shape;677;p9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9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679" name="Google Shape;679;p9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680" name="Google Shape;680;p9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681" name="Google Shape;681;p9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682" name="Google Shape;682;p9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683" name="Google Shape;683;p9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684" name="Google Shape;684;p9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685" name="Google Shape;685;p9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686" name="Shape 686"/>
        <p:cNvGrpSpPr/>
        <p:nvPr/>
      </p:nvGrpSpPr>
      <p:grpSpPr>
        <a:xfrm>
          <a:off x="0" y="0"/>
          <a:ext cx="0" cy="0"/>
          <a:chOff x="0" y="0"/>
          <a:chExt cx="0" cy="0"/>
        </a:xfrm>
      </p:grpSpPr>
      <p:sp>
        <p:nvSpPr>
          <p:cNvPr id="687" name="Google Shape;687;p99"/>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9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89" name="Google Shape;689;p9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690" name="Google Shape;690;p99"/>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a:spcBef>
                <a:spcPts val="0"/>
              </a:spcBef>
              <a:spcAft>
                <a:spcPts val="0"/>
              </a:spcAft>
              <a:buSzPts val="3400"/>
              <a:buChar char="●"/>
              <a:defRPr sz="3400"/>
            </a:lvl1pPr>
            <a:lvl2pPr indent="-444500" lvl="1" marL="914400">
              <a:spcBef>
                <a:spcPts val="0"/>
              </a:spcBef>
              <a:spcAft>
                <a:spcPts val="0"/>
              </a:spcAft>
              <a:buSzPts val="3400"/>
              <a:buChar char="○"/>
              <a:defRPr sz="3400"/>
            </a:lvl2pPr>
            <a:lvl3pPr indent="-444500" lvl="2" marL="1371600">
              <a:spcBef>
                <a:spcPts val="0"/>
              </a:spcBef>
              <a:spcAft>
                <a:spcPts val="0"/>
              </a:spcAft>
              <a:buSzPts val="3400"/>
              <a:buChar char="■"/>
              <a:defRPr sz="3400"/>
            </a:lvl3pPr>
            <a:lvl4pPr indent="-444500" lvl="3" marL="1828800">
              <a:spcBef>
                <a:spcPts val="0"/>
              </a:spcBef>
              <a:spcAft>
                <a:spcPts val="0"/>
              </a:spcAft>
              <a:buSzPts val="3400"/>
              <a:buChar char="●"/>
              <a:defRPr sz="3400"/>
            </a:lvl4pPr>
            <a:lvl5pPr indent="-444500" lvl="4" marL="2286000">
              <a:spcBef>
                <a:spcPts val="0"/>
              </a:spcBef>
              <a:spcAft>
                <a:spcPts val="0"/>
              </a:spcAft>
              <a:buSzPts val="3400"/>
              <a:buChar char="○"/>
              <a:defRPr sz="3400"/>
            </a:lvl5pPr>
            <a:lvl6pPr indent="-444500" lvl="5" marL="2743200">
              <a:spcBef>
                <a:spcPts val="0"/>
              </a:spcBef>
              <a:spcAft>
                <a:spcPts val="0"/>
              </a:spcAft>
              <a:buSzPts val="3400"/>
              <a:buChar char="■"/>
              <a:defRPr sz="3400"/>
            </a:lvl6pPr>
            <a:lvl7pPr indent="-444500" lvl="6" marL="3200400">
              <a:spcBef>
                <a:spcPts val="0"/>
              </a:spcBef>
              <a:spcAft>
                <a:spcPts val="0"/>
              </a:spcAft>
              <a:buSzPts val="3400"/>
              <a:buChar char="●"/>
              <a:defRPr sz="3400"/>
            </a:lvl7pPr>
            <a:lvl8pPr indent="-444500" lvl="7" marL="3657600">
              <a:spcBef>
                <a:spcPts val="0"/>
              </a:spcBef>
              <a:spcAft>
                <a:spcPts val="0"/>
              </a:spcAft>
              <a:buSzPts val="3400"/>
              <a:buChar char="○"/>
              <a:defRPr sz="3400"/>
            </a:lvl8pPr>
            <a:lvl9pPr indent="-444500" lvl="8" marL="4114800">
              <a:spcBef>
                <a:spcPts val="0"/>
              </a:spcBef>
              <a:spcAft>
                <a:spcPts val="0"/>
              </a:spcAft>
              <a:buSzPts val="3400"/>
              <a:buChar char="■"/>
              <a:defRPr sz="3400"/>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691" name="Shape 691"/>
        <p:cNvGrpSpPr/>
        <p:nvPr/>
      </p:nvGrpSpPr>
      <p:grpSpPr>
        <a:xfrm>
          <a:off x="0" y="0"/>
          <a:ext cx="0" cy="0"/>
          <a:chOff x="0" y="0"/>
          <a:chExt cx="0" cy="0"/>
        </a:xfrm>
      </p:grpSpPr>
      <p:sp>
        <p:nvSpPr>
          <p:cNvPr id="692" name="Google Shape;692;p100"/>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93" name="Google Shape;693;p100"/>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694" name="Google Shape;694;p100"/>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95" name="Google Shape;695;p100"/>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a:spcBef>
                <a:spcPts val="0"/>
              </a:spcBef>
              <a:spcAft>
                <a:spcPts val="0"/>
              </a:spcAft>
              <a:buSzPts val="3600"/>
              <a:buChar char="●"/>
              <a:defRPr sz="3600"/>
            </a:lvl1pPr>
            <a:lvl2pPr indent="-457200" lvl="1" marL="914400">
              <a:spcBef>
                <a:spcPts val="0"/>
              </a:spcBef>
              <a:spcAft>
                <a:spcPts val="0"/>
              </a:spcAft>
              <a:buSzPts val="3600"/>
              <a:buChar char="○"/>
              <a:defRPr sz="3600"/>
            </a:lvl2pPr>
            <a:lvl3pPr indent="-457200" lvl="2" marL="1371600">
              <a:spcBef>
                <a:spcPts val="0"/>
              </a:spcBef>
              <a:spcAft>
                <a:spcPts val="0"/>
              </a:spcAft>
              <a:buSzPts val="3600"/>
              <a:buChar char="■"/>
              <a:defRPr sz="3600"/>
            </a:lvl3pPr>
            <a:lvl4pPr indent="-457200" lvl="3" marL="1828800">
              <a:spcBef>
                <a:spcPts val="0"/>
              </a:spcBef>
              <a:spcAft>
                <a:spcPts val="0"/>
              </a:spcAft>
              <a:buSzPts val="3600"/>
              <a:buChar char="●"/>
              <a:defRPr sz="3600"/>
            </a:lvl4pPr>
            <a:lvl5pPr indent="-457200" lvl="4" marL="2286000">
              <a:spcBef>
                <a:spcPts val="0"/>
              </a:spcBef>
              <a:spcAft>
                <a:spcPts val="0"/>
              </a:spcAft>
              <a:buSzPts val="3600"/>
              <a:buChar char="○"/>
              <a:defRPr sz="3600"/>
            </a:lvl5pPr>
            <a:lvl6pPr indent="-457200" lvl="5" marL="2743200">
              <a:spcBef>
                <a:spcPts val="0"/>
              </a:spcBef>
              <a:spcAft>
                <a:spcPts val="0"/>
              </a:spcAft>
              <a:buSzPts val="3600"/>
              <a:buChar char="■"/>
              <a:defRPr sz="3600"/>
            </a:lvl6pPr>
            <a:lvl7pPr indent="-457200" lvl="6" marL="3200400">
              <a:spcBef>
                <a:spcPts val="0"/>
              </a:spcBef>
              <a:spcAft>
                <a:spcPts val="0"/>
              </a:spcAft>
              <a:buSzPts val="3600"/>
              <a:buChar char="●"/>
              <a:defRPr sz="3600"/>
            </a:lvl7pPr>
            <a:lvl8pPr indent="-457200" lvl="7" marL="3657600">
              <a:spcBef>
                <a:spcPts val="0"/>
              </a:spcBef>
              <a:spcAft>
                <a:spcPts val="0"/>
              </a:spcAft>
              <a:buSzPts val="3600"/>
              <a:buChar char="○"/>
              <a:defRPr sz="3600"/>
            </a:lvl8pPr>
            <a:lvl9pPr indent="-457200" lvl="8" marL="4114800">
              <a:spcBef>
                <a:spcPts val="0"/>
              </a:spcBef>
              <a:spcAft>
                <a:spcPts val="0"/>
              </a:spcAft>
              <a:buSzPts val="3600"/>
              <a:buChar char="■"/>
              <a:defRPr sz="3600"/>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696" name="Shape 696"/>
        <p:cNvGrpSpPr/>
        <p:nvPr/>
      </p:nvGrpSpPr>
      <p:grpSpPr>
        <a:xfrm>
          <a:off x="0" y="0"/>
          <a:ext cx="0" cy="0"/>
          <a:chOff x="0" y="0"/>
          <a:chExt cx="0" cy="0"/>
        </a:xfrm>
      </p:grpSpPr>
      <p:sp>
        <p:nvSpPr>
          <p:cNvPr id="697" name="Google Shape;697;p101"/>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98" name="Google Shape;698;p101"/>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699" name="Google Shape;699;p101"/>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700" name="Google Shape;700;p10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a:spcBef>
                <a:spcPts val="0"/>
              </a:spcBef>
              <a:spcAft>
                <a:spcPts val="0"/>
              </a:spcAft>
              <a:buSzPts val="3600"/>
              <a:buChar char="●"/>
              <a:defRPr sz="3600"/>
            </a:lvl1pPr>
            <a:lvl2pPr indent="-457200" lvl="1" marL="914400">
              <a:spcBef>
                <a:spcPts val="0"/>
              </a:spcBef>
              <a:spcAft>
                <a:spcPts val="0"/>
              </a:spcAft>
              <a:buSzPts val="3600"/>
              <a:buChar char="○"/>
              <a:defRPr sz="3600"/>
            </a:lvl2pPr>
            <a:lvl3pPr indent="-457200" lvl="2" marL="1371600">
              <a:spcBef>
                <a:spcPts val="0"/>
              </a:spcBef>
              <a:spcAft>
                <a:spcPts val="0"/>
              </a:spcAft>
              <a:buSzPts val="3600"/>
              <a:buChar char="■"/>
              <a:defRPr sz="3600"/>
            </a:lvl3pPr>
            <a:lvl4pPr indent="-457200" lvl="3" marL="1828800">
              <a:spcBef>
                <a:spcPts val="0"/>
              </a:spcBef>
              <a:spcAft>
                <a:spcPts val="0"/>
              </a:spcAft>
              <a:buSzPts val="3600"/>
              <a:buChar char="●"/>
              <a:defRPr sz="3600"/>
            </a:lvl4pPr>
            <a:lvl5pPr indent="-457200" lvl="4" marL="2286000">
              <a:spcBef>
                <a:spcPts val="0"/>
              </a:spcBef>
              <a:spcAft>
                <a:spcPts val="0"/>
              </a:spcAft>
              <a:buSzPts val="3600"/>
              <a:buChar char="○"/>
              <a:defRPr sz="3600"/>
            </a:lvl5pPr>
            <a:lvl6pPr indent="-457200" lvl="5" marL="2743200">
              <a:spcBef>
                <a:spcPts val="0"/>
              </a:spcBef>
              <a:spcAft>
                <a:spcPts val="0"/>
              </a:spcAft>
              <a:buSzPts val="3600"/>
              <a:buChar char="■"/>
              <a:defRPr sz="3600"/>
            </a:lvl6pPr>
            <a:lvl7pPr indent="-457200" lvl="6" marL="3200400">
              <a:spcBef>
                <a:spcPts val="0"/>
              </a:spcBef>
              <a:spcAft>
                <a:spcPts val="0"/>
              </a:spcAft>
              <a:buSzPts val="3600"/>
              <a:buChar char="●"/>
              <a:defRPr sz="3600"/>
            </a:lvl7pPr>
            <a:lvl8pPr indent="-457200" lvl="7" marL="3657600">
              <a:spcBef>
                <a:spcPts val="0"/>
              </a:spcBef>
              <a:spcAft>
                <a:spcPts val="0"/>
              </a:spcAft>
              <a:buSzPts val="3600"/>
              <a:buChar char="○"/>
              <a:defRPr sz="3600"/>
            </a:lvl8pPr>
            <a:lvl9pPr indent="-457200" lvl="8" marL="4114800">
              <a:spcBef>
                <a:spcPts val="0"/>
              </a:spcBef>
              <a:spcAft>
                <a:spcPts val="0"/>
              </a:spcAft>
              <a:buSzPts val="3600"/>
              <a:buChar char="■"/>
              <a:defRPr sz="36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701" name="Shape 701"/>
        <p:cNvGrpSpPr/>
        <p:nvPr/>
      </p:nvGrpSpPr>
      <p:grpSpPr>
        <a:xfrm>
          <a:off x="0" y="0"/>
          <a:ext cx="0" cy="0"/>
          <a:chOff x="0" y="0"/>
          <a:chExt cx="0" cy="0"/>
        </a:xfrm>
      </p:grpSpPr>
      <p:sp>
        <p:nvSpPr>
          <p:cNvPr id="702" name="Google Shape;702;p102"/>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03" name="Google Shape;703;p102"/>
          <p:cNvGrpSpPr/>
          <p:nvPr/>
        </p:nvGrpSpPr>
        <p:grpSpPr>
          <a:xfrm>
            <a:off x="1074625" y="2258150"/>
            <a:ext cx="1473491" cy="980288"/>
            <a:chOff x="1074625" y="2258150"/>
            <a:chExt cx="1473491" cy="980288"/>
          </a:xfrm>
        </p:grpSpPr>
        <p:sp>
          <p:nvSpPr>
            <p:cNvPr id="704" name="Google Shape;704;p102"/>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102"/>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6" name="Google Shape;706;p102"/>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707" name="Google Shape;707;p10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708" name="Google Shape;708;p102"/>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a:spcBef>
                <a:spcPts val="0"/>
              </a:spcBef>
              <a:spcAft>
                <a:spcPts val="0"/>
              </a:spcAft>
              <a:buSzPts val="3600"/>
              <a:buChar char="●"/>
              <a:defRPr sz="3600"/>
            </a:lvl1pPr>
            <a:lvl2pPr indent="-457200" lvl="1" marL="914400">
              <a:spcBef>
                <a:spcPts val="0"/>
              </a:spcBef>
              <a:spcAft>
                <a:spcPts val="0"/>
              </a:spcAft>
              <a:buSzPts val="3600"/>
              <a:buChar char="○"/>
              <a:defRPr sz="3600"/>
            </a:lvl2pPr>
            <a:lvl3pPr indent="-457200" lvl="2" marL="1371600">
              <a:spcBef>
                <a:spcPts val="0"/>
              </a:spcBef>
              <a:spcAft>
                <a:spcPts val="0"/>
              </a:spcAft>
              <a:buSzPts val="3600"/>
              <a:buChar char="■"/>
              <a:defRPr sz="3600"/>
            </a:lvl3pPr>
            <a:lvl4pPr indent="-457200" lvl="3" marL="1828800">
              <a:spcBef>
                <a:spcPts val="0"/>
              </a:spcBef>
              <a:spcAft>
                <a:spcPts val="0"/>
              </a:spcAft>
              <a:buSzPts val="3600"/>
              <a:buChar char="●"/>
              <a:defRPr sz="3600"/>
            </a:lvl4pPr>
            <a:lvl5pPr indent="-457200" lvl="4" marL="2286000">
              <a:spcBef>
                <a:spcPts val="0"/>
              </a:spcBef>
              <a:spcAft>
                <a:spcPts val="0"/>
              </a:spcAft>
              <a:buSzPts val="3600"/>
              <a:buChar char="○"/>
              <a:defRPr sz="3600"/>
            </a:lvl5pPr>
            <a:lvl6pPr indent="-457200" lvl="5" marL="2743200">
              <a:spcBef>
                <a:spcPts val="0"/>
              </a:spcBef>
              <a:spcAft>
                <a:spcPts val="0"/>
              </a:spcAft>
              <a:buSzPts val="3600"/>
              <a:buChar char="■"/>
              <a:defRPr sz="3600"/>
            </a:lvl6pPr>
            <a:lvl7pPr indent="-457200" lvl="6" marL="3200400">
              <a:spcBef>
                <a:spcPts val="0"/>
              </a:spcBef>
              <a:spcAft>
                <a:spcPts val="0"/>
              </a:spcAft>
              <a:buSzPts val="3600"/>
              <a:buChar char="●"/>
              <a:defRPr sz="3600"/>
            </a:lvl7pPr>
            <a:lvl8pPr indent="-457200" lvl="7" marL="3657600">
              <a:spcBef>
                <a:spcPts val="0"/>
              </a:spcBef>
              <a:spcAft>
                <a:spcPts val="0"/>
              </a:spcAft>
              <a:buSzPts val="3600"/>
              <a:buChar char="○"/>
              <a:defRPr sz="3600"/>
            </a:lvl8pPr>
            <a:lvl9pPr indent="-457200" lvl="8" marL="4114800">
              <a:spcBef>
                <a:spcPts val="0"/>
              </a:spcBef>
              <a:spcAft>
                <a:spcPts val="0"/>
              </a:spcAft>
              <a:buSzPts val="3600"/>
              <a:buChar char="■"/>
              <a:defRPr sz="3600"/>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709" name="Shape 709"/>
        <p:cNvGrpSpPr/>
        <p:nvPr/>
      </p:nvGrpSpPr>
      <p:grpSpPr>
        <a:xfrm>
          <a:off x="0" y="0"/>
          <a:ext cx="0" cy="0"/>
          <a:chOff x="0" y="0"/>
          <a:chExt cx="0" cy="0"/>
        </a:xfrm>
      </p:grpSpPr>
      <p:sp>
        <p:nvSpPr>
          <p:cNvPr id="710" name="Google Shape;710;p103"/>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1" name="Google Shape;711;p10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712" name="Google Shape;712;p103"/>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713" name="Google Shape;713;p103"/>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a:spcBef>
                <a:spcPts val="0"/>
              </a:spcBef>
              <a:spcAft>
                <a:spcPts val="0"/>
              </a:spcAft>
              <a:buSzPts val="3600"/>
              <a:buChar char="●"/>
              <a:defRPr sz="3600"/>
            </a:lvl1pPr>
            <a:lvl2pPr indent="-457200" lvl="1" marL="914400">
              <a:spcBef>
                <a:spcPts val="0"/>
              </a:spcBef>
              <a:spcAft>
                <a:spcPts val="0"/>
              </a:spcAft>
              <a:buSzPts val="3600"/>
              <a:buChar char="○"/>
              <a:defRPr sz="3600"/>
            </a:lvl2pPr>
            <a:lvl3pPr indent="-457200" lvl="2" marL="1371600">
              <a:spcBef>
                <a:spcPts val="0"/>
              </a:spcBef>
              <a:spcAft>
                <a:spcPts val="0"/>
              </a:spcAft>
              <a:buSzPts val="3600"/>
              <a:buChar char="■"/>
              <a:defRPr sz="3600"/>
            </a:lvl3pPr>
            <a:lvl4pPr indent="-457200" lvl="3" marL="1828800">
              <a:spcBef>
                <a:spcPts val="0"/>
              </a:spcBef>
              <a:spcAft>
                <a:spcPts val="0"/>
              </a:spcAft>
              <a:buSzPts val="3600"/>
              <a:buChar char="●"/>
              <a:defRPr sz="3600"/>
            </a:lvl4pPr>
            <a:lvl5pPr indent="-457200" lvl="4" marL="2286000">
              <a:spcBef>
                <a:spcPts val="0"/>
              </a:spcBef>
              <a:spcAft>
                <a:spcPts val="0"/>
              </a:spcAft>
              <a:buSzPts val="3600"/>
              <a:buChar char="○"/>
              <a:defRPr sz="3600"/>
            </a:lvl5pPr>
            <a:lvl6pPr indent="-457200" lvl="5" marL="2743200">
              <a:spcBef>
                <a:spcPts val="0"/>
              </a:spcBef>
              <a:spcAft>
                <a:spcPts val="0"/>
              </a:spcAft>
              <a:buSzPts val="3600"/>
              <a:buChar char="■"/>
              <a:defRPr sz="3600"/>
            </a:lvl6pPr>
            <a:lvl7pPr indent="-457200" lvl="6" marL="3200400">
              <a:spcBef>
                <a:spcPts val="0"/>
              </a:spcBef>
              <a:spcAft>
                <a:spcPts val="0"/>
              </a:spcAft>
              <a:buSzPts val="3600"/>
              <a:buChar char="●"/>
              <a:defRPr sz="3600"/>
            </a:lvl7pPr>
            <a:lvl8pPr indent="-457200" lvl="7" marL="3657600">
              <a:spcBef>
                <a:spcPts val="0"/>
              </a:spcBef>
              <a:spcAft>
                <a:spcPts val="0"/>
              </a:spcAft>
              <a:buSzPts val="3600"/>
              <a:buChar char="○"/>
              <a:defRPr sz="3600"/>
            </a:lvl8pPr>
            <a:lvl9pPr indent="-457200" lvl="8" marL="4114800">
              <a:spcBef>
                <a:spcPts val="0"/>
              </a:spcBef>
              <a:spcAft>
                <a:spcPts val="0"/>
              </a:spcAft>
              <a:buSzPts val="3600"/>
              <a:buChar char="■"/>
              <a:defRPr sz="3600"/>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714" name="Shape 714"/>
        <p:cNvGrpSpPr/>
        <p:nvPr/>
      </p:nvGrpSpPr>
      <p:grpSpPr>
        <a:xfrm>
          <a:off x="0" y="0"/>
          <a:ext cx="0" cy="0"/>
          <a:chOff x="0" y="0"/>
          <a:chExt cx="0" cy="0"/>
        </a:xfrm>
      </p:grpSpPr>
      <p:sp>
        <p:nvSpPr>
          <p:cNvPr id="715" name="Google Shape;715;p104"/>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104"/>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04"/>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104"/>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719" name="Google Shape;719;p104"/>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720" name="Google Shape;720;p104"/>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721" name="Shape 721"/>
        <p:cNvGrpSpPr/>
        <p:nvPr/>
      </p:nvGrpSpPr>
      <p:grpSpPr>
        <a:xfrm>
          <a:off x="0" y="0"/>
          <a:ext cx="0" cy="0"/>
          <a:chOff x="0" y="0"/>
          <a:chExt cx="0" cy="0"/>
        </a:xfrm>
      </p:grpSpPr>
      <p:sp>
        <p:nvSpPr>
          <p:cNvPr id="722" name="Google Shape;722;p105"/>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723" name="Google Shape;723;p105"/>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724" name="Google Shape;724;p105"/>
          <p:cNvGrpSpPr/>
          <p:nvPr/>
        </p:nvGrpSpPr>
        <p:grpSpPr>
          <a:xfrm>
            <a:off x="3972318" y="1206125"/>
            <a:ext cx="1051285" cy="920372"/>
            <a:chOff x="587700" y="-13400"/>
            <a:chExt cx="5735325" cy="5021125"/>
          </a:xfrm>
        </p:grpSpPr>
        <p:sp>
          <p:nvSpPr>
            <p:cNvPr id="725" name="Google Shape;725;p105"/>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05"/>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105"/>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105"/>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105"/>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0" name="Google Shape;730;p105"/>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731" name="Google Shape;731;p10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32" name="Shape 732"/>
        <p:cNvGrpSpPr/>
        <p:nvPr/>
      </p:nvGrpSpPr>
      <p:grpSpPr>
        <a:xfrm>
          <a:off x="0" y="0"/>
          <a:ext cx="0" cy="0"/>
          <a:chOff x="0" y="0"/>
          <a:chExt cx="0" cy="0"/>
        </a:xfrm>
      </p:grpSpPr>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33" name="Shape 733"/>
        <p:cNvGrpSpPr/>
        <p:nvPr/>
      </p:nvGrpSpPr>
      <p:grpSpPr>
        <a:xfrm>
          <a:off x="0" y="0"/>
          <a:ext cx="0" cy="0"/>
          <a:chOff x="0" y="0"/>
          <a:chExt cx="0" cy="0"/>
        </a:xfrm>
      </p:grpSpPr>
      <p:sp>
        <p:nvSpPr>
          <p:cNvPr id="734" name="Google Shape;734;p10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5" name="Google Shape;735;p107"/>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736" name="Google Shape;736;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737" name="Shape 737"/>
        <p:cNvGrpSpPr/>
        <p:nvPr/>
      </p:nvGrpSpPr>
      <p:grpSpPr>
        <a:xfrm>
          <a:off x="0" y="0"/>
          <a:ext cx="0" cy="0"/>
          <a:chOff x="0" y="0"/>
          <a:chExt cx="0" cy="0"/>
        </a:xfrm>
      </p:grpSpPr>
      <p:pic>
        <p:nvPicPr>
          <p:cNvPr id="738" name="Google Shape;738;p108"/>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739" name="Google Shape;739;p108"/>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740" name="Google Shape;740;p108"/>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41" name="Google Shape;741;p108"/>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108"/>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743" name="Shape 743"/>
        <p:cNvGrpSpPr/>
        <p:nvPr/>
      </p:nvGrpSpPr>
      <p:grpSpPr>
        <a:xfrm>
          <a:off x="0" y="0"/>
          <a:ext cx="0" cy="0"/>
          <a:chOff x="0" y="0"/>
          <a:chExt cx="0" cy="0"/>
        </a:xfrm>
      </p:grpSpPr>
      <p:sp>
        <p:nvSpPr>
          <p:cNvPr id="744" name="Google Shape;744;p109"/>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45" name="Google Shape;745;p109"/>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46" name="Google Shape;746;p10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747" name="Google Shape;747;p109"/>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748" name="Google Shape;748;p109"/>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49" name="Google Shape;749;p109"/>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750" name="Shape 750"/>
        <p:cNvGrpSpPr/>
        <p:nvPr/>
      </p:nvGrpSpPr>
      <p:grpSpPr>
        <a:xfrm>
          <a:off x="0" y="0"/>
          <a:ext cx="0" cy="0"/>
          <a:chOff x="0" y="0"/>
          <a:chExt cx="0" cy="0"/>
        </a:xfrm>
      </p:grpSpPr>
      <p:sp>
        <p:nvSpPr>
          <p:cNvPr id="751" name="Google Shape;751;p1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752" name="Shape 752"/>
        <p:cNvGrpSpPr/>
        <p:nvPr/>
      </p:nvGrpSpPr>
      <p:grpSpPr>
        <a:xfrm>
          <a:off x="0" y="0"/>
          <a:ext cx="0" cy="0"/>
          <a:chOff x="0" y="0"/>
          <a:chExt cx="0" cy="0"/>
        </a:xfrm>
      </p:grpSpPr>
      <p:sp>
        <p:nvSpPr>
          <p:cNvPr id="753" name="Google Shape;753;p11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54" name="Google Shape;754;p11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755" name="Google Shape;755;p11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756" name="Google Shape;756;p11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757" name="Google Shape;757;p11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758" name="Google Shape;758;p111"/>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59" name="Google Shape;759;p111"/>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760" name="Shape 760"/>
        <p:cNvGrpSpPr/>
        <p:nvPr/>
      </p:nvGrpSpPr>
      <p:grpSpPr>
        <a:xfrm>
          <a:off x="0" y="0"/>
          <a:ext cx="0" cy="0"/>
          <a:chOff x="0" y="0"/>
          <a:chExt cx="0" cy="0"/>
        </a:xfrm>
      </p:grpSpPr>
      <p:sp>
        <p:nvSpPr>
          <p:cNvPr id="761" name="Google Shape;761;p11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62" name="Google Shape;762;p11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763" name="Google Shape;763;p11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764" name="Google Shape;764;p11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765" name="Google Shape;765;p11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766" name="Google Shape;766;p11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67" name="Google Shape;767;p112"/>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768" name="Shape 768"/>
        <p:cNvGrpSpPr/>
        <p:nvPr/>
      </p:nvGrpSpPr>
      <p:grpSpPr>
        <a:xfrm>
          <a:off x="0" y="0"/>
          <a:ext cx="0" cy="0"/>
          <a:chOff x="0" y="0"/>
          <a:chExt cx="0" cy="0"/>
        </a:xfrm>
      </p:grpSpPr>
      <p:sp>
        <p:nvSpPr>
          <p:cNvPr id="769" name="Google Shape;769;p113"/>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70" name="Google Shape;770;p11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771" name="Google Shape;771;p113"/>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2" name="Google Shape;772;p113"/>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None/>
              <a:defRPr b="0" sz="1400"/>
            </a:lvl1pPr>
            <a:lvl2pPr lvl="1" algn="l">
              <a:lnSpc>
                <a:spcPct val="100000"/>
              </a:lnSpc>
              <a:spcBef>
                <a:spcPts val="0"/>
              </a:spcBef>
              <a:spcAft>
                <a:spcPts val="0"/>
              </a:spcAft>
              <a:buSzPts val="2800"/>
              <a:buFont typeface="Roboto"/>
              <a:buNone/>
              <a:defRPr>
                <a:latin typeface="Roboto"/>
                <a:ea typeface="Roboto"/>
                <a:cs typeface="Roboto"/>
                <a:sym typeface="Roboto"/>
              </a:defRPr>
            </a:lvl2pPr>
            <a:lvl3pPr lvl="2" algn="l">
              <a:lnSpc>
                <a:spcPct val="100000"/>
              </a:lnSpc>
              <a:spcBef>
                <a:spcPts val="0"/>
              </a:spcBef>
              <a:spcAft>
                <a:spcPts val="0"/>
              </a:spcAft>
              <a:buSzPts val="2800"/>
              <a:buFont typeface="Roboto"/>
              <a:buNone/>
              <a:defRPr>
                <a:latin typeface="Roboto"/>
                <a:ea typeface="Roboto"/>
                <a:cs typeface="Roboto"/>
                <a:sym typeface="Roboto"/>
              </a:defRPr>
            </a:lvl3pPr>
            <a:lvl4pPr lvl="3" algn="l">
              <a:lnSpc>
                <a:spcPct val="100000"/>
              </a:lnSpc>
              <a:spcBef>
                <a:spcPts val="0"/>
              </a:spcBef>
              <a:spcAft>
                <a:spcPts val="0"/>
              </a:spcAft>
              <a:buSzPts val="2800"/>
              <a:buFont typeface="Roboto"/>
              <a:buNone/>
              <a:defRPr>
                <a:latin typeface="Roboto"/>
                <a:ea typeface="Roboto"/>
                <a:cs typeface="Roboto"/>
                <a:sym typeface="Roboto"/>
              </a:defRPr>
            </a:lvl4pPr>
            <a:lvl5pPr lvl="4" algn="l">
              <a:lnSpc>
                <a:spcPct val="100000"/>
              </a:lnSpc>
              <a:spcBef>
                <a:spcPts val="0"/>
              </a:spcBef>
              <a:spcAft>
                <a:spcPts val="0"/>
              </a:spcAft>
              <a:buSzPts val="2800"/>
              <a:buFont typeface="Roboto"/>
              <a:buNone/>
              <a:defRPr>
                <a:latin typeface="Roboto"/>
                <a:ea typeface="Roboto"/>
                <a:cs typeface="Roboto"/>
                <a:sym typeface="Roboto"/>
              </a:defRPr>
            </a:lvl5pPr>
            <a:lvl6pPr lvl="5" algn="l">
              <a:lnSpc>
                <a:spcPct val="100000"/>
              </a:lnSpc>
              <a:spcBef>
                <a:spcPts val="0"/>
              </a:spcBef>
              <a:spcAft>
                <a:spcPts val="0"/>
              </a:spcAft>
              <a:buSzPts val="2800"/>
              <a:buFont typeface="Roboto"/>
              <a:buNone/>
              <a:defRPr>
                <a:latin typeface="Roboto"/>
                <a:ea typeface="Roboto"/>
                <a:cs typeface="Roboto"/>
                <a:sym typeface="Roboto"/>
              </a:defRPr>
            </a:lvl6pPr>
            <a:lvl7pPr lvl="6" algn="l">
              <a:lnSpc>
                <a:spcPct val="100000"/>
              </a:lnSpc>
              <a:spcBef>
                <a:spcPts val="0"/>
              </a:spcBef>
              <a:spcAft>
                <a:spcPts val="0"/>
              </a:spcAft>
              <a:buSzPts val="2800"/>
              <a:buFont typeface="Roboto"/>
              <a:buNone/>
              <a:defRPr>
                <a:latin typeface="Roboto"/>
                <a:ea typeface="Roboto"/>
                <a:cs typeface="Roboto"/>
                <a:sym typeface="Roboto"/>
              </a:defRPr>
            </a:lvl7pPr>
            <a:lvl8pPr lvl="7" algn="l">
              <a:lnSpc>
                <a:spcPct val="100000"/>
              </a:lnSpc>
              <a:spcBef>
                <a:spcPts val="0"/>
              </a:spcBef>
              <a:spcAft>
                <a:spcPts val="0"/>
              </a:spcAft>
              <a:buSzPts val="2800"/>
              <a:buFont typeface="Roboto"/>
              <a:buNone/>
              <a:defRPr>
                <a:latin typeface="Roboto"/>
                <a:ea typeface="Roboto"/>
                <a:cs typeface="Roboto"/>
                <a:sym typeface="Roboto"/>
              </a:defRPr>
            </a:lvl8pPr>
            <a:lvl9pPr lvl="8"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773" name="Shape 773"/>
        <p:cNvGrpSpPr/>
        <p:nvPr/>
      </p:nvGrpSpPr>
      <p:grpSpPr>
        <a:xfrm>
          <a:off x="0" y="0"/>
          <a:ext cx="0" cy="0"/>
          <a:chOff x="0" y="0"/>
          <a:chExt cx="0" cy="0"/>
        </a:xfrm>
      </p:grpSpPr>
      <p:sp>
        <p:nvSpPr>
          <p:cNvPr id="774" name="Google Shape;774;p114"/>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114"/>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776" name="Google Shape;776;p114"/>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777" name="Google Shape;777;p114"/>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14"/>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779" name="Google Shape;779;p114"/>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780" name="Google Shape;780;p114"/>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14"/>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782" name="Google Shape;782;p114"/>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783" name="Google Shape;783;p114"/>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784" name="Google Shape;784;p114"/>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785" name="Google Shape;785;p11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86" name="Google Shape;786;p11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None/>
              <a:defRPr b="0" sz="1400"/>
            </a:lvl1pPr>
            <a:lvl2pPr lvl="1" algn="l">
              <a:lnSpc>
                <a:spcPct val="100000"/>
              </a:lnSpc>
              <a:spcBef>
                <a:spcPts val="0"/>
              </a:spcBef>
              <a:spcAft>
                <a:spcPts val="0"/>
              </a:spcAft>
              <a:buSzPts val="2800"/>
              <a:buFont typeface="Roboto"/>
              <a:buNone/>
              <a:defRPr>
                <a:latin typeface="Roboto"/>
                <a:ea typeface="Roboto"/>
                <a:cs typeface="Roboto"/>
                <a:sym typeface="Roboto"/>
              </a:defRPr>
            </a:lvl2pPr>
            <a:lvl3pPr lvl="2" algn="l">
              <a:lnSpc>
                <a:spcPct val="100000"/>
              </a:lnSpc>
              <a:spcBef>
                <a:spcPts val="0"/>
              </a:spcBef>
              <a:spcAft>
                <a:spcPts val="0"/>
              </a:spcAft>
              <a:buSzPts val="2800"/>
              <a:buFont typeface="Roboto"/>
              <a:buNone/>
              <a:defRPr>
                <a:latin typeface="Roboto"/>
                <a:ea typeface="Roboto"/>
                <a:cs typeface="Roboto"/>
                <a:sym typeface="Roboto"/>
              </a:defRPr>
            </a:lvl3pPr>
            <a:lvl4pPr lvl="3" algn="l">
              <a:lnSpc>
                <a:spcPct val="100000"/>
              </a:lnSpc>
              <a:spcBef>
                <a:spcPts val="0"/>
              </a:spcBef>
              <a:spcAft>
                <a:spcPts val="0"/>
              </a:spcAft>
              <a:buSzPts val="2800"/>
              <a:buFont typeface="Roboto"/>
              <a:buNone/>
              <a:defRPr>
                <a:latin typeface="Roboto"/>
                <a:ea typeface="Roboto"/>
                <a:cs typeface="Roboto"/>
                <a:sym typeface="Roboto"/>
              </a:defRPr>
            </a:lvl4pPr>
            <a:lvl5pPr lvl="4" algn="l">
              <a:lnSpc>
                <a:spcPct val="100000"/>
              </a:lnSpc>
              <a:spcBef>
                <a:spcPts val="0"/>
              </a:spcBef>
              <a:spcAft>
                <a:spcPts val="0"/>
              </a:spcAft>
              <a:buSzPts val="2800"/>
              <a:buFont typeface="Roboto"/>
              <a:buNone/>
              <a:defRPr>
                <a:latin typeface="Roboto"/>
                <a:ea typeface="Roboto"/>
                <a:cs typeface="Roboto"/>
                <a:sym typeface="Roboto"/>
              </a:defRPr>
            </a:lvl5pPr>
            <a:lvl6pPr lvl="5" algn="l">
              <a:lnSpc>
                <a:spcPct val="100000"/>
              </a:lnSpc>
              <a:spcBef>
                <a:spcPts val="0"/>
              </a:spcBef>
              <a:spcAft>
                <a:spcPts val="0"/>
              </a:spcAft>
              <a:buSzPts val="2800"/>
              <a:buFont typeface="Roboto"/>
              <a:buNone/>
              <a:defRPr>
                <a:latin typeface="Roboto"/>
                <a:ea typeface="Roboto"/>
                <a:cs typeface="Roboto"/>
                <a:sym typeface="Roboto"/>
              </a:defRPr>
            </a:lvl6pPr>
            <a:lvl7pPr lvl="6" algn="l">
              <a:lnSpc>
                <a:spcPct val="100000"/>
              </a:lnSpc>
              <a:spcBef>
                <a:spcPts val="0"/>
              </a:spcBef>
              <a:spcAft>
                <a:spcPts val="0"/>
              </a:spcAft>
              <a:buSzPts val="2800"/>
              <a:buFont typeface="Roboto"/>
              <a:buNone/>
              <a:defRPr>
                <a:latin typeface="Roboto"/>
                <a:ea typeface="Roboto"/>
                <a:cs typeface="Roboto"/>
                <a:sym typeface="Roboto"/>
              </a:defRPr>
            </a:lvl7pPr>
            <a:lvl8pPr lvl="7" algn="l">
              <a:lnSpc>
                <a:spcPct val="100000"/>
              </a:lnSpc>
              <a:spcBef>
                <a:spcPts val="0"/>
              </a:spcBef>
              <a:spcAft>
                <a:spcPts val="0"/>
              </a:spcAft>
              <a:buSzPts val="2800"/>
              <a:buFont typeface="Roboto"/>
              <a:buNone/>
              <a:defRPr>
                <a:latin typeface="Roboto"/>
                <a:ea typeface="Roboto"/>
                <a:cs typeface="Roboto"/>
                <a:sym typeface="Roboto"/>
              </a:defRPr>
            </a:lvl8pPr>
            <a:lvl9pPr lvl="8"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787" name="Shape 787"/>
        <p:cNvGrpSpPr/>
        <p:nvPr/>
      </p:nvGrpSpPr>
      <p:grpSpPr>
        <a:xfrm>
          <a:off x="0" y="0"/>
          <a:ext cx="0" cy="0"/>
          <a:chOff x="0" y="0"/>
          <a:chExt cx="0" cy="0"/>
        </a:xfrm>
      </p:grpSpPr>
      <p:sp>
        <p:nvSpPr>
          <p:cNvPr id="788" name="Google Shape;788;p115"/>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89" name="Google Shape;789;p115"/>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790" name="Google Shape;790;p115"/>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791" name="Google Shape;791;p115"/>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792" name="Google Shape;792;p115"/>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793" name="Google Shape;793;p115"/>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94" name="Google Shape;794;p115"/>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795" name="Shape 795"/>
        <p:cNvGrpSpPr/>
        <p:nvPr/>
      </p:nvGrpSpPr>
      <p:grpSpPr>
        <a:xfrm>
          <a:off x="0" y="0"/>
          <a:ext cx="0" cy="0"/>
          <a:chOff x="0" y="0"/>
          <a:chExt cx="0" cy="0"/>
        </a:xfrm>
      </p:grpSpPr>
      <p:sp>
        <p:nvSpPr>
          <p:cNvPr id="796" name="Google Shape;796;p116"/>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16"/>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798" name="Google Shape;798;p116"/>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799" name="Google Shape;799;p116"/>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16"/>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801" name="Google Shape;801;p116"/>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802" name="Google Shape;802;p116"/>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16"/>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804" name="Google Shape;804;p116"/>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805" name="Google Shape;805;p116"/>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806" name="Google Shape;806;p116"/>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807" name="Google Shape;807;p11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8" name="Google Shape;808;p11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809" name="Shape 809"/>
        <p:cNvGrpSpPr/>
        <p:nvPr/>
      </p:nvGrpSpPr>
      <p:grpSpPr>
        <a:xfrm>
          <a:off x="0" y="0"/>
          <a:ext cx="0" cy="0"/>
          <a:chOff x="0" y="0"/>
          <a:chExt cx="0" cy="0"/>
        </a:xfrm>
      </p:grpSpPr>
      <p:cxnSp>
        <p:nvCxnSpPr>
          <p:cNvPr id="810" name="Google Shape;810;p11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811" name="Google Shape;811;p117"/>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17"/>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17"/>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17"/>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17"/>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17"/>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817" name="Google Shape;817;p117"/>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818" name="Google Shape;818;p117"/>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819" name="Google Shape;819;p117"/>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820" name="Google Shape;820;p117"/>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821" name="Google Shape;821;p117"/>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22" name="Google Shape;822;p117"/>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23" name="Google Shape;823;p117"/>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24" name="Google Shape;824;p117"/>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25" name="Google Shape;825;p117"/>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26" name="Google Shape;826;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827" name="Google Shape;827;p117"/>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8" name="Google Shape;828;p117"/>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9" name="Google Shape;829;p117"/>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30" name="Google Shape;830;p117"/>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831" name="Shape 831"/>
        <p:cNvGrpSpPr/>
        <p:nvPr/>
      </p:nvGrpSpPr>
      <p:grpSpPr>
        <a:xfrm>
          <a:off x="0" y="0"/>
          <a:ext cx="0" cy="0"/>
          <a:chOff x="0" y="0"/>
          <a:chExt cx="0" cy="0"/>
        </a:xfrm>
      </p:grpSpPr>
      <p:pic>
        <p:nvPicPr>
          <p:cNvPr id="832" name="Google Shape;832;p118"/>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833" name="Google Shape;833;p118"/>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algn="ctr">
              <a:spcBef>
                <a:spcPts val="0"/>
              </a:spcBef>
              <a:spcAft>
                <a:spcPts val="0"/>
              </a:spcAft>
              <a:buNone/>
              <a:defRPr sz="3600">
                <a:latin typeface="Roboto Medium"/>
                <a:ea typeface="Roboto Medium"/>
                <a:cs typeface="Roboto Medium"/>
                <a:sym typeface="Roboto Medium"/>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834" name="Google Shape;834;p11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835" name="Google Shape;835;p118"/>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836" name="Shape 836"/>
        <p:cNvGrpSpPr/>
        <p:nvPr/>
      </p:nvGrpSpPr>
      <p:grpSpPr>
        <a:xfrm>
          <a:off x="0" y="0"/>
          <a:ext cx="0" cy="0"/>
          <a:chOff x="0" y="0"/>
          <a:chExt cx="0" cy="0"/>
        </a:xfrm>
      </p:grpSpPr>
      <p:sp>
        <p:nvSpPr>
          <p:cNvPr id="837" name="Google Shape;837;p11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8" name="Google Shape;838;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9" name="Google Shape;839;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840" name="Google Shape;840;p11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1" name="Google Shape;841;p11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842" name="Shape 842"/>
        <p:cNvGrpSpPr/>
        <p:nvPr/>
      </p:nvGrpSpPr>
      <p:grpSpPr>
        <a:xfrm>
          <a:off x="0" y="0"/>
          <a:ext cx="0" cy="0"/>
          <a:chOff x="0" y="0"/>
          <a:chExt cx="0" cy="0"/>
        </a:xfrm>
      </p:grpSpPr>
      <p:sp>
        <p:nvSpPr>
          <p:cNvPr id="843" name="Google Shape;843;p120"/>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44" name="Google Shape;844;p12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845" name="Google Shape;845;p120"/>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846" name="Google Shape;846;p12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847" name="Google Shape;847;p12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848" name="Google Shape;848;p120"/>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20"/>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a:lnSpc>
                <a:spcPct val="115000"/>
              </a:lnSpc>
              <a:spcBef>
                <a:spcPts val="0"/>
              </a:spcBef>
              <a:spcAft>
                <a:spcPts val="0"/>
              </a:spcAft>
              <a:buNone/>
              <a:defRPr>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grpSp>
        <p:nvGrpSpPr>
          <p:cNvPr id="850" name="Google Shape;850;p120"/>
          <p:cNvGrpSpPr/>
          <p:nvPr/>
        </p:nvGrpSpPr>
        <p:grpSpPr>
          <a:xfrm>
            <a:off x="457181" y="1345103"/>
            <a:ext cx="533372" cy="533480"/>
            <a:chOff x="457200" y="1378813"/>
            <a:chExt cx="695400" cy="695450"/>
          </a:xfrm>
        </p:grpSpPr>
        <p:sp>
          <p:nvSpPr>
            <p:cNvPr id="851" name="Google Shape;851;p120"/>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852" name="Google Shape;852;p120"/>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120"/>
          <p:cNvGrpSpPr/>
          <p:nvPr/>
        </p:nvGrpSpPr>
        <p:grpSpPr>
          <a:xfrm>
            <a:off x="3228956" y="1345103"/>
            <a:ext cx="533372" cy="533480"/>
            <a:chOff x="457200" y="1378813"/>
            <a:chExt cx="695400" cy="695450"/>
          </a:xfrm>
        </p:grpSpPr>
        <p:sp>
          <p:nvSpPr>
            <p:cNvPr id="854" name="Google Shape;854;p120"/>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855" name="Google Shape;855;p120"/>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856" name="Google Shape;856;p120"/>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20"/>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a:lnSpc>
                <a:spcPct val="115000"/>
              </a:lnSpc>
              <a:spcBef>
                <a:spcPts val="0"/>
              </a:spcBef>
              <a:spcAft>
                <a:spcPts val="0"/>
              </a:spcAft>
              <a:buNone/>
              <a:defRPr>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grpSp>
        <p:nvGrpSpPr>
          <p:cNvPr id="858" name="Google Shape;858;p120"/>
          <p:cNvGrpSpPr/>
          <p:nvPr/>
        </p:nvGrpSpPr>
        <p:grpSpPr>
          <a:xfrm>
            <a:off x="6134081" y="1345853"/>
            <a:ext cx="533372" cy="533480"/>
            <a:chOff x="457200" y="1378813"/>
            <a:chExt cx="695400" cy="695450"/>
          </a:xfrm>
        </p:grpSpPr>
        <p:sp>
          <p:nvSpPr>
            <p:cNvPr id="859" name="Google Shape;859;p120"/>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860" name="Google Shape;860;p120"/>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861" name="Google Shape;861;p120"/>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20"/>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a:lnSpc>
                <a:spcPct val="115000"/>
              </a:lnSpc>
              <a:spcBef>
                <a:spcPts val="0"/>
              </a:spcBef>
              <a:spcAft>
                <a:spcPts val="0"/>
              </a:spcAft>
              <a:buNone/>
              <a:defRPr>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3" name="Google Shape;863;p120"/>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864" name="Shape 864"/>
        <p:cNvGrpSpPr/>
        <p:nvPr/>
      </p:nvGrpSpPr>
      <p:grpSpPr>
        <a:xfrm>
          <a:off x="0" y="0"/>
          <a:ext cx="0" cy="0"/>
          <a:chOff x="0" y="0"/>
          <a:chExt cx="0" cy="0"/>
        </a:xfrm>
      </p:grpSpPr>
      <p:sp>
        <p:nvSpPr>
          <p:cNvPr id="865" name="Google Shape;865;p121"/>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66" name="Google Shape;866;p1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867" name="Google Shape;867;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8" name="Google Shape;868;p12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869" name="Shape 869"/>
        <p:cNvGrpSpPr/>
        <p:nvPr/>
      </p:nvGrpSpPr>
      <p:grpSpPr>
        <a:xfrm>
          <a:off x="0" y="0"/>
          <a:ext cx="0" cy="0"/>
          <a:chOff x="0" y="0"/>
          <a:chExt cx="0" cy="0"/>
        </a:xfrm>
      </p:grpSpPr>
      <p:sp>
        <p:nvSpPr>
          <p:cNvPr id="870" name="Google Shape;870;p122"/>
          <p:cNvSpPr/>
          <p:nvPr>
            <p:ph idx="2" type="pic"/>
          </p:nvPr>
        </p:nvSpPr>
        <p:spPr>
          <a:xfrm>
            <a:off x="5923375" y="150"/>
            <a:ext cx="3220500" cy="5143500"/>
          </a:xfrm>
          <a:prstGeom prst="rect">
            <a:avLst/>
          </a:prstGeom>
          <a:noFill/>
          <a:ln>
            <a:noFill/>
          </a:ln>
        </p:spPr>
      </p:sp>
      <p:sp>
        <p:nvSpPr>
          <p:cNvPr id="871" name="Google Shape;871;p12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72" name="Google Shape;872;p12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3" name="Google Shape;873;p122"/>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874" name="Shape 874"/>
        <p:cNvGrpSpPr/>
        <p:nvPr/>
      </p:nvGrpSpPr>
      <p:grpSpPr>
        <a:xfrm>
          <a:off x="0" y="0"/>
          <a:ext cx="0" cy="0"/>
          <a:chOff x="0" y="0"/>
          <a:chExt cx="0" cy="0"/>
        </a:xfrm>
      </p:grpSpPr>
      <p:sp>
        <p:nvSpPr>
          <p:cNvPr id="875" name="Google Shape;875;p123"/>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6" name="Google Shape;876;p123"/>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877" name="Google Shape;877;p123"/>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878" name="Google Shape;878;p123"/>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879" name="Shape 879"/>
        <p:cNvGrpSpPr/>
        <p:nvPr/>
      </p:nvGrpSpPr>
      <p:grpSpPr>
        <a:xfrm>
          <a:off x="0" y="0"/>
          <a:ext cx="0" cy="0"/>
          <a:chOff x="0" y="0"/>
          <a:chExt cx="0" cy="0"/>
        </a:xfrm>
      </p:grpSpPr>
      <p:sp>
        <p:nvSpPr>
          <p:cNvPr id="880" name="Google Shape;880;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1" name="Google Shape;881;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2" name="Google Shape;882;p1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883" name="Google Shape;883;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4" name="Google Shape;884;p12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885" name="Shape 885"/>
        <p:cNvGrpSpPr/>
        <p:nvPr/>
      </p:nvGrpSpPr>
      <p:grpSpPr>
        <a:xfrm>
          <a:off x="0" y="0"/>
          <a:ext cx="0" cy="0"/>
          <a:chOff x="0" y="0"/>
          <a:chExt cx="0" cy="0"/>
        </a:xfrm>
      </p:grpSpPr>
      <p:sp>
        <p:nvSpPr>
          <p:cNvPr id="886" name="Google Shape;886;p12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7" name="Google Shape;887;p12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8" name="Google Shape;888;p1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889" name="Google Shape;889;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0" name="Google Shape;890;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891" name="Shape 891"/>
        <p:cNvGrpSpPr/>
        <p:nvPr/>
      </p:nvGrpSpPr>
      <p:grpSpPr>
        <a:xfrm>
          <a:off x="0" y="0"/>
          <a:ext cx="0" cy="0"/>
          <a:chOff x="0" y="0"/>
          <a:chExt cx="0" cy="0"/>
        </a:xfrm>
      </p:grpSpPr>
      <p:grpSp>
        <p:nvGrpSpPr>
          <p:cNvPr id="892" name="Google Shape;892;p126"/>
          <p:cNvGrpSpPr/>
          <p:nvPr/>
        </p:nvGrpSpPr>
        <p:grpSpPr>
          <a:xfrm>
            <a:off x="511772" y="1190428"/>
            <a:ext cx="533372" cy="533480"/>
            <a:chOff x="457200" y="1378813"/>
            <a:chExt cx="695400" cy="695450"/>
          </a:xfrm>
        </p:grpSpPr>
        <p:sp>
          <p:nvSpPr>
            <p:cNvPr id="893" name="Google Shape;893;p126"/>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894" name="Google Shape;894;p126"/>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895" name="Google Shape;895;p126"/>
          <p:cNvGrpSpPr/>
          <p:nvPr/>
        </p:nvGrpSpPr>
        <p:grpSpPr>
          <a:xfrm>
            <a:off x="3283547" y="1190428"/>
            <a:ext cx="533372" cy="533480"/>
            <a:chOff x="457200" y="1378813"/>
            <a:chExt cx="695400" cy="695450"/>
          </a:xfrm>
        </p:grpSpPr>
        <p:sp>
          <p:nvSpPr>
            <p:cNvPr id="896" name="Google Shape;896;p126"/>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897" name="Google Shape;897;p126"/>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898" name="Google Shape;898;p126"/>
          <p:cNvGrpSpPr/>
          <p:nvPr/>
        </p:nvGrpSpPr>
        <p:grpSpPr>
          <a:xfrm>
            <a:off x="6188672" y="1191178"/>
            <a:ext cx="533372" cy="533480"/>
            <a:chOff x="457200" y="1378813"/>
            <a:chExt cx="695400" cy="695450"/>
          </a:xfrm>
        </p:grpSpPr>
        <p:sp>
          <p:nvSpPr>
            <p:cNvPr id="899" name="Google Shape;899;p126"/>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900" name="Google Shape;900;p126"/>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901" name="Google Shape;901;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2" name="Google Shape;902;p12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3" name="Google Shape;903;p126"/>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26"/>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26"/>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906" name="Shape 906"/>
        <p:cNvGrpSpPr/>
        <p:nvPr/>
      </p:nvGrpSpPr>
      <p:grpSpPr>
        <a:xfrm>
          <a:off x="0" y="0"/>
          <a:ext cx="0" cy="0"/>
          <a:chOff x="0" y="0"/>
          <a:chExt cx="0" cy="0"/>
        </a:xfrm>
      </p:grpSpPr>
      <p:sp>
        <p:nvSpPr>
          <p:cNvPr id="907" name="Google Shape;907;p127"/>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08" name="Google Shape;908;p127"/>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909" name="Google Shape;909;p127"/>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910" name="Google Shape;910;p127"/>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911" name="Google Shape;911;p127"/>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912" name="Google Shape;912;p127"/>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13" name="Google Shape;913;p127"/>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914" name="Shape 914"/>
        <p:cNvGrpSpPr/>
        <p:nvPr/>
      </p:nvGrpSpPr>
      <p:grpSpPr>
        <a:xfrm>
          <a:off x="0" y="0"/>
          <a:ext cx="0" cy="0"/>
          <a:chOff x="0" y="0"/>
          <a:chExt cx="0" cy="0"/>
        </a:xfrm>
      </p:grpSpPr>
      <p:sp>
        <p:nvSpPr>
          <p:cNvPr id="915" name="Google Shape;915;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6" name="Google Shape;916;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7" name="Google Shape;917;p1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18" name="Google Shape;918;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9" name="Google Shape;919;p12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920" name="Shape 920"/>
        <p:cNvGrpSpPr/>
        <p:nvPr/>
      </p:nvGrpSpPr>
      <p:grpSpPr>
        <a:xfrm>
          <a:off x="0" y="0"/>
          <a:ext cx="0" cy="0"/>
          <a:chOff x="0" y="0"/>
          <a:chExt cx="0" cy="0"/>
        </a:xfrm>
      </p:grpSpPr>
      <p:sp>
        <p:nvSpPr>
          <p:cNvPr id="921" name="Google Shape;921;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2" name="Google Shape;922;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3" name="Google Shape;923;p1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24" name="Google Shape;924;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5" name="Google Shape;925;p12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926" name="Shape 926"/>
        <p:cNvGrpSpPr/>
        <p:nvPr/>
      </p:nvGrpSpPr>
      <p:grpSpPr>
        <a:xfrm>
          <a:off x="0" y="0"/>
          <a:ext cx="0" cy="0"/>
          <a:chOff x="0" y="0"/>
          <a:chExt cx="0" cy="0"/>
        </a:xfrm>
      </p:grpSpPr>
      <p:sp>
        <p:nvSpPr>
          <p:cNvPr id="927" name="Google Shape;927;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8" name="Google Shape;928;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9" name="Google Shape;929;p1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30" name="Google Shape;930;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1" name="Google Shape;931;p13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932" name="Shape 932"/>
        <p:cNvGrpSpPr/>
        <p:nvPr/>
      </p:nvGrpSpPr>
      <p:grpSpPr>
        <a:xfrm>
          <a:off x="0" y="0"/>
          <a:ext cx="0" cy="0"/>
          <a:chOff x="0" y="0"/>
          <a:chExt cx="0" cy="0"/>
        </a:xfrm>
      </p:grpSpPr>
      <p:sp>
        <p:nvSpPr>
          <p:cNvPr id="933" name="Google Shape;933;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4" name="Google Shape;934;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5" name="Google Shape;935;p1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36" name="Google Shape;936;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7" name="Google Shape;937;p13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938" name="Shape 938"/>
        <p:cNvGrpSpPr/>
        <p:nvPr/>
      </p:nvGrpSpPr>
      <p:grpSpPr>
        <a:xfrm>
          <a:off x="0" y="0"/>
          <a:ext cx="0" cy="0"/>
          <a:chOff x="0" y="0"/>
          <a:chExt cx="0" cy="0"/>
        </a:xfrm>
      </p:grpSpPr>
      <p:sp>
        <p:nvSpPr>
          <p:cNvPr id="939" name="Google Shape;939;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40" name="Google Shape;940;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41" name="Google Shape;941;p1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42" name="Google Shape;942;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3" name="Google Shape;943;p13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944" name="Shape 944"/>
        <p:cNvGrpSpPr/>
        <p:nvPr/>
      </p:nvGrpSpPr>
      <p:grpSpPr>
        <a:xfrm>
          <a:off x="0" y="0"/>
          <a:ext cx="0" cy="0"/>
          <a:chOff x="0" y="0"/>
          <a:chExt cx="0" cy="0"/>
        </a:xfrm>
      </p:grpSpPr>
      <p:sp>
        <p:nvSpPr>
          <p:cNvPr id="945" name="Google Shape;945;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46" name="Google Shape;946;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47" name="Google Shape;947;p1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48" name="Google Shape;948;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9" name="Google Shape;949;p13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950" name="Shape 950"/>
        <p:cNvGrpSpPr/>
        <p:nvPr/>
      </p:nvGrpSpPr>
      <p:grpSpPr>
        <a:xfrm>
          <a:off x="0" y="0"/>
          <a:ext cx="0" cy="0"/>
          <a:chOff x="0" y="0"/>
          <a:chExt cx="0" cy="0"/>
        </a:xfrm>
      </p:grpSpPr>
      <p:sp>
        <p:nvSpPr>
          <p:cNvPr id="951" name="Google Shape;951;p13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52" name="Google Shape;952;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53" name="Google Shape;953;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54" name="Google Shape;954;p13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5" name="Google Shape;955;p13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956" name="Shape 956"/>
        <p:cNvGrpSpPr/>
        <p:nvPr/>
      </p:nvGrpSpPr>
      <p:grpSpPr>
        <a:xfrm>
          <a:off x="0" y="0"/>
          <a:ext cx="0" cy="0"/>
          <a:chOff x="0" y="0"/>
          <a:chExt cx="0" cy="0"/>
        </a:xfrm>
      </p:grpSpPr>
      <p:sp>
        <p:nvSpPr>
          <p:cNvPr id="957" name="Google Shape;957;p13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58" name="Google Shape;958;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59" name="Google Shape;959;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60" name="Google Shape;960;p13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1" name="Google Shape;961;p13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962" name="Shape 962"/>
        <p:cNvGrpSpPr/>
        <p:nvPr/>
      </p:nvGrpSpPr>
      <p:grpSpPr>
        <a:xfrm>
          <a:off x="0" y="0"/>
          <a:ext cx="0" cy="0"/>
          <a:chOff x="0" y="0"/>
          <a:chExt cx="0" cy="0"/>
        </a:xfrm>
      </p:grpSpPr>
      <p:sp>
        <p:nvSpPr>
          <p:cNvPr id="963" name="Google Shape;963;p13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64" name="Google Shape;964;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65" name="Google Shape;965;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66" name="Google Shape;966;p13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7" name="Google Shape;967;p13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968" name="Shape 968"/>
        <p:cNvGrpSpPr/>
        <p:nvPr/>
      </p:nvGrpSpPr>
      <p:grpSpPr>
        <a:xfrm>
          <a:off x="0" y="0"/>
          <a:ext cx="0" cy="0"/>
          <a:chOff x="0" y="0"/>
          <a:chExt cx="0" cy="0"/>
        </a:xfrm>
      </p:grpSpPr>
      <p:sp>
        <p:nvSpPr>
          <p:cNvPr id="969" name="Google Shape;969;p13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0" name="Google Shape;970;p13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71" name="Google Shape;971;p1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72" name="Google Shape;972;p13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3" name="Google Shape;973;p13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974" name="Shape 974"/>
        <p:cNvGrpSpPr/>
        <p:nvPr/>
      </p:nvGrpSpPr>
      <p:grpSpPr>
        <a:xfrm>
          <a:off x="0" y="0"/>
          <a:ext cx="0" cy="0"/>
          <a:chOff x="0" y="0"/>
          <a:chExt cx="0" cy="0"/>
        </a:xfrm>
      </p:grpSpPr>
      <p:sp>
        <p:nvSpPr>
          <p:cNvPr id="975" name="Google Shape;975;p13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6" name="Google Shape;976;p13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77" name="Google Shape;977;p1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78" name="Google Shape;978;p13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9" name="Google Shape;979;p13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980" name="Shape 980"/>
        <p:cNvGrpSpPr/>
        <p:nvPr/>
      </p:nvGrpSpPr>
      <p:grpSpPr>
        <a:xfrm>
          <a:off x="0" y="0"/>
          <a:ext cx="0" cy="0"/>
          <a:chOff x="0" y="0"/>
          <a:chExt cx="0" cy="0"/>
        </a:xfrm>
      </p:grpSpPr>
      <p:sp>
        <p:nvSpPr>
          <p:cNvPr id="981" name="Google Shape;981;p139"/>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2" name="Google Shape;982;p139"/>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3" name="Google Shape;983;p139"/>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84" name="Google Shape;984;p139"/>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39"/>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86" name="Google Shape;986;p139"/>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87" name="Google Shape;987;p139"/>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88" name="Google Shape;988;p139"/>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89" name="Google Shape;989;p139"/>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90" name="Google Shape;990;p139"/>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1" name="Google Shape;991;p139"/>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2" name="Google Shape;992;p139"/>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993" name="Shape 993"/>
        <p:cNvGrpSpPr/>
        <p:nvPr/>
      </p:nvGrpSpPr>
      <p:grpSpPr>
        <a:xfrm>
          <a:off x="0" y="0"/>
          <a:ext cx="0" cy="0"/>
          <a:chOff x="0" y="0"/>
          <a:chExt cx="0" cy="0"/>
        </a:xfrm>
      </p:grpSpPr>
      <p:sp>
        <p:nvSpPr>
          <p:cNvPr id="994" name="Google Shape;994;p14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95" name="Google Shape;995;p14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96" name="Google Shape;996;p1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997" name="Google Shape;997;p14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98" name="Google Shape;998;p14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999" name="Shape 999"/>
        <p:cNvGrpSpPr/>
        <p:nvPr/>
      </p:nvGrpSpPr>
      <p:grpSpPr>
        <a:xfrm>
          <a:off x="0" y="0"/>
          <a:ext cx="0" cy="0"/>
          <a:chOff x="0" y="0"/>
          <a:chExt cx="0" cy="0"/>
        </a:xfrm>
      </p:grpSpPr>
      <p:sp>
        <p:nvSpPr>
          <p:cNvPr id="1000" name="Google Shape;1000;p14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1" name="Google Shape;1001;p14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02" name="Google Shape;1002;p1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03" name="Google Shape;1003;p14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4" name="Google Shape;1004;p14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1005" name="Shape 1005"/>
        <p:cNvGrpSpPr/>
        <p:nvPr/>
      </p:nvGrpSpPr>
      <p:grpSpPr>
        <a:xfrm>
          <a:off x="0" y="0"/>
          <a:ext cx="0" cy="0"/>
          <a:chOff x="0" y="0"/>
          <a:chExt cx="0" cy="0"/>
        </a:xfrm>
      </p:grpSpPr>
      <p:sp>
        <p:nvSpPr>
          <p:cNvPr id="1006" name="Google Shape;1006;p142"/>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42"/>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1008" name="Google Shape;1008;p142"/>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1009" name="Google Shape;1009;p142"/>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42"/>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1011" name="Google Shape;1011;p142"/>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1012" name="Google Shape;1012;p142"/>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42"/>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1014" name="Google Shape;1014;p142"/>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1015" name="Google Shape;1015;p142"/>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1016" name="Google Shape;1016;p142"/>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1017" name="Google Shape;1017;p14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8" name="Google Shape;1018;p14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1019" name="Shape 1019"/>
        <p:cNvGrpSpPr/>
        <p:nvPr/>
      </p:nvGrpSpPr>
      <p:grpSpPr>
        <a:xfrm>
          <a:off x="0" y="0"/>
          <a:ext cx="0" cy="0"/>
          <a:chOff x="0" y="0"/>
          <a:chExt cx="0" cy="0"/>
        </a:xfrm>
      </p:grpSpPr>
      <p:pic>
        <p:nvPicPr>
          <p:cNvPr id="1020" name="Google Shape;1020;p143"/>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1021" name="Google Shape;1021;p143"/>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22" name="Google Shape;1022;p143"/>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43"/>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43"/>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algn="l">
              <a:lnSpc>
                <a:spcPct val="100000"/>
              </a:lnSpc>
              <a:spcBef>
                <a:spcPts val="0"/>
              </a:spcBef>
              <a:spcAft>
                <a:spcPts val="0"/>
              </a:spcAft>
              <a:buSzPts val="3400"/>
              <a:buNone/>
              <a:defRPr sz="3400">
                <a:latin typeface="Roboto Light"/>
                <a:ea typeface="Roboto Light"/>
                <a:cs typeface="Roboto Light"/>
                <a:sym typeface="Roboto Light"/>
              </a:defRPr>
            </a:lvl1pPr>
            <a:lvl2pPr lvl="1"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1025" name="Shape 1025"/>
        <p:cNvGrpSpPr/>
        <p:nvPr/>
      </p:nvGrpSpPr>
      <p:grpSpPr>
        <a:xfrm>
          <a:off x="0" y="0"/>
          <a:ext cx="0" cy="0"/>
          <a:chOff x="0" y="0"/>
          <a:chExt cx="0" cy="0"/>
        </a:xfrm>
      </p:grpSpPr>
      <p:sp>
        <p:nvSpPr>
          <p:cNvPr id="1026" name="Google Shape;1026;p14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7" name="Google Shape;1027;p14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28" name="Google Shape;1028;p1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29" name="Google Shape;1029;p14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0" name="Google Shape;1030;p14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1031" name="Shape 1031"/>
        <p:cNvGrpSpPr/>
        <p:nvPr/>
      </p:nvGrpSpPr>
      <p:grpSpPr>
        <a:xfrm>
          <a:off x="0" y="0"/>
          <a:ext cx="0" cy="0"/>
          <a:chOff x="0" y="0"/>
          <a:chExt cx="0" cy="0"/>
        </a:xfrm>
      </p:grpSpPr>
      <p:sp>
        <p:nvSpPr>
          <p:cNvPr id="1032" name="Google Shape;1032;p14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33" name="Google Shape;1033;p14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34" name="Google Shape;1034;p1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35" name="Google Shape;1035;p14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6" name="Google Shape;1036;p14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1037" name="Shape 1037"/>
        <p:cNvGrpSpPr/>
        <p:nvPr/>
      </p:nvGrpSpPr>
      <p:grpSpPr>
        <a:xfrm>
          <a:off x="0" y="0"/>
          <a:ext cx="0" cy="0"/>
          <a:chOff x="0" y="0"/>
          <a:chExt cx="0" cy="0"/>
        </a:xfrm>
      </p:grpSpPr>
      <p:sp>
        <p:nvSpPr>
          <p:cNvPr id="1038" name="Google Shape;1038;p146"/>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39" name="Google Shape;1039;p146"/>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40" name="Google Shape;1040;p146"/>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41" name="Google Shape;1041;p146"/>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1042" name="Google Shape;1042;p1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1043" name="Shape 1043"/>
        <p:cNvGrpSpPr/>
        <p:nvPr/>
      </p:nvGrpSpPr>
      <p:grpSpPr>
        <a:xfrm>
          <a:off x="0" y="0"/>
          <a:ext cx="0" cy="0"/>
          <a:chOff x="0" y="0"/>
          <a:chExt cx="0" cy="0"/>
        </a:xfrm>
      </p:grpSpPr>
      <p:sp>
        <p:nvSpPr>
          <p:cNvPr id="1044" name="Google Shape;1044;p14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45" name="Google Shape;1045;p14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46" name="Google Shape;1046;p14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47" name="Google Shape;1047;p14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8" name="Google Shape;1048;p14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1049" name="Shape 1049"/>
        <p:cNvGrpSpPr/>
        <p:nvPr/>
      </p:nvGrpSpPr>
      <p:grpSpPr>
        <a:xfrm>
          <a:off x="0" y="0"/>
          <a:ext cx="0" cy="0"/>
          <a:chOff x="0" y="0"/>
          <a:chExt cx="0" cy="0"/>
        </a:xfrm>
      </p:grpSpPr>
      <p:sp>
        <p:nvSpPr>
          <p:cNvPr id="1050" name="Google Shape;1050;p14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51" name="Google Shape;1051;p14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52" name="Google Shape;1052;p14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53" name="Google Shape;1053;p14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4" name="Google Shape;1054;p14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1055" name="Shape 1055"/>
        <p:cNvGrpSpPr/>
        <p:nvPr/>
      </p:nvGrpSpPr>
      <p:grpSpPr>
        <a:xfrm>
          <a:off x="0" y="0"/>
          <a:ext cx="0" cy="0"/>
          <a:chOff x="0" y="0"/>
          <a:chExt cx="0" cy="0"/>
        </a:xfrm>
      </p:grpSpPr>
      <p:sp>
        <p:nvSpPr>
          <p:cNvPr id="1056" name="Google Shape;1056;p14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57" name="Google Shape;1057;p14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58" name="Google Shape;1058;p14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59" name="Google Shape;1059;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0" name="Google Shape;1060;p14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1061" name="Shape 1061"/>
        <p:cNvGrpSpPr/>
        <p:nvPr/>
      </p:nvGrpSpPr>
      <p:grpSpPr>
        <a:xfrm>
          <a:off x="0" y="0"/>
          <a:ext cx="0" cy="0"/>
          <a:chOff x="0" y="0"/>
          <a:chExt cx="0" cy="0"/>
        </a:xfrm>
      </p:grpSpPr>
      <p:sp>
        <p:nvSpPr>
          <p:cNvPr id="1062" name="Google Shape;1062;p15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3" name="Google Shape;1063;p15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64" name="Google Shape;1064;p1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65" name="Google Shape;1065;p15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6" name="Google Shape;1066;p15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1067" name="Shape 1067"/>
        <p:cNvGrpSpPr/>
        <p:nvPr/>
      </p:nvGrpSpPr>
      <p:grpSpPr>
        <a:xfrm>
          <a:off x="0" y="0"/>
          <a:ext cx="0" cy="0"/>
          <a:chOff x="0" y="0"/>
          <a:chExt cx="0" cy="0"/>
        </a:xfrm>
      </p:grpSpPr>
      <p:sp>
        <p:nvSpPr>
          <p:cNvPr id="1068" name="Google Shape;1068;p15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9" name="Google Shape;1069;p15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70" name="Google Shape;1070;p1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71" name="Google Shape;1071;p15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2" name="Google Shape;1072;p15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1073" name="Shape 1073"/>
        <p:cNvGrpSpPr/>
        <p:nvPr/>
      </p:nvGrpSpPr>
      <p:grpSpPr>
        <a:xfrm>
          <a:off x="0" y="0"/>
          <a:ext cx="0" cy="0"/>
          <a:chOff x="0" y="0"/>
          <a:chExt cx="0" cy="0"/>
        </a:xfrm>
      </p:grpSpPr>
      <p:sp>
        <p:nvSpPr>
          <p:cNvPr id="1074" name="Google Shape;1074;p15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5" name="Google Shape;1075;p15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76" name="Google Shape;1076;p15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77" name="Google Shape;1077;p15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8" name="Google Shape;1078;p15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1079" name="Shape 1079"/>
        <p:cNvGrpSpPr/>
        <p:nvPr/>
      </p:nvGrpSpPr>
      <p:grpSpPr>
        <a:xfrm>
          <a:off x="0" y="0"/>
          <a:ext cx="0" cy="0"/>
          <a:chOff x="0" y="0"/>
          <a:chExt cx="0" cy="0"/>
        </a:xfrm>
      </p:grpSpPr>
      <p:sp>
        <p:nvSpPr>
          <p:cNvPr id="1080" name="Google Shape;1080;p15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1" name="Google Shape;1081;p15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82" name="Google Shape;1082;p15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83" name="Google Shape;1083;p15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4" name="Google Shape;1084;p15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1085" name="Shape 1085"/>
        <p:cNvGrpSpPr/>
        <p:nvPr/>
      </p:nvGrpSpPr>
      <p:grpSpPr>
        <a:xfrm>
          <a:off x="0" y="0"/>
          <a:ext cx="0" cy="0"/>
          <a:chOff x="0" y="0"/>
          <a:chExt cx="0" cy="0"/>
        </a:xfrm>
      </p:grpSpPr>
      <p:sp>
        <p:nvSpPr>
          <p:cNvPr id="1086" name="Google Shape;1086;p15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7" name="Google Shape;1087;p1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88" name="Google Shape;1088;p15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89" name="Google Shape;1089;p15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0" name="Google Shape;1090;p15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1091" name="Shape 1091"/>
        <p:cNvGrpSpPr/>
        <p:nvPr/>
      </p:nvGrpSpPr>
      <p:grpSpPr>
        <a:xfrm>
          <a:off x="0" y="0"/>
          <a:ext cx="0" cy="0"/>
          <a:chOff x="0" y="0"/>
          <a:chExt cx="0" cy="0"/>
        </a:xfrm>
      </p:grpSpPr>
      <p:sp>
        <p:nvSpPr>
          <p:cNvPr id="1092" name="Google Shape;1092;p15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93" name="Google Shape;1093;p15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94" name="Google Shape;1094;p15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095" name="Google Shape;1095;p15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6" name="Google Shape;1096;p15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1097" name="Shape 1097"/>
        <p:cNvGrpSpPr/>
        <p:nvPr/>
      </p:nvGrpSpPr>
      <p:grpSpPr>
        <a:xfrm>
          <a:off x="0" y="0"/>
          <a:ext cx="0" cy="0"/>
          <a:chOff x="0" y="0"/>
          <a:chExt cx="0" cy="0"/>
        </a:xfrm>
      </p:grpSpPr>
      <p:sp>
        <p:nvSpPr>
          <p:cNvPr id="1098" name="Google Shape;1098;p15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99" name="Google Shape;1099;p15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00" name="Google Shape;1100;p15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01" name="Google Shape;1101;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2" name="Google Shape;1102;p15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1103" name="Shape 1103"/>
        <p:cNvGrpSpPr/>
        <p:nvPr/>
      </p:nvGrpSpPr>
      <p:grpSpPr>
        <a:xfrm>
          <a:off x="0" y="0"/>
          <a:ext cx="0" cy="0"/>
          <a:chOff x="0" y="0"/>
          <a:chExt cx="0" cy="0"/>
        </a:xfrm>
      </p:grpSpPr>
      <p:sp>
        <p:nvSpPr>
          <p:cNvPr id="1104" name="Google Shape;1104;p15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05" name="Google Shape;1105;p15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06" name="Google Shape;1106;p15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07" name="Google Shape;1107;p1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8" name="Google Shape;1108;p15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1109" name="Shape 1109"/>
        <p:cNvGrpSpPr/>
        <p:nvPr/>
      </p:nvGrpSpPr>
      <p:grpSpPr>
        <a:xfrm>
          <a:off x="0" y="0"/>
          <a:ext cx="0" cy="0"/>
          <a:chOff x="0" y="0"/>
          <a:chExt cx="0" cy="0"/>
        </a:xfrm>
      </p:grpSpPr>
      <p:sp>
        <p:nvSpPr>
          <p:cNvPr id="1110" name="Google Shape;1110;p15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11" name="Google Shape;1111;p15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12" name="Google Shape;1112;p1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13" name="Google Shape;1113;p15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14" name="Google Shape;1114;p15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1115" name="Shape 1115"/>
        <p:cNvGrpSpPr/>
        <p:nvPr/>
      </p:nvGrpSpPr>
      <p:grpSpPr>
        <a:xfrm>
          <a:off x="0" y="0"/>
          <a:ext cx="0" cy="0"/>
          <a:chOff x="0" y="0"/>
          <a:chExt cx="0" cy="0"/>
        </a:xfrm>
      </p:grpSpPr>
      <p:sp>
        <p:nvSpPr>
          <p:cNvPr id="1116" name="Google Shape;1116;p15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17" name="Google Shape;1117;p15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18" name="Google Shape;1118;p15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19" name="Google Shape;1119;p15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0" name="Google Shape;1120;p15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1121" name="Shape 1121"/>
        <p:cNvGrpSpPr/>
        <p:nvPr/>
      </p:nvGrpSpPr>
      <p:grpSpPr>
        <a:xfrm>
          <a:off x="0" y="0"/>
          <a:ext cx="0" cy="0"/>
          <a:chOff x="0" y="0"/>
          <a:chExt cx="0" cy="0"/>
        </a:xfrm>
      </p:grpSpPr>
      <p:sp>
        <p:nvSpPr>
          <p:cNvPr id="1122" name="Google Shape;1122;p1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23" name="Google Shape;1123;p1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24" name="Google Shape;1124;p1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25" name="Google Shape;1125;p1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6" name="Google Shape;1126;p1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1127" name="Shape 1127"/>
        <p:cNvGrpSpPr/>
        <p:nvPr/>
      </p:nvGrpSpPr>
      <p:grpSpPr>
        <a:xfrm>
          <a:off x="0" y="0"/>
          <a:ext cx="0" cy="0"/>
          <a:chOff x="0" y="0"/>
          <a:chExt cx="0" cy="0"/>
        </a:xfrm>
      </p:grpSpPr>
      <p:sp>
        <p:nvSpPr>
          <p:cNvPr id="1128" name="Google Shape;1128;p16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29" name="Google Shape;1129;p16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30" name="Google Shape;1130;p16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31" name="Google Shape;1131;p16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2" name="Google Shape;1132;p16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1133" name="Shape 1133"/>
        <p:cNvGrpSpPr/>
        <p:nvPr/>
      </p:nvGrpSpPr>
      <p:grpSpPr>
        <a:xfrm>
          <a:off x="0" y="0"/>
          <a:ext cx="0" cy="0"/>
          <a:chOff x="0" y="0"/>
          <a:chExt cx="0" cy="0"/>
        </a:xfrm>
      </p:grpSpPr>
      <p:sp>
        <p:nvSpPr>
          <p:cNvPr id="1134" name="Google Shape;1134;p16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35" name="Google Shape;1135;p16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36" name="Google Shape;1136;p1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37" name="Google Shape;1137;p1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8" name="Google Shape;1138;p1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1139" name="Shape 1139"/>
        <p:cNvGrpSpPr/>
        <p:nvPr/>
      </p:nvGrpSpPr>
      <p:grpSpPr>
        <a:xfrm>
          <a:off x="0" y="0"/>
          <a:ext cx="0" cy="0"/>
          <a:chOff x="0" y="0"/>
          <a:chExt cx="0" cy="0"/>
        </a:xfrm>
      </p:grpSpPr>
      <p:sp>
        <p:nvSpPr>
          <p:cNvPr id="1140" name="Google Shape;1140;p16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41" name="Google Shape;1141;p16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42" name="Google Shape;1142;p16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43" name="Google Shape;1143;p16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44" name="Google Shape;1144;p16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1145" name="Shape 1145"/>
        <p:cNvGrpSpPr/>
        <p:nvPr/>
      </p:nvGrpSpPr>
      <p:grpSpPr>
        <a:xfrm>
          <a:off x="0" y="0"/>
          <a:ext cx="0" cy="0"/>
          <a:chOff x="0" y="0"/>
          <a:chExt cx="0" cy="0"/>
        </a:xfrm>
      </p:grpSpPr>
      <p:sp>
        <p:nvSpPr>
          <p:cNvPr id="1146" name="Google Shape;1146;p16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47" name="Google Shape;1147;p16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48" name="Google Shape;1148;p16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49" name="Google Shape;1149;p16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0" name="Google Shape;1150;p16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1151" name="Shape 1151"/>
        <p:cNvGrpSpPr/>
        <p:nvPr/>
      </p:nvGrpSpPr>
      <p:grpSpPr>
        <a:xfrm>
          <a:off x="0" y="0"/>
          <a:ext cx="0" cy="0"/>
          <a:chOff x="0" y="0"/>
          <a:chExt cx="0" cy="0"/>
        </a:xfrm>
      </p:grpSpPr>
      <p:sp>
        <p:nvSpPr>
          <p:cNvPr id="1152" name="Google Shape;1152;p1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53" name="Google Shape;1153;p1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54" name="Google Shape;1154;p1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55" name="Google Shape;1155;p1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6" name="Google Shape;1156;p1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1157" name="Shape 1157"/>
        <p:cNvGrpSpPr/>
        <p:nvPr/>
      </p:nvGrpSpPr>
      <p:grpSpPr>
        <a:xfrm>
          <a:off x="0" y="0"/>
          <a:ext cx="0" cy="0"/>
          <a:chOff x="0" y="0"/>
          <a:chExt cx="0" cy="0"/>
        </a:xfrm>
      </p:grpSpPr>
      <p:sp>
        <p:nvSpPr>
          <p:cNvPr id="1158" name="Google Shape;1158;p166"/>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66"/>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66"/>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66"/>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62" name="Google Shape;1162;p166"/>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63" name="Google Shape;1163;p166"/>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64" name="Google Shape;1164;p1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165" name="Google Shape;1165;p1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6" name="Google Shape;1166;p1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7" name="Google Shape;1167;p166"/>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68" name="Google Shape;1168;p166"/>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69" name="Google Shape;1169;p166"/>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70" name="Google Shape;1170;p166"/>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66"/>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72" name="Google Shape;1172;p166"/>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1173" name="Shape 1173"/>
        <p:cNvGrpSpPr/>
        <p:nvPr/>
      </p:nvGrpSpPr>
      <p:grpSpPr>
        <a:xfrm>
          <a:off x="0" y="0"/>
          <a:ext cx="0" cy="0"/>
          <a:chOff x="0" y="0"/>
          <a:chExt cx="0" cy="0"/>
        </a:xfrm>
      </p:grpSpPr>
      <p:sp>
        <p:nvSpPr>
          <p:cNvPr id="1174" name="Google Shape;1174;p167"/>
          <p:cNvSpPr/>
          <p:nvPr>
            <p:ph idx="2" type="pic"/>
          </p:nvPr>
        </p:nvSpPr>
        <p:spPr>
          <a:xfrm>
            <a:off x="5923375" y="150"/>
            <a:ext cx="3220500" cy="5143500"/>
          </a:xfrm>
          <a:prstGeom prst="rect">
            <a:avLst/>
          </a:prstGeom>
          <a:noFill/>
          <a:ln>
            <a:noFill/>
          </a:ln>
        </p:spPr>
      </p:sp>
      <p:sp>
        <p:nvSpPr>
          <p:cNvPr id="1175" name="Google Shape;1175;p16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76" name="Google Shape;1176;p16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77" name="Google Shape;1177;p167"/>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1178" name="Shape 1178"/>
        <p:cNvGrpSpPr/>
        <p:nvPr/>
      </p:nvGrpSpPr>
      <p:grpSpPr>
        <a:xfrm>
          <a:off x="0" y="0"/>
          <a:ext cx="0" cy="0"/>
          <a:chOff x="0" y="0"/>
          <a:chExt cx="0" cy="0"/>
        </a:xfrm>
      </p:grpSpPr>
      <p:sp>
        <p:nvSpPr>
          <p:cNvPr id="1179" name="Google Shape;1179;p168"/>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algn="ctr">
              <a:spcBef>
                <a:spcPts val="0"/>
              </a:spcBef>
              <a:spcAft>
                <a:spcPts val="0"/>
              </a:spcAft>
              <a:buSzPts val="4000"/>
              <a:buNone/>
              <a:defRPr sz="4000">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1180" name="Shape 1180"/>
        <p:cNvGrpSpPr/>
        <p:nvPr/>
      </p:nvGrpSpPr>
      <p:grpSpPr>
        <a:xfrm>
          <a:off x="0" y="0"/>
          <a:ext cx="0" cy="0"/>
          <a:chOff x="0" y="0"/>
          <a:chExt cx="0" cy="0"/>
        </a:xfrm>
      </p:grpSpPr>
      <p:sp>
        <p:nvSpPr>
          <p:cNvPr id="1181" name="Google Shape;1181;p16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algn="ctr">
              <a:spcBef>
                <a:spcPts val="0"/>
              </a:spcBef>
              <a:spcAft>
                <a:spcPts val="0"/>
              </a:spcAft>
              <a:buSzPts val="4000"/>
              <a:buNone/>
              <a:defRPr sz="4000">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1182" name="Shape 1182"/>
        <p:cNvGrpSpPr/>
        <p:nvPr/>
      </p:nvGrpSpPr>
      <p:grpSpPr>
        <a:xfrm>
          <a:off x="0" y="0"/>
          <a:ext cx="0" cy="0"/>
          <a:chOff x="0" y="0"/>
          <a:chExt cx="0" cy="0"/>
        </a:xfrm>
      </p:grpSpPr>
      <p:sp>
        <p:nvSpPr>
          <p:cNvPr id="1183" name="Google Shape;1183;p170"/>
          <p:cNvSpPr/>
          <p:nvPr>
            <p:ph idx="2" type="pic"/>
          </p:nvPr>
        </p:nvSpPr>
        <p:spPr>
          <a:xfrm>
            <a:off x="5923375" y="150"/>
            <a:ext cx="3220500" cy="5143500"/>
          </a:xfrm>
          <a:prstGeom prst="rect">
            <a:avLst/>
          </a:prstGeom>
          <a:noFill/>
          <a:ln>
            <a:noFill/>
          </a:ln>
        </p:spPr>
      </p:sp>
      <p:sp>
        <p:nvSpPr>
          <p:cNvPr id="1184" name="Google Shape;1184;p17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85" name="Google Shape;1185;p17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86" name="Google Shape;1186;p170"/>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1187" name="Shape 1187"/>
        <p:cNvGrpSpPr/>
        <p:nvPr/>
      </p:nvGrpSpPr>
      <p:grpSpPr>
        <a:xfrm>
          <a:off x="0" y="0"/>
          <a:ext cx="0" cy="0"/>
          <a:chOff x="0" y="0"/>
          <a:chExt cx="0" cy="0"/>
        </a:xfrm>
      </p:grpSpPr>
      <p:sp>
        <p:nvSpPr>
          <p:cNvPr id="1188" name="Google Shape;1188;p1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89" name="Google Shape;1189;p1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190" name="Google Shape;1190;p1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1" name="Google Shape;1191;p1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1192" name="Shape 1192"/>
        <p:cNvGrpSpPr/>
        <p:nvPr/>
      </p:nvGrpSpPr>
      <p:grpSpPr>
        <a:xfrm>
          <a:off x="0" y="0"/>
          <a:ext cx="0" cy="0"/>
          <a:chOff x="0" y="0"/>
          <a:chExt cx="0" cy="0"/>
        </a:xfrm>
      </p:grpSpPr>
      <p:sp>
        <p:nvSpPr>
          <p:cNvPr id="1193" name="Google Shape;1193;p172"/>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4" name="Google Shape;1194;p172"/>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5" name="Google Shape;1195;p1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1196" name="Google Shape;1196;p172"/>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1197" name="Shape 1197"/>
        <p:cNvGrpSpPr/>
        <p:nvPr/>
      </p:nvGrpSpPr>
      <p:grpSpPr>
        <a:xfrm>
          <a:off x="0" y="0"/>
          <a:ext cx="0" cy="0"/>
          <a:chOff x="0" y="0"/>
          <a:chExt cx="0" cy="0"/>
        </a:xfrm>
      </p:grpSpPr>
      <p:sp>
        <p:nvSpPr>
          <p:cNvPr id="1198" name="Google Shape;1198;p17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9" name="Google Shape;1199;p17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0" name="Google Shape;1200;p1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1201" name="Shape 1201"/>
        <p:cNvGrpSpPr/>
        <p:nvPr/>
      </p:nvGrpSpPr>
      <p:grpSpPr>
        <a:xfrm>
          <a:off x="0" y="0"/>
          <a:ext cx="0" cy="0"/>
          <a:chOff x="0" y="0"/>
          <a:chExt cx="0" cy="0"/>
        </a:xfrm>
      </p:grpSpPr>
      <p:sp>
        <p:nvSpPr>
          <p:cNvPr id="1202" name="Google Shape;1202;p17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3" name="Google Shape;1203;p17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4" name="Google Shape;1204;p17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05" name="Google Shape;1205;p1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06" name="Google Shape;1206;p1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1207" name="Shape 1207"/>
        <p:cNvGrpSpPr/>
        <p:nvPr/>
      </p:nvGrpSpPr>
      <p:grpSpPr>
        <a:xfrm>
          <a:off x="0" y="0"/>
          <a:ext cx="0" cy="0"/>
          <a:chOff x="0" y="0"/>
          <a:chExt cx="0" cy="0"/>
        </a:xfrm>
      </p:grpSpPr>
      <p:cxnSp>
        <p:nvCxnSpPr>
          <p:cNvPr id="1208" name="Google Shape;1208;p175"/>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1209" name="Google Shape;1209;p175"/>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210" name="Google Shape;1210;p175"/>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211" name="Google Shape;1211;p1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1212" name="Shape 1212"/>
        <p:cNvGrpSpPr/>
        <p:nvPr/>
      </p:nvGrpSpPr>
      <p:grpSpPr>
        <a:xfrm>
          <a:off x="0" y="0"/>
          <a:ext cx="0" cy="0"/>
          <a:chOff x="0" y="0"/>
          <a:chExt cx="0" cy="0"/>
        </a:xfrm>
      </p:grpSpPr>
      <p:cxnSp>
        <p:nvCxnSpPr>
          <p:cNvPr id="1213" name="Google Shape;1213;p17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1214" name="Google Shape;1214;p17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215" name="Google Shape;1215;p17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216" name="Google Shape;1216;p1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1217" name="Shape 1217"/>
        <p:cNvGrpSpPr/>
        <p:nvPr/>
      </p:nvGrpSpPr>
      <p:grpSpPr>
        <a:xfrm>
          <a:off x="0" y="0"/>
          <a:ext cx="0" cy="0"/>
          <a:chOff x="0" y="0"/>
          <a:chExt cx="0" cy="0"/>
        </a:xfrm>
      </p:grpSpPr>
      <p:cxnSp>
        <p:nvCxnSpPr>
          <p:cNvPr id="1218" name="Google Shape;1218;p17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1219" name="Google Shape;1219;p17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220" name="Google Shape;1220;p17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221" name="Google Shape;1221;p1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1222" name="Shape 1222"/>
        <p:cNvGrpSpPr/>
        <p:nvPr/>
      </p:nvGrpSpPr>
      <p:grpSpPr>
        <a:xfrm>
          <a:off x="0" y="0"/>
          <a:ext cx="0" cy="0"/>
          <a:chOff x="0" y="0"/>
          <a:chExt cx="0" cy="0"/>
        </a:xfrm>
      </p:grpSpPr>
      <p:sp>
        <p:nvSpPr>
          <p:cNvPr id="1223" name="Google Shape;1223;p178"/>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4" name="Google Shape;1224;p178"/>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5" name="Google Shape;1225;p17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26" name="Google Shape;1226;p1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27" name="Google Shape;1227;p1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1228" name="Shape 1228"/>
        <p:cNvGrpSpPr/>
        <p:nvPr/>
      </p:nvGrpSpPr>
      <p:grpSpPr>
        <a:xfrm>
          <a:off x="0" y="0"/>
          <a:ext cx="0" cy="0"/>
          <a:chOff x="0" y="0"/>
          <a:chExt cx="0" cy="0"/>
        </a:xfrm>
      </p:grpSpPr>
      <p:sp>
        <p:nvSpPr>
          <p:cNvPr id="1229" name="Google Shape;1229;p1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30" name="Google Shape;1230;p1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31" name="Google Shape;1231;p1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2" name="Google Shape;1232;p17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1233" name="Shape 1233"/>
        <p:cNvGrpSpPr/>
        <p:nvPr/>
      </p:nvGrpSpPr>
      <p:grpSpPr>
        <a:xfrm>
          <a:off x="0" y="0"/>
          <a:ext cx="0" cy="0"/>
          <a:chOff x="0" y="0"/>
          <a:chExt cx="0" cy="0"/>
        </a:xfrm>
      </p:grpSpPr>
      <p:sp>
        <p:nvSpPr>
          <p:cNvPr id="1234" name="Google Shape;1234;p18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35" name="Google Shape;1235;p18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36" name="Google Shape;1236;p18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7" name="Google Shape;1237;p18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1238" name="Shape 1238"/>
        <p:cNvGrpSpPr/>
        <p:nvPr/>
      </p:nvGrpSpPr>
      <p:grpSpPr>
        <a:xfrm>
          <a:off x="0" y="0"/>
          <a:ext cx="0" cy="0"/>
          <a:chOff x="0" y="0"/>
          <a:chExt cx="0" cy="0"/>
        </a:xfrm>
      </p:grpSpPr>
      <p:sp>
        <p:nvSpPr>
          <p:cNvPr id="1239" name="Google Shape;1239;p1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40" name="Google Shape;1240;p1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41" name="Google Shape;1241;p1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42" name="Google Shape;1242;p18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1243" name="Shape 1243"/>
        <p:cNvGrpSpPr/>
        <p:nvPr/>
      </p:nvGrpSpPr>
      <p:grpSpPr>
        <a:xfrm>
          <a:off x="0" y="0"/>
          <a:ext cx="0" cy="0"/>
          <a:chOff x="0" y="0"/>
          <a:chExt cx="0" cy="0"/>
        </a:xfrm>
      </p:grpSpPr>
      <p:sp>
        <p:nvSpPr>
          <p:cNvPr id="1244" name="Google Shape;1244;p1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45" name="Google Shape;1245;p1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46" name="Google Shape;1246;p1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47" name="Google Shape;1247;p18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1248" name="Shape 1248"/>
        <p:cNvGrpSpPr/>
        <p:nvPr/>
      </p:nvGrpSpPr>
      <p:grpSpPr>
        <a:xfrm>
          <a:off x="0" y="0"/>
          <a:ext cx="0" cy="0"/>
          <a:chOff x="0" y="0"/>
          <a:chExt cx="0" cy="0"/>
        </a:xfrm>
      </p:grpSpPr>
      <p:sp>
        <p:nvSpPr>
          <p:cNvPr id="1249" name="Google Shape;1249;p18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50" name="Google Shape;1250;p18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51" name="Google Shape;1251;p1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2" name="Google Shape;1252;p18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1253" name="Shape 1253"/>
        <p:cNvGrpSpPr/>
        <p:nvPr/>
      </p:nvGrpSpPr>
      <p:grpSpPr>
        <a:xfrm>
          <a:off x="0" y="0"/>
          <a:ext cx="0" cy="0"/>
          <a:chOff x="0" y="0"/>
          <a:chExt cx="0" cy="0"/>
        </a:xfrm>
      </p:grpSpPr>
      <p:grpSp>
        <p:nvGrpSpPr>
          <p:cNvPr id="1254" name="Google Shape;1254;p184"/>
          <p:cNvGrpSpPr/>
          <p:nvPr/>
        </p:nvGrpSpPr>
        <p:grpSpPr>
          <a:xfrm>
            <a:off x="440125" y="1136875"/>
            <a:ext cx="776900" cy="486300"/>
            <a:chOff x="457200" y="1466425"/>
            <a:chExt cx="776900" cy="486300"/>
          </a:xfrm>
        </p:grpSpPr>
        <p:sp>
          <p:nvSpPr>
            <p:cNvPr id="1255" name="Google Shape;1255;p184"/>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256" name="Google Shape;1256;p184"/>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57" name="Google Shape;1257;p184"/>
          <p:cNvGrpSpPr/>
          <p:nvPr/>
        </p:nvGrpSpPr>
        <p:grpSpPr>
          <a:xfrm>
            <a:off x="440125" y="1791730"/>
            <a:ext cx="776900" cy="486300"/>
            <a:chOff x="457200" y="1466425"/>
            <a:chExt cx="776900" cy="486300"/>
          </a:xfrm>
        </p:grpSpPr>
        <p:sp>
          <p:nvSpPr>
            <p:cNvPr id="1258" name="Google Shape;1258;p184"/>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259" name="Google Shape;1259;p184"/>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0" name="Google Shape;1260;p184"/>
          <p:cNvGrpSpPr/>
          <p:nvPr/>
        </p:nvGrpSpPr>
        <p:grpSpPr>
          <a:xfrm>
            <a:off x="440125" y="2446585"/>
            <a:ext cx="776900" cy="486300"/>
            <a:chOff x="457200" y="1466425"/>
            <a:chExt cx="776900" cy="486300"/>
          </a:xfrm>
        </p:grpSpPr>
        <p:sp>
          <p:nvSpPr>
            <p:cNvPr id="1261" name="Google Shape;1261;p184"/>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262" name="Google Shape;1262;p184"/>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3" name="Google Shape;1263;p184"/>
          <p:cNvGrpSpPr/>
          <p:nvPr/>
        </p:nvGrpSpPr>
        <p:grpSpPr>
          <a:xfrm>
            <a:off x="440125" y="3101440"/>
            <a:ext cx="776900" cy="486300"/>
            <a:chOff x="457200" y="1466425"/>
            <a:chExt cx="776900" cy="486300"/>
          </a:xfrm>
        </p:grpSpPr>
        <p:sp>
          <p:nvSpPr>
            <p:cNvPr id="1264" name="Google Shape;1264;p184"/>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265" name="Google Shape;1265;p184"/>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6" name="Google Shape;1266;p184"/>
          <p:cNvGrpSpPr/>
          <p:nvPr/>
        </p:nvGrpSpPr>
        <p:grpSpPr>
          <a:xfrm>
            <a:off x="440125" y="3756295"/>
            <a:ext cx="776900" cy="486300"/>
            <a:chOff x="457200" y="1466425"/>
            <a:chExt cx="776900" cy="486300"/>
          </a:xfrm>
        </p:grpSpPr>
        <p:sp>
          <p:nvSpPr>
            <p:cNvPr id="1267" name="Google Shape;1267;p184"/>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268" name="Google Shape;1268;p184"/>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269" name="Google Shape;1269;p184"/>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70" name="Google Shape;1270;p184"/>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1" name="Google Shape;1271;p184"/>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2" name="Google Shape;1272;p184"/>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3" name="Google Shape;1273;p184"/>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4" name="Google Shape;1274;p18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75" name="Google Shape;1275;p18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76" name="Google Shape;1276;p184"/>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7" name="Google Shape;1277;p184"/>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8" name="Google Shape;1278;p184"/>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9" name="Google Shape;1279;p184"/>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80" name="Google Shape;1280;p184"/>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1281" name="Google Shape;1281;p184"/>
          <p:cNvGrpSpPr/>
          <p:nvPr/>
        </p:nvGrpSpPr>
        <p:grpSpPr>
          <a:xfrm>
            <a:off x="440125" y="4413095"/>
            <a:ext cx="776900" cy="486300"/>
            <a:chOff x="457200" y="1466425"/>
            <a:chExt cx="776900" cy="486300"/>
          </a:xfrm>
        </p:grpSpPr>
        <p:sp>
          <p:nvSpPr>
            <p:cNvPr id="1282" name="Google Shape;1282;p184"/>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1283" name="Google Shape;1283;p184"/>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1284" name="Google Shape;1284;p184"/>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85" name="Google Shape;1285;p184"/>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1286" name="Shape 1286"/>
        <p:cNvGrpSpPr/>
        <p:nvPr/>
      </p:nvGrpSpPr>
      <p:grpSpPr>
        <a:xfrm>
          <a:off x="0" y="0"/>
          <a:ext cx="0" cy="0"/>
          <a:chOff x="0" y="0"/>
          <a:chExt cx="0" cy="0"/>
        </a:xfrm>
      </p:grpSpPr>
      <p:sp>
        <p:nvSpPr>
          <p:cNvPr id="1287" name="Google Shape;1287;p1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88" name="Google Shape;1288;p1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89" name="Google Shape;1289;p1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0" name="Google Shape;1290;p185"/>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1291" name="Shape 1291"/>
        <p:cNvGrpSpPr/>
        <p:nvPr/>
      </p:nvGrpSpPr>
      <p:grpSpPr>
        <a:xfrm>
          <a:off x="0" y="0"/>
          <a:ext cx="0" cy="0"/>
          <a:chOff x="0" y="0"/>
          <a:chExt cx="0" cy="0"/>
        </a:xfrm>
      </p:grpSpPr>
      <p:sp>
        <p:nvSpPr>
          <p:cNvPr id="1292" name="Google Shape;1292;p1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93" name="Google Shape;1293;p1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94" name="Google Shape;1294;p1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5" name="Google Shape;1295;p18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1296" name="Shape 1296"/>
        <p:cNvGrpSpPr/>
        <p:nvPr/>
      </p:nvGrpSpPr>
      <p:grpSpPr>
        <a:xfrm>
          <a:off x="0" y="0"/>
          <a:ext cx="0" cy="0"/>
          <a:chOff x="0" y="0"/>
          <a:chExt cx="0" cy="0"/>
        </a:xfrm>
      </p:grpSpPr>
      <p:sp>
        <p:nvSpPr>
          <p:cNvPr id="1297" name="Google Shape;1297;p18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98" name="Google Shape;1298;p18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99" name="Google Shape;1299;p18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0" name="Google Shape;1300;p18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1301" name="Shape 1301"/>
        <p:cNvGrpSpPr/>
        <p:nvPr/>
      </p:nvGrpSpPr>
      <p:grpSpPr>
        <a:xfrm>
          <a:off x="0" y="0"/>
          <a:ext cx="0" cy="0"/>
          <a:chOff x="0" y="0"/>
          <a:chExt cx="0" cy="0"/>
        </a:xfrm>
      </p:grpSpPr>
      <p:sp>
        <p:nvSpPr>
          <p:cNvPr id="1302" name="Google Shape;1302;p1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03" name="Google Shape;1303;p1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04" name="Google Shape;1304;p1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5" name="Google Shape;1305;p18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1306" name="Shape 1306"/>
        <p:cNvGrpSpPr/>
        <p:nvPr/>
      </p:nvGrpSpPr>
      <p:grpSpPr>
        <a:xfrm>
          <a:off x="0" y="0"/>
          <a:ext cx="0" cy="0"/>
          <a:chOff x="0" y="0"/>
          <a:chExt cx="0" cy="0"/>
        </a:xfrm>
      </p:grpSpPr>
      <p:sp>
        <p:nvSpPr>
          <p:cNvPr id="1307" name="Google Shape;1307;p1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08" name="Google Shape;1308;p1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09" name="Google Shape;1309;p1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10" name="Google Shape;1310;p18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1311" name="Shape 1311"/>
        <p:cNvGrpSpPr/>
        <p:nvPr/>
      </p:nvGrpSpPr>
      <p:grpSpPr>
        <a:xfrm>
          <a:off x="0" y="0"/>
          <a:ext cx="0" cy="0"/>
          <a:chOff x="0" y="0"/>
          <a:chExt cx="0" cy="0"/>
        </a:xfrm>
      </p:grpSpPr>
      <p:sp>
        <p:nvSpPr>
          <p:cNvPr id="1312" name="Google Shape;1312;p1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13" name="Google Shape;1313;p1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14" name="Google Shape;1314;p1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15" name="Google Shape;1315;p19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1316" name="Shape 1316"/>
        <p:cNvGrpSpPr/>
        <p:nvPr/>
      </p:nvGrpSpPr>
      <p:grpSpPr>
        <a:xfrm>
          <a:off x="0" y="0"/>
          <a:ext cx="0" cy="0"/>
          <a:chOff x="0" y="0"/>
          <a:chExt cx="0" cy="0"/>
        </a:xfrm>
      </p:grpSpPr>
      <p:sp>
        <p:nvSpPr>
          <p:cNvPr id="1317" name="Google Shape;1317;p1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18" name="Google Shape;1318;p1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19" name="Google Shape;1319;p1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0" name="Google Shape;1320;p19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1321" name="Shape 1321"/>
        <p:cNvGrpSpPr/>
        <p:nvPr/>
      </p:nvGrpSpPr>
      <p:grpSpPr>
        <a:xfrm>
          <a:off x="0" y="0"/>
          <a:ext cx="0" cy="0"/>
          <a:chOff x="0" y="0"/>
          <a:chExt cx="0" cy="0"/>
        </a:xfrm>
      </p:grpSpPr>
      <p:sp>
        <p:nvSpPr>
          <p:cNvPr id="1322" name="Google Shape;1322;p1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23" name="Google Shape;1323;p1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24" name="Google Shape;1324;p1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5" name="Google Shape;1325;p19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1326" name="Shape 1326"/>
        <p:cNvGrpSpPr/>
        <p:nvPr/>
      </p:nvGrpSpPr>
      <p:grpSpPr>
        <a:xfrm>
          <a:off x="0" y="0"/>
          <a:ext cx="0" cy="0"/>
          <a:chOff x="0" y="0"/>
          <a:chExt cx="0" cy="0"/>
        </a:xfrm>
      </p:grpSpPr>
      <p:sp>
        <p:nvSpPr>
          <p:cNvPr id="1327" name="Google Shape;1327;p19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8" name="Google Shape;1328;p19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9" name="Google Shape;1329;p19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30" name="Google Shape;1330;p1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31" name="Google Shape;1331;p1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1332" name="Shape 1332"/>
        <p:cNvGrpSpPr/>
        <p:nvPr/>
      </p:nvGrpSpPr>
      <p:grpSpPr>
        <a:xfrm>
          <a:off x="0" y="0"/>
          <a:ext cx="0" cy="0"/>
          <a:chOff x="0" y="0"/>
          <a:chExt cx="0" cy="0"/>
        </a:xfrm>
      </p:grpSpPr>
      <p:sp>
        <p:nvSpPr>
          <p:cNvPr id="1333" name="Google Shape;1333;p19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34" name="Google Shape;1334;p19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35" name="Google Shape;1335;p19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36" name="Google Shape;1336;p1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37" name="Google Shape;1337;p1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1338" name="Shape 1338"/>
        <p:cNvGrpSpPr/>
        <p:nvPr/>
      </p:nvGrpSpPr>
      <p:grpSpPr>
        <a:xfrm>
          <a:off x="0" y="0"/>
          <a:ext cx="0" cy="0"/>
          <a:chOff x="0" y="0"/>
          <a:chExt cx="0" cy="0"/>
        </a:xfrm>
      </p:grpSpPr>
      <p:sp>
        <p:nvSpPr>
          <p:cNvPr id="1339" name="Google Shape;1339;p19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40" name="Google Shape;1340;p19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41" name="Google Shape;1341;p19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42" name="Google Shape;1342;p1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343" name="Google Shape;1343;p1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1344" name="Shape 1344"/>
        <p:cNvGrpSpPr/>
        <p:nvPr/>
      </p:nvGrpSpPr>
      <p:grpSpPr>
        <a:xfrm>
          <a:off x="0" y="0"/>
          <a:ext cx="0" cy="0"/>
          <a:chOff x="0" y="0"/>
          <a:chExt cx="0" cy="0"/>
        </a:xfrm>
      </p:grpSpPr>
      <p:cxnSp>
        <p:nvCxnSpPr>
          <p:cNvPr id="1345" name="Google Shape;1345;p196"/>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1346" name="Google Shape;1346;p19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9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96"/>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96"/>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350" name="Google Shape;1350;p196"/>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351" name="Google Shape;1351;p196"/>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352" name="Google Shape;1352;p196"/>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53" name="Google Shape;1353;p196"/>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54" name="Google Shape;1354;p196"/>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55" name="Google Shape;1355;p196"/>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56" name="Google Shape;1356;p196"/>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57" name="Google Shape;1357;p196"/>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8" name="Google Shape;1358;p196"/>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1359" name="Shape 1359"/>
        <p:cNvGrpSpPr/>
        <p:nvPr/>
      </p:nvGrpSpPr>
      <p:grpSpPr>
        <a:xfrm>
          <a:off x="0" y="0"/>
          <a:ext cx="0" cy="0"/>
          <a:chOff x="0" y="0"/>
          <a:chExt cx="0" cy="0"/>
        </a:xfrm>
      </p:grpSpPr>
      <p:sp>
        <p:nvSpPr>
          <p:cNvPr id="1360" name="Google Shape;1360;p197"/>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1361" name="Google Shape;1361;p197"/>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1362" name="Google Shape;1362;p197"/>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1363" name="Google Shape;1363;p197"/>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1364" name="Google Shape;1364;p197"/>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365" name="Google Shape;1365;p197"/>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1366" name="Google Shape;1366;p197"/>
          <p:cNvGrpSpPr/>
          <p:nvPr/>
        </p:nvGrpSpPr>
        <p:grpSpPr>
          <a:xfrm>
            <a:off x="457147" y="1190428"/>
            <a:ext cx="533372" cy="533480"/>
            <a:chOff x="457200" y="1378813"/>
            <a:chExt cx="695400" cy="695450"/>
          </a:xfrm>
        </p:grpSpPr>
        <p:sp>
          <p:nvSpPr>
            <p:cNvPr id="1367" name="Google Shape;1367;p19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1368" name="Google Shape;1368;p19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69" name="Google Shape;1369;p197"/>
          <p:cNvGrpSpPr/>
          <p:nvPr/>
        </p:nvGrpSpPr>
        <p:grpSpPr>
          <a:xfrm>
            <a:off x="4876797" y="1190428"/>
            <a:ext cx="533372" cy="533480"/>
            <a:chOff x="2605668" y="1378813"/>
            <a:chExt cx="695400" cy="695450"/>
          </a:xfrm>
        </p:grpSpPr>
        <p:sp>
          <p:nvSpPr>
            <p:cNvPr id="1370" name="Google Shape;1370;p197"/>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1371" name="Google Shape;1371;p197"/>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372" name="Google Shape;1372;p197"/>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1373" name="Google Shape;1373;p197"/>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374" name="Google Shape;1374;p197"/>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1375" name="Shape 1375"/>
        <p:cNvGrpSpPr/>
        <p:nvPr/>
      </p:nvGrpSpPr>
      <p:grpSpPr>
        <a:xfrm>
          <a:off x="0" y="0"/>
          <a:ext cx="0" cy="0"/>
          <a:chOff x="0" y="0"/>
          <a:chExt cx="0" cy="0"/>
        </a:xfrm>
      </p:grpSpPr>
      <p:sp>
        <p:nvSpPr>
          <p:cNvPr id="1376" name="Google Shape;1376;p198"/>
          <p:cNvSpPr/>
          <p:nvPr>
            <p:ph idx="2" type="pic"/>
          </p:nvPr>
        </p:nvSpPr>
        <p:spPr>
          <a:xfrm>
            <a:off x="5923375" y="150"/>
            <a:ext cx="3220500" cy="5143500"/>
          </a:xfrm>
          <a:prstGeom prst="rect">
            <a:avLst/>
          </a:prstGeom>
          <a:noFill/>
          <a:ln>
            <a:noFill/>
          </a:ln>
        </p:spPr>
      </p:sp>
      <p:sp>
        <p:nvSpPr>
          <p:cNvPr id="1377" name="Google Shape;1377;p19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78" name="Google Shape;1378;p19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79" name="Google Shape;1379;p19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1380" name="Shape 1380"/>
        <p:cNvGrpSpPr/>
        <p:nvPr/>
      </p:nvGrpSpPr>
      <p:grpSpPr>
        <a:xfrm>
          <a:off x="0" y="0"/>
          <a:ext cx="0" cy="0"/>
          <a:chOff x="0" y="0"/>
          <a:chExt cx="0" cy="0"/>
        </a:xfrm>
      </p:grpSpPr>
      <p:sp>
        <p:nvSpPr>
          <p:cNvPr id="1381" name="Google Shape;1381;p199"/>
          <p:cNvSpPr/>
          <p:nvPr>
            <p:ph idx="2" type="pic"/>
          </p:nvPr>
        </p:nvSpPr>
        <p:spPr>
          <a:xfrm>
            <a:off x="5923375" y="150"/>
            <a:ext cx="3220500" cy="5143500"/>
          </a:xfrm>
          <a:prstGeom prst="rect">
            <a:avLst/>
          </a:prstGeom>
          <a:noFill/>
          <a:ln>
            <a:noFill/>
          </a:ln>
        </p:spPr>
      </p:sp>
      <p:sp>
        <p:nvSpPr>
          <p:cNvPr id="1382" name="Google Shape;1382;p19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83" name="Google Shape;1383;p19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4" name="Google Shape;1384;p19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1385" name="Shape 1385"/>
        <p:cNvGrpSpPr/>
        <p:nvPr/>
      </p:nvGrpSpPr>
      <p:grpSpPr>
        <a:xfrm>
          <a:off x="0" y="0"/>
          <a:ext cx="0" cy="0"/>
          <a:chOff x="0" y="0"/>
          <a:chExt cx="0" cy="0"/>
        </a:xfrm>
      </p:grpSpPr>
      <p:sp>
        <p:nvSpPr>
          <p:cNvPr id="1386" name="Google Shape;1386;p200"/>
          <p:cNvSpPr/>
          <p:nvPr>
            <p:ph idx="2" type="pic"/>
          </p:nvPr>
        </p:nvSpPr>
        <p:spPr>
          <a:xfrm>
            <a:off x="5923375" y="150"/>
            <a:ext cx="3220500" cy="5143500"/>
          </a:xfrm>
          <a:prstGeom prst="rect">
            <a:avLst/>
          </a:prstGeom>
          <a:noFill/>
          <a:ln>
            <a:noFill/>
          </a:ln>
        </p:spPr>
      </p:sp>
      <p:sp>
        <p:nvSpPr>
          <p:cNvPr id="1387" name="Google Shape;1387;p20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88" name="Google Shape;1388;p20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9" name="Google Shape;1389;p20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1390" name="Shape 1390"/>
        <p:cNvGrpSpPr/>
        <p:nvPr/>
      </p:nvGrpSpPr>
      <p:grpSpPr>
        <a:xfrm>
          <a:off x="0" y="0"/>
          <a:ext cx="0" cy="0"/>
          <a:chOff x="0" y="0"/>
          <a:chExt cx="0" cy="0"/>
        </a:xfrm>
      </p:grpSpPr>
      <p:sp>
        <p:nvSpPr>
          <p:cNvPr id="1391" name="Google Shape;1391;p201"/>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1392" name="Google Shape;1392;p201"/>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393" name="Google Shape;1393;p201"/>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1394" name="Google Shape;1394;p201"/>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01"/>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1396" name="Google Shape;1396;p201"/>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1397" name="Google Shape;1397;p201"/>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1398" name="Google Shape;1398;p201"/>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399" name="Google Shape;1399;p201"/>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1400" name="Google Shape;1400;p201"/>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1401" name="Google Shape;1401;p201"/>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402" name="Google Shape;1402;p201"/>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1403" name="Google Shape;1403;p201"/>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1404" name="Shape 1404"/>
        <p:cNvGrpSpPr/>
        <p:nvPr/>
      </p:nvGrpSpPr>
      <p:grpSpPr>
        <a:xfrm>
          <a:off x="0" y="0"/>
          <a:ext cx="0" cy="0"/>
          <a:chOff x="0" y="0"/>
          <a:chExt cx="0" cy="0"/>
        </a:xfrm>
      </p:grpSpPr>
      <p:sp>
        <p:nvSpPr>
          <p:cNvPr id="1405" name="Google Shape;1405;p202"/>
          <p:cNvSpPr/>
          <p:nvPr>
            <p:ph idx="2" type="pic"/>
          </p:nvPr>
        </p:nvSpPr>
        <p:spPr>
          <a:xfrm>
            <a:off x="5923375" y="150"/>
            <a:ext cx="3220500" cy="5143500"/>
          </a:xfrm>
          <a:prstGeom prst="rect">
            <a:avLst/>
          </a:prstGeom>
          <a:noFill/>
          <a:ln>
            <a:noFill/>
          </a:ln>
        </p:spPr>
      </p:sp>
      <p:sp>
        <p:nvSpPr>
          <p:cNvPr id="1406" name="Google Shape;1406;p20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07" name="Google Shape;1407;p20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08" name="Google Shape;1408;p20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409" name="Shape 1409"/>
        <p:cNvGrpSpPr/>
        <p:nvPr/>
      </p:nvGrpSpPr>
      <p:grpSpPr>
        <a:xfrm>
          <a:off x="0" y="0"/>
          <a:ext cx="0" cy="0"/>
          <a:chOff x="0" y="0"/>
          <a:chExt cx="0" cy="0"/>
        </a:xfrm>
      </p:grpSpPr>
      <p:sp>
        <p:nvSpPr>
          <p:cNvPr id="1410" name="Google Shape;1410;p203"/>
          <p:cNvSpPr/>
          <p:nvPr>
            <p:ph idx="2" type="pic"/>
          </p:nvPr>
        </p:nvSpPr>
        <p:spPr>
          <a:xfrm>
            <a:off x="5923375" y="150"/>
            <a:ext cx="3220500" cy="5143500"/>
          </a:xfrm>
          <a:prstGeom prst="rect">
            <a:avLst/>
          </a:prstGeom>
          <a:noFill/>
          <a:ln>
            <a:noFill/>
          </a:ln>
        </p:spPr>
      </p:sp>
      <p:sp>
        <p:nvSpPr>
          <p:cNvPr id="1411" name="Google Shape;1411;p20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12" name="Google Shape;1412;p20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3" name="Google Shape;1413;p20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414" name="Shape 1414"/>
        <p:cNvGrpSpPr/>
        <p:nvPr/>
      </p:nvGrpSpPr>
      <p:grpSpPr>
        <a:xfrm>
          <a:off x="0" y="0"/>
          <a:ext cx="0" cy="0"/>
          <a:chOff x="0" y="0"/>
          <a:chExt cx="0" cy="0"/>
        </a:xfrm>
      </p:grpSpPr>
      <p:sp>
        <p:nvSpPr>
          <p:cNvPr id="1415" name="Google Shape;1415;p204"/>
          <p:cNvSpPr/>
          <p:nvPr>
            <p:ph idx="2" type="pic"/>
          </p:nvPr>
        </p:nvSpPr>
        <p:spPr>
          <a:xfrm>
            <a:off x="5923375" y="150"/>
            <a:ext cx="3220500" cy="5143500"/>
          </a:xfrm>
          <a:prstGeom prst="rect">
            <a:avLst/>
          </a:prstGeom>
          <a:noFill/>
          <a:ln>
            <a:noFill/>
          </a:ln>
        </p:spPr>
      </p:sp>
      <p:sp>
        <p:nvSpPr>
          <p:cNvPr id="1416" name="Google Shape;1416;p20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17" name="Google Shape;1417;p20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8" name="Google Shape;1418;p20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419" name="Shape 1419"/>
        <p:cNvGrpSpPr/>
        <p:nvPr/>
      </p:nvGrpSpPr>
      <p:grpSpPr>
        <a:xfrm>
          <a:off x="0" y="0"/>
          <a:ext cx="0" cy="0"/>
          <a:chOff x="0" y="0"/>
          <a:chExt cx="0" cy="0"/>
        </a:xfrm>
      </p:grpSpPr>
      <p:sp>
        <p:nvSpPr>
          <p:cNvPr id="1420" name="Google Shape;1420;p2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21" name="Google Shape;1421;p2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422" name="Google Shape;1422;p2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3" name="Google Shape;1423;p205"/>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424" name="Shape 1424"/>
        <p:cNvGrpSpPr/>
        <p:nvPr/>
      </p:nvGrpSpPr>
      <p:grpSpPr>
        <a:xfrm>
          <a:off x="0" y="0"/>
          <a:ext cx="0" cy="0"/>
          <a:chOff x="0" y="0"/>
          <a:chExt cx="0" cy="0"/>
        </a:xfrm>
      </p:grpSpPr>
      <p:sp>
        <p:nvSpPr>
          <p:cNvPr id="1425" name="Google Shape;1425;p206"/>
          <p:cNvSpPr/>
          <p:nvPr>
            <p:ph idx="2" type="pic"/>
          </p:nvPr>
        </p:nvSpPr>
        <p:spPr>
          <a:xfrm>
            <a:off x="5923375" y="150"/>
            <a:ext cx="3220500" cy="5143500"/>
          </a:xfrm>
          <a:prstGeom prst="rect">
            <a:avLst/>
          </a:prstGeom>
          <a:noFill/>
          <a:ln>
            <a:noFill/>
          </a:ln>
        </p:spPr>
      </p:sp>
      <p:sp>
        <p:nvSpPr>
          <p:cNvPr id="1426" name="Google Shape;1426;p20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27" name="Google Shape;1427;p206"/>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8" name="Google Shape;1428;p206"/>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429" name="Shape 1429"/>
        <p:cNvGrpSpPr/>
        <p:nvPr/>
      </p:nvGrpSpPr>
      <p:grpSpPr>
        <a:xfrm>
          <a:off x="0" y="0"/>
          <a:ext cx="0" cy="0"/>
          <a:chOff x="0" y="0"/>
          <a:chExt cx="0" cy="0"/>
        </a:xfrm>
      </p:grpSpPr>
      <p:sp>
        <p:nvSpPr>
          <p:cNvPr id="1430" name="Google Shape;1430;p207"/>
          <p:cNvSpPr/>
          <p:nvPr>
            <p:ph idx="2" type="pic"/>
          </p:nvPr>
        </p:nvSpPr>
        <p:spPr>
          <a:xfrm>
            <a:off x="5923375" y="150"/>
            <a:ext cx="3220500" cy="5143500"/>
          </a:xfrm>
          <a:prstGeom prst="rect">
            <a:avLst/>
          </a:prstGeom>
          <a:noFill/>
          <a:ln>
            <a:noFill/>
          </a:ln>
        </p:spPr>
      </p:sp>
      <p:sp>
        <p:nvSpPr>
          <p:cNvPr id="1431" name="Google Shape;1431;p20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32" name="Google Shape;1432;p20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3" name="Google Shape;1433;p20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434" name="Shape 1434"/>
        <p:cNvGrpSpPr/>
        <p:nvPr/>
      </p:nvGrpSpPr>
      <p:grpSpPr>
        <a:xfrm>
          <a:off x="0" y="0"/>
          <a:ext cx="0" cy="0"/>
          <a:chOff x="0" y="0"/>
          <a:chExt cx="0" cy="0"/>
        </a:xfrm>
      </p:grpSpPr>
      <p:grpSp>
        <p:nvGrpSpPr>
          <p:cNvPr id="1435" name="Google Shape;1435;p208"/>
          <p:cNvGrpSpPr/>
          <p:nvPr/>
        </p:nvGrpSpPr>
        <p:grpSpPr>
          <a:xfrm>
            <a:off x="440125" y="1136875"/>
            <a:ext cx="776900" cy="486300"/>
            <a:chOff x="457200" y="1466425"/>
            <a:chExt cx="776900" cy="486300"/>
          </a:xfrm>
        </p:grpSpPr>
        <p:sp>
          <p:nvSpPr>
            <p:cNvPr id="1436" name="Google Shape;1436;p208"/>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437" name="Google Shape;1437;p208"/>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438" name="Google Shape;1438;p208"/>
          <p:cNvGrpSpPr/>
          <p:nvPr/>
        </p:nvGrpSpPr>
        <p:grpSpPr>
          <a:xfrm>
            <a:off x="440125" y="1791730"/>
            <a:ext cx="776900" cy="486300"/>
            <a:chOff x="457200" y="1466425"/>
            <a:chExt cx="776900" cy="486300"/>
          </a:xfrm>
        </p:grpSpPr>
        <p:sp>
          <p:nvSpPr>
            <p:cNvPr id="1439" name="Google Shape;1439;p208"/>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440" name="Google Shape;1440;p208"/>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441" name="Google Shape;1441;p208"/>
          <p:cNvGrpSpPr/>
          <p:nvPr/>
        </p:nvGrpSpPr>
        <p:grpSpPr>
          <a:xfrm>
            <a:off x="440125" y="2446585"/>
            <a:ext cx="776900" cy="486300"/>
            <a:chOff x="457200" y="1466425"/>
            <a:chExt cx="776900" cy="486300"/>
          </a:xfrm>
        </p:grpSpPr>
        <p:sp>
          <p:nvSpPr>
            <p:cNvPr id="1442" name="Google Shape;1442;p208"/>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443" name="Google Shape;1443;p208"/>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444" name="Google Shape;1444;p208"/>
          <p:cNvGrpSpPr/>
          <p:nvPr/>
        </p:nvGrpSpPr>
        <p:grpSpPr>
          <a:xfrm>
            <a:off x="440125" y="3101440"/>
            <a:ext cx="776900" cy="486300"/>
            <a:chOff x="457200" y="1466425"/>
            <a:chExt cx="776900" cy="486300"/>
          </a:xfrm>
        </p:grpSpPr>
        <p:sp>
          <p:nvSpPr>
            <p:cNvPr id="1445" name="Google Shape;1445;p208"/>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446" name="Google Shape;1446;p208"/>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447" name="Google Shape;1447;p208"/>
          <p:cNvGrpSpPr/>
          <p:nvPr/>
        </p:nvGrpSpPr>
        <p:grpSpPr>
          <a:xfrm>
            <a:off x="440125" y="3756295"/>
            <a:ext cx="776900" cy="486300"/>
            <a:chOff x="457200" y="1466425"/>
            <a:chExt cx="776900" cy="486300"/>
          </a:xfrm>
        </p:grpSpPr>
        <p:sp>
          <p:nvSpPr>
            <p:cNvPr id="1448" name="Google Shape;1448;p208"/>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449" name="Google Shape;1449;p208"/>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450" name="Google Shape;1450;p208"/>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451" name="Google Shape;1451;p208"/>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452" name="Google Shape;1452;p208"/>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453" name="Google Shape;1453;p208"/>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454" name="Google Shape;1454;p208"/>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455" name="Google Shape;1455;p20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56" name="Google Shape;1456;p208"/>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457" name="Google Shape;1457;p208"/>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458" name="Google Shape;1458;p208"/>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459" name="Google Shape;1459;p208"/>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460" name="Google Shape;1460;p208"/>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461" name="Google Shape;1461;p208"/>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462" name="Shape 1462"/>
        <p:cNvGrpSpPr/>
        <p:nvPr/>
      </p:nvGrpSpPr>
      <p:grpSpPr>
        <a:xfrm>
          <a:off x="0" y="0"/>
          <a:ext cx="0" cy="0"/>
          <a:chOff x="0" y="0"/>
          <a:chExt cx="0" cy="0"/>
        </a:xfrm>
      </p:grpSpPr>
      <p:sp>
        <p:nvSpPr>
          <p:cNvPr id="1463" name="Google Shape;1463;p209"/>
          <p:cNvSpPr/>
          <p:nvPr>
            <p:ph idx="2" type="pic"/>
          </p:nvPr>
        </p:nvSpPr>
        <p:spPr>
          <a:xfrm>
            <a:off x="5923375" y="150"/>
            <a:ext cx="3220500" cy="5143500"/>
          </a:xfrm>
          <a:prstGeom prst="rect">
            <a:avLst/>
          </a:prstGeom>
          <a:noFill/>
          <a:ln>
            <a:noFill/>
          </a:ln>
        </p:spPr>
      </p:sp>
      <p:sp>
        <p:nvSpPr>
          <p:cNvPr id="1464" name="Google Shape;1464;p20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65" name="Google Shape;1465;p20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6" name="Google Shape;1466;p20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467" name="Shape 1467"/>
        <p:cNvGrpSpPr/>
        <p:nvPr/>
      </p:nvGrpSpPr>
      <p:grpSpPr>
        <a:xfrm>
          <a:off x="0" y="0"/>
          <a:ext cx="0" cy="0"/>
          <a:chOff x="0" y="0"/>
          <a:chExt cx="0" cy="0"/>
        </a:xfrm>
      </p:grpSpPr>
      <p:sp>
        <p:nvSpPr>
          <p:cNvPr id="1468" name="Google Shape;1468;p210"/>
          <p:cNvSpPr/>
          <p:nvPr>
            <p:ph idx="2" type="pic"/>
          </p:nvPr>
        </p:nvSpPr>
        <p:spPr>
          <a:xfrm>
            <a:off x="5923375" y="150"/>
            <a:ext cx="3220500" cy="5143500"/>
          </a:xfrm>
          <a:prstGeom prst="rect">
            <a:avLst/>
          </a:prstGeom>
          <a:noFill/>
          <a:ln>
            <a:noFill/>
          </a:ln>
        </p:spPr>
      </p:sp>
      <p:sp>
        <p:nvSpPr>
          <p:cNvPr id="1469" name="Google Shape;1469;p21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70" name="Google Shape;1470;p21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1" name="Google Shape;1471;p21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472" name="Shape 1472"/>
        <p:cNvGrpSpPr/>
        <p:nvPr/>
      </p:nvGrpSpPr>
      <p:grpSpPr>
        <a:xfrm>
          <a:off x="0" y="0"/>
          <a:ext cx="0" cy="0"/>
          <a:chOff x="0" y="0"/>
          <a:chExt cx="0" cy="0"/>
        </a:xfrm>
      </p:grpSpPr>
      <p:sp>
        <p:nvSpPr>
          <p:cNvPr id="1473" name="Google Shape;1473;p211"/>
          <p:cNvSpPr/>
          <p:nvPr>
            <p:ph idx="2" type="pic"/>
          </p:nvPr>
        </p:nvSpPr>
        <p:spPr>
          <a:xfrm>
            <a:off x="5923375" y="150"/>
            <a:ext cx="3220500" cy="5143500"/>
          </a:xfrm>
          <a:prstGeom prst="rect">
            <a:avLst/>
          </a:prstGeom>
          <a:noFill/>
          <a:ln>
            <a:noFill/>
          </a:ln>
        </p:spPr>
      </p:sp>
      <p:sp>
        <p:nvSpPr>
          <p:cNvPr id="1474" name="Google Shape;1474;p2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75" name="Google Shape;1475;p2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6" name="Google Shape;1476;p21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477" name="Shape 1477"/>
        <p:cNvGrpSpPr/>
        <p:nvPr/>
      </p:nvGrpSpPr>
      <p:grpSpPr>
        <a:xfrm>
          <a:off x="0" y="0"/>
          <a:ext cx="0" cy="0"/>
          <a:chOff x="0" y="0"/>
          <a:chExt cx="0" cy="0"/>
        </a:xfrm>
      </p:grpSpPr>
      <p:sp>
        <p:nvSpPr>
          <p:cNvPr id="1478" name="Google Shape;1478;p212"/>
          <p:cNvSpPr/>
          <p:nvPr>
            <p:ph idx="2" type="pic"/>
          </p:nvPr>
        </p:nvSpPr>
        <p:spPr>
          <a:xfrm>
            <a:off x="5923375" y="150"/>
            <a:ext cx="3220500" cy="5143500"/>
          </a:xfrm>
          <a:prstGeom prst="rect">
            <a:avLst/>
          </a:prstGeom>
          <a:noFill/>
          <a:ln>
            <a:noFill/>
          </a:ln>
        </p:spPr>
      </p:sp>
      <p:sp>
        <p:nvSpPr>
          <p:cNvPr id="1479" name="Google Shape;1479;p21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80" name="Google Shape;1480;p21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1" name="Google Shape;1481;p21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482" name="Shape 1482"/>
        <p:cNvGrpSpPr/>
        <p:nvPr/>
      </p:nvGrpSpPr>
      <p:grpSpPr>
        <a:xfrm>
          <a:off x="0" y="0"/>
          <a:ext cx="0" cy="0"/>
          <a:chOff x="0" y="0"/>
          <a:chExt cx="0" cy="0"/>
        </a:xfrm>
      </p:grpSpPr>
      <p:sp>
        <p:nvSpPr>
          <p:cNvPr id="1483" name="Google Shape;1483;p213"/>
          <p:cNvSpPr/>
          <p:nvPr>
            <p:ph idx="2" type="pic"/>
          </p:nvPr>
        </p:nvSpPr>
        <p:spPr>
          <a:xfrm>
            <a:off x="5923375" y="150"/>
            <a:ext cx="3220500" cy="5143500"/>
          </a:xfrm>
          <a:prstGeom prst="rect">
            <a:avLst/>
          </a:prstGeom>
          <a:noFill/>
          <a:ln>
            <a:noFill/>
          </a:ln>
        </p:spPr>
      </p:sp>
      <p:sp>
        <p:nvSpPr>
          <p:cNvPr id="1484" name="Google Shape;1484;p21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485" name="Google Shape;1485;p21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6" name="Google Shape;1486;p21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487" name="Shape 1487"/>
        <p:cNvGrpSpPr/>
        <p:nvPr/>
      </p:nvGrpSpPr>
      <p:grpSpPr>
        <a:xfrm>
          <a:off x="0" y="0"/>
          <a:ext cx="0" cy="0"/>
          <a:chOff x="0" y="0"/>
          <a:chExt cx="0" cy="0"/>
        </a:xfrm>
      </p:grpSpPr>
      <p:sp>
        <p:nvSpPr>
          <p:cNvPr id="1488" name="Google Shape;1488;p21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9" name="Google Shape;1489;p21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490" name="Google Shape;1490;p21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491" name="Google Shape;1491;p21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492" name="Shape 1492"/>
        <p:cNvGrpSpPr/>
        <p:nvPr/>
      </p:nvGrpSpPr>
      <p:grpSpPr>
        <a:xfrm>
          <a:off x="0" y="0"/>
          <a:ext cx="0" cy="0"/>
          <a:chOff x="0" y="0"/>
          <a:chExt cx="0" cy="0"/>
        </a:xfrm>
      </p:grpSpPr>
      <p:cxnSp>
        <p:nvCxnSpPr>
          <p:cNvPr id="1493" name="Google Shape;1493;p215"/>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494" name="Google Shape;1494;p215"/>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495" name="Google Shape;1495;p215"/>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496" name="Google Shape;1496;p215"/>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497" name="Google Shape;1497;p215"/>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15"/>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15"/>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15"/>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501" name="Google Shape;1501;p215"/>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502" name="Google Shape;1502;p215"/>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503" name="Google Shape;1503;p215"/>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504" name="Google Shape;1504;p215"/>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505" name="Google Shape;1505;p215"/>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506" name="Google Shape;1506;p21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07" name="Google Shape;1507;p215"/>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508" name="Shape 1508"/>
        <p:cNvGrpSpPr/>
        <p:nvPr/>
      </p:nvGrpSpPr>
      <p:grpSpPr>
        <a:xfrm>
          <a:off x="0" y="0"/>
          <a:ext cx="0" cy="0"/>
          <a:chOff x="0" y="0"/>
          <a:chExt cx="0" cy="0"/>
        </a:xfrm>
      </p:grpSpPr>
      <p:sp>
        <p:nvSpPr>
          <p:cNvPr id="1509" name="Google Shape;1509;p216"/>
          <p:cNvSpPr/>
          <p:nvPr>
            <p:ph idx="2" type="pic"/>
          </p:nvPr>
        </p:nvSpPr>
        <p:spPr>
          <a:xfrm>
            <a:off x="5923375" y="150"/>
            <a:ext cx="3220500" cy="5143500"/>
          </a:xfrm>
          <a:prstGeom prst="rect">
            <a:avLst/>
          </a:prstGeom>
          <a:noFill/>
          <a:ln>
            <a:noFill/>
          </a:ln>
        </p:spPr>
      </p:sp>
      <p:sp>
        <p:nvSpPr>
          <p:cNvPr id="1510" name="Google Shape;1510;p216"/>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11" name="Google Shape;1511;p216"/>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12" name="Google Shape;1512;p216"/>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513" name="Shape 1513"/>
        <p:cNvGrpSpPr/>
        <p:nvPr/>
      </p:nvGrpSpPr>
      <p:grpSpPr>
        <a:xfrm>
          <a:off x="0" y="0"/>
          <a:ext cx="0" cy="0"/>
          <a:chOff x="0" y="0"/>
          <a:chExt cx="0" cy="0"/>
        </a:xfrm>
      </p:grpSpPr>
      <p:sp>
        <p:nvSpPr>
          <p:cNvPr id="1514" name="Google Shape;1514;p217"/>
          <p:cNvSpPr/>
          <p:nvPr>
            <p:ph idx="2" type="pic"/>
          </p:nvPr>
        </p:nvSpPr>
        <p:spPr>
          <a:xfrm>
            <a:off x="5923375" y="150"/>
            <a:ext cx="3220500" cy="5143500"/>
          </a:xfrm>
          <a:prstGeom prst="rect">
            <a:avLst/>
          </a:prstGeom>
          <a:noFill/>
          <a:ln>
            <a:noFill/>
          </a:ln>
        </p:spPr>
      </p:sp>
      <p:sp>
        <p:nvSpPr>
          <p:cNvPr id="1515" name="Google Shape;1515;p21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16" name="Google Shape;1516;p21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17" name="Google Shape;1517;p21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518" name="Shape 1518"/>
        <p:cNvGrpSpPr/>
        <p:nvPr/>
      </p:nvGrpSpPr>
      <p:grpSpPr>
        <a:xfrm>
          <a:off x="0" y="0"/>
          <a:ext cx="0" cy="0"/>
          <a:chOff x="0" y="0"/>
          <a:chExt cx="0" cy="0"/>
        </a:xfrm>
      </p:grpSpPr>
      <p:sp>
        <p:nvSpPr>
          <p:cNvPr id="1519" name="Google Shape;1519;p218"/>
          <p:cNvSpPr/>
          <p:nvPr>
            <p:ph idx="2" type="pic"/>
          </p:nvPr>
        </p:nvSpPr>
        <p:spPr>
          <a:xfrm>
            <a:off x="5923375" y="150"/>
            <a:ext cx="3220500" cy="5143500"/>
          </a:xfrm>
          <a:prstGeom prst="rect">
            <a:avLst/>
          </a:prstGeom>
          <a:noFill/>
          <a:ln>
            <a:noFill/>
          </a:ln>
        </p:spPr>
      </p:sp>
      <p:sp>
        <p:nvSpPr>
          <p:cNvPr id="1520" name="Google Shape;1520;p21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21" name="Google Shape;1521;p21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22" name="Google Shape;1522;p21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523" name="Shape 1523"/>
        <p:cNvGrpSpPr/>
        <p:nvPr/>
      </p:nvGrpSpPr>
      <p:grpSpPr>
        <a:xfrm>
          <a:off x="0" y="0"/>
          <a:ext cx="0" cy="0"/>
          <a:chOff x="0" y="0"/>
          <a:chExt cx="0" cy="0"/>
        </a:xfrm>
      </p:grpSpPr>
      <p:sp>
        <p:nvSpPr>
          <p:cNvPr id="1524" name="Google Shape;1524;p219"/>
          <p:cNvSpPr/>
          <p:nvPr>
            <p:ph idx="2" type="pic"/>
          </p:nvPr>
        </p:nvSpPr>
        <p:spPr>
          <a:xfrm>
            <a:off x="5923375" y="150"/>
            <a:ext cx="3220500" cy="5143500"/>
          </a:xfrm>
          <a:prstGeom prst="rect">
            <a:avLst/>
          </a:prstGeom>
          <a:noFill/>
          <a:ln>
            <a:noFill/>
          </a:ln>
        </p:spPr>
      </p:sp>
      <p:sp>
        <p:nvSpPr>
          <p:cNvPr id="1525" name="Google Shape;1525;p21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26" name="Google Shape;1526;p21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27" name="Google Shape;1527;p21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theme" Target="../theme/theme3.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8.xml"/><Relationship Id="rId42" Type="http://schemas.openxmlformats.org/officeDocument/2006/relationships/slideLayout" Target="../slideLayouts/slideLayout100.xml"/><Relationship Id="rId41" Type="http://schemas.openxmlformats.org/officeDocument/2006/relationships/slideLayout" Target="../slideLayouts/slideLayout99.xml"/><Relationship Id="rId44" Type="http://schemas.openxmlformats.org/officeDocument/2006/relationships/slideLayout" Target="../slideLayouts/slideLayout102.xml"/><Relationship Id="rId43" Type="http://schemas.openxmlformats.org/officeDocument/2006/relationships/slideLayout" Target="../slideLayouts/slideLayout101.xml"/><Relationship Id="rId46" Type="http://schemas.openxmlformats.org/officeDocument/2006/relationships/slideLayout" Target="../slideLayouts/slideLayout104.xml"/><Relationship Id="rId45" Type="http://schemas.openxmlformats.org/officeDocument/2006/relationships/slideLayout" Target="../slideLayouts/slideLayout103.xml"/><Relationship Id="rId107" Type="http://schemas.openxmlformats.org/officeDocument/2006/relationships/slideLayout" Target="../slideLayouts/slideLayout165.xml"/><Relationship Id="rId106" Type="http://schemas.openxmlformats.org/officeDocument/2006/relationships/slideLayout" Target="../slideLayouts/slideLayout164.xml"/><Relationship Id="rId105" Type="http://schemas.openxmlformats.org/officeDocument/2006/relationships/slideLayout" Target="../slideLayouts/slideLayout163.xml"/><Relationship Id="rId104" Type="http://schemas.openxmlformats.org/officeDocument/2006/relationships/slideLayout" Target="../slideLayouts/slideLayout162.xml"/><Relationship Id="rId109" Type="http://schemas.openxmlformats.org/officeDocument/2006/relationships/slideLayout" Target="../slideLayouts/slideLayout167.xml"/><Relationship Id="rId108" Type="http://schemas.openxmlformats.org/officeDocument/2006/relationships/slideLayout" Target="../slideLayouts/slideLayout166.xml"/><Relationship Id="rId48" Type="http://schemas.openxmlformats.org/officeDocument/2006/relationships/slideLayout" Target="../slideLayouts/slideLayout106.xml"/><Relationship Id="rId47" Type="http://schemas.openxmlformats.org/officeDocument/2006/relationships/slideLayout" Target="../slideLayouts/slideLayout105.xml"/><Relationship Id="rId49" Type="http://schemas.openxmlformats.org/officeDocument/2006/relationships/slideLayout" Target="../slideLayouts/slideLayout107.xml"/><Relationship Id="rId103" Type="http://schemas.openxmlformats.org/officeDocument/2006/relationships/slideLayout" Target="../slideLayouts/slideLayout161.xml"/><Relationship Id="rId102" Type="http://schemas.openxmlformats.org/officeDocument/2006/relationships/slideLayout" Target="../slideLayouts/slideLayout160.xml"/><Relationship Id="rId101" Type="http://schemas.openxmlformats.org/officeDocument/2006/relationships/slideLayout" Target="../slideLayouts/slideLayout159.xml"/><Relationship Id="rId100" Type="http://schemas.openxmlformats.org/officeDocument/2006/relationships/slideLayout" Target="../slideLayouts/slideLayout158.xml"/><Relationship Id="rId31" Type="http://schemas.openxmlformats.org/officeDocument/2006/relationships/slideLayout" Target="../slideLayouts/slideLayout89.xml"/><Relationship Id="rId30" Type="http://schemas.openxmlformats.org/officeDocument/2006/relationships/slideLayout" Target="../slideLayouts/slideLayout88.xml"/><Relationship Id="rId33" Type="http://schemas.openxmlformats.org/officeDocument/2006/relationships/slideLayout" Target="../slideLayouts/slideLayout91.xml"/><Relationship Id="rId32" Type="http://schemas.openxmlformats.org/officeDocument/2006/relationships/slideLayout" Target="../slideLayouts/slideLayout90.xml"/><Relationship Id="rId35" Type="http://schemas.openxmlformats.org/officeDocument/2006/relationships/slideLayout" Target="../slideLayouts/slideLayout93.xml"/><Relationship Id="rId34" Type="http://schemas.openxmlformats.org/officeDocument/2006/relationships/slideLayout" Target="../slideLayouts/slideLayout92.xml"/><Relationship Id="rId37" Type="http://schemas.openxmlformats.org/officeDocument/2006/relationships/slideLayout" Target="../slideLayouts/slideLayout95.xml"/><Relationship Id="rId36" Type="http://schemas.openxmlformats.org/officeDocument/2006/relationships/slideLayout" Target="../slideLayouts/slideLayout94.xml"/><Relationship Id="rId39" Type="http://schemas.openxmlformats.org/officeDocument/2006/relationships/slideLayout" Target="../slideLayouts/slideLayout97.xml"/><Relationship Id="rId38" Type="http://schemas.openxmlformats.org/officeDocument/2006/relationships/slideLayout" Target="../slideLayouts/slideLayout96.xml"/><Relationship Id="rId20" Type="http://schemas.openxmlformats.org/officeDocument/2006/relationships/slideLayout" Target="../slideLayouts/slideLayout78.xml"/><Relationship Id="rId22" Type="http://schemas.openxmlformats.org/officeDocument/2006/relationships/slideLayout" Target="../slideLayouts/slideLayout80.xml"/><Relationship Id="rId21" Type="http://schemas.openxmlformats.org/officeDocument/2006/relationships/slideLayout" Target="../slideLayouts/slideLayout79.xml"/><Relationship Id="rId24" Type="http://schemas.openxmlformats.org/officeDocument/2006/relationships/slideLayout" Target="../slideLayouts/slideLayout82.xml"/><Relationship Id="rId23" Type="http://schemas.openxmlformats.org/officeDocument/2006/relationships/slideLayout" Target="../slideLayouts/slideLayout81.xml"/><Relationship Id="rId129" Type="http://schemas.openxmlformats.org/officeDocument/2006/relationships/slideLayout" Target="../slideLayouts/slideLayout187.xml"/><Relationship Id="rId128" Type="http://schemas.openxmlformats.org/officeDocument/2006/relationships/slideLayout" Target="../slideLayouts/slideLayout186.xml"/><Relationship Id="rId127" Type="http://schemas.openxmlformats.org/officeDocument/2006/relationships/slideLayout" Target="../slideLayouts/slideLayout185.xml"/><Relationship Id="rId126" Type="http://schemas.openxmlformats.org/officeDocument/2006/relationships/slideLayout" Target="../slideLayouts/slideLayout184.xml"/><Relationship Id="rId26" Type="http://schemas.openxmlformats.org/officeDocument/2006/relationships/slideLayout" Target="../slideLayouts/slideLayout84.xml"/><Relationship Id="rId121" Type="http://schemas.openxmlformats.org/officeDocument/2006/relationships/slideLayout" Target="../slideLayouts/slideLayout179.xml"/><Relationship Id="rId25" Type="http://schemas.openxmlformats.org/officeDocument/2006/relationships/slideLayout" Target="../slideLayouts/slideLayout83.xml"/><Relationship Id="rId120" Type="http://schemas.openxmlformats.org/officeDocument/2006/relationships/slideLayout" Target="../slideLayouts/slideLayout178.xml"/><Relationship Id="rId28" Type="http://schemas.openxmlformats.org/officeDocument/2006/relationships/slideLayout" Target="../slideLayouts/slideLayout86.xml"/><Relationship Id="rId27" Type="http://schemas.openxmlformats.org/officeDocument/2006/relationships/slideLayout" Target="../slideLayouts/slideLayout85.xml"/><Relationship Id="rId125" Type="http://schemas.openxmlformats.org/officeDocument/2006/relationships/slideLayout" Target="../slideLayouts/slideLayout183.xml"/><Relationship Id="rId29" Type="http://schemas.openxmlformats.org/officeDocument/2006/relationships/slideLayout" Target="../slideLayouts/slideLayout87.xml"/><Relationship Id="rId124" Type="http://schemas.openxmlformats.org/officeDocument/2006/relationships/slideLayout" Target="../slideLayouts/slideLayout182.xml"/><Relationship Id="rId123" Type="http://schemas.openxmlformats.org/officeDocument/2006/relationships/slideLayout" Target="../slideLayouts/slideLayout181.xml"/><Relationship Id="rId122" Type="http://schemas.openxmlformats.org/officeDocument/2006/relationships/slideLayout" Target="../slideLayouts/slideLayout180.xml"/><Relationship Id="rId95" Type="http://schemas.openxmlformats.org/officeDocument/2006/relationships/slideLayout" Target="../slideLayouts/slideLayout153.xml"/><Relationship Id="rId94" Type="http://schemas.openxmlformats.org/officeDocument/2006/relationships/slideLayout" Target="../slideLayouts/slideLayout152.xml"/><Relationship Id="rId97" Type="http://schemas.openxmlformats.org/officeDocument/2006/relationships/slideLayout" Target="../slideLayouts/slideLayout155.xml"/><Relationship Id="rId96" Type="http://schemas.openxmlformats.org/officeDocument/2006/relationships/slideLayout" Target="../slideLayouts/slideLayout154.xml"/><Relationship Id="rId11" Type="http://schemas.openxmlformats.org/officeDocument/2006/relationships/slideLayout" Target="../slideLayouts/slideLayout69.xml"/><Relationship Id="rId99" Type="http://schemas.openxmlformats.org/officeDocument/2006/relationships/slideLayout" Target="../slideLayouts/slideLayout157.xml"/><Relationship Id="rId10" Type="http://schemas.openxmlformats.org/officeDocument/2006/relationships/slideLayout" Target="../slideLayouts/slideLayout68.xml"/><Relationship Id="rId98" Type="http://schemas.openxmlformats.org/officeDocument/2006/relationships/slideLayout" Target="../slideLayouts/slideLayout156.xml"/><Relationship Id="rId13" Type="http://schemas.openxmlformats.org/officeDocument/2006/relationships/slideLayout" Target="../slideLayouts/slideLayout71.xml"/><Relationship Id="rId12" Type="http://schemas.openxmlformats.org/officeDocument/2006/relationships/slideLayout" Target="../slideLayouts/slideLayout70.xml"/><Relationship Id="rId91" Type="http://schemas.openxmlformats.org/officeDocument/2006/relationships/slideLayout" Target="../slideLayouts/slideLayout149.xml"/><Relationship Id="rId90" Type="http://schemas.openxmlformats.org/officeDocument/2006/relationships/slideLayout" Target="../slideLayouts/slideLayout148.xml"/><Relationship Id="rId93" Type="http://schemas.openxmlformats.org/officeDocument/2006/relationships/slideLayout" Target="../slideLayouts/slideLayout151.xml"/><Relationship Id="rId92" Type="http://schemas.openxmlformats.org/officeDocument/2006/relationships/slideLayout" Target="../slideLayouts/slideLayout150.xml"/><Relationship Id="rId118" Type="http://schemas.openxmlformats.org/officeDocument/2006/relationships/slideLayout" Target="../slideLayouts/slideLayout176.xml"/><Relationship Id="rId117" Type="http://schemas.openxmlformats.org/officeDocument/2006/relationships/slideLayout" Target="../slideLayouts/slideLayout175.xml"/><Relationship Id="rId116" Type="http://schemas.openxmlformats.org/officeDocument/2006/relationships/slideLayout" Target="../slideLayouts/slideLayout174.xml"/><Relationship Id="rId115" Type="http://schemas.openxmlformats.org/officeDocument/2006/relationships/slideLayout" Target="../slideLayouts/slideLayout173.xml"/><Relationship Id="rId119" Type="http://schemas.openxmlformats.org/officeDocument/2006/relationships/slideLayout" Target="../slideLayouts/slideLayout177.xml"/><Relationship Id="rId15" Type="http://schemas.openxmlformats.org/officeDocument/2006/relationships/slideLayout" Target="../slideLayouts/slideLayout73.xml"/><Relationship Id="rId110" Type="http://schemas.openxmlformats.org/officeDocument/2006/relationships/slideLayout" Target="../slideLayouts/slideLayout168.xml"/><Relationship Id="rId14" Type="http://schemas.openxmlformats.org/officeDocument/2006/relationships/slideLayout" Target="../slideLayouts/slideLayout72.xml"/><Relationship Id="rId17" Type="http://schemas.openxmlformats.org/officeDocument/2006/relationships/slideLayout" Target="../slideLayouts/slideLayout75.xml"/><Relationship Id="rId16" Type="http://schemas.openxmlformats.org/officeDocument/2006/relationships/slideLayout" Target="../slideLayouts/slideLayout74.xml"/><Relationship Id="rId19" Type="http://schemas.openxmlformats.org/officeDocument/2006/relationships/slideLayout" Target="../slideLayouts/slideLayout77.xml"/><Relationship Id="rId114" Type="http://schemas.openxmlformats.org/officeDocument/2006/relationships/slideLayout" Target="../slideLayouts/slideLayout172.xml"/><Relationship Id="rId18" Type="http://schemas.openxmlformats.org/officeDocument/2006/relationships/slideLayout" Target="../slideLayouts/slideLayout76.xml"/><Relationship Id="rId113" Type="http://schemas.openxmlformats.org/officeDocument/2006/relationships/slideLayout" Target="../slideLayouts/slideLayout171.xml"/><Relationship Id="rId112" Type="http://schemas.openxmlformats.org/officeDocument/2006/relationships/slideLayout" Target="../slideLayouts/slideLayout170.xml"/><Relationship Id="rId111" Type="http://schemas.openxmlformats.org/officeDocument/2006/relationships/slideLayout" Target="../slideLayouts/slideLayout169.xml"/><Relationship Id="rId84" Type="http://schemas.openxmlformats.org/officeDocument/2006/relationships/slideLayout" Target="../slideLayouts/slideLayout142.xml"/><Relationship Id="rId83" Type="http://schemas.openxmlformats.org/officeDocument/2006/relationships/slideLayout" Target="../slideLayouts/slideLayout141.xml"/><Relationship Id="rId86" Type="http://schemas.openxmlformats.org/officeDocument/2006/relationships/slideLayout" Target="../slideLayouts/slideLayout144.xml"/><Relationship Id="rId85" Type="http://schemas.openxmlformats.org/officeDocument/2006/relationships/slideLayout" Target="../slideLayouts/slideLayout143.xml"/><Relationship Id="rId88" Type="http://schemas.openxmlformats.org/officeDocument/2006/relationships/slideLayout" Target="../slideLayouts/slideLayout146.xml"/><Relationship Id="rId150" Type="http://schemas.openxmlformats.org/officeDocument/2006/relationships/slideLayout" Target="../slideLayouts/slideLayout208.xml"/><Relationship Id="rId87" Type="http://schemas.openxmlformats.org/officeDocument/2006/relationships/slideLayout" Target="../slideLayouts/slideLayout145.xml"/><Relationship Id="rId89" Type="http://schemas.openxmlformats.org/officeDocument/2006/relationships/slideLayout" Target="../slideLayouts/slideLayout147.xml"/><Relationship Id="rId80" Type="http://schemas.openxmlformats.org/officeDocument/2006/relationships/slideLayout" Target="../slideLayouts/slideLayout138.xml"/><Relationship Id="rId82" Type="http://schemas.openxmlformats.org/officeDocument/2006/relationships/slideLayout" Target="../slideLayouts/slideLayout140.xml"/><Relationship Id="rId81" Type="http://schemas.openxmlformats.org/officeDocument/2006/relationships/slideLayout" Target="../slideLayouts/slideLayout139.xml"/><Relationship Id="rId1" Type="http://schemas.openxmlformats.org/officeDocument/2006/relationships/slideLayout" Target="../slideLayouts/slideLayout59.xml"/><Relationship Id="rId2" Type="http://schemas.openxmlformats.org/officeDocument/2006/relationships/slideLayout" Target="../slideLayouts/slideLayout60.xml"/><Relationship Id="rId3" Type="http://schemas.openxmlformats.org/officeDocument/2006/relationships/slideLayout" Target="../slideLayouts/slideLayout61.xml"/><Relationship Id="rId149" Type="http://schemas.openxmlformats.org/officeDocument/2006/relationships/slideLayout" Target="../slideLayouts/slideLayout207.xml"/><Relationship Id="rId4" Type="http://schemas.openxmlformats.org/officeDocument/2006/relationships/slideLayout" Target="../slideLayouts/slideLayout62.xml"/><Relationship Id="rId148" Type="http://schemas.openxmlformats.org/officeDocument/2006/relationships/slideLayout" Target="../slideLayouts/slideLayout206.xml"/><Relationship Id="rId9" Type="http://schemas.openxmlformats.org/officeDocument/2006/relationships/slideLayout" Target="../slideLayouts/slideLayout67.xml"/><Relationship Id="rId143" Type="http://schemas.openxmlformats.org/officeDocument/2006/relationships/slideLayout" Target="../slideLayouts/slideLayout201.xml"/><Relationship Id="rId142" Type="http://schemas.openxmlformats.org/officeDocument/2006/relationships/slideLayout" Target="../slideLayouts/slideLayout200.xml"/><Relationship Id="rId141" Type="http://schemas.openxmlformats.org/officeDocument/2006/relationships/slideLayout" Target="../slideLayouts/slideLayout199.xml"/><Relationship Id="rId140" Type="http://schemas.openxmlformats.org/officeDocument/2006/relationships/slideLayout" Target="../slideLayouts/slideLayout198.xml"/><Relationship Id="rId5" Type="http://schemas.openxmlformats.org/officeDocument/2006/relationships/slideLayout" Target="../slideLayouts/slideLayout63.xml"/><Relationship Id="rId147" Type="http://schemas.openxmlformats.org/officeDocument/2006/relationships/slideLayout" Target="../slideLayouts/slideLayout205.xml"/><Relationship Id="rId6" Type="http://schemas.openxmlformats.org/officeDocument/2006/relationships/slideLayout" Target="../slideLayouts/slideLayout64.xml"/><Relationship Id="rId146" Type="http://schemas.openxmlformats.org/officeDocument/2006/relationships/slideLayout" Target="../slideLayouts/slideLayout204.xml"/><Relationship Id="rId7" Type="http://schemas.openxmlformats.org/officeDocument/2006/relationships/slideLayout" Target="../slideLayouts/slideLayout65.xml"/><Relationship Id="rId145" Type="http://schemas.openxmlformats.org/officeDocument/2006/relationships/slideLayout" Target="../slideLayouts/slideLayout203.xml"/><Relationship Id="rId8" Type="http://schemas.openxmlformats.org/officeDocument/2006/relationships/slideLayout" Target="../slideLayouts/slideLayout66.xml"/><Relationship Id="rId144" Type="http://schemas.openxmlformats.org/officeDocument/2006/relationships/slideLayout" Target="../slideLayouts/slideLayout202.xml"/><Relationship Id="rId73" Type="http://schemas.openxmlformats.org/officeDocument/2006/relationships/slideLayout" Target="../slideLayouts/slideLayout131.xml"/><Relationship Id="rId72" Type="http://schemas.openxmlformats.org/officeDocument/2006/relationships/slideLayout" Target="../slideLayouts/slideLayout130.xml"/><Relationship Id="rId75" Type="http://schemas.openxmlformats.org/officeDocument/2006/relationships/slideLayout" Target="../slideLayouts/slideLayout133.xml"/><Relationship Id="rId74" Type="http://schemas.openxmlformats.org/officeDocument/2006/relationships/slideLayout" Target="../slideLayouts/slideLayout132.xml"/><Relationship Id="rId77" Type="http://schemas.openxmlformats.org/officeDocument/2006/relationships/slideLayout" Target="../slideLayouts/slideLayout135.xml"/><Relationship Id="rId76" Type="http://schemas.openxmlformats.org/officeDocument/2006/relationships/slideLayout" Target="../slideLayouts/slideLayout134.xml"/><Relationship Id="rId79" Type="http://schemas.openxmlformats.org/officeDocument/2006/relationships/slideLayout" Target="../slideLayouts/slideLayout137.xml"/><Relationship Id="rId78" Type="http://schemas.openxmlformats.org/officeDocument/2006/relationships/slideLayout" Target="../slideLayouts/slideLayout136.xml"/><Relationship Id="rId71" Type="http://schemas.openxmlformats.org/officeDocument/2006/relationships/slideLayout" Target="../slideLayouts/slideLayout129.xml"/><Relationship Id="rId70" Type="http://schemas.openxmlformats.org/officeDocument/2006/relationships/slideLayout" Target="../slideLayouts/slideLayout128.xml"/><Relationship Id="rId139" Type="http://schemas.openxmlformats.org/officeDocument/2006/relationships/slideLayout" Target="../slideLayouts/slideLayout197.xml"/><Relationship Id="rId138" Type="http://schemas.openxmlformats.org/officeDocument/2006/relationships/slideLayout" Target="../slideLayouts/slideLayout196.xml"/><Relationship Id="rId137" Type="http://schemas.openxmlformats.org/officeDocument/2006/relationships/slideLayout" Target="../slideLayouts/slideLayout195.xml"/><Relationship Id="rId132" Type="http://schemas.openxmlformats.org/officeDocument/2006/relationships/slideLayout" Target="../slideLayouts/slideLayout190.xml"/><Relationship Id="rId131" Type="http://schemas.openxmlformats.org/officeDocument/2006/relationships/slideLayout" Target="../slideLayouts/slideLayout189.xml"/><Relationship Id="rId130" Type="http://schemas.openxmlformats.org/officeDocument/2006/relationships/slideLayout" Target="../slideLayouts/slideLayout188.xml"/><Relationship Id="rId136" Type="http://schemas.openxmlformats.org/officeDocument/2006/relationships/slideLayout" Target="../slideLayouts/slideLayout194.xml"/><Relationship Id="rId135" Type="http://schemas.openxmlformats.org/officeDocument/2006/relationships/slideLayout" Target="../slideLayouts/slideLayout193.xml"/><Relationship Id="rId134" Type="http://schemas.openxmlformats.org/officeDocument/2006/relationships/slideLayout" Target="../slideLayouts/slideLayout192.xml"/><Relationship Id="rId133" Type="http://schemas.openxmlformats.org/officeDocument/2006/relationships/slideLayout" Target="../slideLayouts/slideLayout191.xml"/><Relationship Id="rId62" Type="http://schemas.openxmlformats.org/officeDocument/2006/relationships/slideLayout" Target="../slideLayouts/slideLayout120.xml"/><Relationship Id="rId61" Type="http://schemas.openxmlformats.org/officeDocument/2006/relationships/slideLayout" Target="../slideLayouts/slideLayout119.xml"/><Relationship Id="rId64" Type="http://schemas.openxmlformats.org/officeDocument/2006/relationships/slideLayout" Target="../slideLayouts/slideLayout122.xml"/><Relationship Id="rId63" Type="http://schemas.openxmlformats.org/officeDocument/2006/relationships/slideLayout" Target="../slideLayouts/slideLayout121.xml"/><Relationship Id="rId66" Type="http://schemas.openxmlformats.org/officeDocument/2006/relationships/slideLayout" Target="../slideLayouts/slideLayout124.xml"/><Relationship Id="rId65" Type="http://schemas.openxmlformats.org/officeDocument/2006/relationships/slideLayout" Target="../slideLayouts/slideLayout123.xml"/><Relationship Id="rId68" Type="http://schemas.openxmlformats.org/officeDocument/2006/relationships/slideLayout" Target="../slideLayouts/slideLayout126.xml"/><Relationship Id="rId67" Type="http://schemas.openxmlformats.org/officeDocument/2006/relationships/slideLayout" Target="../slideLayouts/slideLayout125.xml"/><Relationship Id="rId60" Type="http://schemas.openxmlformats.org/officeDocument/2006/relationships/slideLayout" Target="../slideLayouts/slideLayout118.xml"/><Relationship Id="rId69" Type="http://schemas.openxmlformats.org/officeDocument/2006/relationships/slideLayout" Target="../slideLayouts/slideLayout127.xml"/><Relationship Id="rId51" Type="http://schemas.openxmlformats.org/officeDocument/2006/relationships/slideLayout" Target="../slideLayouts/slideLayout109.xml"/><Relationship Id="rId50" Type="http://schemas.openxmlformats.org/officeDocument/2006/relationships/slideLayout" Target="../slideLayouts/slideLayout108.xml"/><Relationship Id="rId53" Type="http://schemas.openxmlformats.org/officeDocument/2006/relationships/slideLayout" Target="../slideLayouts/slideLayout111.xml"/><Relationship Id="rId52" Type="http://schemas.openxmlformats.org/officeDocument/2006/relationships/slideLayout" Target="../slideLayouts/slideLayout110.xml"/><Relationship Id="rId55" Type="http://schemas.openxmlformats.org/officeDocument/2006/relationships/slideLayout" Target="../slideLayouts/slideLayout113.xml"/><Relationship Id="rId54" Type="http://schemas.openxmlformats.org/officeDocument/2006/relationships/slideLayout" Target="../slideLayouts/slideLayout112.xml"/><Relationship Id="rId160" Type="http://schemas.openxmlformats.org/officeDocument/2006/relationships/theme" Target="../theme/theme2.xml"/><Relationship Id="rId57" Type="http://schemas.openxmlformats.org/officeDocument/2006/relationships/slideLayout" Target="../slideLayouts/slideLayout115.xml"/><Relationship Id="rId56" Type="http://schemas.openxmlformats.org/officeDocument/2006/relationships/slideLayout" Target="../slideLayouts/slideLayout114.xml"/><Relationship Id="rId159" Type="http://schemas.openxmlformats.org/officeDocument/2006/relationships/slideLayout" Target="../slideLayouts/slideLayout217.xml"/><Relationship Id="rId59" Type="http://schemas.openxmlformats.org/officeDocument/2006/relationships/slideLayout" Target="../slideLayouts/slideLayout117.xml"/><Relationship Id="rId154" Type="http://schemas.openxmlformats.org/officeDocument/2006/relationships/slideLayout" Target="../slideLayouts/slideLayout212.xml"/><Relationship Id="rId58" Type="http://schemas.openxmlformats.org/officeDocument/2006/relationships/slideLayout" Target="../slideLayouts/slideLayout116.xml"/><Relationship Id="rId153" Type="http://schemas.openxmlformats.org/officeDocument/2006/relationships/slideLayout" Target="../slideLayouts/slideLayout211.xml"/><Relationship Id="rId152" Type="http://schemas.openxmlformats.org/officeDocument/2006/relationships/slideLayout" Target="../slideLayouts/slideLayout210.xml"/><Relationship Id="rId151" Type="http://schemas.openxmlformats.org/officeDocument/2006/relationships/slideLayout" Target="../slideLayouts/slideLayout209.xml"/><Relationship Id="rId158" Type="http://schemas.openxmlformats.org/officeDocument/2006/relationships/slideLayout" Target="../slideLayouts/slideLayout216.xml"/><Relationship Id="rId157" Type="http://schemas.openxmlformats.org/officeDocument/2006/relationships/slideLayout" Target="../slideLayouts/slideLayout215.xml"/><Relationship Id="rId156" Type="http://schemas.openxmlformats.org/officeDocument/2006/relationships/slideLayout" Target="../slideLayouts/slideLayout214.xml"/><Relationship Id="rId155" Type="http://schemas.openxmlformats.org/officeDocument/2006/relationships/slideLayout" Target="../slideLayouts/slideLayout2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Lst>
  <mc:AlternateContent>
    <mc:Choice Requires="p14">
      <p:transition p14:dur="4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07" name="Shape 407"/>
        <p:cNvGrpSpPr/>
        <p:nvPr/>
      </p:nvGrpSpPr>
      <p:grpSpPr>
        <a:xfrm>
          <a:off x="0" y="0"/>
          <a:ext cx="0" cy="0"/>
          <a:chOff x="0" y="0"/>
          <a:chExt cx="0" cy="0"/>
        </a:xfrm>
      </p:grpSpPr>
      <p:sp>
        <p:nvSpPr>
          <p:cNvPr id="408" name="Google Shape;408;p60"/>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409" name="Google Shape;409;p60"/>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410" name="Google Shape;410;p60"/>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 id="2147483823" r:id="rId118"/>
    <p:sldLayoutId id="2147483824" r:id="rId119"/>
    <p:sldLayoutId id="2147483825" r:id="rId120"/>
    <p:sldLayoutId id="2147483826" r:id="rId121"/>
    <p:sldLayoutId id="2147483827" r:id="rId122"/>
    <p:sldLayoutId id="2147483828" r:id="rId123"/>
    <p:sldLayoutId id="2147483829" r:id="rId124"/>
    <p:sldLayoutId id="2147483830" r:id="rId125"/>
    <p:sldLayoutId id="2147483831" r:id="rId126"/>
    <p:sldLayoutId id="2147483832" r:id="rId127"/>
    <p:sldLayoutId id="2147483833" r:id="rId128"/>
    <p:sldLayoutId id="2147483834" r:id="rId129"/>
    <p:sldLayoutId id="2147483835" r:id="rId130"/>
    <p:sldLayoutId id="2147483836" r:id="rId131"/>
    <p:sldLayoutId id="2147483837" r:id="rId132"/>
    <p:sldLayoutId id="2147483838" r:id="rId133"/>
    <p:sldLayoutId id="2147483839" r:id="rId134"/>
    <p:sldLayoutId id="2147483840" r:id="rId135"/>
    <p:sldLayoutId id="2147483841" r:id="rId136"/>
    <p:sldLayoutId id="2147483842" r:id="rId137"/>
    <p:sldLayoutId id="2147483843" r:id="rId138"/>
    <p:sldLayoutId id="2147483844" r:id="rId139"/>
    <p:sldLayoutId id="2147483845" r:id="rId140"/>
    <p:sldLayoutId id="2147483846" r:id="rId141"/>
    <p:sldLayoutId id="2147483847" r:id="rId142"/>
    <p:sldLayoutId id="2147483848" r:id="rId143"/>
    <p:sldLayoutId id="2147483849" r:id="rId144"/>
    <p:sldLayoutId id="2147483850" r:id="rId145"/>
    <p:sldLayoutId id="2147483851" r:id="rId146"/>
    <p:sldLayoutId id="2147483852" r:id="rId147"/>
    <p:sldLayoutId id="2147483853" r:id="rId148"/>
    <p:sldLayoutId id="2147483854" r:id="rId149"/>
    <p:sldLayoutId id="2147483855" r:id="rId150"/>
    <p:sldLayoutId id="2147483856" r:id="rId151"/>
    <p:sldLayoutId id="2147483857" r:id="rId152"/>
    <p:sldLayoutId id="2147483858" r:id="rId153"/>
    <p:sldLayoutId id="2147483859" r:id="rId154"/>
    <p:sldLayoutId id="2147483860" r:id="rId155"/>
    <p:sldLayoutId id="2147483861" r:id="rId156"/>
    <p:sldLayoutId id="2147483862" r:id="rId157"/>
    <p:sldLayoutId id="2147483863" r:id="rId158"/>
    <p:sldLayoutId id="2147483864" r:id="rId15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10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 Id="rId3" Type="http://schemas.openxmlformats.org/officeDocument/2006/relationships/image" Target="../media/image82.png"/><Relationship Id="rId4" Type="http://schemas.openxmlformats.org/officeDocument/2006/relationships/image" Target="../media/image81.png"/><Relationship Id="rId5" Type="http://schemas.openxmlformats.org/officeDocument/2006/relationships/image" Target="../media/image70.png"/><Relationship Id="rId6" Type="http://schemas.openxmlformats.org/officeDocument/2006/relationships/image" Target="../media/image8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 Id="rId3" Type="http://schemas.openxmlformats.org/officeDocument/2006/relationships/image" Target="../media/image7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 Id="rId3" Type="http://schemas.openxmlformats.org/officeDocument/2006/relationships/hyperlink" Target="https://owasp.org/www-project-top-ten/2017/Top_1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 Id="rId3" Type="http://schemas.openxmlformats.org/officeDocument/2006/relationships/image" Target="../media/image103.png"/><Relationship Id="rId4" Type="http://schemas.openxmlformats.org/officeDocument/2006/relationships/image" Target="../media/image9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 Id="rId3" Type="http://schemas.openxmlformats.org/officeDocument/2006/relationships/hyperlink" Target="https://portswigger.net/burp/application-security-testing/dast" TargetMode="External"/><Relationship Id="rId4" Type="http://schemas.openxmlformats.org/officeDocument/2006/relationships/image" Target="../media/image96.png"/><Relationship Id="rId5" Type="http://schemas.openxmlformats.org/officeDocument/2006/relationships/image" Target="../media/image84.png"/><Relationship Id="rId6" Type="http://schemas.openxmlformats.org/officeDocument/2006/relationships/image" Target="../media/image91.png"/><Relationship Id="rId7" Type="http://schemas.openxmlformats.org/officeDocument/2006/relationships/image" Target="../media/image86.png"/><Relationship Id="rId8" Type="http://schemas.openxmlformats.org/officeDocument/2006/relationships/image" Target="../media/image8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 Id="rId3" Type="http://schemas.openxmlformats.org/officeDocument/2006/relationships/hyperlink" Target="https://owasp.org/www-project-top-te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8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5.xml"/><Relationship Id="rId3" Type="http://schemas.openxmlformats.org/officeDocument/2006/relationships/image" Target="../media/image90.png"/><Relationship Id="rId4" Type="http://schemas.openxmlformats.org/officeDocument/2006/relationships/image" Target="../media/image83.png"/><Relationship Id="rId5" Type="http://schemas.openxmlformats.org/officeDocument/2006/relationships/image" Target="../media/image92.png"/><Relationship Id="rId6" Type="http://schemas.openxmlformats.org/officeDocument/2006/relationships/image" Target="../media/image9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6.xml"/><Relationship Id="rId3" Type="http://schemas.openxmlformats.org/officeDocument/2006/relationships/image" Target="../media/image99.png"/><Relationship Id="rId4" Type="http://schemas.openxmlformats.org/officeDocument/2006/relationships/image" Target="../media/image83.png"/><Relationship Id="rId5" Type="http://schemas.openxmlformats.org/officeDocument/2006/relationships/image" Target="../media/image92.png"/><Relationship Id="rId6" Type="http://schemas.openxmlformats.org/officeDocument/2006/relationships/image" Target="../media/image9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7.xml"/><Relationship Id="rId3" Type="http://schemas.openxmlformats.org/officeDocument/2006/relationships/image" Target="../media/image101.png"/><Relationship Id="rId4" Type="http://schemas.openxmlformats.org/officeDocument/2006/relationships/image" Target="../media/image114.png"/><Relationship Id="rId5" Type="http://schemas.openxmlformats.org/officeDocument/2006/relationships/image" Target="../media/image1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8.xml"/><Relationship Id="rId3" Type="http://schemas.openxmlformats.org/officeDocument/2006/relationships/hyperlink" Target="https://portswigger.net/burp/communitydownload" TargetMode="External"/><Relationship Id="rId4" Type="http://schemas.openxmlformats.org/officeDocument/2006/relationships/image" Target="../media/image105.png"/><Relationship Id="rId5" Type="http://schemas.openxmlformats.org/officeDocument/2006/relationships/image" Target="../media/image9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9.xml"/><Relationship Id="rId3" Type="http://schemas.openxmlformats.org/officeDocument/2006/relationships/image" Target="../media/image100.png"/><Relationship Id="rId4" Type="http://schemas.openxmlformats.org/officeDocument/2006/relationships/image" Target="../media/image10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 Id="rId3" Type="http://schemas.openxmlformats.org/officeDocument/2006/relationships/image" Target="../media/image10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7.xml"/><Relationship Id="rId3"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8.xml"/><Relationship Id="rId3" Type="http://schemas.openxmlformats.org/officeDocument/2006/relationships/image" Target="../media/image101.png"/><Relationship Id="rId4" Type="http://schemas.openxmlformats.org/officeDocument/2006/relationships/image" Target="../media/image112.png"/><Relationship Id="rId5" Type="http://schemas.openxmlformats.org/officeDocument/2006/relationships/image" Target="../media/image1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9.xml"/><Relationship Id="rId3" Type="http://schemas.openxmlformats.org/officeDocument/2006/relationships/image" Target="../media/image1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1.xml"/><Relationship Id="rId3" Type="http://schemas.openxmlformats.org/officeDocument/2006/relationships/image" Target="../media/image1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 Id="rId3" Type="http://schemas.openxmlformats.org/officeDocument/2006/relationships/image" Target="../media/image106.png"/><Relationship Id="rId4" Type="http://schemas.openxmlformats.org/officeDocument/2006/relationships/image" Target="../media/image131.png"/><Relationship Id="rId5" Type="http://schemas.openxmlformats.org/officeDocument/2006/relationships/image" Target="../media/image109.png"/><Relationship Id="rId6" Type="http://schemas.openxmlformats.org/officeDocument/2006/relationships/image" Target="../media/image1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4.xml"/><Relationship Id="rId3" Type="http://schemas.openxmlformats.org/officeDocument/2006/relationships/image" Target="../media/image116.png"/><Relationship Id="rId4" Type="http://schemas.openxmlformats.org/officeDocument/2006/relationships/image" Target="../media/image126.png"/><Relationship Id="rId5" Type="http://schemas.openxmlformats.org/officeDocument/2006/relationships/image" Target="../media/image1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 Id="rId3" Type="http://schemas.openxmlformats.org/officeDocument/2006/relationships/image" Target="../media/image1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 Id="rId3" Type="http://schemas.openxmlformats.org/officeDocument/2006/relationships/image" Target="../media/image1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 Id="rId3" Type="http://schemas.openxmlformats.org/officeDocument/2006/relationships/hyperlink" Target="https://portswigger.net/support/using-burp-suites-context-menu" TargetMode="External"/><Relationship Id="rId4" Type="http://schemas.openxmlformats.org/officeDocument/2006/relationships/image" Target="../media/image1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1.xml"/><Relationship Id="rId3" Type="http://schemas.openxmlformats.org/officeDocument/2006/relationships/image" Target="../media/image1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2.xml"/><Relationship Id="rId3" Type="http://schemas.openxmlformats.org/officeDocument/2006/relationships/image" Target="../media/image7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3.xml"/><Relationship Id="rId3" Type="http://schemas.openxmlformats.org/officeDocument/2006/relationships/image" Target="../media/image1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1.xml"/><Relationship Id="rId3" Type="http://schemas.openxmlformats.org/officeDocument/2006/relationships/image" Target="../media/image12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2.xml"/><Relationship Id="rId3" Type="http://schemas.openxmlformats.org/officeDocument/2006/relationships/hyperlink" Target="https://portswigger.net/support/using-burp-to-brute-force-a-login-page" TargetMode="External"/><Relationship Id="rId4" Type="http://schemas.openxmlformats.org/officeDocument/2006/relationships/image" Target="../media/image130.jpg"/><Relationship Id="rId5" Type="http://schemas.openxmlformats.org/officeDocument/2006/relationships/image" Target="../media/image1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3.xml"/><Relationship Id="rId3" Type="http://schemas.openxmlformats.org/officeDocument/2006/relationships/image" Target="../media/image127.png"/><Relationship Id="rId4" Type="http://schemas.openxmlformats.org/officeDocument/2006/relationships/image" Target="../media/image10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4.xml"/><Relationship Id="rId3" Type="http://schemas.openxmlformats.org/officeDocument/2006/relationships/hyperlink" Target="https://portswigger.net/support/using-burp-to-brute-force-a-login-page" TargetMode="External"/><Relationship Id="rId4" Type="http://schemas.openxmlformats.org/officeDocument/2006/relationships/image" Target="../media/image140.png"/><Relationship Id="rId5" Type="http://schemas.openxmlformats.org/officeDocument/2006/relationships/image" Target="../media/image8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7.xml"/><Relationship Id="rId3" Type="http://schemas.openxmlformats.org/officeDocument/2006/relationships/image" Target="../media/image70.png"/><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8.xml"/><Relationship Id="rId3" Type="http://schemas.openxmlformats.org/officeDocument/2006/relationships/image" Target="../media/image133.png"/><Relationship Id="rId4" Type="http://schemas.openxmlformats.org/officeDocument/2006/relationships/image" Target="../media/image13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1.xml"/><Relationship Id="rId3" Type="http://schemas.openxmlformats.org/officeDocument/2006/relationships/image" Target="../media/image1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2.xml"/><Relationship Id="rId3" Type="http://schemas.openxmlformats.org/officeDocument/2006/relationships/image" Target="../media/image139.png"/><Relationship Id="rId4" Type="http://schemas.openxmlformats.org/officeDocument/2006/relationships/image" Target="../media/image138.png"/><Relationship Id="rId5" Type="http://schemas.openxmlformats.org/officeDocument/2006/relationships/image" Target="../media/image13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3.xml"/><Relationship Id="rId3" Type="http://schemas.openxmlformats.org/officeDocument/2006/relationships/image" Target="../media/image13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0.xml"/><Relationship Id="rId3" Type="http://schemas.openxmlformats.org/officeDocument/2006/relationships/image" Target="../media/image129.png"/><Relationship Id="rId4" Type="http://schemas.openxmlformats.org/officeDocument/2006/relationships/hyperlink" Target="https://azure.microsoft.com/en-us/services/lab-services/"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220"/>
          <p:cNvSpPr txBox="1"/>
          <p:nvPr>
            <p:ph type="title"/>
          </p:nvPr>
        </p:nvSpPr>
        <p:spPr>
          <a:xfrm>
            <a:off x="4570700" y="1804650"/>
            <a:ext cx="4557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Web Application Tool Time</a:t>
            </a:r>
            <a:endParaRPr/>
          </a:p>
        </p:txBody>
      </p:sp>
      <p:sp>
        <p:nvSpPr>
          <p:cNvPr id="1533" name="Google Shape;1533;p220"/>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534" name="Google Shape;1534;p220"/>
          <p:cNvSpPr txBox="1"/>
          <p:nvPr>
            <p:ph idx="2" type="subTitle"/>
          </p:nvPr>
        </p:nvSpPr>
        <p:spPr>
          <a:xfrm>
            <a:off x="4572000" y="320345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14.3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38" name="Shape 1538"/>
        <p:cNvGrpSpPr/>
        <p:nvPr/>
      </p:nvGrpSpPr>
      <p:grpSpPr>
        <a:xfrm>
          <a:off x="0" y="0"/>
          <a:ext cx="0" cy="0"/>
          <a:chOff x="0" y="0"/>
          <a:chExt cx="0" cy="0"/>
        </a:xfrm>
      </p:grpSpPr>
      <p:sp>
        <p:nvSpPr>
          <p:cNvPr id="1539" name="Google Shape;1539;p221"/>
          <p:cNvSpPr/>
          <p:nvPr/>
        </p:nvSpPr>
        <p:spPr>
          <a:xfrm>
            <a:off x="953325" y="2102238"/>
            <a:ext cx="7329300" cy="7926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500" u="none" cap="none" strike="noStrike">
              <a:solidFill>
                <a:schemeClr val="dk2"/>
              </a:solidFill>
              <a:latin typeface="Roboto"/>
              <a:ea typeface="Roboto"/>
              <a:cs typeface="Roboto"/>
              <a:sym typeface="Roboto"/>
            </a:endParaRPr>
          </a:p>
        </p:txBody>
      </p:sp>
      <p:sp>
        <p:nvSpPr>
          <p:cNvPr id="1540" name="Google Shape;1540;p221"/>
          <p:cNvSpPr/>
          <p:nvPr/>
        </p:nvSpPr>
        <p:spPr>
          <a:xfrm>
            <a:off x="953325" y="1164700"/>
            <a:ext cx="7329300" cy="7926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500" u="none" cap="none" strike="noStrike">
              <a:solidFill>
                <a:schemeClr val="dk2"/>
              </a:solidFill>
              <a:latin typeface="Roboto"/>
              <a:ea typeface="Roboto"/>
              <a:cs typeface="Roboto"/>
              <a:sym typeface="Roboto"/>
            </a:endParaRPr>
          </a:p>
        </p:txBody>
      </p:sp>
      <p:sp>
        <p:nvSpPr>
          <p:cNvPr id="1541" name="Google Shape;1541;p221"/>
          <p:cNvSpPr/>
          <p:nvPr/>
        </p:nvSpPr>
        <p:spPr>
          <a:xfrm>
            <a:off x="953325" y="3977350"/>
            <a:ext cx="7329300" cy="7926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500" u="none" cap="none" strike="noStrike">
              <a:solidFill>
                <a:schemeClr val="dk2"/>
              </a:solidFill>
              <a:latin typeface="Roboto"/>
              <a:ea typeface="Roboto"/>
              <a:cs typeface="Roboto"/>
              <a:sym typeface="Roboto"/>
            </a:endParaRPr>
          </a:p>
        </p:txBody>
      </p:sp>
      <p:sp>
        <p:nvSpPr>
          <p:cNvPr id="1542" name="Google Shape;1542;p221"/>
          <p:cNvSpPr/>
          <p:nvPr/>
        </p:nvSpPr>
        <p:spPr>
          <a:xfrm>
            <a:off x="802850" y="130787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1</a:t>
            </a:r>
            <a:endParaRPr b="0" i="0" sz="1400" u="none" cap="none" strike="noStrike">
              <a:solidFill>
                <a:schemeClr val="dk2"/>
              </a:solidFill>
              <a:latin typeface="Arial"/>
              <a:ea typeface="Arial"/>
              <a:cs typeface="Arial"/>
              <a:sym typeface="Arial"/>
            </a:endParaRPr>
          </a:p>
        </p:txBody>
      </p:sp>
      <p:sp>
        <p:nvSpPr>
          <p:cNvPr id="1543" name="Google Shape;1543;p221"/>
          <p:cNvSpPr txBox="1"/>
          <p:nvPr>
            <p:ph idx="4294967295" type="subTitle"/>
          </p:nvPr>
        </p:nvSpPr>
        <p:spPr>
          <a:xfrm>
            <a:off x="1300825" y="1164700"/>
            <a:ext cx="6540600" cy="77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sz="1600" u="none" cap="none" strike="noStrike"/>
              <a:t>Identify ways in which web application security tools can assist with testing security vulnerabilities.</a:t>
            </a:r>
            <a:endParaRPr i="0" sz="1600" u="none" cap="none" strike="noStrike"/>
          </a:p>
        </p:txBody>
      </p:sp>
      <p:sp>
        <p:nvSpPr>
          <p:cNvPr id="1544" name="Google Shape;1544;p221"/>
          <p:cNvSpPr/>
          <p:nvPr/>
        </p:nvSpPr>
        <p:spPr>
          <a:xfrm>
            <a:off x="953325" y="3039788"/>
            <a:ext cx="7329300" cy="7926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500" u="none" cap="none" strike="noStrike">
              <a:solidFill>
                <a:schemeClr val="dk2"/>
              </a:solidFill>
              <a:latin typeface="Roboto"/>
              <a:ea typeface="Roboto"/>
              <a:cs typeface="Roboto"/>
              <a:sym typeface="Roboto"/>
            </a:endParaRPr>
          </a:p>
        </p:txBody>
      </p:sp>
      <p:sp>
        <p:nvSpPr>
          <p:cNvPr id="1545" name="Google Shape;1545;p221"/>
          <p:cNvSpPr txBox="1"/>
          <p:nvPr/>
        </p:nvSpPr>
        <p:spPr>
          <a:xfrm>
            <a:off x="714900" y="127399"/>
            <a:ext cx="8117400" cy="792511"/>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2600" u="none" cap="none" strike="noStrike">
                <a:solidFill>
                  <a:schemeClr val="dk2"/>
                </a:solidFill>
                <a:latin typeface="Roboto"/>
                <a:ea typeface="Roboto"/>
                <a:cs typeface="Roboto"/>
                <a:sym typeface="Roboto"/>
              </a:rPr>
              <a:t>Class Objectives</a:t>
            </a:r>
            <a:endParaRPr b="1" i="1" sz="260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1600"/>
              </a:spcAft>
              <a:buClr>
                <a:srgbClr val="000000"/>
              </a:buClr>
              <a:buSzPts val="1400"/>
              <a:buFont typeface="Arial"/>
              <a:buNone/>
            </a:pPr>
            <a:r>
              <a:rPr i="0" lang="en" sz="1800" u="none" cap="none" strike="noStrike">
                <a:solidFill>
                  <a:schemeClr val="dk2"/>
                </a:solidFill>
                <a:latin typeface="Roboto"/>
                <a:ea typeface="Roboto"/>
                <a:cs typeface="Roboto"/>
                <a:sym typeface="Roboto"/>
              </a:rPr>
              <a:t>By the end of today’s </a:t>
            </a:r>
            <a:r>
              <a:rPr lang="en" sz="1800">
                <a:solidFill>
                  <a:schemeClr val="dk2"/>
                </a:solidFill>
                <a:latin typeface="Roboto"/>
                <a:ea typeface="Roboto"/>
                <a:cs typeface="Roboto"/>
                <a:sym typeface="Roboto"/>
              </a:rPr>
              <a:t>lesson</a:t>
            </a:r>
            <a:r>
              <a:rPr i="0" lang="en" sz="1800" u="none" cap="none" strike="noStrike">
                <a:solidFill>
                  <a:schemeClr val="dk2"/>
                </a:solidFill>
                <a:latin typeface="Roboto"/>
                <a:ea typeface="Roboto"/>
                <a:cs typeface="Roboto"/>
                <a:sym typeface="Roboto"/>
              </a:rPr>
              <a:t>, you’ll be able to:</a:t>
            </a:r>
            <a:endParaRPr i="0" sz="1800" u="none" cap="none" strike="noStrike">
              <a:solidFill>
                <a:schemeClr val="dk2"/>
              </a:solidFill>
              <a:latin typeface="Roboto"/>
              <a:ea typeface="Roboto"/>
              <a:cs typeface="Roboto"/>
              <a:sym typeface="Roboto"/>
            </a:endParaRPr>
          </a:p>
        </p:txBody>
      </p:sp>
      <p:sp>
        <p:nvSpPr>
          <p:cNvPr id="1546" name="Google Shape;1546;p221"/>
          <p:cNvSpPr/>
          <p:nvPr/>
        </p:nvSpPr>
        <p:spPr>
          <a:xfrm>
            <a:off x="802850" y="224459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2</a:t>
            </a:r>
            <a:endParaRPr b="0" i="0" sz="1400" u="none" cap="none" strike="noStrike">
              <a:solidFill>
                <a:schemeClr val="dk2"/>
              </a:solidFill>
              <a:latin typeface="Arial"/>
              <a:ea typeface="Arial"/>
              <a:cs typeface="Arial"/>
              <a:sym typeface="Arial"/>
            </a:endParaRPr>
          </a:p>
        </p:txBody>
      </p:sp>
      <p:sp>
        <p:nvSpPr>
          <p:cNvPr id="1547" name="Google Shape;1547;p221"/>
          <p:cNvSpPr/>
          <p:nvPr/>
        </p:nvSpPr>
        <p:spPr>
          <a:xfrm>
            <a:off x="802850" y="311644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3</a:t>
            </a:r>
            <a:endParaRPr b="0" i="0" sz="1400" u="none" cap="none" strike="noStrike">
              <a:solidFill>
                <a:schemeClr val="dk2"/>
              </a:solidFill>
              <a:latin typeface="Arial"/>
              <a:ea typeface="Arial"/>
              <a:cs typeface="Arial"/>
              <a:sym typeface="Arial"/>
            </a:endParaRPr>
          </a:p>
        </p:txBody>
      </p:sp>
      <p:sp>
        <p:nvSpPr>
          <p:cNvPr id="1548" name="Google Shape;1548;p221"/>
          <p:cNvSpPr/>
          <p:nvPr/>
        </p:nvSpPr>
        <p:spPr>
          <a:xfrm>
            <a:off x="802850" y="414414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4</a:t>
            </a:r>
            <a:endParaRPr b="0" i="0" sz="1400" u="none" cap="none" strike="noStrike">
              <a:solidFill>
                <a:schemeClr val="dk2"/>
              </a:solidFill>
              <a:latin typeface="Arial"/>
              <a:ea typeface="Arial"/>
              <a:cs typeface="Arial"/>
              <a:sym typeface="Arial"/>
            </a:endParaRPr>
          </a:p>
        </p:txBody>
      </p:sp>
      <p:sp>
        <p:nvSpPr>
          <p:cNvPr id="1549" name="Google Shape;1549;p221"/>
          <p:cNvSpPr txBox="1"/>
          <p:nvPr>
            <p:ph idx="4294967295" type="subTitle"/>
          </p:nvPr>
        </p:nvSpPr>
        <p:spPr>
          <a:xfrm>
            <a:off x="1300825" y="2102250"/>
            <a:ext cx="6147300" cy="77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sz="1600" u="none" cap="none" strike="noStrike"/>
              <a:t>Configure Burp Suite and FoxyProxy to capture and analyze an HTTP request.</a:t>
            </a:r>
            <a:endParaRPr i="0" sz="1600" u="none" cap="none" strike="noStrike"/>
          </a:p>
        </p:txBody>
      </p:sp>
      <p:sp>
        <p:nvSpPr>
          <p:cNvPr id="1550" name="Google Shape;1550;p221"/>
          <p:cNvSpPr txBox="1"/>
          <p:nvPr>
            <p:ph idx="4294967295" type="subTitle"/>
          </p:nvPr>
        </p:nvSpPr>
        <p:spPr>
          <a:xfrm>
            <a:off x="1300825" y="3057650"/>
            <a:ext cx="6794100" cy="77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0" lang="en" sz="1600" u="none" cap="none" strike="noStrike"/>
              <a:t>Identify session management vulnerabilities using the Burp Suite Repeater function.</a:t>
            </a:r>
            <a:endParaRPr i="0" sz="1500" u="none" cap="none" strike="noStrike"/>
          </a:p>
        </p:txBody>
      </p:sp>
      <p:sp>
        <p:nvSpPr>
          <p:cNvPr id="1551" name="Google Shape;1551;p221"/>
          <p:cNvSpPr txBox="1"/>
          <p:nvPr>
            <p:ph idx="4294967295" type="subTitle"/>
          </p:nvPr>
        </p:nvSpPr>
        <p:spPr>
          <a:xfrm>
            <a:off x="1300825" y="3977350"/>
            <a:ext cx="6640800" cy="79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0" lang="en" sz="1600" u="none" cap="none" strike="noStrike"/>
              <a:t>Conduct a brute</a:t>
            </a:r>
            <a:r>
              <a:rPr lang="en" sz="1600"/>
              <a:t>-</a:t>
            </a:r>
            <a:r>
              <a:rPr i="0" lang="en" sz="1600" u="none" cap="none" strike="noStrike"/>
              <a:t>force attack against a web application login page with the Burp Intruder function.</a:t>
            </a:r>
            <a:endParaRPr i="0" sz="16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555" name="Shape 1555"/>
        <p:cNvGrpSpPr/>
        <p:nvPr/>
      </p:nvGrpSpPr>
      <p:grpSpPr>
        <a:xfrm>
          <a:off x="0" y="0"/>
          <a:ext cx="0" cy="0"/>
          <a:chOff x="0" y="0"/>
          <a:chExt cx="0" cy="0"/>
        </a:xfrm>
      </p:grpSpPr>
      <p:pic>
        <p:nvPicPr>
          <p:cNvPr id="1556" name="Google Shape;1556;p222"/>
          <p:cNvPicPr preferRelativeResize="0"/>
          <p:nvPr/>
        </p:nvPicPr>
        <p:blipFill rotWithShape="1">
          <a:blip r:embed="rId3">
            <a:alphaModFix/>
          </a:blip>
          <a:srcRect b="0" l="0" r="0" t="0"/>
          <a:stretch/>
        </p:blipFill>
        <p:spPr>
          <a:xfrm>
            <a:off x="4052825" y="1560400"/>
            <a:ext cx="1038350" cy="1068500"/>
          </a:xfrm>
          <a:prstGeom prst="rect">
            <a:avLst/>
          </a:prstGeom>
          <a:noFill/>
          <a:ln>
            <a:noFill/>
          </a:ln>
        </p:spPr>
      </p:pic>
      <p:sp>
        <p:nvSpPr>
          <p:cNvPr id="1557" name="Google Shape;1557;p22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Attacking Web Applications </a:t>
            </a:r>
            <a:endParaRPr b="0">
              <a:latin typeface="Roboto"/>
              <a:ea typeface="Roboto"/>
              <a:cs typeface="Roboto"/>
              <a:sym typeface="Roboto"/>
            </a:endParaRPr>
          </a:p>
          <a:p>
            <a:pPr indent="0" lvl="0" marL="0" rtl="0" algn="ctr">
              <a:spcBef>
                <a:spcPts val="0"/>
              </a:spcBef>
              <a:spcAft>
                <a:spcPts val="0"/>
              </a:spcAft>
              <a:buNone/>
            </a:pPr>
            <a:r>
              <a:rPr b="0" lang="en">
                <a:latin typeface="Roboto"/>
                <a:ea typeface="Roboto"/>
                <a:cs typeface="Roboto"/>
                <a:sym typeface="Roboto"/>
              </a:rPr>
              <a:t>Using Security Tools</a:t>
            </a:r>
            <a:endParaRPr b="0">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561" name="Shape 1561"/>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p224"/>
          <p:cNvSpPr txBox="1"/>
          <p:nvPr/>
        </p:nvSpPr>
        <p:spPr>
          <a:xfrm>
            <a:off x="76200" y="127400"/>
            <a:ext cx="8832300" cy="572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600" u="none" cap="none" strike="noStrike">
                <a:solidFill>
                  <a:schemeClr val="dk2"/>
                </a:solidFill>
                <a:latin typeface="Roboto"/>
                <a:ea typeface="Roboto"/>
                <a:cs typeface="Roboto"/>
                <a:sym typeface="Roboto"/>
              </a:rPr>
              <a:t>Last </a:t>
            </a:r>
            <a:r>
              <a:rPr b="1" lang="en" sz="2600">
                <a:solidFill>
                  <a:schemeClr val="dk2"/>
                </a:solidFill>
                <a:latin typeface="Roboto"/>
                <a:ea typeface="Roboto"/>
                <a:cs typeface="Roboto"/>
                <a:sym typeface="Roboto"/>
              </a:rPr>
              <a:t>Lesson</a:t>
            </a:r>
            <a:endParaRPr b="1" i="0" sz="2600" u="none" cap="none" strike="noStrike">
              <a:solidFill>
                <a:schemeClr val="dk2"/>
              </a:solidFill>
              <a:latin typeface="Roboto"/>
              <a:ea typeface="Roboto"/>
              <a:cs typeface="Roboto"/>
              <a:sym typeface="Roboto"/>
            </a:endParaRPr>
          </a:p>
        </p:txBody>
      </p:sp>
      <p:sp>
        <p:nvSpPr>
          <p:cNvPr id="1567" name="Google Shape;1567;p224"/>
          <p:cNvSpPr txBox="1"/>
          <p:nvPr/>
        </p:nvSpPr>
        <p:spPr>
          <a:xfrm>
            <a:off x="76200" y="608251"/>
            <a:ext cx="9144000" cy="885900"/>
          </a:xfrm>
          <a:prstGeom prst="rect">
            <a:avLst/>
          </a:prstGeom>
          <a:noFill/>
          <a:ln>
            <a:noFill/>
          </a:ln>
        </p:spPr>
        <p:txBody>
          <a:bodyPr anchorCtr="0" anchor="t" bIns="91425" lIns="365750" spcFirstLastPara="1" rIns="91425" wrap="square" tIns="91425">
            <a:noAutofit/>
          </a:bodyPr>
          <a:lstStyle/>
          <a:p>
            <a:pPr indent="0" lvl="0" marL="0" rtl="0" algn="l">
              <a:lnSpc>
                <a:spcPct val="115000"/>
              </a:lnSpc>
              <a:spcBef>
                <a:spcPts val="0"/>
              </a:spcBef>
              <a:spcAft>
                <a:spcPts val="0"/>
              </a:spcAft>
              <a:buClr>
                <a:srgbClr val="000000"/>
              </a:buClr>
              <a:buSzPts val="1600"/>
              <a:buFont typeface="Arial"/>
              <a:buNone/>
            </a:pPr>
            <a:r>
              <a:rPr lang="en" sz="1800">
                <a:solidFill>
                  <a:schemeClr val="dk2"/>
                </a:solidFill>
                <a:latin typeface="Roboto"/>
                <a:ea typeface="Roboto"/>
                <a:cs typeface="Roboto"/>
                <a:sym typeface="Roboto"/>
              </a:rPr>
              <a:t>Web applications use </a:t>
            </a:r>
            <a:r>
              <a:rPr b="1" lang="en" sz="1800">
                <a:solidFill>
                  <a:schemeClr val="dk2"/>
                </a:solidFill>
                <a:latin typeface="Roboto"/>
                <a:ea typeface="Roboto"/>
                <a:cs typeface="Roboto"/>
                <a:sym typeface="Roboto"/>
              </a:rPr>
              <a:t>back-end</a:t>
            </a:r>
            <a:r>
              <a:rPr lang="en" sz="1800">
                <a:solidFill>
                  <a:schemeClr val="dk2"/>
                </a:solidFill>
                <a:latin typeface="Roboto"/>
                <a:ea typeface="Roboto"/>
                <a:cs typeface="Roboto"/>
                <a:sym typeface="Roboto"/>
              </a:rPr>
              <a:t> components to apply business logic to the application. Back-end components can provide file structure, content management, and access control, and include back-end languages such as </a:t>
            </a:r>
            <a:r>
              <a:rPr b="1" lang="en" sz="1800">
                <a:solidFill>
                  <a:schemeClr val="dk2"/>
                </a:solidFill>
                <a:latin typeface="Roboto"/>
                <a:ea typeface="Roboto"/>
                <a:cs typeface="Roboto"/>
                <a:sym typeface="Roboto"/>
              </a:rPr>
              <a:t>PHP</a:t>
            </a:r>
            <a:r>
              <a:rPr lang="en" sz="1800">
                <a:solidFill>
                  <a:schemeClr val="dk2"/>
                </a:solidFill>
                <a:latin typeface="Roboto"/>
                <a:ea typeface="Roboto"/>
                <a:cs typeface="Roboto"/>
                <a:sym typeface="Roboto"/>
              </a:rPr>
              <a:t> and </a:t>
            </a:r>
            <a:r>
              <a:rPr b="1" lang="en" sz="1800">
                <a:solidFill>
                  <a:schemeClr val="dk2"/>
                </a:solidFill>
                <a:latin typeface="Roboto"/>
                <a:ea typeface="Roboto"/>
                <a:cs typeface="Roboto"/>
                <a:sym typeface="Roboto"/>
              </a:rPr>
              <a:t>Java</a:t>
            </a:r>
            <a:r>
              <a:rPr lang="en" sz="1800">
                <a:solidFill>
                  <a:schemeClr val="dk2"/>
                </a:solidFill>
                <a:latin typeface="Roboto"/>
                <a:ea typeface="Roboto"/>
                <a:cs typeface="Roboto"/>
                <a:sym typeface="Roboto"/>
              </a:rPr>
              <a:t>.</a:t>
            </a:r>
            <a:endParaRPr sz="1800">
              <a:solidFill>
                <a:schemeClr val="dk2"/>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sz="1600">
              <a:solidFill>
                <a:schemeClr val="dk2"/>
              </a:solidFill>
              <a:latin typeface="Roboto"/>
              <a:ea typeface="Roboto"/>
              <a:cs typeface="Roboto"/>
              <a:sym typeface="Roboto"/>
            </a:endParaRPr>
          </a:p>
        </p:txBody>
      </p:sp>
      <p:pic>
        <p:nvPicPr>
          <p:cNvPr id="1568" name="Google Shape;1568;p224"/>
          <p:cNvPicPr preferRelativeResize="0"/>
          <p:nvPr/>
        </p:nvPicPr>
        <p:blipFill rotWithShape="1">
          <a:blip r:embed="rId3">
            <a:alphaModFix/>
          </a:blip>
          <a:srcRect b="0" l="0" r="0" t="0"/>
          <a:stretch/>
        </p:blipFill>
        <p:spPr>
          <a:xfrm>
            <a:off x="456000" y="2167115"/>
            <a:ext cx="2315060" cy="1217742"/>
          </a:xfrm>
          <a:prstGeom prst="rect">
            <a:avLst/>
          </a:prstGeom>
          <a:noFill/>
          <a:ln>
            <a:noFill/>
          </a:ln>
        </p:spPr>
      </p:pic>
      <p:pic>
        <p:nvPicPr>
          <p:cNvPr id="1569" name="Google Shape;1569;p224"/>
          <p:cNvPicPr preferRelativeResize="0"/>
          <p:nvPr/>
        </p:nvPicPr>
        <p:blipFill rotWithShape="1">
          <a:blip r:embed="rId4">
            <a:alphaModFix/>
          </a:blip>
          <a:srcRect b="0" l="0" r="0" t="0"/>
          <a:stretch/>
        </p:blipFill>
        <p:spPr>
          <a:xfrm>
            <a:off x="3840685" y="1740374"/>
            <a:ext cx="1113491" cy="2071225"/>
          </a:xfrm>
          <a:prstGeom prst="rect">
            <a:avLst/>
          </a:prstGeom>
          <a:noFill/>
          <a:ln>
            <a:noFill/>
          </a:ln>
        </p:spPr>
      </p:pic>
      <p:pic>
        <p:nvPicPr>
          <p:cNvPr id="1570" name="Google Shape;1570;p224"/>
          <p:cNvPicPr preferRelativeResize="0"/>
          <p:nvPr/>
        </p:nvPicPr>
        <p:blipFill rotWithShape="1">
          <a:blip r:embed="rId5">
            <a:alphaModFix/>
          </a:blip>
          <a:srcRect b="0" l="0" r="0" t="0"/>
          <a:stretch/>
        </p:blipFill>
        <p:spPr>
          <a:xfrm>
            <a:off x="2938157" y="1996571"/>
            <a:ext cx="735430" cy="1558845"/>
          </a:xfrm>
          <a:prstGeom prst="rect">
            <a:avLst/>
          </a:prstGeom>
          <a:noFill/>
          <a:ln>
            <a:noFill/>
          </a:ln>
        </p:spPr>
      </p:pic>
      <p:sp>
        <p:nvSpPr>
          <p:cNvPr id="1571" name="Google Shape;1571;p224"/>
          <p:cNvSpPr/>
          <p:nvPr/>
        </p:nvSpPr>
        <p:spPr>
          <a:xfrm>
            <a:off x="0" y="4229100"/>
            <a:ext cx="9144000" cy="914400"/>
          </a:xfrm>
          <a:prstGeom prst="roundRect">
            <a:avLst>
              <a:gd fmla="val 0" name="adj"/>
            </a:avLst>
          </a:prstGeom>
          <a:solidFill>
            <a:srgbClr val="FCB912"/>
          </a:solidFill>
          <a:ln>
            <a:noFill/>
          </a:ln>
        </p:spPr>
        <p:txBody>
          <a:bodyPr anchorCtr="0" anchor="t"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sz="1600">
              <a:solidFill>
                <a:srgbClr val="082D49"/>
              </a:solidFill>
              <a:latin typeface="Roboto"/>
              <a:ea typeface="Roboto"/>
              <a:cs typeface="Roboto"/>
              <a:sym typeface="Roboto"/>
            </a:endParaRPr>
          </a:p>
        </p:txBody>
      </p:sp>
      <p:pic>
        <p:nvPicPr>
          <p:cNvPr id="1572" name="Google Shape;1572;p224"/>
          <p:cNvPicPr preferRelativeResize="0"/>
          <p:nvPr/>
        </p:nvPicPr>
        <p:blipFill>
          <a:blip r:embed="rId6">
            <a:alphaModFix/>
          </a:blip>
          <a:stretch>
            <a:fillRect/>
          </a:stretch>
        </p:blipFill>
        <p:spPr>
          <a:xfrm>
            <a:off x="1317552" y="4333830"/>
            <a:ext cx="706371" cy="669000"/>
          </a:xfrm>
          <a:prstGeom prst="rect">
            <a:avLst/>
          </a:prstGeom>
          <a:noFill/>
          <a:ln>
            <a:noFill/>
          </a:ln>
        </p:spPr>
      </p:pic>
      <p:sp>
        <p:nvSpPr>
          <p:cNvPr id="1573" name="Google Shape;1573;p224"/>
          <p:cNvSpPr txBox="1"/>
          <p:nvPr/>
        </p:nvSpPr>
        <p:spPr>
          <a:xfrm>
            <a:off x="2384225" y="4351800"/>
            <a:ext cx="50094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Back-end component vulnerabilities exist within the back-end components of web application servers.</a:t>
            </a:r>
            <a:endParaRPr sz="1600">
              <a:solidFill>
                <a:schemeClr val="dk2"/>
              </a:solidFill>
              <a:latin typeface="Roboto"/>
              <a:ea typeface="Roboto"/>
              <a:cs typeface="Roboto"/>
              <a:sym typeface="Roboto"/>
            </a:endParaRPr>
          </a:p>
          <a:p>
            <a:pPr indent="-57150" lvl="0" marL="2171700" rtl="0" algn="l">
              <a:spcBef>
                <a:spcPts val="0"/>
              </a:spcBef>
              <a:spcAft>
                <a:spcPts val="0"/>
              </a:spcAft>
              <a:buNone/>
            </a:pPr>
            <a:r>
              <a:t/>
            </a:r>
            <a:endParaRPr b="1" sz="1600">
              <a:solidFill>
                <a:schemeClr val="dk2"/>
              </a:solidFill>
              <a:latin typeface="Roboto"/>
              <a:ea typeface="Roboto"/>
              <a:cs typeface="Roboto"/>
              <a:sym typeface="Roboto"/>
            </a:endParaRPr>
          </a:p>
          <a:p>
            <a:pPr indent="-57150" lvl="0" marL="2171700" rtl="0" algn="l">
              <a:spcBef>
                <a:spcPts val="0"/>
              </a:spcBef>
              <a:spcAft>
                <a:spcPts val="0"/>
              </a:spcAft>
              <a:buNone/>
            </a:pPr>
            <a:r>
              <a:t/>
            </a:r>
            <a:endParaRPr b="1" sz="16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77" name="Shape 1577"/>
        <p:cNvGrpSpPr/>
        <p:nvPr/>
      </p:nvGrpSpPr>
      <p:grpSpPr>
        <a:xfrm>
          <a:off x="0" y="0"/>
          <a:ext cx="0" cy="0"/>
          <a:chOff x="0" y="0"/>
          <a:chExt cx="0" cy="0"/>
        </a:xfrm>
      </p:grpSpPr>
      <p:sp>
        <p:nvSpPr>
          <p:cNvPr id="1578" name="Google Shape;1578;p225"/>
          <p:cNvSpPr/>
          <p:nvPr/>
        </p:nvSpPr>
        <p:spPr>
          <a:xfrm>
            <a:off x="457200" y="861100"/>
            <a:ext cx="1985400" cy="3689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225"/>
          <p:cNvSpPr/>
          <p:nvPr/>
        </p:nvSpPr>
        <p:spPr>
          <a:xfrm>
            <a:off x="2559400" y="861100"/>
            <a:ext cx="1985400" cy="36894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225"/>
          <p:cNvSpPr/>
          <p:nvPr/>
        </p:nvSpPr>
        <p:spPr>
          <a:xfrm>
            <a:off x="4661600" y="861100"/>
            <a:ext cx="1985400" cy="3689400"/>
          </a:xfrm>
          <a:prstGeom prst="re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225"/>
          <p:cNvSpPr/>
          <p:nvPr/>
        </p:nvSpPr>
        <p:spPr>
          <a:xfrm>
            <a:off x="6763801" y="861100"/>
            <a:ext cx="1985400" cy="3689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225"/>
          <p:cNvSpPr txBox="1"/>
          <p:nvPr>
            <p:ph type="title"/>
          </p:nvPr>
        </p:nvSpPr>
        <p:spPr>
          <a:xfrm>
            <a:off x="76200" y="128016"/>
            <a:ext cx="5195700" cy="5211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Last Lesson</a:t>
            </a:r>
            <a:endParaRPr/>
          </a:p>
        </p:txBody>
      </p:sp>
      <p:sp>
        <p:nvSpPr>
          <p:cNvPr id="1583" name="Google Shape;1583;p225"/>
          <p:cNvSpPr txBox="1"/>
          <p:nvPr/>
        </p:nvSpPr>
        <p:spPr>
          <a:xfrm>
            <a:off x="6763800" y="2268500"/>
            <a:ext cx="1985400" cy="1976100"/>
          </a:xfrm>
          <a:prstGeom prst="rect">
            <a:avLst/>
          </a:prstGeom>
          <a:noFill/>
          <a:ln>
            <a:noFill/>
          </a:ln>
        </p:spPr>
        <p:txBody>
          <a:bodyPr anchorCtr="0" anchor="t" bIns="91425" lIns="18287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i="0" lang="en" sz="1400" u="none" cap="none" strike="noStrike">
                <a:solidFill>
                  <a:schemeClr val="lt1"/>
                </a:solidFill>
                <a:latin typeface="Roboto"/>
                <a:ea typeface="Roboto"/>
                <a:cs typeface="Roboto"/>
                <a:sym typeface="Roboto"/>
              </a:rPr>
              <a:t>Directory traversal, LFI, and RFI all fall under the OWASP</a:t>
            </a:r>
            <a:r>
              <a:rPr lang="en">
                <a:solidFill>
                  <a:schemeClr val="lt1"/>
                </a:solidFill>
                <a:latin typeface="Roboto"/>
                <a:ea typeface="Roboto"/>
                <a:cs typeface="Roboto"/>
                <a:sym typeface="Roboto"/>
              </a:rPr>
              <a:t> Top 10 </a:t>
            </a:r>
            <a:r>
              <a:rPr i="0" lang="en" sz="1400" u="none" cap="none" strike="noStrike">
                <a:solidFill>
                  <a:schemeClr val="lt1"/>
                </a:solidFill>
                <a:latin typeface="Roboto"/>
                <a:ea typeface="Roboto"/>
                <a:cs typeface="Roboto"/>
                <a:sym typeface="Roboto"/>
              </a:rPr>
              <a:t>risk </a:t>
            </a:r>
            <a:r>
              <a:rPr b="1" i="0" lang="en" sz="1400" u="none" cap="none" strike="noStrike">
                <a:solidFill>
                  <a:schemeClr val="lt1"/>
                </a:solidFill>
                <a:latin typeface="Roboto"/>
                <a:ea typeface="Roboto"/>
                <a:cs typeface="Roboto"/>
                <a:sym typeface="Roboto"/>
              </a:rPr>
              <a:t>broken </a:t>
            </a:r>
            <a:br>
              <a:rPr b="1" i="0" lang="en" sz="1400" u="none" cap="none" strike="noStrike">
                <a:solidFill>
                  <a:schemeClr val="lt1"/>
                </a:solidFill>
                <a:latin typeface="Roboto"/>
                <a:ea typeface="Roboto"/>
                <a:cs typeface="Roboto"/>
                <a:sym typeface="Roboto"/>
              </a:rPr>
            </a:br>
            <a:r>
              <a:rPr b="1" i="0" lang="en" sz="1400" u="none" cap="none" strike="noStrike">
                <a:solidFill>
                  <a:schemeClr val="lt1"/>
                </a:solidFill>
                <a:latin typeface="Roboto"/>
                <a:ea typeface="Roboto"/>
                <a:cs typeface="Roboto"/>
                <a:sym typeface="Roboto"/>
              </a:rPr>
              <a:t>access control</a:t>
            </a:r>
            <a:r>
              <a:rPr i="0" lang="en" sz="1400" u="none" cap="none" strike="noStrike">
                <a:solidFill>
                  <a:schemeClr val="lt1"/>
                </a:solidFill>
                <a:latin typeface="Roboto"/>
                <a:ea typeface="Roboto"/>
                <a:cs typeface="Roboto"/>
                <a:sym typeface="Roboto"/>
              </a:rPr>
              <a:t>.</a:t>
            </a:r>
            <a:endParaRPr i="0" sz="1400" u="none" cap="none" strike="noStrike">
              <a:solidFill>
                <a:schemeClr val="lt1"/>
              </a:solidFill>
              <a:latin typeface="Roboto"/>
              <a:ea typeface="Roboto"/>
              <a:cs typeface="Roboto"/>
              <a:sym typeface="Roboto"/>
            </a:endParaRPr>
          </a:p>
        </p:txBody>
      </p:sp>
      <p:sp>
        <p:nvSpPr>
          <p:cNvPr id="1584" name="Google Shape;1584;p225"/>
          <p:cNvSpPr txBox="1"/>
          <p:nvPr/>
        </p:nvSpPr>
        <p:spPr>
          <a:xfrm>
            <a:off x="4694250" y="861075"/>
            <a:ext cx="1952700" cy="3764700"/>
          </a:xfrm>
          <a:prstGeom prst="rect">
            <a:avLst/>
          </a:prstGeom>
          <a:noFill/>
          <a:ln>
            <a:noFill/>
          </a:ln>
        </p:spPr>
        <p:txBody>
          <a:bodyPr anchorCtr="0" anchor="t" bIns="91425" lIns="18287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chemeClr val="dk2"/>
                </a:solidFill>
                <a:latin typeface="Roboto"/>
                <a:ea typeface="Roboto"/>
                <a:cs typeface="Roboto"/>
                <a:sym typeface="Roboto"/>
              </a:rPr>
              <a:t>Remote File Inclusion (RFI)</a:t>
            </a:r>
            <a:endParaRPr b="1" i="0" sz="1800" u="none" cap="none" strike="noStrike">
              <a:solidFill>
                <a:schemeClr val="dk2"/>
              </a:solidFill>
              <a:latin typeface="Roboto"/>
              <a:ea typeface="Roboto"/>
              <a:cs typeface="Roboto"/>
              <a:sym typeface="Roboto"/>
            </a:endParaRPr>
          </a:p>
          <a:p>
            <a:pPr indent="0" lvl="0" marL="0" marR="0" rtl="0" algn="l">
              <a:lnSpc>
                <a:spcPct val="110000"/>
              </a:lnSpc>
              <a:spcBef>
                <a:spcPts val="600"/>
              </a:spcBef>
              <a:spcAft>
                <a:spcPts val="2400"/>
              </a:spcAft>
              <a:buClr>
                <a:srgbClr val="000000"/>
              </a:buClr>
              <a:buSzPts val="1200"/>
              <a:buFont typeface="Arial"/>
              <a:buNone/>
            </a:pPr>
            <a:r>
              <a:rPr i="0" lang="en" u="none" cap="none" strike="noStrike">
                <a:solidFill>
                  <a:schemeClr val="dk2"/>
                </a:solidFill>
                <a:latin typeface="Roboto"/>
                <a:ea typeface="Roboto"/>
                <a:cs typeface="Roboto"/>
                <a:sym typeface="Roboto"/>
              </a:rPr>
              <a:t>A third web app back-end component vulnerability in which an attacker tricks </a:t>
            </a:r>
            <a:br>
              <a:rPr i="0" lang="en" u="none" cap="none" strike="noStrike">
                <a:solidFill>
                  <a:schemeClr val="dk2"/>
                </a:solidFill>
                <a:latin typeface="Roboto"/>
                <a:ea typeface="Roboto"/>
                <a:cs typeface="Roboto"/>
                <a:sym typeface="Roboto"/>
              </a:rPr>
            </a:br>
            <a:r>
              <a:rPr i="0" lang="en" u="none" cap="none" strike="noStrike">
                <a:solidFill>
                  <a:schemeClr val="dk2"/>
                </a:solidFill>
                <a:latin typeface="Roboto"/>
                <a:ea typeface="Roboto"/>
                <a:cs typeface="Roboto"/>
                <a:sym typeface="Roboto"/>
              </a:rPr>
              <a:t>the application into running unintended back-end code or scripts that are REMOTE to the application’s filesystem.</a:t>
            </a:r>
            <a:endParaRPr i="0" u="none" cap="none" strike="noStrike">
              <a:solidFill>
                <a:schemeClr val="dk2"/>
              </a:solidFill>
              <a:latin typeface="Roboto"/>
              <a:ea typeface="Roboto"/>
              <a:cs typeface="Roboto"/>
              <a:sym typeface="Roboto"/>
            </a:endParaRPr>
          </a:p>
        </p:txBody>
      </p:sp>
      <p:sp>
        <p:nvSpPr>
          <p:cNvPr id="1585" name="Google Shape;1585;p225"/>
          <p:cNvSpPr txBox="1"/>
          <p:nvPr/>
        </p:nvSpPr>
        <p:spPr>
          <a:xfrm>
            <a:off x="2559275" y="861075"/>
            <a:ext cx="1985400" cy="3764700"/>
          </a:xfrm>
          <a:prstGeom prst="rect">
            <a:avLst/>
          </a:prstGeom>
          <a:noFill/>
          <a:ln>
            <a:noFill/>
          </a:ln>
        </p:spPr>
        <p:txBody>
          <a:bodyPr anchorCtr="0" anchor="t" bIns="91425" lIns="18287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chemeClr val="dk2"/>
                </a:solidFill>
                <a:latin typeface="Roboto"/>
                <a:ea typeface="Roboto"/>
                <a:cs typeface="Roboto"/>
                <a:sym typeface="Roboto"/>
              </a:rPr>
              <a:t>Local File Inclusion (LFI)</a:t>
            </a:r>
            <a:endParaRPr b="1" i="0" sz="1800" u="none" cap="none" strike="noStrike">
              <a:solidFill>
                <a:schemeClr val="dk2"/>
              </a:solidFill>
              <a:latin typeface="Roboto"/>
              <a:ea typeface="Roboto"/>
              <a:cs typeface="Roboto"/>
              <a:sym typeface="Roboto"/>
            </a:endParaRPr>
          </a:p>
          <a:p>
            <a:pPr indent="0" lvl="0" marL="0" marR="0" rtl="0" algn="l">
              <a:lnSpc>
                <a:spcPct val="110000"/>
              </a:lnSpc>
              <a:spcBef>
                <a:spcPts val="600"/>
              </a:spcBef>
              <a:spcAft>
                <a:spcPts val="0"/>
              </a:spcAft>
              <a:buClr>
                <a:srgbClr val="000000"/>
              </a:buClr>
              <a:buSzPts val="1200"/>
              <a:buFont typeface="Arial"/>
              <a:buNone/>
            </a:pPr>
            <a:r>
              <a:rPr i="0" lang="en" sz="1400" u="none" cap="none" strike="noStrike">
                <a:solidFill>
                  <a:schemeClr val="dk2"/>
                </a:solidFill>
                <a:latin typeface="Roboto"/>
                <a:ea typeface="Roboto"/>
                <a:cs typeface="Roboto"/>
                <a:sym typeface="Roboto"/>
              </a:rPr>
              <a:t>Another web app back-end component vulnerability in which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an attacker tricks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the application into running unintended back-end code or scripts that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are LOCAL to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the application’s filesystem.</a:t>
            </a:r>
            <a:endParaRPr i="0" sz="1400" u="none" cap="none" strike="noStrike">
              <a:solidFill>
                <a:schemeClr val="dk2"/>
              </a:solidFill>
              <a:latin typeface="Roboto"/>
              <a:ea typeface="Roboto"/>
              <a:cs typeface="Roboto"/>
              <a:sym typeface="Roboto"/>
            </a:endParaRPr>
          </a:p>
          <a:p>
            <a:pPr indent="0" lvl="0" marL="0" marR="0" rtl="0" algn="l">
              <a:lnSpc>
                <a:spcPct val="110000"/>
              </a:lnSpc>
              <a:spcBef>
                <a:spcPts val="2400"/>
              </a:spcBef>
              <a:spcAft>
                <a:spcPts val="0"/>
              </a:spcAft>
              <a:buClr>
                <a:srgbClr val="000000"/>
              </a:buClr>
              <a:buSzPts val="1200"/>
              <a:buFont typeface="Arial"/>
              <a:buNone/>
            </a:pPr>
            <a:r>
              <a:t/>
            </a:r>
            <a:endParaRPr i="0" sz="1200" u="none" cap="none" strike="noStrike">
              <a:solidFill>
                <a:schemeClr val="dk1"/>
              </a:solidFill>
              <a:latin typeface="Roboto"/>
              <a:ea typeface="Roboto"/>
              <a:cs typeface="Roboto"/>
              <a:sym typeface="Roboto"/>
            </a:endParaRPr>
          </a:p>
          <a:p>
            <a:pPr indent="0" lvl="0" marL="0" marR="0" rtl="0" algn="l">
              <a:lnSpc>
                <a:spcPct val="110000"/>
              </a:lnSpc>
              <a:spcBef>
                <a:spcPts val="2400"/>
              </a:spcBef>
              <a:spcAft>
                <a:spcPts val="0"/>
              </a:spcAft>
              <a:buClr>
                <a:schemeClr val="dk1"/>
              </a:buClr>
              <a:buSzPts val="1100"/>
              <a:buFont typeface="Arial"/>
              <a:buNone/>
            </a:pPr>
            <a:r>
              <a:t/>
            </a:r>
            <a:endParaRPr i="0" sz="1200" u="none" cap="none" strike="noStrike">
              <a:solidFill>
                <a:schemeClr val="dk1"/>
              </a:solidFill>
              <a:latin typeface="Roboto"/>
              <a:ea typeface="Roboto"/>
              <a:cs typeface="Roboto"/>
              <a:sym typeface="Roboto"/>
            </a:endParaRPr>
          </a:p>
          <a:p>
            <a:pPr indent="0" lvl="0" marL="0" marR="0" rtl="0" algn="l">
              <a:lnSpc>
                <a:spcPct val="110000"/>
              </a:lnSpc>
              <a:spcBef>
                <a:spcPts val="2400"/>
              </a:spcBef>
              <a:spcAft>
                <a:spcPts val="2400"/>
              </a:spcAft>
              <a:buClr>
                <a:srgbClr val="000000"/>
              </a:buClr>
              <a:buSzPts val="1600"/>
              <a:buFont typeface="Arial"/>
              <a:buNone/>
            </a:pPr>
            <a:r>
              <a:t/>
            </a:r>
            <a:endParaRPr i="0" sz="1600" u="none" cap="none" strike="noStrike">
              <a:solidFill>
                <a:srgbClr val="000000"/>
              </a:solidFill>
              <a:latin typeface="Roboto"/>
              <a:ea typeface="Roboto"/>
              <a:cs typeface="Roboto"/>
              <a:sym typeface="Roboto"/>
            </a:endParaRPr>
          </a:p>
        </p:txBody>
      </p:sp>
      <p:sp>
        <p:nvSpPr>
          <p:cNvPr id="1586" name="Google Shape;1586;p225"/>
          <p:cNvSpPr txBox="1"/>
          <p:nvPr/>
        </p:nvSpPr>
        <p:spPr>
          <a:xfrm>
            <a:off x="457200" y="861100"/>
            <a:ext cx="1850100" cy="3764700"/>
          </a:xfrm>
          <a:prstGeom prst="rect">
            <a:avLst/>
          </a:prstGeom>
          <a:noFill/>
          <a:ln>
            <a:noFill/>
          </a:ln>
        </p:spPr>
        <p:txBody>
          <a:bodyPr anchorCtr="0" anchor="t" bIns="91425" lIns="182875" spcFirstLastPara="1" rIns="0"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800" u="none" cap="none" strike="noStrike">
                <a:solidFill>
                  <a:schemeClr val="dk2"/>
                </a:solidFill>
                <a:latin typeface="Roboto"/>
                <a:ea typeface="Roboto"/>
                <a:cs typeface="Roboto"/>
                <a:sym typeface="Roboto"/>
              </a:rPr>
              <a:t>Directory </a:t>
            </a:r>
            <a:br>
              <a:rPr b="1" i="0" lang="en" sz="1800" u="none" cap="none" strike="noStrike">
                <a:solidFill>
                  <a:schemeClr val="dk2"/>
                </a:solidFill>
                <a:latin typeface="Roboto"/>
                <a:ea typeface="Roboto"/>
                <a:cs typeface="Roboto"/>
                <a:sym typeface="Roboto"/>
              </a:rPr>
            </a:br>
            <a:r>
              <a:rPr b="1" i="0" lang="en" sz="1800" u="none" cap="none" strike="noStrike">
                <a:solidFill>
                  <a:schemeClr val="dk2"/>
                </a:solidFill>
                <a:latin typeface="Roboto"/>
                <a:ea typeface="Roboto"/>
                <a:cs typeface="Roboto"/>
                <a:sym typeface="Roboto"/>
              </a:rPr>
              <a:t>Traversal</a:t>
            </a:r>
            <a:endParaRPr b="1" i="0" sz="1800" u="none" cap="none" strike="noStrike">
              <a:solidFill>
                <a:schemeClr val="dk2"/>
              </a:solidFill>
              <a:latin typeface="Roboto"/>
              <a:ea typeface="Roboto"/>
              <a:cs typeface="Roboto"/>
              <a:sym typeface="Roboto"/>
            </a:endParaRPr>
          </a:p>
          <a:p>
            <a:pPr indent="0" lvl="0" marL="0" marR="0" rtl="0" algn="l">
              <a:lnSpc>
                <a:spcPct val="110000"/>
              </a:lnSpc>
              <a:spcBef>
                <a:spcPts val="600"/>
              </a:spcBef>
              <a:spcAft>
                <a:spcPts val="2400"/>
              </a:spcAft>
              <a:buClr>
                <a:srgbClr val="000000"/>
              </a:buClr>
              <a:buSzPts val="1200"/>
              <a:buFont typeface="Arial"/>
              <a:buNone/>
            </a:pPr>
            <a:r>
              <a:rPr i="0" lang="en" sz="1400" u="none" cap="none" strike="noStrike">
                <a:solidFill>
                  <a:schemeClr val="dk2"/>
                </a:solidFill>
                <a:latin typeface="Roboto"/>
                <a:ea typeface="Roboto"/>
                <a:cs typeface="Roboto"/>
                <a:sym typeface="Roboto"/>
              </a:rPr>
              <a:t>A web app back-end component vulnerability in which an attacker accesses files and directories from a web application outside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a user’s authorized permissions. </a:t>
            </a:r>
            <a:endParaRPr i="0" sz="1400" u="none" cap="none" strike="noStrike">
              <a:solidFill>
                <a:schemeClr val="dk2"/>
              </a:solidFill>
              <a:latin typeface="Roboto"/>
              <a:ea typeface="Roboto"/>
              <a:cs typeface="Roboto"/>
              <a:sym typeface="Roboto"/>
            </a:endParaRPr>
          </a:p>
        </p:txBody>
      </p:sp>
      <p:pic>
        <p:nvPicPr>
          <p:cNvPr id="1587" name="Google Shape;1587;p225"/>
          <p:cNvPicPr preferRelativeResize="0"/>
          <p:nvPr/>
        </p:nvPicPr>
        <p:blipFill rotWithShape="1">
          <a:blip r:embed="rId3">
            <a:alphaModFix/>
          </a:blip>
          <a:srcRect b="19057" l="1686" r="70320" t="4775"/>
          <a:stretch/>
        </p:blipFill>
        <p:spPr>
          <a:xfrm>
            <a:off x="7154013" y="1014300"/>
            <a:ext cx="1114800" cy="1102200"/>
          </a:xfrm>
          <a:prstGeom prst="ellipse">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226"/>
          <p:cNvSpPr txBox="1"/>
          <p:nvPr/>
        </p:nvSpPr>
        <p:spPr>
          <a:xfrm>
            <a:off x="3135200" y="1110825"/>
            <a:ext cx="57585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t/>
            </a:r>
            <a:endParaRPr i="0" sz="2200" u="none" cap="none" strike="noStrike">
              <a:solidFill>
                <a:srgbClr val="2E5E73"/>
              </a:solidFill>
              <a:latin typeface="Roboto Light"/>
              <a:ea typeface="Roboto Light"/>
              <a:cs typeface="Roboto Light"/>
              <a:sym typeface="Roboto Light"/>
            </a:endParaRPr>
          </a:p>
        </p:txBody>
      </p:sp>
      <p:sp>
        <p:nvSpPr>
          <p:cNvPr id="1593" name="Google Shape;1593;p226"/>
          <p:cNvSpPr txBox="1"/>
          <p:nvPr>
            <p:ph idx="1" type="subTitle"/>
          </p:nvPr>
        </p:nvSpPr>
        <p:spPr>
          <a:xfrm>
            <a:off x="459100" y="4189950"/>
            <a:ext cx="2741400" cy="546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t>OWASP</a:t>
            </a:r>
            <a:r>
              <a:rPr lang="en"/>
              <a:t> explains broken access control as follows:</a:t>
            </a:r>
            <a:endParaRPr/>
          </a:p>
          <a:p>
            <a:pPr indent="0" lvl="0" marL="0" rtl="0" algn="l">
              <a:lnSpc>
                <a:spcPct val="100000"/>
              </a:lnSpc>
              <a:spcBef>
                <a:spcPts val="0"/>
              </a:spcBef>
              <a:spcAft>
                <a:spcPts val="0"/>
              </a:spcAft>
              <a:buNone/>
            </a:pPr>
            <a:r>
              <a:rPr lang="en" sz="1300">
                <a:solidFill>
                  <a:schemeClr val="dk1"/>
                </a:solidFill>
                <a:latin typeface="Roboto Light"/>
                <a:ea typeface="Roboto Light"/>
                <a:cs typeface="Roboto Light"/>
                <a:sym typeface="Roboto Light"/>
              </a:rPr>
              <a:t>Source: </a:t>
            </a:r>
            <a:r>
              <a:rPr lang="en" sz="1300" u="sng">
                <a:solidFill>
                  <a:schemeClr val="dk1"/>
                </a:solidFill>
                <a:latin typeface="Roboto Light"/>
                <a:ea typeface="Roboto Light"/>
                <a:cs typeface="Roboto Light"/>
                <a:sym typeface="Roboto Light"/>
                <a:hlinkClick r:id="rId3">
                  <a:extLst>
                    <a:ext uri="{A12FA001-AC4F-418D-AE19-62706E023703}">
                      <ahyp:hlinkClr val="tx"/>
                    </a:ext>
                  </a:extLst>
                </a:hlinkClick>
              </a:rPr>
              <a:t>owasp.org</a:t>
            </a:r>
            <a:endParaRPr sz="13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a:p>
        </p:txBody>
      </p:sp>
      <p:sp>
        <p:nvSpPr>
          <p:cNvPr id="1594" name="Google Shape;1594;p226"/>
          <p:cNvSpPr txBox="1"/>
          <p:nvPr>
            <p:ph idx="2" type="body"/>
          </p:nvPr>
        </p:nvSpPr>
        <p:spPr>
          <a:xfrm>
            <a:off x="3647875" y="1197625"/>
            <a:ext cx="5038800" cy="292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1900"/>
              <a:t>Restrictions on what authenticated users are allowed to do are often not properly enforced.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Attackers can exploit these flaws to access unauthorized functionality and/or data, such as access other users’ accounts, view sensitive files, modify other users’ data, change access rights, etc.”</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98" name="Shape 1598"/>
        <p:cNvGrpSpPr/>
        <p:nvPr/>
      </p:nvGrpSpPr>
      <p:grpSpPr>
        <a:xfrm>
          <a:off x="0" y="0"/>
          <a:ext cx="0" cy="0"/>
          <a:chOff x="0" y="0"/>
          <a:chExt cx="0" cy="0"/>
        </a:xfrm>
      </p:grpSpPr>
      <p:sp>
        <p:nvSpPr>
          <p:cNvPr id="1599" name="Google Shape;1599;p227"/>
          <p:cNvSpPr/>
          <p:nvPr/>
        </p:nvSpPr>
        <p:spPr>
          <a:xfrm>
            <a:off x="457200" y="1539050"/>
            <a:ext cx="3864300" cy="2844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227"/>
          <p:cNvSpPr txBox="1"/>
          <p:nvPr/>
        </p:nvSpPr>
        <p:spPr>
          <a:xfrm>
            <a:off x="665800" y="1690075"/>
            <a:ext cx="35145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When we first executed SQL injection attacks, we were successful after our first payload attempt of: </a:t>
            </a:r>
            <a:endParaRPr i="0" sz="16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1" lang="en" sz="1600">
                <a:solidFill>
                  <a:schemeClr val="dk2"/>
                </a:solidFill>
                <a:latin typeface="Roboto"/>
                <a:ea typeface="Roboto"/>
                <a:cs typeface="Roboto"/>
                <a:sym typeface="Roboto"/>
              </a:rPr>
              <a:t>‘</a:t>
            </a:r>
            <a:r>
              <a:rPr b="1" i="0" lang="en" sz="1600" u="none" cap="none" strike="noStrike">
                <a:solidFill>
                  <a:schemeClr val="dk2"/>
                </a:solidFill>
                <a:latin typeface="Roboto"/>
                <a:ea typeface="Roboto"/>
                <a:cs typeface="Roboto"/>
                <a:sym typeface="Roboto"/>
              </a:rPr>
              <a:t>jsmith’ OR '1' = '1</a:t>
            </a:r>
            <a:r>
              <a:rPr b="1" lang="en" sz="1600">
                <a:solidFill>
                  <a:schemeClr val="dk2"/>
                </a:solidFill>
                <a:latin typeface="Roboto"/>
                <a:ea typeface="Roboto"/>
                <a:cs typeface="Roboto"/>
                <a:sym typeface="Roboto"/>
              </a:rPr>
              <a:t>’</a:t>
            </a:r>
            <a:endParaRPr b="1" i="0" sz="1600" u="none" cap="none" strike="noStrike">
              <a:solidFill>
                <a:schemeClr val="dk2"/>
              </a:solidFill>
              <a:latin typeface="Roboto"/>
              <a:ea typeface="Roboto"/>
              <a:cs typeface="Roboto"/>
              <a:sym typeface="Roboto"/>
            </a:endParaRPr>
          </a:p>
        </p:txBody>
      </p:sp>
      <p:sp>
        <p:nvSpPr>
          <p:cNvPr id="1601" name="Google Shape;1601;p227"/>
          <p:cNvSpPr/>
          <p:nvPr/>
        </p:nvSpPr>
        <p:spPr>
          <a:xfrm>
            <a:off x="4629850" y="1539050"/>
            <a:ext cx="3942600" cy="2844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227"/>
          <p:cNvSpPr txBox="1"/>
          <p:nvPr/>
        </p:nvSpPr>
        <p:spPr>
          <a:xfrm>
            <a:off x="4771250" y="1690075"/>
            <a:ext cx="3597900" cy="2924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Realistically, we may need to test many different payloads, such as: </a:t>
            </a:r>
            <a:endParaRPr i="0" sz="16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600">
                <a:solidFill>
                  <a:schemeClr val="dk2"/>
                </a:solidFill>
                <a:latin typeface="Inconsolata SemiBold"/>
                <a:ea typeface="Inconsolata SemiBold"/>
                <a:cs typeface="Inconsolata SemiBold"/>
                <a:sym typeface="Inconsolata SemiBold"/>
              </a:rPr>
              <a:t>"</a:t>
            </a:r>
            <a:r>
              <a:rPr b="0" i="0" lang="en" sz="1600" u="none" cap="none" strike="noStrike">
                <a:solidFill>
                  <a:schemeClr val="dk2"/>
                </a:solidFill>
                <a:latin typeface="Inconsolata SemiBold"/>
                <a:ea typeface="Inconsolata SemiBold"/>
                <a:cs typeface="Inconsolata SemiBold"/>
                <a:sym typeface="Inconsolata SemiBold"/>
              </a:rPr>
              <a:t>jsmith" or true--</a:t>
            </a:r>
            <a:endParaRPr b="0" i="0" sz="1600" u="none" cap="none" strike="noStrike">
              <a:solidFill>
                <a:schemeClr val="dk2"/>
              </a:solidFill>
              <a:latin typeface="Inconsolata SemiBold"/>
              <a:ea typeface="Inconsolata SemiBold"/>
              <a:cs typeface="Inconsolata SemiBold"/>
              <a:sym typeface="Inconsolata SemiBold"/>
            </a:endParaRPr>
          </a:p>
          <a:p>
            <a:pPr indent="0" lvl="0" marL="0" marR="0" rtl="0" algn="l">
              <a:lnSpc>
                <a:spcPct val="100000"/>
              </a:lnSpc>
              <a:spcBef>
                <a:spcPts val="900"/>
              </a:spcBef>
              <a:spcAft>
                <a:spcPts val="0"/>
              </a:spcAft>
              <a:buClr>
                <a:srgbClr val="000000"/>
              </a:buClr>
              <a:buSzPts val="1800"/>
              <a:buFont typeface="Arial"/>
              <a:buNone/>
            </a:pPr>
            <a:r>
              <a:rPr b="0" i="0" lang="en" sz="1600" u="none" cap="none" strike="noStrike">
                <a:solidFill>
                  <a:schemeClr val="dk2"/>
                </a:solidFill>
                <a:latin typeface="Inconsolata SemiBold"/>
                <a:ea typeface="Inconsolata SemiBold"/>
                <a:cs typeface="Inconsolata SemiBold"/>
                <a:sym typeface="Inconsolata SemiBold"/>
              </a:rPr>
              <a:t>jsmith OR "1" = "1</a:t>
            </a:r>
            <a:r>
              <a:rPr lang="en" sz="1600">
                <a:solidFill>
                  <a:schemeClr val="dk2"/>
                </a:solidFill>
                <a:latin typeface="Inconsolata SemiBold"/>
                <a:ea typeface="Inconsolata SemiBold"/>
                <a:cs typeface="Inconsolata SemiBold"/>
                <a:sym typeface="Inconsolata SemiBold"/>
              </a:rPr>
              <a:t>"</a:t>
            </a:r>
            <a:endParaRPr b="0" i="0" sz="1600" u="none" cap="none" strike="noStrike">
              <a:solidFill>
                <a:schemeClr val="dk2"/>
              </a:solidFill>
              <a:latin typeface="Inconsolata SemiBold"/>
              <a:ea typeface="Inconsolata SemiBold"/>
              <a:cs typeface="Inconsolata SemiBold"/>
              <a:sym typeface="Inconsolata SemiBold"/>
            </a:endParaRPr>
          </a:p>
          <a:p>
            <a:pPr indent="0" lvl="0" marL="0" marR="0" rtl="0" algn="l">
              <a:lnSpc>
                <a:spcPct val="100000"/>
              </a:lnSpc>
              <a:spcBef>
                <a:spcPts val="900"/>
              </a:spcBef>
              <a:spcAft>
                <a:spcPts val="0"/>
              </a:spcAft>
              <a:buClr>
                <a:srgbClr val="000000"/>
              </a:buClr>
              <a:buSzPts val="1800"/>
              <a:buFont typeface="Arial"/>
              <a:buNone/>
            </a:pPr>
            <a:r>
              <a:rPr b="0" i="0" lang="en" sz="1600" u="none" cap="none" strike="noStrike">
                <a:solidFill>
                  <a:schemeClr val="dk2"/>
                </a:solidFill>
                <a:latin typeface="Inconsolata SemiBold"/>
                <a:ea typeface="Inconsolata SemiBold"/>
                <a:cs typeface="Inconsolata SemiBold"/>
                <a:sym typeface="Inconsolata SemiBold"/>
              </a:rPr>
              <a:t>jsmith -- OR '1' = '1</a:t>
            </a:r>
            <a:r>
              <a:rPr lang="en" sz="1600">
                <a:solidFill>
                  <a:schemeClr val="dk2"/>
                </a:solidFill>
                <a:latin typeface="Inconsolata SemiBold"/>
                <a:ea typeface="Inconsolata SemiBold"/>
                <a:cs typeface="Inconsolata SemiBold"/>
                <a:sym typeface="Inconsolata SemiBold"/>
              </a:rPr>
              <a:t>'</a:t>
            </a:r>
            <a:endParaRPr b="0" i="0" sz="1600" u="none" cap="none" strike="noStrike">
              <a:solidFill>
                <a:schemeClr val="dk2"/>
              </a:solidFill>
              <a:latin typeface="Inconsolata SemiBold"/>
              <a:ea typeface="Inconsolata SemiBold"/>
              <a:cs typeface="Inconsolata SemiBold"/>
              <a:sym typeface="Inconsolata SemiBold"/>
            </a:endParaRPr>
          </a:p>
          <a:p>
            <a:pPr indent="0" lvl="0" marL="0" marR="0" rtl="0" algn="l">
              <a:lnSpc>
                <a:spcPct val="100000"/>
              </a:lnSpc>
              <a:spcBef>
                <a:spcPts val="900"/>
              </a:spcBef>
              <a:spcAft>
                <a:spcPts val="0"/>
              </a:spcAft>
              <a:buClr>
                <a:srgbClr val="000000"/>
              </a:buClr>
              <a:buSzPts val="1800"/>
              <a:buFont typeface="Arial"/>
              <a:buNone/>
            </a:pPr>
            <a:r>
              <a:rPr lang="en" sz="1600">
                <a:solidFill>
                  <a:schemeClr val="dk2"/>
                </a:solidFill>
                <a:latin typeface="Inconsolata SemiBold"/>
                <a:ea typeface="Inconsolata SemiBold"/>
                <a:cs typeface="Inconsolata SemiBold"/>
                <a:sym typeface="Inconsolata SemiBold"/>
              </a:rPr>
              <a:t>'</a:t>
            </a:r>
            <a:r>
              <a:rPr b="0" i="0" lang="en" sz="1600" u="none" cap="none" strike="noStrike">
                <a:solidFill>
                  <a:schemeClr val="dk2"/>
                </a:solidFill>
                <a:latin typeface="Inconsolata SemiBold"/>
                <a:ea typeface="Inconsolata SemiBold"/>
                <a:cs typeface="Inconsolata SemiBold"/>
                <a:sym typeface="Inconsolata SemiBold"/>
              </a:rPr>
              <a:t>jsmith'</a:t>
            </a:r>
            <a:r>
              <a:rPr b="0" i="0" lang="en" sz="1600" u="none" cap="none" strike="noStrike">
                <a:solidFill>
                  <a:schemeClr val="dk2"/>
                </a:solidFill>
                <a:latin typeface="Inconsolata SemiBold"/>
                <a:ea typeface="Inconsolata SemiBold"/>
                <a:cs typeface="Inconsolata SemiBold"/>
                <a:sym typeface="Inconsolata SemiBold"/>
              </a:rPr>
              <a:t>)</a:t>
            </a:r>
            <a:r>
              <a:rPr b="0" i="0" lang="en" sz="1600" u="none" cap="none" strike="noStrike">
                <a:solidFill>
                  <a:schemeClr val="dk2"/>
                </a:solidFill>
                <a:latin typeface="Inconsolata SemiBold"/>
                <a:ea typeface="Inconsolata SemiBold"/>
                <a:cs typeface="Inconsolata SemiBold"/>
                <a:sym typeface="Inconsolata SemiBold"/>
              </a:rPr>
              <a:t> or true--</a:t>
            </a:r>
            <a:endParaRPr b="0" i="0" sz="1600" u="none" cap="none" strike="noStrike">
              <a:solidFill>
                <a:schemeClr val="dk2"/>
              </a:solidFill>
              <a:latin typeface="Inconsolata SemiBold"/>
              <a:ea typeface="Inconsolata SemiBold"/>
              <a:cs typeface="Inconsolata SemiBold"/>
              <a:sym typeface="Inconsolata SemiBold"/>
            </a:endParaRPr>
          </a:p>
          <a:p>
            <a:pPr indent="0" lvl="0" marL="0" marR="0" rtl="0" algn="l">
              <a:lnSpc>
                <a:spcPct val="100000"/>
              </a:lnSpc>
              <a:spcBef>
                <a:spcPts val="900"/>
              </a:spcBef>
              <a:spcAft>
                <a:spcPts val="0"/>
              </a:spcAft>
              <a:buClr>
                <a:srgbClr val="000000"/>
              </a:buClr>
              <a:buSzPts val="1800"/>
              <a:buFont typeface="Arial"/>
              <a:buNone/>
            </a:pPr>
            <a:r>
              <a:t/>
            </a:r>
            <a:endParaRPr b="0" i="0" sz="1800" u="none" cap="none" strike="noStrike">
              <a:solidFill>
                <a:schemeClr val="dk2"/>
              </a:solidFill>
              <a:highlight>
                <a:schemeClr val="dk1"/>
              </a:highlight>
              <a:latin typeface="Inconsolata SemiBold"/>
              <a:ea typeface="Inconsolata SemiBold"/>
              <a:cs typeface="Inconsolata SemiBold"/>
              <a:sym typeface="Inconsolata SemiBold"/>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Light"/>
              <a:ea typeface="Roboto Light"/>
              <a:cs typeface="Roboto Light"/>
              <a:sym typeface="Roboto Light"/>
            </a:endParaRPr>
          </a:p>
        </p:txBody>
      </p:sp>
      <p:sp>
        <p:nvSpPr>
          <p:cNvPr id="1603" name="Google Shape;1603;p227"/>
          <p:cNvSpPr txBox="1"/>
          <p:nvPr/>
        </p:nvSpPr>
        <p:spPr>
          <a:xfrm>
            <a:off x="3847750" y="45921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1800">
              <a:solidFill>
                <a:srgbClr val="082D49"/>
              </a:solidFill>
              <a:latin typeface="Roboto"/>
              <a:ea typeface="Roboto"/>
              <a:cs typeface="Roboto"/>
              <a:sym typeface="Roboto"/>
            </a:endParaRPr>
          </a:p>
        </p:txBody>
      </p:sp>
      <p:sp>
        <p:nvSpPr>
          <p:cNvPr id="1604" name="Google Shape;1604;p227"/>
          <p:cNvSpPr txBox="1"/>
          <p:nvPr>
            <p:ph type="title"/>
          </p:nvPr>
        </p:nvSpPr>
        <p:spPr>
          <a:xfrm>
            <a:off x="76200" y="128016"/>
            <a:ext cx="5177100" cy="5331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Today’s Lesson</a:t>
            </a:r>
            <a:endParaRPr/>
          </a:p>
        </p:txBody>
      </p:sp>
      <p:sp>
        <p:nvSpPr>
          <p:cNvPr id="1605" name="Google Shape;1605;p227"/>
          <p:cNvSpPr txBox="1"/>
          <p:nvPr/>
        </p:nvSpPr>
        <p:spPr>
          <a:xfrm>
            <a:off x="76200" y="512064"/>
            <a:ext cx="8400000" cy="664800"/>
          </a:xfrm>
          <a:prstGeom prst="rect">
            <a:avLst/>
          </a:prstGeom>
          <a:noFill/>
          <a:ln>
            <a:noFill/>
          </a:ln>
        </p:spPr>
        <p:txBody>
          <a:bodyPr anchorCtr="0" anchor="t" bIns="91425" lIns="365750"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Web application security tools can assist security professionals by automating testing processes.</a:t>
            </a:r>
            <a:endParaRPr sz="1800">
              <a:solidFill>
                <a:schemeClr val="dk2"/>
              </a:solidFill>
              <a:latin typeface="Roboto"/>
              <a:ea typeface="Roboto"/>
              <a:cs typeface="Roboto"/>
              <a:sym typeface="Roboto"/>
            </a:endParaRPr>
          </a:p>
        </p:txBody>
      </p:sp>
      <p:pic>
        <p:nvPicPr>
          <p:cNvPr id="1606" name="Google Shape;1606;p227"/>
          <p:cNvPicPr preferRelativeResize="0"/>
          <p:nvPr/>
        </p:nvPicPr>
        <p:blipFill>
          <a:blip r:embed="rId3">
            <a:alphaModFix/>
          </a:blip>
          <a:stretch>
            <a:fillRect/>
          </a:stretch>
        </p:blipFill>
        <p:spPr>
          <a:xfrm>
            <a:off x="2369750" y="2773675"/>
            <a:ext cx="1371601" cy="1282850"/>
          </a:xfrm>
          <a:prstGeom prst="rect">
            <a:avLst/>
          </a:prstGeom>
          <a:noFill/>
          <a:ln>
            <a:noFill/>
          </a:ln>
        </p:spPr>
      </p:pic>
      <p:pic>
        <p:nvPicPr>
          <p:cNvPr id="1607" name="Google Shape;1607;p227"/>
          <p:cNvPicPr preferRelativeResize="0"/>
          <p:nvPr/>
        </p:nvPicPr>
        <p:blipFill>
          <a:blip r:embed="rId4">
            <a:alphaModFix/>
          </a:blip>
          <a:stretch>
            <a:fillRect/>
          </a:stretch>
        </p:blipFill>
        <p:spPr>
          <a:xfrm>
            <a:off x="7053063" y="2685191"/>
            <a:ext cx="589475" cy="551868"/>
          </a:xfrm>
          <a:prstGeom prst="rect">
            <a:avLst/>
          </a:prstGeom>
          <a:noFill/>
          <a:ln>
            <a:noFill/>
          </a:ln>
        </p:spPr>
      </p:pic>
      <p:pic>
        <p:nvPicPr>
          <p:cNvPr id="1608" name="Google Shape;1608;p227"/>
          <p:cNvPicPr preferRelativeResize="0"/>
          <p:nvPr/>
        </p:nvPicPr>
        <p:blipFill>
          <a:blip r:embed="rId4">
            <a:alphaModFix/>
          </a:blip>
          <a:stretch>
            <a:fillRect/>
          </a:stretch>
        </p:blipFill>
        <p:spPr>
          <a:xfrm>
            <a:off x="7722388" y="2685191"/>
            <a:ext cx="589475" cy="551868"/>
          </a:xfrm>
          <a:prstGeom prst="rect">
            <a:avLst/>
          </a:prstGeom>
          <a:noFill/>
          <a:ln>
            <a:noFill/>
          </a:ln>
        </p:spPr>
      </p:pic>
      <p:pic>
        <p:nvPicPr>
          <p:cNvPr id="1609" name="Google Shape;1609;p227"/>
          <p:cNvPicPr preferRelativeResize="0"/>
          <p:nvPr/>
        </p:nvPicPr>
        <p:blipFill>
          <a:blip r:embed="rId4">
            <a:alphaModFix/>
          </a:blip>
          <a:stretch>
            <a:fillRect/>
          </a:stretch>
        </p:blipFill>
        <p:spPr>
          <a:xfrm>
            <a:off x="7053063" y="3363091"/>
            <a:ext cx="589475" cy="551868"/>
          </a:xfrm>
          <a:prstGeom prst="rect">
            <a:avLst/>
          </a:prstGeom>
          <a:noFill/>
          <a:ln>
            <a:noFill/>
          </a:ln>
        </p:spPr>
      </p:pic>
      <p:pic>
        <p:nvPicPr>
          <p:cNvPr id="1610" name="Google Shape;1610;p227"/>
          <p:cNvPicPr preferRelativeResize="0"/>
          <p:nvPr/>
        </p:nvPicPr>
        <p:blipFill>
          <a:blip r:embed="rId4">
            <a:alphaModFix/>
          </a:blip>
          <a:stretch>
            <a:fillRect/>
          </a:stretch>
        </p:blipFill>
        <p:spPr>
          <a:xfrm>
            <a:off x="7722388" y="3363091"/>
            <a:ext cx="589475" cy="55186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4" name="Shape 1614"/>
        <p:cNvGrpSpPr/>
        <p:nvPr/>
      </p:nvGrpSpPr>
      <p:grpSpPr>
        <a:xfrm>
          <a:off x="0" y="0"/>
          <a:ext cx="0" cy="0"/>
          <a:chOff x="0" y="0"/>
          <a:chExt cx="0" cy="0"/>
        </a:xfrm>
      </p:grpSpPr>
      <p:sp>
        <p:nvSpPr>
          <p:cNvPr id="1615" name="Google Shape;1615;p228"/>
          <p:cNvSpPr/>
          <p:nvPr/>
        </p:nvSpPr>
        <p:spPr>
          <a:xfrm>
            <a:off x="2362200" y="3267450"/>
            <a:ext cx="4457700" cy="5670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16" name="Google Shape;1616;p228"/>
          <p:cNvSpPr txBox="1"/>
          <p:nvPr>
            <p:ph type="title"/>
          </p:nvPr>
        </p:nvSpPr>
        <p:spPr>
          <a:xfrm>
            <a:off x="76200" y="128016"/>
            <a:ext cx="5177100" cy="5331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Today’s Lesson</a:t>
            </a:r>
            <a:endParaRPr/>
          </a:p>
        </p:txBody>
      </p:sp>
      <p:sp>
        <p:nvSpPr>
          <p:cNvPr id="1617" name="Google Shape;1617;p228"/>
          <p:cNvSpPr txBox="1"/>
          <p:nvPr>
            <p:ph idx="4294967295" type="subTitle"/>
          </p:nvPr>
        </p:nvSpPr>
        <p:spPr>
          <a:xfrm>
            <a:off x="246600" y="4629675"/>
            <a:ext cx="2162400" cy="373500"/>
          </a:xfrm>
          <a:prstGeom prst="rect">
            <a:avLst/>
          </a:prstGeom>
          <a:noFill/>
          <a:ln>
            <a:noFill/>
          </a:ln>
        </p:spPr>
        <p:txBody>
          <a:bodyPr anchorCtr="0" anchor="t" bIns="0" lIns="274300" spcFirstLastPara="1" rIns="0" wrap="square" tIns="45700">
            <a:noAutofit/>
          </a:bodyPr>
          <a:lstStyle/>
          <a:p>
            <a:pPr indent="0" lvl="0" marL="0" marR="0" rtl="0" algn="l">
              <a:lnSpc>
                <a:spcPct val="100000"/>
              </a:lnSpc>
              <a:spcBef>
                <a:spcPts val="0"/>
              </a:spcBef>
              <a:spcAft>
                <a:spcPts val="0"/>
              </a:spcAft>
              <a:buClr>
                <a:srgbClr val="2E5E73"/>
              </a:buClr>
              <a:buSzPts val="700"/>
              <a:buFont typeface="Roboto Light"/>
              <a:buNone/>
            </a:pPr>
            <a:r>
              <a:rPr lang="en" sz="1300">
                <a:solidFill>
                  <a:schemeClr val="dk1"/>
                </a:solidFill>
                <a:latin typeface="Roboto Light"/>
                <a:ea typeface="Roboto Light"/>
                <a:cs typeface="Roboto Light"/>
                <a:sym typeface="Roboto Light"/>
              </a:rPr>
              <a:t>Source: </a:t>
            </a:r>
            <a:r>
              <a:rPr b="0" i="0" lang="en" sz="1300" u="sng" cap="none" strike="noStrike">
                <a:solidFill>
                  <a:schemeClr val="dk1"/>
                </a:solidFill>
                <a:latin typeface="Roboto Light"/>
                <a:ea typeface="Roboto Light"/>
                <a:cs typeface="Roboto Light"/>
                <a:sym typeface="Roboto Light"/>
                <a:hlinkClick r:id="rId3">
                  <a:extLst>
                    <a:ext uri="{A12FA001-AC4F-418D-AE19-62706E023703}">
                      <ahyp:hlinkClr val="tx"/>
                    </a:ext>
                  </a:extLst>
                </a:hlinkClick>
              </a:rPr>
              <a:t>portswigger.net</a:t>
            </a:r>
            <a:endParaRPr b="0" i="0" sz="1300" u="none" cap="none" strike="noStrike">
              <a:solidFill>
                <a:schemeClr val="dk1"/>
              </a:solidFill>
              <a:latin typeface="Roboto Light"/>
              <a:ea typeface="Roboto Light"/>
              <a:cs typeface="Roboto Light"/>
              <a:sym typeface="Roboto Light"/>
            </a:endParaRPr>
          </a:p>
        </p:txBody>
      </p:sp>
      <p:sp>
        <p:nvSpPr>
          <p:cNvPr id="1618" name="Google Shape;1618;p228"/>
          <p:cNvSpPr txBox="1"/>
          <p:nvPr>
            <p:ph idx="1" type="body"/>
          </p:nvPr>
        </p:nvSpPr>
        <p:spPr>
          <a:xfrm>
            <a:off x="3345338" y="4256175"/>
            <a:ext cx="2273400" cy="373500"/>
          </a:xfrm>
          <a:prstGeom prst="rect">
            <a:avLst/>
          </a:prstGeom>
          <a:noFill/>
          <a:ln>
            <a:noFill/>
          </a:ln>
        </p:spPr>
        <p:txBody>
          <a:bodyPr anchorCtr="0" anchor="t" bIns="91425" lIns="457200" spcFirstLastPara="1" rIns="274300" wrap="square" tIns="91425">
            <a:noAutofit/>
          </a:bodyPr>
          <a:lstStyle/>
          <a:p>
            <a:pPr indent="0" lvl="0" marL="0" rtl="0" algn="l">
              <a:lnSpc>
                <a:spcPct val="100000"/>
              </a:lnSpc>
              <a:spcBef>
                <a:spcPts val="0"/>
              </a:spcBef>
              <a:spcAft>
                <a:spcPts val="0"/>
              </a:spcAft>
              <a:buSzPts val="1800"/>
              <a:buNone/>
            </a:pPr>
            <a:r>
              <a:rPr lang="en" sz="1800">
                <a:latin typeface="Roboto Black"/>
                <a:ea typeface="Roboto Black"/>
                <a:cs typeface="Roboto Black"/>
                <a:sym typeface="Roboto Black"/>
              </a:rPr>
              <a:t>Burp Suite</a:t>
            </a:r>
            <a:endParaRPr sz="1800">
              <a:latin typeface="Roboto Black"/>
              <a:ea typeface="Roboto Black"/>
              <a:cs typeface="Roboto Black"/>
              <a:sym typeface="Roboto Black"/>
            </a:endParaRPr>
          </a:p>
        </p:txBody>
      </p:sp>
      <p:sp>
        <p:nvSpPr>
          <p:cNvPr id="1619" name="Google Shape;1619;p228"/>
          <p:cNvSpPr/>
          <p:nvPr/>
        </p:nvSpPr>
        <p:spPr>
          <a:xfrm>
            <a:off x="6607825" y="4072695"/>
            <a:ext cx="907800" cy="53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228"/>
          <p:cNvSpPr/>
          <p:nvPr/>
        </p:nvSpPr>
        <p:spPr>
          <a:xfrm>
            <a:off x="1288450" y="4172775"/>
            <a:ext cx="907800" cy="53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228"/>
          <p:cNvSpPr txBox="1"/>
          <p:nvPr>
            <p:ph idx="1" type="body"/>
          </p:nvPr>
        </p:nvSpPr>
        <p:spPr>
          <a:xfrm>
            <a:off x="981338" y="4252575"/>
            <a:ext cx="1515600" cy="373500"/>
          </a:xfrm>
          <a:prstGeom prst="rect">
            <a:avLst/>
          </a:prstGeom>
          <a:noFill/>
          <a:ln>
            <a:noFill/>
          </a:ln>
        </p:spPr>
        <p:txBody>
          <a:bodyPr anchorCtr="0" anchor="t" bIns="91425" lIns="457200" spcFirstLastPara="1" rIns="274300" wrap="square" tIns="91425">
            <a:noAutofit/>
          </a:bodyPr>
          <a:lstStyle/>
          <a:p>
            <a:pPr indent="0" lvl="0" marL="0" rtl="0" algn="l">
              <a:lnSpc>
                <a:spcPct val="100000"/>
              </a:lnSpc>
              <a:spcBef>
                <a:spcPts val="0"/>
              </a:spcBef>
              <a:spcAft>
                <a:spcPts val="0"/>
              </a:spcAft>
              <a:buSzPts val="1800"/>
              <a:buNone/>
            </a:pPr>
            <a:r>
              <a:rPr b="1" lang="en">
                <a:latin typeface="Roboto"/>
                <a:ea typeface="Roboto"/>
                <a:cs typeface="Roboto"/>
                <a:sym typeface="Roboto"/>
              </a:rPr>
              <a:t>Browser</a:t>
            </a:r>
            <a:endParaRPr b="1">
              <a:latin typeface="Roboto"/>
              <a:ea typeface="Roboto"/>
              <a:cs typeface="Roboto"/>
              <a:sym typeface="Roboto"/>
            </a:endParaRPr>
          </a:p>
        </p:txBody>
      </p:sp>
      <p:sp>
        <p:nvSpPr>
          <p:cNvPr id="1622" name="Google Shape;1622;p228"/>
          <p:cNvSpPr txBox="1"/>
          <p:nvPr/>
        </p:nvSpPr>
        <p:spPr>
          <a:xfrm>
            <a:off x="76200" y="512064"/>
            <a:ext cx="8400000" cy="6648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i="0" lang="en" sz="1800" u="none" cap="none" strike="noStrike">
                <a:solidFill>
                  <a:schemeClr val="dk2"/>
                </a:solidFill>
                <a:latin typeface="Roboto"/>
                <a:ea typeface="Roboto"/>
                <a:cs typeface="Roboto"/>
                <a:sym typeface="Roboto"/>
              </a:rPr>
              <a:t>We will use Burp Suite, a popular web application security tool, to automate processes</a:t>
            </a:r>
            <a:r>
              <a:rPr lang="en" sz="1800">
                <a:solidFill>
                  <a:schemeClr val="dk2"/>
                </a:solidFill>
                <a:latin typeface="Roboto"/>
                <a:ea typeface="Roboto"/>
                <a:cs typeface="Roboto"/>
                <a:sym typeface="Roboto"/>
              </a:rPr>
              <a:t> as well as </a:t>
            </a:r>
            <a:r>
              <a:rPr i="0" lang="en" sz="1800" u="none" cap="none" strike="noStrike">
                <a:solidFill>
                  <a:schemeClr val="dk2"/>
                </a:solidFill>
                <a:latin typeface="Roboto"/>
                <a:ea typeface="Roboto"/>
                <a:cs typeface="Roboto"/>
                <a:sym typeface="Roboto"/>
              </a:rPr>
              <a:t>capture, display, and modify web app requests and responses, and use other built-in features to test for vulnerabilities.</a:t>
            </a:r>
            <a:endParaRPr i="0" sz="1800" u="none" cap="none" strike="noStrike">
              <a:solidFill>
                <a:schemeClr val="dk2"/>
              </a:solidFill>
              <a:latin typeface="Roboto"/>
              <a:ea typeface="Roboto"/>
              <a:cs typeface="Roboto"/>
              <a:sym typeface="Roboto"/>
            </a:endParaRPr>
          </a:p>
        </p:txBody>
      </p:sp>
      <p:pic>
        <p:nvPicPr>
          <p:cNvPr id="1623" name="Google Shape;1623;p228"/>
          <p:cNvPicPr preferRelativeResize="0"/>
          <p:nvPr/>
        </p:nvPicPr>
        <p:blipFill>
          <a:blip r:embed="rId4">
            <a:alphaModFix/>
          </a:blip>
          <a:stretch>
            <a:fillRect/>
          </a:stretch>
        </p:blipFill>
        <p:spPr>
          <a:xfrm>
            <a:off x="6467150" y="2766425"/>
            <a:ext cx="1501713" cy="1501686"/>
          </a:xfrm>
          <a:prstGeom prst="rect">
            <a:avLst/>
          </a:prstGeom>
          <a:noFill/>
          <a:ln>
            <a:noFill/>
          </a:ln>
        </p:spPr>
      </p:pic>
      <p:pic>
        <p:nvPicPr>
          <p:cNvPr id="1624" name="Google Shape;1624;p228"/>
          <p:cNvPicPr preferRelativeResize="0"/>
          <p:nvPr/>
        </p:nvPicPr>
        <p:blipFill>
          <a:blip r:embed="rId5">
            <a:alphaModFix/>
          </a:blip>
          <a:stretch>
            <a:fillRect/>
          </a:stretch>
        </p:blipFill>
        <p:spPr>
          <a:xfrm>
            <a:off x="1031937" y="2766427"/>
            <a:ext cx="1501713" cy="1501686"/>
          </a:xfrm>
          <a:prstGeom prst="rect">
            <a:avLst/>
          </a:prstGeom>
          <a:noFill/>
          <a:ln>
            <a:noFill/>
          </a:ln>
        </p:spPr>
      </p:pic>
      <p:sp>
        <p:nvSpPr>
          <p:cNvPr id="1625" name="Google Shape;1625;p228"/>
          <p:cNvSpPr/>
          <p:nvPr/>
        </p:nvSpPr>
        <p:spPr>
          <a:xfrm>
            <a:off x="3376275" y="1681325"/>
            <a:ext cx="2146200" cy="1258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6" name="Google Shape;1626;p228"/>
          <p:cNvSpPr txBox="1"/>
          <p:nvPr/>
        </p:nvSpPr>
        <p:spPr>
          <a:xfrm>
            <a:off x="3470700" y="1766400"/>
            <a:ext cx="2202600" cy="94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Inconsolata Medium"/>
                <a:ea typeface="Inconsolata Medium"/>
                <a:cs typeface="Inconsolata Medium"/>
                <a:sym typeface="Inconsolata Medium"/>
              </a:rPr>
              <a:t>https://...</a:t>
            </a:r>
            <a:endParaRPr sz="1300">
              <a:solidFill>
                <a:schemeClr val="dk2"/>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300">
                <a:solidFill>
                  <a:schemeClr val="dk2"/>
                </a:solidFill>
                <a:latin typeface="Inconsolata Medium"/>
                <a:ea typeface="Inconsolata Medium"/>
                <a:cs typeface="Inconsolata Medium"/>
                <a:sym typeface="Inconsolata Medium"/>
              </a:rPr>
              <a:t>GET/my account Host:... </a:t>
            </a:r>
            <a:endParaRPr sz="1300">
              <a:solidFill>
                <a:schemeClr val="dk2"/>
              </a:solidFill>
              <a:latin typeface="Inconsolata Medium"/>
              <a:ea typeface="Inconsolata Medium"/>
              <a:cs typeface="Inconsolata Medium"/>
              <a:sym typeface="Inconsolata Medium"/>
            </a:endParaRPr>
          </a:p>
        </p:txBody>
      </p:sp>
      <p:pic>
        <p:nvPicPr>
          <p:cNvPr id="1627" name="Google Shape;1627;p228"/>
          <p:cNvPicPr preferRelativeResize="0"/>
          <p:nvPr/>
        </p:nvPicPr>
        <p:blipFill>
          <a:blip r:embed="rId6">
            <a:alphaModFix/>
          </a:blip>
          <a:stretch>
            <a:fillRect/>
          </a:stretch>
        </p:blipFill>
        <p:spPr>
          <a:xfrm>
            <a:off x="2924590" y="3783813"/>
            <a:ext cx="566875" cy="566875"/>
          </a:xfrm>
          <a:prstGeom prst="rect">
            <a:avLst/>
          </a:prstGeom>
          <a:noFill/>
          <a:ln>
            <a:noFill/>
          </a:ln>
        </p:spPr>
      </p:pic>
      <p:pic>
        <p:nvPicPr>
          <p:cNvPr id="1628" name="Google Shape;1628;p228"/>
          <p:cNvPicPr preferRelativeResize="0"/>
          <p:nvPr/>
        </p:nvPicPr>
        <p:blipFill>
          <a:blip r:embed="rId6">
            <a:alphaModFix/>
          </a:blip>
          <a:stretch>
            <a:fillRect/>
          </a:stretch>
        </p:blipFill>
        <p:spPr>
          <a:xfrm>
            <a:off x="5384003" y="3783813"/>
            <a:ext cx="566875" cy="566875"/>
          </a:xfrm>
          <a:prstGeom prst="rect">
            <a:avLst/>
          </a:prstGeom>
          <a:noFill/>
          <a:ln>
            <a:noFill/>
          </a:ln>
        </p:spPr>
      </p:pic>
      <p:pic>
        <p:nvPicPr>
          <p:cNvPr id="1629" name="Google Shape;1629;p228"/>
          <p:cNvPicPr preferRelativeResize="0"/>
          <p:nvPr/>
        </p:nvPicPr>
        <p:blipFill>
          <a:blip r:embed="rId7">
            <a:alphaModFix/>
          </a:blip>
          <a:stretch>
            <a:fillRect/>
          </a:stretch>
        </p:blipFill>
        <p:spPr>
          <a:xfrm>
            <a:off x="3075198" y="2266610"/>
            <a:ext cx="566928" cy="566928"/>
          </a:xfrm>
          <a:prstGeom prst="rect">
            <a:avLst/>
          </a:prstGeom>
          <a:noFill/>
          <a:ln>
            <a:noFill/>
          </a:ln>
        </p:spPr>
      </p:pic>
      <p:sp>
        <p:nvSpPr>
          <p:cNvPr id="1630" name="Google Shape;1630;p228"/>
          <p:cNvSpPr/>
          <p:nvPr/>
        </p:nvSpPr>
        <p:spPr>
          <a:xfrm>
            <a:off x="4125875" y="2361375"/>
            <a:ext cx="629400" cy="1315200"/>
          </a:xfrm>
          <a:prstGeom prst="upArrow">
            <a:avLst>
              <a:gd fmla="val 5000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31" name="Google Shape;1631;p228"/>
          <p:cNvSpPr/>
          <p:nvPr/>
        </p:nvSpPr>
        <p:spPr>
          <a:xfrm>
            <a:off x="4262450" y="3133900"/>
            <a:ext cx="252400" cy="766775"/>
          </a:xfrm>
          <a:custGeom>
            <a:rect b="b" l="l" r="r" t="t"/>
            <a:pathLst>
              <a:path extrusionOk="0" h="30671" w="10096">
                <a:moveTo>
                  <a:pt x="6667" y="0"/>
                </a:moveTo>
                <a:lnTo>
                  <a:pt x="9715" y="0"/>
                </a:lnTo>
                <a:lnTo>
                  <a:pt x="10096" y="30671"/>
                </a:lnTo>
                <a:lnTo>
                  <a:pt x="0" y="25527"/>
                </a:lnTo>
                <a:lnTo>
                  <a:pt x="4191" y="572"/>
                </a:lnTo>
                <a:close/>
              </a:path>
            </a:pathLst>
          </a:custGeom>
          <a:solidFill>
            <a:schemeClr val="lt1"/>
          </a:solidFill>
          <a:ln>
            <a:noFill/>
          </a:ln>
        </p:spPr>
      </p:sp>
      <p:pic>
        <p:nvPicPr>
          <p:cNvPr id="1632" name="Google Shape;1632;p228"/>
          <p:cNvPicPr preferRelativeResize="0"/>
          <p:nvPr/>
        </p:nvPicPr>
        <p:blipFill>
          <a:blip r:embed="rId8">
            <a:alphaModFix/>
          </a:blip>
          <a:stretch>
            <a:fillRect/>
          </a:stretch>
        </p:blipFill>
        <p:spPr>
          <a:xfrm>
            <a:off x="3873306" y="3130250"/>
            <a:ext cx="1134538" cy="947450"/>
          </a:xfrm>
          <a:prstGeom prst="rect">
            <a:avLst/>
          </a:prstGeom>
          <a:noFill/>
          <a:ln>
            <a:noFill/>
          </a:ln>
        </p:spPr>
      </p:pic>
      <p:sp>
        <p:nvSpPr>
          <p:cNvPr id="1633" name="Google Shape;1633;p228"/>
          <p:cNvSpPr txBox="1"/>
          <p:nvPr/>
        </p:nvSpPr>
        <p:spPr>
          <a:xfrm>
            <a:off x="2533638" y="3250725"/>
            <a:ext cx="1348800" cy="5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Inconsolata Medium"/>
                <a:ea typeface="Inconsolata Medium"/>
                <a:cs typeface="Inconsolata Medium"/>
                <a:sym typeface="Inconsolata Medium"/>
              </a:rPr>
              <a:t>00110001110001</a:t>
            </a:r>
            <a:endParaRPr sz="1300">
              <a:solidFill>
                <a:schemeClr val="dk2"/>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300">
                <a:solidFill>
                  <a:schemeClr val="dk2"/>
                </a:solidFill>
                <a:latin typeface="Inconsolata Medium"/>
                <a:ea typeface="Inconsolata Medium"/>
                <a:cs typeface="Inconsolata Medium"/>
                <a:sym typeface="Inconsolata Medium"/>
              </a:rPr>
              <a:t>11001000111001</a:t>
            </a:r>
            <a:endParaRPr sz="1300">
              <a:solidFill>
                <a:schemeClr val="dk2"/>
              </a:solidFill>
              <a:latin typeface="Inconsolata Medium"/>
              <a:ea typeface="Inconsolata Medium"/>
              <a:cs typeface="Inconsolata Medium"/>
              <a:sym typeface="Inconsolata Medium"/>
            </a:endParaRPr>
          </a:p>
        </p:txBody>
      </p:sp>
      <p:sp>
        <p:nvSpPr>
          <p:cNvPr id="1634" name="Google Shape;1634;p228"/>
          <p:cNvSpPr txBox="1"/>
          <p:nvPr/>
        </p:nvSpPr>
        <p:spPr>
          <a:xfrm>
            <a:off x="5067950" y="3250725"/>
            <a:ext cx="1348800" cy="53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Inconsolata Medium"/>
                <a:ea typeface="Inconsolata Medium"/>
                <a:cs typeface="Inconsolata Medium"/>
                <a:sym typeface="Inconsolata Medium"/>
              </a:rPr>
              <a:t>00110001110001</a:t>
            </a:r>
            <a:endParaRPr sz="1300">
              <a:solidFill>
                <a:schemeClr val="dk2"/>
              </a:solidFill>
              <a:latin typeface="Inconsolata Medium"/>
              <a:ea typeface="Inconsolata Medium"/>
              <a:cs typeface="Inconsolata Medium"/>
              <a:sym typeface="Inconsolata Medium"/>
            </a:endParaRPr>
          </a:p>
          <a:p>
            <a:pPr indent="0" lvl="0" marL="0" rtl="0" algn="l">
              <a:spcBef>
                <a:spcPts val="0"/>
              </a:spcBef>
              <a:spcAft>
                <a:spcPts val="0"/>
              </a:spcAft>
              <a:buNone/>
            </a:pPr>
            <a:r>
              <a:rPr lang="en" sz="1300">
                <a:solidFill>
                  <a:schemeClr val="dk2"/>
                </a:solidFill>
                <a:latin typeface="Inconsolata Medium"/>
                <a:ea typeface="Inconsolata Medium"/>
                <a:cs typeface="Inconsolata Medium"/>
                <a:sym typeface="Inconsolata Medium"/>
              </a:rPr>
              <a:t>11001000111001</a:t>
            </a:r>
            <a:endParaRPr sz="1300">
              <a:solidFill>
                <a:schemeClr val="dk2"/>
              </a:solidFill>
              <a:latin typeface="Inconsolata Medium"/>
              <a:ea typeface="Inconsolata Medium"/>
              <a:cs typeface="Inconsolata Medium"/>
              <a:sym typeface="Inconsolata Medium"/>
            </a:endParaRPr>
          </a:p>
        </p:txBody>
      </p:sp>
      <p:sp>
        <p:nvSpPr>
          <p:cNvPr id="1635" name="Google Shape;1635;p228"/>
          <p:cNvSpPr txBox="1"/>
          <p:nvPr>
            <p:ph idx="1" type="body"/>
          </p:nvPr>
        </p:nvSpPr>
        <p:spPr>
          <a:xfrm>
            <a:off x="6467138" y="4252575"/>
            <a:ext cx="1515600" cy="373500"/>
          </a:xfrm>
          <a:prstGeom prst="rect">
            <a:avLst/>
          </a:prstGeom>
          <a:noFill/>
          <a:ln>
            <a:noFill/>
          </a:ln>
        </p:spPr>
        <p:txBody>
          <a:bodyPr anchorCtr="0" anchor="t" bIns="91425" lIns="457200" spcFirstLastPara="1" rIns="274300" wrap="square" tIns="91425">
            <a:noAutofit/>
          </a:bodyPr>
          <a:lstStyle/>
          <a:p>
            <a:pPr indent="0" lvl="0" marL="0" rtl="0" algn="l">
              <a:lnSpc>
                <a:spcPct val="100000"/>
              </a:lnSpc>
              <a:spcBef>
                <a:spcPts val="0"/>
              </a:spcBef>
              <a:spcAft>
                <a:spcPts val="0"/>
              </a:spcAft>
              <a:buSzPts val="1800"/>
              <a:buNone/>
            </a:pPr>
            <a:r>
              <a:rPr b="1" lang="en"/>
              <a:t>Website</a:t>
            </a:r>
            <a:endParaRPr b="1">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229"/>
          <p:cNvSpPr txBox="1"/>
          <p:nvPr>
            <p:ph idx="4294967295" type="title"/>
          </p:nvPr>
        </p:nvSpPr>
        <p:spPr>
          <a:xfrm>
            <a:off x="87425" y="128016"/>
            <a:ext cx="9168600" cy="9108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SzPts val="2400"/>
              <a:buNone/>
            </a:pPr>
            <a:r>
              <a:rPr b="0" lang="en" sz="1800"/>
              <a:t>While demonstrating Burp Suite, we will explore vulnerabilities that fall under </a:t>
            </a:r>
            <a:br>
              <a:rPr b="0" lang="en" sz="1800"/>
            </a:br>
            <a:r>
              <a:rPr b="0" lang="en" sz="1800"/>
              <a:t>the </a:t>
            </a:r>
            <a:r>
              <a:rPr lang="en" sz="1800"/>
              <a:t>OWASP Top 10 </a:t>
            </a:r>
            <a:r>
              <a:rPr b="0" lang="en" sz="1800"/>
              <a:t>risk of identification and authentication failures.</a:t>
            </a:r>
            <a:endParaRPr b="0" sz="1800"/>
          </a:p>
          <a:p>
            <a:pPr indent="0" lvl="0" marL="0" rtl="0" algn="l">
              <a:lnSpc>
                <a:spcPct val="100000"/>
              </a:lnSpc>
              <a:spcBef>
                <a:spcPts val="0"/>
              </a:spcBef>
              <a:spcAft>
                <a:spcPts val="0"/>
              </a:spcAft>
              <a:buSzPts val="2400"/>
              <a:buNone/>
            </a:pPr>
            <a:r>
              <a:t/>
            </a:r>
            <a:endParaRPr sz="2000">
              <a:solidFill>
                <a:schemeClr val="lt1"/>
              </a:solidFill>
            </a:endParaRPr>
          </a:p>
        </p:txBody>
      </p:sp>
      <p:grpSp>
        <p:nvGrpSpPr>
          <p:cNvPr id="1641" name="Google Shape;1641;p229"/>
          <p:cNvGrpSpPr/>
          <p:nvPr/>
        </p:nvGrpSpPr>
        <p:grpSpPr>
          <a:xfrm>
            <a:off x="457200" y="1097350"/>
            <a:ext cx="776889" cy="621300"/>
            <a:chOff x="457200" y="1378813"/>
            <a:chExt cx="776889" cy="621300"/>
          </a:xfrm>
        </p:grpSpPr>
        <p:sp>
          <p:nvSpPr>
            <p:cNvPr id="1642" name="Google Shape;1642;p229"/>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01</a:t>
              </a:r>
              <a:endParaRPr i="0" sz="2000" u="none" cap="none" strike="noStrike">
                <a:solidFill>
                  <a:srgbClr val="FFFFFF"/>
                </a:solidFill>
                <a:latin typeface="Roboto"/>
                <a:ea typeface="Roboto"/>
                <a:cs typeface="Roboto"/>
                <a:sym typeface="Roboto"/>
              </a:endParaRPr>
            </a:p>
          </p:txBody>
        </p:sp>
        <p:sp>
          <p:nvSpPr>
            <p:cNvPr id="1643" name="Google Shape;1643;p229"/>
            <p:cNvSpPr/>
            <p:nvPr/>
          </p:nvSpPr>
          <p:spPr>
            <a:xfrm rot="5400000">
              <a:off x="969614" y="1607625"/>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1644" name="Google Shape;1644;p229"/>
          <p:cNvGrpSpPr/>
          <p:nvPr/>
        </p:nvGrpSpPr>
        <p:grpSpPr>
          <a:xfrm>
            <a:off x="457200" y="1850213"/>
            <a:ext cx="776889" cy="621300"/>
            <a:chOff x="457200" y="1378813"/>
            <a:chExt cx="776889" cy="621300"/>
          </a:xfrm>
        </p:grpSpPr>
        <p:sp>
          <p:nvSpPr>
            <p:cNvPr id="1645" name="Google Shape;1645;p229"/>
            <p:cNvSpPr/>
            <p:nvPr/>
          </p:nvSpPr>
          <p:spPr>
            <a:xfrm>
              <a:off x="457200" y="1378813"/>
              <a:ext cx="695400" cy="621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02</a:t>
              </a:r>
              <a:endParaRPr i="0" sz="2000" u="none" cap="none" strike="noStrike">
                <a:solidFill>
                  <a:srgbClr val="FFFFFF"/>
                </a:solidFill>
                <a:latin typeface="Roboto"/>
                <a:ea typeface="Roboto"/>
                <a:cs typeface="Roboto"/>
                <a:sym typeface="Roboto"/>
              </a:endParaRPr>
            </a:p>
          </p:txBody>
        </p:sp>
        <p:sp>
          <p:nvSpPr>
            <p:cNvPr id="1646" name="Google Shape;1646;p229"/>
            <p:cNvSpPr/>
            <p:nvPr/>
          </p:nvSpPr>
          <p:spPr>
            <a:xfrm rot="5400000">
              <a:off x="969614" y="1607625"/>
              <a:ext cx="34032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647" name="Google Shape;1647;p229"/>
          <p:cNvGrpSpPr/>
          <p:nvPr/>
        </p:nvGrpSpPr>
        <p:grpSpPr>
          <a:xfrm>
            <a:off x="457200" y="2603075"/>
            <a:ext cx="776889" cy="621300"/>
            <a:chOff x="457200" y="1378813"/>
            <a:chExt cx="776889" cy="621300"/>
          </a:xfrm>
        </p:grpSpPr>
        <p:sp>
          <p:nvSpPr>
            <p:cNvPr id="1648" name="Google Shape;1648;p229"/>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03</a:t>
              </a:r>
              <a:endParaRPr i="0" sz="2000" u="none" cap="none" strike="noStrike">
                <a:solidFill>
                  <a:srgbClr val="FFFFFF"/>
                </a:solidFill>
                <a:latin typeface="Roboto"/>
                <a:ea typeface="Roboto"/>
                <a:cs typeface="Roboto"/>
                <a:sym typeface="Roboto"/>
              </a:endParaRPr>
            </a:p>
          </p:txBody>
        </p:sp>
        <p:sp>
          <p:nvSpPr>
            <p:cNvPr id="1649" name="Google Shape;1649;p229"/>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650" name="Google Shape;1650;p229"/>
          <p:cNvGrpSpPr/>
          <p:nvPr/>
        </p:nvGrpSpPr>
        <p:grpSpPr>
          <a:xfrm>
            <a:off x="457200" y="3355938"/>
            <a:ext cx="776889" cy="621300"/>
            <a:chOff x="457200" y="1378813"/>
            <a:chExt cx="776889" cy="621300"/>
          </a:xfrm>
        </p:grpSpPr>
        <p:sp>
          <p:nvSpPr>
            <p:cNvPr id="1651" name="Google Shape;1651;p229"/>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04</a:t>
              </a:r>
              <a:endParaRPr i="0" sz="2000" u="none" cap="none" strike="noStrike">
                <a:solidFill>
                  <a:srgbClr val="FFFFFF"/>
                </a:solidFill>
                <a:latin typeface="Roboto"/>
                <a:ea typeface="Roboto"/>
                <a:cs typeface="Roboto"/>
                <a:sym typeface="Roboto"/>
              </a:endParaRPr>
            </a:p>
          </p:txBody>
        </p:sp>
        <p:sp>
          <p:nvSpPr>
            <p:cNvPr id="1652" name="Google Shape;1652;p229"/>
            <p:cNvSpPr/>
            <p:nvPr/>
          </p:nvSpPr>
          <p:spPr>
            <a:xfrm rot="5400000">
              <a:off x="969614" y="1607625"/>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653" name="Google Shape;1653;p229"/>
          <p:cNvGrpSpPr/>
          <p:nvPr/>
        </p:nvGrpSpPr>
        <p:grpSpPr>
          <a:xfrm>
            <a:off x="469500" y="4108800"/>
            <a:ext cx="776889" cy="621300"/>
            <a:chOff x="457200" y="1378813"/>
            <a:chExt cx="776889" cy="621300"/>
          </a:xfrm>
        </p:grpSpPr>
        <p:sp>
          <p:nvSpPr>
            <p:cNvPr id="1654" name="Google Shape;1654;p229"/>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05</a:t>
              </a:r>
              <a:endParaRPr i="0" sz="2000" u="none" cap="none" strike="noStrike">
                <a:solidFill>
                  <a:srgbClr val="FFFFFF"/>
                </a:solidFill>
                <a:latin typeface="Roboto"/>
                <a:ea typeface="Roboto"/>
                <a:cs typeface="Roboto"/>
                <a:sym typeface="Roboto"/>
              </a:endParaRPr>
            </a:p>
          </p:txBody>
        </p:sp>
        <p:sp>
          <p:nvSpPr>
            <p:cNvPr id="1655" name="Google Shape;1655;p229"/>
            <p:cNvSpPr/>
            <p:nvPr/>
          </p:nvSpPr>
          <p:spPr>
            <a:xfrm rot="5400000">
              <a:off x="969614" y="1607625"/>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sp>
        <p:nvSpPr>
          <p:cNvPr id="1656" name="Google Shape;1656;p229"/>
          <p:cNvSpPr/>
          <p:nvPr/>
        </p:nvSpPr>
        <p:spPr>
          <a:xfrm>
            <a:off x="1356736" y="109737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Broken Access Control</a:t>
            </a:r>
            <a:endParaRPr i="0" sz="1600" u="none" cap="none" strike="noStrike">
              <a:solidFill>
                <a:schemeClr val="dk1"/>
              </a:solidFill>
              <a:latin typeface="Roboto"/>
              <a:ea typeface="Roboto"/>
              <a:cs typeface="Roboto"/>
              <a:sym typeface="Roboto"/>
            </a:endParaRPr>
          </a:p>
        </p:txBody>
      </p:sp>
      <p:sp>
        <p:nvSpPr>
          <p:cNvPr id="1657" name="Google Shape;1657;p229"/>
          <p:cNvSpPr/>
          <p:nvPr/>
        </p:nvSpPr>
        <p:spPr>
          <a:xfrm>
            <a:off x="1352550" y="1849038"/>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Cryptographic Failures</a:t>
            </a:r>
            <a:endParaRPr i="0" sz="1600" u="none" cap="none" strike="noStrike">
              <a:solidFill>
                <a:schemeClr val="dk1"/>
              </a:solidFill>
              <a:latin typeface="Roboto"/>
              <a:ea typeface="Roboto"/>
              <a:cs typeface="Roboto"/>
              <a:sym typeface="Roboto"/>
            </a:endParaRPr>
          </a:p>
        </p:txBody>
      </p:sp>
      <p:sp>
        <p:nvSpPr>
          <p:cNvPr id="1658" name="Google Shape;1658;p229"/>
          <p:cNvSpPr/>
          <p:nvPr/>
        </p:nvSpPr>
        <p:spPr>
          <a:xfrm>
            <a:off x="1352550" y="2600700"/>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Injection</a:t>
            </a:r>
            <a:endParaRPr i="0" sz="1600" u="none" cap="none" strike="noStrike">
              <a:solidFill>
                <a:schemeClr val="dk1"/>
              </a:solidFill>
              <a:latin typeface="Roboto"/>
              <a:ea typeface="Roboto"/>
              <a:cs typeface="Roboto"/>
              <a:sym typeface="Roboto"/>
            </a:endParaRPr>
          </a:p>
        </p:txBody>
      </p:sp>
      <p:sp>
        <p:nvSpPr>
          <p:cNvPr id="1659" name="Google Shape;1659;p229"/>
          <p:cNvSpPr/>
          <p:nvPr/>
        </p:nvSpPr>
        <p:spPr>
          <a:xfrm>
            <a:off x="1352550" y="3352363"/>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Insecure Design</a:t>
            </a:r>
            <a:endParaRPr i="0" sz="1600" u="none" cap="none" strike="noStrike">
              <a:solidFill>
                <a:schemeClr val="dk1"/>
              </a:solidFill>
              <a:latin typeface="Roboto"/>
              <a:ea typeface="Roboto"/>
              <a:cs typeface="Roboto"/>
              <a:sym typeface="Roboto"/>
            </a:endParaRPr>
          </a:p>
        </p:txBody>
      </p:sp>
      <p:sp>
        <p:nvSpPr>
          <p:cNvPr id="1660" name="Google Shape;1660;p229"/>
          <p:cNvSpPr/>
          <p:nvPr/>
        </p:nvSpPr>
        <p:spPr>
          <a:xfrm>
            <a:off x="1357747" y="410402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Security Misconfiguration</a:t>
            </a:r>
            <a:endParaRPr i="0" sz="1600" u="none" cap="none" strike="noStrike">
              <a:solidFill>
                <a:schemeClr val="dk1"/>
              </a:solidFill>
              <a:latin typeface="Roboto"/>
              <a:ea typeface="Roboto"/>
              <a:cs typeface="Roboto"/>
              <a:sym typeface="Roboto"/>
            </a:endParaRPr>
          </a:p>
        </p:txBody>
      </p:sp>
      <p:sp>
        <p:nvSpPr>
          <p:cNvPr id="1661" name="Google Shape;1661;p229"/>
          <p:cNvSpPr/>
          <p:nvPr/>
        </p:nvSpPr>
        <p:spPr>
          <a:xfrm>
            <a:off x="5623936" y="109737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Vulnerable and Outdated Components</a:t>
            </a:r>
            <a:endParaRPr i="0" sz="1600" u="none" cap="none" strike="noStrike">
              <a:solidFill>
                <a:schemeClr val="dk1"/>
              </a:solidFill>
              <a:latin typeface="Roboto"/>
              <a:ea typeface="Roboto"/>
              <a:cs typeface="Roboto"/>
              <a:sym typeface="Roboto"/>
            </a:endParaRPr>
          </a:p>
        </p:txBody>
      </p:sp>
      <p:grpSp>
        <p:nvGrpSpPr>
          <p:cNvPr id="1662" name="Google Shape;1662;p229"/>
          <p:cNvGrpSpPr/>
          <p:nvPr/>
        </p:nvGrpSpPr>
        <p:grpSpPr>
          <a:xfrm>
            <a:off x="4724400" y="1097350"/>
            <a:ext cx="776889" cy="621300"/>
            <a:chOff x="457200" y="1378813"/>
            <a:chExt cx="776889" cy="621300"/>
          </a:xfrm>
        </p:grpSpPr>
        <p:sp>
          <p:nvSpPr>
            <p:cNvPr id="1663" name="Google Shape;1663;p229"/>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06</a:t>
              </a:r>
              <a:endParaRPr i="0" sz="2000" u="none" cap="none" strike="noStrike">
                <a:solidFill>
                  <a:srgbClr val="FFFFFF"/>
                </a:solidFill>
                <a:latin typeface="Roboto"/>
                <a:ea typeface="Roboto"/>
                <a:cs typeface="Roboto"/>
                <a:sym typeface="Roboto"/>
              </a:endParaRPr>
            </a:p>
          </p:txBody>
        </p:sp>
        <p:sp>
          <p:nvSpPr>
            <p:cNvPr id="1664" name="Google Shape;1664;p229"/>
            <p:cNvSpPr/>
            <p:nvPr/>
          </p:nvSpPr>
          <p:spPr>
            <a:xfrm rot="5400000">
              <a:off x="969614" y="1607625"/>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1665" name="Google Shape;1665;p229"/>
          <p:cNvGrpSpPr/>
          <p:nvPr/>
        </p:nvGrpSpPr>
        <p:grpSpPr>
          <a:xfrm>
            <a:off x="4724400" y="1850213"/>
            <a:ext cx="776889" cy="621300"/>
            <a:chOff x="457200" y="1378813"/>
            <a:chExt cx="776889" cy="621300"/>
          </a:xfrm>
        </p:grpSpPr>
        <p:sp>
          <p:nvSpPr>
            <p:cNvPr id="1666" name="Google Shape;1666;p229"/>
            <p:cNvSpPr/>
            <p:nvPr/>
          </p:nvSpPr>
          <p:spPr>
            <a:xfrm>
              <a:off x="457200" y="1378813"/>
              <a:ext cx="695400" cy="621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07</a:t>
              </a:r>
              <a:endParaRPr i="0" sz="2000" u="none" cap="none" strike="noStrike">
                <a:solidFill>
                  <a:srgbClr val="FFFFFF"/>
                </a:solidFill>
                <a:latin typeface="Roboto"/>
                <a:ea typeface="Roboto"/>
                <a:cs typeface="Roboto"/>
                <a:sym typeface="Roboto"/>
              </a:endParaRPr>
            </a:p>
          </p:txBody>
        </p:sp>
        <p:sp>
          <p:nvSpPr>
            <p:cNvPr id="1667" name="Google Shape;1667;p229"/>
            <p:cNvSpPr/>
            <p:nvPr/>
          </p:nvSpPr>
          <p:spPr>
            <a:xfrm rot="5400000">
              <a:off x="969614" y="1607625"/>
              <a:ext cx="34032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668" name="Google Shape;1668;p229"/>
          <p:cNvGrpSpPr/>
          <p:nvPr/>
        </p:nvGrpSpPr>
        <p:grpSpPr>
          <a:xfrm>
            <a:off x="4724400" y="2603075"/>
            <a:ext cx="776889" cy="621300"/>
            <a:chOff x="457200" y="1378813"/>
            <a:chExt cx="776889" cy="621300"/>
          </a:xfrm>
        </p:grpSpPr>
        <p:sp>
          <p:nvSpPr>
            <p:cNvPr id="1669" name="Google Shape;1669;p229"/>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08</a:t>
              </a:r>
              <a:endParaRPr i="0" sz="2000" u="none" cap="none" strike="noStrike">
                <a:solidFill>
                  <a:srgbClr val="FFFFFF"/>
                </a:solidFill>
                <a:latin typeface="Roboto"/>
                <a:ea typeface="Roboto"/>
                <a:cs typeface="Roboto"/>
                <a:sym typeface="Roboto"/>
              </a:endParaRPr>
            </a:p>
          </p:txBody>
        </p:sp>
        <p:sp>
          <p:nvSpPr>
            <p:cNvPr id="1670" name="Google Shape;1670;p229"/>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671" name="Google Shape;1671;p229"/>
          <p:cNvGrpSpPr/>
          <p:nvPr/>
        </p:nvGrpSpPr>
        <p:grpSpPr>
          <a:xfrm>
            <a:off x="4724400" y="3355938"/>
            <a:ext cx="776889" cy="621300"/>
            <a:chOff x="457200" y="1378813"/>
            <a:chExt cx="776889" cy="621300"/>
          </a:xfrm>
        </p:grpSpPr>
        <p:sp>
          <p:nvSpPr>
            <p:cNvPr id="1672" name="Google Shape;1672;p229"/>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Light"/>
                  <a:ea typeface="Roboto Light"/>
                  <a:cs typeface="Roboto Light"/>
                  <a:sym typeface="Roboto Light"/>
                </a:rPr>
                <a:t>A</a:t>
              </a:r>
              <a:r>
                <a:rPr b="0" i="0" lang="en" sz="2000" u="none" cap="none" strike="noStrike">
                  <a:solidFill>
                    <a:srgbClr val="FFFFFF"/>
                  </a:solidFill>
                  <a:latin typeface="Roboto Light"/>
                  <a:ea typeface="Roboto Light"/>
                  <a:cs typeface="Roboto Light"/>
                  <a:sym typeface="Roboto Light"/>
                </a:rPr>
                <a:t>09</a:t>
              </a:r>
              <a:endParaRPr b="0" i="0" sz="2000" u="none" cap="none" strike="noStrike">
                <a:solidFill>
                  <a:srgbClr val="FFFFFF"/>
                </a:solidFill>
                <a:latin typeface="Roboto Light"/>
                <a:ea typeface="Roboto Light"/>
                <a:cs typeface="Roboto Light"/>
                <a:sym typeface="Roboto Light"/>
              </a:endParaRPr>
            </a:p>
          </p:txBody>
        </p:sp>
        <p:sp>
          <p:nvSpPr>
            <p:cNvPr id="1673" name="Google Shape;1673;p229"/>
            <p:cNvSpPr/>
            <p:nvPr/>
          </p:nvSpPr>
          <p:spPr>
            <a:xfrm rot="5400000">
              <a:off x="969614" y="1607625"/>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Roboto Light"/>
                <a:ea typeface="Roboto Light"/>
                <a:cs typeface="Roboto Light"/>
                <a:sym typeface="Roboto Light"/>
              </a:endParaRPr>
            </a:p>
          </p:txBody>
        </p:sp>
      </p:grpSp>
      <p:grpSp>
        <p:nvGrpSpPr>
          <p:cNvPr id="1674" name="Google Shape;1674;p229"/>
          <p:cNvGrpSpPr/>
          <p:nvPr/>
        </p:nvGrpSpPr>
        <p:grpSpPr>
          <a:xfrm>
            <a:off x="4736700" y="4108800"/>
            <a:ext cx="776889" cy="621300"/>
            <a:chOff x="457200" y="1378813"/>
            <a:chExt cx="776889" cy="621300"/>
          </a:xfrm>
        </p:grpSpPr>
        <p:sp>
          <p:nvSpPr>
            <p:cNvPr id="1675" name="Google Shape;1675;p229"/>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10</a:t>
              </a:r>
              <a:endParaRPr i="0" sz="2000" u="none" cap="none" strike="noStrike">
                <a:solidFill>
                  <a:srgbClr val="FFFFFF"/>
                </a:solidFill>
                <a:latin typeface="Roboto"/>
                <a:ea typeface="Roboto"/>
                <a:cs typeface="Roboto"/>
                <a:sym typeface="Roboto"/>
              </a:endParaRPr>
            </a:p>
          </p:txBody>
        </p:sp>
        <p:sp>
          <p:nvSpPr>
            <p:cNvPr id="1676" name="Google Shape;1676;p229"/>
            <p:cNvSpPr/>
            <p:nvPr/>
          </p:nvSpPr>
          <p:spPr>
            <a:xfrm rot="5400000">
              <a:off x="969614" y="1607625"/>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sp>
        <p:nvSpPr>
          <p:cNvPr id="1677" name="Google Shape;1677;p229"/>
          <p:cNvSpPr/>
          <p:nvPr/>
        </p:nvSpPr>
        <p:spPr>
          <a:xfrm>
            <a:off x="5619750" y="1849038"/>
            <a:ext cx="3176100" cy="621300"/>
          </a:xfrm>
          <a:prstGeom prst="roundRect">
            <a:avLst>
              <a:gd fmla="val 16667" name="adj"/>
            </a:avLst>
          </a:prstGeom>
          <a:solidFill>
            <a:srgbClr val="F3F3F3"/>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Identification and Authentication Failures</a:t>
            </a:r>
            <a:endParaRPr b="1" i="0" sz="1600" u="none" cap="none" strike="noStrike">
              <a:solidFill>
                <a:schemeClr val="dk2"/>
              </a:solidFill>
              <a:latin typeface="Roboto"/>
              <a:ea typeface="Roboto"/>
              <a:cs typeface="Roboto"/>
              <a:sym typeface="Roboto"/>
            </a:endParaRPr>
          </a:p>
        </p:txBody>
      </p:sp>
      <p:sp>
        <p:nvSpPr>
          <p:cNvPr id="1678" name="Google Shape;1678;p229"/>
          <p:cNvSpPr/>
          <p:nvPr/>
        </p:nvSpPr>
        <p:spPr>
          <a:xfrm>
            <a:off x="5619750" y="2600700"/>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Software and </a:t>
            </a:r>
            <a:br>
              <a:rPr i="0" lang="en" sz="1600" u="none" cap="none" strike="noStrike">
                <a:solidFill>
                  <a:schemeClr val="dk1"/>
                </a:solidFill>
                <a:latin typeface="Roboto"/>
                <a:ea typeface="Roboto"/>
                <a:cs typeface="Roboto"/>
                <a:sym typeface="Roboto"/>
              </a:rPr>
            </a:br>
            <a:r>
              <a:rPr i="0" lang="en" sz="1600" u="none" cap="none" strike="noStrike">
                <a:solidFill>
                  <a:schemeClr val="dk1"/>
                </a:solidFill>
                <a:latin typeface="Roboto"/>
                <a:ea typeface="Roboto"/>
                <a:cs typeface="Roboto"/>
                <a:sym typeface="Roboto"/>
              </a:rPr>
              <a:t>Data Integrity Failures</a:t>
            </a:r>
            <a:endParaRPr i="0" sz="1600" u="none" cap="none" strike="noStrike">
              <a:solidFill>
                <a:schemeClr val="dk1"/>
              </a:solidFill>
              <a:latin typeface="Roboto"/>
              <a:ea typeface="Roboto"/>
              <a:cs typeface="Roboto"/>
              <a:sym typeface="Roboto"/>
            </a:endParaRPr>
          </a:p>
        </p:txBody>
      </p:sp>
      <p:sp>
        <p:nvSpPr>
          <p:cNvPr id="1679" name="Google Shape;1679;p229"/>
          <p:cNvSpPr/>
          <p:nvPr/>
        </p:nvSpPr>
        <p:spPr>
          <a:xfrm>
            <a:off x="5619750" y="3352363"/>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Security Logging and </a:t>
            </a:r>
            <a:br>
              <a:rPr i="0" lang="en" sz="1600" u="none" cap="none" strike="noStrike">
                <a:solidFill>
                  <a:schemeClr val="dk1"/>
                </a:solidFill>
                <a:latin typeface="Roboto"/>
                <a:ea typeface="Roboto"/>
                <a:cs typeface="Roboto"/>
                <a:sym typeface="Roboto"/>
              </a:rPr>
            </a:br>
            <a:r>
              <a:rPr i="0" lang="en" sz="1600" u="none" cap="none" strike="noStrike">
                <a:solidFill>
                  <a:schemeClr val="dk1"/>
                </a:solidFill>
                <a:latin typeface="Roboto"/>
                <a:ea typeface="Roboto"/>
                <a:cs typeface="Roboto"/>
                <a:sym typeface="Roboto"/>
              </a:rPr>
              <a:t>Monitoring Failures</a:t>
            </a:r>
            <a:endParaRPr i="0" sz="1600" u="none" cap="none" strike="noStrike">
              <a:solidFill>
                <a:schemeClr val="dk1"/>
              </a:solidFill>
              <a:latin typeface="Roboto"/>
              <a:ea typeface="Roboto"/>
              <a:cs typeface="Roboto"/>
              <a:sym typeface="Roboto"/>
            </a:endParaRPr>
          </a:p>
        </p:txBody>
      </p:sp>
      <p:sp>
        <p:nvSpPr>
          <p:cNvPr id="1680" name="Google Shape;1680;p229"/>
          <p:cNvSpPr/>
          <p:nvPr/>
        </p:nvSpPr>
        <p:spPr>
          <a:xfrm>
            <a:off x="5624947" y="410402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1"/>
                </a:solidFill>
                <a:latin typeface="Roboto"/>
                <a:ea typeface="Roboto"/>
                <a:cs typeface="Roboto"/>
                <a:sym typeface="Roboto"/>
              </a:rPr>
              <a:t>Server-Side Request Forgery (SSRF)</a:t>
            </a:r>
            <a:endParaRPr i="0" sz="1600" u="none" cap="none" strike="noStrike">
              <a:solidFill>
                <a:schemeClr val="dk1"/>
              </a:solidFill>
              <a:latin typeface="Roboto"/>
              <a:ea typeface="Roboto"/>
              <a:cs typeface="Roboto"/>
              <a:sym typeface="Roboto"/>
            </a:endParaRPr>
          </a:p>
        </p:txBody>
      </p:sp>
      <p:sp>
        <p:nvSpPr>
          <p:cNvPr id="1681" name="Google Shape;1681;p229"/>
          <p:cNvSpPr/>
          <p:nvPr/>
        </p:nvSpPr>
        <p:spPr>
          <a:xfrm>
            <a:off x="395175" y="1097387"/>
            <a:ext cx="4206600" cy="3731700"/>
          </a:xfrm>
          <a:prstGeom prst="rect">
            <a:avLst/>
          </a:prstGeom>
          <a:solidFill>
            <a:srgbClr val="FFFFFF">
              <a:alpha val="6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229"/>
          <p:cNvSpPr/>
          <p:nvPr/>
        </p:nvSpPr>
        <p:spPr>
          <a:xfrm>
            <a:off x="4687750" y="1097375"/>
            <a:ext cx="4145700" cy="703800"/>
          </a:xfrm>
          <a:prstGeom prst="rect">
            <a:avLst/>
          </a:prstGeom>
          <a:solidFill>
            <a:srgbClr val="FFFFFF">
              <a:alpha val="6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229"/>
          <p:cNvSpPr/>
          <p:nvPr/>
        </p:nvSpPr>
        <p:spPr>
          <a:xfrm>
            <a:off x="4687750" y="2554250"/>
            <a:ext cx="4145700" cy="2395200"/>
          </a:xfrm>
          <a:prstGeom prst="rect">
            <a:avLst/>
          </a:prstGeom>
          <a:solidFill>
            <a:srgbClr val="FFFFFF">
              <a:alpha val="6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229"/>
          <p:cNvSpPr txBox="1"/>
          <p:nvPr/>
        </p:nvSpPr>
        <p:spPr>
          <a:xfrm>
            <a:off x="404400" y="469725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2E5E73"/>
                </a:solidFill>
                <a:latin typeface="Roboto Light"/>
                <a:ea typeface="Roboto Light"/>
                <a:cs typeface="Roboto Light"/>
                <a:sym typeface="Roboto Light"/>
              </a:rPr>
              <a:t>Source: </a:t>
            </a:r>
            <a:r>
              <a:rPr lang="en" sz="1300" u="sng">
                <a:solidFill>
                  <a:srgbClr val="2E5E73"/>
                </a:solidFill>
                <a:latin typeface="Roboto Light"/>
                <a:ea typeface="Roboto Light"/>
                <a:cs typeface="Roboto Light"/>
                <a:sym typeface="Roboto Light"/>
                <a:hlinkClick r:id="rId3">
                  <a:extLst>
                    <a:ext uri="{A12FA001-AC4F-418D-AE19-62706E023703}">
                      <ahyp:hlinkClr val="tx"/>
                    </a:ext>
                  </a:extLst>
                </a:hlinkClick>
              </a:rPr>
              <a:t>owasp.org</a:t>
            </a:r>
            <a:endParaRPr sz="1300">
              <a:solidFill>
                <a:srgbClr val="2E5E73"/>
              </a:solidFill>
              <a:latin typeface="Roboto Light"/>
              <a:ea typeface="Roboto Light"/>
              <a:cs typeface="Roboto Light"/>
              <a:sym typeface="Robot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88" name="Shape 1688"/>
        <p:cNvGrpSpPr/>
        <p:nvPr/>
      </p:nvGrpSpPr>
      <p:grpSpPr>
        <a:xfrm>
          <a:off x="0" y="0"/>
          <a:ext cx="0" cy="0"/>
          <a:chOff x="0" y="0"/>
          <a:chExt cx="0" cy="0"/>
        </a:xfrm>
      </p:grpSpPr>
      <p:sp>
        <p:nvSpPr>
          <p:cNvPr id="1689" name="Google Shape;1689;p230"/>
          <p:cNvSpPr txBox="1"/>
          <p:nvPr>
            <p:ph idx="4294967295" type="subTitle"/>
          </p:nvPr>
        </p:nvSpPr>
        <p:spPr>
          <a:xfrm>
            <a:off x="1173950" y="1421800"/>
            <a:ext cx="6722400" cy="2484900"/>
          </a:xfrm>
          <a:prstGeom prst="rect">
            <a:avLst/>
          </a:prstGeom>
          <a:noFill/>
          <a:ln>
            <a:noFill/>
          </a:ln>
        </p:spPr>
        <p:txBody>
          <a:bodyPr anchorCtr="0" anchor="t" bIns="0" lIns="731500" spcFirstLastPara="1" rIns="457200" wrap="square" tIns="91425">
            <a:noAutofit/>
          </a:bodyPr>
          <a:lstStyle/>
          <a:p>
            <a:pPr indent="0" lvl="0" marL="0" marR="0" rtl="0" algn="l">
              <a:lnSpc>
                <a:spcPct val="100000"/>
              </a:lnSpc>
              <a:spcBef>
                <a:spcPts val="0"/>
              </a:spcBef>
              <a:spcAft>
                <a:spcPts val="0"/>
              </a:spcAft>
              <a:buClr>
                <a:srgbClr val="2E5E73"/>
              </a:buClr>
              <a:buSzPts val="2800"/>
              <a:buFont typeface="Roboto Light"/>
              <a:buNone/>
            </a:pPr>
            <a:r>
              <a:rPr b="1" i="0" lang="en" sz="2800" u="none" cap="none" strike="noStrike">
                <a:latin typeface="Roboto"/>
                <a:ea typeface="Roboto"/>
                <a:cs typeface="Roboto"/>
                <a:sym typeface="Roboto"/>
              </a:rPr>
              <a:t>Identification and authentication failures</a:t>
            </a:r>
            <a:r>
              <a:rPr b="0" i="0" lang="en" sz="2800" u="none" cap="none" strike="noStrike">
                <a:latin typeface="Roboto Light"/>
                <a:ea typeface="Roboto Light"/>
                <a:cs typeface="Roboto Light"/>
                <a:sym typeface="Roboto Light"/>
              </a:rPr>
              <a:t> </a:t>
            </a:r>
            <a:r>
              <a:rPr i="0" lang="en" sz="2800" u="none" cap="none" strike="noStrike"/>
              <a:t>are risks that permit an attacker to either access or bypass the authentication methods that are used by a web application.</a:t>
            </a:r>
            <a:endParaRPr i="0" sz="1900" u="none" cap="none" strike="noStrike"/>
          </a:p>
          <a:p>
            <a:pPr indent="0" lvl="0" marL="0" marR="0" rtl="0" algn="l">
              <a:lnSpc>
                <a:spcPct val="100000"/>
              </a:lnSpc>
              <a:spcBef>
                <a:spcPts val="0"/>
              </a:spcBef>
              <a:spcAft>
                <a:spcPts val="0"/>
              </a:spcAft>
              <a:buClr>
                <a:srgbClr val="2E5E73"/>
              </a:buClr>
              <a:buSzPts val="2200"/>
              <a:buFont typeface="Roboto Light"/>
              <a:buNone/>
            </a:pPr>
            <a:r>
              <a:t/>
            </a:r>
            <a:endParaRPr i="0" sz="21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3" name="Shape 1693"/>
        <p:cNvGrpSpPr/>
        <p:nvPr/>
      </p:nvGrpSpPr>
      <p:grpSpPr>
        <a:xfrm>
          <a:off x="0" y="0"/>
          <a:ext cx="0" cy="0"/>
          <a:chOff x="0" y="0"/>
          <a:chExt cx="0" cy="0"/>
        </a:xfrm>
      </p:grpSpPr>
      <p:sp>
        <p:nvSpPr>
          <p:cNvPr id="1694" name="Google Shape;1694;p231"/>
          <p:cNvSpPr txBox="1"/>
          <p:nvPr>
            <p:ph type="title"/>
          </p:nvPr>
        </p:nvSpPr>
        <p:spPr>
          <a:xfrm>
            <a:off x="-12300" y="0"/>
            <a:ext cx="9168600" cy="533700"/>
          </a:xfrm>
          <a:prstGeom prst="rect">
            <a:avLst/>
          </a:prstGeom>
          <a:noFill/>
          <a:ln>
            <a:noFill/>
          </a:ln>
        </p:spPr>
        <p:txBody>
          <a:bodyPr anchorCtr="0" anchor="t" bIns="91425" lIns="457200" spcFirstLastPara="1" rIns="274300" wrap="square" tIns="182875">
            <a:noAutofit/>
          </a:bodyPr>
          <a:lstStyle/>
          <a:p>
            <a:pPr indent="0" lvl="0" marL="0" rtl="0" algn="l">
              <a:lnSpc>
                <a:spcPct val="100000"/>
              </a:lnSpc>
              <a:spcBef>
                <a:spcPts val="0"/>
              </a:spcBef>
              <a:spcAft>
                <a:spcPts val="0"/>
              </a:spcAft>
              <a:buClr>
                <a:schemeClr val="dk1"/>
              </a:buClr>
              <a:buSzPts val="1100"/>
              <a:buFont typeface="Arial"/>
              <a:buNone/>
            </a:pPr>
            <a:r>
              <a:rPr lang="en"/>
              <a:t>Today’s Lesson</a:t>
            </a:r>
            <a:endParaRPr/>
          </a:p>
          <a:p>
            <a:pPr indent="0" lvl="0" marL="0" rtl="0" algn="l">
              <a:lnSpc>
                <a:spcPct val="100000"/>
              </a:lnSpc>
              <a:spcBef>
                <a:spcPts val="0"/>
              </a:spcBef>
              <a:spcAft>
                <a:spcPts val="0"/>
              </a:spcAft>
              <a:buSzPts val="2400"/>
              <a:buNone/>
            </a:pPr>
            <a:r>
              <a:t/>
            </a:r>
            <a:endParaRPr/>
          </a:p>
        </p:txBody>
      </p:sp>
      <p:sp>
        <p:nvSpPr>
          <p:cNvPr id="1695" name="Google Shape;1695;p231"/>
          <p:cNvSpPr txBox="1"/>
          <p:nvPr/>
        </p:nvSpPr>
        <p:spPr>
          <a:xfrm>
            <a:off x="78675" y="512064"/>
            <a:ext cx="5010900" cy="4584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800" u="none" cap="none" strike="noStrike">
                <a:solidFill>
                  <a:schemeClr val="dk2"/>
                </a:solidFill>
                <a:latin typeface="Roboto"/>
                <a:ea typeface="Roboto"/>
                <a:cs typeface="Roboto"/>
                <a:sym typeface="Roboto"/>
              </a:rPr>
              <a:t>The </a:t>
            </a:r>
            <a:r>
              <a:rPr lang="en" sz="1800">
                <a:solidFill>
                  <a:schemeClr val="dk2"/>
                </a:solidFill>
                <a:latin typeface="Roboto"/>
                <a:ea typeface="Roboto"/>
                <a:cs typeface="Roboto"/>
                <a:sym typeface="Roboto"/>
              </a:rPr>
              <a:t>lesson</a:t>
            </a:r>
            <a:r>
              <a:rPr i="0" lang="en" sz="1800" u="none" cap="none" strike="noStrike">
                <a:solidFill>
                  <a:schemeClr val="dk2"/>
                </a:solidFill>
                <a:latin typeface="Roboto"/>
                <a:ea typeface="Roboto"/>
                <a:cs typeface="Roboto"/>
                <a:sym typeface="Roboto"/>
              </a:rPr>
              <a:t> will proceed as follows:</a:t>
            </a:r>
            <a:endParaRPr i="0" sz="1800" u="none" cap="none" strike="noStrike">
              <a:solidFill>
                <a:schemeClr val="dk2"/>
              </a:solidFill>
              <a:latin typeface="Roboto"/>
              <a:ea typeface="Roboto"/>
              <a:cs typeface="Roboto"/>
              <a:sym typeface="Roboto"/>
            </a:endParaRPr>
          </a:p>
        </p:txBody>
      </p:sp>
      <p:sp>
        <p:nvSpPr>
          <p:cNvPr id="1696" name="Google Shape;1696;p231"/>
          <p:cNvSpPr/>
          <p:nvPr/>
        </p:nvSpPr>
        <p:spPr>
          <a:xfrm flipH="1">
            <a:off x="467725" y="1575650"/>
            <a:ext cx="2428500" cy="29919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697" name="Google Shape;1697;p231"/>
          <p:cNvSpPr txBox="1"/>
          <p:nvPr/>
        </p:nvSpPr>
        <p:spPr>
          <a:xfrm>
            <a:off x="550075" y="1929600"/>
            <a:ext cx="22638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We will begin by introducing</a:t>
            </a:r>
            <a:r>
              <a:rPr b="1" lang="en" sz="1600">
                <a:solidFill>
                  <a:srgbClr val="082D49"/>
                </a:solidFill>
                <a:latin typeface="Roboto"/>
                <a:ea typeface="Roboto"/>
                <a:cs typeface="Roboto"/>
                <a:sym typeface="Roboto"/>
              </a:rPr>
              <a:t> Burp Suite</a:t>
            </a:r>
            <a:r>
              <a:rPr lang="en" sz="1600">
                <a:solidFill>
                  <a:srgbClr val="082D49"/>
                </a:solidFill>
                <a:latin typeface="Roboto"/>
                <a:ea typeface="Roboto"/>
                <a:cs typeface="Roboto"/>
                <a:sym typeface="Roboto"/>
              </a:rPr>
              <a:t> and </a:t>
            </a:r>
            <a:r>
              <a:rPr b="1" lang="en" sz="1600">
                <a:solidFill>
                  <a:srgbClr val="082D49"/>
                </a:solidFill>
                <a:latin typeface="Roboto"/>
                <a:ea typeface="Roboto"/>
                <a:cs typeface="Roboto"/>
                <a:sym typeface="Roboto"/>
              </a:rPr>
              <a:t>FoxyProxy</a:t>
            </a:r>
            <a:r>
              <a:rPr lang="en" sz="1600">
                <a:solidFill>
                  <a:srgbClr val="082D49"/>
                </a:solidFill>
                <a:latin typeface="Roboto"/>
                <a:ea typeface="Roboto"/>
                <a:cs typeface="Roboto"/>
                <a:sym typeface="Roboto"/>
              </a:rPr>
              <a:t> and learn how to configure them to capture and analyze HTTP requests and responses.</a:t>
            </a:r>
            <a:endParaRPr sz="1600">
              <a:solidFill>
                <a:srgbClr val="082D49"/>
              </a:solidFill>
              <a:latin typeface="Roboto"/>
              <a:ea typeface="Roboto"/>
              <a:cs typeface="Roboto"/>
              <a:sym typeface="Roboto"/>
            </a:endParaRPr>
          </a:p>
        </p:txBody>
      </p:sp>
      <p:sp>
        <p:nvSpPr>
          <p:cNvPr id="1698" name="Google Shape;1698;p231"/>
          <p:cNvSpPr/>
          <p:nvPr/>
        </p:nvSpPr>
        <p:spPr>
          <a:xfrm flipH="1">
            <a:off x="3368050" y="1575750"/>
            <a:ext cx="2428500" cy="29919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699" name="Google Shape;1699;p231"/>
          <p:cNvSpPr txBox="1"/>
          <p:nvPr/>
        </p:nvSpPr>
        <p:spPr>
          <a:xfrm>
            <a:off x="3487125" y="1929600"/>
            <a:ext cx="21834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Then we will learn how to use the </a:t>
            </a:r>
            <a:r>
              <a:rPr b="1" lang="en" sz="1600">
                <a:solidFill>
                  <a:srgbClr val="082D49"/>
                </a:solidFill>
                <a:latin typeface="Roboto"/>
                <a:ea typeface="Roboto"/>
                <a:cs typeface="Roboto"/>
                <a:sym typeface="Roboto"/>
              </a:rPr>
              <a:t>Burp Repeater</a:t>
            </a:r>
            <a:r>
              <a:rPr lang="en" sz="1600">
                <a:solidFill>
                  <a:srgbClr val="082D49"/>
                </a:solidFill>
                <a:latin typeface="Roboto"/>
                <a:ea typeface="Roboto"/>
                <a:cs typeface="Roboto"/>
                <a:sym typeface="Roboto"/>
              </a:rPr>
              <a:t> feature to determine session hijacking vulnerabilities.</a:t>
            </a:r>
            <a:endParaRPr sz="1600">
              <a:solidFill>
                <a:srgbClr val="082D49"/>
              </a:solidFill>
              <a:latin typeface="Roboto"/>
              <a:ea typeface="Roboto"/>
              <a:cs typeface="Roboto"/>
              <a:sym typeface="Roboto"/>
            </a:endParaRPr>
          </a:p>
        </p:txBody>
      </p:sp>
      <p:sp>
        <p:nvSpPr>
          <p:cNvPr id="1700" name="Google Shape;1700;p231"/>
          <p:cNvSpPr/>
          <p:nvPr/>
        </p:nvSpPr>
        <p:spPr>
          <a:xfrm flipH="1">
            <a:off x="6268375" y="1575750"/>
            <a:ext cx="2428500" cy="29919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701" name="Google Shape;1701;p231"/>
          <p:cNvSpPr txBox="1"/>
          <p:nvPr/>
        </p:nvSpPr>
        <p:spPr>
          <a:xfrm>
            <a:off x="6392200" y="1929600"/>
            <a:ext cx="21834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Lastly, we will show how to use the</a:t>
            </a:r>
            <a:r>
              <a:rPr b="1" lang="en" sz="1600">
                <a:solidFill>
                  <a:srgbClr val="082D49"/>
                </a:solidFill>
                <a:latin typeface="Roboto"/>
                <a:ea typeface="Roboto"/>
                <a:cs typeface="Roboto"/>
                <a:sym typeface="Roboto"/>
              </a:rPr>
              <a:t> Burp Intruder </a:t>
            </a:r>
            <a:r>
              <a:rPr lang="en" sz="1600">
                <a:solidFill>
                  <a:srgbClr val="082D49"/>
                </a:solidFill>
                <a:latin typeface="Roboto"/>
                <a:ea typeface="Roboto"/>
                <a:cs typeface="Roboto"/>
                <a:sym typeface="Roboto"/>
              </a:rPr>
              <a:t>feature to conduct an automated brute-force attack.</a:t>
            </a:r>
            <a:endParaRPr sz="1600">
              <a:solidFill>
                <a:srgbClr val="082D49"/>
              </a:solidFill>
              <a:latin typeface="Roboto"/>
              <a:ea typeface="Roboto"/>
              <a:cs typeface="Roboto"/>
              <a:sym typeface="Roboto"/>
            </a:endParaRPr>
          </a:p>
        </p:txBody>
      </p:sp>
      <p:sp>
        <p:nvSpPr>
          <p:cNvPr id="1702" name="Google Shape;1702;p231"/>
          <p:cNvSpPr/>
          <p:nvPr/>
        </p:nvSpPr>
        <p:spPr>
          <a:xfrm>
            <a:off x="1090900" y="1204700"/>
            <a:ext cx="770100" cy="770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231"/>
          <p:cNvSpPr/>
          <p:nvPr/>
        </p:nvSpPr>
        <p:spPr>
          <a:xfrm>
            <a:off x="4017698" y="1204700"/>
            <a:ext cx="770100" cy="7701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231"/>
          <p:cNvSpPr/>
          <p:nvPr/>
        </p:nvSpPr>
        <p:spPr>
          <a:xfrm>
            <a:off x="7109775" y="1204700"/>
            <a:ext cx="770100" cy="7701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231"/>
          <p:cNvSpPr txBox="1"/>
          <p:nvPr/>
        </p:nvSpPr>
        <p:spPr>
          <a:xfrm>
            <a:off x="1090900" y="1283100"/>
            <a:ext cx="7701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a:ea typeface="Roboto"/>
                <a:cs typeface="Roboto"/>
                <a:sym typeface="Roboto"/>
              </a:rPr>
              <a:t>01</a:t>
            </a:r>
            <a:endParaRPr b="0" i="0" sz="3000" u="none" cap="none" strike="noStrike">
              <a:solidFill>
                <a:schemeClr val="dk2"/>
              </a:solidFill>
              <a:latin typeface="Roboto"/>
              <a:ea typeface="Roboto"/>
              <a:cs typeface="Roboto"/>
              <a:sym typeface="Roboto"/>
            </a:endParaRPr>
          </a:p>
        </p:txBody>
      </p:sp>
      <p:sp>
        <p:nvSpPr>
          <p:cNvPr id="1706" name="Google Shape;1706;p231"/>
          <p:cNvSpPr txBox="1"/>
          <p:nvPr/>
        </p:nvSpPr>
        <p:spPr>
          <a:xfrm>
            <a:off x="4017813" y="1283100"/>
            <a:ext cx="7701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707" name="Google Shape;1707;p231"/>
          <p:cNvSpPr txBox="1"/>
          <p:nvPr/>
        </p:nvSpPr>
        <p:spPr>
          <a:xfrm>
            <a:off x="7109775" y="1283100"/>
            <a:ext cx="7701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a:ea typeface="Roboto"/>
                <a:cs typeface="Roboto"/>
                <a:sym typeface="Roboto"/>
              </a:rPr>
              <a:t>03</a:t>
            </a:r>
            <a:endParaRPr b="0" i="0" sz="3000" u="none" cap="none" strike="noStrike">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711" name="Shape 1711"/>
        <p:cNvGrpSpPr/>
        <p:nvPr/>
      </p:nvGrpSpPr>
      <p:grpSpPr>
        <a:xfrm>
          <a:off x="0" y="0"/>
          <a:ext cx="0" cy="0"/>
          <a:chOff x="0" y="0"/>
          <a:chExt cx="0" cy="0"/>
        </a:xfrm>
      </p:grpSpPr>
      <p:sp>
        <p:nvSpPr>
          <p:cNvPr id="1712" name="Google Shape;1712;p2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300"/>
              <a:buFont typeface="Arial"/>
              <a:buNone/>
            </a:pPr>
            <a:fld id="{00000000-1234-1234-1234-123412341234}" type="slidenum">
              <a:rPr lang="en"/>
              <a:t>‹#›</a:t>
            </a:fld>
            <a:endParaRPr/>
          </a:p>
        </p:txBody>
      </p:sp>
      <p:sp>
        <p:nvSpPr>
          <p:cNvPr id="1713" name="Google Shape;1713;p232"/>
          <p:cNvSpPr/>
          <p:nvPr/>
        </p:nvSpPr>
        <p:spPr>
          <a:xfrm>
            <a:off x="952550" y="1097075"/>
            <a:ext cx="7239000" cy="2850000"/>
          </a:xfrm>
          <a:prstGeom prst="rect">
            <a:avLst/>
          </a:prstGeom>
          <a:solidFill>
            <a:srgbClr val="FFFFFF"/>
          </a:solidFill>
          <a:ln>
            <a:noFill/>
          </a:ln>
          <a:effectLst>
            <a:outerShdw blurRad="57150" rotWithShape="0" algn="bl" dir="5400000" dist="19050">
              <a:srgbClr val="000000">
                <a:alpha val="4941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714" name="Google Shape;1714;p232"/>
          <p:cNvGraphicFramePr/>
          <p:nvPr/>
        </p:nvGraphicFramePr>
        <p:xfrm>
          <a:off x="952538" y="927100"/>
          <a:ext cx="3000000" cy="3000000"/>
        </p:xfrm>
        <a:graphic>
          <a:graphicData uri="http://schemas.openxmlformats.org/drawingml/2006/table">
            <a:tbl>
              <a:tblPr>
                <a:noFill/>
                <a:tableStyleId>{32DC4376-A9F0-4D09-92EA-09BDB1FB8592}</a:tableStyleId>
              </a:tblPr>
              <a:tblGrid>
                <a:gridCol w="7239000"/>
              </a:tblGrid>
              <a:tr h="621775">
                <a:tc>
                  <a:txBody>
                    <a:bodyPr/>
                    <a:lstStyle/>
                    <a:p>
                      <a:pPr indent="0" lvl="0" marL="0" marR="0" rtl="0" algn="ctr">
                        <a:lnSpc>
                          <a:spcPct val="100000"/>
                        </a:lnSpc>
                        <a:spcBef>
                          <a:spcPts val="0"/>
                        </a:spcBef>
                        <a:spcAft>
                          <a:spcPts val="0"/>
                        </a:spcAft>
                        <a:buClr>
                          <a:srgbClr val="000000"/>
                        </a:buClr>
                        <a:buSzPts val="2600"/>
                        <a:buFont typeface="Arial"/>
                        <a:buNone/>
                      </a:pPr>
                      <a:r>
                        <a:rPr lang="en" sz="2600" u="none" cap="none" strike="noStrike">
                          <a:solidFill>
                            <a:schemeClr val="dk2"/>
                          </a:solidFill>
                          <a:latin typeface="Roboto"/>
                          <a:ea typeface="Roboto"/>
                          <a:cs typeface="Roboto"/>
                          <a:sym typeface="Roboto"/>
                        </a:rPr>
                        <a:t>⚠️</a:t>
                      </a:r>
                      <a:r>
                        <a:rPr lang="en" sz="1700" u="none" cap="none" strike="noStrike">
                          <a:solidFill>
                            <a:schemeClr val="dk2"/>
                          </a:solidFill>
                          <a:latin typeface="Roboto"/>
                          <a:ea typeface="Roboto"/>
                          <a:cs typeface="Roboto"/>
                          <a:sym typeface="Roboto"/>
                        </a:rPr>
                        <a:t>   </a:t>
                      </a:r>
                      <a:r>
                        <a:rPr lang="en" sz="1700" u="none" cap="none" strike="noStrike">
                          <a:solidFill>
                            <a:schemeClr val="dk2"/>
                          </a:solidFill>
                          <a:latin typeface="Roboto Black"/>
                          <a:ea typeface="Roboto Black"/>
                          <a:cs typeface="Roboto Black"/>
                          <a:sym typeface="Roboto Black"/>
                        </a:rPr>
                        <a:t> </a:t>
                      </a:r>
                      <a:r>
                        <a:rPr lang="en" sz="2300" u="none" cap="none" strike="noStrike">
                          <a:solidFill>
                            <a:schemeClr val="dk2"/>
                          </a:solidFill>
                          <a:latin typeface="Roboto Black"/>
                          <a:ea typeface="Roboto Black"/>
                          <a:cs typeface="Roboto Black"/>
                          <a:sym typeface="Roboto Black"/>
                        </a:rPr>
                        <a:t>Important</a:t>
                      </a:r>
                      <a:r>
                        <a:rPr lang="en" sz="1700" u="none" cap="none" strike="noStrike">
                          <a:solidFill>
                            <a:schemeClr val="dk2"/>
                          </a:solidFill>
                          <a:latin typeface="Roboto Black"/>
                          <a:ea typeface="Roboto Black"/>
                          <a:cs typeface="Roboto Black"/>
                          <a:sym typeface="Roboto Black"/>
                        </a:rPr>
                        <a:t> </a:t>
                      </a:r>
                      <a:r>
                        <a:rPr lang="en" sz="1700" u="none" cap="none" strike="noStrike">
                          <a:solidFill>
                            <a:schemeClr val="dk2"/>
                          </a:solidFill>
                          <a:latin typeface="Roboto"/>
                          <a:ea typeface="Roboto"/>
                          <a:cs typeface="Roboto"/>
                          <a:sym typeface="Roboto"/>
                        </a:rPr>
                        <a:t>   </a:t>
                      </a:r>
                      <a:r>
                        <a:rPr lang="en" sz="2600" u="none" cap="none" strike="noStrike">
                          <a:solidFill>
                            <a:schemeClr val="dk2"/>
                          </a:solidFill>
                          <a:latin typeface="Roboto"/>
                          <a:ea typeface="Roboto"/>
                          <a:cs typeface="Roboto"/>
                          <a:sym typeface="Roboto"/>
                        </a:rPr>
                        <a:t>⚠️ </a:t>
                      </a:r>
                      <a:endParaRPr sz="2600" u="none" cap="none" strike="noStrike">
                        <a:solidFill>
                          <a:schemeClr val="dk2"/>
                        </a:solidFill>
                        <a:latin typeface="Roboto"/>
                        <a:ea typeface="Roboto"/>
                        <a:cs typeface="Roboto"/>
                        <a:sym typeface="Roboto"/>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3F3F3"/>
                    </a:solidFill>
                  </a:tcPr>
                </a:tc>
              </a:tr>
              <a:tr h="865650">
                <a:tc>
                  <a:txBody>
                    <a:bodyPr/>
                    <a:lstStyle/>
                    <a:p>
                      <a:pPr indent="0" lvl="0" marL="0" marR="0" rtl="0" algn="l">
                        <a:lnSpc>
                          <a:spcPct val="100000"/>
                        </a:lnSpc>
                        <a:spcBef>
                          <a:spcPts val="0"/>
                        </a:spcBef>
                        <a:spcAft>
                          <a:spcPts val="0"/>
                        </a:spcAft>
                        <a:buClr>
                          <a:srgbClr val="000000"/>
                        </a:buClr>
                        <a:buSzPts val="1500"/>
                        <a:buFont typeface="Arial"/>
                        <a:buNone/>
                      </a:pPr>
                      <a:r>
                        <a:rPr b="1" lang="en" sz="1800" u="none" cap="none" strike="noStrike">
                          <a:solidFill>
                            <a:schemeClr val="dk2"/>
                          </a:solidFill>
                          <a:latin typeface="Roboto"/>
                          <a:ea typeface="Roboto"/>
                          <a:cs typeface="Roboto"/>
                          <a:sym typeface="Roboto"/>
                        </a:rPr>
                        <a:t>The techniques we will learn throughout this unit can be used </a:t>
                      </a:r>
                      <a:br>
                        <a:rPr b="1" lang="en" sz="1800" u="none" cap="none" strike="noStrike">
                          <a:solidFill>
                            <a:schemeClr val="dk2"/>
                          </a:solidFill>
                          <a:latin typeface="Roboto"/>
                          <a:ea typeface="Roboto"/>
                          <a:cs typeface="Roboto"/>
                          <a:sym typeface="Roboto"/>
                        </a:rPr>
                      </a:br>
                      <a:r>
                        <a:rPr b="1" lang="en" sz="1800" u="none" cap="none" strike="noStrike">
                          <a:solidFill>
                            <a:schemeClr val="dk2"/>
                          </a:solidFill>
                          <a:latin typeface="Roboto"/>
                          <a:ea typeface="Roboto"/>
                          <a:cs typeface="Roboto"/>
                          <a:sym typeface="Roboto"/>
                        </a:rPr>
                        <a:t>to cause serious damage to an organization’s systems. </a:t>
                      </a:r>
                      <a:endParaRPr b="1" sz="1800" u="none" cap="none" strike="noStrike">
                        <a:solidFill>
                          <a:schemeClr val="dk2"/>
                        </a:solidFill>
                        <a:latin typeface="Roboto"/>
                        <a:ea typeface="Roboto"/>
                        <a:cs typeface="Roboto"/>
                        <a:sym typeface="Roboto"/>
                      </a:endParaRPr>
                    </a:p>
                  </a:txBody>
                  <a:tcPr marT="91425" marB="91425" marR="182875" marL="2743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r>
              <a:tr h="1077150">
                <a:tc>
                  <a:txBody>
                    <a:bodyPr/>
                    <a:lstStyle/>
                    <a:p>
                      <a:pPr indent="0" lvl="0" marL="0" marR="0" rtl="0" algn="l">
                        <a:lnSpc>
                          <a:spcPct val="100000"/>
                        </a:lnSpc>
                        <a:spcBef>
                          <a:spcPts val="0"/>
                        </a:spcBef>
                        <a:spcAft>
                          <a:spcPts val="0"/>
                        </a:spcAft>
                        <a:buClr>
                          <a:srgbClr val="005E77"/>
                        </a:buClr>
                        <a:buSzPts val="1100"/>
                        <a:buFont typeface="Arial"/>
                        <a:buNone/>
                      </a:pPr>
                      <a:r>
                        <a:rPr lang="en" sz="1800" u="none" cap="none" strike="noStrike">
                          <a:solidFill>
                            <a:schemeClr val="dk2"/>
                          </a:solidFill>
                          <a:latin typeface="Roboto"/>
                          <a:ea typeface="Roboto"/>
                          <a:cs typeface="Roboto"/>
                          <a:sym typeface="Roboto"/>
                        </a:rPr>
                        <a:t>This is </a:t>
                      </a:r>
                      <a:r>
                        <a:rPr b="1" lang="en" sz="1800" u="none" cap="none" strike="noStrike">
                          <a:solidFill>
                            <a:schemeClr val="dk2"/>
                          </a:solidFill>
                          <a:latin typeface="Roboto"/>
                          <a:ea typeface="Roboto"/>
                          <a:cs typeface="Roboto"/>
                          <a:sym typeface="Roboto"/>
                        </a:rPr>
                        <a:t>ILLEGAL</a:t>
                      </a:r>
                      <a:r>
                        <a:rPr lang="en" sz="1800" u="none" cap="none" strike="noStrike">
                          <a:solidFill>
                            <a:schemeClr val="dk2"/>
                          </a:solidFill>
                          <a:latin typeface="Roboto"/>
                          <a:ea typeface="Roboto"/>
                          <a:cs typeface="Roboto"/>
                          <a:sym typeface="Roboto"/>
                        </a:rPr>
                        <a:t> when done without permission. All of the labs that we provide are safe locations to test the methods and tools taught during the week.</a:t>
                      </a:r>
                      <a:endParaRPr sz="1800" u="none" cap="none" strike="noStrike">
                        <a:solidFill>
                          <a:schemeClr val="dk2"/>
                        </a:solidFill>
                        <a:latin typeface="Roboto"/>
                        <a:ea typeface="Roboto"/>
                        <a:cs typeface="Roboto"/>
                        <a:sym typeface="Roboto"/>
                      </a:endParaRPr>
                    </a:p>
                  </a:txBody>
                  <a:tcPr marT="91425" marB="91425" marR="182875" marL="2743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3F3F3"/>
                    </a:solidFill>
                  </a:tcPr>
                </a:tc>
              </a:tr>
              <a:tr h="1077150">
                <a:tc>
                  <a:txBody>
                    <a:bodyPr/>
                    <a:lstStyle/>
                    <a:p>
                      <a:pPr indent="0" lvl="0" marL="0" marR="0" rtl="0" algn="l">
                        <a:lnSpc>
                          <a:spcPct val="100000"/>
                        </a:lnSpc>
                        <a:spcBef>
                          <a:spcPts val="0"/>
                        </a:spcBef>
                        <a:spcAft>
                          <a:spcPts val="0"/>
                        </a:spcAft>
                        <a:buClr>
                          <a:srgbClr val="005E77"/>
                        </a:buClr>
                        <a:buSzPts val="1100"/>
                        <a:buFont typeface="Arial"/>
                        <a:buNone/>
                      </a:pPr>
                      <a:r>
                        <a:rPr b="1" lang="en" sz="1800" u="none" cap="none" strike="noStrike">
                          <a:solidFill>
                            <a:schemeClr val="dk2"/>
                          </a:solidFill>
                          <a:latin typeface="Roboto"/>
                          <a:ea typeface="Roboto"/>
                          <a:cs typeface="Roboto"/>
                          <a:sym typeface="Roboto"/>
                        </a:rPr>
                        <a:t>NEVER</a:t>
                      </a:r>
                      <a:r>
                        <a:rPr lang="en" sz="1800" u="none" cap="none" strike="noStrike">
                          <a:solidFill>
                            <a:schemeClr val="dk2"/>
                          </a:solidFill>
                          <a:latin typeface="Roboto"/>
                          <a:ea typeface="Roboto"/>
                          <a:cs typeface="Roboto"/>
                          <a:sym typeface="Roboto"/>
                        </a:rPr>
                        <a:t> apply any of these methods to any web applications that you do not own or do not have clear, written permission to be interacting with.</a:t>
                      </a:r>
                      <a:endParaRPr sz="1800" u="none" cap="none" strike="noStrike">
                        <a:solidFill>
                          <a:schemeClr val="dk2"/>
                        </a:solidFill>
                        <a:latin typeface="Roboto"/>
                        <a:ea typeface="Roboto"/>
                        <a:cs typeface="Roboto"/>
                        <a:sym typeface="Roboto"/>
                      </a:endParaRPr>
                    </a:p>
                  </a:txBody>
                  <a:tcPr marT="91425" marB="91425" marR="182875" marL="2743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718" name="Shape 1718"/>
        <p:cNvGrpSpPr/>
        <p:nvPr/>
      </p:nvGrpSpPr>
      <p:grpSpPr>
        <a:xfrm>
          <a:off x="0" y="0"/>
          <a:ext cx="0" cy="0"/>
          <a:chOff x="0" y="0"/>
          <a:chExt cx="0" cy="0"/>
        </a:xfrm>
      </p:grpSpPr>
      <p:pic>
        <p:nvPicPr>
          <p:cNvPr id="1719" name="Google Shape;1719;p233"/>
          <p:cNvPicPr preferRelativeResize="0"/>
          <p:nvPr/>
        </p:nvPicPr>
        <p:blipFill rotWithShape="1">
          <a:blip r:embed="rId3">
            <a:alphaModFix/>
          </a:blip>
          <a:srcRect b="0" l="0" r="0" t="0"/>
          <a:stretch/>
        </p:blipFill>
        <p:spPr>
          <a:xfrm>
            <a:off x="3999054" y="1550427"/>
            <a:ext cx="1145866" cy="1078475"/>
          </a:xfrm>
          <a:prstGeom prst="rect">
            <a:avLst/>
          </a:prstGeom>
          <a:noFill/>
          <a:ln>
            <a:noFill/>
          </a:ln>
        </p:spPr>
      </p:pic>
      <p:sp>
        <p:nvSpPr>
          <p:cNvPr id="1720" name="Google Shape;1720;p23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Introduction to </a:t>
            </a:r>
            <a:endParaRPr/>
          </a:p>
          <a:p>
            <a:pPr indent="0" lvl="0" marL="0" rtl="0" algn="ctr">
              <a:spcBef>
                <a:spcPts val="0"/>
              </a:spcBef>
              <a:spcAft>
                <a:spcPts val="0"/>
              </a:spcAft>
              <a:buNone/>
            </a:pPr>
            <a:r>
              <a:rPr lang="en"/>
              <a:t>Web Proxies and Burp Suite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24" name="Shape 1724"/>
        <p:cNvGrpSpPr/>
        <p:nvPr/>
      </p:nvGrpSpPr>
      <p:grpSpPr>
        <a:xfrm>
          <a:off x="0" y="0"/>
          <a:ext cx="0" cy="0"/>
          <a:chOff x="0" y="0"/>
          <a:chExt cx="0" cy="0"/>
        </a:xfrm>
      </p:grpSpPr>
      <p:sp>
        <p:nvSpPr>
          <p:cNvPr id="1725" name="Google Shape;1725;p234"/>
          <p:cNvSpPr txBox="1"/>
          <p:nvPr>
            <p:ph idx="4294967295" type="title"/>
          </p:nvPr>
        </p:nvSpPr>
        <p:spPr>
          <a:xfrm>
            <a:off x="440200" y="206691"/>
            <a:ext cx="9168600" cy="533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400"/>
              <a:buFont typeface="Arial"/>
              <a:buNone/>
            </a:pPr>
            <a:r>
              <a:rPr lang="en"/>
              <a:t>How Web Apps Interact with Back-End Servers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2400"/>
              <a:buNone/>
            </a:pPr>
            <a:r>
              <a:t/>
            </a:r>
            <a:endParaRPr/>
          </a:p>
        </p:txBody>
      </p:sp>
      <p:pic>
        <p:nvPicPr>
          <p:cNvPr id="1726" name="Google Shape;1726;p234"/>
          <p:cNvPicPr preferRelativeResize="0"/>
          <p:nvPr/>
        </p:nvPicPr>
        <p:blipFill rotWithShape="1">
          <a:blip r:embed="rId3">
            <a:alphaModFix/>
          </a:blip>
          <a:srcRect b="0" l="0" r="0" t="0"/>
          <a:stretch/>
        </p:blipFill>
        <p:spPr>
          <a:xfrm>
            <a:off x="580912" y="508075"/>
            <a:ext cx="7791889" cy="4382951"/>
          </a:xfrm>
          <a:prstGeom prst="rect">
            <a:avLst/>
          </a:prstGeom>
          <a:noFill/>
          <a:ln>
            <a:noFill/>
          </a:ln>
        </p:spPr>
      </p:pic>
      <p:pic>
        <p:nvPicPr>
          <p:cNvPr id="1727" name="Google Shape;1727;p234"/>
          <p:cNvPicPr preferRelativeResize="0"/>
          <p:nvPr/>
        </p:nvPicPr>
        <p:blipFill rotWithShape="1">
          <a:blip r:embed="rId4">
            <a:alphaModFix/>
          </a:blip>
          <a:srcRect b="0" l="0" r="0" t="0"/>
          <a:stretch/>
        </p:blipFill>
        <p:spPr>
          <a:xfrm>
            <a:off x="5551148" y="1772850"/>
            <a:ext cx="1087202" cy="1955500"/>
          </a:xfrm>
          <a:prstGeom prst="rect">
            <a:avLst/>
          </a:prstGeom>
          <a:noFill/>
          <a:ln>
            <a:noFill/>
          </a:ln>
        </p:spPr>
      </p:pic>
      <p:sp>
        <p:nvSpPr>
          <p:cNvPr id="1728" name="Google Shape;1728;p234"/>
          <p:cNvSpPr txBox="1"/>
          <p:nvPr>
            <p:ph idx="4294967295" type="subTitle"/>
          </p:nvPr>
        </p:nvSpPr>
        <p:spPr>
          <a:xfrm>
            <a:off x="1149650" y="1007850"/>
            <a:ext cx="1892700" cy="76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latin typeface="Roboto"/>
                <a:ea typeface="Roboto"/>
                <a:cs typeface="Roboto"/>
                <a:sym typeface="Roboto"/>
              </a:rPr>
              <a:t>A user’s browser </a:t>
            </a:r>
            <a:br>
              <a:rPr b="0" i="0" lang="en" sz="1400" u="none" cap="none" strike="noStrike">
                <a:latin typeface="Roboto"/>
                <a:ea typeface="Roboto"/>
                <a:cs typeface="Roboto"/>
                <a:sym typeface="Roboto"/>
              </a:rPr>
            </a:br>
            <a:r>
              <a:rPr b="0" i="0" lang="en" sz="1400" u="none" cap="none" strike="noStrike">
                <a:latin typeface="Roboto"/>
                <a:ea typeface="Roboto"/>
                <a:cs typeface="Roboto"/>
                <a:sym typeface="Roboto"/>
              </a:rPr>
              <a:t>(the client) requests </a:t>
            </a:r>
            <a:br>
              <a:rPr b="0" i="0" lang="en" sz="1400" u="none" cap="none" strike="noStrike">
                <a:latin typeface="Roboto"/>
                <a:ea typeface="Roboto"/>
                <a:cs typeface="Roboto"/>
                <a:sym typeface="Roboto"/>
              </a:rPr>
            </a:br>
            <a:r>
              <a:rPr b="0" i="0" lang="en" sz="1400" u="none" cap="none" strike="noStrike">
                <a:latin typeface="Roboto"/>
                <a:ea typeface="Roboto"/>
                <a:cs typeface="Roboto"/>
                <a:sym typeface="Roboto"/>
              </a:rPr>
              <a:t>an image of a car to </a:t>
            </a:r>
            <a:br>
              <a:rPr b="0" i="0" lang="en" sz="1400" u="none" cap="none" strike="noStrike">
                <a:latin typeface="Roboto"/>
                <a:ea typeface="Roboto"/>
                <a:cs typeface="Roboto"/>
                <a:sym typeface="Roboto"/>
              </a:rPr>
            </a:br>
            <a:r>
              <a:rPr b="0" i="0" lang="en" sz="1400" u="none" cap="none" strike="noStrike">
                <a:latin typeface="Roboto"/>
                <a:ea typeface="Roboto"/>
                <a:cs typeface="Roboto"/>
                <a:sym typeface="Roboto"/>
              </a:rPr>
              <a:t>be displayed with an HTTP request.</a:t>
            </a:r>
            <a:endParaRPr b="0" i="0" sz="1200" u="none" cap="none" strike="noStrike">
              <a:latin typeface="Roboto"/>
              <a:ea typeface="Roboto"/>
              <a:cs typeface="Roboto"/>
              <a:sym typeface="Roboto"/>
            </a:endParaRPr>
          </a:p>
        </p:txBody>
      </p:sp>
      <p:grpSp>
        <p:nvGrpSpPr>
          <p:cNvPr id="1729" name="Google Shape;1729;p234"/>
          <p:cNvGrpSpPr/>
          <p:nvPr/>
        </p:nvGrpSpPr>
        <p:grpSpPr>
          <a:xfrm>
            <a:off x="456681" y="1007852"/>
            <a:ext cx="533372" cy="533480"/>
            <a:chOff x="457200" y="1378813"/>
            <a:chExt cx="695400" cy="695450"/>
          </a:xfrm>
        </p:grpSpPr>
        <p:sp>
          <p:nvSpPr>
            <p:cNvPr id="1730" name="Google Shape;1730;p234"/>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chemeClr val="lt1"/>
                  </a:solidFill>
                  <a:latin typeface="Roboto"/>
                  <a:ea typeface="Roboto"/>
                  <a:cs typeface="Roboto"/>
                  <a:sym typeface="Roboto"/>
                </a:rPr>
                <a:t>01</a:t>
              </a:r>
              <a:endParaRPr b="1" i="0" sz="2000" u="none" cap="none" strike="noStrike">
                <a:solidFill>
                  <a:schemeClr val="lt1"/>
                </a:solidFill>
                <a:latin typeface="Roboto"/>
                <a:ea typeface="Roboto"/>
                <a:cs typeface="Roboto"/>
                <a:sym typeface="Roboto"/>
              </a:endParaRPr>
            </a:p>
          </p:txBody>
        </p:sp>
        <p:sp>
          <p:nvSpPr>
            <p:cNvPr id="1731" name="Google Shape;1731;p234"/>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732" name="Google Shape;1732;p234"/>
          <p:cNvSpPr txBox="1"/>
          <p:nvPr>
            <p:ph idx="4294967295" type="body"/>
          </p:nvPr>
        </p:nvSpPr>
        <p:spPr>
          <a:xfrm>
            <a:off x="6774550" y="2677475"/>
            <a:ext cx="2095200" cy="866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1400">
                <a:latin typeface="Roboto"/>
                <a:ea typeface="Roboto"/>
                <a:cs typeface="Roboto"/>
                <a:sym typeface="Roboto"/>
              </a:rPr>
              <a:t>The web server (the server) responds with </a:t>
            </a:r>
            <a:br>
              <a:rPr lang="en" sz="1400">
                <a:latin typeface="Roboto"/>
                <a:ea typeface="Roboto"/>
                <a:cs typeface="Roboto"/>
                <a:sym typeface="Roboto"/>
              </a:rPr>
            </a:br>
            <a:r>
              <a:rPr lang="en" sz="1400">
                <a:latin typeface="Roboto"/>
                <a:ea typeface="Roboto"/>
                <a:cs typeface="Roboto"/>
                <a:sym typeface="Roboto"/>
              </a:rPr>
              <a:t>th</a:t>
            </a:r>
            <a:r>
              <a:rPr lang="en" sz="1400"/>
              <a:t>e</a:t>
            </a:r>
            <a:r>
              <a:rPr lang="en" sz="1400">
                <a:latin typeface="Roboto"/>
                <a:ea typeface="Roboto"/>
                <a:cs typeface="Roboto"/>
                <a:sym typeface="Roboto"/>
              </a:rPr>
              <a:t> car image by sending an HTTP response.</a:t>
            </a:r>
            <a:endParaRPr sz="1200">
              <a:latin typeface="Roboto"/>
              <a:ea typeface="Roboto"/>
              <a:cs typeface="Roboto"/>
              <a:sym typeface="Roboto"/>
            </a:endParaRPr>
          </a:p>
        </p:txBody>
      </p:sp>
      <p:grpSp>
        <p:nvGrpSpPr>
          <p:cNvPr id="1733" name="Google Shape;1733;p234"/>
          <p:cNvGrpSpPr/>
          <p:nvPr/>
        </p:nvGrpSpPr>
        <p:grpSpPr>
          <a:xfrm>
            <a:off x="6774556" y="2038489"/>
            <a:ext cx="533372" cy="533480"/>
            <a:chOff x="457200" y="1378813"/>
            <a:chExt cx="695400" cy="695450"/>
          </a:xfrm>
        </p:grpSpPr>
        <p:sp>
          <p:nvSpPr>
            <p:cNvPr id="1734" name="Google Shape;1734;p234"/>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1900" u="none" cap="none" strike="noStrike">
                  <a:solidFill>
                    <a:srgbClr val="FFFFFF"/>
                  </a:solidFill>
                  <a:latin typeface="Roboto"/>
                  <a:ea typeface="Roboto"/>
                  <a:cs typeface="Roboto"/>
                  <a:sym typeface="Roboto"/>
                </a:rPr>
                <a:t>02</a:t>
              </a:r>
              <a:endParaRPr b="1" i="0" sz="1900" u="none" cap="none" strike="noStrike">
                <a:solidFill>
                  <a:srgbClr val="FFFFFF"/>
                </a:solidFill>
                <a:latin typeface="Roboto"/>
                <a:ea typeface="Roboto"/>
                <a:cs typeface="Roboto"/>
                <a:sym typeface="Roboto"/>
              </a:endParaRPr>
            </a:p>
          </p:txBody>
        </p:sp>
        <p:sp>
          <p:nvSpPr>
            <p:cNvPr id="1735" name="Google Shape;1735;p234"/>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736" name="Google Shape;1736;p234"/>
          <p:cNvSpPr txBox="1"/>
          <p:nvPr>
            <p:ph idx="4294967295" type="subTitle"/>
          </p:nvPr>
        </p:nvSpPr>
        <p:spPr>
          <a:xfrm>
            <a:off x="1149650" y="3707275"/>
            <a:ext cx="1812900" cy="90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latin typeface="Roboto"/>
                <a:ea typeface="Roboto"/>
                <a:cs typeface="Roboto"/>
                <a:sym typeface="Roboto"/>
              </a:rPr>
              <a:t>The browser receives the HTTP response and renders the image of the car to the user.</a:t>
            </a:r>
            <a:endParaRPr b="0" i="0" sz="1200" u="none" cap="none" strike="noStrike">
              <a:latin typeface="Roboto"/>
              <a:ea typeface="Roboto"/>
              <a:cs typeface="Roboto"/>
              <a:sym typeface="Roboto"/>
            </a:endParaRPr>
          </a:p>
        </p:txBody>
      </p:sp>
      <p:grpSp>
        <p:nvGrpSpPr>
          <p:cNvPr id="1737" name="Google Shape;1737;p234"/>
          <p:cNvGrpSpPr/>
          <p:nvPr/>
        </p:nvGrpSpPr>
        <p:grpSpPr>
          <a:xfrm>
            <a:off x="456681" y="3707277"/>
            <a:ext cx="533372" cy="533480"/>
            <a:chOff x="457200" y="1378813"/>
            <a:chExt cx="695400" cy="695450"/>
          </a:xfrm>
        </p:grpSpPr>
        <p:sp>
          <p:nvSpPr>
            <p:cNvPr id="1738" name="Google Shape;1738;p234"/>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1900" u="none" cap="none" strike="noStrike">
                  <a:solidFill>
                    <a:schemeClr val="lt1"/>
                  </a:solidFill>
                  <a:latin typeface="Roboto"/>
                  <a:ea typeface="Roboto"/>
                  <a:cs typeface="Roboto"/>
                  <a:sym typeface="Roboto"/>
                </a:rPr>
                <a:t>03</a:t>
              </a:r>
              <a:endParaRPr b="1" i="0" sz="1900" u="none" cap="none" strike="noStrike">
                <a:solidFill>
                  <a:schemeClr val="lt1"/>
                </a:solidFill>
                <a:latin typeface="Roboto"/>
                <a:ea typeface="Roboto"/>
                <a:cs typeface="Roboto"/>
                <a:sym typeface="Roboto"/>
              </a:endParaRPr>
            </a:p>
          </p:txBody>
        </p:sp>
        <p:sp>
          <p:nvSpPr>
            <p:cNvPr id="1739" name="Google Shape;1739;p234"/>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740" name="Google Shape;1740;p234"/>
          <p:cNvSpPr/>
          <p:nvPr/>
        </p:nvSpPr>
        <p:spPr>
          <a:xfrm>
            <a:off x="4291000" y="4142275"/>
            <a:ext cx="1467000" cy="399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100"/>
              <a:buFont typeface="Arial"/>
              <a:buNone/>
            </a:pPr>
            <a:r>
              <a:rPr b="0" i="0" lang="en" sz="1400" u="none" cap="none" strike="noStrike">
                <a:solidFill>
                  <a:schemeClr val="dk2"/>
                </a:solidFill>
                <a:latin typeface="Roboto Medium"/>
                <a:ea typeface="Roboto Medium"/>
                <a:cs typeface="Roboto Medium"/>
                <a:sym typeface="Roboto Medium"/>
              </a:rPr>
              <a:t>HTTP </a:t>
            </a:r>
            <a:r>
              <a:rPr lang="en">
                <a:solidFill>
                  <a:schemeClr val="dk2"/>
                </a:solidFill>
                <a:latin typeface="Roboto Medium"/>
                <a:ea typeface="Roboto Medium"/>
                <a:cs typeface="Roboto Medium"/>
                <a:sym typeface="Roboto Medium"/>
              </a:rPr>
              <a:t>R</a:t>
            </a:r>
            <a:r>
              <a:rPr b="0" i="0" lang="en" sz="1400" u="none" cap="none" strike="noStrike">
                <a:solidFill>
                  <a:schemeClr val="dk2"/>
                </a:solidFill>
                <a:latin typeface="Roboto Medium"/>
                <a:ea typeface="Roboto Medium"/>
                <a:cs typeface="Roboto Medium"/>
                <a:sym typeface="Roboto Medium"/>
              </a:rPr>
              <a:t>esponse</a:t>
            </a:r>
            <a:endParaRPr b="0" i="0" sz="1400" u="none" cap="none" strike="noStrike">
              <a:solidFill>
                <a:schemeClr val="dk2"/>
              </a:solidFill>
              <a:latin typeface="Roboto Medium"/>
              <a:ea typeface="Roboto Medium"/>
              <a:cs typeface="Roboto Medium"/>
              <a:sym typeface="Roboto Medium"/>
            </a:endParaRPr>
          </a:p>
        </p:txBody>
      </p:sp>
      <p:sp>
        <p:nvSpPr>
          <p:cNvPr id="1741" name="Google Shape;1741;p234"/>
          <p:cNvSpPr/>
          <p:nvPr/>
        </p:nvSpPr>
        <p:spPr>
          <a:xfrm>
            <a:off x="3947728" y="921300"/>
            <a:ext cx="1467000" cy="4416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100"/>
              <a:buFont typeface="Arial"/>
              <a:buNone/>
            </a:pPr>
            <a:r>
              <a:rPr b="0" i="0" lang="en" sz="1400" u="none" cap="none" strike="noStrike">
                <a:solidFill>
                  <a:schemeClr val="dk2"/>
                </a:solidFill>
                <a:latin typeface="Roboto Medium"/>
                <a:ea typeface="Roboto Medium"/>
                <a:cs typeface="Roboto Medium"/>
                <a:sym typeface="Roboto Medium"/>
              </a:rPr>
              <a:t>HTTP </a:t>
            </a:r>
            <a:r>
              <a:rPr lang="en">
                <a:solidFill>
                  <a:schemeClr val="dk2"/>
                </a:solidFill>
                <a:latin typeface="Roboto Medium"/>
                <a:ea typeface="Roboto Medium"/>
                <a:cs typeface="Roboto Medium"/>
                <a:sym typeface="Roboto Medium"/>
              </a:rPr>
              <a:t>R</a:t>
            </a:r>
            <a:r>
              <a:rPr b="0" i="0" lang="en" sz="1400" u="none" cap="none" strike="noStrike">
                <a:solidFill>
                  <a:schemeClr val="dk2"/>
                </a:solidFill>
                <a:latin typeface="Roboto Medium"/>
                <a:ea typeface="Roboto Medium"/>
                <a:cs typeface="Roboto Medium"/>
                <a:sym typeface="Roboto Medium"/>
              </a:rPr>
              <a:t>equest</a:t>
            </a:r>
            <a:br>
              <a:rPr b="0" i="0" lang="en" sz="1400" u="none" cap="none" strike="noStrike">
                <a:solidFill>
                  <a:schemeClr val="dk2"/>
                </a:solidFill>
                <a:latin typeface="Roboto Medium"/>
                <a:ea typeface="Roboto Medium"/>
                <a:cs typeface="Roboto Medium"/>
                <a:sym typeface="Roboto Medium"/>
              </a:rPr>
            </a:br>
            <a:r>
              <a:rPr b="0" i="0" lang="en" sz="1400" u="none" cap="none" strike="noStrike">
                <a:solidFill>
                  <a:schemeClr val="dk2"/>
                </a:solidFill>
                <a:latin typeface="Roboto Medium"/>
                <a:ea typeface="Roboto Medium"/>
                <a:cs typeface="Roboto Medium"/>
                <a:sym typeface="Roboto Medium"/>
              </a:rPr>
              <a:t>for </a:t>
            </a:r>
            <a:r>
              <a:rPr lang="en">
                <a:solidFill>
                  <a:schemeClr val="dk2"/>
                </a:solidFill>
                <a:latin typeface="Roboto Medium"/>
                <a:ea typeface="Roboto Medium"/>
                <a:cs typeface="Roboto Medium"/>
                <a:sym typeface="Roboto Medium"/>
              </a:rPr>
              <a:t>C</a:t>
            </a:r>
            <a:r>
              <a:rPr b="0" i="0" lang="en" sz="1400" u="none" cap="none" strike="noStrike">
                <a:solidFill>
                  <a:schemeClr val="dk2"/>
                </a:solidFill>
                <a:latin typeface="Roboto Medium"/>
                <a:ea typeface="Roboto Medium"/>
                <a:cs typeface="Roboto Medium"/>
                <a:sym typeface="Roboto Medium"/>
              </a:rPr>
              <a:t>ar </a:t>
            </a:r>
            <a:r>
              <a:rPr lang="en">
                <a:solidFill>
                  <a:schemeClr val="dk2"/>
                </a:solidFill>
                <a:latin typeface="Roboto Medium"/>
                <a:ea typeface="Roboto Medium"/>
                <a:cs typeface="Roboto Medium"/>
                <a:sym typeface="Roboto Medium"/>
              </a:rPr>
              <a:t>I</a:t>
            </a:r>
            <a:r>
              <a:rPr b="0" i="0" lang="en" sz="1400" u="none" cap="none" strike="noStrike">
                <a:solidFill>
                  <a:schemeClr val="dk2"/>
                </a:solidFill>
                <a:latin typeface="Roboto Medium"/>
                <a:ea typeface="Roboto Medium"/>
                <a:cs typeface="Roboto Medium"/>
                <a:sym typeface="Roboto Medium"/>
              </a:rPr>
              <a:t>mage</a:t>
            </a:r>
            <a:endParaRPr b="0" i="0" sz="1400" u="none" cap="none" strike="noStrike">
              <a:solidFill>
                <a:schemeClr val="dk2"/>
              </a:solidFill>
              <a:latin typeface="Roboto Medium"/>
              <a:ea typeface="Roboto Medium"/>
              <a:cs typeface="Roboto Medium"/>
              <a:sym typeface="Roboto Medium"/>
            </a:endParaRPr>
          </a:p>
        </p:txBody>
      </p:sp>
      <p:pic>
        <p:nvPicPr>
          <p:cNvPr id="1742" name="Google Shape;1742;p234"/>
          <p:cNvPicPr preferRelativeResize="0"/>
          <p:nvPr/>
        </p:nvPicPr>
        <p:blipFill rotWithShape="1">
          <a:blip r:embed="rId5">
            <a:alphaModFix/>
          </a:blip>
          <a:srcRect b="0" l="0" r="75974" t="0"/>
          <a:stretch/>
        </p:blipFill>
        <p:spPr>
          <a:xfrm>
            <a:off x="1504675" y="1992425"/>
            <a:ext cx="1537673" cy="1495275"/>
          </a:xfrm>
          <a:prstGeom prst="rect">
            <a:avLst/>
          </a:prstGeom>
          <a:noFill/>
          <a:ln>
            <a:noFill/>
          </a:ln>
        </p:spPr>
      </p:pic>
      <p:pic>
        <p:nvPicPr>
          <p:cNvPr id="1743" name="Google Shape;1743;p234"/>
          <p:cNvPicPr preferRelativeResize="0"/>
          <p:nvPr/>
        </p:nvPicPr>
        <p:blipFill rotWithShape="1">
          <a:blip r:embed="rId6">
            <a:alphaModFix/>
          </a:blip>
          <a:srcRect b="0" l="0" r="0" t="0"/>
          <a:stretch/>
        </p:blipFill>
        <p:spPr>
          <a:xfrm>
            <a:off x="1781105" y="2435464"/>
            <a:ext cx="879957" cy="4629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47" name="Shape 1747"/>
        <p:cNvGrpSpPr/>
        <p:nvPr/>
      </p:nvGrpSpPr>
      <p:grpSpPr>
        <a:xfrm>
          <a:off x="0" y="0"/>
          <a:ext cx="0" cy="0"/>
          <a:chOff x="0" y="0"/>
          <a:chExt cx="0" cy="0"/>
        </a:xfrm>
      </p:grpSpPr>
      <p:sp>
        <p:nvSpPr>
          <p:cNvPr id="1748" name="Google Shape;1748;p235"/>
          <p:cNvSpPr txBox="1"/>
          <p:nvPr>
            <p:ph idx="4294967295" type="title"/>
          </p:nvPr>
        </p:nvSpPr>
        <p:spPr>
          <a:xfrm>
            <a:off x="86102"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Web Proxy</a:t>
            </a:r>
            <a:endParaRPr/>
          </a:p>
          <a:p>
            <a:pPr indent="0" lvl="0" marL="0" rtl="0" algn="l">
              <a:lnSpc>
                <a:spcPct val="100000"/>
              </a:lnSpc>
              <a:spcBef>
                <a:spcPts val="0"/>
              </a:spcBef>
              <a:spcAft>
                <a:spcPts val="0"/>
              </a:spcAft>
              <a:buClr>
                <a:srgbClr val="000000"/>
              </a:buClr>
              <a:buSzPts val="24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2400"/>
              <a:buNone/>
            </a:pPr>
            <a:r>
              <a:t/>
            </a:r>
            <a:endParaRPr/>
          </a:p>
        </p:txBody>
      </p:sp>
      <p:sp>
        <p:nvSpPr>
          <p:cNvPr id="1749" name="Google Shape;1749;p235"/>
          <p:cNvSpPr txBox="1"/>
          <p:nvPr/>
        </p:nvSpPr>
        <p:spPr>
          <a:xfrm>
            <a:off x="86102" y="512064"/>
            <a:ext cx="8375400" cy="4584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i="0" lang="en" sz="1800" u="none" cap="none" strike="noStrike">
                <a:solidFill>
                  <a:schemeClr val="dk2"/>
                </a:solidFill>
                <a:latin typeface="Roboto"/>
                <a:ea typeface="Roboto"/>
                <a:cs typeface="Roboto"/>
                <a:sym typeface="Roboto"/>
              </a:rPr>
              <a:t>A </a:t>
            </a:r>
            <a:r>
              <a:rPr b="1" i="0" lang="en" sz="1800" u="none" cap="none" strike="noStrike">
                <a:solidFill>
                  <a:schemeClr val="dk2"/>
                </a:solidFill>
                <a:latin typeface="Roboto"/>
                <a:ea typeface="Roboto"/>
                <a:cs typeface="Roboto"/>
                <a:sym typeface="Roboto"/>
              </a:rPr>
              <a:t>web proxy</a:t>
            </a:r>
            <a:r>
              <a:rPr i="0" lang="en" sz="1800" u="none" cap="none" strike="noStrike">
                <a:solidFill>
                  <a:schemeClr val="dk2"/>
                </a:solidFill>
                <a:latin typeface="Roboto"/>
                <a:ea typeface="Roboto"/>
                <a:cs typeface="Roboto"/>
                <a:sym typeface="Roboto"/>
              </a:rPr>
              <a:t> is an intermediary between the client and the server.</a:t>
            </a:r>
            <a:endParaRPr i="0" sz="180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en" sz="1800" u="none" cap="none" strike="noStrike">
                <a:solidFill>
                  <a:schemeClr val="dk2"/>
                </a:solidFill>
                <a:latin typeface="Roboto"/>
                <a:ea typeface="Roboto"/>
                <a:cs typeface="Roboto"/>
                <a:sym typeface="Roboto"/>
              </a:rPr>
              <a:t>Internet traffic flows through the proxy on the way to its intended destination.</a:t>
            </a:r>
            <a:endParaRPr i="0" sz="1800" u="none" cap="none" strike="noStrike">
              <a:solidFill>
                <a:schemeClr val="dk2"/>
              </a:solidFill>
              <a:latin typeface="Roboto"/>
              <a:ea typeface="Roboto"/>
              <a:cs typeface="Roboto"/>
              <a:sym typeface="Roboto"/>
            </a:endParaRPr>
          </a:p>
        </p:txBody>
      </p:sp>
      <p:sp>
        <p:nvSpPr>
          <p:cNvPr id="1750" name="Google Shape;1750;p235"/>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1751" name="Google Shape;1751;p235"/>
          <p:cNvPicPr preferRelativeResize="0"/>
          <p:nvPr/>
        </p:nvPicPr>
        <p:blipFill rotWithShape="1">
          <a:blip r:embed="rId3">
            <a:alphaModFix/>
          </a:blip>
          <a:srcRect b="11383" l="0" r="0" t="11390"/>
          <a:stretch/>
        </p:blipFill>
        <p:spPr>
          <a:xfrm>
            <a:off x="73350" y="1390600"/>
            <a:ext cx="8540450" cy="3709850"/>
          </a:xfrm>
          <a:prstGeom prst="rect">
            <a:avLst/>
          </a:prstGeom>
          <a:noFill/>
          <a:ln>
            <a:noFill/>
          </a:ln>
        </p:spPr>
      </p:pic>
      <p:sp>
        <p:nvSpPr>
          <p:cNvPr id="1752" name="Google Shape;1752;p235"/>
          <p:cNvSpPr/>
          <p:nvPr/>
        </p:nvSpPr>
        <p:spPr>
          <a:xfrm>
            <a:off x="2453465" y="1443350"/>
            <a:ext cx="1544700" cy="533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100"/>
              <a:buFont typeface="Arial"/>
              <a:buNone/>
            </a:pPr>
            <a:r>
              <a:rPr b="0" i="0" lang="en" u="none" cap="none" strike="noStrike">
                <a:solidFill>
                  <a:schemeClr val="dk2"/>
                </a:solidFill>
                <a:latin typeface="Roboto Medium"/>
                <a:ea typeface="Roboto Medium"/>
                <a:cs typeface="Roboto Medium"/>
                <a:sym typeface="Roboto Medium"/>
              </a:rPr>
              <a:t>HTTP</a:t>
            </a:r>
            <a:r>
              <a:rPr b="0" i="0" lang="en" u="none" cap="none" strike="noStrike">
                <a:solidFill>
                  <a:schemeClr val="dk2"/>
                </a:solidFill>
                <a:latin typeface="Roboto Medium"/>
                <a:ea typeface="Roboto Medium"/>
                <a:cs typeface="Roboto Medium"/>
                <a:sym typeface="Roboto Medium"/>
              </a:rPr>
              <a:t> </a:t>
            </a:r>
            <a:r>
              <a:rPr lang="en">
                <a:solidFill>
                  <a:schemeClr val="dk2"/>
                </a:solidFill>
                <a:latin typeface="Roboto Medium"/>
                <a:ea typeface="Roboto Medium"/>
                <a:cs typeface="Roboto Medium"/>
                <a:sym typeface="Roboto Medium"/>
              </a:rPr>
              <a:t>R</a:t>
            </a:r>
            <a:r>
              <a:rPr b="0" i="0" lang="en" u="none" cap="none" strike="noStrike">
                <a:solidFill>
                  <a:schemeClr val="dk2"/>
                </a:solidFill>
                <a:latin typeface="Roboto Medium"/>
                <a:ea typeface="Roboto Medium"/>
                <a:cs typeface="Roboto Medium"/>
                <a:sym typeface="Roboto Medium"/>
              </a:rPr>
              <a:t>equest</a:t>
            </a:r>
            <a:br>
              <a:rPr b="0" i="0" lang="en" u="none" cap="none" strike="noStrike">
                <a:solidFill>
                  <a:schemeClr val="dk2"/>
                </a:solidFill>
                <a:latin typeface="Roboto Medium"/>
                <a:ea typeface="Roboto Medium"/>
                <a:cs typeface="Roboto Medium"/>
                <a:sym typeface="Roboto Medium"/>
              </a:rPr>
            </a:br>
            <a:r>
              <a:rPr b="0" i="0" lang="en" u="none" cap="none" strike="noStrike">
                <a:solidFill>
                  <a:schemeClr val="dk2"/>
                </a:solidFill>
                <a:latin typeface="Roboto Medium"/>
                <a:ea typeface="Roboto Medium"/>
                <a:cs typeface="Roboto Medium"/>
                <a:sym typeface="Roboto Medium"/>
              </a:rPr>
              <a:t>for </a:t>
            </a:r>
            <a:r>
              <a:rPr lang="en">
                <a:solidFill>
                  <a:schemeClr val="dk2"/>
                </a:solidFill>
                <a:latin typeface="Roboto Medium"/>
                <a:ea typeface="Roboto Medium"/>
                <a:cs typeface="Roboto Medium"/>
                <a:sym typeface="Roboto Medium"/>
              </a:rPr>
              <a:t>C</a:t>
            </a:r>
            <a:r>
              <a:rPr b="0" i="0" lang="en" u="none" cap="none" strike="noStrike">
                <a:solidFill>
                  <a:schemeClr val="dk2"/>
                </a:solidFill>
                <a:latin typeface="Roboto Medium"/>
                <a:ea typeface="Roboto Medium"/>
                <a:cs typeface="Roboto Medium"/>
                <a:sym typeface="Roboto Medium"/>
              </a:rPr>
              <a:t>ar </a:t>
            </a:r>
            <a:r>
              <a:rPr lang="en">
                <a:solidFill>
                  <a:schemeClr val="dk2"/>
                </a:solidFill>
                <a:latin typeface="Roboto Medium"/>
                <a:ea typeface="Roboto Medium"/>
                <a:cs typeface="Roboto Medium"/>
                <a:sym typeface="Roboto Medium"/>
              </a:rPr>
              <a:t>I</a:t>
            </a:r>
            <a:r>
              <a:rPr b="0" i="0" lang="en" u="none" cap="none" strike="noStrike">
                <a:solidFill>
                  <a:schemeClr val="dk2"/>
                </a:solidFill>
                <a:latin typeface="Roboto Medium"/>
                <a:ea typeface="Roboto Medium"/>
                <a:cs typeface="Roboto Medium"/>
                <a:sym typeface="Roboto Medium"/>
              </a:rPr>
              <a:t>mage</a:t>
            </a:r>
            <a:endParaRPr b="0" i="0" u="none" cap="none" strike="noStrike">
              <a:solidFill>
                <a:schemeClr val="dk2"/>
              </a:solidFill>
              <a:latin typeface="Roboto Medium"/>
              <a:ea typeface="Roboto Medium"/>
              <a:cs typeface="Roboto Medium"/>
              <a:sym typeface="Roboto Medium"/>
            </a:endParaRPr>
          </a:p>
        </p:txBody>
      </p:sp>
      <p:sp>
        <p:nvSpPr>
          <p:cNvPr id="1753" name="Google Shape;1753;p235"/>
          <p:cNvSpPr/>
          <p:nvPr/>
        </p:nvSpPr>
        <p:spPr>
          <a:xfrm>
            <a:off x="5936325" y="4248150"/>
            <a:ext cx="1339800" cy="4629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100"/>
              <a:buFont typeface="Arial"/>
              <a:buNone/>
            </a:pPr>
            <a:r>
              <a:rPr b="0" i="0" lang="en" u="none" cap="none" strike="noStrike">
                <a:solidFill>
                  <a:schemeClr val="dk2"/>
                </a:solidFill>
                <a:latin typeface="Roboto Medium"/>
                <a:ea typeface="Roboto Medium"/>
                <a:cs typeface="Roboto Medium"/>
                <a:sym typeface="Roboto Medium"/>
              </a:rPr>
              <a:t>HTTP </a:t>
            </a:r>
            <a:r>
              <a:rPr lang="en">
                <a:solidFill>
                  <a:schemeClr val="dk2"/>
                </a:solidFill>
                <a:latin typeface="Roboto Medium"/>
                <a:ea typeface="Roboto Medium"/>
                <a:cs typeface="Roboto Medium"/>
                <a:sym typeface="Roboto Medium"/>
              </a:rPr>
              <a:t>R</a:t>
            </a:r>
            <a:r>
              <a:rPr b="0" i="0" lang="en" u="none" cap="none" strike="noStrike">
                <a:solidFill>
                  <a:schemeClr val="dk2"/>
                </a:solidFill>
                <a:latin typeface="Roboto Medium"/>
                <a:ea typeface="Roboto Medium"/>
                <a:cs typeface="Roboto Medium"/>
                <a:sym typeface="Roboto Medium"/>
              </a:rPr>
              <a:t>esponse</a:t>
            </a:r>
            <a:endParaRPr b="0" i="0" u="none" cap="none" strike="noStrike">
              <a:solidFill>
                <a:schemeClr val="dk2"/>
              </a:solidFill>
              <a:latin typeface="Roboto Medium"/>
              <a:ea typeface="Roboto Medium"/>
              <a:cs typeface="Roboto Medium"/>
              <a:sym typeface="Roboto Medium"/>
            </a:endParaRPr>
          </a:p>
        </p:txBody>
      </p:sp>
      <p:sp>
        <p:nvSpPr>
          <p:cNvPr id="1754" name="Google Shape;1754;p235"/>
          <p:cNvSpPr/>
          <p:nvPr/>
        </p:nvSpPr>
        <p:spPr>
          <a:xfrm>
            <a:off x="3967163" y="2105850"/>
            <a:ext cx="1389300" cy="1812600"/>
          </a:xfrm>
          <a:prstGeom prst="roundRect">
            <a:avLst>
              <a:gd fmla="val 6487"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235"/>
          <p:cNvSpPr txBox="1"/>
          <p:nvPr/>
        </p:nvSpPr>
        <p:spPr>
          <a:xfrm>
            <a:off x="3967163" y="2159075"/>
            <a:ext cx="13893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Roboto Medium"/>
                <a:ea typeface="Roboto Medium"/>
                <a:cs typeface="Roboto Medium"/>
                <a:sym typeface="Roboto Medium"/>
              </a:rPr>
              <a:t>Proxy</a:t>
            </a:r>
            <a:endParaRPr b="0" i="0" sz="1600" u="none" cap="none" strike="noStrike">
              <a:solidFill>
                <a:srgbClr val="000000"/>
              </a:solidFill>
              <a:latin typeface="Roboto Medium"/>
              <a:ea typeface="Roboto Medium"/>
              <a:cs typeface="Roboto Medium"/>
              <a:sym typeface="Roboto Medium"/>
            </a:endParaRPr>
          </a:p>
        </p:txBody>
      </p:sp>
      <p:pic>
        <p:nvPicPr>
          <p:cNvPr id="1756" name="Google Shape;1756;p235"/>
          <p:cNvPicPr preferRelativeResize="0"/>
          <p:nvPr/>
        </p:nvPicPr>
        <p:blipFill rotWithShape="1">
          <a:blip r:embed="rId4">
            <a:alphaModFix/>
          </a:blip>
          <a:srcRect b="0" l="0" r="0" t="0"/>
          <a:stretch/>
        </p:blipFill>
        <p:spPr>
          <a:xfrm>
            <a:off x="7194923" y="2159063"/>
            <a:ext cx="1007752" cy="1812601"/>
          </a:xfrm>
          <a:prstGeom prst="rect">
            <a:avLst/>
          </a:prstGeom>
          <a:noFill/>
          <a:ln>
            <a:noFill/>
          </a:ln>
        </p:spPr>
      </p:pic>
      <p:pic>
        <p:nvPicPr>
          <p:cNvPr id="1757" name="Google Shape;1757;p235"/>
          <p:cNvPicPr preferRelativeResize="0"/>
          <p:nvPr/>
        </p:nvPicPr>
        <p:blipFill rotWithShape="1">
          <a:blip r:embed="rId4">
            <a:alphaModFix/>
          </a:blip>
          <a:srcRect b="0" l="0" r="0" t="0"/>
          <a:stretch/>
        </p:blipFill>
        <p:spPr>
          <a:xfrm>
            <a:off x="4257125" y="2405375"/>
            <a:ext cx="809399" cy="1455851"/>
          </a:xfrm>
          <a:prstGeom prst="rect">
            <a:avLst/>
          </a:prstGeom>
          <a:noFill/>
          <a:ln>
            <a:noFill/>
          </a:ln>
        </p:spPr>
      </p:pic>
      <p:pic>
        <p:nvPicPr>
          <p:cNvPr id="1758" name="Google Shape;1758;p235"/>
          <p:cNvPicPr preferRelativeResize="0"/>
          <p:nvPr/>
        </p:nvPicPr>
        <p:blipFill rotWithShape="1">
          <a:blip r:embed="rId5">
            <a:alphaModFix/>
          </a:blip>
          <a:srcRect b="0" l="0" r="75974" t="0"/>
          <a:stretch/>
        </p:blipFill>
        <p:spPr>
          <a:xfrm>
            <a:off x="758925" y="2159075"/>
            <a:ext cx="1537673" cy="1495275"/>
          </a:xfrm>
          <a:prstGeom prst="rect">
            <a:avLst/>
          </a:prstGeom>
          <a:noFill/>
          <a:ln>
            <a:noFill/>
          </a:ln>
        </p:spPr>
      </p:pic>
      <p:pic>
        <p:nvPicPr>
          <p:cNvPr id="1759" name="Google Shape;1759;p235"/>
          <p:cNvPicPr preferRelativeResize="0"/>
          <p:nvPr/>
        </p:nvPicPr>
        <p:blipFill rotWithShape="1">
          <a:blip r:embed="rId6">
            <a:alphaModFix/>
          </a:blip>
          <a:srcRect b="0" l="0" r="0" t="0"/>
          <a:stretch/>
        </p:blipFill>
        <p:spPr>
          <a:xfrm>
            <a:off x="1035355" y="2602114"/>
            <a:ext cx="879957" cy="462984"/>
          </a:xfrm>
          <a:prstGeom prst="rect">
            <a:avLst/>
          </a:prstGeom>
          <a:noFill/>
          <a:ln>
            <a:noFill/>
          </a:ln>
        </p:spPr>
      </p:pic>
      <p:sp>
        <p:nvSpPr>
          <p:cNvPr id="1760" name="Google Shape;1760;p235"/>
          <p:cNvSpPr/>
          <p:nvPr/>
        </p:nvSpPr>
        <p:spPr>
          <a:xfrm>
            <a:off x="2917325" y="4248150"/>
            <a:ext cx="1339800" cy="4629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100"/>
              <a:buFont typeface="Arial"/>
              <a:buNone/>
            </a:pPr>
            <a:r>
              <a:rPr b="0" i="0" lang="en" u="none" cap="none" strike="noStrike">
                <a:solidFill>
                  <a:schemeClr val="dk2"/>
                </a:solidFill>
                <a:latin typeface="Roboto Medium"/>
                <a:ea typeface="Roboto Medium"/>
                <a:cs typeface="Roboto Medium"/>
                <a:sym typeface="Roboto Medium"/>
              </a:rPr>
              <a:t>HTTP </a:t>
            </a:r>
            <a:r>
              <a:rPr lang="en">
                <a:solidFill>
                  <a:schemeClr val="dk2"/>
                </a:solidFill>
                <a:latin typeface="Roboto Medium"/>
                <a:ea typeface="Roboto Medium"/>
                <a:cs typeface="Roboto Medium"/>
                <a:sym typeface="Roboto Medium"/>
              </a:rPr>
              <a:t>R</a:t>
            </a:r>
            <a:r>
              <a:rPr b="0" i="0" lang="en" u="none" cap="none" strike="noStrike">
                <a:solidFill>
                  <a:schemeClr val="dk2"/>
                </a:solidFill>
                <a:latin typeface="Roboto Medium"/>
                <a:ea typeface="Roboto Medium"/>
                <a:cs typeface="Roboto Medium"/>
                <a:sym typeface="Roboto Medium"/>
              </a:rPr>
              <a:t>esponse</a:t>
            </a:r>
            <a:endParaRPr b="0" i="0" u="none" cap="none" strike="noStrike">
              <a:solidFill>
                <a:schemeClr val="dk2"/>
              </a:solidFill>
              <a:latin typeface="Roboto Medium"/>
              <a:ea typeface="Roboto Medium"/>
              <a:cs typeface="Roboto Medium"/>
              <a:sym typeface="Roboto Medium"/>
            </a:endParaRPr>
          </a:p>
        </p:txBody>
      </p:sp>
      <p:sp>
        <p:nvSpPr>
          <p:cNvPr id="1761" name="Google Shape;1761;p235"/>
          <p:cNvSpPr/>
          <p:nvPr/>
        </p:nvSpPr>
        <p:spPr>
          <a:xfrm>
            <a:off x="5558615" y="1443350"/>
            <a:ext cx="1544700" cy="533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100"/>
              <a:buFont typeface="Arial"/>
              <a:buNone/>
            </a:pPr>
            <a:r>
              <a:rPr b="0" i="0" lang="en" u="none" cap="none" strike="noStrike">
                <a:solidFill>
                  <a:schemeClr val="dk2"/>
                </a:solidFill>
                <a:latin typeface="Roboto Medium"/>
                <a:ea typeface="Roboto Medium"/>
                <a:cs typeface="Roboto Medium"/>
                <a:sym typeface="Roboto Medium"/>
              </a:rPr>
              <a:t>HTTP </a:t>
            </a:r>
            <a:r>
              <a:rPr lang="en">
                <a:solidFill>
                  <a:schemeClr val="dk2"/>
                </a:solidFill>
                <a:latin typeface="Roboto Medium"/>
                <a:ea typeface="Roboto Medium"/>
                <a:cs typeface="Roboto Medium"/>
                <a:sym typeface="Roboto Medium"/>
              </a:rPr>
              <a:t>R</a:t>
            </a:r>
            <a:r>
              <a:rPr b="0" i="0" lang="en" u="none" cap="none" strike="noStrike">
                <a:solidFill>
                  <a:schemeClr val="dk2"/>
                </a:solidFill>
                <a:latin typeface="Roboto Medium"/>
                <a:ea typeface="Roboto Medium"/>
                <a:cs typeface="Roboto Medium"/>
                <a:sym typeface="Roboto Medium"/>
              </a:rPr>
              <a:t>equest</a:t>
            </a:r>
            <a:br>
              <a:rPr b="0" i="0" lang="en" u="none" cap="none" strike="noStrike">
                <a:solidFill>
                  <a:schemeClr val="dk2"/>
                </a:solidFill>
                <a:latin typeface="Roboto Medium"/>
                <a:ea typeface="Roboto Medium"/>
                <a:cs typeface="Roboto Medium"/>
                <a:sym typeface="Roboto Medium"/>
              </a:rPr>
            </a:br>
            <a:r>
              <a:rPr b="0" i="0" lang="en" u="none" cap="none" strike="noStrike">
                <a:solidFill>
                  <a:schemeClr val="dk2"/>
                </a:solidFill>
                <a:latin typeface="Roboto Medium"/>
                <a:ea typeface="Roboto Medium"/>
                <a:cs typeface="Roboto Medium"/>
                <a:sym typeface="Roboto Medium"/>
              </a:rPr>
              <a:t>for </a:t>
            </a:r>
            <a:r>
              <a:rPr lang="en">
                <a:solidFill>
                  <a:schemeClr val="dk2"/>
                </a:solidFill>
                <a:latin typeface="Roboto Medium"/>
                <a:ea typeface="Roboto Medium"/>
                <a:cs typeface="Roboto Medium"/>
                <a:sym typeface="Roboto Medium"/>
              </a:rPr>
              <a:t>C</a:t>
            </a:r>
            <a:r>
              <a:rPr b="0" i="0" lang="en" u="none" cap="none" strike="noStrike">
                <a:solidFill>
                  <a:schemeClr val="dk2"/>
                </a:solidFill>
                <a:latin typeface="Roboto Medium"/>
                <a:ea typeface="Roboto Medium"/>
                <a:cs typeface="Roboto Medium"/>
                <a:sym typeface="Roboto Medium"/>
              </a:rPr>
              <a:t>ar </a:t>
            </a:r>
            <a:r>
              <a:rPr lang="en">
                <a:solidFill>
                  <a:schemeClr val="dk2"/>
                </a:solidFill>
                <a:latin typeface="Roboto Medium"/>
                <a:ea typeface="Roboto Medium"/>
                <a:cs typeface="Roboto Medium"/>
                <a:sym typeface="Roboto Medium"/>
              </a:rPr>
              <a:t>I</a:t>
            </a:r>
            <a:r>
              <a:rPr b="0" i="0" lang="en" u="none" cap="none" strike="noStrike">
                <a:solidFill>
                  <a:schemeClr val="dk2"/>
                </a:solidFill>
                <a:latin typeface="Roboto Medium"/>
                <a:ea typeface="Roboto Medium"/>
                <a:cs typeface="Roboto Medium"/>
                <a:sym typeface="Roboto Medium"/>
              </a:rPr>
              <a:t>mage</a:t>
            </a:r>
            <a:endParaRPr b="0" i="0" u="none" cap="none" strike="noStrike">
              <a:solidFill>
                <a:schemeClr val="dk2"/>
              </a:solidFill>
              <a:latin typeface="Roboto Medium"/>
              <a:ea typeface="Roboto Medium"/>
              <a:cs typeface="Roboto Medium"/>
              <a:sym typeface="Roboto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65" name="Shape 1765"/>
        <p:cNvGrpSpPr/>
        <p:nvPr/>
      </p:nvGrpSpPr>
      <p:grpSpPr>
        <a:xfrm>
          <a:off x="0" y="0"/>
          <a:ext cx="0" cy="0"/>
          <a:chOff x="0" y="0"/>
          <a:chExt cx="0" cy="0"/>
        </a:xfrm>
      </p:grpSpPr>
      <p:sp>
        <p:nvSpPr>
          <p:cNvPr id="1766" name="Google Shape;1766;p236"/>
          <p:cNvSpPr/>
          <p:nvPr/>
        </p:nvSpPr>
        <p:spPr>
          <a:xfrm>
            <a:off x="457160" y="1353954"/>
            <a:ext cx="3848100" cy="476700"/>
          </a:xfrm>
          <a:prstGeom prst="roundRect">
            <a:avLst>
              <a:gd fmla="val 16667" name="adj"/>
            </a:avLst>
          </a:prstGeom>
          <a:solidFill>
            <a:schemeClr val="dk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800" u="none" cap="none" strike="noStrike">
                <a:solidFill>
                  <a:schemeClr val="lt1"/>
                </a:solidFill>
                <a:latin typeface="Roboto"/>
                <a:ea typeface="Roboto"/>
                <a:cs typeface="Roboto"/>
                <a:sym typeface="Roboto"/>
              </a:rPr>
              <a:t>Organizations</a:t>
            </a:r>
            <a:endParaRPr b="1" i="0" sz="1800" u="none" cap="none" strike="noStrike">
              <a:solidFill>
                <a:schemeClr val="lt1"/>
              </a:solidFill>
              <a:latin typeface="Roboto"/>
              <a:ea typeface="Roboto"/>
              <a:cs typeface="Roboto"/>
              <a:sym typeface="Roboto"/>
            </a:endParaRPr>
          </a:p>
        </p:txBody>
      </p:sp>
      <p:sp>
        <p:nvSpPr>
          <p:cNvPr id="1767" name="Google Shape;1767;p236"/>
          <p:cNvSpPr/>
          <p:nvPr/>
        </p:nvSpPr>
        <p:spPr>
          <a:xfrm rot="10800000">
            <a:off x="593369" y="1742742"/>
            <a:ext cx="261029"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68" name="Google Shape;1768;p236"/>
          <p:cNvSpPr/>
          <p:nvPr/>
        </p:nvSpPr>
        <p:spPr>
          <a:xfrm>
            <a:off x="4876760" y="1337417"/>
            <a:ext cx="3848100" cy="476700"/>
          </a:xfrm>
          <a:prstGeom prst="roundRect">
            <a:avLst>
              <a:gd fmla="val 16667" name="adj"/>
            </a:avLst>
          </a:prstGeom>
          <a:solidFill>
            <a:schemeClr val="accent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800" u="none" cap="none" strike="noStrike">
                <a:solidFill>
                  <a:schemeClr val="dk2"/>
                </a:solidFill>
                <a:latin typeface="Roboto"/>
                <a:ea typeface="Roboto"/>
                <a:cs typeface="Roboto"/>
                <a:sym typeface="Roboto"/>
              </a:rPr>
              <a:t>Individuals</a:t>
            </a:r>
            <a:endParaRPr b="1" i="0" sz="1800" u="none" cap="none" strike="noStrike">
              <a:solidFill>
                <a:schemeClr val="dk2"/>
              </a:solidFill>
              <a:latin typeface="Roboto"/>
              <a:ea typeface="Roboto"/>
              <a:cs typeface="Roboto"/>
              <a:sym typeface="Roboto"/>
            </a:endParaRPr>
          </a:p>
        </p:txBody>
      </p:sp>
      <p:sp>
        <p:nvSpPr>
          <p:cNvPr id="1769" name="Google Shape;1769;p236"/>
          <p:cNvSpPr/>
          <p:nvPr/>
        </p:nvSpPr>
        <p:spPr>
          <a:xfrm rot="10800000">
            <a:off x="5012969" y="1726205"/>
            <a:ext cx="261029" cy="144694"/>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236"/>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1771" name="Google Shape;1771;p236"/>
          <p:cNvPicPr preferRelativeResize="0"/>
          <p:nvPr/>
        </p:nvPicPr>
        <p:blipFill rotWithShape="1">
          <a:blip r:embed="rId3">
            <a:alphaModFix amt="26000"/>
          </a:blip>
          <a:srcRect b="0" l="6559" r="6559" t="0"/>
          <a:stretch/>
        </p:blipFill>
        <p:spPr>
          <a:xfrm>
            <a:off x="4516050" y="974167"/>
            <a:ext cx="261850" cy="3132573"/>
          </a:xfrm>
          <a:prstGeom prst="rect">
            <a:avLst/>
          </a:prstGeom>
          <a:noFill/>
          <a:ln>
            <a:noFill/>
          </a:ln>
        </p:spPr>
      </p:pic>
      <p:sp>
        <p:nvSpPr>
          <p:cNvPr id="1772" name="Google Shape;1772;p236"/>
          <p:cNvSpPr txBox="1"/>
          <p:nvPr/>
        </p:nvSpPr>
        <p:spPr>
          <a:xfrm>
            <a:off x="218200" y="2068504"/>
            <a:ext cx="3848100" cy="1135800"/>
          </a:xfrm>
          <a:prstGeom prst="rect">
            <a:avLst/>
          </a:prstGeom>
          <a:noFill/>
          <a:ln>
            <a:noFill/>
          </a:ln>
        </p:spPr>
        <p:txBody>
          <a:bodyPr anchorCtr="0" anchor="t" bIns="0" lIns="457200" spcFirstLastPara="1" rIns="457200" wrap="square" tIns="0">
            <a:noAutofit/>
          </a:bodyPr>
          <a:lstStyle/>
          <a:p>
            <a:pPr indent="0" lvl="0" marL="0" marR="0" rtl="0" algn="l">
              <a:lnSpc>
                <a:spcPct val="115000"/>
              </a:lnSpc>
              <a:spcBef>
                <a:spcPts val="0"/>
              </a:spcBef>
              <a:spcAft>
                <a:spcPts val="800"/>
              </a:spcAft>
              <a:buClr>
                <a:srgbClr val="000000"/>
              </a:buClr>
              <a:buSzPts val="2000"/>
              <a:buFont typeface="Arial"/>
              <a:buNone/>
            </a:pPr>
            <a:r>
              <a:rPr i="0" lang="en" sz="1600" u="none" cap="none" strike="noStrike">
                <a:solidFill>
                  <a:schemeClr val="dk2"/>
                </a:solidFill>
                <a:latin typeface="Roboto"/>
                <a:ea typeface="Roboto"/>
                <a:cs typeface="Roboto"/>
                <a:sym typeface="Roboto"/>
              </a:rPr>
              <a:t>To monitor and block harmful web traffic as some web proxies can be configured to block specific websites.</a:t>
            </a:r>
            <a:endParaRPr i="0" sz="1600" u="none" cap="none" strike="noStrike">
              <a:solidFill>
                <a:schemeClr val="dk2"/>
              </a:solidFill>
              <a:latin typeface="Roboto"/>
              <a:ea typeface="Roboto"/>
              <a:cs typeface="Roboto"/>
              <a:sym typeface="Roboto"/>
            </a:endParaRPr>
          </a:p>
        </p:txBody>
      </p:sp>
      <p:sp>
        <p:nvSpPr>
          <p:cNvPr id="1773" name="Google Shape;1773;p236"/>
          <p:cNvSpPr txBox="1"/>
          <p:nvPr/>
        </p:nvSpPr>
        <p:spPr>
          <a:xfrm>
            <a:off x="4631950" y="2069279"/>
            <a:ext cx="3975900" cy="1393200"/>
          </a:xfrm>
          <a:prstGeom prst="rect">
            <a:avLst/>
          </a:prstGeom>
          <a:noFill/>
          <a:ln>
            <a:noFill/>
          </a:ln>
        </p:spPr>
        <p:txBody>
          <a:bodyPr anchorCtr="0" anchor="t" bIns="0" lIns="457200" spcFirstLastPara="1" rIns="457200" wrap="square" tIns="0">
            <a:noAutofit/>
          </a:bodyPr>
          <a:lstStyle/>
          <a:p>
            <a:pPr indent="0" lvl="0" marL="0" marR="0" rtl="0" algn="l">
              <a:lnSpc>
                <a:spcPct val="115000"/>
              </a:lnSpc>
              <a:spcBef>
                <a:spcPts val="0"/>
              </a:spcBef>
              <a:spcAft>
                <a:spcPts val="800"/>
              </a:spcAft>
              <a:buClr>
                <a:srgbClr val="000000"/>
              </a:buClr>
              <a:buSzPts val="2000"/>
              <a:buFont typeface="Arial"/>
              <a:buNone/>
            </a:pPr>
            <a:r>
              <a:rPr i="0" lang="en" sz="1600" u="none" cap="none" strike="noStrike">
                <a:solidFill>
                  <a:schemeClr val="dk2"/>
                </a:solidFill>
                <a:latin typeface="Roboto"/>
                <a:ea typeface="Roboto"/>
                <a:cs typeface="Roboto"/>
                <a:sym typeface="Roboto"/>
              </a:rPr>
              <a:t>To provide anonymity when using the internet as some web proxies can change the source IP address.</a:t>
            </a:r>
            <a:endParaRPr i="0" sz="1600" u="none" cap="none" strike="noStrike">
              <a:solidFill>
                <a:schemeClr val="dk2"/>
              </a:solidFill>
              <a:latin typeface="Roboto"/>
              <a:ea typeface="Roboto"/>
              <a:cs typeface="Roboto"/>
              <a:sym typeface="Roboto"/>
            </a:endParaRPr>
          </a:p>
        </p:txBody>
      </p:sp>
      <p:sp>
        <p:nvSpPr>
          <p:cNvPr id="1774" name="Google Shape;1774;p236"/>
          <p:cNvSpPr txBox="1"/>
          <p:nvPr>
            <p:ph idx="4294967295" type="title"/>
          </p:nvPr>
        </p:nvSpPr>
        <p:spPr>
          <a:xfrm>
            <a:off x="86102"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Web Proxy</a:t>
            </a:r>
            <a:endParaRPr/>
          </a:p>
          <a:p>
            <a:pPr indent="0" lvl="0" marL="0" rtl="0" algn="l">
              <a:lnSpc>
                <a:spcPct val="100000"/>
              </a:lnSpc>
              <a:spcBef>
                <a:spcPts val="0"/>
              </a:spcBef>
              <a:spcAft>
                <a:spcPts val="0"/>
              </a:spcAft>
              <a:buClr>
                <a:srgbClr val="000000"/>
              </a:buClr>
              <a:buSzPts val="24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2400"/>
              <a:buNone/>
            </a:pPr>
            <a:r>
              <a:t/>
            </a:r>
            <a:endParaRPr/>
          </a:p>
        </p:txBody>
      </p:sp>
      <p:sp>
        <p:nvSpPr>
          <p:cNvPr id="1775" name="Google Shape;1775;p236"/>
          <p:cNvSpPr txBox="1"/>
          <p:nvPr/>
        </p:nvSpPr>
        <p:spPr>
          <a:xfrm>
            <a:off x="86102" y="512064"/>
            <a:ext cx="8375400" cy="458400"/>
          </a:xfrm>
          <a:prstGeom prst="rect">
            <a:avLst/>
          </a:prstGeom>
          <a:noFill/>
          <a:ln>
            <a:noFill/>
          </a:ln>
        </p:spPr>
        <p:txBody>
          <a:bodyPr anchorCtr="0" anchor="t" bIns="91425" lIns="365750"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Web proxies can be used by:</a:t>
            </a:r>
            <a:endParaRPr sz="1800">
              <a:solidFill>
                <a:schemeClr val="dk2"/>
              </a:solidFill>
              <a:latin typeface="Roboto"/>
              <a:ea typeface="Roboto"/>
              <a:cs typeface="Roboto"/>
              <a:sym typeface="Roboto"/>
            </a:endParaRPr>
          </a:p>
        </p:txBody>
      </p:sp>
      <p:pic>
        <p:nvPicPr>
          <p:cNvPr id="1776" name="Google Shape;1776;p236"/>
          <p:cNvPicPr preferRelativeResize="0"/>
          <p:nvPr/>
        </p:nvPicPr>
        <p:blipFill>
          <a:blip r:embed="rId4">
            <a:alphaModFix/>
          </a:blip>
          <a:stretch>
            <a:fillRect/>
          </a:stretch>
        </p:blipFill>
        <p:spPr>
          <a:xfrm>
            <a:off x="5973100" y="3439604"/>
            <a:ext cx="1655400" cy="1006825"/>
          </a:xfrm>
          <a:prstGeom prst="rect">
            <a:avLst/>
          </a:prstGeom>
          <a:noFill/>
          <a:ln>
            <a:noFill/>
          </a:ln>
        </p:spPr>
      </p:pic>
      <p:pic>
        <p:nvPicPr>
          <p:cNvPr id="1777" name="Google Shape;1777;p236"/>
          <p:cNvPicPr preferRelativeResize="0"/>
          <p:nvPr/>
        </p:nvPicPr>
        <p:blipFill>
          <a:blip r:embed="rId5">
            <a:alphaModFix/>
          </a:blip>
          <a:stretch>
            <a:fillRect/>
          </a:stretch>
        </p:blipFill>
        <p:spPr>
          <a:xfrm>
            <a:off x="1540147" y="3328404"/>
            <a:ext cx="1204197" cy="1229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81" name="Shape 1781"/>
        <p:cNvGrpSpPr/>
        <p:nvPr/>
      </p:nvGrpSpPr>
      <p:grpSpPr>
        <a:xfrm>
          <a:off x="0" y="0"/>
          <a:ext cx="0" cy="0"/>
          <a:chOff x="0" y="0"/>
          <a:chExt cx="0" cy="0"/>
        </a:xfrm>
      </p:grpSpPr>
      <p:sp>
        <p:nvSpPr>
          <p:cNvPr id="1782" name="Google Shape;1782;p237"/>
          <p:cNvSpPr txBox="1"/>
          <p:nvPr/>
        </p:nvSpPr>
        <p:spPr>
          <a:xfrm>
            <a:off x="78700" y="512064"/>
            <a:ext cx="8313900" cy="5763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800" u="none" cap="none" strike="noStrike">
                <a:solidFill>
                  <a:schemeClr val="dk2"/>
                </a:solidFill>
                <a:latin typeface="Roboto"/>
                <a:ea typeface="Roboto"/>
                <a:cs typeface="Roboto"/>
                <a:sym typeface="Roboto"/>
              </a:rPr>
              <a:t>Burp Suite is a web application security tool that lies between your browser and your target application.</a:t>
            </a:r>
            <a:endParaRPr i="0" sz="1800" u="none" cap="none" strike="noStrike">
              <a:solidFill>
                <a:schemeClr val="dk2"/>
              </a:solidFill>
              <a:latin typeface="Roboto"/>
              <a:ea typeface="Roboto"/>
              <a:cs typeface="Roboto"/>
              <a:sym typeface="Roboto"/>
            </a:endParaRPr>
          </a:p>
        </p:txBody>
      </p:sp>
      <p:sp>
        <p:nvSpPr>
          <p:cNvPr id="1783" name="Google Shape;1783;p237"/>
          <p:cNvSpPr txBox="1"/>
          <p:nvPr>
            <p:ph idx="4294967295" type="subTitle"/>
          </p:nvPr>
        </p:nvSpPr>
        <p:spPr>
          <a:xfrm>
            <a:off x="7059675" y="4595000"/>
            <a:ext cx="1917900" cy="226800"/>
          </a:xfrm>
          <a:prstGeom prst="rect">
            <a:avLst/>
          </a:prstGeom>
          <a:noFill/>
          <a:ln>
            <a:noFill/>
          </a:ln>
        </p:spPr>
        <p:txBody>
          <a:bodyPr anchorCtr="0" anchor="t" bIns="0" lIns="274300" spcFirstLastPara="1" rIns="0" wrap="square" tIns="45700">
            <a:noAutofit/>
          </a:bodyPr>
          <a:lstStyle/>
          <a:p>
            <a:pPr indent="0" lvl="0" marL="0" marR="0" rtl="0" algn="l">
              <a:lnSpc>
                <a:spcPct val="100000"/>
              </a:lnSpc>
              <a:spcBef>
                <a:spcPts val="0"/>
              </a:spcBef>
              <a:spcAft>
                <a:spcPts val="0"/>
              </a:spcAft>
              <a:buClr>
                <a:srgbClr val="2E5E73"/>
              </a:buClr>
              <a:buSzPts val="700"/>
              <a:buFont typeface="Roboto Light"/>
              <a:buNone/>
            </a:pPr>
            <a:r>
              <a:rPr b="0" i="0" lang="en" sz="1000" u="sng" cap="none" strike="noStrike">
                <a:solidFill>
                  <a:schemeClr val="dk1"/>
                </a:solidFill>
                <a:latin typeface="Roboto Light"/>
                <a:ea typeface="Roboto Light"/>
                <a:cs typeface="Roboto Light"/>
                <a:sym typeface="Roboto Light"/>
                <a:hlinkClick r:id="rId3">
                  <a:extLst>
                    <a:ext uri="{A12FA001-AC4F-418D-AE19-62706E023703}">
                      <ahyp:hlinkClr val="tx"/>
                    </a:ext>
                  </a:extLst>
                </a:hlinkClick>
              </a:rPr>
              <a:t>(portswigger.net)</a:t>
            </a:r>
            <a:endParaRPr b="0" i="0" sz="1000" u="none" cap="none" strike="noStrike">
              <a:solidFill>
                <a:schemeClr val="dk1"/>
              </a:solidFill>
              <a:latin typeface="Roboto Light"/>
              <a:ea typeface="Roboto Light"/>
              <a:cs typeface="Roboto Light"/>
              <a:sym typeface="Roboto Light"/>
            </a:endParaRPr>
          </a:p>
        </p:txBody>
      </p:sp>
      <p:sp>
        <p:nvSpPr>
          <p:cNvPr id="1784" name="Google Shape;1784;p237"/>
          <p:cNvSpPr txBox="1"/>
          <p:nvPr/>
        </p:nvSpPr>
        <p:spPr>
          <a:xfrm>
            <a:off x="577125" y="2515425"/>
            <a:ext cx="4440600" cy="2344200"/>
          </a:xfrm>
          <a:prstGeom prst="rect">
            <a:avLst/>
          </a:prstGeom>
          <a:noFill/>
          <a:ln>
            <a:noFill/>
          </a:ln>
        </p:spPr>
        <p:txBody>
          <a:bodyPr anchorCtr="0" anchor="t" bIns="0" lIns="320025" spcFirstLastPara="1" rIns="0" wrap="square" tIns="0">
            <a:spAutoFit/>
          </a:bodyPr>
          <a:lstStyle/>
          <a:p>
            <a:pPr indent="-193040" lvl="0" marL="320040" marR="0" rtl="0" algn="l">
              <a:lnSpc>
                <a:spcPct val="115000"/>
              </a:lnSpc>
              <a:spcBef>
                <a:spcPts val="0"/>
              </a:spcBef>
              <a:spcAft>
                <a:spcPts val="0"/>
              </a:spcAft>
              <a:buClr>
                <a:schemeClr val="dk2"/>
              </a:buClr>
              <a:buSzPts val="1600"/>
              <a:buFont typeface="Roboto"/>
              <a:buChar char="●"/>
            </a:pPr>
            <a:r>
              <a:rPr i="0" lang="en" sz="1600" u="none" cap="none" strike="noStrike">
                <a:solidFill>
                  <a:schemeClr val="dk2"/>
                </a:solidFill>
                <a:latin typeface="Roboto"/>
                <a:ea typeface="Roboto"/>
                <a:cs typeface="Roboto"/>
                <a:sym typeface="Roboto"/>
              </a:rPr>
              <a:t>Burp Suite intercepts raw HTTP traffic either from the browser or the server, </a:t>
            </a:r>
            <a:br>
              <a:rPr i="0" lang="en" sz="1600" u="none" cap="none" strike="noStrike">
                <a:solidFill>
                  <a:schemeClr val="dk2"/>
                </a:solidFill>
                <a:latin typeface="Roboto"/>
                <a:ea typeface="Roboto"/>
                <a:cs typeface="Roboto"/>
                <a:sym typeface="Roboto"/>
              </a:rPr>
            </a:br>
            <a:r>
              <a:rPr i="0" lang="en" sz="1600" u="none" cap="none" strike="noStrike">
                <a:solidFill>
                  <a:schemeClr val="dk2"/>
                </a:solidFill>
                <a:latin typeface="Roboto"/>
                <a:ea typeface="Roboto"/>
                <a:cs typeface="Roboto"/>
                <a:sym typeface="Roboto"/>
              </a:rPr>
              <a:t>thus functioning as a web proxy.</a:t>
            </a:r>
            <a:endParaRPr i="0" sz="1600" u="none" cap="none" strike="noStrike">
              <a:solidFill>
                <a:schemeClr val="dk2"/>
              </a:solidFill>
              <a:latin typeface="Roboto"/>
              <a:ea typeface="Roboto"/>
              <a:cs typeface="Roboto"/>
              <a:sym typeface="Roboto"/>
            </a:endParaRPr>
          </a:p>
          <a:p>
            <a:pPr indent="-193040" lvl="0" marL="320040" marR="0" rtl="0" algn="l">
              <a:lnSpc>
                <a:spcPct val="115000"/>
              </a:lnSpc>
              <a:spcBef>
                <a:spcPts val="900"/>
              </a:spcBef>
              <a:spcAft>
                <a:spcPts val="900"/>
              </a:spcAft>
              <a:buClr>
                <a:schemeClr val="dk2"/>
              </a:buClr>
              <a:buSzPts val="1600"/>
              <a:buFont typeface="Roboto"/>
              <a:buChar char="●"/>
            </a:pPr>
            <a:r>
              <a:rPr i="0" lang="en" sz="1600" u="none" cap="none" strike="noStrike">
                <a:solidFill>
                  <a:schemeClr val="dk2"/>
                </a:solidFill>
                <a:latin typeface="Roboto"/>
                <a:ea typeface="Roboto"/>
                <a:cs typeface="Roboto"/>
                <a:sym typeface="Roboto"/>
              </a:rPr>
              <a:t>Burp has many additional features </a:t>
            </a:r>
            <a:br>
              <a:rPr i="0" lang="en" sz="1600" u="none" cap="none" strike="noStrike">
                <a:solidFill>
                  <a:schemeClr val="dk2"/>
                </a:solidFill>
                <a:latin typeface="Roboto"/>
                <a:ea typeface="Roboto"/>
                <a:cs typeface="Roboto"/>
                <a:sym typeface="Roboto"/>
              </a:rPr>
            </a:br>
            <a:r>
              <a:rPr i="0" lang="en" sz="1600" u="none" cap="none" strike="noStrike">
                <a:solidFill>
                  <a:schemeClr val="dk2"/>
                </a:solidFill>
                <a:latin typeface="Roboto"/>
                <a:ea typeface="Roboto"/>
                <a:cs typeface="Roboto"/>
                <a:sym typeface="Roboto"/>
              </a:rPr>
              <a:t>and capabilities that allow a security professional to analyze, modify, and automate the HTTP traffic before </a:t>
            </a:r>
            <a:br>
              <a:rPr i="0" lang="en" sz="1600" u="none" cap="none" strike="noStrike">
                <a:solidFill>
                  <a:schemeClr val="dk2"/>
                </a:solidFill>
                <a:latin typeface="Roboto"/>
                <a:ea typeface="Roboto"/>
                <a:cs typeface="Roboto"/>
                <a:sym typeface="Roboto"/>
              </a:rPr>
            </a:br>
            <a:r>
              <a:rPr i="0" lang="en" sz="1600" u="none" cap="none" strike="noStrike">
                <a:solidFill>
                  <a:schemeClr val="dk2"/>
                </a:solidFill>
                <a:latin typeface="Roboto"/>
                <a:ea typeface="Roboto"/>
                <a:cs typeface="Roboto"/>
                <a:sym typeface="Roboto"/>
              </a:rPr>
              <a:t>passing it along to its final destination.</a:t>
            </a:r>
            <a:endParaRPr i="0" sz="1600" u="none" cap="none" strike="noStrike">
              <a:solidFill>
                <a:schemeClr val="dk2"/>
              </a:solidFill>
              <a:latin typeface="Roboto"/>
              <a:ea typeface="Roboto"/>
              <a:cs typeface="Roboto"/>
              <a:sym typeface="Roboto"/>
            </a:endParaRPr>
          </a:p>
        </p:txBody>
      </p:sp>
      <p:pic>
        <p:nvPicPr>
          <p:cNvPr id="1785" name="Google Shape;1785;p237"/>
          <p:cNvPicPr preferRelativeResize="0"/>
          <p:nvPr/>
        </p:nvPicPr>
        <p:blipFill rotWithShape="1">
          <a:blip r:embed="rId4">
            <a:alphaModFix/>
          </a:blip>
          <a:srcRect b="0" l="0" r="0" t="0"/>
          <a:stretch/>
        </p:blipFill>
        <p:spPr>
          <a:xfrm>
            <a:off x="457150" y="1441070"/>
            <a:ext cx="2673250" cy="839025"/>
          </a:xfrm>
          <a:prstGeom prst="rect">
            <a:avLst/>
          </a:prstGeom>
          <a:noFill/>
          <a:ln>
            <a:noFill/>
          </a:ln>
        </p:spPr>
      </p:pic>
      <p:pic>
        <p:nvPicPr>
          <p:cNvPr id="1786" name="Google Shape;1786;p237"/>
          <p:cNvPicPr preferRelativeResize="0"/>
          <p:nvPr/>
        </p:nvPicPr>
        <p:blipFill rotWithShape="1">
          <a:blip r:embed="rId5">
            <a:alphaModFix/>
          </a:blip>
          <a:srcRect b="0" l="0" r="0" t="0"/>
          <a:stretch/>
        </p:blipFill>
        <p:spPr>
          <a:xfrm>
            <a:off x="5319775" y="1727325"/>
            <a:ext cx="3072850" cy="2950440"/>
          </a:xfrm>
          <a:prstGeom prst="rect">
            <a:avLst/>
          </a:prstGeom>
          <a:noFill/>
          <a:ln>
            <a:noFill/>
          </a:ln>
        </p:spPr>
      </p:pic>
      <p:sp>
        <p:nvSpPr>
          <p:cNvPr id="1787" name="Google Shape;1787;p237"/>
          <p:cNvSpPr txBox="1"/>
          <p:nvPr>
            <p:ph idx="4294967295" type="title"/>
          </p:nvPr>
        </p:nvSpPr>
        <p:spPr>
          <a:xfrm>
            <a:off x="787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Burp Suite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1" name="Shape 1791"/>
        <p:cNvGrpSpPr/>
        <p:nvPr/>
      </p:nvGrpSpPr>
      <p:grpSpPr>
        <a:xfrm>
          <a:off x="0" y="0"/>
          <a:ext cx="0" cy="0"/>
          <a:chOff x="0" y="0"/>
          <a:chExt cx="0" cy="0"/>
        </a:xfrm>
      </p:grpSpPr>
      <p:sp>
        <p:nvSpPr>
          <p:cNvPr id="1792" name="Google Shape;1792;p238"/>
          <p:cNvSpPr txBox="1"/>
          <p:nvPr>
            <p:ph idx="4294967295" type="title"/>
          </p:nvPr>
        </p:nvSpPr>
        <p:spPr>
          <a:xfrm>
            <a:off x="6995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Burp Suite Demo</a:t>
            </a:r>
            <a:endParaRPr/>
          </a:p>
          <a:p>
            <a:pPr indent="0" lvl="0" marL="0" rtl="0" algn="l">
              <a:lnSpc>
                <a:spcPct val="100000"/>
              </a:lnSpc>
              <a:spcBef>
                <a:spcPts val="0"/>
              </a:spcBef>
              <a:spcAft>
                <a:spcPts val="0"/>
              </a:spcAft>
              <a:buSzPts val="2400"/>
              <a:buNone/>
            </a:pPr>
            <a:r>
              <a:t/>
            </a:r>
            <a:endParaRPr/>
          </a:p>
        </p:txBody>
      </p:sp>
      <p:sp>
        <p:nvSpPr>
          <p:cNvPr id="1793" name="Google Shape;1793;p238"/>
          <p:cNvSpPr/>
          <p:nvPr/>
        </p:nvSpPr>
        <p:spPr>
          <a:xfrm>
            <a:off x="1352550" y="1314025"/>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Start and access                                 .</a:t>
            </a:r>
            <a:endParaRPr i="0" sz="1600" u="none" cap="none" strike="noStrike">
              <a:solidFill>
                <a:schemeClr val="dk2"/>
              </a:solidFill>
              <a:latin typeface="Roboto"/>
              <a:ea typeface="Roboto"/>
              <a:cs typeface="Roboto"/>
              <a:sym typeface="Roboto"/>
            </a:endParaRPr>
          </a:p>
        </p:txBody>
      </p:sp>
      <p:grpSp>
        <p:nvGrpSpPr>
          <p:cNvPr id="1794" name="Google Shape;1794;p238"/>
          <p:cNvGrpSpPr/>
          <p:nvPr/>
        </p:nvGrpSpPr>
        <p:grpSpPr>
          <a:xfrm>
            <a:off x="457200" y="1314025"/>
            <a:ext cx="776900" cy="486300"/>
            <a:chOff x="457200" y="1466425"/>
            <a:chExt cx="776900" cy="486300"/>
          </a:xfrm>
        </p:grpSpPr>
        <p:sp>
          <p:nvSpPr>
            <p:cNvPr id="1795" name="Google Shape;1795;p238"/>
            <p:cNvSpPr/>
            <p:nvPr/>
          </p:nvSpPr>
          <p:spPr>
            <a:xfrm>
              <a:off x="457200" y="1466425"/>
              <a:ext cx="695400" cy="48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lt1"/>
                  </a:solidFill>
                  <a:latin typeface="Roboto Medium"/>
                  <a:ea typeface="Roboto Medium"/>
                  <a:cs typeface="Roboto Medium"/>
                  <a:sym typeface="Roboto Medium"/>
                </a:rPr>
                <a:t>01</a:t>
              </a:r>
              <a:endParaRPr b="0" i="0" sz="1800" u="none" cap="none" strike="noStrike">
                <a:solidFill>
                  <a:schemeClr val="lt1"/>
                </a:solidFill>
                <a:latin typeface="Roboto Medium"/>
                <a:ea typeface="Roboto Medium"/>
                <a:cs typeface="Roboto Medium"/>
                <a:sym typeface="Roboto Medium"/>
              </a:endParaRPr>
            </a:p>
          </p:txBody>
        </p:sp>
        <p:sp>
          <p:nvSpPr>
            <p:cNvPr id="1796" name="Google Shape;1796;p238"/>
            <p:cNvSpPr/>
            <p:nvPr/>
          </p:nvSpPr>
          <p:spPr>
            <a:xfrm rot="5400000">
              <a:off x="973100" y="1624950"/>
              <a:ext cx="33337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1797" name="Google Shape;1797;p238"/>
          <p:cNvSpPr/>
          <p:nvPr/>
        </p:nvSpPr>
        <p:spPr>
          <a:xfrm>
            <a:off x="1352550" y="1889873"/>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Navigate Burp Suite.</a:t>
            </a:r>
            <a:endParaRPr i="0" sz="1600" u="none" cap="none" strike="noStrike">
              <a:solidFill>
                <a:schemeClr val="dk2"/>
              </a:solidFill>
              <a:latin typeface="Roboto"/>
              <a:ea typeface="Roboto"/>
              <a:cs typeface="Roboto"/>
              <a:sym typeface="Roboto"/>
            </a:endParaRPr>
          </a:p>
        </p:txBody>
      </p:sp>
      <p:grpSp>
        <p:nvGrpSpPr>
          <p:cNvPr id="1798" name="Google Shape;1798;p238"/>
          <p:cNvGrpSpPr/>
          <p:nvPr/>
        </p:nvGrpSpPr>
        <p:grpSpPr>
          <a:xfrm>
            <a:off x="457200" y="1889872"/>
            <a:ext cx="776900" cy="486300"/>
            <a:chOff x="457200" y="1466425"/>
            <a:chExt cx="776900" cy="486300"/>
          </a:xfrm>
        </p:grpSpPr>
        <p:sp>
          <p:nvSpPr>
            <p:cNvPr id="1799" name="Google Shape;1799;p238"/>
            <p:cNvSpPr/>
            <p:nvPr/>
          </p:nvSpPr>
          <p:spPr>
            <a:xfrm>
              <a:off x="457200" y="1466425"/>
              <a:ext cx="695400" cy="486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lt1"/>
                  </a:solidFill>
                  <a:latin typeface="Roboto Medium"/>
                  <a:ea typeface="Roboto Medium"/>
                  <a:cs typeface="Roboto Medium"/>
                  <a:sym typeface="Roboto Medium"/>
                </a:rPr>
                <a:t>02</a:t>
              </a:r>
              <a:endParaRPr b="0" i="0" sz="1800" u="none" cap="none" strike="noStrike">
                <a:solidFill>
                  <a:schemeClr val="lt1"/>
                </a:solidFill>
                <a:latin typeface="Roboto Medium"/>
                <a:ea typeface="Roboto Medium"/>
                <a:cs typeface="Roboto Medium"/>
                <a:sym typeface="Roboto Medium"/>
              </a:endParaRPr>
            </a:p>
          </p:txBody>
        </p:sp>
        <p:sp>
          <p:nvSpPr>
            <p:cNvPr id="1800" name="Google Shape;1800;p238"/>
            <p:cNvSpPr/>
            <p:nvPr/>
          </p:nvSpPr>
          <p:spPr>
            <a:xfrm rot="5400000">
              <a:off x="973100" y="1624950"/>
              <a:ext cx="33337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1801" name="Google Shape;1801;p238"/>
          <p:cNvSpPr/>
          <p:nvPr/>
        </p:nvSpPr>
        <p:spPr>
          <a:xfrm>
            <a:off x="1352550" y="2465720"/>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Configure the proxy on Burp Suite.</a:t>
            </a:r>
            <a:endParaRPr i="0" sz="1600" u="none" cap="none" strike="noStrike">
              <a:solidFill>
                <a:schemeClr val="dk2"/>
              </a:solidFill>
              <a:latin typeface="Roboto"/>
              <a:ea typeface="Roboto"/>
              <a:cs typeface="Roboto"/>
              <a:sym typeface="Roboto"/>
            </a:endParaRPr>
          </a:p>
        </p:txBody>
      </p:sp>
      <p:grpSp>
        <p:nvGrpSpPr>
          <p:cNvPr id="1802" name="Google Shape;1802;p238"/>
          <p:cNvGrpSpPr/>
          <p:nvPr/>
        </p:nvGrpSpPr>
        <p:grpSpPr>
          <a:xfrm>
            <a:off x="457200" y="2465720"/>
            <a:ext cx="776900" cy="486300"/>
            <a:chOff x="457200" y="1466425"/>
            <a:chExt cx="776900" cy="486300"/>
          </a:xfrm>
        </p:grpSpPr>
        <p:sp>
          <p:nvSpPr>
            <p:cNvPr id="1803" name="Google Shape;1803;p238"/>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dk2"/>
                  </a:solidFill>
                  <a:latin typeface="Roboto Medium"/>
                  <a:ea typeface="Roboto Medium"/>
                  <a:cs typeface="Roboto Medium"/>
                  <a:sym typeface="Roboto Medium"/>
                </a:rPr>
                <a:t>03</a:t>
              </a:r>
              <a:endParaRPr b="0" i="0" sz="1800" u="none" cap="none" strike="noStrike">
                <a:solidFill>
                  <a:schemeClr val="dk2"/>
                </a:solidFill>
                <a:latin typeface="Roboto Medium"/>
                <a:ea typeface="Roboto Medium"/>
                <a:cs typeface="Roboto Medium"/>
                <a:sym typeface="Roboto Medium"/>
              </a:endParaRPr>
            </a:p>
          </p:txBody>
        </p:sp>
        <p:sp>
          <p:nvSpPr>
            <p:cNvPr id="1804" name="Google Shape;1804;p238"/>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1805" name="Google Shape;1805;p238"/>
          <p:cNvSpPr/>
          <p:nvPr/>
        </p:nvSpPr>
        <p:spPr>
          <a:xfrm>
            <a:off x="1352550" y="3041568"/>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Configure the proxy on your browser.</a:t>
            </a:r>
            <a:endParaRPr i="0" sz="1600" u="none" cap="none" strike="noStrike">
              <a:solidFill>
                <a:schemeClr val="dk2"/>
              </a:solidFill>
              <a:latin typeface="Roboto"/>
              <a:ea typeface="Roboto"/>
              <a:cs typeface="Roboto"/>
              <a:sym typeface="Roboto"/>
            </a:endParaRPr>
          </a:p>
        </p:txBody>
      </p:sp>
      <p:grpSp>
        <p:nvGrpSpPr>
          <p:cNvPr id="1806" name="Google Shape;1806;p238"/>
          <p:cNvGrpSpPr/>
          <p:nvPr/>
        </p:nvGrpSpPr>
        <p:grpSpPr>
          <a:xfrm>
            <a:off x="457200" y="3041567"/>
            <a:ext cx="776900" cy="486300"/>
            <a:chOff x="457200" y="1466425"/>
            <a:chExt cx="776900" cy="486300"/>
          </a:xfrm>
        </p:grpSpPr>
        <p:sp>
          <p:nvSpPr>
            <p:cNvPr id="1807" name="Google Shape;1807;p238"/>
            <p:cNvSpPr/>
            <p:nvPr/>
          </p:nvSpPr>
          <p:spPr>
            <a:xfrm>
              <a:off x="457200" y="1466425"/>
              <a:ext cx="695400" cy="48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dk2"/>
                  </a:solidFill>
                  <a:latin typeface="Roboto Medium"/>
                  <a:ea typeface="Roboto Medium"/>
                  <a:cs typeface="Roboto Medium"/>
                  <a:sym typeface="Roboto Medium"/>
                </a:rPr>
                <a:t>04</a:t>
              </a:r>
              <a:endParaRPr b="0" i="0" sz="1800" u="none" cap="none" strike="noStrike">
                <a:solidFill>
                  <a:schemeClr val="dk2"/>
                </a:solidFill>
                <a:latin typeface="Roboto Medium"/>
                <a:ea typeface="Roboto Medium"/>
                <a:cs typeface="Roboto Medium"/>
                <a:sym typeface="Roboto Medium"/>
              </a:endParaRPr>
            </a:p>
          </p:txBody>
        </p:sp>
        <p:sp>
          <p:nvSpPr>
            <p:cNvPr id="1808" name="Google Shape;1808;p238"/>
            <p:cNvSpPr/>
            <p:nvPr/>
          </p:nvSpPr>
          <p:spPr>
            <a:xfrm rot="5400000">
              <a:off x="973100" y="1624950"/>
              <a:ext cx="33337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1809" name="Google Shape;1809;p238"/>
          <p:cNvSpPr/>
          <p:nvPr/>
        </p:nvSpPr>
        <p:spPr>
          <a:xfrm>
            <a:off x="1352550" y="3617415"/>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Enable FoxyProxy             to send traffic to Burp Suite.</a:t>
            </a:r>
            <a:endParaRPr i="0" sz="1600" u="none" cap="none" strike="noStrike">
              <a:solidFill>
                <a:schemeClr val="dk2"/>
              </a:solidFill>
              <a:latin typeface="Roboto"/>
              <a:ea typeface="Roboto"/>
              <a:cs typeface="Roboto"/>
              <a:sym typeface="Roboto"/>
            </a:endParaRPr>
          </a:p>
        </p:txBody>
      </p:sp>
      <p:grpSp>
        <p:nvGrpSpPr>
          <p:cNvPr id="1810" name="Google Shape;1810;p238"/>
          <p:cNvGrpSpPr/>
          <p:nvPr/>
        </p:nvGrpSpPr>
        <p:grpSpPr>
          <a:xfrm>
            <a:off x="457200" y="3617415"/>
            <a:ext cx="776900" cy="486300"/>
            <a:chOff x="457200" y="1466425"/>
            <a:chExt cx="776900" cy="486300"/>
          </a:xfrm>
        </p:grpSpPr>
        <p:sp>
          <p:nvSpPr>
            <p:cNvPr id="1811" name="Google Shape;1811;p238"/>
            <p:cNvSpPr/>
            <p:nvPr/>
          </p:nvSpPr>
          <p:spPr>
            <a:xfrm>
              <a:off x="457200" y="1466425"/>
              <a:ext cx="695400" cy="48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lt1"/>
                  </a:solidFill>
                  <a:latin typeface="Roboto Medium"/>
                  <a:ea typeface="Roboto Medium"/>
                  <a:cs typeface="Roboto Medium"/>
                  <a:sym typeface="Roboto Medium"/>
                </a:rPr>
                <a:t>05</a:t>
              </a:r>
              <a:endParaRPr b="0" i="0" sz="1800" u="none" cap="none" strike="noStrike">
                <a:solidFill>
                  <a:schemeClr val="lt1"/>
                </a:solidFill>
                <a:latin typeface="Roboto Medium"/>
                <a:ea typeface="Roboto Medium"/>
                <a:cs typeface="Roboto Medium"/>
                <a:sym typeface="Roboto Medium"/>
              </a:endParaRPr>
            </a:p>
          </p:txBody>
        </p:sp>
        <p:sp>
          <p:nvSpPr>
            <p:cNvPr id="1812" name="Google Shape;1812;p238"/>
            <p:cNvSpPr/>
            <p:nvPr/>
          </p:nvSpPr>
          <p:spPr>
            <a:xfrm rot="5400000">
              <a:off x="973100" y="1624950"/>
              <a:ext cx="33337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1813" name="Google Shape;1813;p238"/>
          <p:cNvSpPr/>
          <p:nvPr/>
        </p:nvSpPr>
        <p:spPr>
          <a:xfrm>
            <a:off x="1352550" y="4190825"/>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500"/>
              <a:buFont typeface="Arial"/>
              <a:buNone/>
            </a:pPr>
            <a:r>
              <a:rPr i="0" lang="en" sz="1600" u="none" cap="none" strike="noStrike">
                <a:solidFill>
                  <a:schemeClr val="dk2"/>
                </a:solidFill>
                <a:latin typeface="Roboto"/>
                <a:ea typeface="Roboto"/>
                <a:cs typeface="Roboto"/>
                <a:sym typeface="Roboto"/>
              </a:rPr>
              <a:t>Review the captured traffic on Burp Suite.</a:t>
            </a:r>
            <a:endParaRPr i="0" sz="1600" u="none" cap="none" strike="noStrike">
              <a:solidFill>
                <a:schemeClr val="dk2"/>
              </a:solidFill>
              <a:latin typeface="Roboto"/>
              <a:ea typeface="Roboto"/>
              <a:cs typeface="Roboto"/>
              <a:sym typeface="Roboto"/>
            </a:endParaRPr>
          </a:p>
        </p:txBody>
      </p:sp>
      <p:grpSp>
        <p:nvGrpSpPr>
          <p:cNvPr id="1814" name="Google Shape;1814;p238"/>
          <p:cNvGrpSpPr/>
          <p:nvPr/>
        </p:nvGrpSpPr>
        <p:grpSpPr>
          <a:xfrm>
            <a:off x="457200" y="4193262"/>
            <a:ext cx="776900" cy="486300"/>
            <a:chOff x="457200" y="1466425"/>
            <a:chExt cx="776900" cy="486300"/>
          </a:xfrm>
        </p:grpSpPr>
        <p:sp>
          <p:nvSpPr>
            <p:cNvPr id="1815" name="Google Shape;1815;p238"/>
            <p:cNvSpPr/>
            <p:nvPr/>
          </p:nvSpPr>
          <p:spPr>
            <a:xfrm>
              <a:off x="457200" y="1466425"/>
              <a:ext cx="695400" cy="486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lt1"/>
                  </a:solidFill>
                  <a:latin typeface="Roboto Medium"/>
                  <a:ea typeface="Roboto Medium"/>
                  <a:cs typeface="Roboto Medium"/>
                  <a:sym typeface="Roboto Medium"/>
                </a:rPr>
                <a:t>06</a:t>
              </a:r>
              <a:endParaRPr b="0" i="0" sz="1800" u="none" cap="none" strike="noStrike">
                <a:solidFill>
                  <a:schemeClr val="lt1"/>
                </a:solidFill>
                <a:latin typeface="Roboto Medium"/>
                <a:ea typeface="Roboto Medium"/>
                <a:cs typeface="Roboto Medium"/>
                <a:sym typeface="Roboto Medium"/>
              </a:endParaRPr>
            </a:p>
          </p:txBody>
        </p:sp>
        <p:sp>
          <p:nvSpPr>
            <p:cNvPr id="1816" name="Google Shape;1816;p238"/>
            <p:cNvSpPr/>
            <p:nvPr/>
          </p:nvSpPr>
          <p:spPr>
            <a:xfrm rot="5400000">
              <a:off x="973100" y="1624950"/>
              <a:ext cx="33337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pic>
        <p:nvPicPr>
          <p:cNvPr id="1817" name="Google Shape;1817;p238"/>
          <p:cNvPicPr preferRelativeResize="0"/>
          <p:nvPr/>
        </p:nvPicPr>
        <p:blipFill rotWithShape="1">
          <a:blip r:embed="rId3">
            <a:alphaModFix/>
          </a:blip>
          <a:srcRect b="0" l="0" r="0" t="0"/>
          <a:stretch/>
        </p:blipFill>
        <p:spPr>
          <a:xfrm>
            <a:off x="3157375" y="3644163"/>
            <a:ext cx="430374" cy="430374"/>
          </a:xfrm>
          <a:prstGeom prst="rect">
            <a:avLst/>
          </a:prstGeom>
          <a:noFill/>
          <a:ln>
            <a:noFill/>
          </a:ln>
        </p:spPr>
      </p:pic>
      <p:sp>
        <p:nvSpPr>
          <p:cNvPr id="1818" name="Google Shape;1818;p238"/>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1819" name="Google Shape;1819;p238"/>
          <p:cNvPicPr preferRelativeResize="0"/>
          <p:nvPr/>
        </p:nvPicPr>
        <p:blipFill rotWithShape="1">
          <a:blip r:embed="rId4">
            <a:alphaModFix/>
          </a:blip>
          <a:srcRect b="36927" l="0" r="0" t="0"/>
          <a:stretch/>
        </p:blipFill>
        <p:spPr>
          <a:xfrm>
            <a:off x="3118185" y="1436621"/>
            <a:ext cx="1471978" cy="296929"/>
          </a:xfrm>
          <a:prstGeom prst="rect">
            <a:avLst/>
          </a:prstGeom>
          <a:noFill/>
          <a:ln>
            <a:noFill/>
          </a:ln>
        </p:spPr>
      </p:pic>
      <p:sp>
        <p:nvSpPr>
          <p:cNvPr id="1820" name="Google Shape;1820;p238"/>
          <p:cNvSpPr txBox="1"/>
          <p:nvPr/>
        </p:nvSpPr>
        <p:spPr>
          <a:xfrm>
            <a:off x="69950" y="512064"/>
            <a:ext cx="8313900" cy="5763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1800" u="none" cap="none" strike="noStrike">
                <a:solidFill>
                  <a:schemeClr val="dk2"/>
                </a:solidFill>
                <a:latin typeface="Roboto"/>
                <a:ea typeface="Roboto"/>
                <a:cs typeface="Roboto"/>
                <a:sym typeface="Roboto"/>
              </a:rPr>
              <a:t>In the following demo, we will:</a:t>
            </a:r>
            <a:endParaRPr i="0" sz="1800" u="none" cap="none" strike="noStrike">
              <a:solidFill>
                <a:schemeClr val="dk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239"/>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Clr>
                <a:srgbClr val="000000"/>
              </a:buClr>
              <a:buSzPts val="2000"/>
              <a:buFont typeface="Arial"/>
              <a:buNone/>
            </a:pPr>
            <a:r>
              <a:rPr b="0" lang="en" sz="2000">
                <a:latin typeface="Roboto"/>
                <a:ea typeface="Roboto"/>
                <a:cs typeface="Roboto"/>
                <a:sym typeface="Roboto"/>
              </a:rPr>
              <a:t>Burp Suite</a:t>
            </a:r>
            <a:endParaRPr b="0" sz="2000">
              <a:latin typeface="Roboto"/>
              <a:ea typeface="Roboto"/>
              <a:cs typeface="Roboto"/>
              <a:sym typeface="Roboto"/>
            </a:endParaRPr>
          </a:p>
          <a:p>
            <a:pPr indent="0" lvl="0" marL="0" rtl="0" algn="ctr">
              <a:spcBef>
                <a:spcPts val="0"/>
              </a:spcBef>
              <a:spcAft>
                <a:spcPts val="0"/>
              </a:spcAft>
              <a:buNone/>
            </a:pPr>
            <a:r>
              <a:t/>
            </a:r>
            <a:endParaRPr b="0" sz="2000">
              <a:latin typeface="Roboto"/>
              <a:ea typeface="Roboto"/>
              <a:cs typeface="Roboto"/>
              <a:sym typeface="Roboto"/>
            </a:endParaRPr>
          </a:p>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29" name="Shape 1829"/>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241"/>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835" name="Google Shape;1835;p241"/>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Configuring Burp Suite </a:t>
            </a:r>
            <a:endParaRPr/>
          </a:p>
        </p:txBody>
      </p:sp>
      <p:sp>
        <p:nvSpPr>
          <p:cNvPr id="1836" name="Google Shape;1836;p241"/>
          <p:cNvSpPr txBox="1"/>
          <p:nvPr>
            <p:ph idx="3" type="body"/>
          </p:nvPr>
        </p:nvSpPr>
        <p:spPr>
          <a:xfrm>
            <a:off x="912725" y="1516225"/>
            <a:ext cx="66030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you’ll configure Burp Suite proxy settings in order to prepare for a future session hijacking attempt.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40" name="Shape 1840"/>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44" name="Shape 1844"/>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848" name="Shape 1848"/>
        <p:cNvGrpSpPr/>
        <p:nvPr/>
      </p:nvGrpSpPr>
      <p:grpSpPr>
        <a:xfrm>
          <a:off x="0" y="0"/>
          <a:ext cx="0" cy="0"/>
          <a:chOff x="0" y="0"/>
          <a:chExt cx="0" cy="0"/>
        </a:xfrm>
      </p:grpSpPr>
      <p:pic>
        <p:nvPicPr>
          <p:cNvPr id="1849" name="Google Shape;1849;p244"/>
          <p:cNvPicPr preferRelativeResize="0"/>
          <p:nvPr/>
        </p:nvPicPr>
        <p:blipFill rotWithShape="1">
          <a:blip r:embed="rId3">
            <a:alphaModFix/>
          </a:blip>
          <a:srcRect b="0" l="0" r="0" t="0"/>
          <a:stretch/>
        </p:blipFill>
        <p:spPr>
          <a:xfrm>
            <a:off x="4029550" y="1547300"/>
            <a:ext cx="1084900" cy="1116325"/>
          </a:xfrm>
          <a:prstGeom prst="rect">
            <a:avLst/>
          </a:prstGeom>
          <a:noFill/>
          <a:ln>
            <a:noFill/>
          </a:ln>
        </p:spPr>
      </p:pic>
      <p:sp>
        <p:nvSpPr>
          <p:cNvPr id="1850" name="Google Shape;1850;p244"/>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Session Management </a:t>
            </a:r>
            <a:endParaRPr/>
          </a:p>
          <a:p>
            <a:pPr indent="0" lvl="0" marL="0" rtl="0" algn="ctr">
              <a:spcBef>
                <a:spcPts val="0"/>
              </a:spcBef>
              <a:spcAft>
                <a:spcPts val="0"/>
              </a:spcAft>
              <a:buNone/>
            </a:pPr>
            <a:r>
              <a:rPr lang="en"/>
              <a:t>Vulnerabilities</a:t>
            </a:r>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4" name="Shape 1854"/>
        <p:cNvGrpSpPr/>
        <p:nvPr/>
      </p:nvGrpSpPr>
      <p:grpSpPr>
        <a:xfrm>
          <a:off x="0" y="0"/>
          <a:ext cx="0" cy="0"/>
          <a:chOff x="0" y="0"/>
          <a:chExt cx="0" cy="0"/>
        </a:xfrm>
      </p:grpSpPr>
      <p:sp>
        <p:nvSpPr>
          <p:cNvPr id="1855" name="Google Shape;1855;p245"/>
          <p:cNvSpPr/>
          <p:nvPr/>
        </p:nvSpPr>
        <p:spPr>
          <a:xfrm>
            <a:off x="1357213" y="1462625"/>
            <a:ext cx="2696100" cy="269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56" name="Google Shape;1856;p245"/>
          <p:cNvSpPr txBox="1"/>
          <p:nvPr/>
        </p:nvSpPr>
        <p:spPr>
          <a:xfrm>
            <a:off x="1598988" y="1918150"/>
            <a:ext cx="2280600" cy="178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600" u="none" cap="none" strike="noStrike">
                <a:solidFill>
                  <a:schemeClr val="lt1"/>
                </a:solidFill>
                <a:latin typeface="Roboto"/>
                <a:ea typeface="Roboto"/>
                <a:cs typeface="Roboto"/>
                <a:sym typeface="Roboto"/>
              </a:rPr>
              <a:t>We will learn how </a:t>
            </a:r>
            <a:br>
              <a:rPr b="0" i="0" lang="en" sz="1600" u="none" cap="none" strike="noStrike">
                <a:solidFill>
                  <a:schemeClr val="lt1"/>
                </a:solidFill>
                <a:latin typeface="Roboto"/>
                <a:ea typeface="Roboto"/>
                <a:cs typeface="Roboto"/>
                <a:sym typeface="Roboto"/>
              </a:rPr>
            </a:br>
            <a:r>
              <a:rPr b="0" i="0" lang="en" sz="1600" u="none" cap="none" strike="noStrike">
                <a:solidFill>
                  <a:schemeClr val="lt1"/>
                </a:solidFill>
                <a:latin typeface="Roboto"/>
                <a:ea typeface="Roboto"/>
                <a:cs typeface="Roboto"/>
                <a:sym typeface="Roboto"/>
              </a:rPr>
              <a:t>to use a Burp Suite feature called </a:t>
            </a:r>
            <a:r>
              <a:rPr b="1" i="0" lang="en" sz="1600" u="none" cap="none" strike="noStrike">
                <a:solidFill>
                  <a:schemeClr val="lt1"/>
                </a:solidFill>
                <a:latin typeface="Roboto"/>
                <a:ea typeface="Roboto"/>
                <a:cs typeface="Roboto"/>
                <a:sym typeface="Roboto"/>
              </a:rPr>
              <a:t>Repeater </a:t>
            </a:r>
            <a:r>
              <a:rPr b="0" i="0" lang="en" sz="1600" u="none" cap="none" strike="noStrike">
                <a:solidFill>
                  <a:schemeClr val="lt1"/>
                </a:solidFill>
                <a:latin typeface="Roboto"/>
                <a:ea typeface="Roboto"/>
                <a:cs typeface="Roboto"/>
                <a:sym typeface="Roboto"/>
              </a:rPr>
              <a:t>to test for session management vulnerabilities.</a:t>
            </a:r>
            <a:endParaRPr b="0" i="0" sz="1600" u="none" cap="none" strike="noStrike">
              <a:solidFill>
                <a:schemeClr val="lt1"/>
              </a:solidFill>
              <a:latin typeface="Roboto"/>
              <a:ea typeface="Roboto"/>
              <a:cs typeface="Roboto"/>
              <a:sym typeface="Roboto"/>
            </a:endParaRPr>
          </a:p>
        </p:txBody>
      </p:sp>
      <p:sp>
        <p:nvSpPr>
          <p:cNvPr id="1857" name="Google Shape;1857;p245"/>
          <p:cNvSpPr txBox="1"/>
          <p:nvPr>
            <p:ph idx="4294967295" type="title"/>
          </p:nvPr>
        </p:nvSpPr>
        <p:spPr>
          <a:xfrm>
            <a:off x="76200" y="128016"/>
            <a:ext cx="61848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rgbClr val="000000"/>
              </a:buClr>
              <a:buSzPts val="2400"/>
              <a:buFont typeface="Arial"/>
              <a:buNone/>
            </a:pPr>
            <a:r>
              <a:rPr lang="en"/>
              <a:t>Session Management Vulnerabilities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2400"/>
              <a:buNone/>
            </a:pPr>
            <a:r>
              <a:t/>
            </a:r>
            <a:endParaRPr/>
          </a:p>
        </p:txBody>
      </p:sp>
      <p:sp>
        <p:nvSpPr>
          <p:cNvPr id="1858" name="Google Shape;1858;p245"/>
          <p:cNvSpPr txBox="1"/>
          <p:nvPr/>
        </p:nvSpPr>
        <p:spPr>
          <a:xfrm>
            <a:off x="76200" y="509625"/>
            <a:ext cx="8313900" cy="5763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sp>
        <p:nvSpPr>
          <p:cNvPr id="1859" name="Google Shape;1859;p245"/>
          <p:cNvSpPr/>
          <p:nvPr/>
        </p:nvSpPr>
        <p:spPr>
          <a:xfrm>
            <a:off x="5090688" y="1462625"/>
            <a:ext cx="2696100" cy="2696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60" name="Google Shape;1860;p245"/>
          <p:cNvSpPr txBox="1"/>
          <p:nvPr/>
        </p:nvSpPr>
        <p:spPr>
          <a:xfrm>
            <a:off x="5298438" y="1918150"/>
            <a:ext cx="2280600" cy="178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600" u="none" cap="none" strike="noStrike">
                <a:solidFill>
                  <a:schemeClr val="dk2"/>
                </a:solidFill>
                <a:latin typeface="Roboto"/>
                <a:ea typeface="Roboto"/>
                <a:cs typeface="Roboto"/>
                <a:sym typeface="Roboto"/>
              </a:rPr>
              <a:t>Before we start </a:t>
            </a:r>
            <a:br>
              <a:rPr b="0" i="0" lang="en" sz="1600" u="none" cap="none" strike="noStrike">
                <a:solidFill>
                  <a:schemeClr val="dk2"/>
                </a:solidFill>
                <a:latin typeface="Roboto"/>
                <a:ea typeface="Roboto"/>
                <a:cs typeface="Roboto"/>
                <a:sym typeface="Roboto"/>
              </a:rPr>
            </a:br>
            <a:r>
              <a:rPr b="0" i="0" lang="en" sz="1600" u="none" cap="none" strike="noStrike">
                <a:solidFill>
                  <a:schemeClr val="dk2"/>
                </a:solidFill>
                <a:latin typeface="Roboto"/>
                <a:ea typeface="Roboto"/>
                <a:cs typeface="Roboto"/>
                <a:sym typeface="Roboto"/>
              </a:rPr>
              <a:t>using Burp Suite, </a:t>
            </a:r>
            <a:br>
              <a:rPr b="0" i="0" lang="en" sz="1600" u="none" cap="none" strike="noStrike">
                <a:solidFill>
                  <a:schemeClr val="dk2"/>
                </a:solidFill>
                <a:latin typeface="Roboto"/>
                <a:ea typeface="Roboto"/>
                <a:cs typeface="Roboto"/>
                <a:sym typeface="Roboto"/>
              </a:rPr>
            </a:br>
            <a:r>
              <a:rPr b="0" i="0" lang="en" sz="1600" u="none" cap="none" strike="noStrike">
                <a:solidFill>
                  <a:schemeClr val="dk2"/>
                </a:solidFill>
                <a:latin typeface="Roboto"/>
                <a:ea typeface="Roboto"/>
                <a:cs typeface="Roboto"/>
                <a:sym typeface="Roboto"/>
              </a:rPr>
              <a:t>we will revisit how applications use cookies to manage </a:t>
            </a:r>
            <a:br>
              <a:rPr b="0" i="0" lang="en" sz="1600" u="none" cap="none" strike="noStrike">
                <a:solidFill>
                  <a:schemeClr val="dk2"/>
                </a:solidFill>
                <a:latin typeface="Roboto"/>
                <a:ea typeface="Roboto"/>
                <a:cs typeface="Roboto"/>
                <a:sym typeface="Roboto"/>
              </a:rPr>
            </a:br>
            <a:r>
              <a:rPr b="0" i="0" lang="en" sz="1600" u="none" cap="none" strike="noStrike">
                <a:solidFill>
                  <a:schemeClr val="dk2"/>
                </a:solidFill>
                <a:latin typeface="Roboto"/>
                <a:ea typeface="Roboto"/>
                <a:cs typeface="Roboto"/>
                <a:sym typeface="Roboto"/>
              </a:rPr>
              <a:t>a user’s session.</a:t>
            </a:r>
            <a:endParaRPr b="0" i="0" sz="1600" u="none" cap="none" strike="noStrike">
              <a:solidFill>
                <a:schemeClr val="dk2"/>
              </a:solidFill>
              <a:latin typeface="Roboto"/>
              <a:ea typeface="Roboto"/>
              <a:cs typeface="Roboto"/>
              <a:sym typeface="Roboto"/>
            </a:endParaRPr>
          </a:p>
        </p:txBody>
      </p:sp>
      <p:sp>
        <p:nvSpPr>
          <p:cNvPr id="1861" name="Google Shape;1861;p245"/>
          <p:cNvSpPr/>
          <p:nvPr/>
        </p:nvSpPr>
        <p:spPr>
          <a:xfrm>
            <a:off x="3822063" y="2556550"/>
            <a:ext cx="1152600" cy="576300"/>
          </a:xfrm>
          <a:prstGeom prst="rightArrow">
            <a:avLst>
              <a:gd fmla="val 5000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65" name="Shape 1865"/>
        <p:cNvGrpSpPr/>
        <p:nvPr/>
      </p:nvGrpSpPr>
      <p:grpSpPr>
        <a:xfrm>
          <a:off x="0" y="0"/>
          <a:ext cx="0" cy="0"/>
          <a:chOff x="0" y="0"/>
          <a:chExt cx="0" cy="0"/>
        </a:xfrm>
      </p:grpSpPr>
      <p:sp>
        <p:nvSpPr>
          <p:cNvPr id="1866" name="Google Shape;1866;p246"/>
          <p:cNvSpPr txBox="1"/>
          <p:nvPr/>
        </p:nvSpPr>
        <p:spPr>
          <a:xfrm>
            <a:off x="5246275" y="2241100"/>
            <a:ext cx="3559200" cy="193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600" u="none" cap="none" strike="noStrike">
                <a:solidFill>
                  <a:schemeClr val="dk2"/>
                </a:solidFill>
                <a:latin typeface="Roboto"/>
                <a:ea typeface="Roboto"/>
                <a:cs typeface="Roboto"/>
                <a:sym typeface="Roboto"/>
              </a:rPr>
              <a:t>HTTP</a:t>
            </a:r>
            <a:r>
              <a:rPr i="0" lang="en" sz="1600" u="none" cap="none" strike="noStrike">
                <a:solidFill>
                  <a:schemeClr val="dk2"/>
                </a:solidFill>
                <a:latin typeface="Roboto"/>
                <a:ea typeface="Roboto"/>
                <a:cs typeface="Roboto"/>
                <a:sym typeface="Roboto"/>
              </a:rPr>
              <a:t> resources are </a:t>
            </a:r>
            <a:r>
              <a:rPr b="1" i="0" lang="en" sz="1600" u="none" cap="none" strike="noStrike">
                <a:solidFill>
                  <a:schemeClr val="dk2"/>
                </a:solidFill>
                <a:latin typeface="Roboto"/>
                <a:ea typeface="Roboto"/>
                <a:cs typeface="Roboto"/>
                <a:sym typeface="Roboto"/>
              </a:rPr>
              <a:t>inherently stateless</a:t>
            </a:r>
            <a:r>
              <a:rPr i="0" lang="en" sz="1600" u="none" cap="none" strike="noStrike">
                <a:solidFill>
                  <a:schemeClr val="dk2"/>
                </a:solidFill>
                <a:latin typeface="Roboto"/>
                <a:ea typeface="Roboto"/>
                <a:cs typeface="Roboto"/>
                <a:sym typeface="Roboto"/>
              </a:rPr>
              <a:t>, meaning that whenever your browser requests a webpage, there is no way for that webpage to distinguish you from anyone else.</a:t>
            </a:r>
            <a:endParaRPr i="0" sz="1600" u="none" cap="none" strike="noStrike">
              <a:solidFill>
                <a:schemeClr val="dk2"/>
              </a:solidFill>
              <a:latin typeface="Roboto"/>
              <a:ea typeface="Roboto"/>
              <a:cs typeface="Roboto"/>
              <a:sym typeface="Roboto"/>
            </a:endParaRPr>
          </a:p>
        </p:txBody>
      </p:sp>
      <p:sp>
        <p:nvSpPr>
          <p:cNvPr id="1867" name="Google Shape;1867;p2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1868" name="Google Shape;1868;p246"/>
          <p:cNvPicPr preferRelativeResize="0"/>
          <p:nvPr/>
        </p:nvPicPr>
        <p:blipFill rotWithShape="1">
          <a:blip r:embed="rId3">
            <a:alphaModFix/>
          </a:blip>
          <a:srcRect b="0" l="0" r="0" t="0"/>
          <a:stretch/>
        </p:blipFill>
        <p:spPr>
          <a:xfrm flipH="1">
            <a:off x="-480449" y="1501000"/>
            <a:ext cx="5962899" cy="2537225"/>
          </a:xfrm>
          <a:prstGeom prst="rect">
            <a:avLst/>
          </a:prstGeom>
          <a:noFill/>
          <a:ln>
            <a:noFill/>
          </a:ln>
        </p:spPr>
      </p:pic>
      <p:grpSp>
        <p:nvGrpSpPr>
          <p:cNvPr id="1869" name="Google Shape;1869;p246"/>
          <p:cNvGrpSpPr/>
          <p:nvPr/>
        </p:nvGrpSpPr>
        <p:grpSpPr>
          <a:xfrm>
            <a:off x="3972318" y="1206125"/>
            <a:ext cx="1051285" cy="920372"/>
            <a:chOff x="587700" y="-13400"/>
            <a:chExt cx="5735325" cy="5021125"/>
          </a:xfrm>
        </p:grpSpPr>
        <p:sp>
          <p:nvSpPr>
            <p:cNvPr id="1870" name="Google Shape;1870;p2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2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2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2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2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78" name="Shape 1878"/>
        <p:cNvGrpSpPr/>
        <p:nvPr/>
      </p:nvGrpSpPr>
      <p:grpSpPr>
        <a:xfrm>
          <a:off x="0" y="0"/>
          <a:ext cx="0" cy="0"/>
          <a:chOff x="0" y="0"/>
          <a:chExt cx="0" cy="0"/>
        </a:xfrm>
      </p:grpSpPr>
      <p:sp>
        <p:nvSpPr>
          <p:cNvPr id="1879" name="Google Shape;1879;p247"/>
          <p:cNvSpPr txBox="1"/>
          <p:nvPr/>
        </p:nvSpPr>
        <p:spPr>
          <a:xfrm>
            <a:off x="76200" y="509625"/>
            <a:ext cx="8313900" cy="4584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i="0" lang="en" sz="1800" u="none" cap="none" strike="noStrike">
                <a:solidFill>
                  <a:schemeClr val="dk2"/>
                </a:solidFill>
                <a:latin typeface="Roboto"/>
                <a:ea typeface="Roboto"/>
                <a:cs typeface="Roboto"/>
                <a:sym typeface="Roboto"/>
              </a:rPr>
              <a:t>Websites need a way to deliver content that is specific to each user. </a:t>
            </a:r>
            <a:br>
              <a:rPr i="0" lang="en" sz="1800" u="none" cap="none" strike="noStrike">
                <a:solidFill>
                  <a:schemeClr val="dk2"/>
                </a:solidFill>
                <a:latin typeface="Roboto"/>
                <a:ea typeface="Roboto"/>
                <a:cs typeface="Roboto"/>
                <a:sym typeface="Roboto"/>
              </a:rPr>
            </a:br>
            <a:r>
              <a:rPr i="0" lang="en" sz="1800" u="none" cap="none" strike="noStrike">
                <a:solidFill>
                  <a:schemeClr val="dk2"/>
                </a:solidFill>
                <a:latin typeface="Roboto"/>
                <a:ea typeface="Roboto"/>
                <a:cs typeface="Roboto"/>
                <a:sym typeface="Roboto"/>
              </a:rPr>
              <a:t>To do so, they establish sessions by using cookies.</a:t>
            </a:r>
            <a:endParaRPr i="0" sz="1800" u="none" cap="none" strike="noStrike">
              <a:solidFill>
                <a:schemeClr val="dk2"/>
              </a:solidFill>
              <a:latin typeface="Roboto"/>
              <a:ea typeface="Roboto"/>
              <a:cs typeface="Roboto"/>
              <a:sym typeface="Roboto"/>
            </a:endParaRPr>
          </a:p>
        </p:txBody>
      </p:sp>
      <p:sp>
        <p:nvSpPr>
          <p:cNvPr id="1880" name="Google Shape;1880;p247"/>
          <p:cNvSpPr/>
          <p:nvPr/>
        </p:nvSpPr>
        <p:spPr>
          <a:xfrm>
            <a:off x="457160" y="1421300"/>
            <a:ext cx="3848100" cy="476700"/>
          </a:xfrm>
          <a:prstGeom prst="roundRect">
            <a:avLst>
              <a:gd fmla="val 16667" name="adj"/>
            </a:avLst>
          </a:prstGeom>
          <a:solidFill>
            <a:schemeClr val="dk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800" u="none" cap="none" strike="noStrike">
                <a:solidFill>
                  <a:schemeClr val="lt1"/>
                </a:solidFill>
                <a:latin typeface="Roboto"/>
                <a:ea typeface="Roboto"/>
                <a:cs typeface="Roboto"/>
                <a:sym typeface="Roboto"/>
              </a:rPr>
              <a:t>Sessions</a:t>
            </a:r>
            <a:endParaRPr b="1" i="0" sz="1800" u="none" cap="none" strike="noStrike">
              <a:solidFill>
                <a:schemeClr val="lt1"/>
              </a:solidFill>
              <a:latin typeface="Roboto"/>
              <a:ea typeface="Roboto"/>
              <a:cs typeface="Roboto"/>
              <a:sym typeface="Roboto"/>
            </a:endParaRPr>
          </a:p>
        </p:txBody>
      </p:sp>
      <p:sp>
        <p:nvSpPr>
          <p:cNvPr id="1881" name="Google Shape;1881;p247"/>
          <p:cNvSpPr/>
          <p:nvPr/>
        </p:nvSpPr>
        <p:spPr>
          <a:xfrm rot="10800000">
            <a:off x="593369" y="1810088"/>
            <a:ext cx="261029"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82" name="Google Shape;1882;p247"/>
          <p:cNvSpPr/>
          <p:nvPr/>
        </p:nvSpPr>
        <p:spPr>
          <a:xfrm>
            <a:off x="4876760" y="1404763"/>
            <a:ext cx="3848100" cy="476700"/>
          </a:xfrm>
          <a:prstGeom prst="roundRect">
            <a:avLst>
              <a:gd fmla="val 16667" name="adj"/>
            </a:avLst>
          </a:prstGeom>
          <a:solidFill>
            <a:schemeClr val="accent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chemeClr val="dk2"/>
                </a:solidFill>
                <a:latin typeface="Roboto"/>
                <a:ea typeface="Roboto"/>
                <a:cs typeface="Roboto"/>
                <a:sym typeface="Roboto"/>
              </a:rPr>
              <a:t>Cookies</a:t>
            </a:r>
            <a:endParaRPr b="1" i="0" sz="1800" u="none" cap="none" strike="noStrike">
              <a:solidFill>
                <a:schemeClr val="dk2"/>
              </a:solidFill>
              <a:latin typeface="Roboto"/>
              <a:ea typeface="Roboto"/>
              <a:cs typeface="Roboto"/>
              <a:sym typeface="Roboto"/>
            </a:endParaRPr>
          </a:p>
        </p:txBody>
      </p:sp>
      <p:sp>
        <p:nvSpPr>
          <p:cNvPr id="1883" name="Google Shape;1883;p247"/>
          <p:cNvSpPr/>
          <p:nvPr/>
        </p:nvSpPr>
        <p:spPr>
          <a:xfrm rot="10800000">
            <a:off x="5012969" y="1793551"/>
            <a:ext cx="261029" cy="144694"/>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24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1885" name="Google Shape;1885;p247"/>
          <p:cNvPicPr preferRelativeResize="0"/>
          <p:nvPr/>
        </p:nvPicPr>
        <p:blipFill rotWithShape="1">
          <a:blip r:embed="rId3">
            <a:alphaModFix amt="26000"/>
          </a:blip>
          <a:srcRect b="0" l="6559" r="6559" t="0"/>
          <a:stretch/>
        </p:blipFill>
        <p:spPr>
          <a:xfrm>
            <a:off x="4516050" y="962250"/>
            <a:ext cx="261850" cy="3132573"/>
          </a:xfrm>
          <a:prstGeom prst="rect">
            <a:avLst/>
          </a:prstGeom>
          <a:noFill/>
          <a:ln>
            <a:noFill/>
          </a:ln>
        </p:spPr>
      </p:pic>
      <p:sp>
        <p:nvSpPr>
          <p:cNvPr id="1886" name="Google Shape;1886;p247"/>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Session Management and Cookies</a:t>
            </a:r>
            <a:endParaRPr/>
          </a:p>
        </p:txBody>
      </p:sp>
      <p:sp>
        <p:nvSpPr>
          <p:cNvPr id="1887" name="Google Shape;1887;p247"/>
          <p:cNvSpPr txBox="1"/>
          <p:nvPr/>
        </p:nvSpPr>
        <p:spPr>
          <a:xfrm>
            <a:off x="218200" y="2059650"/>
            <a:ext cx="2808000" cy="1135800"/>
          </a:xfrm>
          <a:prstGeom prst="rect">
            <a:avLst/>
          </a:prstGeom>
          <a:noFill/>
          <a:ln>
            <a:noFill/>
          </a:ln>
        </p:spPr>
        <p:txBody>
          <a:bodyPr anchorCtr="0" anchor="t" bIns="0" lIns="45720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rPr i="0" lang="en" sz="1600" u="none" cap="none" strike="noStrike">
                <a:solidFill>
                  <a:schemeClr val="dk2"/>
                </a:solidFill>
                <a:latin typeface="Roboto"/>
                <a:ea typeface="Roboto"/>
                <a:cs typeface="Roboto"/>
                <a:sym typeface="Roboto"/>
              </a:rPr>
              <a:t>Unique server-side sets of user data that are used to</a:t>
            </a:r>
            <a:r>
              <a:rPr lang="en" sz="1600">
                <a:solidFill>
                  <a:schemeClr val="dk2"/>
                </a:solidFill>
                <a:latin typeface="Roboto"/>
                <a:ea typeface="Roboto"/>
                <a:cs typeface="Roboto"/>
                <a:sym typeface="Roboto"/>
              </a:rPr>
              <a:t> </a:t>
            </a:r>
            <a:r>
              <a:rPr i="0" lang="en" sz="1600" u="none" cap="none" strike="noStrike">
                <a:solidFill>
                  <a:schemeClr val="dk2"/>
                </a:solidFill>
                <a:latin typeface="Roboto"/>
                <a:ea typeface="Roboto"/>
                <a:cs typeface="Roboto"/>
                <a:sym typeface="Roboto"/>
              </a:rPr>
              <a:t>customize webpages for the specific user accessing them.</a:t>
            </a:r>
            <a:endParaRPr i="0" sz="1600" u="none" cap="none" strike="noStrike">
              <a:solidFill>
                <a:schemeClr val="dk2"/>
              </a:solidFill>
              <a:latin typeface="Roboto"/>
              <a:ea typeface="Roboto"/>
              <a:cs typeface="Roboto"/>
              <a:sym typeface="Roboto"/>
            </a:endParaRPr>
          </a:p>
        </p:txBody>
      </p:sp>
      <p:sp>
        <p:nvSpPr>
          <p:cNvPr id="1888" name="Google Shape;1888;p247"/>
          <p:cNvSpPr txBox="1"/>
          <p:nvPr/>
        </p:nvSpPr>
        <p:spPr>
          <a:xfrm>
            <a:off x="4631950" y="2060425"/>
            <a:ext cx="3281100" cy="1393200"/>
          </a:xfrm>
          <a:prstGeom prst="rect">
            <a:avLst/>
          </a:prstGeom>
          <a:noFill/>
          <a:ln>
            <a:noFill/>
          </a:ln>
        </p:spPr>
        <p:txBody>
          <a:bodyPr anchorCtr="0" anchor="t" bIns="0" lIns="457200" spcFirstLastPara="1" rIns="457200" wrap="square" tIns="0">
            <a:noAutofit/>
          </a:bodyPr>
          <a:lstStyle/>
          <a:p>
            <a:pPr indent="0" lvl="0" marL="0" marR="0" rtl="0" algn="l">
              <a:lnSpc>
                <a:spcPct val="100000"/>
              </a:lnSpc>
              <a:spcBef>
                <a:spcPts val="0"/>
              </a:spcBef>
              <a:spcAft>
                <a:spcPts val="0"/>
              </a:spcAft>
              <a:buClr>
                <a:schemeClr val="dk1"/>
              </a:buClr>
              <a:buSzPts val="1100"/>
              <a:buFont typeface="Arial"/>
              <a:buNone/>
            </a:pPr>
            <a:r>
              <a:rPr i="0" lang="en" sz="1600" u="none" cap="none" strike="noStrike">
                <a:solidFill>
                  <a:schemeClr val="dk2"/>
                </a:solidFill>
                <a:latin typeface="Roboto"/>
                <a:ea typeface="Roboto"/>
                <a:cs typeface="Roboto"/>
                <a:sym typeface="Roboto"/>
              </a:rPr>
              <a:t>Small pieces of text data that, when sent by an HTTP server’s response header, are saved by the user’s HTTP client.</a:t>
            </a:r>
            <a:endParaRPr i="0" sz="1600" u="none" cap="none" strike="noStrike">
              <a:solidFill>
                <a:schemeClr val="dk2"/>
              </a:solidFill>
              <a:latin typeface="Roboto"/>
              <a:ea typeface="Roboto"/>
              <a:cs typeface="Roboto"/>
              <a:sym typeface="Roboto"/>
            </a:endParaRPr>
          </a:p>
        </p:txBody>
      </p:sp>
      <p:pic>
        <p:nvPicPr>
          <p:cNvPr id="1889" name="Google Shape;1889;p247"/>
          <p:cNvPicPr preferRelativeResize="0"/>
          <p:nvPr/>
        </p:nvPicPr>
        <p:blipFill rotWithShape="1">
          <a:blip r:embed="rId4">
            <a:alphaModFix/>
          </a:blip>
          <a:srcRect b="0" l="0" r="0" t="0"/>
          <a:stretch/>
        </p:blipFill>
        <p:spPr>
          <a:xfrm>
            <a:off x="7253625" y="3081140"/>
            <a:ext cx="970646" cy="970634"/>
          </a:xfrm>
          <a:prstGeom prst="rect">
            <a:avLst/>
          </a:prstGeom>
          <a:noFill/>
          <a:ln>
            <a:noFill/>
          </a:ln>
          <a:effectLst>
            <a:outerShdw blurRad="57150" rotWithShape="0" algn="bl" dir="5400000" dist="19050">
              <a:srgbClr val="000000">
                <a:alpha val="49411"/>
              </a:srgbClr>
            </a:outerShdw>
          </a:effectLst>
        </p:spPr>
      </p:pic>
      <p:pic>
        <p:nvPicPr>
          <p:cNvPr id="1890" name="Google Shape;1890;p247"/>
          <p:cNvPicPr preferRelativeResize="0"/>
          <p:nvPr/>
        </p:nvPicPr>
        <p:blipFill rotWithShape="1">
          <a:blip r:embed="rId4">
            <a:alphaModFix/>
          </a:blip>
          <a:srcRect b="0" l="0" r="0" t="0"/>
          <a:stretch/>
        </p:blipFill>
        <p:spPr>
          <a:xfrm>
            <a:off x="7754204" y="2625575"/>
            <a:ext cx="970646" cy="970634"/>
          </a:xfrm>
          <a:prstGeom prst="rect">
            <a:avLst/>
          </a:prstGeom>
          <a:noFill/>
          <a:ln>
            <a:noFill/>
          </a:ln>
          <a:effectLst>
            <a:outerShdw blurRad="57150" rotWithShape="0" algn="bl" dir="5400000" dist="19050">
              <a:srgbClr val="000000">
                <a:alpha val="49411"/>
              </a:srgbClr>
            </a:outerShdw>
          </a:effectLst>
        </p:spPr>
      </p:pic>
      <p:pic>
        <p:nvPicPr>
          <p:cNvPr id="1891" name="Google Shape;1891;p247"/>
          <p:cNvPicPr preferRelativeResize="0"/>
          <p:nvPr/>
        </p:nvPicPr>
        <p:blipFill rotWithShape="1">
          <a:blip r:embed="rId5">
            <a:alphaModFix/>
          </a:blip>
          <a:srcRect b="0" l="0" r="0" t="0"/>
          <a:stretch/>
        </p:blipFill>
        <p:spPr>
          <a:xfrm>
            <a:off x="2665825" y="2201825"/>
            <a:ext cx="1756999" cy="21593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95" name="Shape 1895"/>
        <p:cNvGrpSpPr/>
        <p:nvPr/>
      </p:nvGrpSpPr>
      <p:grpSpPr>
        <a:xfrm>
          <a:off x="0" y="0"/>
          <a:ext cx="0" cy="0"/>
          <a:chOff x="0" y="0"/>
          <a:chExt cx="0" cy="0"/>
        </a:xfrm>
      </p:grpSpPr>
      <p:pic>
        <p:nvPicPr>
          <p:cNvPr id="1896" name="Google Shape;1896;p248"/>
          <p:cNvPicPr preferRelativeResize="0"/>
          <p:nvPr/>
        </p:nvPicPr>
        <p:blipFill rotWithShape="1">
          <a:blip r:embed="rId3">
            <a:alphaModFix/>
          </a:blip>
          <a:srcRect b="0" l="0" r="0" t="0"/>
          <a:stretch/>
        </p:blipFill>
        <p:spPr>
          <a:xfrm>
            <a:off x="274000" y="1550650"/>
            <a:ext cx="4178001" cy="3253225"/>
          </a:xfrm>
          <a:prstGeom prst="rect">
            <a:avLst/>
          </a:prstGeom>
          <a:noFill/>
          <a:ln>
            <a:noFill/>
          </a:ln>
        </p:spPr>
      </p:pic>
      <p:sp>
        <p:nvSpPr>
          <p:cNvPr id="1897" name="Google Shape;1897;p248"/>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898" name="Google Shape;1898;p248"/>
          <p:cNvSpPr txBox="1"/>
          <p:nvPr>
            <p:ph type="title"/>
          </p:nvPr>
        </p:nvSpPr>
        <p:spPr>
          <a:xfrm>
            <a:off x="78675"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rgbClr val="000000"/>
              </a:buClr>
              <a:buSzPts val="2400"/>
              <a:buFont typeface="Arial"/>
              <a:buNone/>
            </a:pPr>
            <a:r>
              <a:rPr lang="en">
                <a:solidFill>
                  <a:schemeClr val="lt1"/>
                </a:solidFill>
              </a:rPr>
              <a:t>Session Hijacking </a:t>
            </a:r>
            <a:endParaRPr>
              <a:solidFill>
                <a:schemeClr val="lt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lt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2400"/>
              <a:buNone/>
            </a:pPr>
            <a:r>
              <a:t/>
            </a:r>
            <a:endParaRPr/>
          </a:p>
        </p:txBody>
      </p:sp>
      <p:sp>
        <p:nvSpPr>
          <p:cNvPr id="1899" name="Google Shape;1899;p248"/>
          <p:cNvSpPr txBox="1"/>
          <p:nvPr/>
        </p:nvSpPr>
        <p:spPr>
          <a:xfrm>
            <a:off x="78675" y="509625"/>
            <a:ext cx="8230500" cy="4584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en" sz="1800" u="none" cap="none" strike="noStrike">
                <a:solidFill>
                  <a:schemeClr val="lt1"/>
                </a:solidFill>
                <a:latin typeface="Roboto"/>
                <a:ea typeface="Roboto"/>
                <a:cs typeface="Roboto"/>
                <a:sym typeface="Roboto"/>
              </a:rPr>
              <a:t>While using session cookies is intended to keep a state between webpages when a user accesses a web application, a malicious user can obtain another user’s unique session cookie and hijack the user’s private session.</a:t>
            </a:r>
            <a:endParaRPr b="0" i="0" sz="1800" u="none" cap="none" strike="noStrike">
              <a:solidFill>
                <a:srgbClr val="2E5E73"/>
              </a:solidFill>
              <a:latin typeface="Roboto"/>
              <a:ea typeface="Roboto"/>
              <a:cs typeface="Roboto"/>
              <a:sym typeface="Roboto"/>
            </a:endParaRPr>
          </a:p>
        </p:txBody>
      </p:sp>
      <p:sp>
        <p:nvSpPr>
          <p:cNvPr id="1900" name="Google Shape;1900;p248"/>
          <p:cNvSpPr txBox="1"/>
          <p:nvPr>
            <p:ph idx="1" type="body"/>
          </p:nvPr>
        </p:nvSpPr>
        <p:spPr>
          <a:xfrm>
            <a:off x="3606825" y="1830775"/>
            <a:ext cx="4956900" cy="16962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0" lIns="365750" spcFirstLastPara="1" rIns="457200" wrap="square" tIns="91425">
            <a:noAutofit/>
          </a:bodyPr>
          <a:lstStyle/>
          <a:p>
            <a:pPr indent="0" lvl="0" marL="0" rtl="0" algn="l">
              <a:lnSpc>
                <a:spcPct val="115000"/>
              </a:lnSpc>
              <a:spcBef>
                <a:spcPts val="0"/>
              </a:spcBef>
              <a:spcAft>
                <a:spcPts val="0"/>
              </a:spcAft>
              <a:buSzPts val="1400"/>
              <a:buNone/>
            </a:pPr>
            <a:r>
              <a:rPr lang="en" sz="1600">
                <a:latin typeface="Roboto"/>
                <a:ea typeface="Roboto"/>
                <a:cs typeface="Roboto"/>
                <a:sym typeface="Roboto"/>
              </a:rPr>
              <a:t>This is an example of </a:t>
            </a:r>
            <a:r>
              <a:rPr lang="en" sz="1600">
                <a:latin typeface="Roboto Black"/>
                <a:ea typeface="Roboto Black"/>
                <a:cs typeface="Roboto Black"/>
                <a:sym typeface="Roboto Black"/>
              </a:rPr>
              <a:t>session hijacking</a:t>
            </a:r>
            <a:r>
              <a:rPr lang="en" sz="1600">
                <a:latin typeface="Roboto"/>
                <a:ea typeface="Roboto"/>
                <a:cs typeface="Roboto"/>
                <a:sym typeface="Roboto"/>
              </a:rPr>
              <a:t>.</a:t>
            </a:r>
            <a:r>
              <a:rPr lang="en" sz="1600">
                <a:latin typeface="Roboto"/>
                <a:ea typeface="Roboto"/>
                <a:cs typeface="Roboto"/>
                <a:sym typeface="Roboto"/>
              </a:rPr>
              <a:t> Remember, we conducted a session hijacking </a:t>
            </a:r>
            <a:br>
              <a:rPr lang="en" sz="1600">
                <a:latin typeface="Roboto"/>
                <a:ea typeface="Roboto"/>
                <a:cs typeface="Roboto"/>
                <a:sym typeface="Roboto"/>
              </a:rPr>
            </a:br>
            <a:r>
              <a:rPr lang="en" sz="1600">
                <a:latin typeface="Roboto"/>
                <a:ea typeface="Roboto"/>
                <a:cs typeface="Roboto"/>
                <a:sym typeface="Roboto"/>
              </a:rPr>
              <a:t>attack when we used the Chrome browser </a:t>
            </a:r>
            <a:br>
              <a:rPr lang="en" sz="1600">
                <a:latin typeface="Roboto"/>
                <a:ea typeface="Roboto"/>
                <a:cs typeface="Roboto"/>
                <a:sym typeface="Roboto"/>
              </a:rPr>
            </a:br>
            <a:r>
              <a:rPr lang="en" sz="1600">
                <a:latin typeface="Roboto"/>
                <a:ea typeface="Roboto"/>
                <a:cs typeface="Roboto"/>
                <a:sym typeface="Roboto"/>
              </a:rPr>
              <a:t>extension Cookie-Editor to swap sessions.</a:t>
            </a:r>
            <a:endParaRPr sz="1600">
              <a:latin typeface="Roboto"/>
              <a:ea typeface="Roboto"/>
              <a:cs typeface="Roboto"/>
              <a:sym typeface="Roboto"/>
            </a:endParaRPr>
          </a:p>
        </p:txBody>
      </p:sp>
      <p:sp>
        <p:nvSpPr>
          <p:cNvPr id="1901" name="Google Shape;1901;p248"/>
          <p:cNvSpPr/>
          <p:nvPr/>
        </p:nvSpPr>
        <p:spPr>
          <a:xfrm rot="-5400000">
            <a:off x="3471419" y="3217813"/>
            <a:ext cx="261029" cy="144694"/>
          </a:xfrm>
          <a:prstGeom prst="flowChartExtra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02" name="Google Shape;1902;p248"/>
          <p:cNvSpPr/>
          <p:nvPr/>
        </p:nvSpPr>
        <p:spPr>
          <a:xfrm>
            <a:off x="3444775" y="1479500"/>
            <a:ext cx="5424900" cy="45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6" name="Shape 1906"/>
        <p:cNvGrpSpPr/>
        <p:nvPr/>
      </p:nvGrpSpPr>
      <p:grpSpPr>
        <a:xfrm>
          <a:off x="0" y="0"/>
          <a:ext cx="0" cy="0"/>
          <a:chOff x="0" y="0"/>
          <a:chExt cx="0" cy="0"/>
        </a:xfrm>
      </p:grpSpPr>
      <p:sp>
        <p:nvSpPr>
          <p:cNvPr id="1907" name="Google Shape;1907;p249"/>
          <p:cNvSpPr txBox="1"/>
          <p:nvPr>
            <p:ph idx="4294967295" type="title"/>
          </p:nvPr>
        </p:nvSpPr>
        <p:spPr>
          <a:xfrm>
            <a:off x="69950" y="128016"/>
            <a:ext cx="9168600" cy="9108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Clr>
                <a:srgbClr val="000000"/>
              </a:buClr>
              <a:buSzPts val="1800"/>
              <a:buFont typeface="Arial"/>
              <a:buNone/>
            </a:pPr>
            <a:r>
              <a:rPr b="0" lang="en" sz="1800"/>
              <a:t>Session hijacking falls under the OWASP Top 10 risk of </a:t>
            </a:r>
            <a:r>
              <a:rPr lang="en" sz="1800"/>
              <a:t>identification and authentication failures</a:t>
            </a:r>
            <a:r>
              <a:rPr b="0" lang="en" sz="1800"/>
              <a:t> because if an attacker has access to a user’s session, </a:t>
            </a:r>
            <a:br>
              <a:rPr b="0" lang="en" sz="1800"/>
            </a:br>
            <a:r>
              <a:rPr b="0" lang="en" sz="1800"/>
              <a:t>they can bypass the application’s authentication measures.</a:t>
            </a:r>
            <a:endParaRPr b="0" sz="1800">
              <a:latin typeface="Arial"/>
              <a:ea typeface="Arial"/>
              <a:cs typeface="Arial"/>
              <a:sym typeface="Arial"/>
            </a:endParaRPr>
          </a:p>
          <a:p>
            <a:pPr indent="0" lvl="0" marL="0" rtl="0" algn="l">
              <a:spcBef>
                <a:spcPts val="0"/>
              </a:spcBef>
              <a:spcAft>
                <a:spcPts val="0"/>
              </a:spcAft>
              <a:buClr>
                <a:srgbClr val="000000"/>
              </a:buClr>
              <a:buSzPts val="1800"/>
              <a:buFont typeface="Arial"/>
              <a:buNone/>
            </a:pPr>
            <a:r>
              <a:t/>
            </a:r>
            <a:endParaRPr b="0" sz="2100">
              <a:latin typeface="Roboto Light"/>
              <a:ea typeface="Roboto Light"/>
              <a:cs typeface="Roboto Light"/>
              <a:sym typeface="Roboto Light"/>
            </a:endParaRPr>
          </a:p>
          <a:p>
            <a:pPr indent="0" lvl="0" marL="0" rtl="0" algn="l">
              <a:lnSpc>
                <a:spcPct val="100000"/>
              </a:lnSpc>
              <a:spcBef>
                <a:spcPts val="0"/>
              </a:spcBef>
              <a:spcAft>
                <a:spcPts val="0"/>
              </a:spcAft>
              <a:buSzPts val="2400"/>
              <a:buNone/>
            </a:pPr>
            <a:r>
              <a:t/>
            </a:r>
            <a:endParaRPr sz="2000"/>
          </a:p>
        </p:txBody>
      </p:sp>
      <p:grpSp>
        <p:nvGrpSpPr>
          <p:cNvPr id="1908" name="Google Shape;1908;p249"/>
          <p:cNvGrpSpPr/>
          <p:nvPr/>
        </p:nvGrpSpPr>
        <p:grpSpPr>
          <a:xfrm>
            <a:off x="457200" y="1249750"/>
            <a:ext cx="776889" cy="621300"/>
            <a:chOff x="457200" y="1378813"/>
            <a:chExt cx="776889" cy="621300"/>
          </a:xfrm>
        </p:grpSpPr>
        <p:sp>
          <p:nvSpPr>
            <p:cNvPr id="1909" name="Google Shape;1909;p249"/>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01</a:t>
              </a:r>
              <a:endParaRPr i="0" sz="2000" u="none" cap="none" strike="noStrike">
                <a:solidFill>
                  <a:srgbClr val="FFFFFF"/>
                </a:solidFill>
                <a:latin typeface="Roboto"/>
                <a:ea typeface="Roboto"/>
                <a:cs typeface="Roboto"/>
                <a:sym typeface="Roboto"/>
              </a:endParaRPr>
            </a:p>
          </p:txBody>
        </p:sp>
        <p:sp>
          <p:nvSpPr>
            <p:cNvPr id="1910" name="Google Shape;1910;p249"/>
            <p:cNvSpPr/>
            <p:nvPr/>
          </p:nvSpPr>
          <p:spPr>
            <a:xfrm rot="5400000">
              <a:off x="969614" y="1607625"/>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1911" name="Google Shape;1911;p249"/>
          <p:cNvGrpSpPr/>
          <p:nvPr/>
        </p:nvGrpSpPr>
        <p:grpSpPr>
          <a:xfrm>
            <a:off x="457200" y="2002613"/>
            <a:ext cx="776889" cy="621300"/>
            <a:chOff x="457200" y="1378813"/>
            <a:chExt cx="776889" cy="621300"/>
          </a:xfrm>
        </p:grpSpPr>
        <p:sp>
          <p:nvSpPr>
            <p:cNvPr id="1912" name="Google Shape;1912;p249"/>
            <p:cNvSpPr/>
            <p:nvPr/>
          </p:nvSpPr>
          <p:spPr>
            <a:xfrm>
              <a:off x="457200" y="1378813"/>
              <a:ext cx="695400" cy="621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02</a:t>
              </a:r>
              <a:endParaRPr i="0" sz="2000" u="none" cap="none" strike="noStrike">
                <a:solidFill>
                  <a:srgbClr val="FFFFFF"/>
                </a:solidFill>
                <a:latin typeface="Roboto"/>
                <a:ea typeface="Roboto"/>
                <a:cs typeface="Roboto"/>
                <a:sym typeface="Roboto"/>
              </a:endParaRPr>
            </a:p>
          </p:txBody>
        </p:sp>
        <p:sp>
          <p:nvSpPr>
            <p:cNvPr id="1913" name="Google Shape;1913;p249"/>
            <p:cNvSpPr/>
            <p:nvPr/>
          </p:nvSpPr>
          <p:spPr>
            <a:xfrm rot="5400000">
              <a:off x="969614" y="1607625"/>
              <a:ext cx="34032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914" name="Google Shape;1914;p249"/>
          <p:cNvGrpSpPr/>
          <p:nvPr/>
        </p:nvGrpSpPr>
        <p:grpSpPr>
          <a:xfrm>
            <a:off x="457200" y="2755475"/>
            <a:ext cx="776889" cy="621300"/>
            <a:chOff x="457200" y="1378813"/>
            <a:chExt cx="776889" cy="621300"/>
          </a:xfrm>
        </p:grpSpPr>
        <p:sp>
          <p:nvSpPr>
            <p:cNvPr id="1915" name="Google Shape;1915;p249"/>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03</a:t>
              </a:r>
              <a:endParaRPr i="0" sz="2000" u="none" cap="none" strike="noStrike">
                <a:solidFill>
                  <a:srgbClr val="FFFFFF"/>
                </a:solidFill>
                <a:latin typeface="Roboto"/>
                <a:ea typeface="Roboto"/>
                <a:cs typeface="Roboto"/>
                <a:sym typeface="Roboto"/>
              </a:endParaRPr>
            </a:p>
          </p:txBody>
        </p:sp>
        <p:sp>
          <p:nvSpPr>
            <p:cNvPr id="1916" name="Google Shape;1916;p249"/>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917" name="Google Shape;1917;p249"/>
          <p:cNvGrpSpPr/>
          <p:nvPr/>
        </p:nvGrpSpPr>
        <p:grpSpPr>
          <a:xfrm>
            <a:off x="457200" y="3508338"/>
            <a:ext cx="776889" cy="621300"/>
            <a:chOff x="457200" y="1378813"/>
            <a:chExt cx="776889" cy="621300"/>
          </a:xfrm>
        </p:grpSpPr>
        <p:sp>
          <p:nvSpPr>
            <p:cNvPr id="1918" name="Google Shape;1918;p249"/>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04</a:t>
              </a:r>
              <a:endParaRPr i="0" sz="2000" u="none" cap="none" strike="noStrike">
                <a:solidFill>
                  <a:srgbClr val="FFFFFF"/>
                </a:solidFill>
                <a:latin typeface="Roboto"/>
                <a:ea typeface="Roboto"/>
                <a:cs typeface="Roboto"/>
                <a:sym typeface="Roboto"/>
              </a:endParaRPr>
            </a:p>
          </p:txBody>
        </p:sp>
        <p:sp>
          <p:nvSpPr>
            <p:cNvPr id="1919" name="Google Shape;1919;p249"/>
            <p:cNvSpPr/>
            <p:nvPr/>
          </p:nvSpPr>
          <p:spPr>
            <a:xfrm rot="5400000">
              <a:off x="969614" y="1607625"/>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920" name="Google Shape;1920;p249"/>
          <p:cNvGrpSpPr/>
          <p:nvPr/>
        </p:nvGrpSpPr>
        <p:grpSpPr>
          <a:xfrm>
            <a:off x="469500" y="4261200"/>
            <a:ext cx="776889" cy="621300"/>
            <a:chOff x="457200" y="1378813"/>
            <a:chExt cx="776889" cy="621300"/>
          </a:xfrm>
        </p:grpSpPr>
        <p:sp>
          <p:nvSpPr>
            <p:cNvPr id="1921" name="Google Shape;1921;p249"/>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05</a:t>
              </a:r>
              <a:endParaRPr i="0" sz="2000" u="none" cap="none" strike="noStrike">
                <a:solidFill>
                  <a:srgbClr val="FFFFFF"/>
                </a:solidFill>
                <a:latin typeface="Roboto"/>
                <a:ea typeface="Roboto"/>
                <a:cs typeface="Roboto"/>
                <a:sym typeface="Roboto"/>
              </a:endParaRPr>
            </a:p>
          </p:txBody>
        </p:sp>
        <p:sp>
          <p:nvSpPr>
            <p:cNvPr id="1922" name="Google Shape;1922;p249"/>
            <p:cNvSpPr/>
            <p:nvPr/>
          </p:nvSpPr>
          <p:spPr>
            <a:xfrm rot="5400000">
              <a:off x="969614" y="1607625"/>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sp>
        <p:nvSpPr>
          <p:cNvPr id="1923" name="Google Shape;1923;p249"/>
          <p:cNvSpPr/>
          <p:nvPr/>
        </p:nvSpPr>
        <p:spPr>
          <a:xfrm>
            <a:off x="1356736" y="124977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Broken Access Control</a:t>
            </a:r>
            <a:endParaRPr b="0" i="0" sz="1600" u="none" cap="none" strike="noStrike">
              <a:solidFill>
                <a:schemeClr val="dk1"/>
              </a:solidFill>
              <a:latin typeface="Roboto"/>
              <a:ea typeface="Roboto"/>
              <a:cs typeface="Roboto"/>
              <a:sym typeface="Roboto"/>
            </a:endParaRPr>
          </a:p>
        </p:txBody>
      </p:sp>
      <p:sp>
        <p:nvSpPr>
          <p:cNvPr id="1924" name="Google Shape;1924;p249"/>
          <p:cNvSpPr/>
          <p:nvPr/>
        </p:nvSpPr>
        <p:spPr>
          <a:xfrm>
            <a:off x="1352550" y="2001438"/>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Cryptographic Failures</a:t>
            </a:r>
            <a:endParaRPr b="0" i="0" sz="1600" u="none" cap="none" strike="noStrike">
              <a:solidFill>
                <a:schemeClr val="dk1"/>
              </a:solidFill>
              <a:latin typeface="Roboto"/>
              <a:ea typeface="Roboto"/>
              <a:cs typeface="Roboto"/>
              <a:sym typeface="Roboto"/>
            </a:endParaRPr>
          </a:p>
        </p:txBody>
      </p:sp>
      <p:sp>
        <p:nvSpPr>
          <p:cNvPr id="1925" name="Google Shape;1925;p249"/>
          <p:cNvSpPr/>
          <p:nvPr/>
        </p:nvSpPr>
        <p:spPr>
          <a:xfrm>
            <a:off x="1352550" y="2753100"/>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Injection</a:t>
            </a:r>
            <a:endParaRPr b="0" i="0" sz="1600" u="none" cap="none" strike="noStrike">
              <a:solidFill>
                <a:schemeClr val="dk1"/>
              </a:solidFill>
              <a:latin typeface="Roboto"/>
              <a:ea typeface="Roboto"/>
              <a:cs typeface="Roboto"/>
              <a:sym typeface="Roboto"/>
            </a:endParaRPr>
          </a:p>
        </p:txBody>
      </p:sp>
      <p:sp>
        <p:nvSpPr>
          <p:cNvPr id="1926" name="Google Shape;1926;p249"/>
          <p:cNvSpPr/>
          <p:nvPr/>
        </p:nvSpPr>
        <p:spPr>
          <a:xfrm>
            <a:off x="1352550" y="3504763"/>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Insecure Design</a:t>
            </a:r>
            <a:endParaRPr b="0" i="0" sz="1600" u="none" cap="none" strike="noStrike">
              <a:solidFill>
                <a:schemeClr val="dk1"/>
              </a:solidFill>
              <a:latin typeface="Roboto"/>
              <a:ea typeface="Roboto"/>
              <a:cs typeface="Roboto"/>
              <a:sym typeface="Roboto"/>
            </a:endParaRPr>
          </a:p>
        </p:txBody>
      </p:sp>
      <p:sp>
        <p:nvSpPr>
          <p:cNvPr id="1927" name="Google Shape;1927;p249"/>
          <p:cNvSpPr/>
          <p:nvPr/>
        </p:nvSpPr>
        <p:spPr>
          <a:xfrm>
            <a:off x="1357747" y="425642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Security Misconfiguration</a:t>
            </a:r>
            <a:endParaRPr b="0" i="0" sz="1600" u="none" cap="none" strike="noStrike">
              <a:solidFill>
                <a:schemeClr val="dk1"/>
              </a:solidFill>
              <a:latin typeface="Roboto"/>
              <a:ea typeface="Roboto"/>
              <a:cs typeface="Roboto"/>
              <a:sym typeface="Roboto"/>
            </a:endParaRPr>
          </a:p>
        </p:txBody>
      </p:sp>
      <p:sp>
        <p:nvSpPr>
          <p:cNvPr id="1928" name="Google Shape;1928;p249"/>
          <p:cNvSpPr/>
          <p:nvPr/>
        </p:nvSpPr>
        <p:spPr>
          <a:xfrm>
            <a:off x="5623936" y="124977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Vulnerable and Outdated Components</a:t>
            </a:r>
            <a:endParaRPr b="0" i="0" sz="1600" u="none" cap="none" strike="noStrike">
              <a:solidFill>
                <a:schemeClr val="dk1"/>
              </a:solidFill>
              <a:latin typeface="Roboto"/>
              <a:ea typeface="Roboto"/>
              <a:cs typeface="Roboto"/>
              <a:sym typeface="Roboto"/>
            </a:endParaRPr>
          </a:p>
        </p:txBody>
      </p:sp>
      <p:grpSp>
        <p:nvGrpSpPr>
          <p:cNvPr id="1929" name="Google Shape;1929;p249"/>
          <p:cNvGrpSpPr/>
          <p:nvPr/>
        </p:nvGrpSpPr>
        <p:grpSpPr>
          <a:xfrm>
            <a:off x="4724400" y="1249750"/>
            <a:ext cx="776889" cy="621300"/>
            <a:chOff x="457200" y="1378813"/>
            <a:chExt cx="776889" cy="621300"/>
          </a:xfrm>
        </p:grpSpPr>
        <p:sp>
          <p:nvSpPr>
            <p:cNvPr id="1930" name="Google Shape;1930;p249"/>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06</a:t>
              </a:r>
              <a:endParaRPr i="0" sz="2000" u="none" cap="none" strike="noStrike">
                <a:solidFill>
                  <a:srgbClr val="FFFFFF"/>
                </a:solidFill>
                <a:latin typeface="Roboto"/>
                <a:ea typeface="Roboto"/>
                <a:cs typeface="Roboto"/>
                <a:sym typeface="Roboto"/>
              </a:endParaRPr>
            </a:p>
          </p:txBody>
        </p:sp>
        <p:sp>
          <p:nvSpPr>
            <p:cNvPr id="1931" name="Google Shape;1931;p249"/>
            <p:cNvSpPr/>
            <p:nvPr/>
          </p:nvSpPr>
          <p:spPr>
            <a:xfrm rot="5400000">
              <a:off x="969614" y="1607625"/>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1932" name="Google Shape;1932;p249"/>
          <p:cNvGrpSpPr/>
          <p:nvPr/>
        </p:nvGrpSpPr>
        <p:grpSpPr>
          <a:xfrm>
            <a:off x="4724400" y="2002613"/>
            <a:ext cx="776889" cy="621300"/>
            <a:chOff x="457200" y="1378813"/>
            <a:chExt cx="776889" cy="621300"/>
          </a:xfrm>
        </p:grpSpPr>
        <p:sp>
          <p:nvSpPr>
            <p:cNvPr id="1933" name="Google Shape;1933;p249"/>
            <p:cNvSpPr/>
            <p:nvPr/>
          </p:nvSpPr>
          <p:spPr>
            <a:xfrm>
              <a:off x="457200" y="1378813"/>
              <a:ext cx="695400" cy="621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07</a:t>
              </a:r>
              <a:endParaRPr i="0" sz="2000" u="none" cap="none" strike="noStrike">
                <a:solidFill>
                  <a:srgbClr val="FFFFFF"/>
                </a:solidFill>
                <a:latin typeface="Roboto"/>
                <a:ea typeface="Roboto"/>
                <a:cs typeface="Roboto"/>
                <a:sym typeface="Roboto"/>
              </a:endParaRPr>
            </a:p>
          </p:txBody>
        </p:sp>
        <p:sp>
          <p:nvSpPr>
            <p:cNvPr id="1934" name="Google Shape;1934;p249"/>
            <p:cNvSpPr/>
            <p:nvPr/>
          </p:nvSpPr>
          <p:spPr>
            <a:xfrm rot="5400000">
              <a:off x="969614" y="1607625"/>
              <a:ext cx="34032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935" name="Google Shape;1935;p249"/>
          <p:cNvGrpSpPr/>
          <p:nvPr/>
        </p:nvGrpSpPr>
        <p:grpSpPr>
          <a:xfrm>
            <a:off x="4724400" y="2755475"/>
            <a:ext cx="776889" cy="621300"/>
            <a:chOff x="457200" y="1378813"/>
            <a:chExt cx="776889" cy="621300"/>
          </a:xfrm>
        </p:grpSpPr>
        <p:sp>
          <p:nvSpPr>
            <p:cNvPr id="1936" name="Google Shape;1936;p249"/>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08</a:t>
              </a:r>
              <a:endParaRPr i="0" sz="2000" u="none" cap="none" strike="noStrike">
                <a:solidFill>
                  <a:srgbClr val="FFFFFF"/>
                </a:solidFill>
                <a:latin typeface="Roboto"/>
                <a:ea typeface="Roboto"/>
                <a:cs typeface="Roboto"/>
                <a:sym typeface="Roboto"/>
              </a:endParaRPr>
            </a:p>
          </p:txBody>
        </p:sp>
        <p:sp>
          <p:nvSpPr>
            <p:cNvPr id="1937" name="Google Shape;1937;p249"/>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938" name="Google Shape;1938;p249"/>
          <p:cNvGrpSpPr/>
          <p:nvPr/>
        </p:nvGrpSpPr>
        <p:grpSpPr>
          <a:xfrm>
            <a:off x="4724400" y="3508338"/>
            <a:ext cx="776889" cy="621300"/>
            <a:chOff x="457200" y="1378813"/>
            <a:chExt cx="776889" cy="621300"/>
          </a:xfrm>
        </p:grpSpPr>
        <p:sp>
          <p:nvSpPr>
            <p:cNvPr id="1939" name="Google Shape;1939;p249"/>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09</a:t>
              </a:r>
              <a:endParaRPr i="0" sz="2000" u="none" cap="none" strike="noStrike">
                <a:solidFill>
                  <a:srgbClr val="FFFFFF"/>
                </a:solidFill>
                <a:latin typeface="Roboto"/>
                <a:ea typeface="Roboto"/>
                <a:cs typeface="Roboto"/>
                <a:sym typeface="Roboto"/>
              </a:endParaRPr>
            </a:p>
          </p:txBody>
        </p:sp>
        <p:sp>
          <p:nvSpPr>
            <p:cNvPr id="1940" name="Google Shape;1940;p249"/>
            <p:cNvSpPr/>
            <p:nvPr/>
          </p:nvSpPr>
          <p:spPr>
            <a:xfrm rot="5400000">
              <a:off x="969614" y="1607625"/>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grpSp>
        <p:nvGrpSpPr>
          <p:cNvPr id="1941" name="Google Shape;1941;p249"/>
          <p:cNvGrpSpPr/>
          <p:nvPr/>
        </p:nvGrpSpPr>
        <p:grpSpPr>
          <a:xfrm>
            <a:off x="4736700" y="4261200"/>
            <a:ext cx="776889" cy="621300"/>
            <a:chOff x="457200" y="1378813"/>
            <a:chExt cx="776889" cy="621300"/>
          </a:xfrm>
        </p:grpSpPr>
        <p:sp>
          <p:nvSpPr>
            <p:cNvPr id="1942" name="Google Shape;1942;p249"/>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2000">
                  <a:solidFill>
                    <a:srgbClr val="FFFFFF"/>
                  </a:solidFill>
                  <a:latin typeface="Roboto"/>
                  <a:ea typeface="Roboto"/>
                  <a:cs typeface="Roboto"/>
                  <a:sym typeface="Roboto"/>
                </a:rPr>
                <a:t>A</a:t>
              </a:r>
              <a:r>
                <a:rPr i="0" lang="en" sz="2000" u="none" cap="none" strike="noStrike">
                  <a:solidFill>
                    <a:srgbClr val="FFFFFF"/>
                  </a:solidFill>
                  <a:latin typeface="Roboto"/>
                  <a:ea typeface="Roboto"/>
                  <a:cs typeface="Roboto"/>
                  <a:sym typeface="Roboto"/>
                </a:rPr>
                <a:t>10</a:t>
              </a:r>
              <a:endParaRPr i="0" sz="2000" u="none" cap="none" strike="noStrike">
                <a:solidFill>
                  <a:srgbClr val="FFFFFF"/>
                </a:solidFill>
                <a:latin typeface="Roboto"/>
                <a:ea typeface="Roboto"/>
                <a:cs typeface="Roboto"/>
                <a:sym typeface="Roboto"/>
              </a:endParaRPr>
            </a:p>
          </p:txBody>
        </p:sp>
        <p:sp>
          <p:nvSpPr>
            <p:cNvPr id="1943" name="Google Shape;1943;p249"/>
            <p:cNvSpPr/>
            <p:nvPr/>
          </p:nvSpPr>
          <p:spPr>
            <a:xfrm rot="5400000">
              <a:off x="969614" y="1607625"/>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2000" u="none" cap="none" strike="noStrike">
                <a:solidFill>
                  <a:srgbClr val="FFFFFF"/>
                </a:solidFill>
                <a:latin typeface="Roboto"/>
                <a:ea typeface="Roboto"/>
                <a:cs typeface="Roboto"/>
                <a:sym typeface="Roboto"/>
              </a:endParaRPr>
            </a:p>
          </p:txBody>
        </p:sp>
      </p:grpSp>
      <p:sp>
        <p:nvSpPr>
          <p:cNvPr id="1944" name="Google Shape;1944;p249"/>
          <p:cNvSpPr/>
          <p:nvPr/>
        </p:nvSpPr>
        <p:spPr>
          <a:xfrm>
            <a:off x="5619750" y="2001438"/>
            <a:ext cx="3176100" cy="621300"/>
          </a:xfrm>
          <a:prstGeom prst="roundRect">
            <a:avLst>
              <a:gd fmla="val 16667" name="adj"/>
            </a:avLst>
          </a:prstGeom>
          <a:solidFill>
            <a:srgbClr val="F3F3F3"/>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Identification and Authentication Failures</a:t>
            </a:r>
            <a:endParaRPr b="1" i="0" sz="1600" u="none" cap="none" strike="noStrike">
              <a:solidFill>
                <a:schemeClr val="dk2"/>
              </a:solidFill>
              <a:latin typeface="Roboto"/>
              <a:ea typeface="Roboto"/>
              <a:cs typeface="Roboto"/>
              <a:sym typeface="Roboto"/>
            </a:endParaRPr>
          </a:p>
        </p:txBody>
      </p:sp>
      <p:sp>
        <p:nvSpPr>
          <p:cNvPr id="1945" name="Google Shape;1945;p249"/>
          <p:cNvSpPr/>
          <p:nvPr/>
        </p:nvSpPr>
        <p:spPr>
          <a:xfrm>
            <a:off x="5619750" y="2753100"/>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Software and </a:t>
            </a:r>
            <a:br>
              <a:rPr b="0" i="0" lang="en" sz="1600" u="none" cap="none" strike="noStrike">
                <a:solidFill>
                  <a:schemeClr val="dk1"/>
                </a:solidFill>
                <a:latin typeface="Roboto"/>
                <a:ea typeface="Roboto"/>
                <a:cs typeface="Roboto"/>
                <a:sym typeface="Roboto"/>
              </a:rPr>
            </a:br>
            <a:r>
              <a:rPr b="0" i="0" lang="en" sz="1600" u="none" cap="none" strike="noStrike">
                <a:solidFill>
                  <a:schemeClr val="dk1"/>
                </a:solidFill>
                <a:latin typeface="Roboto"/>
                <a:ea typeface="Roboto"/>
                <a:cs typeface="Roboto"/>
                <a:sym typeface="Roboto"/>
              </a:rPr>
              <a:t>Data Integrity Failures</a:t>
            </a:r>
            <a:endParaRPr b="0" i="0" sz="1600" u="none" cap="none" strike="noStrike">
              <a:solidFill>
                <a:schemeClr val="dk1"/>
              </a:solidFill>
              <a:latin typeface="Roboto"/>
              <a:ea typeface="Roboto"/>
              <a:cs typeface="Roboto"/>
              <a:sym typeface="Roboto"/>
            </a:endParaRPr>
          </a:p>
        </p:txBody>
      </p:sp>
      <p:sp>
        <p:nvSpPr>
          <p:cNvPr id="1946" name="Google Shape;1946;p249"/>
          <p:cNvSpPr/>
          <p:nvPr/>
        </p:nvSpPr>
        <p:spPr>
          <a:xfrm>
            <a:off x="5619750" y="3504763"/>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Security Logging and </a:t>
            </a:r>
            <a:br>
              <a:rPr b="0" i="0" lang="en" sz="1600" u="none" cap="none" strike="noStrike">
                <a:solidFill>
                  <a:schemeClr val="dk1"/>
                </a:solidFill>
                <a:latin typeface="Roboto"/>
                <a:ea typeface="Roboto"/>
                <a:cs typeface="Roboto"/>
                <a:sym typeface="Roboto"/>
              </a:rPr>
            </a:br>
            <a:r>
              <a:rPr b="0" i="0" lang="en" sz="1600" u="none" cap="none" strike="noStrike">
                <a:solidFill>
                  <a:schemeClr val="dk1"/>
                </a:solidFill>
                <a:latin typeface="Roboto"/>
                <a:ea typeface="Roboto"/>
                <a:cs typeface="Roboto"/>
                <a:sym typeface="Roboto"/>
              </a:rPr>
              <a:t>Monitoring Failures</a:t>
            </a:r>
            <a:endParaRPr b="0" i="0" sz="1600" u="none" cap="none" strike="noStrike">
              <a:solidFill>
                <a:schemeClr val="dk1"/>
              </a:solidFill>
              <a:latin typeface="Roboto"/>
              <a:ea typeface="Roboto"/>
              <a:cs typeface="Roboto"/>
              <a:sym typeface="Roboto"/>
            </a:endParaRPr>
          </a:p>
        </p:txBody>
      </p:sp>
      <p:sp>
        <p:nvSpPr>
          <p:cNvPr id="1947" name="Google Shape;1947;p249"/>
          <p:cNvSpPr/>
          <p:nvPr/>
        </p:nvSpPr>
        <p:spPr>
          <a:xfrm>
            <a:off x="5624947" y="4256425"/>
            <a:ext cx="3176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Roboto"/>
                <a:ea typeface="Roboto"/>
                <a:cs typeface="Roboto"/>
                <a:sym typeface="Roboto"/>
              </a:rPr>
              <a:t>Server-Side Request Forgery (SSRF)</a:t>
            </a:r>
            <a:endParaRPr b="0" i="0" sz="1600" u="none" cap="none" strike="noStrike">
              <a:solidFill>
                <a:schemeClr val="dk1"/>
              </a:solidFill>
              <a:latin typeface="Roboto"/>
              <a:ea typeface="Roboto"/>
              <a:cs typeface="Roboto"/>
              <a:sym typeface="Roboto"/>
            </a:endParaRPr>
          </a:p>
        </p:txBody>
      </p:sp>
      <p:sp>
        <p:nvSpPr>
          <p:cNvPr id="1948" name="Google Shape;1948;p249"/>
          <p:cNvSpPr/>
          <p:nvPr/>
        </p:nvSpPr>
        <p:spPr>
          <a:xfrm>
            <a:off x="395175" y="1249787"/>
            <a:ext cx="4206600" cy="3731700"/>
          </a:xfrm>
          <a:prstGeom prst="rect">
            <a:avLst/>
          </a:prstGeom>
          <a:solidFill>
            <a:srgbClr val="FFFFFF">
              <a:alpha val="6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249"/>
          <p:cNvSpPr/>
          <p:nvPr/>
        </p:nvSpPr>
        <p:spPr>
          <a:xfrm>
            <a:off x="4687750" y="1249775"/>
            <a:ext cx="4145700" cy="703800"/>
          </a:xfrm>
          <a:prstGeom prst="rect">
            <a:avLst/>
          </a:prstGeom>
          <a:solidFill>
            <a:srgbClr val="FFFFFF">
              <a:alpha val="6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249"/>
          <p:cNvSpPr/>
          <p:nvPr/>
        </p:nvSpPr>
        <p:spPr>
          <a:xfrm>
            <a:off x="4687750" y="2706650"/>
            <a:ext cx="4145700" cy="2395200"/>
          </a:xfrm>
          <a:prstGeom prst="rect">
            <a:avLst/>
          </a:prstGeom>
          <a:solidFill>
            <a:srgbClr val="FFFFFF">
              <a:alpha val="635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54" name="Shape 1954"/>
        <p:cNvGrpSpPr/>
        <p:nvPr/>
      </p:nvGrpSpPr>
      <p:grpSpPr>
        <a:xfrm>
          <a:off x="0" y="0"/>
          <a:ext cx="0" cy="0"/>
          <a:chOff x="0" y="0"/>
          <a:chExt cx="0" cy="0"/>
        </a:xfrm>
      </p:grpSpPr>
      <p:sp>
        <p:nvSpPr>
          <p:cNvPr id="1955" name="Google Shape;1955;p250"/>
          <p:cNvSpPr txBox="1"/>
          <p:nvPr>
            <p:ph idx="4294967295" type="title"/>
          </p:nvPr>
        </p:nvSpPr>
        <p:spPr>
          <a:xfrm>
            <a:off x="76200" y="13205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Session Hijacking Methods</a:t>
            </a:r>
            <a:endParaRPr/>
          </a:p>
        </p:txBody>
      </p:sp>
      <p:graphicFrame>
        <p:nvGraphicFramePr>
          <p:cNvPr id="1956" name="Google Shape;1956;p250"/>
          <p:cNvGraphicFramePr/>
          <p:nvPr/>
        </p:nvGraphicFramePr>
        <p:xfrm>
          <a:off x="457188" y="904120"/>
          <a:ext cx="3000000" cy="3000000"/>
        </p:xfrm>
        <a:graphic>
          <a:graphicData uri="http://schemas.openxmlformats.org/drawingml/2006/table">
            <a:tbl>
              <a:tblPr>
                <a:noFill/>
                <a:tableStyleId>{32DC4376-A9F0-4D09-92EA-09BDB1FB8592}</a:tableStyleId>
              </a:tblPr>
              <a:tblGrid>
                <a:gridCol w="2043450"/>
                <a:gridCol w="5723075"/>
              </a:tblGrid>
              <a:tr h="1005800">
                <a:tc>
                  <a:txBody>
                    <a:bodyPr/>
                    <a:lstStyle/>
                    <a:p>
                      <a:pPr indent="0" lvl="0" marL="0" marR="0" rtl="0" algn="r">
                        <a:lnSpc>
                          <a:spcPct val="100000"/>
                        </a:lnSpc>
                        <a:spcBef>
                          <a:spcPts val="0"/>
                        </a:spcBef>
                        <a:spcAft>
                          <a:spcPts val="0"/>
                        </a:spcAft>
                        <a:buClr>
                          <a:srgbClr val="000000"/>
                        </a:buClr>
                        <a:buSzPts val="2200"/>
                        <a:buFont typeface="Arial"/>
                        <a:buNone/>
                      </a:pPr>
                      <a:r>
                        <a:rPr b="1" lang="en" sz="2000" u="none" cap="none" strike="noStrike">
                          <a:solidFill>
                            <a:schemeClr val="lt1"/>
                          </a:solidFill>
                          <a:latin typeface="Roboto"/>
                          <a:ea typeface="Roboto"/>
                          <a:cs typeface="Roboto"/>
                          <a:sym typeface="Roboto"/>
                        </a:rPr>
                        <a:t>Sniffing</a:t>
                      </a:r>
                      <a:br>
                        <a:rPr b="1" lang="en" sz="2000" u="none" cap="none" strike="noStrike">
                          <a:solidFill>
                            <a:schemeClr val="lt1"/>
                          </a:solidFill>
                          <a:latin typeface="Roboto"/>
                          <a:ea typeface="Roboto"/>
                          <a:cs typeface="Roboto"/>
                          <a:sym typeface="Roboto"/>
                        </a:rPr>
                      </a:br>
                      <a:r>
                        <a:rPr b="1" lang="en" sz="2000">
                          <a:solidFill>
                            <a:schemeClr val="lt1"/>
                          </a:solidFill>
                          <a:latin typeface="Roboto"/>
                          <a:ea typeface="Roboto"/>
                          <a:cs typeface="Roboto"/>
                          <a:sym typeface="Roboto"/>
                        </a:rPr>
                        <a:t>T</a:t>
                      </a:r>
                      <a:r>
                        <a:rPr b="1" lang="en" sz="2000" u="none" cap="none" strike="noStrike">
                          <a:solidFill>
                            <a:schemeClr val="lt1"/>
                          </a:solidFill>
                          <a:latin typeface="Roboto"/>
                          <a:ea typeface="Roboto"/>
                          <a:cs typeface="Roboto"/>
                          <a:sym typeface="Roboto"/>
                        </a:rPr>
                        <a:t>raffic</a:t>
                      </a:r>
                      <a:endParaRPr b="1" sz="2000" u="none" cap="none" strike="noStrike">
                        <a:solidFill>
                          <a:schemeClr val="lt1"/>
                        </a:solidFill>
                        <a:latin typeface="Roboto"/>
                        <a:ea typeface="Roboto"/>
                        <a:cs typeface="Roboto"/>
                        <a:sym typeface="Roboto"/>
                      </a:endParaRPr>
                    </a:p>
                  </a:txBody>
                  <a:tcPr marT="91425" marB="91425" marR="18287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 sz="1600" u="none" cap="none" strike="noStrike">
                          <a:solidFill>
                            <a:schemeClr val="dk2"/>
                          </a:solidFill>
                          <a:latin typeface="Roboto"/>
                          <a:ea typeface="Roboto"/>
                          <a:cs typeface="Roboto"/>
                          <a:sym typeface="Roboto"/>
                        </a:rPr>
                        <a:t>If a malicious user can sniff unencrypted traffic, then they can potentially capture the session cookie and take over </a:t>
                      </a:r>
                      <a:br>
                        <a:rPr lang="en" sz="1600" u="none" cap="none" strike="noStrike">
                          <a:solidFill>
                            <a:schemeClr val="dk2"/>
                          </a:solidFill>
                          <a:latin typeface="Roboto"/>
                          <a:ea typeface="Roboto"/>
                          <a:cs typeface="Roboto"/>
                          <a:sym typeface="Roboto"/>
                        </a:rPr>
                      </a:br>
                      <a:r>
                        <a:rPr lang="en" sz="1600" u="none" cap="none" strike="noStrike">
                          <a:solidFill>
                            <a:schemeClr val="dk2"/>
                          </a:solidFill>
                          <a:latin typeface="Roboto"/>
                          <a:ea typeface="Roboto"/>
                          <a:cs typeface="Roboto"/>
                          <a:sym typeface="Roboto"/>
                        </a:rPr>
                        <a:t>a user’s session.</a:t>
                      </a:r>
                      <a:endParaRPr sz="1600" u="none" cap="none" strike="noStrike">
                        <a:solidFill>
                          <a:schemeClr val="dk2"/>
                        </a:solidFill>
                        <a:latin typeface="Roboto"/>
                        <a:ea typeface="Roboto"/>
                        <a:cs typeface="Roboto"/>
                        <a:sym typeface="Roboto"/>
                      </a:endParaRPr>
                    </a:p>
                  </a:txBody>
                  <a:tcPr marT="91425" marB="91425" marR="182875" marL="1828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914375">
                <a:tc>
                  <a:txBody>
                    <a:bodyPr/>
                    <a:lstStyle/>
                    <a:p>
                      <a:pPr indent="0" lvl="0" marL="0" marR="0" rtl="0" algn="r">
                        <a:lnSpc>
                          <a:spcPct val="100000"/>
                        </a:lnSpc>
                        <a:spcBef>
                          <a:spcPts val="0"/>
                        </a:spcBef>
                        <a:spcAft>
                          <a:spcPts val="0"/>
                        </a:spcAft>
                        <a:buClr>
                          <a:srgbClr val="000000"/>
                        </a:buClr>
                        <a:buSzPts val="2200"/>
                        <a:buFont typeface="Arial"/>
                        <a:buNone/>
                      </a:pPr>
                      <a:r>
                        <a:rPr b="1" lang="en" sz="2000" u="none" cap="none" strike="noStrike">
                          <a:solidFill>
                            <a:schemeClr val="lt1"/>
                          </a:solidFill>
                          <a:latin typeface="Roboto"/>
                          <a:ea typeface="Roboto"/>
                          <a:cs typeface="Roboto"/>
                          <a:sym typeface="Roboto"/>
                        </a:rPr>
                        <a:t>Client-</a:t>
                      </a:r>
                      <a:r>
                        <a:rPr b="1" lang="en" sz="2000">
                          <a:solidFill>
                            <a:schemeClr val="lt1"/>
                          </a:solidFill>
                          <a:latin typeface="Roboto"/>
                          <a:ea typeface="Roboto"/>
                          <a:cs typeface="Roboto"/>
                          <a:sym typeface="Roboto"/>
                        </a:rPr>
                        <a:t>S</a:t>
                      </a:r>
                      <a:r>
                        <a:rPr b="1" lang="en" sz="2000" u="none" cap="none" strike="noStrike">
                          <a:solidFill>
                            <a:schemeClr val="lt1"/>
                          </a:solidFill>
                          <a:latin typeface="Roboto"/>
                          <a:ea typeface="Roboto"/>
                          <a:cs typeface="Roboto"/>
                          <a:sym typeface="Roboto"/>
                        </a:rPr>
                        <a:t>ide </a:t>
                      </a:r>
                      <a:r>
                        <a:rPr b="1" lang="en" sz="2000">
                          <a:solidFill>
                            <a:schemeClr val="lt1"/>
                          </a:solidFill>
                          <a:latin typeface="Roboto"/>
                          <a:ea typeface="Roboto"/>
                          <a:cs typeface="Roboto"/>
                          <a:sym typeface="Roboto"/>
                        </a:rPr>
                        <a:t>A</a:t>
                      </a:r>
                      <a:r>
                        <a:rPr b="1" lang="en" sz="2000" u="none" cap="none" strike="noStrike">
                          <a:solidFill>
                            <a:schemeClr val="lt1"/>
                          </a:solidFill>
                          <a:latin typeface="Roboto"/>
                          <a:ea typeface="Roboto"/>
                          <a:cs typeface="Roboto"/>
                          <a:sym typeface="Roboto"/>
                        </a:rPr>
                        <a:t>ttacks</a:t>
                      </a:r>
                      <a:endParaRPr b="1" sz="2000" u="none" cap="none" strike="noStrike">
                        <a:solidFill>
                          <a:schemeClr val="lt1"/>
                        </a:solidFill>
                        <a:latin typeface="Roboto"/>
                        <a:ea typeface="Roboto"/>
                        <a:cs typeface="Roboto"/>
                        <a:sym typeface="Roboto"/>
                      </a:endParaRPr>
                    </a:p>
                  </a:txBody>
                  <a:tcPr marT="91425" marB="91425" marR="18287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 sz="1600" u="none" cap="none" strike="noStrike">
                          <a:solidFill>
                            <a:schemeClr val="dk2"/>
                          </a:solidFill>
                          <a:latin typeface="Roboto"/>
                          <a:ea typeface="Roboto"/>
                          <a:cs typeface="Roboto"/>
                          <a:sym typeface="Roboto"/>
                        </a:rPr>
                        <a:t>A malicious user can deploy a cross-site scripting attack </a:t>
                      </a:r>
                      <a:br>
                        <a:rPr lang="en" sz="1600" u="none" cap="none" strike="noStrike">
                          <a:solidFill>
                            <a:schemeClr val="dk2"/>
                          </a:solidFill>
                          <a:latin typeface="Roboto"/>
                          <a:ea typeface="Roboto"/>
                          <a:cs typeface="Roboto"/>
                          <a:sym typeface="Roboto"/>
                        </a:rPr>
                      </a:br>
                      <a:r>
                        <a:rPr lang="en" sz="1600" u="none" cap="none" strike="noStrike">
                          <a:solidFill>
                            <a:schemeClr val="dk2"/>
                          </a:solidFill>
                          <a:latin typeface="Roboto"/>
                          <a:ea typeface="Roboto"/>
                          <a:cs typeface="Roboto"/>
                          <a:sym typeface="Roboto"/>
                        </a:rPr>
                        <a:t>to steal a user’s session cookie.</a:t>
                      </a:r>
                      <a:endParaRPr sz="1600" u="none" cap="none" strike="noStrike">
                        <a:solidFill>
                          <a:schemeClr val="dk2"/>
                        </a:solidFill>
                        <a:latin typeface="Roboto"/>
                        <a:ea typeface="Roboto"/>
                        <a:cs typeface="Roboto"/>
                        <a:sym typeface="Roboto"/>
                      </a:endParaRPr>
                    </a:p>
                  </a:txBody>
                  <a:tcPr marT="91425" marB="91425" marR="182875" marL="1828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914375">
                <a:tc>
                  <a:txBody>
                    <a:bodyPr/>
                    <a:lstStyle/>
                    <a:p>
                      <a:pPr indent="0" lvl="0" marL="0" marR="0" rtl="0" algn="r">
                        <a:lnSpc>
                          <a:spcPct val="100000"/>
                        </a:lnSpc>
                        <a:spcBef>
                          <a:spcPts val="0"/>
                        </a:spcBef>
                        <a:spcAft>
                          <a:spcPts val="0"/>
                        </a:spcAft>
                        <a:buClr>
                          <a:srgbClr val="000000"/>
                        </a:buClr>
                        <a:buSzPts val="2200"/>
                        <a:buFont typeface="Arial"/>
                        <a:buNone/>
                      </a:pPr>
                      <a:r>
                        <a:rPr b="1" lang="en" sz="2000" u="none" cap="none" strike="noStrike">
                          <a:solidFill>
                            <a:schemeClr val="lt1"/>
                          </a:solidFill>
                          <a:latin typeface="Roboto"/>
                          <a:ea typeface="Roboto"/>
                          <a:cs typeface="Roboto"/>
                          <a:sym typeface="Roboto"/>
                        </a:rPr>
                        <a:t>Predictable </a:t>
                      </a:r>
                      <a:r>
                        <a:rPr b="1" lang="en" sz="2000">
                          <a:solidFill>
                            <a:schemeClr val="lt1"/>
                          </a:solidFill>
                          <a:latin typeface="Roboto"/>
                          <a:ea typeface="Roboto"/>
                          <a:cs typeface="Roboto"/>
                          <a:sym typeface="Roboto"/>
                        </a:rPr>
                        <a:t>S</a:t>
                      </a:r>
                      <a:r>
                        <a:rPr b="1" lang="en" sz="2000" u="none" cap="none" strike="noStrike">
                          <a:solidFill>
                            <a:schemeClr val="lt1"/>
                          </a:solidFill>
                          <a:latin typeface="Roboto"/>
                          <a:ea typeface="Roboto"/>
                          <a:cs typeface="Roboto"/>
                          <a:sym typeface="Roboto"/>
                        </a:rPr>
                        <a:t>essions</a:t>
                      </a:r>
                      <a:endParaRPr b="1" sz="2000" u="none" cap="none" strike="noStrike">
                        <a:solidFill>
                          <a:schemeClr val="lt1"/>
                        </a:solidFill>
                        <a:latin typeface="Roboto"/>
                        <a:ea typeface="Roboto"/>
                        <a:cs typeface="Roboto"/>
                        <a:sym typeface="Roboto"/>
                      </a:endParaRPr>
                    </a:p>
                  </a:txBody>
                  <a:tcPr marT="91425" marB="91425" marR="18287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 sz="1600" u="none" cap="none" strike="noStrike">
                          <a:solidFill>
                            <a:schemeClr val="dk2"/>
                          </a:solidFill>
                          <a:latin typeface="Roboto"/>
                          <a:ea typeface="Roboto"/>
                          <a:cs typeface="Roboto"/>
                          <a:sym typeface="Roboto"/>
                        </a:rPr>
                        <a:t>A malicious user can predict what a unique </a:t>
                      </a:r>
                      <a:br>
                        <a:rPr lang="en" sz="1600" u="none" cap="none" strike="noStrike">
                          <a:solidFill>
                            <a:schemeClr val="dk2"/>
                          </a:solidFill>
                          <a:latin typeface="Roboto"/>
                          <a:ea typeface="Roboto"/>
                          <a:cs typeface="Roboto"/>
                          <a:sym typeface="Roboto"/>
                        </a:rPr>
                      </a:br>
                      <a:r>
                        <a:rPr lang="en" sz="1600" u="none" cap="none" strike="noStrike">
                          <a:solidFill>
                            <a:schemeClr val="dk2"/>
                          </a:solidFill>
                          <a:latin typeface="Roboto"/>
                          <a:ea typeface="Roboto"/>
                          <a:cs typeface="Roboto"/>
                          <a:sym typeface="Roboto"/>
                        </a:rPr>
                        <a:t>session cookie might be.</a:t>
                      </a:r>
                      <a:endParaRPr sz="1600" u="none" cap="none" strike="noStrike">
                        <a:solidFill>
                          <a:schemeClr val="dk2"/>
                        </a:solidFill>
                        <a:latin typeface="Roboto"/>
                        <a:ea typeface="Roboto"/>
                        <a:cs typeface="Roboto"/>
                        <a:sym typeface="Roboto"/>
                      </a:endParaRPr>
                    </a:p>
                  </a:txBody>
                  <a:tcPr marT="91425" marB="91425" marR="182875" marL="1828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pic>
        <p:nvPicPr>
          <p:cNvPr id="1957" name="Google Shape;1957;p250"/>
          <p:cNvPicPr preferRelativeResize="0"/>
          <p:nvPr/>
        </p:nvPicPr>
        <p:blipFill rotWithShape="1">
          <a:blip r:embed="rId3">
            <a:alphaModFix/>
          </a:blip>
          <a:srcRect b="0" l="0" r="0" t="0"/>
          <a:stretch/>
        </p:blipFill>
        <p:spPr>
          <a:xfrm>
            <a:off x="7188575" y="3340890"/>
            <a:ext cx="898483" cy="898486"/>
          </a:xfrm>
          <a:prstGeom prst="rect">
            <a:avLst/>
          </a:prstGeom>
          <a:noFill/>
          <a:ln>
            <a:noFill/>
          </a:ln>
          <a:effectLst>
            <a:outerShdw blurRad="57150" rotWithShape="0" algn="bl" dir="5400000" dist="19050">
              <a:srgbClr val="000000">
                <a:alpha val="49411"/>
              </a:srgbClr>
            </a:outerShdw>
          </a:effectLst>
        </p:spPr>
      </p:pic>
      <p:pic>
        <p:nvPicPr>
          <p:cNvPr id="1958" name="Google Shape;1958;p250"/>
          <p:cNvPicPr preferRelativeResize="0"/>
          <p:nvPr/>
        </p:nvPicPr>
        <p:blipFill rotWithShape="1">
          <a:blip r:embed="rId3">
            <a:alphaModFix/>
          </a:blip>
          <a:srcRect b="0" l="0" r="0" t="0"/>
          <a:stretch/>
        </p:blipFill>
        <p:spPr>
          <a:xfrm>
            <a:off x="7772516" y="2949400"/>
            <a:ext cx="898483" cy="898486"/>
          </a:xfrm>
          <a:prstGeom prst="rect">
            <a:avLst/>
          </a:prstGeom>
          <a:noFill/>
          <a:ln>
            <a:noFill/>
          </a:ln>
          <a:effectLst>
            <a:outerShdw blurRad="57150" rotWithShape="0" algn="bl" dir="5400000" dist="19050">
              <a:srgbClr val="000000">
                <a:alpha val="49411"/>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962" name="Shape 1962"/>
        <p:cNvGrpSpPr/>
        <p:nvPr/>
      </p:nvGrpSpPr>
      <p:grpSpPr>
        <a:xfrm>
          <a:off x="0" y="0"/>
          <a:ext cx="0" cy="0"/>
          <a:chOff x="0" y="0"/>
          <a:chExt cx="0" cy="0"/>
        </a:xfrm>
      </p:grpSpPr>
      <p:sp>
        <p:nvSpPr>
          <p:cNvPr id="1963" name="Google Shape;1963;p251"/>
          <p:cNvSpPr txBox="1"/>
          <p:nvPr>
            <p:ph type="title"/>
          </p:nvPr>
        </p:nvSpPr>
        <p:spPr>
          <a:xfrm>
            <a:off x="76200" y="128016"/>
            <a:ext cx="5177100" cy="5211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latin typeface="Roboto"/>
                <a:ea typeface="Roboto"/>
                <a:cs typeface="Roboto"/>
                <a:sym typeface="Roboto"/>
              </a:rPr>
              <a:t>Predictable Session Scenario</a:t>
            </a:r>
            <a:endParaRPr>
              <a:latin typeface="Roboto"/>
              <a:ea typeface="Roboto"/>
              <a:cs typeface="Roboto"/>
              <a:sym typeface="Roboto"/>
            </a:endParaRPr>
          </a:p>
        </p:txBody>
      </p:sp>
      <p:sp>
        <p:nvSpPr>
          <p:cNvPr id="1964" name="Google Shape;1964;p251"/>
          <p:cNvSpPr txBox="1"/>
          <p:nvPr/>
        </p:nvSpPr>
        <p:spPr>
          <a:xfrm>
            <a:off x="76200" y="518950"/>
            <a:ext cx="8145000" cy="5052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1800" u="none" cap="none" strike="noStrike">
                <a:solidFill>
                  <a:schemeClr val="dk2"/>
                </a:solidFill>
                <a:latin typeface="Roboto"/>
                <a:ea typeface="Roboto"/>
                <a:cs typeface="Roboto"/>
                <a:sym typeface="Roboto"/>
              </a:rPr>
              <a:t>Henry, a malicious user, is using a stock-trading website to buy and sell stocks and mutual funds.</a:t>
            </a:r>
            <a:endParaRPr i="0" sz="1800" u="none" cap="none" strike="noStrike">
              <a:solidFill>
                <a:schemeClr val="dk2"/>
              </a:solidFill>
              <a:latin typeface="Roboto"/>
              <a:ea typeface="Roboto"/>
              <a:cs typeface="Roboto"/>
              <a:sym typeface="Roboto"/>
            </a:endParaRPr>
          </a:p>
        </p:txBody>
      </p:sp>
      <p:pic>
        <p:nvPicPr>
          <p:cNvPr id="1965" name="Google Shape;1965;p251"/>
          <p:cNvPicPr preferRelativeResize="0"/>
          <p:nvPr/>
        </p:nvPicPr>
        <p:blipFill rotWithShape="1">
          <a:blip r:embed="rId3">
            <a:alphaModFix/>
          </a:blip>
          <a:srcRect b="3835" l="0" r="0" t="0"/>
          <a:stretch/>
        </p:blipFill>
        <p:spPr>
          <a:xfrm>
            <a:off x="1329035" y="1317425"/>
            <a:ext cx="800390" cy="762276"/>
          </a:xfrm>
          <a:prstGeom prst="rect">
            <a:avLst/>
          </a:prstGeom>
          <a:noFill/>
          <a:ln>
            <a:noFill/>
          </a:ln>
        </p:spPr>
      </p:pic>
      <p:pic>
        <p:nvPicPr>
          <p:cNvPr id="1966" name="Google Shape;1966;p251"/>
          <p:cNvPicPr preferRelativeResize="0"/>
          <p:nvPr/>
        </p:nvPicPr>
        <p:blipFill rotWithShape="1">
          <a:blip r:embed="rId4">
            <a:alphaModFix/>
          </a:blip>
          <a:srcRect b="3835" l="0" r="0" t="0"/>
          <a:stretch/>
        </p:blipFill>
        <p:spPr>
          <a:xfrm>
            <a:off x="4263260" y="1317425"/>
            <a:ext cx="800390" cy="762276"/>
          </a:xfrm>
          <a:prstGeom prst="rect">
            <a:avLst/>
          </a:prstGeom>
          <a:noFill/>
          <a:ln>
            <a:noFill/>
          </a:ln>
        </p:spPr>
      </p:pic>
      <p:pic>
        <p:nvPicPr>
          <p:cNvPr id="1967" name="Google Shape;1967;p251"/>
          <p:cNvPicPr preferRelativeResize="0"/>
          <p:nvPr/>
        </p:nvPicPr>
        <p:blipFill rotWithShape="1">
          <a:blip r:embed="rId5">
            <a:alphaModFix/>
          </a:blip>
          <a:srcRect b="3835" l="0" r="0" t="0"/>
          <a:stretch/>
        </p:blipFill>
        <p:spPr>
          <a:xfrm>
            <a:off x="7197485" y="1317425"/>
            <a:ext cx="800390" cy="762276"/>
          </a:xfrm>
          <a:prstGeom prst="rect">
            <a:avLst/>
          </a:prstGeom>
          <a:noFill/>
          <a:ln>
            <a:noFill/>
          </a:ln>
        </p:spPr>
      </p:pic>
      <p:sp>
        <p:nvSpPr>
          <p:cNvPr id="1968" name="Google Shape;1968;p251"/>
          <p:cNvSpPr/>
          <p:nvPr/>
        </p:nvSpPr>
        <p:spPr>
          <a:xfrm flipH="1">
            <a:off x="456922" y="2079700"/>
            <a:ext cx="2544600" cy="2764200"/>
          </a:xfrm>
          <a:prstGeom prst="round2DiagRect">
            <a:avLst>
              <a:gd fmla="val 0" name="adj1"/>
              <a:gd fmla="val 0" name="adj2"/>
            </a:avLst>
          </a:prstGeom>
          <a:solidFill>
            <a:schemeClr val="accent3"/>
          </a:solidFill>
          <a:ln>
            <a:noFill/>
          </a:ln>
        </p:spPr>
        <p:txBody>
          <a:bodyPr anchorCtr="0" anchor="t" bIns="91425" lIns="91425" spcFirstLastPara="1" rIns="91425" wrap="square" tIns="182875">
            <a:noAutofit/>
          </a:bodyPr>
          <a:lstStyle/>
          <a:p>
            <a:pPr indent="0" lvl="0" marL="182880" marR="0" rtl="0" algn="l">
              <a:lnSpc>
                <a:spcPct val="115000"/>
              </a:lnSpc>
              <a:spcBef>
                <a:spcPts val="0"/>
              </a:spcBef>
              <a:spcAft>
                <a:spcPts val="0"/>
              </a:spcAft>
              <a:buClr>
                <a:srgbClr val="000000"/>
              </a:buClr>
              <a:buSzPts val="1400"/>
              <a:buFont typeface="Arial"/>
              <a:buNone/>
            </a:pPr>
            <a:r>
              <a:rPr i="0" lang="en" sz="1400" u="none" cap="none" strike="noStrike">
                <a:solidFill>
                  <a:schemeClr val="lt1"/>
                </a:solidFill>
                <a:latin typeface="Roboto"/>
                <a:ea typeface="Roboto"/>
                <a:cs typeface="Roboto"/>
                <a:sym typeface="Roboto"/>
              </a:rPr>
              <a:t>Henry logs in with </a:t>
            </a:r>
            <a:r>
              <a:rPr lang="en">
                <a:solidFill>
                  <a:schemeClr val="lt1"/>
                </a:solidFill>
                <a:latin typeface="Roboto"/>
                <a:ea typeface="Roboto"/>
                <a:cs typeface="Roboto"/>
                <a:sym typeface="Roboto"/>
              </a:rPr>
              <a:t>their</a:t>
            </a:r>
            <a:r>
              <a:rPr i="0" lang="en" sz="1400" u="none" cap="none" strike="noStrike">
                <a:solidFill>
                  <a:schemeClr val="lt1"/>
                </a:solidFill>
                <a:latin typeface="Roboto"/>
                <a:ea typeface="Roboto"/>
                <a:cs typeface="Roboto"/>
                <a:sym typeface="Roboto"/>
              </a:rPr>
              <a:t> own credentials on </a:t>
            </a:r>
            <a:r>
              <a:rPr i="0" lang="en" sz="1400" u="none" cap="none" strike="noStrike">
                <a:solidFill>
                  <a:schemeClr val="lt1"/>
                </a:solidFill>
                <a:latin typeface="Roboto"/>
                <a:ea typeface="Roboto"/>
                <a:cs typeface="Roboto"/>
                <a:sym typeface="Roboto"/>
              </a:rPr>
              <a:t>Monday</a:t>
            </a:r>
            <a:r>
              <a:rPr i="0" lang="en" sz="1400" u="none" cap="none" strike="noStrike">
                <a:solidFill>
                  <a:schemeClr val="lt1"/>
                </a:solidFill>
                <a:latin typeface="Roboto"/>
                <a:ea typeface="Roboto"/>
                <a:cs typeface="Roboto"/>
                <a:sym typeface="Roboto"/>
              </a:rPr>
              <a:t>, October 28, 202</a:t>
            </a:r>
            <a:r>
              <a:rPr lang="en">
                <a:solidFill>
                  <a:schemeClr val="lt1"/>
                </a:solidFill>
                <a:latin typeface="Roboto"/>
                <a:ea typeface="Roboto"/>
                <a:cs typeface="Roboto"/>
                <a:sym typeface="Roboto"/>
              </a:rPr>
              <a:t>4</a:t>
            </a:r>
            <a:r>
              <a:rPr i="0" lang="en" sz="1400" u="none" cap="none" strike="noStrike">
                <a:solidFill>
                  <a:schemeClr val="lt1"/>
                </a:solidFill>
                <a:latin typeface="Roboto"/>
                <a:ea typeface="Roboto"/>
                <a:cs typeface="Roboto"/>
                <a:sym typeface="Roboto"/>
              </a:rPr>
              <a:t>, to the stock-trading site, then checks </a:t>
            </a:r>
            <a:r>
              <a:rPr lang="en">
                <a:solidFill>
                  <a:schemeClr val="lt1"/>
                </a:solidFill>
                <a:latin typeface="Roboto"/>
                <a:ea typeface="Roboto"/>
                <a:cs typeface="Roboto"/>
                <a:sym typeface="Roboto"/>
              </a:rPr>
              <a:t>their</a:t>
            </a:r>
            <a:r>
              <a:rPr i="0" lang="en" sz="1400" u="none" cap="none" strike="noStrike">
                <a:solidFill>
                  <a:schemeClr val="lt1"/>
                </a:solidFill>
                <a:latin typeface="Roboto"/>
                <a:ea typeface="Roboto"/>
                <a:cs typeface="Roboto"/>
                <a:sym typeface="Roboto"/>
              </a:rPr>
              <a:t> session cookie in </a:t>
            </a:r>
            <a:r>
              <a:rPr lang="en">
                <a:solidFill>
                  <a:schemeClr val="lt1"/>
                </a:solidFill>
                <a:latin typeface="Roboto"/>
                <a:ea typeface="Roboto"/>
                <a:cs typeface="Roboto"/>
                <a:sym typeface="Roboto"/>
              </a:rPr>
              <a:t>their</a:t>
            </a:r>
            <a:r>
              <a:rPr i="0" lang="en" sz="1400" u="none" cap="none" strike="noStrike">
                <a:solidFill>
                  <a:schemeClr val="lt1"/>
                </a:solidFill>
                <a:latin typeface="Roboto"/>
                <a:ea typeface="Roboto"/>
                <a:cs typeface="Roboto"/>
                <a:sym typeface="Roboto"/>
              </a:rPr>
              <a:t> </a:t>
            </a:r>
            <a:br>
              <a:rPr i="0" lang="en" sz="1400" u="none" cap="none" strike="noStrike">
                <a:solidFill>
                  <a:schemeClr val="lt1"/>
                </a:solidFill>
                <a:latin typeface="Roboto"/>
                <a:ea typeface="Roboto"/>
                <a:cs typeface="Roboto"/>
                <a:sym typeface="Roboto"/>
              </a:rPr>
            </a:br>
            <a:r>
              <a:rPr i="0" lang="en" sz="1400" u="none" cap="none" strike="noStrike">
                <a:solidFill>
                  <a:schemeClr val="lt1"/>
                </a:solidFill>
                <a:latin typeface="Roboto"/>
                <a:ea typeface="Roboto"/>
                <a:cs typeface="Roboto"/>
                <a:sym typeface="Roboto"/>
              </a:rPr>
              <a:t>browser settings:</a:t>
            </a:r>
            <a:endParaRPr i="0" sz="1400" u="none" cap="none" strike="noStrike">
              <a:solidFill>
                <a:schemeClr val="lt1"/>
              </a:solidFill>
              <a:latin typeface="Roboto"/>
              <a:ea typeface="Roboto"/>
              <a:cs typeface="Roboto"/>
              <a:sym typeface="Roboto"/>
            </a:endParaRPr>
          </a:p>
        </p:txBody>
      </p:sp>
      <p:sp>
        <p:nvSpPr>
          <p:cNvPr id="1969" name="Google Shape;1969;p251"/>
          <p:cNvSpPr/>
          <p:nvPr/>
        </p:nvSpPr>
        <p:spPr>
          <a:xfrm flipH="1">
            <a:off x="3391148" y="2079700"/>
            <a:ext cx="2544600" cy="2764200"/>
          </a:xfrm>
          <a:prstGeom prst="round2DiagRect">
            <a:avLst>
              <a:gd fmla="val 0" name="adj1"/>
              <a:gd fmla="val 0" name="adj2"/>
            </a:avLst>
          </a:prstGeom>
          <a:solidFill>
            <a:schemeClr val="accent1"/>
          </a:solidFill>
          <a:ln>
            <a:noFill/>
          </a:ln>
        </p:spPr>
        <p:txBody>
          <a:bodyPr anchorCtr="0" anchor="t" bIns="91425" lIns="91425" spcFirstLastPara="1" rIns="91425" wrap="square" tIns="182875">
            <a:noAutofit/>
          </a:bodyPr>
          <a:lstStyle/>
          <a:p>
            <a:pPr indent="0" lvl="0" marL="182880" marR="0" rtl="0" algn="l">
              <a:lnSpc>
                <a:spcPct val="115000"/>
              </a:lnSpc>
              <a:spcBef>
                <a:spcPts val="0"/>
              </a:spcBef>
              <a:spcAft>
                <a:spcPts val="0"/>
              </a:spcAft>
              <a:buClr>
                <a:srgbClr val="000000"/>
              </a:buClr>
              <a:buSzPts val="1400"/>
              <a:buFont typeface="Arial"/>
              <a:buNone/>
            </a:pPr>
            <a:r>
              <a:rPr lang="en">
                <a:latin typeface="Roboto"/>
                <a:ea typeface="Roboto"/>
                <a:cs typeface="Roboto"/>
                <a:sym typeface="Roboto"/>
              </a:rPr>
              <a:t>Henry</a:t>
            </a:r>
            <a:r>
              <a:rPr i="0" lang="en" sz="1400" u="none" cap="none" strike="noStrike">
                <a:solidFill>
                  <a:srgbClr val="000000"/>
                </a:solidFill>
                <a:latin typeface="Roboto"/>
                <a:ea typeface="Roboto"/>
                <a:cs typeface="Roboto"/>
                <a:sym typeface="Roboto"/>
              </a:rPr>
              <a:t> logs out and immediately logs back in again with </a:t>
            </a:r>
            <a:r>
              <a:rPr lang="en">
                <a:latin typeface="Roboto"/>
                <a:ea typeface="Roboto"/>
                <a:cs typeface="Roboto"/>
                <a:sym typeface="Roboto"/>
              </a:rPr>
              <a:t>their</a:t>
            </a:r>
            <a:r>
              <a:rPr i="0" lang="en" sz="1400" u="none" cap="none" strike="noStrike">
                <a:solidFill>
                  <a:srgbClr val="000000"/>
                </a:solidFill>
                <a:latin typeface="Roboto"/>
                <a:ea typeface="Roboto"/>
                <a:cs typeface="Roboto"/>
                <a:sym typeface="Roboto"/>
              </a:rPr>
              <a:t> own credentials, then checks </a:t>
            </a:r>
            <a:r>
              <a:rPr lang="en">
                <a:latin typeface="Roboto"/>
                <a:ea typeface="Roboto"/>
                <a:cs typeface="Roboto"/>
                <a:sym typeface="Roboto"/>
              </a:rPr>
              <a:t>their</a:t>
            </a:r>
            <a:r>
              <a:rPr i="0" lang="en" sz="1400" u="none" cap="none" strike="noStrike">
                <a:solidFill>
                  <a:srgbClr val="000000"/>
                </a:solidFill>
                <a:latin typeface="Roboto"/>
                <a:ea typeface="Roboto"/>
                <a:cs typeface="Roboto"/>
                <a:sym typeface="Roboto"/>
              </a:rPr>
              <a:t> session cookie again:</a:t>
            </a:r>
            <a:endParaRPr i="0" sz="1400" u="none" cap="none" strike="noStrike">
              <a:solidFill>
                <a:srgbClr val="000000"/>
              </a:solidFill>
              <a:latin typeface="Roboto"/>
              <a:ea typeface="Roboto"/>
              <a:cs typeface="Roboto"/>
              <a:sym typeface="Roboto"/>
            </a:endParaRPr>
          </a:p>
        </p:txBody>
      </p:sp>
      <p:sp>
        <p:nvSpPr>
          <p:cNvPr id="1970" name="Google Shape;1970;p251"/>
          <p:cNvSpPr/>
          <p:nvPr/>
        </p:nvSpPr>
        <p:spPr>
          <a:xfrm flipH="1">
            <a:off x="6325375" y="2079700"/>
            <a:ext cx="2544600" cy="2764200"/>
          </a:xfrm>
          <a:prstGeom prst="round2DiagRect">
            <a:avLst>
              <a:gd fmla="val 0" name="adj1"/>
              <a:gd fmla="val 0" name="adj2"/>
            </a:avLst>
          </a:prstGeom>
          <a:solidFill>
            <a:schemeClr val="accent4"/>
          </a:solidFill>
          <a:ln>
            <a:noFill/>
          </a:ln>
        </p:spPr>
        <p:txBody>
          <a:bodyPr anchorCtr="0" anchor="t" bIns="91425" lIns="91425" spcFirstLastPara="1" rIns="91425" wrap="square" tIns="182875">
            <a:noAutofit/>
          </a:bodyPr>
          <a:lstStyle/>
          <a:p>
            <a:pPr indent="0" lvl="0" marL="182880" marR="0" rtl="0" algn="l">
              <a:lnSpc>
                <a:spcPct val="115000"/>
              </a:lnSpc>
              <a:spcBef>
                <a:spcPts val="0"/>
              </a:spcBef>
              <a:spcAft>
                <a:spcPts val="0"/>
              </a:spcAft>
              <a:buClr>
                <a:srgbClr val="000000"/>
              </a:buClr>
              <a:buSzPts val="1400"/>
              <a:buFont typeface="Arial"/>
              <a:buNone/>
            </a:pPr>
            <a:r>
              <a:rPr i="0" lang="en" sz="1400" u="none" cap="none" strike="noStrike">
                <a:solidFill>
                  <a:srgbClr val="000000"/>
                </a:solidFill>
                <a:latin typeface="Roboto"/>
                <a:ea typeface="Roboto"/>
                <a:cs typeface="Roboto"/>
                <a:sym typeface="Roboto"/>
              </a:rPr>
              <a:t>Henry logs in the following day</a:t>
            </a:r>
            <a:r>
              <a:rPr lang="en">
                <a:latin typeface="Roboto"/>
                <a:ea typeface="Roboto"/>
                <a:cs typeface="Roboto"/>
                <a:sym typeface="Roboto"/>
              </a:rPr>
              <a:t>—</a:t>
            </a:r>
            <a:r>
              <a:rPr i="0" lang="en" sz="1400" u="none" cap="none" strike="noStrike">
                <a:solidFill>
                  <a:srgbClr val="000000"/>
                </a:solidFill>
                <a:latin typeface="Roboto"/>
                <a:ea typeface="Roboto"/>
                <a:cs typeface="Roboto"/>
                <a:sym typeface="Roboto"/>
              </a:rPr>
              <a:t>Tuesday</a:t>
            </a:r>
            <a:r>
              <a:rPr i="0" lang="en" sz="1400" u="none" cap="none" strike="noStrike">
                <a:solidFill>
                  <a:srgbClr val="000000"/>
                </a:solidFill>
                <a:latin typeface="Roboto"/>
                <a:ea typeface="Roboto"/>
                <a:cs typeface="Roboto"/>
                <a:sym typeface="Roboto"/>
              </a:rPr>
              <a:t>, </a:t>
            </a:r>
            <a:r>
              <a:rPr lang="en">
                <a:latin typeface="Roboto"/>
                <a:ea typeface="Roboto"/>
                <a:cs typeface="Roboto"/>
                <a:sym typeface="Roboto"/>
              </a:rPr>
              <a:t>October</a:t>
            </a:r>
            <a:r>
              <a:rPr i="0" lang="en" sz="1400" u="none" cap="none" strike="noStrike">
                <a:solidFill>
                  <a:srgbClr val="000000"/>
                </a:solidFill>
                <a:latin typeface="Roboto"/>
                <a:ea typeface="Roboto"/>
                <a:cs typeface="Roboto"/>
                <a:sym typeface="Roboto"/>
              </a:rPr>
              <a:t> 29, 202</a:t>
            </a:r>
            <a:r>
              <a:rPr lang="en">
                <a:latin typeface="Roboto"/>
                <a:ea typeface="Roboto"/>
                <a:cs typeface="Roboto"/>
                <a:sym typeface="Roboto"/>
              </a:rPr>
              <a:t>4—</a:t>
            </a:r>
            <a:r>
              <a:rPr i="0" lang="en" sz="1400" u="none" cap="none" strike="noStrike">
                <a:solidFill>
                  <a:srgbClr val="000000"/>
                </a:solidFill>
                <a:latin typeface="Roboto"/>
                <a:ea typeface="Roboto"/>
                <a:cs typeface="Roboto"/>
                <a:sym typeface="Roboto"/>
              </a:rPr>
              <a:t>and </a:t>
            </a:r>
            <a:r>
              <a:rPr lang="en">
                <a:latin typeface="Roboto"/>
                <a:ea typeface="Roboto"/>
                <a:cs typeface="Roboto"/>
                <a:sym typeface="Roboto"/>
              </a:rPr>
              <a:t>their</a:t>
            </a:r>
            <a:r>
              <a:rPr i="0" lang="en" sz="1400" u="none" cap="none" strike="noStrike">
                <a:solidFill>
                  <a:srgbClr val="000000"/>
                </a:solidFill>
                <a:latin typeface="Roboto"/>
                <a:ea typeface="Roboto"/>
                <a:cs typeface="Roboto"/>
                <a:sym typeface="Roboto"/>
              </a:rPr>
              <a:t> session cookie is now:</a:t>
            </a:r>
            <a:endParaRPr i="0" sz="1400" u="none" cap="none" strike="noStrike">
              <a:solidFill>
                <a:srgbClr val="000000"/>
              </a:solidFill>
              <a:latin typeface="Roboto"/>
              <a:ea typeface="Roboto"/>
              <a:cs typeface="Roboto"/>
              <a:sym typeface="Roboto"/>
            </a:endParaRPr>
          </a:p>
        </p:txBody>
      </p:sp>
      <p:sp>
        <p:nvSpPr>
          <p:cNvPr id="1971" name="Google Shape;1971;p251"/>
          <p:cNvSpPr/>
          <p:nvPr/>
        </p:nvSpPr>
        <p:spPr>
          <a:xfrm>
            <a:off x="668850" y="4154125"/>
            <a:ext cx="2098200" cy="533700"/>
          </a:xfrm>
          <a:prstGeom prst="roundRect">
            <a:avLst>
              <a:gd fmla="val 16667" name="adj"/>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700">
                <a:solidFill>
                  <a:schemeClr val="lt1"/>
                </a:solidFill>
                <a:latin typeface="Roboto"/>
                <a:ea typeface="Roboto"/>
                <a:cs typeface="Roboto"/>
                <a:sym typeface="Roboto"/>
              </a:rPr>
              <a:t>10</a:t>
            </a:r>
            <a:r>
              <a:rPr b="1" lang="en" sz="1700">
                <a:solidFill>
                  <a:schemeClr val="lt1"/>
                </a:solidFill>
                <a:latin typeface="Roboto"/>
                <a:ea typeface="Roboto"/>
                <a:cs typeface="Roboto"/>
                <a:sym typeface="Roboto"/>
              </a:rPr>
              <a:t>28</a:t>
            </a:r>
            <a:r>
              <a:rPr b="1" i="0" lang="en" sz="1700" u="none" cap="none" strike="noStrike">
                <a:solidFill>
                  <a:schemeClr val="lt1"/>
                </a:solidFill>
                <a:latin typeface="Roboto"/>
                <a:ea typeface="Roboto"/>
                <a:cs typeface="Roboto"/>
                <a:sym typeface="Roboto"/>
              </a:rPr>
              <a:t>2</a:t>
            </a:r>
            <a:r>
              <a:rPr b="1" lang="en" sz="1700">
                <a:solidFill>
                  <a:schemeClr val="lt1"/>
                </a:solidFill>
                <a:latin typeface="Roboto"/>
                <a:ea typeface="Roboto"/>
                <a:cs typeface="Roboto"/>
                <a:sym typeface="Roboto"/>
              </a:rPr>
              <a:t>4</a:t>
            </a:r>
            <a:r>
              <a:rPr b="1" i="0" lang="en" sz="1700" u="none" cap="none" strike="noStrike">
                <a:solidFill>
                  <a:schemeClr val="lt1"/>
                </a:solidFill>
                <a:latin typeface="Roboto"/>
                <a:ea typeface="Roboto"/>
                <a:cs typeface="Roboto"/>
                <a:sym typeface="Roboto"/>
              </a:rPr>
              <a:t>MON</a:t>
            </a:r>
            <a:r>
              <a:rPr b="1" i="0" lang="en" sz="1700" u="none" cap="none" strike="noStrike">
                <a:solidFill>
                  <a:schemeClr val="lt1"/>
                </a:solidFill>
                <a:latin typeface="Roboto"/>
                <a:ea typeface="Roboto"/>
                <a:cs typeface="Roboto"/>
                <a:sym typeface="Roboto"/>
              </a:rPr>
              <a:t>-1454</a:t>
            </a:r>
            <a:endParaRPr b="1" i="0" sz="1700" u="none" cap="none" strike="noStrike">
              <a:solidFill>
                <a:schemeClr val="lt1"/>
              </a:solidFill>
              <a:latin typeface="Roboto"/>
              <a:ea typeface="Roboto"/>
              <a:cs typeface="Roboto"/>
              <a:sym typeface="Roboto"/>
            </a:endParaRPr>
          </a:p>
        </p:txBody>
      </p:sp>
      <p:pic>
        <p:nvPicPr>
          <p:cNvPr id="1972" name="Google Shape;1972;p251"/>
          <p:cNvPicPr preferRelativeResize="0"/>
          <p:nvPr/>
        </p:nvPicPr>
        <p:blipFill rotWithShape="1">
          <a:blip r:embed="rId6">
            <a:alphaModFix/>
          </a:blip>
          <a:srcRect b="87784" l="91190" r="1616" t="-3126"/>
          <a:stretch/>
        </p:blipFill>
        <p:spPr>
          <a:xfrm>
            <a:off x="2489425" y="4375825"/>
            <a:ext cx="544401" cy="505090"/>
          </a:xfrm>
          <a:prstGeom prst="rect">
            <a:avLst/>
          </a:prstGeom>
          <a:noFill/>
          <a:ln>
            <a:noFill/>
          </a:ln>
          <a:effectLst>
            <a:outerShdw blurRad="57150" rotWithShape="0" algn="bl" dir="5400000" dist="19050">
              <a:srgbClr val="000000">
                <a:alpha val="49410"/>
              </a:srgbClr>
            </a:outerShdw>
          </a:effectLst>
        </p:spPr>
      </p:pic>
      <p:sp>
        <p:nvSpPr>
          <p:cNvPr id="1973" name="Google Shape;1973;p251"/>
          <p:cNvSpPr/>
          <p:nvPr/>
        </p:nvSpPr>
        <p:spPr>
          <a:xfrm>
            <a:off x="3574825" y="4154125"/>
            <a:ext cx="2098200" cy="533700"/>
          </a:xfrm>
          <a:prstGeom prst="roundRect">
            <a:avLst>
              <a:gd fmla="val 16667" name="adj"/>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700">
                <a:solidFill>
                  <a:schemeClr val="lt1"/>
                </a:solidFill>
                <a:latin typeface="Roboto"/>
                <a:ea typeface="Roboto"/>
                <a:cs typeface="Roboto"/>
                <a:sym typeface="Roboto"/>
              </a:rPr>
              <a:t>102824MON</a:t>
            </a:r>
            <a:r>
              <a:rPr b="1" i="0" lang="en" sz="1600" u="none" cap="none" strike="noStrike">
                <a:solidFill>
                  <a:schemeClr val="lt1"/>
                </a:solidFill>
                <a:latin typeface="Roboto"/>
                <a:ea typeface="Roboto"/>
                <a:cs typeface="Roboto"/>
                <a:sym typeface="Roboto"/>
              </a:rPr>
              <a:t>-1455</a:t>
            </a:r>
            <a:endParaRPr b="1" i="0" sz="1600" u="none" cap="none" strike="noStrike">
              <a:solidFill>
                <a:schemeClr val="lt1"/>
              </a:solidFill>
              <a:latin typeface="Roboto"/>
              <a:ea typeface="Roboto"/>
              <a:cs typeface="Roboto"/>
              <a:sym typeface="Roboto"/>
            </a:endParaRPr>
          </a:p>
        </p:txBody>
      </p:sp>
      <p:pic>
        <p:nvPicPr>
          <p:cNvPr id="1974" name="Google Shape;1974;p251"/>
          <p:cNvPicPr preferRelativeResize="0"/>
          <p:nvPr/>
        </p:nvPicPr>
        <p:blipFill rotWithShape="1">
          <a:blip r:embed="rId6">
            <a:alphaModFix/>
          </a:blip>
          <a:srcRect b="87784" l="91190" r="1616" t="-3126"/>
          <a:stretch/>
        </p:blipFill>
        <p:spPr>
          <a:xfrm>
            <a:off x="5315150" y="4375825"/>
            <a:ext cx="544401" cy="505090"/>
          </a:xfrm>
          <a:prstGeom prst="rect">
            <a:avLst/>
          </a:prstGeom>
          <a:noFill/>
          <a:ln>
            <a:noFill/>
          </a:ln>
          <a:effectLst>
            <a:outerShdw blurRad="57150" rotWithShape="0" algn="bl" dir="5400000" dist="19050">
              <a:srgbClr val="000000">
                <a:alpha val="49410"/>
              </a:srgbClr>
            </a:outerShdw>
          </a:effectLst>
        </p:spPr>
      </p:pic>
      <p:sp>
        <p:nvSpPr>
          <p:cNvPr id="1975" name="Google Shape;1975;p251"/>
          <p:cNvSpPr/>
          <p:nvPr/>
        </p:nvSpPr>
        <p:spPr>
          <a:xfrm>
            <a:off x="6480800" y="4154125"/>
            <a:ext cx="2098200" cy="533700"/>
          </a:xfrm>
          <a:prstGeom prst="roundRect">
            <a:avLst>
              <a:gd fmla="val 16667" name="adj"/>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600">
                <a:solidFill>
                  <a:schemeClr val="lt1"/>
                </a:solidFill>
                <a:latin typeface="Roboto"/>
                <a:ea typeface="Roboto"/>
                <a:cs typeface="Roboto"/>
                <a:sym typeface="Roboto"/>
              </a:rPr>
              <a:t>102924</a:t>
            </a:r>
            <a:r>
              <a:rPr b="1" i="0" lang="en" sz="1600" u="none" cap="none" strike="noStrike">
                <a:solidFill>
                  <a:schemeClr val="lt1"/>
                </a:solidFill>
                <a:latin typeface="Roboto"/>
                <a:ea typeface="Roboto"/>
                <a:cs typeface="Roboto"/>
                <a:sym typeface="Roboto"/>
              </a:rPr>
              <a:t>TUE</a:t>
            </a:r>
            <a:r>
              <a:rPr b="1" i="0" lang="en" sz="1600" u="none" cap="none" strike="noStrike">
                <a:solidFill>
                  <a:schemeClr val="lt1"/>
                </a:solidFill>
                <a:latin typeface="Roboto"/>
                <a:ea typeface="Roboto"/>
                <a:cs typeface="Roboto"/>
                <a:sym typeface="Roboto"/>
              </a:rPr>
              <a:t>-3834</a:t>
            </a:r>
            <a:endParaRPr b="1" i="0" sz="1600" u="none" cap="none" strike="noStrike">
              <a:solidFill>
                <a:schemeClr val="lt1"/>
              </a:solidFill>
              <a:latin typeface="Roboto"/>
              <a:ea typeface="Roboto"/>
              <a:cs typeface="Roboto"/>
              <a:sym typeface="Roboto"/>
            </a:endParaRPr>
          </a:p>
        </p:txBody>
      </p:sp>
      <p:pic>
        <p:nvPicPr>
          <p:cNvPr id="1976" name="Google Shape;1976;p251"/>
          <p:cNvPicPr preferRelativeResize="0"/>
          <p:nvPr/>
        </p:nvPicPr>
        <p:blipFill rotWithShape="1">
          <a:blip r:embed="rId6">
            <a:alphaModFix/>
          </a:blip>
          <a:srcRect b="87784" l="91190" r="1616" t="-3126"/>
          <a:stretch/>
        </p:blipFill>
        <p:spPr>
          <a:xfrm>
            <a:off x="8221125" y="4375825"/>
            <a:ext cx="544401" cy="505090"/>
          </a:xfrm>
          <a:prstGeom prst="rect">
            <a:avLst/>
          </a:prstGeom>
          <a:noFill/>
          <a:ln>
            <a:noFill/>
          </a:ln>
          <a:effectLst>
            <a:outerShdw blurRad="57150" rotWithShape="0" algn="bl" dir="5400000" dist="19050">
              <a:srgbClr val="000000">
                <a:alpha val="4941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980" name="Shape 1980"/>
        <p:cNvGrpSpPr/>
        <p:nvPr/>
      </p:nvGrpSpPr>
      <p:grpSpPr>
        <a:xfrm>
          <a:off x="0" y="0"/>
          <a:ext cx="0" cy="0"/>
          <a:chOff x="0" y="0"/>
          <a:chExt cx="0" cy="0"/>
        </a:xfrm>
      </p:grpSpPr>
      <p:sp>
        <p:nvSpPr>
          <p:cNvPr id="1981" name="Google Shape;1981;p252"/>
          <p:cNvSpPr/>
          <p:nvPr/>
        </p:nvSpPr>
        <p:spPr>
          <a:xfrm>
            <a:off x="4916750" y="3454488"/>
            <a:ext cx="3848400" cy="454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82" name="Google Shape;1982;p252"/>
          <p:cNvSpPr/>
          <p:nvPr/>
        </p:nvSpPr>
        <p:spPr>
          <a:xfrm>
            <a:off x="1971875" y="3454488"/>
            <a:ext cx="2257500" cy="454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83" name="Google Shape;1983;p252"/>
          <p:cNvSpPr/>
          <p:nvPr/>
        </p:nvSpPr>
        <p:spPr>
          <a:xfrm>
            <a:off x="830125" y="3479088"/>
            <a:ext cx="804000" cy="40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84" name="Google Shape;1984;p252"/>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985" name="Google Shape;1985;p252"/>
          <p:cNvSpPr/>
          <p:nvPr/>
        </p:nvSpPr>
        <p:spPr>
          <a:xfrm>
            <a:off x="1971875" y="1925588"/>
            <a:ext cx="4920600" cy="1248900"/>
          </a:xfrm>
          <a:prstGeom prst="roundRect">
            <a:avLst>
              <a:gd fmla="val 10369" name="adj"/>
            </a:avLst>
          </a:prstGeom>
          <a:solidFill>
            <a:schemeClr val="dk2"/>
          </a:solidFill>
          <a:ln>
            <a:noFill/>
          </a:ln>
        </p:spPr>
        <p:txBody>
          <a:bodyPr anchorCtr="0" anchor="ctr" bIns="0" lIns="91425" spcFirstLastPara="1" rIns="91425" wrap="square" tIns="0">
            <a:noAutofit/>
          </a:bodyPr>
          <a:lstStyle/>
          <a:p>
            <a:pPr indent="0" lvl="0" marL="0" marR="0" rtl="0" algn="ctr">
              <a:lnSpc>
                <a:spcPct val="115000"/>
              </a:lnSpc>
              <a:spcBef>
                <a:spcPts val="0"/>
              </a:spcBef>
              <a:spcAft>
                <a:spcPts val="0"/>
              </a:spcAft>
              <a:buClr>
                <a:srgbClr val="000000"/>
              </a:buClr>
              <a:buSzPts val="4800"/>
              <a:buFont typeface="Arial"/>
              <a:buNone/>
            </a:pPr>
            <a:r>
              <a:rPr lang="en" sz="4400">
                <a:solidFill>
                  <a:schemeClr val="dk2"/>
                </a:solidFill>
                <a:highlight>
                  <a:schemeClr val="accent1"/>
                </a:highlight>
                <a:latin typeface="Roboto Medium"/>
                <a:ea typeface="Roboto Medium"/>
                <a:cs typeface="Roboto Medium"/>
                <a:sym typeface="Roboto Medium"/>
              </a:rPr>
              <a:t>1028</a:t>
            </a:r>
            <a:r>
              <a:rPr b="0" i="0" lang="en" sz="4400" u="none" cap="none" strike="noStrike">
                <a:solidFill>
                  <a:schemeClr val="dk2"/>
                </a:solidFill>
                <a:highlight>
                  <a:schemeClr val="accent1"/>
                </a:highlight>
                <a:latin typeface="Roboto Medium"/>
                <a:ea typeface="Roboto Medium"/>
                <a:cs typeface="Roboto Medium"/>
                <a:sym typeface="Roboto Medium"/>
              </a:rPr>
              <a:t>2</a:t>
            </a:r>
            <a:r>
              <a:rPr lang="en" sz="4400">
                <a:solidFill>
                  <a:schemeClr val="dk2"/>
                </a:solidFill>
                <a:highlight>
                  <a:schemeClr val="accent1"/>
                </a:highlight>
                <a:latin typeface="Roboto Medium"/>
                <a:ea typeface="Roboto Medium"/>
                <a:cs typeface="Roboto Medium"/>
                <a:sym typeface="Roboto Medium"/>
              </a:rPr>
              <a:t>4</a:t>
            </a:r>
            <a:r>
              <a:rPr b="0" i="0" lang="en" sz="4400" u="none" cap="none" strike="noStrike">
                <a:solidFill>
                  <a:schemeClr val="dk2"/>
                </a:solidFill>
                <a:highlight>
                  <a:schemeClr val="accent4"/>
                </a:highlight>
                <a:latin typeface="Roboto Medium"/>
                <a:ea typeface="Roboto Medium"/>
                <a:cs typeface="Roboto Medium"/>
                <a:sym typeface="Roboto Medium"/>
              </a:rPr>
              <a:t>MON</a:t>
            </a:r>
            <a:r>
              <a:rPr b="0" i="0" lang="en" sz="4400" u="none" cap="none" strike="noStrike">
                <a:solidFill>
                  <a:schemeClr val="lt1"/>
                </a:solidFill>
                <a:latin typeface="Roboto Medium"/>
                <a:ea typeface="Roboto Medium"/>
                <a:cs typeface="Roboto Medium"/>
                <a:sym typeface="Roboto Medium"/>
              </a:rPr>
              <a:t>-</a:t>
            </a:r>
            <a:r>
              <a:rPr b="0" i="0" lang="en" sz="4400" u="none" cap="none" strike="noStrike">
                <a:solidFill>
                  <a:schemeClr val="lt1"/>
                </a:solidFill>
                <a:highlight>
                  <a:schemeClr val="accent3"/>
                </a:highlight>
                <a:latin typeface="Roboto Medium"/>
                <a:ea typeface="Roboto Medium"/>
                <a:cs typeface="Roboto Medium"/>
                <a:sym typeface="Roboto Medium"/>
              </a:rPr>
              <a:t>1455</a:t>
            </a:r>
            <a:endParaRPr b="0" i="0" sz="4400" u="none" cap="none" strike="noStrike">
              <a:solidFill>
                <a:schemeClr val="lt1"/>
              </a:solidFill>
              <a:highlight>
                <a:schemeClr val="accent3"/>
              </a:highlight>
              <a:latin typeface="Roboto Medium"/>
              <a:ea typeface="Roboto Medium"/>
              <a:cs typeface="Roboto Medium"/>
              <a:sym typeface="Roboto Medium"/>
            </a:endParaRPr>
          </a:p>
        </p:txBody>
      </p:sp>
      <p:cxnSp>
        <p:nvCxnSpPr>
          <p:cNvPr id="1986" name="Google Shape;1986;p252"/>
          <p:cNvCxnSpPr/>
          <p:nvPr/>
        </p:nvCxnSpPr>
        <p:spPr>
          <a:xfrm flipH="1">
            <a:off x="1202125" y="2851513"/>
            <a:ext cx="1734000" cy="703200"/>
          </a:xfrm>
          <a:prstGeom prst="straightConnector1">
            <a:avLst/>
          </a:prstGeom>
          <a:noFill/>
          <a:ln cap="flat" cmpd="sng" w="28575">
            <a:solidFill>
              <a:schemeClr val="accent1"/>
            </a:solidFill>
            <a:prstDash val="solid"/>
            <a:round/>
            <a:headEnd len="med" w="med" type="none"/>
            <a:tailEnd len="sm" w="sm" type="none"/>
          </a:ln>
        </p:spPr>
      </p:cxnSp>
      <p:cxnSp>
        <p:nvCxnSpPr>
          <p:cNvPr id="1987" name="Google Shape;1987;p252"/>
          <p:cNvCxnSpPr/>
          <p:nvPr/>
        </p:nvCxnSpPr>
        <p:spPr>
          <a:xfrm flipH="1" rot="10800000">
            <a:off x="3223288" y="2816488"/>
            <a:ext cx="1434300" cy="742800"/>
          </a:xfrm>
          <a:prstGeom prst="straightConnector1">
            <a:avLst/>
          </a:prstGeom>
          <a:noFill/>
          <a:ln cap="flat" cmpd="sng" w="28575">
            <a:solidFill>
              <a:schemeClr val="accent4"/>
            </a:solidFill>
            <a:prstDash val="solid"/>
            <a:round/>
            <a:headEnd len="sm" w="sm" type="none"/>
            <a:tailEnd len="med" w="med" type="none"/>
          </a:ln>
        </p:spPr>
      </p:cxnSp>
      <p:cxnSp>
        <p:nvCxnSpPr>
          <p:cNvPr id="1988" name="Google Shape;1988;p252"/>
          <p:cNvCxnSpPr/>
          <p:nvPr/>
        </p:nvCxnSpPr>
        <p:spPr>
          <a:xfrm>
            <a:off x="6221825" y="2807813"/>
            <a:ext cx="469200" cy="696000"/>
          </a:xfrm>
          <a:prstGeom prst="straightConnector1">
            <a:avLst/>
          </a:prstGeom>
          <a:noFill/>
          <a:ln cap="flat" cmpd="sng" w="28575">
            <a:solidFill>
              <a:schemeClr val="accent3"/>
            </a:solidFill>
            <a:prstDash val="solid"/>
            <a:round/>
            <a:headEnd len="med" w="med" type="none"/>
            <a:tailEnd len="sm" w="sm" type="none"/>
          </a:ln>
        </p:spPr>
      </p:cxnSp>
      <p:sp>
        <p:nvSpPr>
          <p:cNvPr id="1989" name="Google Shape;1989;p252"/>
          <p:cNvSpPr txBox="1"/>
          <p:nvPr/>
        </p:nvSpPr>
        <p:spPr>
          <a:xfrm>
            <a:off x="1841825" y="3503788"/>
            <a:ext cx="2525400" cy="533700"/>
          </a:xfrm>
          <a:prstGeom prst="rect">
            <a:avLst/>
          </a:prstGeom>
          <a:noFill/>
          <a:ln>
            <a:noFill/>
          </a:ln>
        </p:spPr>
        <p:txBody>
          <a:bodyPr anchorCtr="0" anchor="t" bIns="914400" lIns="0" spcFirstLastPara="1" rIns="0" wrap="square" tIns="0">
            <a:noAutofit/>
          </a:bodyPr>
          <a:lstStyle/>
          <a:p>
            <a:pPr indent="0" lvl="0" marL="0" marR="0" rtl="0" algn="ctr">
              <a:lnSpc>
                <a:spcPct val="115000"/>
              </a:lnSpc>
              <a:spcBef>
                <a:spcPts val="0"/>
              </a:spcBef>
              <a:spcAft>
                <a:spcPts val="0"/>
              </a:spcAft>
              <a:buClr>
                <a:srgbClr val="000000"/>
              </a:buClr>
              <a:buSzPts val="2400"/>
              <a:buFont typeface="Arial"/>
              <a:buNone/>
            </a:pPr>
            <a:r>
              <a:rPr b="0" i="0" lang="en" sz="2300" u="none" cap="none" strike="noStrike">
                <a:solidFill>
                  <a:schemeClr val="dk2"/>
                </a:solidFill>
                <a:highlight>
                  <a:schemeClr val="accent4"/>
                </a:highlight>
                <a:latin typeface="Roboto Medium"/>
                <a:ea typeface="Roboto Medium"/>
                <a:cs typeface="Roboto Medium"/>
                <a:sym typeface="Roboto Medium"/>
              </a:rPr>
              <a:t> Day of the week </a:t>
            </a:r>
            <a:endParaRPr b="0" i="0" sz="2300" u="none" cap="none" strike="noStrike">
              <a:solidFill>
                <a:schemeClr val="dk2"/>
              </a:solidFill>
              <a:highlight>
                <a:schemeClr val="accent4"/>
              </a:highlight>
              <a:latin typeface="Roboto Medium"/>
              <a:ea typeface="Roboto Medium"/>
              <a:cs typeface="Roboto Medium"/>
              <a:sym typeface="Roboto Medium"/>
            </a:endParaRPr>
          </a:p>
        </p:txBody>
      </p:sp>
      <p:sp>
        <p:nvSpPr>
          <p:cNvPr id="1990" name="Google Shape;1990;p252"/>
          <p:cNvSpPr txBox="1"/>
          <p:nvPr/>
        </p:nvSpPr>
        <p:spPr>
          <a:xfrm>
            <a:off x="4676800" y="3508188"/>
            <a:ext cx="4306500" cy="346800"/>
          </a:xfrm>
          <a:prstGeom prst="rect">
            <a:avLst/>
          </a:prstGeom>
          <a:noFill/>
          <a:ln>
            <a:noFill/>
          </a:ln>
        </p:spPr>
        <p:txBody>
          <a:bodyPr anchorCtr="0" anchor="t" bIns="914400" lIns="0" spcFirstLastPara="1" rIns="0" wrap="square" tIns="0">
            <a:noAutofit/>
          </a:bodyPr>
          <a:lstStyle/>
          <a:p>
            <a:pPr indent="0" lvl="0" marL="0" marR="0" rtl="0" algn="ctr">
              <a:lnSpc>
                <a:spcPct val="115000"/>
              </a:lnSpc>
              <a:spcBef>
                <a:spcPts val="0"/>
              </a:spcBef>
              <a:spcAft>
                <a:spcPts val="0"/>
              </a:spcAft>
              <a:buClr>
                <a:srgbClr val="000000"/>
              </a:buClr>
              <a:buSzPts val="2400"/>
              <a:buFont typeface="Arial"/>
              <a:buNone/>
            </a:pPr>
            <a:r>
              <a:rPr b="0" i="0" lang="en" sz="2300" u="none" cap="none" strike="noStrike">
                <a:solidFill>
                  <a:schemeClr val="lt1"/>
                </a:solidFill>
                <a:highlight>
                  <a:schemeClr val="accent3"/>
                </a:highlight>
                <a:latin typeface="Roboto Medium"/>
                <a:ea typeface="Roboto Medium"/>
                <a:cs typeface="Roboto Medium"/>
                <a:sym typeface="Roboto Medium"/>
              </a:rPr>
              <a:t> 4 digit incrementing numbe</a:t>
            </a:r>
            <a:r>
              <a:rPr b="0" i="0" lang="en" sz="2300" u="none" cap="none" strike="noStrike">
                <a:solidFill>
                  <a:schemeClr val="lt1"/>
                </a:solidFill>
                <a:highlight>
                  <a:schemeClr val="accent3"/>
                </a:highlight>
                <a:latin typeface="Roboto Medium"/>
                <a:ea typeface="Roboto Medium"/>
                <a:cs typeface="Roboto Medium"/>
                <a:sym typeface="Roboto Medium"/>
              </a:rPr>
              <a:t>r       </a:t>
            </a:r>
            <a:r>
              <a:rPr b="0" i="0" lang="en" sz="2300" u="none" cap="none" strike="noStrike">
                <a:solidFill>
                  <a:schemeClr val="lt1"/>
                </a:solidFill>
                <a:highlight>
                  <a:schemeClr val="accent3"/>
                </a:highlight>
                <a:latin typeface="Roboto Medium"/>
                <a:ea typeface="Roboto Medium"/>
                <a:cs typeface="Roboto Medium"/>
                <a:sym typeface="Roboto Medium"/>
              </a:rPr>
              <a:t>      </a:t>
            </a:r>
            <a:endParaRPr b="0" i="0" sz="2300" u="none" cap="none" strike="noStrike">
              <a:solidFill>
                <a:schemeClr val="lt1"/>
              </a:solidFill>
              <a:highlight>
                <a:schemeClr val="accent3"/>
              </a:highlight>
              <a:latin typeface="Roboto Medium"/>
              <a:ea typeface="Roboto Medium"/>
              <a:cs typeface="Roboto Medium"/>
              <a:sym typeface="Roboto Medium"/>
            </a:endParaRPr>
          </a:p>
        </p:txBody>
      </p:sp>
      <p:sp>
        <p:nvSpPr>
          <p:cNvPr id="1991" name="Google Shape;1991;p252"/>
          <p:cNvSpPr txBox="1"/>
          <p:nvPr>
            <p:ph idx="4294967295" type="title"/>
          </p:nvPr>
        </p:nvSpPr>
        <p:spPr>
          <a:xfrm>
            <a:off x="76200" y="128016"/>
            <a:ext cx="5329500" cy="6735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latin typeface="Roboto"/>
                <a:ea typeface="Roboto"/>
                <a:cs typeface="Roboto"/>
                <a:sym typeface="Roboto"/>
              </a:rPr>
              <a:t>Predictable Session Scenario</a:t>
            </a:r>
            <a:endParaRPr>
              <a:latin typeface="Roboto"/>
              <a:ea typeface="Roboto"/>
              <a:cs typeface="Roboto"/>
              <a:sym typeface="Roboto"/>
            </a:endParaRPr>
          </a:p>
        </p:txBody>
      </p:sp>
      <p:sp>
        <p:nvSpPr>
          <p:cNvPr id="1992" name="Google Shape;1992;p252"/>
          <p:cNvSpPr txBox="1"/>
          <p:nvPr/>
        </p:nvSpPr>
        <p:spPr>
          <a:xfrm>
            <a:off x="76200" y="512075"/>
            <a:ext cx="8531700" cy="4938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000000"/>
              </a:buClr>
              <a:buSzPts val="1700"/>
              <a:buFont typeface="Arial"/>
              <a:buNone/>
            </a:pPr>
            <a:r>
              <a:rPr i="0" lang="en" sz="1800" u="none" cap="none" strike="noStrike">
                <a:solidFill>
                  <a:schemeClr val="dk2"/>
                </a:solidFill>
                <a:latin typeface="Roboto"/>
                <a:ea typeface="Roboto"/>
                <a:cs typeface="Roboto"/>
                <a:sym typeface="Roboto"/>
              </a:rPr>
              <a:t>By examining the session cookies that were generated, Henry can determine that the algorithm used by the stock-trading site likely comprises the following:</a:t>
            </a:r>
            <a:endParaRPr i="0" sz="1800" u="none" cap="none" strike="noStrike">
              <a:solidFill>
                <a:schemeClr val="dk2"/>
              </a:solidFill>
              <a:latin typeface="Roboto"/>
              <a:ea typeface="Roboto"/>
              <a:cs typeface="Roboto"/>
              <a:sym typeface="Roboto"/>
            </a:endParaRPr>
          </a:p>
        </p:txBody>
      </p:sp>
      <p:sp>
        <p:nvSpPr>
          <p:cNvPr id="1993" name="Google Shape;1993;p252"/>
          <p:cNvSpPr txBox="1"/>
          <p:nvPr/>
        </p:nvSpPr>
        <p:spPr>
          <a:xfrm>
            <a:off x="644225" y="3503788"/>
            <a:ext cx="1122000" cy="533700"/>
          </a:xfrm>
          <a:prstGeom prst="rect">
            <a:avLst/>
          </a:prstGeom>
          <a:noFill/>
          <a:ln>
            <a:noFill/>
          </a:ln>
        </p:spPr>
        <p:txBody>
          <a:bodyPr anchorCtr="0" anchor="t" bIns="914400" lIns="0" spcFirstLastPara="1" rIns="0" wrap="square" tIns="0">
            <a:noAutofit/>
          </a:bodyPr>
          <a:lstStyle/>
          <a:p>
            <a:pPr indent="0" lvl="0" marL="0" marR="0" rtl="0" algn="ctr">
              <a:lnSpc>
                <a:spcPct val="115000"/>
              </a:lnSpc>
              <a:spcBef>
                <a:spcPts val="0"/>
              </a:spcBef>
              <a:spcAft>
                <a:spcPts val="0"/>
              </a:spcAft>
              <a:buClr>
                <a:srgbClr val="000000"/>
              </a:buClr>
              <a:buSzPts val="2400"/>
              <a:buFont typeface="Arial"/>
              <a:buNone/>
            </a:pPr>
            <a:r>
              <a:rPr lang="en" sz="2300">
                <a:solidFill>
                  <a:schemeClr val="dk2"/>
                </a:solidFill>
                <a:highlight>
                  <a:schemeClr val="accent1"/>
                </a:highlight>
                <a:latin typeface="Roboto Medium"/>
                <a:ea typeface="Roboto Medium"/>
                <a:cs typeface="Roboto Medium"/>
                <a:sym typeface="Roboto Medium"/>
              </a:rPr>
              <a:t> </a:t>
            </a:r>
            <a:r>
              <a:rPr b="0" i="0" lang="en" sz="2300" u="none" cap="none" strike="noStrike">
                <a:solidFill>
                  <a:schemeClr val="dk2"/>
                </a:solidFill>
                <a:highlight>
                  <a:schemeClr val="accent1"/>
                </a:highlight>
                <a:latin typeface="Roboto Medium"/>
                <a:ea typeface="Roboto Medium"/>
                <a:cs typeface="Roboto Medium"/>
                <a:sym typeface="Roboto Medium"/>
              </a:rPr>
              <a:t>Date  </a:t>
            </a:r>
            <a:endParaRPr b="0" i="0" sz="2300" u="none" cap="none" strike="noStrike">
              <a:solidFill>
                <a:schemeClr val="dk2"/>
              </a:solidFill>
              <a:highlight>
                <a:schemeClr val="accent1"/>
              </a:highlight>
              <a:latin typeface="Roboto Medium"/>
              <a:ea typeface="Roboto Medium"/>
              <a:cs typeface="Roboto Medium"/>
              <a:sym typeface="Roboto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997" name="Shape 1997"/>
        <p:cNvGrpSpPr/>
        <p:nvPr/>
      </p:nvGrpSpPr>
      <p:grpSpPr>
        <a:xfrm>
          <a:off x="0" y="0"/>
          <a:ext cx="0" cy="0"/>
          <a:chOff x="0" y="0"/>
          <a:chExt cx="0" cy="0"/>
        </a:xfrm>
      </p:grpSpPr>
      <p:sp>
        <p:nvSpPr>
          <p:cNvPr id="1998" name="Google Shape;1998;p253"/>
          <p:cNvSpPr/>
          <p:nvPr/>
        </p:nvSpPr>
        <p:spPr>
          <a:xfrm>
            <a:off x="457200" y="1558775"/>
            <a:ext cx="4520100" cy="745800"/>
          </a:xfrm>
          <a:prstGeom prst="roundRect">
            <a:avLst>
              <a:gd fmla="val 16667" name="adj"/>
            </a:avLst>
          </a:prstGeom>
          <a:solidFill>
            <a:schemeClr val="dk2"/>
          </a:solidFill>
          <a:ln>
            <a:noFill/>
          </a:ln>
        </p:spPr>
        <p:txBody>
          <a:bodyPr anchorCtr="0" anchor="ctr" bIns="91425" lIns="91425" spcFirstLastPara="1" rIns="2743200" wrap="square" tIns="91425">
            <a:noAutofit/>
          </a:bodyPr>
          <a:lstStyle/>
          <a:p>
            <a:pPr indent="0" lvl="0" marL="0" marR="0" rtl="0" algn="r">
              <a:lnSpc>
                <a:spcPct val="105000"/>
              </a:lnSpc>
              <a:spcBef>
                <a:spcPts val="0"/>
              </a:spcBef>
              <a:spcAft>
                <a:spcPts val="0"/>
              </a:spcAft>
              <a:buClr>
                <a:srgbClr val="000000"/>
              </a:buClr>
              <a:buSzPts val="1400"/>
              <a:buFont typeface="Arial"/>
              <a:buNone/>
            </a:pPr>
            <a:r>
              <a:rPr b="0" i="0" lang="en" sz="1600" u="none" cap="none" strike="noStrike">
                <a:solidFill>
                  <a:schemeClr val="lt1"/>
                </a:solidFill>
                <a:latin typeface="Roboto"/>
                <a:ea typeface="Roboto"/>
                <a:cs typeface="Roboto"/>
                <a:sym typeface="Roboto"/>
              </a:rPr>
              <a:t>Henry might </a:t>
            </a:r>
            <a:br>
              <a:rPr b="0" i="0" lang="en" sz="1600" u="none" cap="none" strike="noStrike">
                <a:solidFill>
                  <a:schemeClr val="lt1"/>
                </a:solidFill>
                <a:latin typeface="Roboto"/>
                <a:ea typeface="Roboto"/>
                <a:cs typeface="Roboto"/>
                <a:sym typeface="Roboto"/>
              </a:rPr>
            </a:br>
            <a:r>
              <a:rPr b="0" i="0" lang="en" sz="1600" u="none" cap="none" strike="noStrike">
                <a:solidFill>
                  <a:schemeClr val="lt1"/>
                </a:solidFill>
                <a:latin typeface="Roboto"/>
                <a:ea typeface="Roboto"/>
                <a:cs typeface="Roboto"/>
                <a:sym typeface="Roboto"/>
              </a:rPr>
              <a:t>first try:</a:t>
            </a:r>
            <a:endParaRPr b="0" i="0" sz="1600" u="none" cap="none" strike="noStrike">
              <a:solidFill>
                <a:schemeClr val="lt1"/>
              </a:solidFill>
              <a:latin typeface="Roboto"/>
              <a:ea typeface="Roboto"/>
              <a:cs typeface="Roboto"/>
              <a:sym typeface="Roboto"/>
            </a:endParaRPr>
          </a:p>
        </p:txBody>
      </p:sp>
      <p:sp>
        <p:nvSpPr>
          <p:cNvPr id="1999" name="Google Shape;1999;p253"/>
          <p:cNvSpPr txBox="1"/>
          <p:nvPr>
            <p:ph idx="4294967295" type="subTitle"/>
          </p:nvPr>
        </p:nvSpPr>
        <p:spPr>
          <a:xfrm>
            <a:off x="76200" y="512075"/>
            <a:ext cx="8131500" cy="6792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2E5E73"/>
              </a:buClr>
              <a:buSzPts val="1800"/>
              <a:buFont typeface="Roboto Light"/>
              <a:buNone/>
            </a:pPr>
            <a:r>
              <a:rPr i="0" lang="en" u="none" cap="none" strike="noStrike"/>
              <a:t>By figuring out the algorithm, Henry can try and guess another user’s session cookie, then hijack another user’s session.</a:t>
            </a:r>
            <a:endParaRPr i="0" u="none" cap="none" strike="noStrike"/>
          </a:p>
        </p:txBody>
      </p:sp>
      <p:sp>
        <p:nvSpPr>
          <p:cNvPr id="2000" name="Google Shape;2000;p253"/>
          <p:cNvSpPr/>
          <p:nvPr/>
        </p:nvSpPr>
        <p:spPr>
          <a:xfrm>
            <a:off x="2347350" y="1644249"/>
            <a:ext cx="2222400" cy="505200"/>
          </a:xfrm>
          <a:prstGeom prst="roundRect">
            <a:avLst>
              <a:gd fmla="val 16667" name="adj"/>
            </a:avLst>
          </a:prstGeom>
          <a:solidFill>
            <a:schemeClr val="accent4"/>
          </a:solidFill>
          <a:ln>
            <a:noFill/>
          </a:ln>
        </p:spPr>
        <p:txBody>
          <a:bodyPr anchorCtr="0" anchor="ctr" bIns="91425" lIns="0"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600">
                <a:solidFill>
                  <a:schemeClr val="dk2"/>
                </a:solidFill>
                <a:latin typeface="Roboto"/>
                <a:ea typeface="Roboto"/>
                <a:cs typeface="Roboto"/>
                <a:sym typeface="Roboto"/>
              </a:rPr>
              <a:t>1030</a:t>
            </a:r>
            <a:r>
              <a:rPr b="1" i="0" lang="en" sz="1600" u="none" cap="none" strike="noStrike">
                <a:solidFill>
                  <a:schemeClr val="dk2"/>
                </a:solidFill>
                <a:latin typeface="Roboto"/>
                <a:ea typeface="Roboto"/>
                <a:cs typeface="Roboto"/>
                <a:sym typeface="Roboto"/>
              </a:rPr>
              <a:t>2</a:t>
            </a:r>
            <a:r>
              <a:rPr b="1" lang="en" sz="1600">
                <a:solidFill>
                  <a:schemeClr val="dk2"/>
                </a:solidFill>
                <a:latin typeface="Roboto"/>
                <a:ea typeface="Roboto"/>
                <a:cs typeface="Roboto"/>
                <a:sym typeface="Roboto"/>
              </a:rPr>
              <a:t>4</a:t>
            </a:r>
            <a:r>
              <a:rPr b="1" i="0" lang="en" sz="1600" u="none" cap="none" strike="noStrike">
                <a:solidFill>
                  <a:schemeClr val="dk2"/>
                </a:solidFill>
                <a:latin typeface="Roboto"/>
                <a:ea typeface="Roboto"/>
                <a:cs typeface="Roboto"/>
                <a:sym typeface="Roboto"/>
              </a:rPr>
              <a:t>WED-1111</a:t>
            </a:r>
            <a:endParaRPr b="1" i="0" sz="1600" u="none" cap="none" strike="noStrike">
              <a:solidFill>
                <a:schemeClr val="dk2"/>
              </a:solidFill>
              <a:latin typeface="Roboto"/>
              <a:ea typeface="Roboto"/>
              <a:cs typeface="Roboto"/>
              <a:sym typeface="Roboto"/>
            </a:endParaRPr>
          </a:p>
        </p:txBody>
      </p:sp>
      <p:pic>
        <p:nvPicPr>
          <p:cNvPr id="2001" name="Google Shape;2001;p253"/>
          <p:cNvPicPr preferRelativeResize="0"/>
          <p:nvPr/>
        </p:nvPicPr>
        <p:blipFill rotWithShape="1">
          <a:blip r:embed="rId3">
            <a:alphaModFix/>
          </a:blip>
          <a:srcRect b="87784" l="91191" r="1617" t="-3126"/>
          <a:stretch/>
        </p:blipFill>
        <p:spPr>
          <a:xfrm>
            <a:off x="4322025" y="1799425"/>
            <a:ext cx="544401" cy="505090"/>
          </a:xfrm>
          <a:prstGeom prst="rect">
            <a:avLst/>
          </a:prstGeom>
          <a:noFill/>
          <a:ln>
            <a:noFill/>
          </a:ln>
          <a:effectLst>
            <a:outerShdw blurRad="57150" rotWithShape="0" algn="bl" dir="5400000" dist="19050">
              <a:srgbClr val="000000">
                <a:alpha val="49411"/>
              </a:srgbClr>
            </a:outerShdw>
          </a:effectLst>
        </p:spPr>
      </p:pic>
      <p:pic>
        <p:nvPicPr>
          <p:cNvPr id="2002" name="Google Shape;2002;p253"/>
          <p:cNvPicPr preferRelativeResize="0"/>
          <p:nvPr/>
        </p:nvPicPr>
        <p:blipFill rotWithShape="1">
          <a:blip r:embed="rId4">
            <a:alphaModFix/>
          </a:blip>
          <a:srcRect b="0" l="0" r="0" t="0"/>
          <a:stretch/>
        </p:blipFill>
        <p:spPr>
          <a:xfrm>
            <a:off x="5683700" y="3775955"/>
            <a:ext cx="1020496" cy="1010619"/>
          </a:xfrm>
          <a:prstGeom prst="rect">
            <a:avLst/>
          </a:prstGeom>
          <a:noFill/>
          <a:ln>
            <a:noFill/>
          </a:ln>
        </p:spPr>
      </p:pic>
      <p:cxnSp>
        <p:nvCxnSpPr>
          <p:cNvPr id="2003" name="Google Shape;2003;p253"/>
          <p:cNvCxnSpPr/>
          <p:nvPr/>
        </p:nvCxnSpPr>
        <p:spPr>
          <a:xfrm rot="10800000">
            <a:off x="6546200" y="4262950"/>
            <a:ext cx="1003500" cy="0"/>
          </a:xfrm>
          <a:prstGeom prst="straightConnector1">
            <a:avLst/>
          </a:prstGeom>
          <a:noFill/>
          <a:ln cap="flat" cmpd="sng" w="19050">
            <a:solidFill>
              <a:schemeClr val="dk2"/>
            </a:solidFill>
            <a:prstDash val="solid"/>
            <a:round/>
            <a:headEnd len="med" w="med" type="triangle"/>
            <a:tailEnd len="sm" w="sm" type="none"/>
          </a:ln>
        </p:spPr>
      </p:cxnSp>
      <p:sp>
        <p:nvSpPr>
          <p:cNvPr id="2004" name="Google Shape;2004;p253"/>
          <p:cNvSpPr txBox="1"/>
          <p:nvPr>
            <p:ph idx="4294967295" type="body"/>
          </p:nvPr>
        </p:nvSpPr>
        <p:spPr>
          <a:xfrm>
            <a:off x="5338300" y="1339425"/>
            <a:ext cx="3774900" cy="679200"/>
          </a:xfrm>
          <a:prstGeom prst="rect">
            <a:avLst/>
          </a:prstGeom>
          <a:noFill/>
          <a:ln>
            <a:noFill/>
          </a:ln>
        </p:spPr>
        <p:txBody>
          <a:bodyPr anchorCtr="0" anchor="t" bIns="91425" lIns="457200" spcFirstLastPara="1" rIns="91425" wrap="square" tIns="91425">
            <a:noAutofit/>
          </a:bodyPr>
          <a:lstStyle/>
          <a:p>
            <a:pPr indent="0" lvl="0" marL="0" rtl="0" algn="l">
              <a:lnSpc>
                <a:spcPct val="100000"/>
              </a:lnSpc>
              <a:spcBef>
                <a:spcPts val="0"/>
              </a:spcBef>
              <a:spcAft>
                <a:spcPts val="0"/>
              </a:spcAft>
              <a:buSzPts val="1400"/>
              <a:buNone/>
            </a:pPr>
            <a:r>
              <a:rPr lang="en" sz="1600"/>
              <a:t>Eventually, after many tries, </a:t>
            </a:r>
            <a:br>
              <a:rPr lang="en" sz="1600"/>
            </a:br>
            <a:r>
              <a:rPr lang="en" sz="1600"/>
              <a:t>Henry tries the session cookie:</a:t>
            </a:r>
            <a:endParaRPr sz="1600"/>
          </a:p>
        </p:txBody>
      </p:sp>
      <p:sp>
        <p:nvSpPr>
          <p:cNvPr id="2005" name="Google Shape;2005;p253"/>
          <p:cNvSpPr txBox="1"/>
          <p:nvPr>
            <p:ph idx="4294967295" type="subTitle"/>
          </p:nvPr>
        </p:nvSpPr>
        <p:spPr>
          <a:xfrm>
            <a:off x="5338300" y="2726688"/>
            <a:ext cx="3243000" cy="745800"/>
          </a:xfrm>
          <a:prstGeom prst="rect">
            <a:avLst/>
          </a:prstGeom>
          <a:noFill/>
          <a:ln>
            <a:noFill/>
          </a:ln>
        </p:spPr>
        <p:txBody>
          <a:bodyPr anchorCtr="0" anchor="t" bIns="91425" lIns="457200" spcFirstLastPara="1" rIns="91425" wrap="square" tIns="91425">
            <a:noAutofit/>
          </a:bodyPr>
          <a:lstStyle/>
          <a:p>
            <a:pPr indent="0" lvl="0" marL="0" marR="0" rtl="0" algn="l">
              <a:lnSpc>
                <a:spcPct val="100000"/>
              </a:lnSpc>
              <a:spcBef>
                <a:spcPts val="0"/>
              </a:spcBef>
              <a:spcAft>
                <a:spcPts val="0"/>
              </a:spcAft>
              <a:buClr>
                <a:srgbClr val="2E5E73"/>
              </a:buClr>
              <a:buSzPts val="1400"/>
              <a:buFont typeface="Roboto Light"/>
              <a:buNone/>
            </a:pPr>
            <a:r>
              <a:rPr i="0" lang="en" sz="1600" u="none" cap="none" strike="noStrike"/>
              <a:t>T</a:t>
            </a:r>
            <a:r>
              <a:rPr lang="en" sz="1600"/>
              <a:t>hey</a:t>
            </a:r>
            <a:r>
              <a:rPr i="0" lang="en" sz="1600" u="none" cap="none" strike="noStrike"/>
              <a:t> end up inside the stock-trading account of another user, Julie Jones.</a:t>
            </a:r>
            <a:endParaRPr i="0" sz="1600" u="none" cap="none" strike="noStrike"/>
          </a:p>
        </p:txBody>
      </p:sp>
      <p:pic>
        <p:nvPicPr>
          <p:cNvPr id="2006" name="Google Shape;2006;p253"/>
          <p:cNvPicPr preferRelativeResize="0"/>
          <p:nvPr/>
        </p:nvPicPr>
        <p:blipFill rotWithShape="1">
          <a:blip r:embed="rId5">
            <a:alphaModFix/>
          </a:blip>
          <a:srcRect b="0" l="0" r="0" t="0"/>
          <a:stretch/>
        </p:blipFill>
        <p:spPr>
          <a:xfrm>
            <a:off x="7359650" y="3775950"/>
            <a:ext cx="1059977" cy="1060000"/>
          </a:xfrm>
          <a:prstGeom prst="rect">
            <a:avLst/>
          </a:prstGeom>
          <a:noFill/>
          <a:ln>
            <a:noFill/>
          </a:ln>
        </p:spPr>
      </p:pic>
      <p:sp>
        <p:nvSpPr>
          <p:cNvPr id="2007" name="Google Shape;2007;p253"/>
          <p:cNvSpPr/>
          <p:nvPr/>
        </p:nvSpPr>
        <p:spPr>
          <a:xfrm>
            <a:off x="5781450" y="2133688"/>
            <a:ext cx="2426100" cy="505200"/>
          </a:xfrm>
          <a:prstGeom prst="roundRect">
            <a:avLst>
              <a:gd fmla="val 16667" name="adj"/>
            </a:avLst>
          </a:prstGeom>
          <a:solidFill>
            <a:schemeClr val="accent4"/>
          </a:solidFill>
          <a:ln>
            <a:noFill/>
          </a:ln>
        </p:spPr>
        <p:txBody>
          <a:bodyPr anchorCtr="0" anchor="ctr" bIns="91425" lIns="0"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600">
                <a:solidFill>
                  <a:schemeClr val="dk2"/>
                </a:solidFill>
                <a:latin typeface="Roboto"/>
                <a:ea typeface="Roboto"/>
                <a:cs typeface="Roboto"/>
                <a:sym typeface="Roboto"/>
              </a:rPr>
              <a:t>103024</a:t>
            </a:r>
            <a:r>
              <a:rPr b="1" i="0" lang="en" sz="1700" u="none" cap="none" strike="noStrike">
                <a:solidFill>
                  <a:schemeClr val="dk2"/>
                </a:solidFill>
                <a:latin typeface="Roboto"/>
                <a:ea typeface="Roboto"/>
                <a:cs typeface="Roboto"/>
                <a:sym typeface="Roboto"/>
              </a:rPr>
              <a:t>WED-1118</a:t>
            </a:r>
            <a:endParaRPr b="1" i="0" sz="1700" u="none" cap="none" strike="noStrike">
              <a:solidFill>
                <a:schemeClr val="dk2"/>
              </a:solidFill>
              <a:latin typeface="Roboto"/>
              <a:ea typeface="Roboto"/>
              <a:cs typeface="Roboto"/>
              <a:sym typeface="Roboto"/>
            </a:endParaRPr>
          </a:p>
        </p:txBody>
      </p:sp>
      <p:pic>
        <p:nvPicPr>
          <p:cNvPr id="2008" name="Google Shape;2008;p253"/>
          <p:cNvPicPr preferRelativeResize="0"/>
          <p:nvPr/>
        </p:nvPicPr>
        <p:blipFill rotWithShape="1">
          <a:blip r:embed="rId3">
            <a:alphaModFix/>
          </a:blip>
          <a:srcRect b="87784" l="91191" r="1617" t="-3126"/>
          <a:stretch/>
        </p:blipFill>
        <p:spPr>
          <a:xfrm>
            <a:off x="7816350" y="2258938"/>
            <a:ext cx="544401" cy="505090"/>
          </a:xfrm>
          <a:prstGeom prst="rect">
            <a:avLst/>
          </a:prstGeom>
          <a:noFill/>
          <a:ln>
            <a:noFill/>
          </a:ln>
          <a:effectLst>
            <a:outerShdw blurRad="57150" rotWithShape="0" algn="bl" dir="5400000" dist="19050">
              <a:srgbClr val="000000">
                <a:alpha val="49411"/>
              </a:srgbClr>
            </a:outerShdw>
          </a:effectLst>
        </p:spPr>
      </p:pic>
      <p:sp>
        <p:nvSpPr>
          <p:cNvPr id="2009" name="Google Shape;2009;p253"/>
          <p:cNvSpPr/>
          <p:nvPr/>
        </p:nvSpPr>
        <p:spPr>
          <a:xfrm>
            <a:off x="457200" y="2402550"/>
            <a:ext cx="4520100" cy="745800"/>
          </a:xfrm>
          <a:prstGeom prst="roundRect">
            <a:avLst>
              <a:gd fmla="val 16667" name="adj"/>
            </a:avLst>
          </a:prstGeom>
          <a:solidFill>
            <a:schemeClr val="dk2"/>
          </a:solidFill>
          <a:ln>
            <a:noFill/>
          </a:ln>
        </p:spPr>
        <p:txBody>
          <a:bodyPr anchorCtr="0" anchor="ctr" bIns="91425" lIns="91425" spcFirstLastPara="1" rIns="2743200" wrap="square" tIns="91425">
            <a:noAutofit/>
          </a:bodyPr>
          <a:lstStyle/>
          <a:p>
            <a:pPr indent="0" lvl="0" marL="0" marR="0" rtl="0" algn="r">
              <a:lnSpc>
                <a:spcPct val="105000"/>
              </a:lnSpc>
              <a:spcBef>
                <a:spcPts val="0"/>
              </a:spcBef>
              <a:spcAft>
                <a:spcPts val="0"/>
              </a:spcAft>
              <a:buClr>
                <a:schemeClr val="dk1"/>
              </a:buClr>
              <a:buSzPts val="1100"/>
              <a:buFont typeface="Arial"/>
              <a:buNone/>
            </a:pPr>
            <a:r>
              <a:rPr b="0" i="0" lang="en" sz="1600" u="none" cap="none" strike="noStrike">
                <a:solidFill>
                  <a:schemeClr val="lt1"/>
                </a:solidFill>
                <a:latin typeface="Roboto"/>
                <a:ea typeface="Roboto"/>
                <a:cs typeface="Roboto"/>
                <a:sym typeface="Roboto"/>
              </a:rPr>
              <a:t>If that didn’t work, </a:t>
            </a:r>
            <a:br>
              <a:rPr b="0" i="0" lang="en" sz="1600" u="none" cap="none" strike="noStrike">
                <a:solidFill>
                  <a:schemeClr val="lt1"/>
                </a:solidFill>
                <a:latin typeface="Roboto"/>
                <a:ea typeface="Roboto"/>
                <a:cs typeface="Roboto"/>
                <a:sym typeface="Roboto"/>
              </a:rPr>
            </a:br>
            <a:r>
              <a:rPr lang="en" sz="1600">
                <a:solidFill>
                  <a:schemeClr val="lt1"/>
                </a:solidFill>
                <a:latin typeface="Roboto"/>
                <a:ea typeface="Roboto"/>
                <a:cs typeface="Roboto"/>
                <a:sym typeface="Roboto"/>
              </a:rPr>
              <a:t>they</a:t>
            </a:r>
            <a:r>
              <a:rPr b="0" i="0" lang="en" sz="1600" u="none" cap="none" strike="noStrike">
                <a:solidFill>
                  <a:schemeClr val="lt1"/>
                </a:solidFill>
                <a:latin typeface="Roboto"/>
                <a:ea typeface="Roboto"/>
                <a:cs typeface="Roboto"/>
                <a:sym typeface="Roboto"/>
              </a:rPr>
              <a:t> could try:</a:t>
            </a:r>
            <a:endParaRPr b="0" i="0" sz="1600" u="none" cap="none" strike="noStrike">
              <a:solidFill>
                <a:schemeClr val="lt1"/>
              </a:solidFill>
              <a:latin typeface="Roboto"/>
              <a:ea typeface="Roboto"/>
              <a:cs typeface="Roboto"/>
              <a:sym typeface="Roboto"/>
            </a:endParaRPr>
          </a:p>
        </p:txBody>
      </p:sp>
      <p:sp>
        <p:nvSpPr>
          <p:cNvPr id="2010" name="Google Shape;2010;p253"/>
          <p:cNvSpPr/>
          <p:nvPr/>
        </p:nvSpPr>
        <p:spPr>
          <a:xfrm>
            <a:off x="2347350" y="2488024"/>
            <a:ext cx="2222400" cy="505200"/>
          </a:xfrm>
          <a:prstGeom prst="roundRect">
            <a:avLst>
              <a:gd fmla="val 16667" name="adj"/>
            </a:avLst>
          </a:prstGeom>
          <a:solidFill>
            <a:schemeClr val="accent4"/>
          </a:solidFill>
          <a:ln>
            <a:noFill/>
          </a:ln>
        </p:spPr>
        <p:txBody>
          <a:bodyPr anchorCtr="0" anchor="t" bIns="91425" lIns="0"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600">
                <a:solidFill>
                  <a:schemeClr val="dk2"/>
                </a:solidFill>
                <a:latin typeface="Roboto"/>
                <a:ea typeface="Roboto"/>
                <a:cs typeface="Roboto"/>
                <a:sym typeface="Roboto"/>
              </a:rPr>
              <a:t>103024</a:t>
            </a:r>
            <a:r>
              <a:rPr b="1" i="0" lang="en" sz="1600" u="none" cap="none" strike="noStrike">
                <a:solidFill>
                  <a:schemeClr val="dk2"/>
                </a:solidFill>
                <a:latin typeface="Roboto"/>
                <a:ea typeface="Roboto"/>
                <a:cs typeface="Roboto"/>
                <a:sym typeface="Roboto"/>
              </a:rPr>
              <a:t>WED-1112</a:t>
            </a:r>
            <a:endParaRPr b="1" i="0" sz="1600" u="none" cap="none" strike="noStrike">
              <a:solidFill>
                <a:schemeClr val="dk2"/>
              </a:solidFill>
              <a:latin typeface="Roboto"/>
              <a:ea typeface="Roboto"/>
              <a:cs typeface="Roboto"/>
              <a:sym typeface="Roboto"/>
            </a:endParaRPr>
          </a:p>
        </p:txBody>
      </p:sp>
      <p:pic>
        <p:nvPicPr>
          <p:cNvPr id="2011" name="Google Shape;2011;p253"/>
          <p:cNvPicPr preferRelativeResize="0"/>
          <p:nvPr/>
        </p:nvPicPr>
        <p:blipFill rotWithShape="1">
          <a:blip r:embed="rId3">
            <a:alphaModFix/>
          </a:blip>
          <a:srcRect b="87784" l="91191" r="1617" t="-3126"/>
          <a:stretch/>
        </p:blipFill>
        <p:spPr>
          <a:xfrm>
            <a:off x="4322025" y="2643200"/>
            <a:ext cx="544401" cy="505090"/>
          </a:xfrm>
          <a:prstGeom prst="rect">
            <a:avLst/>
          </a:prstGeom>
          <a:noFill/>
          <a:ln>
            <a:noFill/>
          </a:ln>
          <a:effectLst>
            <a:outerShdw blurRad="57150" rotWithShape="0" algn="bl" dir="5400000" dist="19050">
              <a:srgbClr val="000000">
                <a:alpha val="49411"/>
              </a:srgbClr>
            </a:outerShdw>
          </a:effectLst>
        </p:spPr>
      </p:pic>
      <p:sp>
        <p:nvSpPr>
          <p:cNvPr id="2012" name="Google Shape;2012;p253"/>
          <p:cNvSpPr/>
          <p:nvPr/>
        </p:nvSpPr>
        <p:spPr>
          <a:xfrm>
            <a:off x="457200" y="3246350"/>
            <a:ext cx="4520100" cy="745800"/>
          </a:xfrm>
          <a:prstGeom prst="roundRect">
            <a:avLst>
              <a:gd fmla="val 16667" name="adj"/>
            </a:avLst>
          </a:prstGeom>
          <a:solidFill>
            <a:schemeClr val="dk2"/>
          </a:solidFill>
          <a:ln>
            <a:noFill/>
          </a:ln>
        </p:spPr>
        <p:txBody>
          <a:bodyPr anchorCtr="0" anchor="ctr" bIns="91425" lIns="91425" spcFirstLastPara="1" rIns="2743200" wrap="square" tIns="91425">
            <a:noAutofit/>
          </a:bodyPr>
          <a:lstStyle/>
          <a:p>
            <a:pPr indent="0" lvl="0" marL="0" marR="0" rtl="0" algn="r">
              <a:lnSpc>
                <a:spcPct val="105000"/>
              </a:lnSpc>
              <a:spcBef>
                <a:spcPts val="0"/>
              </a:spcBef>
              <a:spcAft>
                <a:spcPts val="0"/>
              </a:spcAft>
              <a:buClr>
                <a:schemeClr val="dk1"/>
              </a:buClr>
              <a:buSzPts val="1100"/>
              <a:buFont typeface="Arial"/>
              <a:buNone/>
            </a:pPr>
            <a:r>
              <a:rPr b="0" i="0" lang="en" sz="1600" u="none" cap="none" strike="noStrike">
                <a:solidFill>
                  <a:schemeClr val="lt1"/>
                </a:solidFill>
                <a:latin typeface="Roboto"/>
                <a:ea typeface="Roboto"/>
                <a:cs typeface="Roboto"/>
                <a:sym typeface="Roboto"/>
              </a:rPr>
              <a:t>If that didn’t work, </a:t>
            </a:r>
            <a:br>
              <a:rPr b="0" i="0" lang="en" sz="1600" u="none" cap="none" strike="noStrike">
                <a:solidFill>
                  <a:schemeClr val="lt1"/>
                </a:solidFill>
                <a:latin typeface="Roboto"/>
                <a:ea typeface="Roboto"/>
                <a:cs typeface="Roboto"/>
                <a:sym typeface="Roboto"/>
              </a:rPr>
            </a:br>
            <a:r>
              <a:rPr lang="en" sz="1600">
                <a:solidFill>
                  <a:schemeClr val="lt1"/>
                </a:solidFill>
                <a:latin typeface="Roboto"/>
                <a:ea typeface="Roboto"/>
                <a:cs typeface="Roboto"/>
                <a:sym typeface="Roboto"/>
              </a:rPr>
              <a:t>they</a:t>
            </a:r>
            <a:r>
              <a:rPr b="0" i="0" lang="en" sz="1600" u="none" cap="none" strike="noStrike">
                <a:solidFill>
                  <a:schemeClr val="lt1"/>
                </a:solidFill>
                <a:latin typeface="Roboto"/>
                <a:ea typeface="Roboto"/>
                <a:cs typeface="Roboto"/>
                <a:sym typeface="Roboto"/>
              </a:rPr>
              <a:t> could try:</a:t>
            </a:r>
            <a:endParaRPr b="0" i="0" sz="1600" u="none" cap="none" strike="noStrike">
              <a:solidFill>
                <a:schemeClr val="lt1"/>
              </a:solidFill>
              <a:latin typeface="Roboto"/>
              <a:ea typeface="Roboto"/>
              <a:cs typeface="Roboto"/>
              <a:sym typeface="Roboto"/>
            </a:endParaRPr>
          </a:p>
        </p:txBody>
      </p:sp>
      <p:sp>
        <p:nvSpPr>
          <p:cNvPr id="2013" name="Google Shape;2013;p253"/>
          <p:cNvSpPr/>
          <p:nvPr/>
        </p:nvSpPr>
        <p:spPr>
          <a:xfrm>
            <a:off x="2347350" y="3331824"/>
            <a:ext cx="2222400" cy="505200"/>
          </a:xfrm>
          <a:prstGeom prst="roundRect">
            <a:avLst>
              <a:gd fmla="val 16667" name="adj"/>
            </a:avLst>
          </a:prstGeom>
          <a:solidFill>
            <a:schemeClr val="accent4"/>
          </a:solidFill>
          <a:ln>
            <a:noFill/>
          </a:ln>
        </p:spPr>
        <p:txBody>
          <a:bodyPr anchorCtr="0" anchor="ctr" bIns="91425" lIns="0"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600">
                <a:solidFill>
                  <a:schemeClr val="dk2"/>
                </a:solidFill>
                <a:latin typeface="Roboto"/>
                <a:ea typeface="Roboto"/>
                <a:cs typeface="Roboto"/>
                <a:sym typeface="Roboto"/>
              </a:rPr>
              <a:t>103024</a:t>
            </a:r>
            <a:r>
              <a:rPr b="1" i="0" lang="en" sz="1700" u="none" cap="none" strike="noStrike">
                <a:solidFill>
                  <a:schemeClr val="dk2"/>
                </a:solidFill>
                <a:latin typeface="Roboto"/>
                <a:ea typeface="Roboto"/>
                <a:cs typeface="Roboto"/>
                <a:sym typeface="Roboto"/>
              </a:rPr>
              <a:t>WED-1113</a:t>
            </a:r>
            <a:endParaRPr b="1" i="0" sz="1700" u="none" cap="none" strike="noStrike">
              <a:solidFill>
                <a:schemeClr val="dk2"/>
              </a:solidFill>
              <a:latin typeface="Roboto"/>
              <a:ea typeface="Roboto"/>
              <a:cs typeface="Roboto"/>
              <a:sym typeface="Roboto"/>
            </a:endParaRPr>
          </a:p>
        </p:txBody>
      </p:sp>
      <p:pic>
        <p:nvPicPr>
          <p:cNvPr id="2014" name="Google Shape;2014;p253"/>
          <p:cNvPicPr preferRelativeResize="0"/>
          <p:nvPr/>
        </p:nvPicPr>
        <p:blipFill rotWithShape="1">
          <a:blip r:embed="rId3">
            <a:alphaModFix/>
          </a:blip>
          <a:srcRect b="87784" l="91191" r="1617" t="-3126"/>
          <a:stretch/>
        </p:blipFill>
        <p:spPr>
          <a:xfrm>
            <a:off x="4322025" y="3487000"/>
            <a:ext cx="544401" cy="505090"/>
          </a:xfrm>
          <a:prstGeom prst="rect">
            <a:avLst/>
          </a:prstGeom>
          <a:noFill/>
          <a:ln>
            <a:noFill/>
          </a:ln>
          <a:effectLst>
            <a:outerShdw blurRad="57150" rotWithShape="0" algn="bl" dir="5400000" dist="19050">
              <a:srgbClr val="000000">
                <a:alpha val="49411"/>
              </a:srgbClr>
            </a:outerShdw>
          </a:effectLst>
        </p:spPr>
      </p:pic>
      <p:sp>
        <p:nvSpPr>
          <p:cNvPr id="2015" name="Google Shape;2015;p253"/>
          <p:cNvSpPr/>
          <p:nvPr/>
        </p:nvSpPr>
        <p:spPr>
          <a:xfrm>
            <a:off x="457200" y="4090150"/>
            <a:ext cx="4520100" cy="745800"/>
          </a:xfrm>
          <a:prstGeom prst="roundRect">
            <a:avLst>
              <a:gd fmla="val 16667" name="adj"/>
            </a:avLst>
          </a:prstGeom>
          <a:solidFill>
            <a:schemeClr val="dk2"/>
          </a:solidFill>
          <a:ln>
            <a:noFill/>
          </a:ln>
        </p:spPr>
        <p:txBody>
          <a:bodyPr anchorCtr="0" anchor="ctr" bIns="91425" lIns="91425" spcFirstLastPara="1" rIns="2743200" wrap="square" tIns="91425">
            <a:noAutofit/>
          </a:bodyPr>
          <a:lstStyle/>
          <a:p>
            <a:pPr indent="0" lvl="0" marL="0" marR="0" rtl="0" algn="r">
              <a:lnSpc>
                <a:spcPct val="105000"/>
              </a:lnSpc>
              <a:spcBef>
                <a:spcPts val="0"/>
              </a:spcBef>
              <a:spcAft>
                <a:spcPts val="0"/>
              </a:spcAft>
              <a:buClr>
                <a:schemeClr val="dk1"/>
              </a:buClr>
              <a:buSzPts val="1100"/>
              <a:buFont typeface="Arial"/>
              <a:buNone/>
            </a:pPr>
            <a:r>
              <a:rPr b="0" i="0" lang="en" sz="1600" u="none" cap="none" strike="noStrike">
                <a:solidFill>
                  <a:schemeClr val="lt1"/>
                </a:solidFill>
                <a:latin typeface="Roboto"/>
                <a:ea typeface="Roboto"/>
                <a:cs typeface="Roboto"/>
                <a:sym typeface="Roboto"/>
              </a:rPr>
              <a:t>If that didn’t work, </a:t>
            </a:r>
            <a:br>
              <a:rPr b="0" i="0" lang="en" sz="1600" u="none" cap="none" strike="noStrike">
                <a:solidFill>
                  <a:schemeClr val="lt1"/>
                </a:solidFill>
                <a:latin typeface="Roboto"/>
                <a:ea typeface="Roboto"/>
                <a:cs typeface="Roboto"/>
                <a:sym typeface="Roboto"/>
              </a:rPr>
            </a:br>
            <a:r>
              <a:rPr lang="en" sz="1600">
                <a:solidFill>
                  <a:schemeClr val="lt1"/>
                </a:solidFill>
                <a:latin typeface="Roboto"/>
                <a:ea typeface="Roboto"/>
                <a:cs typeface="Roboto"/>
                <a:sym typeface="Roboto"/>
              </a:rPr>
              <a:t>they</a:t>
            </a:r>
            <a:r>
              <a:rPr b="0" i="0" lang="en" sz="1600" u="none" cap="none" strike="noStrike">
                <a:solidFill>
                  <a:schemeClr val="lt1"/>
                </a:solidFill>
                <a:latin typeface="Roboto"/>
                <a:ea typeface="Roboto"/>
                <a:cs typeface="Roboto"/>
                <a:sym typeface="Roboto"/>
              </a:rPr>
              <a:t> could try:</a:t>
            </a:r>
            <a:endParaRPr b="0" i="0" sz="1600" u="none" cap="none" strike="noStrike">
              <a:solidFill>
                <a:schemeClr val="lt1"/>
              </a:solidFill>
              <a:latin typeface="Roboto"/>
              <a:ea typeface="Roboto"/>
              <a:cs typeface="Roboto"/>
              <a:sym typeface="Roboto"/>
            </a:endParaRPr>
          </a:p>
        </p:txBody>
      </p:sp>
      <p:sp>
        <p:nvSpPr>
          <p:cNvPr id="2016" name="Google Shape;2016;p253"/>
          <p:cNvSpPr/>
          <p:nvPr/>
        </p:nvSpPr>
        <p:spPr>
          <a:xfrm>
            <a:off x="2347350" y="4175624"/>
            <a:ext cx="2222400" cy="505200"/>
          </a:xfrm>
          <a:prstGeom prst="roundRect">
            <a:avLst>
              <a:gd fmla="val 16667" name="adj"/>
            </a:avLst>
          </a:prstGeom>
          <a:solidFill>
            <a:schemeClr val="accent4"/>
          </a:solidFill>
          <a:ln>
            <a:noFill/>
          </a:ln>
        </p:spPr>
        <p:txBody>
          <a:bodyPr anchorCtr="0" anchor="ctr" bIns="91425" lIns="0"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lang="en" sz="1600">
                <a:solidFill>
                  <a:schemeClr val="dk2"/>
                </a:solidFill>
                <a:latin typeface="Roboto"/>
                <a:ea typeface="Roboto"/>
                <a:cs typeface="Roboto"/>
                <a:sym typeface="Roboto"/>
              </a:rPr>
              <a:t>103024</a:t>
            </a:r>
            <a:r>
              <a:rPr b="1" i="0" lang="en" sz="1700" u="none" cap="none" strike="noStrike">
                <a:solidFill>
                  <a:schemeClr val="dk2"/>
                </a:solidFill>
                <a:latin typeface="Roboto"/>
                <a:ea typeface="Roboto"/>
                <a:cs typeface="Roboto"/>
                <a:sym typeface="Roboto"/>
              </a:rPr>
              <a:t>WED-1114</a:t>
            </a:r>
            <a:endParaRPr b="1" i="0" sz="1700" u="none" cap="none" strike="noStrike">
              <a:solidFill>
                <a:schemeClr val="dk2"/>
              </a:solidFill>
              <a:latin typeface="Roboto"/>
              <a:ea typeface="Roboto"/>
              <a:cs typeface="Roboto"/>
              <a:sym typeface="Roboto"/>
            </a:endParaRPr>
          </a:p>
        </p:txBody>
      </p:sp>
      <p:pic>
        <p:nvPicPr>
          <p:cNvPr id="2017" name="Google Shape;2017;p253"/>
          <p:cNvPicPr preferRelativeResize="0"/>
          <p:nvPr/>
        </p:nvPicPr>
        <p:blipFill rotWithShape="1">
          <a:blip r:embed="rId3">
            <a:alphaModFix/>
          </a:blip>
          <a:srcRect b="87784" l="91191" r="1617" t="-3126"/>
          <a:stretch/>
        </p:blipFill>
        <p:spPr>
          <a:xfrm>
            <a:off x="4322025" y="4330800"/>
            <a:ext cx="544401" cy="505090"/>
          </a:xfrm>
          <a:prstGeom prst="rect">
            <a:avLst/>
          </a:prstGeom>
          <a:noFill/>
          <a:ln>
            <a:noFill/>
          </a:ln>
          <a:effectLst>
            <a:outerShdw blurRad="57150" rotWithShape="0" algn="bl" dir="5400000" dist="19050">
              <a:srgbClr val="000000">
                <a:alpha val="49411"/>
              </a:srgbClr>
            </a:outerShdw>
          </a:effectLst>
        </p:spPr>
      </p:pic>
      <p:pic>
        <p:nvPicPr>
          <p:cNvPr id="2018" name="Google Shape;2018;p253"/>
          <p:cNvPicPr preferRelativeResize="0"/>
          <p:nvPr/>
        </p:nvPicPr>
        <p:blipFill rotWithShape="1">
          <a:blip r:embed="rId3">
            <a:alphaModFix/>
          </a:blip>
          <a:srcRect b="87784" l="91191" r="1617" t="-3126"/>
          <a:stretch/>
        </p:blipFill>
        <p:spPr>
          <a:xfrm>
            <a:off x="6751263" y="4010400"/>
            <a:ext cx="544401" cy="505090"/>
          </a:xfrm>
          <a:prstGeom prst="rect">
            <a:avLst/>
          </a:prstGeom>
          <a:noFill/>
          <a:ln>
            <a:noFill/>
          </a:ln>
          <a:effectLst>
            <a:outerShdw blurRad="57150" rotWithShape="0" algn="bl" dir="5400000" dist="19050">
              <a:srgbClr val="000000">
                <a:alpha val="49411"/>
              </a:srgbClr>
            </a:outerShdw>
          </a:effectLst>
        </p:spPr>
      </p:pic>
      <p:sp>
        <p:nvSpPr>
          <p:cNvPr id="2019" name="Google Shape;2019;p253"/>
          <p:cNvSpPr txBox="1"/>
          <p:nvPr>
            <p:ph idx="4294967295" type="title"/>
          </p:nvPr>
        </p:nvSpPr>
        <p:spPr>
          <a:xfrm>
            <a:off x="76200" y="128016"/>
            <a:ext cx="5329500" cy="6735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latin typeface="Roboto"/>
                <a:ea typeface="Roboto"/>
                <a:cs typeface="Roboto"/>
                <a:sym typeface="Roboto"/>
              </a:rPr>
              <a:t>Predictable Session Scenario</a:t>
            </a:r>
            <a:endParaRPr>
              <a:latin typeface="Roboto"/>
              <a:ea typeface="Roboto"/>
              <a:cs typeface="Roboto"/>
              <a:sym typeface="Roboto"/>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023" name="Shape 2023"/>
        <p:cNvGrpSpPr/>
        <p:nvPr/>
      </p:nvGrpSpPr>
      <p:grpSpPr>
        <a:xfrm>
          <a:off x="0" y="0"/>
          <a:ext cx="0" cy="0"/>
          <a:chOff x="0" y="0"/>
          <a:chExt cx="0" cy="0"/>
        </a:xfrm>
      </p:grpSpPr>
      <p:sp>
        <p:nvSpPr>
          <p:cNvPr id="2024" name="Google Shape;2024;p254"/>
          <p:cNvSpPr/>
          <p:nvPr/>
        </p:nvSpPr>
        <p:spPr>
          <a:xfrm flipH="1">
            <a:off x="467725" y="1444575"/>
            <a:ext cx="2428500" cy="35676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025" name="Google Shape;2025;p254"/>
          <p:cNvSpPr txBox="1"/>
          <p:nvPr>
            <p:ph idx="4294967295" type="subTitle"/>
          </p:nvPr>
        </p:nvSpPr>
        <p:spPr>
          <a:xfrm>
            <a:off x="76200" y="512064"/>
            <a:ext cx="9168600" cy="6465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u="none" cap="none" strike="noStrike"/>
              <a:t>In this scenario:</a:t>
            </a:r>
            <a:endParaRPr i="0" u="none" cap="none" strike="noStrike"/>
          </a:p>
        </p:txBody>
      </p:sp>
      <p:sp>
        <p:nvSpPr>
          <p:cNvPr id="2026" name="Google Shape;2026;p254"/>
          <p:cNvSpPr txBox="1"/>
          <p:nvPr>
            <p:ph idx="4294967295" type="title"/>
          </p:nvPr>
        </p:nvSpPr>
        <p:spPr>
          <a:xfrm>
            <a:off x="76200" y="128023"/>
            <a:ext cx="5329500" cy="5553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latin typeface="Roboto"/>
                <a:ea typeface="Roboto"/>
                <a:cs typeface="Roboto"/>
                <a:sym typeface="Roboto"/>
              </a:rPr>
              <a:t>Predictable Session Scenario</a:t>
            </a:r>
            <a:endParaRPr>
              <a:latin typeface="Roboto"/>
              <a:ea typeface="Roboto"/>
              <a:cs typeface="Roboto"/>
              <a:sym typeface="Roboto"/>
            </a:endParaRPr>
          </a:p>
        </p:txBody>
      </p:sp>
      <p:sp>
        <p:nvSpPr>
          <p:cNvPr id="2027" name="Google Shape;2027;p254"/>
          <p:cNvSpPr txBox="1"/>
          <p:nvPr/>
        </p:nvSpPr>
        <p:spPr>
          <a:xfrm>
            <a:off x="550075" y="1798525"/>
            <a:ext cx="22638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The session management vulnerability was that the session cookie was predictable.</a:t>
            </a:r>
            <a:endParaRPr sz="1600">
              <a:solidFill>
                <a:srgbClr val="082D49"/>
              </a:solidFill>
              <a:latin typeface="Roboto"/>
              <a:ea typeface="Roboto"/>
              <a:cs typeface="Roboto"/>
              <a:sym typeface="Roboto"/>
            </a:endParaRPr>
          </a:p>
        </p:txBody>
      </p:sp>
      <p:sp>
        <p:nvSpPr>
          <p:cNvPr id="2028" name="Google Shape;2028;p254"/>
          <p:cNvSpPr/>
          <p:nvPr/>
        </p:nvSpPr>
        <p:spPr>
          <a:xfrm flipH="1">
            <a:off x="3368050" y="1444694"/>
            <a:ext cx="2428500" cy="35676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029" name="Google Shape;2029;p254"/>
          <p:cNvSpPr txBox="1"/>
          <p:nvPr/>
        </p:nvSpPr>
        <p:spPr>
          <a:xfrm>
            <a:off x="3487125" y="1798525"/>
            <a:ext cx="21834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Henry exploited the vulnerability by conducting a session hijacking attack, using a predicted session cookie to hijack Julie Jones’</a:t>
            </a:r>
            <a:br>
              <a:rPr lang="en" sz="1600">
                <a:solidFill>
                  <a:srgbClr val="082D49"/>
                </a:solidFill>
                <a:latin typeface="Roboto"/>
                <a:ea typeface="Roboto"/>
                <a:cs typeface="Roboto"/>
                <a:sym typeface="Roboto"/>
              </a:rPr>
            </a:br>
            <a:r>
              <a:rPr lang="en" sz="1600">
                <a:solidFill>
                  <a:srgbClr val="082D49"/>
                </a:solidFill>
                <a:latin typeface="Roboto"/>
                <a:ea typeface="Roboto"/>
                <a:cs typeface="Roboto"/>
                <a:sym typeface="Roboto"/>
              </a:rPr>
              <a:t>private session.</a:t>
            </a:r>
            <a:endParaRPr sz="1600">
              <a:solidFill>
                <a:srgbClr val="082D49"/>
              </a:solidFill>
              <a:latin typeface="Roboto"/>
              <a:ea typeface="Roboto"/>
              <a:cs typeface="Roboto"/>
              <a:sym typeface="Roboto"/>
            </a:endParaRPr>
          </a:p>
        </p:txBody>
      </p:sp>
      <p:sp>
        <p:nvSpPr>
          <p:cNvPr id="2030" name="Google Shape;2030;p254"/>
          <p:cNvSpPr/>
          <p:nvPr/>
        </p:nvSpPr>
        <p:spPr>
          <a:xfrm flipH="1">
            <a:off x="6268375" y="1444694"/>
            <a:ext cx="2428500" cy="35676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031" name="Google Shape;2031;p254"/>
          <p:cNvSpPr txBox="1"/>
          <p:nvPr/>
        </p:nvSpPr>
        <p:spPr>
          <a:xfrm>
            <a:off x="6392200" y="1798525"/>
            <a:ext cx="21834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Note that Henry had to log out and log back in again to determine the pattern of the session cookies. This manual process can be time-consuming and inefficient.</a:t>
            </a:r>
            <a:endParaRPr sz="1600">
              <a:solidFill>
                <a:srgbClr val="082D49"/>
              </a:solidFill>
              <a:latin typeface="Roboto"/>
              <a:ea typeface="Roboto"/>
              <a:cs typeface="Roboto"/>
              <a:sym typeface="Roboto"/>
            </a:endParaRPr>
          </a:p>
        </p:txBody>
      </p:sp>
      <p:sp>
        <p:nvSpPr>
          <p:cNvPr id="2032" name="Google Shape;2032;p254"/>
          <p:cNvSpPr/>
          <p:nvPr/>
        </p:nvSpPr>
        <p:spPr>
          <a:xfrm>
            <a:off x="1090900" y="1073625"/>
            <a:ext cx="770100" cy="770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254"/>
          <p:cNvSpPr/>
          <p:nvPr/>
        </p:nvSpPr>
        <p:spPr>
          <a:xfrm>
            <a:off x="4017698" y="1073625"/>
            <a:ext cx="770100" cy="7701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254"/>
          <p:cNvSpPr/>
          <p:nvPr/>
        </p:nvSpPr>
        <p:spPr>
          <a:xfrm>
            <a:off x="7109775" y="1073625"/>
            <a:ext cx="770100" cy="7701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254"/>
          <p:cNvSpPr txBox="1"/>
          <p:nvPr/>
        </p:nvSpPr>
        <p:spPr>
          <a:xfrm>
            <a:off x="1090900" y="1152025"/>
            <a:ext cx="7701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a:ea typeface="Roboto"/>
                <a:cs typeface="Roboto"/>
                <a:sym typeface="Roboto"/>
              </a:rPr>
              <a:t>01</a:t>
            </a:r>
            <a:endParaRPr b="0" i="0" sz="3000" u="none" cap="none" strike="noStrike">
              <a:solidFill>
                <a:schemeClr val="dk2"/>
              </a:solidFill>
              <a:latin typeface="Roboto"/>
              <a:ea typeface="Roboto"/>
              <a:cs typeface="Roboto"/>
              <a:sym typeface="Roboto"/>
            </a:endParaRPr>
          </a:p>
        </p:txBody>
      </p:sp>
      <p:sp>
        <p:nvSpPr>
          <p:cNvPr id="2036" name="Google Shape;2036;p254"/>
          <p:cNvSpPr txBox="1"/>
          <p:nvPr/>
        </p:nvSpPr>
        <p:spPr>
          <a:xfrm>
            <a:off x="4017813" y="1152025"/>
            <a:ext cx="7701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2037" name="Google Shape;2037;p254"/>
          <p:cNvSpPr txBox="1"/>
          <p:nvPr/>
        </p:nvSpPr>
        <p:spPr>
          <a:xfrm>
            <a:off x="7109775" y="1152025"/>
            <a:ext cx="7701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a:ea typeface="Roboto"/>
                <a:cs typeface="Roboto"/>
                <a:sym typeface="Roboto"/>
              </a:rPr>
              <a:t>03</a:t>
            </a:r>
            <a:endParaRPr b="0" i="0" sz="3000" u="none" cap="none" strike="noStrike">
              <a:solidFill>
                <a:schemeClr val="dk2"/>
              </a:solidFill>
              <a:latin typeface="Roboto"/>
              <a:ea typeface="Roboto"/>
              <a:cs typeface="Roboto"/>
              <a:sym typeface="Roboto"/>
            </a:endParaRPr>
          </a:p>
        </p:txBody>
      </p:sp>
      <p:pic>
        <p:nvPicPr>
          <p:cNvPr id="2038" name="Google Shape;2038;p254"/>
          <p:cNvPicPr preferRelativeResize="0"/>
          <p:nvPr/>
        </p:nvPicPr>
        <p:blipFill rotWithShape="1">
          <a:blip r:embed="rId3">
            <a:alphaModFix/>
          </a:blip>
          <a:srcRect b="0" l="0" r="0" t="0"/>
          <a:stretch/>
        </p:blipFill>
        <p:spPr>
          <a:xfrm>
            <a:off x="1477600" y="3788742"/>
            <a:ext cx="738583" cy="738583"/>
          </a:xfrm>
          <a:prstGeom prst="rect">
            <a:avLst/>
          </a:prstGeom>
          <a:noFill/>
          <a:ln>
            <a:noFill/>
          </a:ln>
          <a:effectLst>
            <a:outerShdw blurRad="57150" rotWithShape="0" algn="bl" dir="5400000" dist="19050">
              <a:srgbClr val="000000">
                <a:alpha val="49410"/>
              </a:srgbClr>
            </a:outerShdw>
          </a:effectLst>
        </p:spPr>
      </p:pic>
      <p:pic>
        <p:nvPicPr>
          <p:cNvPr id="2039" name="Google Shape;2039;p254"/>
          <p:cNvPicPr preferRelativeResize="0"/>
          <p:nvPr/>
        </p:nvPicPr>
        <p:blipFill rotWithShape="1">
          <a:blip r:embed="rId3">
            <a:alphaModFix/>
          </a:blip>
          <a:srcRect b="0" l="0" r="0" t="0"/>
          <a:stretch/>
        </p:blipFill>
        <p:spPr>
          <a:xfrm>
            <a:off x="1957618" y="3466925"/>
            <a:ext cx="738583" cy="738583"/>
          </a:xfrm>
          <a:prstGeom prst="rect">
            <a:avLst/>
          </a:prstGeom>
          <a:noFill/>
          <a:ln>
            <a:noFill/>
          </a:ln>
          <a:effectLst>
            <a:outerShdw blurRad="57150" rotWithShape="0" algn="bl" dir="5400000" dist="19050">
              <a:srgbClr val="000000">
                <a:alpha val="4941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43" name="Shape 2043"/>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047" name="Shape 2047"/>
        <p:cNvGrpSpPr/>
        <p:nvPr/>
      </p:nvGrpSpPr>
      <p:grpSpPr>
        <a:xfrm>
          <a:off x="0" y="0"/>
          <a:ext cx="0" cy="0"/>
          <a:chOff x="0" y="0"/>
          <a:chExt cx="0" cy="0"/>
        </a:xfrm>
      </p:grpSpPr>
      <p:pic>
        <p:nvPicPr>
          <p:cNvPr id="2048" name="Google Shape;2048;p256"/>
          <p:cNvPicPr preferRelativeResize="0"/>
          <p:nvPr/>
        </p:nvPicPr>
        <p:blipFill rotWithShape="1">
          <a:blip r:embed="rId3">
            <a:alphaModFix/>
          </a:blip>
          <a:srcRect b="0" l="0" r="0" t="0"/>
          <a:stretch/>
        </p:blipFill>
        <p:spPr>
          <a:xfrm>
            <a:off x="4043275" y="1540800"/>
            <a:ext cx="1057450" cy="1088100"/>
          </a:xfrm>
          <a:prstGeom prst="rect">
            <a:avLst/>
          </a:prstGeom>
          <a:noFill/>
          <a:ln>
            <a:noFill/>
          </a:ln>
        </p:spPr>
      </p:pic>
      <p:sp>
        <p:nvSpPr>
          <p:cNvPr id="2049" name="Google Shape;2049;p256"/>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Analyzing Session </a:t>
            </a:r>
            <a:endParaRPr/>
          </a:p>
          <a:p>
            <a:pPr indent="0" lvl="0" marL="0" rtl="0" algn="ctr">
              <a:spcBef>
                <a:spcPts val="0"/>
              </a:spcBef>
              <a:spcAft>
                <a:spcPts val="0"/>
              </a:spcAft>
              <a:buNone/>
            </a:pPr>
            <a:r>
              <a:rPr lang="en"/>
              <a:t>Management Vulnerabilities </a:t>
            </a:r>
            <a:endParaRPr/>
          </a:p>
          <a:p>
            <a:pPr indent="0" lvl="0" marL="0" rtl="0" algn="ctr">
              <a:spcBef>
                <a:spcPts val="0"/>
              </a:spcBef>
              <a:spcAft>
                <a:spcPts val="0"/>
              </a:spcAft>
              <a:buNone/>
            </a:pPr>
            <a:r>
              <a:rPr lang="en"/>
              <a:t>with Burp Repeater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53" name="Shape 2053"/>
        <p:cNvGrpSpPr/>
        <p:nvPr/>
      </p:nvGrpSpPr>
      <p:grpSpPr>
        <a:xfrm>
          <a:off x="0" y="0"/>
          <a:ext cx="0" cy="0"/>
          <a:chOff x="0" y="0"/>
          <a:chExt cx="0" cy="0"/>
        </a:xfrm>
      </p:grpSpPr>
      <p:sp>
        <p:nvSpPr>
          <p:cNvPr id="2054" name="Google Shape;2054;p257"/>
          <p:cNvSpPr txBox="1"/>
          <p:nvPr>
            <p:ph idx="4294967295" type="title"/>
          </p:nvPr>
        </p:nvSpPr>
        <p:spPr>
          <a:xfrm>
            <a:off x="69908"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solidFill>
                  <a:schemeClr val="lt1"/>
                </a:solidFill>
              </a:rPr>
              <a:t>Burp Repeater</a:t>
            </a:r>
            <a:endParaRPr>
              <a:solidFill>
                <a:schemeClr val="lt1"/>
              </a:solidFill>
            </a:endParaRPr>
          </a:p>
        </p:txBody>
      </p:sp>
      <p:sp>
        <p:nvSpPr>
          <p:cNvPr id="2055" name="Google Shape;2055;p257"/>
          <p:cNvSpPr txBox="1"/>
          <p:nvPr>
            <p:ph idx="4294967295" type="subTitle"/>
          </p:nvPr>
        </p:nvSpPr>
        <p:spPr>
          <a:xfrm>
            <a:off x="69908" y="512064"/>
            <a:ext cx="8125800" cy="3648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2E5E73"/>
              </a:buClr>
              <a:buSzPts val="1800"/>
              <a:buFont typeface="Roboto Light"/>
              <a:buNone/>
            </a:pPr>
            <a:r>
              <a:rPr i="0" lang="en" u="none" cap="none" strike="noStrike">
                <a:solidFill>
                  <a:schemeClr val="lt1"/>
                </a:solidFill>
              </a:rPr>
              <a:t>Burp Repeater can simplify the process detailed in the previous scenario </a:t>
            </a:r>
            <a:br>
              <a:rPr i="0" lang="en" u="none" cap="none" strike="noStrike">
                <a:solidFill>
                  <a:schemeClr val="lt1"/>
                </a:solidFill>
              </a:rPr>
            </a:br>
            <a:r>
              <a:rPr i="0" lang="en" u="none" cap="none" strike="noStrike">
                <a:solidFill>
                  <a:schemeClr val="lt1"/>
                </a:solidFill>
              </a:rPr>
              <a:t>by using an algorithm to generate session cookies.</a:t>
            </a:r>
            <a:r>
              <a:rPr i="0" lang="en" u="none" cap="none" strike="noStrike">
                <a:solidFill>
                  <a:srgbClr val="2E5E73"/>
                </a:solidFill>
              </a:rPr>
              <a:t> </a:t>
            </a:r>
            <a:endParaRPr i="0" u="none" cap="none" strike="noStrike">
              <a:solidFill>
                <a:srgbClr val="2E5E73"/>
              </a:solidFill>
            </a:endParaRPr>
          </a:p>
        </p:txBody>
      </p:sp>
      <p:sp>
        <p:nvSpPr>
          <p:cNvPr id="2056" name="Google Shape;2056;p257"/>
          <p:cNvSpPr txBox="1"/>
          <p:nvPr>
            <p:ph idx="4294967295" type="subTitle"/>
          </p:nvPr>
        </p:nvSpPr>
        <p:spPr>
          <a:xfrm>
            <a:off x="1753700" y="4691988"/>
            <a:ext cx="6171000" cy="301500"/>
          </a:xfrm>
          <a:prstGeom prst="rect">
            <a:avLst/>
          </a:prstGeom>
          <a:noFill/>
          <a:ln>
            <a:noFill/>
          </a:ln>
        </p:spPr>
        <p:txBody>
          <a:bodyPr anchorCtr="0" anchor="t" bIns="0" lIns="274300" spcFirstLastPara="1" rIns="0" wrap="square" tIns="45700">
            <a:noAutofit/>
          </a:bodyPr>
          <a:lstStyle/>
          <a:p>
            <a:pPr indent="0" lvl="0" marL="0" marR="0" rtl="0" algn="l">
              <a:lnSpc>
                <a:spcPct val="100000"/>
              </a:lnSpc>
              <a:spcBef>
                <a:spcPts val="0"/>
              </a:spcBef>
              <a:spcAft>
                <a:spcPts val="0"/>
              </a:spcAft>
              <a:buClr>
                <a:srgbClr val="2E5E73"/>
              </a:buClr>
              <a:buSzPts val="700"/>
              <a:buFont typeface="Roboto Light"/>
              <a:buNone/>
            </a:pPr>
            <a:r>
              <a:rPr lang="en" sz="1000">
                <a:solidFill>
                  <a:schemeClr val="lt1"/>
                </a:solidFill>
                <a:latin typeface="Roboto Light"/>
                <a:ea typeface="Roboto Light"/>
                <a:cs typeface="Roboto Light"/>
                <a:sym typeface="Roboto Light"/>
              </a:rPr>
              <a:t>Source: </a:t>
            </a:r>
            <a:r>
              <a:rPr b="0" i="0" lang="en" sz="1000" u="sng" cap="none" strike="noStrike">
                <a:solidFill>
                  <a:schemeClr val="lt1"/>
                </a:solidFill>
                <a:latin typeface="Roboto Light"/>
                <a:ea typeface="Roboto Light"/>
                <a:cs typeface="Roboto Light"/>
                <a:sym typeface="Roboto Light"/>
                <a:hlinkClick r:id="rId3">
                  <a:extLst>
                    <a:ext uri="{A12FA001-AC4F-418D-AE19-62706E023703}">
                      <ahyp:hlinkClr val="tx"/>
                    </a:ext>
                  </a:extLst>
                </a:hlinkClick>
              </a:rPr>
              <a:t>portswigger.net</a:t>
            </a:r>
            <a:endParaRPr b="0" i="0" sz="1000" u="none" cap="none" strike="noStrike">
              <a:solidFill>
                <a:schemeClr val="lt1"/>
              </a:solidFill>
              <a:latin typeface="Roboto Light"/>
              <a:ea typeface="Roboto Light"/>
              <a:cs typeface="Roboto Light"/>
              <a:sym typeface="Roboto Light"/>
            </a:endParaRPr>
          </a:p>
        </p:txBody>
      </p:sp>
      <p:pic>
        <p:nvPicPr>
          <p:cNvPr id="2057" name="Google Shape;2057;p257"/>
          <p:cNvPicPr preferRelativeResize="0"/>
          <p:nvPr/>
        </p:nvPicPr>
        <p:blipFill rotWithShape="1">
          <a:blip r:embed="rId4">
            <a:alphaModFix/>
          </a:blip>
          <a:srcRect b="0" l="0" r="0" t="0"/>
          <a:stretch/>
        </p:blipFill>
        <p:spPr>
          <a:xfrm>
            <a:off x="2032413" y="1553550"/>
            <a:ext cx="5079175" cy="30474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Google Shape;2062;p258"/>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Burp Repeater Demo</a:t>
            </a:r>
            <a:endParaRPr/>
          </a:p>
        </p:txBody>
      </p:sp>
      <p:sp>
        <p:nvSpPr>
          <p:cNvPr id="2063" name="Google Shape;2063;p258"/>
          <p:cNvSpPr/>
          <p:nvPr/>
        </p:nvSpPr>
        <p:spPr>
          <a:xfrm>
            <a:off x="1352550" y="1401400"/>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Access the session cookie generator and enable proxy settings.</a:t>
            </a:r>
            <a:endParaRPr i="0" sz="1600" u="none" cap="none" strike="noStrike">
              <a:solidFill>
                <a:schemeClr val="dk2"/>
              </a:solidFill>
              <a:latin typeface="Roboto"/>
              <a:ea typeface="Roboto"/>
              <a:cs typeface="Roboto"/>
              <a:sym typeface="Roboto"/>
            </a:endParaRPr>
          </a:p>
        </p:txBody>
      </p:sp>
      <p:grpSp>
        <p:nvGrpSpPr>
          <p:cNvPr id="2064" name="Google Shape;2064;p258"/>
          <p:cNvGrpSpPr/>
          <p:nvPr/>
        </p:nvGrpSpPr>
        <p:grpSpPr>
          <a:xfrm>
            <a:off x="457200" y="1401400"/>
            <a:ext cx="776900" cy="486300"/>
            <a:chOff x="457200" y="1466425"/>
            <a:chExt cx="776900" cy="486300"/>
          </a:xfrm>
        </p:grpSpPr>
        <p:sp>
          <p:nvSpPr>
            <p:cNvPr id="2065" name="Google Shape;2065;p258"/>
            <p:cNvSpPr/>
            <p:nvPr/>
          </p:nvSpPr>
          <p:spPr>
            <a:xfrm>
              <a:off x="457200" y="1466425"/>
              <a:ext cx="695400" cy="48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lt1"/>
                  </a:solidFill>
                  <a:latin typeface="Roboto Medium"/>
                  <a:ea typeface="Roboto Medium"/>
                  <a:cs typeface="Roboto Medium"/>
                  <a:sym typeface="Roboto Medium"/>
                </a:rPr>
                <a:t>01</a:t>
              </a:r>
              <a:endParaRPr b="0" i="0" sz="1800" u="none" cap="none" strike="noStrike">
                <a:solidFill>
                  <a:schemeClr val="lt1"/>
                </a:solidFill>
                <a:latin typeface="Roboto Medium"/>
                <a:ea typeface="Roboto Medium"/>
                <a:cs typeface="Roboto Medium"/>
                <a:sym typeface="Roboto Medium"/>
              </a:endParaRPr>
            </a:p>
          </p:txBody>
        </p:sp>
        <p:sp>
          <p:nvSpPr>
            <p:cNvPr id="2066" name="Google Shape;2066;p258"/>
            <p:cNvSpPr/>
            <p:nvPr/>
          </p:nvSpPr>
          <p:spPr>
            <a:xfrm rot="5400000">
              <a:off x="973100" y="1624950"/>
              <a:ext cx="33337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2067" name="Google Shape;2067;p258"/>
          <p:cNvSpPr/>
          <p:nvPr/>
        </p:nvSpPr>
        <p:spPr>
          <a:xfrm>
            <a:off x="1352550" y="2129648"/>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Generate and review the session cookie.</a:t>
            </a:r>
            <a:endParaRPr i="0" sz="1600" u="none" cap="none" strike="noStrike">
              <a:solidFill>
                <a:schemeClr val="dk2"/>
              </a:solidFill>
              <a:latin typeface="Roboto"/>
              <a:ea typeface="Roboto"/>
              <a:cs typeface="Roboto"/>
              <a:sym typeface="Roboto"/>
            </a:endParaRPr>
          </a:p>
        </p:txBody>
      </p:sp>
      <p:grpSp>
        <p:nvGrpSpPr>
          <p:cNvPr id="2068" name="Google Shape;2068;p258"/>
          <p:cNvGrpSpPr/>
          <p:nvPr/>
        </p:nvGrpSpPr>
        <p:grpSpPr>
          <a:xfrm>
            <a:off x="457200" y="2129647"/>
            <a:ext cx="776900" cy="486300"/>
            <a:chOff x="457200" y="1466425"/>
            <a:chExt cx="776900" cy="486300"/>
          </a:xfrm>
        </p:grpSpPr>
        <p:sp>
          <p:nvSpPr>
            <p:cNvPr id="2069" name="Google Shape;2069;p258"/>
            <p:cNvSpPr/>
            <p:nvPr/>
          </p:nvSpPr>
          <p:spPr>
            <a:xfrm>
              <a:off x="457200" y="1466425"/>
              <a:ext cx="695400" cy="486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lt1"/>
                  </a:solidFill>
                  <a:latin typeface="Roboto Medium"/>
                  <a:ea typeface="Roboto Medium"/>
                  <a:cs typeface="Roboto Medium"/>
                  <a:sym typeface="Roboto Medium"/>
                </a:rPr>
                <a:t>02</a:t>
              </a:r>
              <a:endParaRPr b="0" i="0" sz="1800" u="none" cap="none" strike="noStrike">
                <a:solidFill>
                  <a:schemeClr val="lt1"/>
                </a:solidFill>
                <a:latin typeface="Roboto Medium"/>
                <a:ea typeface="Roboto Medium"/>
                <a:cs typeface="Roboto Medium"/>
                <a:sym typeface="Roboto Medium"/>
              </a:endParaRPr>
            </a:p>
          </p:txBody>
        </p:sp>
        <p:sp>
          <p:nvSpPr>
            <p:cNvPr id="2070" name="Google Shape;2070;p258"/>
            <p:cNvSpPr/>
            <p:nvPr/>
          </p:nvSpPr>
          <p:spPr>
            <a:xfrm rot="5400000">
              <a:off x="973100" y="1624950"/>
              <a:ext cx="33337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2071" name="Google Shape;2071;p258"/>
          <p:cNvSpPr/>
          <p:nvPr/>
        </p:nvSpPr>
        <p:spPr>
          <a:xfrm>
            <a:off x="1352550" y="2857895"/>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Move the HTTP request to Burp Repeater.</a:t>
            </a:r>
            <a:endParaRPr i="0" sz="1600" u="none" cap="none" strike="noStrike">
              <a:solidFill>
                <a:schemeClr val="dk2"/>
              </a:solidFill>
              <a:latin typeface="Roboto"/>
              <a:ea typeface="Roboto"/>
              <a:cs typeface="Roboto"/>
              <a:sym typeface="Roboto"/>
            </a:endParaRPr>
          </a:p>
        </p:txBody>
      </p:sp>
      <p:grpSp>
        <p:nvGrpSpPr>
          <p:cNvPr id="2072" name="Google Shape;2072;p258"/>
          <p:cNvGrpSpPr/>
          <p:nvPr/>
        </p:nvGrpSpPr>
        <p:grpSpPr>
          <a:xfrm>
            <a:off x="457200" y="2857895"/>
            <a:ext cx="776900" cy="486300"/>
            <a:chOff x="457200" y="1466425"/>
            <a:chExt cx="776900" cy="486300"/>
          </a:xfrm>
        </p:grpSpPr>
        <p:sp>
          <p:nvSpPr>
            <p:cNvPr id="2073" name="Google Shape;2073;p258"/>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dk2"/>
                  </a:solidFill>
                  <a:latin typeface="Roboto Medium"/>
                  <a:ea typeface="Roboto Medium"/>
                  <a:cs typeface="Roboto Medium"/>
                  <a:sym typeface="Roboto Medium"/>
                </a:rPr>
                <a:t>03</a:t>
              </a:r>
              <a:endParaRPr b="0" i="0" sz="1800" u="none" cap="none" strike="noStrike">
                <a:solidFill>
                  <a:schemeClr val="dk2"/>
                </a:solidFill>
                <a:latin typeface="Roboto Medium"/>
                <a:ea typeface="Roboto Medium"/>
                <a:cs typeface="Roboto Medium"/>
                <a:sym typeface="Roboto Medium"/>
              </a:endParaRPr>
            </a:p>
          </p:txBody>
        </p:sp>
        <p:sp>
          <p:nvSpPr>
            <p:cNvPr id="2074" name="Google Shape;2074;p258"/>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2075" name="Google Shape;2075;p258"/>
          <p:cNvSpPr/>
          <p:nvPr/>
        </p:nvSpPr>
        <p:spPr>
          <a:xfrm>
            <a:off x="1352550" y="3586143"/>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i="0" lang="en" sz="1600" u="none" cap="none" strike="noStrike">
                <a:solidFill>
                  <a:schemeClr val="dk2"/>
                </a:solidFill>
                <a:latin typeface="Roboto"/>
                <a:ea typeface="Roboto"/>
                <a:cs typeface="Roboto"/>
                <a:sym typeface="Roboto"/>
              </a:rPr>
              <a:t>Use Burp Repeater to review the HTTP response.</a:t>
            </a:r>
            <a:endParaRPr i="0" sz="1600" u="none" cap="none" strike="noStrike">
              <a:solidFill>
                <a:schemeClr val="dk2"/>
              </a:solidFill>
              <a:latin typeface="Roboto"/>
              <a:ea typeface="Roboto"/>
              <a:cs typeface="Roboto"/>
              <a:sym typeface="Roboto"/>
            </a:endParaRPr>
          </a:p>
        </p:txBody>
      </p:sp>
      <p:grpSp>
        <p:nvGrpSpPr>
          <p:cNvPr id="2076" name="Google Shape;2076;p258"/>
          <p:cNvGrpSpPr/>
          <p:nvPr/>
        </p:nvGrpSpPr>
        <p:grpSpPr>
          <a:xfrm>
            <a:off x="457200" y="3586142"/>
            <a:ext cx="776900" cy="486300"/>
            <a:chOff x="457200" y="1466425"/>
            <a:chExt cx="776900" cy="486300"/>
          </a:xfrm>
        </p:grpSpPr>
        <p:sp>
          <p:nvSpPr>
            <p:cNvPr id="2077" name="Google Shape;2077;p258"/>
            <p:cNvSpPr/>
            <p:nvPr/>
          </p:nvSpPr>
          <p:spPr>
            <a:xfrm>
              <a:off x="457200" y="1466425"/>
              <a:ext cx="695400" cy="48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1800" u="none" cap="none" strike="noStrike">
                  <a:solidFill>
                    <a:schemeClr val="dk2"/>
                  </a:solidFill>
                  <a:latin typeface="Roboto Medium"/>
                  <a:ea typeface="Roboto Medium"/>
                  <a:cs typeface="Roboto Medium"/>
                  <a:sym typeface="Roboto Medium"/>
                </a:rPr>
                <a:t>04</a:t>
              </a:r>
              <a:endParaRPr b="0" i="0" sz="1800" u="none" cap="none" strike="noStrike">
                <a:solidFill>
                  <a:schemeClr val="dk2"/>
                </a:solidFill>
                <a:latin typeface="Roboto Medium"/>
                <a:ea typeface="Roboto Medium"/>
                <a:cs typeface="Roboto Medium"/>
                <a:sym typeface="Roboto Medium"/>
              </a:endParaRPr>
            </a:p>
          </p:txBody>
        </p:sp>
        <p:sp>
          <p:nvSpPr>
            <p:cNvPr id="2078" name="Google Shape;2078;p258"/>
            <p:cNvSpPr/>
            <p:nvPr/>
          </p:nvSpPr>
          <p:spPr>
            <a:xfrm rot="5400000">
              <a:off x="973100" y="1624950"/>
              <a:ext cx="33337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Roboto Medium"/>
                <a:ea typeface="Roboto Medium"/>
                <a:cs typeface="Roboto Medium"/>
                <a:sym typeface="Roboto Medium"/>
              </a:endParaRPr>
            </a:p>
          </p:txBody>
        </p:sp>
      </p:grpSp>
      <p:sp>
        <p:nvSpPr>
          <p:cNvPr id="2079" name="Google Shape;2079;p258"/>
          <p:cNvSpPr txBox="1"/>
          <p:nvPr/>
        </p:nvSpPr>
        <p:spPr>
          <a:xfrm>
            <a:off x="76200" y="512075"/>
            <a:ext cx="8793300" cy="6030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i="0" lang="en" sz="1800" u="none" cap="none" strike="noStrike">
                <a:solidFill>
                  <a:schemeClr val="dk2"/>
                </a:solidFill>
                <a:latin typeface="Roboto"/>
                <a:ea typeface="Roboto"/>
                <a:cs typeface="Roboto"/>
                <a:sym typeface="Roboto"/>
              </a:rPr>
              <a:t>In this demonstration, we will continue to work on Replicants</a:t>
            </a:r>
            <a:r>
              <a:rPr lang="en" sz="1800">
                <a:solidFill>
                  <a:schemeClr val="dk2"/>
                </a:solidFill>
                <a:latin typeface="Roboto"/>
                <a:ea typeface="Roboto"/>
                <a:cs typeface="Roboto"/>
                <a:sym typeface="Roboto"/>
              </a:rPr>
              <a:t>’</a:t>
            </a:r>
            <a:r>
              <a:rPr i="0" lang="en" sz="1800" u="none" cap="none" strike="noStrike">
                <a:solidFill>
                  <a:schemeClr val="dk2"/>
                </a:solidFill>
                <a:latin typeface="Roboto"/>
                <a:ea typeface="Roboto"/>
                <a:cs typeface="Roboto"/>
                <a:sym typeface="Roboto"/>
              </a:rPr>
              <a:t> web application</a:t>
            </a:r>
            <a:r>
              <a:rPr lang="en" sz="1800">
                <a:solidFill>
                  <a:schemeClr val="dk2"/>
                </a:solidFill>
                <a:latin typeface="Roboto"/>
                <a:ea typeface="Roboto"/>
                <a:cs typeface="Roboto"/>
                <a:sym typeface="Roboto"/>
              </a:rPr>
              <a:t> </a:t>
            </a:r>
            <a:br>
              <a:rPr lang="en" sz="1800">
                <a:solidFill>
                  <a:schemeClr val="dk2"/>
                </a:solidFill>
                <a:latin typeface="Roboto"/>
                <a:ea typeface="Roboto"/>
                <a:cs typeface="Roboto"/>
                <a:sym typeface="Roboto"/>
              </a:rPr>
            </a:br>
            <a:r>
              <a:rPr i="0" lang="en" sz="1800" u="none" cap="none" strike="noStrike">
                <a:solidFill>
                  <a:schemeClr val="dk2"/>
                </a:solidFill>
                <a:latin typeface="Roboto"/>
                <a:ea typeface="Roboto"/>
                <a:cs typeface="Roboto"/>
                <a:sym typeface="Roboto"/>
              </a:rPr>
              <a:t>and complete the following steps:</a:t>
            </a:r>
            <a:endParaRPr i="0" sz="1800" u="none" cap="none" strike="noStrike">
              <a:solidFill>
                <a:schemeClr val="dk2"/>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259"/>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2000">
                <a:latin typeface="Roboto"/>
                <a:ea typeface="Roboto"/>
                <a:cs typeface="Roboto"/>
                <a:sym typeface="Roboto"/>
              </a:rPr>
              <a:t>Burp Repeater</a:t>
            </a:r>
            <a:endParaRPr b="0" sz="2000">
              <a:latin typeface="Roboto"/>
              <a:ea typeface="Roboto"/>
              <a:cs typeface="Roboto"/>
              <a:sym typeface="Roboto"/>
            </a:endParaRPr>
          </a:p>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088" name="Shape 2088"/>
        <p:cNvGrpSpPr/>
        <p:nvPr/>
      </p:nvGrpSpPr>
      <p:grpSpPr>
        <a:xfrm>
          <a:off x="0" y="0"/>
          <a:ext cx="0" cy="0"/>
          <a:chOff x="0" y="0"/>
          <a:chExt cx="0" cy="0"/>
        </a:xfrm>
      </p:grpSpPr>
      <p:pic>
        <p:nvPicPr>
          <p:cNvPr id="2089" name="Google Shape;2089;p260"/>
          <p:cNvPicPr preferRelativeResize="0"/>
          <p:nvPr/>
        </p:nvPicPr>
        <p:blipFill rotWithShape="1">
          <a:blip r:embed="rId3">
            <a:alphaModFix/>
          </a:blip>
          <a:srcRect b="0" l="0" r="0" t="0"/>
          <a:stretch/>
        </p:blipFill>
        <p:spPr>
          <a:xfrm>
            <a:off x="3879225" y="1379575"/>
            <a:ext cx="1156100" cy="1189625"/>
          </a:xfrm>
          <a:prstGeom prst="rect">
            <a:avLst/>
          </a:prstGeom>
          <a:noFill/>
          <a:ln>
            <a:noFill/>
          </a:ln>
        </p:spPr>
      </p:pic>
      <p:sp>
        <p:nvSpPr>
          <p:cNvPr id="2090" name="Google Shape;2090;p260"/>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Real-World </a:t>
            </a:r>
            <a:r>
              <a:rPr lang="en">
                <a:latin typeface="Roboto"/>
                <a:ea typeface="Roboto"/>
                <a:cs typeface="Roboto"/>
                <a:sym typeface="Roboto"/>
              </a:rPr>
              <a:t>Challenges</a:t>
            </a:r>
            <a:r>
              <a:rPr b="0" lang="en"/>
              <a:t>,</a:t>
            </a:r>
            <a:endParaRPr b="0"/>
          </a:p>
          <a:p>
            <a:pPr indent="0" lvl="0" marL="0" rtl="0" algn="ctr">
              <a:spcBef>
                <a:spcPts val="0"/>
              </a:spcBef>
              <a:spcAft>
                <a:spcPts val="0"/>
              </a:spcAft>
              <a:buNone/>
            </a:pPr>
            <a:r>
              <a:rPr lang="en">
                <a:latin typeface="Roboto"/>
                <a:ea typeface="Roboto"/>
                <a:cs typeface="Roboto"/>
                <a:sym typeface="Roboto"/>
              </a:rPr>
              <a:t>Impact</a:t>
            </a:r>
            <a:r>
              <a:rPr b="0" lang="en"/>
              <a:t>,</a:t>
            </a:r>
            <a:r>
              <a:rPr lang="en"/>
              <a:t> and </a:t>
            </a:r>
            <a:r>
              <a:rPr lang="en">
                <a:latin typeface="Roboto"/>
                <a:ea typeface="Roboto"/>
                <a:cs typeface="Roboto"/>
                <a:sym typeface="Roboto"/>
              </a:rPr>
              <a:t>Mitigations</a:t>
            </a:r>
            <a:endParaRPr>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094" name="Shape 2094"/>
        <p:cNvGrpSpPr/>
        <p:nvPr/>
      </p:nvGrpSpPr>
      <p:grpSpPr>
        <a:xfrm>
          <a:off x="0" y="0"/>
          <a:ext cx="0" cy="0"/>
          <a:chOff x="0" y="0"/>
          <a:chExt cx="0" cy="0"/>
        </a:xfrm>
      </p:grpSpPr>
      <p:sp>
        <p:nvSpPr>
          <p:cNvPr id="2095" name="Google Shape;2095;p261"/>
          <p:cNvSpPr txBox="1"/>
          <p:nvPr>
            <p:ph type="title"/>
          </p:nvPr>
        </p:nvSpPr>
        <p:spPr>
          <a:xfrm>
            <a:off x="76200" y="128016"/>
            <a:ext cx="8520600" cy="572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Real-World Challenges</a:t>
            </a:r>
            <a:endParaRPr/>
          </a:p>
        </p:txBody>
      </p:sp>
      <p:pic>
        <p:nvPicPr>
          <p:cNvPr id="2096" name="Google Shape;2096;p261"/>
          <p:cNvPicPr preferRelativeResize="0"/>
          <p:nvPr/>
        </p:nvPicPr>
        <p:blipFill rotWithShape="1">
          <a:blip r:embed="rId3">
            <a:alphaModFix/>
          </a:blip>
          <a:srcRect b="0" l="0" r="0" t="0"/>
          <a:stretch/>
        </p:blipFill>
        <p:spPr>
          <a:xfrm>
            <a:off x="4163350" y="1656150"/>
            <a:ext cx="777375" cy="3578575"/>
          </a:xfrm>
          <a:prstGeom prst="rect">
            <a:avLst/>
          </a:prstGeom>
          <a:noFill/>
          <a:ln>
            <a:noFill/>
          </a:ln>
        </p:spPr>
      </p:pic>
      <p:sp>
        <p:nvSpPr>
          <p:cNvPr id="2097" name="Google Shape;2097;p261"/>
          <p:cNvSpPr/>
          <p:nvPr/>
        </p:nvSpPr>
        <p:spPr>
          <a:xfrm>
            <a:off x="457150" y="1672675"/>
            <a:ext cx="3630000" cy="4767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FFFFFF"/>
              </a:solidFill>
              <a:latin typeface="Roboto Light"/>
              <a:ea typeface="Roboto Light"/>
              <a:cs typeface="Roboto Light"/>
              <a:sym typeface="Roboto Light"/>
            </a:endParaRPr>
          </a:p>
        </p:txBody>
      </p:sp>
      <p:sp>
        <p:nvSpPr>
          <p:cNvPr id="2098" name="Google Shape;2098;p261"/>
          <p:cNvSpPr/>
          <p:nvPr/>
        </p:nvSpPr>
        <p:spPr>
          <a:xfrm rot="10800000">
            <a:off x="593369" y="2061463"/>
            <a:ext cx="261029" cy="144694"/>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99" name="Google Shape;2099;p261"/>
          <p:cNvSpPr txBox="1"/>
          <p:nvPr/>
        </p:nvSpPr>
        <p:spPr>
          <a:xfrm>
            <a:off x="156675" y="2311025"/>
            <a:ext cx="4253700" cy="2544600"/>
          </a:xfrm>
          <a:prstGeom prst="rect">
            <a:avLst/>
          </a:prstGeom>
          <a:noFill/>
          <a:ln>
            <a:noFill/>
          </a:ln>
        </p:spPr>
        <p:txBody>
          <a:bodyPr anchorCtr="0" anchor="t" bIns="0" lIns="548625" spcFirstLastPara="1" rIns="457200" wrap="square" tIns="0">
            <a:noAutofit/>
          </a:bodyPr>
          <a:lstStyle/>
          <a:p>
            <a:pPr indent="-137160" lvl="0" marL="137160" marR="0" rtl="0" algn="l">
              <a:lnSpc>
                <a:spcPct val="115000"/>
              </a:lnSpc>
              <a:spcBef>
                <a:spcPts val="0"/>
              </a:spcBef>
              <a:spcAft>
                <a:spcPts val="0"/>
              </a:spcAft>
              <a:buClr>
                <a:schemeClr val="dk2"/>
              </a:buClr>
              <a:buSzPts val="1400"/>
              <a:buFont typeface="Roboto"/>
              <a:buChar char="●"/>
            </a:pPr>
            <a:r>
              <a:rPr i="0" lang="en" sz="1400" u="none" cap="none" strike="noStrike">
                <a:solidFill>
                  <a:schemeClr val="dk2"/>
                </a:solidFill>
                <a:latin typeface="Roboto"/>
                <a:ea typeface="Roboto"/>
                <a:cs typeface="Roboto"/>
                <a:sym typeface="Roboto"/>
              </a:rPr>
              <a:t>While we clicked a button to generate session cookies, real applications do not have a “generate” button.</a:t>
            </a:r>
            <a:endParaRPr i="0" sz="1400" u="none" cap="none" strike="noStrike">
              <a:solidFill>
                <a:schemeClr val="dk2"/>
              </a:solidFill>
              <a:latin typeface="Roboto"/>
              <a:ea typeface="Roboto"/>
              <a:cs typeface="Roboto"/>
              <a:sym typeface="Roboto"/>
            </a:endParaRPr>
          </a:p>
          <a:p>
            <a:pPr indent="-137160" lvl="0" marL="137160" marR="0" rtl="0" algn="l">
              <a:lnSpc>
                <a:spcPct val="115000"/>
              </a:lnSpc>
              <a:spcBef>
                <a:spcPts val="600"/>
              </a:spcBef>
              <a:spcAft>
                <a:spcPts val="0"/>
              </a:spcAft>
              <a:buClr>
                <a:schemeClr val="dk2"/>
              </a:buClr>
              <a:buSzPts val="1400"/>
              <a:buFont typeface="Roboto"/>
              <a:buChar char="●"/>
            </a:pPr>
            <a:r>
              <a:rPr i="0" lang="en" sz="1400" u="none" cap="none" strike="noStrike">
                <a:solidFill>
                  <a:schemeClr val="dk2"/>
                </a:solidFill>
                <a:latin typeface="Roboto"/>
                <a:ea typeface="Roboto"/>
                <a:cs typeface="Roboto"/>
                <a:sym typeface="Roboto"/>
              </a:rPr>
              <a:t>Most web applications generate the session cookie on successful authentication into the web application.</a:t>
            </a:r>
            <a:endParaRPr i="0" sz="1400" u="none" cap="none" strike="noStrike">
              <a:solidFill>
                <a:schemeClr val="dk2"/>
              </a:solidFill>
              <a:latin typeface="Roboto"/>
              <a:ea typeface="Roboto"/>
              <a:cs typeface="Roboto"/>
              <a:sym typeface="Roboto"/>
            </a:endParaRPr>
          </a:p>
          <a:p>
            <a:pPr indent="-137160" lvl="0" marL="137160" marR="0" rtl="0" algn="l">
              <a:lnSpc>
                <a:spcPct val="115000"/>
              </a:lnSpc>
              <a:spcBef>
                <a:spcPts val="600"/>
              </a:spcBef>
              <a:spcAft>
                <a:spcPts val="0"/>
              </a:spcAft>
              <a:buClr>
                <a:schemeClr val="dk2"/>
              </a:buClr>
              <a:buSzPts val="1400"/>
              <a:buFont typeface="Roboto"/>
              <a:buChar char="●"/>
            </a:pPr>
            <a:r>
              <a:rPr i="0" lang="en" sz="1400" u="none" cap="none" strike="noStrike">
                <a:solidFill>
                  <a:schemeClr val="dk2"/>
                </a:solidFill>
                <a:latin typeface="Roboto"/>
                <a:ea typeface="Roboto"/>
                <a:cs typeface="Roboto"/>
                <a:sym typeface="Roboto"/>
              </a:rPr>
              <a:t>Security professionals have to determine the HTTP request that generates the session cookie and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use that request in Burp Repeater.</a:t>
            </a:r>
            <a:endParaRPr i="0" sz="1400" u="none" cap="none" strike="noStrike">
              <a:solidFill>
                <a:schemeClr val="dk2"/>
              </a:solidFill>
              <a:latin typeface="Roboto"/>
              <a:ea typeface="Roboto"/>
              <a:cs typeface="Roboto"/>
              <a:sym typeface="Roboto"/>
            </a:endParaRPr>
          </a:p>
        </p:txBody>
      </p:sp>
      <p:sp>
        <p:nvSpPr>
          <p:cNvPr id="2100" name="Google Shape;2100;p261"/>
          <p:cNvSpPr txBox="1"/>
          <p:nvPr/>
        </p:nvSpPr>
        <p:spPr>
          <a:xfrm>
            <a:off x="4639250" y="2311025"/>
            <a:ext cx="4422600" cy="2544600"/>
          </a:xfrm>
          <a:prstGeom prst="rect">
            <a:avLst/>
          </a:prstGeom>
          <a:noFill/>
          <a:ln>
            <a:noFill/>
          </a:ln>
        </p:spPr>
        <p:txBody>
          <a:bodyPr anchorCtr="0" anchor="t" bIns="0" lIns="457200" spcFirstLastPara="1" rIns="457200" wrap="square" tIns="0">
            <a:noAutofit/>
          </a:bodyPr>
          <a:lstStyle/>
          <a:p>
            <a:pPr indent="-137160" lvl="0" marL="137160" marR="0" rtl="0" algn="l">
              <a:lnSpc>
                <a:spcPct val="115000"/>
              </a:lnSpc>
              <a:spcBef>
                <a:spcPts val="0"/>
              </a:spcBef>
              <a:spcAft>
                <a:spcPts val="0"/>
              </a:spcAft>
              <a:buClr>
                <a:schemeClr val="dk2"/>
              </a:buClr>
              <a:buSzPts val="1400"/>
              <a:buFont typeface="Roboto"/>
              <a:buChar char="●"/>
            </a:pPr>
            <a:r>
              <a:rPr i="0" lang="en" sz="1400" u="none" cap="none" strike="noStrike">
                <a:solidFill>
                  <a:schemeClr val="dk2"/>
                </a:solidFill>
                <a:latin typeface="Roboto"/>
                <a:ea typeface="Roboto"/>
                <a:cs typeface="Roboto"/>
                <a:sym typeface="Roboto"/>
              </a:rPr>
              <a:t>While we used Burp Repeater to simply reissue the same HTTP request, Burp Repeater can be used to modify the request one at a time.</a:t>
            </a:r>
            <a:endParaRPr i="0" sz="1400" u="none" cap="none" strike="noStrike">
              <a:solidFill>
                <a:schemeClr val="dk2"/>
              </a:solidFill>
              <a:latin typeface="Roboto"/>
              <a:ea typeface="Roboto"/>
              <a:cs typeface="Roboto"/>
              <a:sym typeface="Roboto"/>
            </a:endParaRPr>
          </a:p>
          <a:p>
            <a:pPr indent="-137160" lvl="0" marL="137160" marR="0" rtl="0" algn="l">
              <a:lnSpc>
                <a:spcPct val="115000"/>
              </a:lnSpc>
              <a:spcBef>
                <a:spcPts val="600"/>
              </a:spcBef>
              <a:spcAft>
                <a:spcPts val="0"/>
              </a:spcAft>
              <a:buClr>
                <a:schemeClr val="dk2"/>
              </a:buClr>
              <a:buSzPts val="1400"/>
              <a:buFont typeface="Roboto"/>
              <a:buChar char="●"/>
            </a:pPr>
            <a:r>
              <a:rPr i="0" lang="en" sz="1400" u="none" cap="none" strike="noStrike">
                <a:solidFill>
                  <a:schemeClr val="dk2"/>
                </a:solidFill>
                <a:latin typeface="Roboto"/>
                <a:ea typeface="Roboto"/>
                <a:cs typeface="Roboto"/>
                <a:sym typeface="Roboto"/>
              </a:rPr>
              <a:t>On the HTTP Request panel, an attacker can simply change any data in the request to check how it changes the response.</a:t>
            </a:r>
            <a:endParaRPr i="0" sz="1400" u="none" cap="none" strike="noStrike">
              <a:solidFill>
                <a:schemeClr val="dk2"/>
              </a:solidFill>
              <a:latin typeface="Roboto"/>
              <a:ea typeface="Roboto"/>
              <a:cs typeface="Roboto"/>
              <a:sym typeface="Roboto"/>
            </a:endParaRPr>
          </a:p>
          <a:p>
            <a:pPr indent="-137160" lvl="0" marL="137160" marR="0" rtl="0" algn="l">
              <a:lnSpc>
                <a:spcPct val="115000"/>
              </a:lnSpc>
              <a:spcBef>
                <a:spcPts val="600"/>
              </a:spcBef>
              <a:spcAft>
                <a:spcPts val="600"/>
              </a:spcAft>
              <a:buClr>
                <a:schemeClr val="dk2"/>
              </a:buClr>
              <a:buSzPts val="1400"/>
              <a:buFont typeface="Roboto"/>
              <a:buChar char="●"/>
            </a:pPr>
            <a:r>
              <a:rPr i="0" lang="en" sz="1400" u="none" cap="none" strike="noStrike">
                <a:solidFill>
                  <a:schemeClr val="dk2"/>
                </a:solidFill>
                <a:latin typeface="Roboto"/>
                <a:ea typeface="Roboto"/>
                <a:cs typeface="Roboto"/>
                <a:sym typeface="Roboto"/>
              </a:rPr>
              <a:t>Attackers can use this to try attacks against different hosts, resources, and types of HTTP requests.</a:t>
            </a:r>
            <a:endParaRPr i="0" sz="1400" u="none" cap="none" strike="noStrike">
              <a:solidFill>
                <a:schemeClr val="dk2"/>
              </a:solidFill>
              <a:latin typeface="Roboto"/>
              <a:ea typeface="Roboto"/>
              <a:cs typeface="Roboto"/>
              <a:sym typeface="Roboto"/>
            </a:endParaRPr>
          </a:p>
        </p:txBody>
      </p:sp>
      <p:sp>
        <p:nvSpPr>
          <p:cNvPr id="2101" name="Google Shape;2101;p261"/>
          <p:cNvSpPr txBox="1"/>
          <p:nvPr/>
        </p:nvSpPr>
        <p:spPr>
          <a:xfrm>
            <a:off x="457150" y="1684525"/>
            <a:ext cx="3328800" cy="476700"/>
          </a:xfrm>
          <a:prstGeom prst="rect">
            <a:avLst/>
          </a:prstGeom>
          <a:noFill/>
          <a:ln>
            <a:noFill/>
          </a:ln>
        </p:spPr>
        <p:txBody>
          <a:bodyPr anchorCtr="0" anchor="t" bIns="0" lIns="182875" spcFirstLastPara="1" rIns="0"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Roboto"/>
                <a:ea typeface="Roboto"/>
                <a:cs typeface="Roboto"/>
                <a:sym typeface="Roboto"/>
              </a:rPr>
              <a:t>Generation of Session Cookies</a:t>
            </a:r>
            <a:endParaRPr b="1" i="0" sz="1600" u="none" cap="none" strike="noStrike">
              <a:solidFill>
                <a:schemeClr val="lt1"/>
              </a:solidFill>
              <a:latin typeface="Roboto"/>
              <a:ea typeface="Roboto"/>
              <a:cs typeface="Roboto"/>
              <a:sym typeface="Roboto"/>
            </a:endParaRPr>
          </a:p>
        </p:txBody>
      </p:sp>
      <p:sp>
        <p:nvSpPr>
          <p:cNvPr id="2102" name="Google Shape;2102;p261"/>
          <p:cNvSpPr/>
          <p:nvPr/>
        </p:nvSpPr>
        <p:spPr>
          <a:xfrm>
            <a:off x="4876750" y="1656150"/>
            <a:ext cx="36300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accent3"/>
              </a:solidFill>
              <a:latin typeface="Roboto Light"/>
              <a:ea typeface="Roboto Light"/>
              <a:cs typeface="Roboto Light"/>
              <a:sym typeface="Roboto Light"/>
            </a:endParaRPr>
          </a:p>
        </p:txBody>
      </p:sp>
      <p:sp>
        <p:nvSpPr>
          <p:cNvPr id="2103" name="Google Shape;2103;p261"/>
          <p:cNvSpPr/>
          <p:nvPr/>
        </p:nvSpPr>
        <p:spPr>
          <a:xfrm rot="10800000">
            <a:off x="5012969" y="204492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261"/>
          <p:cNvSpPr txBox="1"/>
          <p:nvPr/>
        </p:nvSpPr>
        <p:spPr>
          <a:xfrm>
            <a:off x="4876750" y="1667975"/>
            <a:ext cx="3426000" cy="476700"/>
          </a:xfrm>
          <a:prstGeom prst="rect">
            <a:avLst/>
          </a:prstGeom>
          <a:noFill/>
          <a:ln>
            <a:noFill/>
          </a:ln>
        </p:spPr>
        <p:txBody>
          <a:bodyPr anchorCtr="0" anchor="t" bIns="0" lIns="182875" spcFirstLastPara="1" rIns="0"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600" u="none" cap="none" strike="noStrike">
                <a:solidFill>
                  <a:srgbClr val="FFFFFF"/>
                </a:solidFill>
                <a:latin typeface="Roboto"/>
                <a:ea typeface="Roboto"/>
                <a:cs typeface="Roboto"/>
                <a:sym typeface="Roboto"/>
              </a:rPr>
              <a:t>Use of Burp Repeater</a:t>
            </a:r>
            <a:endParaRPr b="1" i="0" sz="1600" u="none" cap="none" strike="noStrike">
              <a:solidFill>
                <a:srgbClr val="FFFFFF"/>
              </a:solidFill>
              <a:latin typeface="Roboto"/>
              <a:ea typeface="Roboto"/>
              <a:cs typeface="Roboto"/>
              <a:sym typeface="Roboto"/>
            </a:endParaRPr>
          </a:p>
        </p:txBody>
      </p:sp>
      <p:sp>
        <p:nvSpPr>
          <p:cNvPr id="2105" name="Google Shape;2105;p261"/>
          <p:cNvSpPr txBox="1"/>
          <p:nvPr>
            <p:ph idx="1" type="body"/>
          </p:nvPr>
        </p:nvSpPr>
        <p:spPr>
          <a:xfrm>
            <a:off x="76200" y="512064"/>
            <a:ext cx="8832300" cy="783000"/>
          </a:xfrm>
          <a:prstGeom prst="rect">
            <a:avLst/>
          </a:prstGeom>
          <a:noFill/>
          <a:ln>
            <a:noFill/>
          </a:ln>
        </p:spPr>
        <p:txBody>
          <a:bodyPr anchorCtr="0" anchor="t" bIns="91425" lIns="365750" spcFirstLastPara="1" rIns="91425" wrap="square" tIns="91425">
            <a:noAutofit/>
          </a:bodyPr>
          <a:lstStyle/>
          <a:p>
            <a:pPr indent="0" lvl="0" marL="0" rtl="0" algn="l">
              <a:lnSpc>
                <a:spcPct val="115000"/>
              </a:lnSpc>
              <a:spcBef>
                <a:spcPts val="0"/>
              </a:spcBef>
              <a:spcAft>
                <a:spcPts val="0"/>
              </a:spcAft>
              <a:buSzPts val="1800"/>
              <a:buNone/>
            </a:pPr>
            <a:r>
              <a:rPr lang="en" sz="1600"/>
              <a:t>While this demo illustrated how to determine session management vulnerabilities with the Burp Repeater feature, in the real world, we also need to be aware of several issues that we did not cover.</a:t>
            </a:r>
            <a:endParaRPr sz="1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109" name="Shape 2109"/>
        <p:cNvGrpSpPr/>
        <p:nvPr/>
      </p:nvGrpSpPr>
      <p:grpSpPr>
        <a:xfrm>
          <a:off x="0" y="0"/>
          <a:ext cx="0" cy="0"/>
          <a:chOff x="0" y="0"/>
          <a:chExt cx="0" cy="0"/>
        </a:xfrm>
      </p:grpSpPr>
      <p:grpSp>
        <p:nvGrpSpPr>
          <p:cNvPr id="2110" name="Google Shape;2110;p262"/>
          <p:cNvGrpSpPr/>
          <p:nvPr/>
        </p:nvGrpSpPr>
        <p:grpSpPr>
          <a:xfrm>
            <a:off x="457317" y="3569091"/>
            <a:ext cx="680710" cy="572714"/>
            <a:chOff x="457200" y="1378813"/>
            <a:chExt cx="776889" cy="621300"/>
          </a:xfrm>
        </p:grpSpPr>
        <p:sp>
          <p:nvSpPr>
            <p:cNvPr id="2111" name="Google Shape;2111;p262"/>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1800" u="none" cap="none" strike="noStrike">
                  <a:solidFill>
                    <a:schemeClr val="lt1"/>
                  </a:solidFill>
                  <a:latin typeface="Roboto"/>
                  <a:ea typeface="Roboto"/>
                  <a:cs typeface="Roboto"/>
                  <a:sym typeface="Roboto"/>
                </a:rPr>
                <a:t>2</a:t>
              </a:r>
              <a:endParaRPr b="1" i="0" sz="1800" u="none" cap="none" strike="noStrike">
                <a:solidFill>
                  <a:schemeClr val="lt1"/>
                </a:solidFill>
                <a:latin typeface="Roboto"/>
                <a:ea typeface="Roboto"/>
                <a:cs typeface="Roboto"/>
                <a:sym typeface="Roboto"/>
              </a:endParaRPr>
            </a:p>
          </p:txBody>
        </p:sp>
        <p:sp>
          <p:nvSpPr>
            <p:cNvPr id="2112" name="Google Shape;2112;p262"/>
            <p:cNvSpPr/>
            <p:nvPr/>
          </p:nvSpPr>
          <p:spPr>
            <a:xfrm rot="5400000">
              <a:off x="969614" y="1607625"/>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Light"/>
                <a:ea typeface="Roboto Light"/>
                <a:cs typeface="Roboto Light"/>
                <a:sym typeface="Roboto Light"/>
              </a:endParaRPr>
            </a:p>
          </p:txBody>
        </p:sp>
      </p:grpSp>
      <p:sp>
        <p:nvSpPr>
          <p:cNvPr id="2113" name="Google Shape;2113;p262"/>
          <p:cNvSpPr/>
          <p:nvPr/>
        </p:nvSpPr>
        <p:spPr>
          <a:xfrm>
            <a:off x="1245825" y="2488547"/>
            <a:ext cx="5042100" cy="688200"/>
          </a:xfrm>
          <a:prstGeom prst="roundRect">
            <a:avLst>
              <a:gd fmla="val 16667" name="adj"/>
            </a:avLst>
          </a:prstGeom>
          <a:solidFill>
            <a:srgbClr val="F3F3F3"/>
          </a:solidFill>
          <a:ln>
            <a:noFill/>
          </a:ln>
        </p:spPr>
        <p:txBody>
          <a:bodyPr anchorCtr="0" anchor="t" bIns="91425" lIns="91425" spcFirstLastPara="1" rIns="91425" wrap="square" tIns="182875">
            <a:noAutofit/>
          </a:bodyPr>
          <a:lstStyle/>
          <a:p>
            <a:pPr indent="0" lvl="0" marL="57150" marR="0" rtl="0" algn="l">
              <a:lnSpc>
                <a:spcPct val="100000"/>
              </a:lnSpc>
              <a:spcBef>
                <a:spcPts val="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View a user’s confidential data</a:t>
            </a:r>
            <a:r>
              <a:rPr i="0" lang="en" sz="1600" u="none" cap="none" strike="noStrike">
                <a:solidFill>
                  <a:schemeClr val="dk2"/>
                </a:solidFill>
                <a:latin typeface="Roboto"/>
                <a:ea typeface="Roboto"/>
                <a:cs typeface="Roboto"/>
                <a:sym typeface="Roboto"/>
              </a:rPr>
              <a:t>.</a:t>
            </a:r>
            <a:endParaRPr i="0" sz="1600" u="none" cap="none" strike="noStrike">
              <a:solidFill>
                <a:schemeClr val="dk2"/>
              </a:solidFill>
              <a:latin typeface="Roboto"/>
              <a:ea typeface="Roboto"/>
              <a:cs typeface="Roboto"/>
              <a:sym typeface="Roboto"/>
            </a:endParaRPr>
          </a:p>
        </p:txBody>
      </p:sp>
      <p:sp>
        <p:nvSpPr>
          <p:cNvPr id="2114" name="Google Shape;2114;p262"/>
          <p:cNvSpPr txBox="1"/>
          <p:nvPr>
            <p:ph type="title"/>
          </p:nvPr>
        </p:nvSpPr>
        <p:spPr>
          <a:xfrm>
            <a:off x="76200" y="128016"/>
            <a:ext cx="8520600" cy="572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Impact</a:t>
            </a:r>
            <a:endParaRPr/>
          </a:p>
        </p:txBody>
      </p:sp>
      <p:sp>
        <p:nvSpPr>
          <p:cNvPr id="2115" name="Google Shape;2115;p262"/>
          <p:cNvSpPr txBox="1"/>
          <p:nvPr>
            <p:ph idx="1" type="body"/>
          </p:nvPr>
        </p:nvSpPr>
        <p:spPr>
          <a:xfrm>
            <a:off x="76200" y="512075"/>
            <a:ext cx="8520600" cy="476700"/>
          </a:xfrm>
          <a:prstGeom prst="rect">
            <a:avLst/>
          </a:prstGeom>
          <a:noFill/>
          <a:ln>
            <a:noFill/>
          </a:ln>
        </p:spPr>
        <p:txBody>
          <a:bodyPr anchorCtr="0" anchor="t" bIns="91425" lIns="365750" spcFirstLastPara="1" rIns="91425" wrap="square" tIns="91425">
            <a:noAutofit/>
          </a:bodyPr>
          <a:lstStyle/>
          <a:p>
            <a:pPr indent="0" lvl="0" marL="0" rtl="0" algn="l">
              <a:lnSpc>
                <a:spcPct val="115000"/>
              </a:lnSpc>
              <a:spcBef>
                <a:spcPts val="0"/>
              </a:spcBef>
              <a:spcAft>
                <a:spcPts val="0"/>
              </a:spcAft>
              <a:buSzPts val="1800"/>
              <a:buNone/>
            </a:pPr>
            <a:r>
              <a:rPr lang="en"/>
              <a:t>The reason that session hijacking is considered harmful is due to the impact that it can have.</a:t>
            </a:r>
            <a:endParaRPr/>
          </a:p>
        </p:txBody>
      </p:sp>
      <p:sp>
        <p:nvSpPr>
          <p:cNvPr id="2116" name="Google Shape;2116;p262"/>
          <p:cNvSpPr txBox="1"/>
          <p:nvPr>
            <p:ph idx="1" type="body"/>
          </p:nvPr>
        </p:nvSpPr>
        <p:spPr>
          <a:xfrm>
            <a:off x="76200" y="1340263"/>
            <a:ext cx="5042100" cy="7968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800"/>
              </a:spcAft>
              <a:buSzPts val="1400"/>
              <a:buNone/>
            </a:pPr>
            <a:r>
              <a:rPr lang="en" sz="1600"/>
              <a:t>If a malicious actor can successfully launch </a:t>
            </a:r>
            <a:br>
              <a:rPr lang="en" sz="1600"/>
            </a:br>
            <a:r>
              <a:rPr lang="en" sz="1600"/>
              <a:t>a session hijacking against a web application’s users, they can potentially:</a:t>
            </a:r>
            <a:r>
              <a:rPr lang="en" sz="1700"/>
              <a:t> </a:t>
            </a:r>
            <a:endParaRPr sz="1700"/>
          </a:p>
        </p:txBody>
      </p:sp>
      <p:grpSp>
        <p:nvGrpSpPr>
          <p:cNvPr id="2117" name="Google Shape;2117;p262"/>
          <p:cNvGrpSpPr/>
          <p:nvPr/>
        </p:nvGrpSpPr>
        <p:grpSpPr>
          <a:xfrm>
            <a:off x="457317" y="2546291"/>
            <a:ext cx="680710" cy="572714"/>
            <a:chOff x="457200" y="1378813"/>
            <a:chExt cx="776889" cy="621300"/>
          </a:xfrm>
        </p:grpSpPr>
        <p:sp>
          <p:nvSpPr>
            <p:cNvPr id="2118" name="Google Shape;2118;p262"/>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1800" u="none" cap="none" strike="noStrike">
                  <a:solidFill>
                    <a:schemeClr val="lt1"/>
                  </a:solidFill>
                  <a:latin typeface="Roboto"/>
                  <a:ea typeface="Roboto"/>
                  <a:cs typeface="Roboto"/>
                  <a:sym typeface="Roboto"/>
                </a:rPr>
                <a:t>1</a:t>
              </a:r>
              <a:endParaRPr b="1" i="0" sz="1800" u="none" cap="none" strike="noStrike">
                <a:solidFill>
                  <a:schemeClr val="lt1"/>
                </a:solidFill>
                <a:latin typeface="Roboto"/>
                <a:ea typeface="Roboto"/>
                <a:cs typeface="Roboto"/>
                <a:sym typeface="Roboto"/>
              </a:endParaRPr>
            </a:p>
          </p:txBody>
        </p:sp>
        <p:sp>
          <p:nvSpPr>
            <p:cNvPr id="2119" name="Google Shape;2119;p262"/>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Light"/>
                <a:ea typeface="Roboto Light"/>
                <a:cs typeface="Roboto Light"/>
                <a:sym typeface="Roboto Light"/>
              </a:endParaRPr>
            </a:p>
          </p:txBody>
        </p:sp>
      </p:grpSp>
      <p:sp>
        <p:nvSpPr>
          <p:cNvPr id="2120" name="Google Shape;2120;p262"/>
          <p:cNvSpPr/>
          <p:nvPr/>
        </p:nvSpPr>
        <p:spPr>
          <a:xfrm>
            <a:off x="1245825" y="3399300"/>
            <a:ext cx="5284500" cy="1013700"/>
          </a:xfrm>
          <a:prstGeom prst="roundRect">
            <a:avLst>
              <a:gd fmla="val 16667" name="adj"/>
            </a:avLst>
          </a:prstGeom>
          <a:solidFill>
            <a:srgbClr val="F3F3F3"/>
          </a:solidFill>
          <a:ln>
            <a:noFill/>
          </a:ln>
        </p:spPr>
        <p:txBody>
          <a:bodyPr anchorCtr="0" anchor="t" bIns="91425" lIns="91425" spcFirstLastPara="1" rIns="91425" wrap="square" tIns="91425">
            <a:noAutofit/>
          </a:bodyPr>
          <a:lstStyle/>
          <a:p>
            <a:pPr indent="57150" lvl="0" marL="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2"/>
              </a:solidFill>
              <a:latin typeface="Roboto"/>
              <a:ea typeface="Roboto"/>
              <a:cs typeface="Roboto"/>
              <a:sym typeface="Roboto"/>
            </a:endParaRPr>
          </a:p>
        </p:txBody>
      </p:sp>
      <p:sp>
        <p:nvSpPr>
          <p:cNvPr id="2121" name="Google Shape;2121;p262"/>
          <p:cNvSpPr/>
          <p:nvPr/>
        </p:nvSpPr>
        <p:spPr>
          <a:xfrm>
            <a:off x="5649700" y="1744350"/>
            <a:ext cx="3018300" cy="3018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22" name="Google Shape;2122;p262"/>
          <p:cNvPicPr preferRelativeResize="0"/>
          <p:nvPr/>
        </p:nvPicPr>
        <p:blipFill rotWithShape="1">
          <a:blip r:embed="rId3">
            <a:alphaModFix/>
          </a:blip>
          <a:srcRect b="0" l="0" r="0" t="0"/>
          <a:stretch/>
        </p:blipFill>
        <p:spPr>
          <a:xfrm>
            <a:off x="5649702" y="1799968"/>
            <a:ext cx="2873928" cy="2667635"/>
          </a:xfrm>
          <a:prstGeom prst="rect">
            <a:avLst/>
          </a:prstGeom>
          <a:noFill/>
          <a:ln>
            <a:noFill/>
          </a:ln>
          <a:effectLst>
            <a:outerShdw blurRad="57150" rotWithShape="0" algn="bl" dir="5400000" dist="19050">
              <a:srgbClr val="000000">
                <a:alpha val="49411"/>
              </a:srgbClr>
            </a:outerShdw>
          </a:effectLst>
        </p:spPr>
      </p:pic>
      <p:sp>
        <p:nvSpPr>
          <p:cNvPr id="2123" name="Google Shape;2123;p262"/>
          <p:cNvSpPr txBox="1"/>
          <p:nvPr/>
        </p:nvSpPr>
        <p:spPr>
          <a:xfrm>
            <a:off x="1416475" y="3457050"/>
            <a:ext cx="4233300" cy="79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Use features that are not intended to be accessed by unauthorized users within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a secure application.</a:t>
            </a:r>
            <a:endParaRPr sz="1800">
              <a:solidFill>
                <a:schemeClr val="dk2"/>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7" name="Shape 2127"/>
        <p:cNvGrpSpPr/>
        <p:nvPr/>
      </p:nvGrpSpPr>
      <p:grpSpPr>
        <a:xfrm>
          <a:off x="0" y="0"/>
          <a:ext cx="0" cy="0"/>
          <a:chOff x="0" y="0"/>
          <a:chExt cx="0" cy="0"/>
        </a:xfrm>
      </p:grpSpPr>
      <p:sp>
        <p:nvSpPr>
          <p:cNvPr id="2128" name="Google Shape;2128;p263"/>
          <p:cNvSpPr txBox="1"/>
          <p:nvPr/>
        </p:nvSpPr>
        <p:spPr>
          <a:xfrm>
            <a:off x="78677" y="1691425"/>
            <a:ext cx="2047500" cy="5742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 sz="1400" u="none" cap="none" strike="noStrike">
                <a:solidFill>
                  <a:schemeClr val="dk2"/>
                </a:solidFill>
                <a:latin typeface="Roboto"/>
                <a:ea typeface="Roboto"/>
                <a:cs typeface="Roboto"/>
                <a:sym typeface="Roboto"/>
              </a:rPr>
              <a:t>The application’s web developer can:</a:t>
            </a:r>
            <a:endParaRPr b="1" i="0" sz="1400" u="none" cap="none" strike="noStrike">
              <a:solidFill>
                <a:schemeClr val="dk2"/>
              </a:solidFill>
              <a:latin typeface="Roboto"/>
              <a:ea typeface="Roboto"/>
              <a:cs typeface="Roboto"/>
              <a:sym typeface="Roboto"/>
            </a:endParaRPr>
          </a:p>
        </p:txBody>
      </p:sp>
      <p:sp>
        <p:nvSpPr>
          <p:cNvPr id="2129" name="Google Shape;2129;p263"/>
          <p:cNvSpPr/>
          <p:nvPr/>
        </p:nvSpPr>
        <p:spPr>
          <a:xfrm flipH="1">
            <a:off x="2072350" y="1504988"/>
            <a:ext cx="2149500" cy="3546600"/>
          </a:xfrm>
          <a:prstGeom prst="round2DiagRect">
            <a:avLst>
              <a:gd fmla="val 0"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130" name="Google Shape;2130;p263"/>
          <p:cNvSpPr/>
          <p:nvPr/>
        </p:nvSpPr>
        <p:spPr>
          <a:xfrm flipH="1">
            <a:off x="4355623" y="1504988"/>
            <a:ext cx="2155800" cy="3546600"/>
          </a:xfrm>
          <a:prstGeom prst="round2DiagRect">
            <a:avLst>
              <a:gd fmla="val 0"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20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131" name="Google Shape;2131;p263"/>
          <p:cNvSpPr/>
          <p:nvPr/>
        </p:nvSpPr>
        <p:spPr>
          <a:xfrm flipH="1">
            <a:off x="6658900" y="1151800"/>
            <a:ext cx="2155800" cy="3900900"/>
          </a:xfrm>
          <a:prstGeom prst="round2DiagRect">
            <a:avLst>
              <a:gd fmla="val 281"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132" name="Google Shape;2132;p263"/>
          <p:cNvSpPr txBox="1"/>
          <p:nvPr/>
        </p:nvSpPr>
        <p:spPr>
          <a:xfrm>
            <a:off x="78677" y="2922275"/>
            <a:ext cx="2047500" cy="5742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 sz="1400" u="none" cap="none" strike="noStrike">
                <a:solidFill>
                  <a:schemeClr val="dk2"/>
                </a:solidFill>
                <a:latin typeface="Roboto"/>
                <a:ea typeface="Roboto"/>
                <a:cs typeface="Roboto"/>
                <a:sym typeface="Roboto"/>
              </a:rPr>
              <a:t>This ensures that:</a:t>
            </a:r>
            <a:endParaRPr b="1" i="0" sz="1400" u="none" cap="none" strike="noStrike">
              <a:solidFill>
                <a:schemeClr val="dk2"/>
              </a:solidFill>
              <a:latin typeface="Roboto"/>
              <a:ea typeface="Roboto"/>
              <a:cs typeface="Roboto"/>
              <a:sym typeface="Roboto"/>
            </a:endParaRPr>
          </a:p>
        </p:txBody>
      </p:sp>
      <p:sp>
        <p:nvSpPr>
          <p:cNvPr id="2133" name="Google Shape;2133;p263"/>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Mitigation Methods</a:t>
            </a:r>
            <a:endParaRPr/>
          </a:p>
        </p:txBody>
      </p:sp>
      <p:sp>
        <p:nvSpPr>
          <p:cNvPr id="2134" name="Google Shape;2134;p263"/>
          <p:cNvSpPr txBox="1"/>
          <p:nvPr>
            <p:ph idx="4294967295" type="subTitle"/>
          </p:nvPr>
        </p:nvSpPr>
        <p:spPr>
          <a:xfrm>
            <a:off x="76200" y="512064"/>
            <a:ext cx="9144000" cy="3648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u="none" cap="none" strike="noStrike"/>
              <a:t>To mitigate against:</a:t>
            </a:r>
            <a:endParaRPr i="0" u="none" cap="none" strike="noStrike"/>
          </a:p>
        </p:txBody>
      </p:sp>
      <p:sp>
        <p:nvSpPr>
          <p:cNvPr id="2135" name="Google Shape;2135;p263"/>
          <p:cNvSpPr txBox="1"/>
          <p:nvPr/>
        </p:nvSpPr>
        <p:spPr>
          <a:xfrm>
            <a:off x="2184149" y="1691425"/>
            <a:ext cx="1888800" cy="646500"/>
          </a:xfrm>
          <a:prstGeom prst="rect">
            <a:avLst/>
          </a:prstGeom>
          <a:noFill/>
          <a:ln>
            <a:noFill/>
          </a:ln>
        </p:spPr>
        <p:txBody>
          <a:bodyPr anchorCtr="0" anchor="t" bIns="0" lIns="137150" spcFirstLastPara="1" rIns="91425" wrap="square" tIns="0">
            <a:noAutofit/>
          </a:bodyPr>
          <a:lstStyle/>
          <a:p>
            <a:pPr indent="0" lvl="0" marL="0" marR="0" rtl="0" algn="l">
              <a:lnSpc>
                <a:spcPct val="100000"/>
              </a:lnSpc>
              <a:spcBef>
                <a:spcPts val="0"/>
              </a:spcBef>
              <a:spcAft>
                <a:spcPts val="0"/>
              </a:spcAft>
              <a:buClr>
                <a:schemeClr val="dk1"/>
              </a:buClr>
              <a:buSzPts val="1100"/>
              <a:buFont typeface="Arial"/>
              <a:buNone/>
            </a:pPr>
            <a:r>
              <a:rPr i="0" lang="en" sz="1400" u="none" cap="none" strike="noStrike">
                <a:solidFill>
                  <a:schemeClr val="dk2"/>
                </a:solidFill>
                <a:latin typeface="Roboto"/>
                <a:ea typeface="Roboto"/>
                <a:cs typeface="Roboto"/>
                <a:sym typeface="Roboto"/>
              </a:rPr>
              <a:t>Use an HTTP header to have a Secure </a:t>
            </a:r>
            <a:r>
              <a:rPr lang="en">
                <a:solidFill>
                  <a:schemeClr val="dk2"/>
                </a:solidFill>
                <a:latin typeface="Roboto"/>
                <a:ea typeface="Roboto"/>
                <a:cs typeface="Roboto"/>
                <a:sym typeface="Roboto"/>
              </a:rPr>
              <a:t>c</a:t>
            </a:r>
            <a:r>
              <a:rPr i="0" lang="en" sz="1400" u="none" cap="none" strike="noStrike">
                <a:solidFill>
                  <a:schemeClr val="dk2"/>
                </a:solidFill>
                <a:latin typeface="Roboto"/>
                <a:ea typeface="Roboto"/>
                <a:cs typeface="Roboto"/>
                <a:sym typeface="Roboto"/>
              </a:rPr>
              <a:t>ookie attribute.</a:t>
            </a:r>
            <a:endParaRPr i="0" sz="1400" u="none" cap="none" strike="noStrike">
              <a:solidFill>
                <a:schemeClr val="dk2"/>
              </a:solidFill>
              <a:latin typeface="Roboto"/>
              <a:ea typeface="Roboto"/>
              <a:cs typeface="Roboto"/>
              <a:sym typeface="Roboto"/>
            </a:endParaRPr>
          </a:p>
        </p:txBody>
      </p:sp>
      <p:sp>
        <p:nvSpPr>
          <p:cNvPr id="2136" name="Google Shape;2136;p263"/>
          <p:cNvSpPr txBox="1"/>
          <p:nvPr/>
        </p:nvSpPr>
        <p:spPr>
          <a:xfrm>
            <a:off x="4433974" y="1691425"/>
            <a:ext cx="1888800" cy="646500"/>
          </a:xfrm>
          <a:prstGeom prst="rect">
            <a:avLst/>
          </a:prstGeom>
          <a:noFill/>
          <a:ln>
            <a:noFill/>
          </a:ln>
        </p:spPr>
        <p:txBody>
          <a:bodyPr anchorCtr="0" anchor="t" bIns="0" lIns="137150" spcFirstLastPara="1" rIns="91425" wrap="square" tIns="0">
            <a:noAutofit/>
          </a:bodyPr>
          <a:lstStyle/>
          <a:p>
            <a:pPr indent="0" lvl="0" marL="0" marR="0" rtl="0" algn="l">
              <a:lnSpc>
                <a:spcPct val="100000"/>
              </a:lnSpc>
              <a:spcBef>
                <a:spcPts val="0"/>
              </a:spcBef>
              <a:spcAft>
                <a:spcPts val="0"/>
              </a:spcAft>
              <a:buClr>
                <a:srgbClr val="000000"/>
              </a:buClr>
              <a:buSzPts val="1400"/>
              <a:buFont typeface="Arial"/>
              <a:buNone/>
            </a:pPr>
            <a:r>
              <a:rPr i="0" lang="en" sz="1400" u="none" cap="none" strike="noStrike">
                <a:solidFill>
                  <a:schemeClr val="dk2"/>
                </a:solidFill>
                <a:latin typeface="Roboto"/>
                <a:ea typeface="Roboto"/>
                <a:cs typeface="Roboto"/>
                <a:sym typeface="Roboto"/>
              </a:rPr>
              <a:t>Use an HTTP header to have an HttpOnly cookie attribute.</a:t>
            </a:r>
            <a:endParaRPr i="0" sz="1400" u="none" cap="none" strike="noStrike">
              <a:solidFill>
                <a:schemeClr val="dk2"/>
              </a:solidFill>
              <a:latin typeface="Roboto"/>
              <a:ea typeface="Roboto"/>
              <a:cs typeface="Roboto"/>
              <a:sym typeface="Roboto"/>
            </a:endParaRPr>
          </a:p>
        </p:txBody>
      </p:sp>
      <p:sp>
        <p:nvSpPr>
          <p:cNvPr id="2137" name="Google Shape;2137;p263"/>
          <p:cNvSpPr txBox="1"/>
          <p:nvPr/>
        </p:nvSpPr>
        <p:spPr>
          <a:xfrm>
            <a:off x="4581668" y="2922275"/>
            <a:ext cx="1888800" cy="1764000"/>
          </a:xfrm>
          <a:prstGeom prst="rect">
            <a:avLst/>
          </a:prstGeom>
          <a:noFill/>
          <a:ln>
            <a:noFill/>
          </a:ln>
        </p:spPr>
        <p:txBody>
          <a:bodyPr anchorCtr="0" anchor="t" bIns="91425" lIns="137150" spcFirstLastPara="1" rIns="91425" wrap="square" tIns="0">
            <a:spAutoFit/>
          </a:bodyPr>
          <a:lstStyle/>
          <a:p>
            <a:pPr indent="-133350" lvl="0" marL="0" marR="0" rtl="0" algn="l">
              <a:lnSpc>
                <a:spcPct val="115000"/>
              </a:lnSpc>
              <a:spcBef>
                <a:spcPts val="0"/>
              </a:spcBef>
              <a:spcAft>
                <a:spcPts val="0"/>
              </a:spcAft>
              <a:buClr>
                <a:schemeClr val="dk2"/>
              </a:buClr>
              <a:buSzPts val="1200"/>
              <a:buFont typeface="Roboto"/>
              <a:buChar char="●"/>
            </a:pPr>
            <a:r>
              <a:rPr i="0" lang="en" sz="1200" u="none" cap="none" strike="noStrike">
                <a:solidFill>
                  <a:schemeClr val="dk2"/>
                </a:solidFill>
                <a:latin typeface="Roboto"/>
                <a:ea typeface="Roboto"/>
                <a:cs typeface="Roboto"/>
                <a:sym typeface="Roboto"/>
              </a:rPr>
              <a:t>The client does not allow scripts, such as JavaScript, to access the session cookie.</a:t>
            </a:r>
            <a:endParaRPr i="0" sz="1200" u="none" cap="none" strike="noStrike">
              <a:solidFill>
                <a:schemeClr val="dk2"/>
              </a:solidFill>
              <a:latin typeface="Roboto"/>
              <a:ea typeface="Roboto"/>
              <a:cs typeface="Roboto"/>
              <a:sym typeface="Roboto"/>
            </a:endParaRPr>
          </a:p>
          <a:p>
            <a:pPr indent="-133350" lvl="0" marL="0" marR="0" rtl="0" algn="l">
              <a:lnSpc>
                <a:spcPct val="115000"/>
              </a:lnSpc>
              <a:spcBef>
                <a:spcPts val="0"/>
              </a:spcBef>
              <a:spcAft>
                <a:spcPts val="0"/>
              </a:spcAft>
              <a:buClr>
                <a:schemeClr val="dk2"/>
              </a:buClr>
              <a:buSzPts val="1200"/>
              <a:buFont typeface="Roboto"/>
              <a:buChar char="●"/>
            </a:pPr>
            <a:r>
              <a:rPr i="0" lang="en" sz="1200" u="none" cap="none" strike="noStrike">
                <a:solidFill>
                  <a:schemeClr val="dk2"/>
                </a:solidFill>
                <a:latin typeface="Roboto"/>
                <a:ea typeface="Roboto"/>
                <a:cs typeface="Roboto"/>
                <a:sym typeface="Roboto"/>
              </a:rPr>
              <a:t>This can protect against a cross-site scripting attack trying to steal </a:t>
            </a:r>
            <a:br>
              <a:rPr i="0" lang="en" sz="1200" u="none" cap="none" strike="noStrike">
                <a:solidFill>
                  <a:schemeClr val="dk2"/>
                </a:solidFill>
                <a:latin typeface="Roboto"/>
                <a:ea typeface="Roboto"/>
                <a:cs typeface="Roboto"/>
                <a:sym typeface="Roboto"/>
              </a:rPr>
            </a:br>
            <a:r>
              <a:rPr i="0" lang="en" sz="1200" u="none" cap="none" strike="noStrike">
                <a:solidFill>
                  <a:schemeClr val="dk2"/>
                </a:solidFill>
                <a:latin typeface="Roboto"/>
                <a:ea typeface="Roboto"/>
                <a:cs typeface="Roboto"/>
                <a:sym typeface="Roboto"/>
              </a:rPr>
              <a:t>a cookie.</a:t>
            </a:r>
            <a:endParaRPr i="0" sz="1200" u="none" cap="none" strike="noStrike">
              <a:solidFill>
                <a:schemeClr val="dk2"/>
              </a:solidFill>
              <a:latin typeface="Roboto"/>
              <a:ea typeface="Roboto"/>
              <a:cs typeface="Roboto"/>
              <a:sym typeface="Roboto"/>
            </a:endParaRPr>
          </a:p>
        </p:txBody>
      </p:sp>
      <p:sp>
        <p:nvSpPr>
          <p:cNvPr id="2138" name="Google Shape;2138;p263"/>
          <p:cNvSpPr txBox="1"/>
          <p:nvPr/>
        </p:nvSpPr>
        <p:spPr>
          <a:xfrm>
            <a:off x="6760043" y="1691425"/>
            <a:ext cx="2092500" cy="882000"/>
          </a:xfrm>
          <a:prstGeom prst="rect">
            <a:avLst/>
          </a:prstGeom>
          <a:noFill/>
          <a:ln>
            <a:noFill/>
          </a:ln>
        </p:spPr>
        <p:txBody>
          <a:bodyPr anchorCtr="0" anchor="t" bIns="0" lIns="137150" spcFirstLastPara="1" rIns="91425" wrap="square" tIns="0">
            <a:noAutofit/>
          </a:bodyPr>
          <a:lstStyle/>
          <a:p>
            <a:pPr indent="0" lvl="0" marL="0" marR="0" rtl="0" algn="l">
              <a:lnSpc>
                <a:spcPct val="100000"/>
              </a:lnSpc>
              <a:spcBef>
                <a:spcPts val="0"/>
              </a:spcBef>
              <a:spcAft>
                <a:spcPts val="0"/>
              </a:spcAft>
              <a:buClr>
                <a:srgbClr val="000000"/>
              </a:buClr>
              <a:buSzPts val="1400"/>
              <a:buFont typeface="Arial"/>
              <a:buNone/>
            </a:pPr>
            <a:r>
              <a:rPr i="0" lang="en" sz="1400" u="none" cap="none" strike="noStrike">
                <a:solidFill>
                  <a:schemeClr val="dk2"/>
                </a:solidFill>
                <a:latin typeface="Roboto"/>
                <a:ea typeface="Roboto"/>
                <a:cs typeface="Roboto"/>
                <a:sym typeface="Roboto"/>
              </a:rPr>
              <a:t>Prevent the generated session cookie from being predicted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or brute</a:t>
            </a:r>
            <a:r>
              <a:rPr lang="en">
                <a:solidFill>
                  <a:schemeClr val="dk2"/>
                </a:solidFill>
                <a:latin typeface="Roboto"/>
                <a:ea typeface="Roboto"/>
                <a:cs typeface="Roboto"/>
                <a:sym typeface="Roboto"/>
              </a:rPr>
              <a:t>-</a:t>
            </a:r>
            <a:r>
              <a:rPr i="0" lang="en" sz="1400" u="none" cap="none" strike="noStrike">
                <a:solidFill>
                  <a:schemeClr val="dk2"/>
                </a:solidFill>
                <a:latin typeface="Roboto"/>
                <a:ea typeface="Roboto"/>
                <a:cs typeface="Roboto"/>
                <a:sym typeface="Roboto"/>
              </a:rPr>
              <a:t>forced.</a:t>
            </a:r>
            <a:endParaRPr i="0" sz="1400" u="none" cap="none" strike="noStrike">
              <a:solidFill>
                <a:schemeClr val="dk2"/>
              </a:solidFill>
              <a:latin typeface="Roboto"/>
              <a:ea typeface="Roboto"/>
              <a:cs typeface="Roboto"/>
              <a:sym typeface="Roboto"/>
            </a:endParaRPr>
          </a:p>
        </p:txBody>
      </p:sp>
      <p:cxnSp>
        <p:nvCxnSpPr>
          <p:cNvPr id="2139" name="Google Shape;2139;p263"/>
          <p:cNvCxnSpPr/>
          <p:nvPr/>
        </p:nvCxnSpPr>
        <p:spPr>
          <a:xfrm>
            <a:off x="510145" y="2691050"/>
            <a:ext cx="8276100" cy="0"/>
          </a:xfrm>
          <a:prstGeom prst="straightConnector1">
            <a:avLst/>
          </a:prstGeom>
          <a:noFill/>
          <a:ln cap="flat" cmpd="sng" w="19050">
            <a:solidFill>
              <a:schemeClr val="dk1"/>
            </a:solidFill>
            <a:prstDash val="dot"/>
            <a:round/>
            <a:headEnd len="sm" w="sm" type="none"/>
            <a:tailEnd len="sm" w="sm" type="none"/>
          </a:ln>
        </p:spPr>
      </p:cxnSp>
      <p:grpSp>
        <p:nvGrpSpPr>
          <p:cNvPr id="2140" name="Google Shape;2140;p263"/>
          <p:cNvGrpSpPr/>
          <p:nvPr/>
        </p:nvGrpSpPr>
        <p:grpSpPr>
          <a:xfrm>
            <a:off x="2072395" y="1040315"/>
            <a:ext cx="2149401" cy="533483"/>
            <a:chOff x="457170" y="1378809"/>
            <a:chExt cx="2529600" cy="695454"/>
          </a:xfrm>
        </p:grpSpPr>
        <p:sp>
          <p:nvSpPr>
            <p:cNvPr id="2141" name="Google Shape;2141;p263"/>
            <p:cNvSpPr/>
            <p:nvPr/>
          </p:nvSpPr>
          <p:spPr>
            <a:xfrm>
              <a:off x="457170" y="1378809"/>
              <a:ext cx="25296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600" u="none" cap="none" strike="noStrike">
                  <a:solidFill>
                    <a:schemeClr val="dk2"/>
                  </a:solidFill>
                  <a:latin typeface="Roboto"/>
                  <a:ea typeface="Roboto"/>
                  <a:cs typeface="Roboto"/>
                  <a:sym typeface="Roboto"/>
                </a:rPr>
                <a:t>Sniffing </a:t>
              </a:r>
              <a:r>
                <a:rPr b="1" lang="en" sz="1600">
                  <a:solidFill>
                    <a:schemeClr val="dk2"/>
                  </a:solidFill>
                  <a:latin typeface="Roboto"/>
                  <a:ea typeface="Roboto"/>
                  <a:cs typeface="Roboto"/>
                  <a:sym typeface="Roboto"/>
                </a:rPr>
                <a:t>A</a:t>
              </a:r>
              <a:r>
                <a:rPr b="1" i="0" lang="en" sz="1600" u="none" cap="none" strike="noStrike">
                  <a:solidFill>
                    <a:schemeClr val="dk2"/>
                  </a:solidFill>
                  <a:latin typeface="Roboto"/>
                  <a:ea typeface="Roboto"/>
                  <a:cs typeface="Roboto"/>
                  <a:sym typeface="Roboto"/>
                </a:rPr>
                <a:t>ttacks</a:t>
              </a:r>
              <a:endParaRPr b="1" i="0" sz="1600" u="none" cap="none" strike="noStrike">
                <a:solidFill>
                  <a:schemeClr val="dk2"/>
                </a:solidFill>
                <a:latin typeface="Roboto"/>
                <a:ea typeface="Roboto"/>
                <a:cs typeface="Roboto"/>
                <a:sym typeface="Roboto"/>
              </a:endParaRPr>
            </a:p>
          </p:txBody>
        </p:sp>
        <p:sp>
          <p:nvSpPr>
            <p:cNvPr id="2142" name="Google Shape;2142;p263"/>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grpSp>
      <p:grpSp>
        <p:nvGrpSpPr>
          <p:cNvPr id="2143" name="Google Shape;2143;p263"/>
          <p:cNvGrpSpPr/>
          <p:nvPr/>
        </p:nvGrpSpPr>
        <p:grpSpPr>
          <a:xfrm>
            <a:off x="4355619" y="1040315"/>
            <a:ext cx="2149401" cy="533483"/>
            <a:chOff x="457169" y="1378809"/>
            <a:chExt cx="2529600" cy="695454"/>
          </a:xfrm>
        </p:grpSpPr>
        <p:sp>
          <p:nvSpPr>
            <p:cNvPr id="2144" name="Google Shape;2144;p263"/>
            <p:cNvSpPr/>
            <p:nvPr/>
          </p:nvSpPr>
          <p:spPr>
            <a:xfrm>
              <a:off x="457169" y="1378809"/>
              <a:ext cx="25296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600" u="none" cap="none" strike="noStrike">
                  <a:solidFill>
                    <a:srgbClr val="FFFFFF"/>
                  </a:solidFill>
                  <a:latin typeface="Roboto"/>
                  <a:ea typeface="Roboto"/>
                  <a:cs typeface="Roboto"/>
                  <a:sym typeface="Roboto"/>
                </a:rPr>
                <a:t>Client-</a:t>
              </a:r>
              <a:r>
                <a:rPr b="1" lang="en" sz="1600">
                  <a:solidFill>
                    <a:srgbClr val="FFFFFF"/>
                  </a:solidFill>
                  <a:latin typeface="Roboto"/>
                  <a:ea typeface="Roboto"/>
                  <a:cs typeface="Roboto"/>
                  <a:sym typeface="Roboto"/>
                </a:rPr>
                <a:t>S</a:t>
              </a:r>
              <a:r>
                <a:rPr b="1" i="0" lang="en" sz="1600" u="none" cap="none" strike="noStrike">
                  <a:solidFill>
                    <a:srgbClr val="FFFFFF"/>
                  </a:solidFill>
                  <a:latin typeface="Roboto"/>
                  <a:ea typeface="Roboto"/>
                  <a:cs typeface="Roboto"/>
                  <a:sym typeface="Roboto"/>
                </a:rPr>
                <a:t>ide </a:t>
              </a:r>
              <a:r>
                <a:rPr b="1" lang="en" sz="1600">
                  <a:solidFill>
                    <a:srgbClr val="FFFFFF"/>
                  </a:solidFill>
                  <a:latin typeface="Roboto"/>
                  <a:ea typeface="Roboto"/>
                  <a:cs typeface="Roboto"/>
                  <a:sym typeface="Roboto"/>
                </a:rPr>
                <a:t>A</a:t>
              </a:r>
              <a:r>
                <a:rPr b="1" i="0" lang="en" sz="1600" u="none" cap="none" strike="noStrike">
                  <a:solidFill>
                    <a:srgbClr val="FFFFFF"/>
                  </a:solidFill>
                  <a:latin typeface="Roboto"/>
                  <a:ea typeface="Roboto"/>
                  <a:cs typeface="Roboto"/>
                  <a:sym typeface="Roboto"/>
                </a:rPr>
                <a:t>ttacks</a:t>
              </a:r>
              <a:endParaRPr b="1" i="0" sz="1600" u="none" cap="none" strike="noStrike">
                <a:solidFill>
                  <a:srgbClr val="FFFFFF"/>
                </a:solidFill>
                <a:latin typeface="Roboto"/>
                <a:ea typeface="Roboto"/>
                <a:cs typeface="Roboto"/>
                <a:sym typeface="Roboto"/>
              </a:endParaRPr>
            </a:p>
          </p:txBody>
        </p:sp>
        <p:sp>
          <p:nvSpPr>
            <p:cNvPr id="2145" name="Google Shape;2145;p263"/>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Roboto"/>
                <a:ea typeface="Roboto"/>
                <a:cs typeface="Roboto"/>
                <a:sym typeface="Roboto"/>
              </a:endParaRPr>
            </a:p>
          </p:txBody>
        </p:sp>
      </p:grpSp>
      <p:grpSp>
        <p:nvGrpSpPr>
          <p:cNvPr id="2146" name="Google Shape;2146;p263"/>
          <p:cNvGrpSpPr/>
          <p:nvPr/>
        </p:nvGrpSpPr>
        <p:grpSpPr>
          <a:xfrm>
            <a:off x="6632211" y="1040315"/>
            <a:ext cx="2209162" cy="533483"/>
            <a:chOff x="457169" y="1378809"/>
            <a:chExt cx="2592000" cy="695454"/>
          </a:xfrm>
        </p:grpSpPr>
        <p:sp>
          <p:nvSpPr>
            <p:cNvPr id="2147" name="Google Shape;2147;p263"/>
            <p:cNvSpPr/>
            <p:nvPr/>
          </p:nvSpPr>
          <p:spPr>
            <a:xfrm>
              <a:off x="457169" y="1378809"/>
              <a:ext cx="2592000" cy="621300"/>
            </a:xfrm>
            <a:prstGeom prst="roundRect">
              <a:avLst>
                <a:gd fmla="val 16667" name="adj"/>
              </a:avLst>
            </a:prstGeom>
            <a:solidFill>
              <a:schemeClr val="dk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 sz="1600" u="none" cap="none" strike="noStrike">
                  <a:solidFill>
                    <a:srgbClr val="FFFFFF"/>
                  </a:solidFill>
                  <a:latin typeface="Roboto"/>
                  <a:ea typeface="Roboto"/>
                  <a:cs typeface="Roboto"/>
                  <a:sym typeface="Roboto"/>
                </a:rPr>
                <a:t>Predictable </a:t>
              </a:r>
              <a:r>
                <a:rPr b="1" lang="en" sz="1600">
                  <a:solidFill>
                    <a:srgbClr val="FFFFFF"/>
                  </a:solidFill>
                  <a:latin typeface="Roboto"/>
                  <a:ea typeface="Roboto"/>
                  <a:cs typeface="Roboto"/>
                  <a:sym typeface="Roboto"/>
                </a:rPr>
                <a:t>S</a:t>
              </a:r>
              <a:r>
                <a:rPr b="1" i="0" lang="en" sz="1600" u="none" cap="none" strike="noStrike">
                  <a:solidFill>
                    <a:srgbClr val="FFFFFF"/>
                  </a:solidFill>
                  <a:latin typeface="Roboto"/>
                  <a:ea typeface="Roboto"/>
                  <a:cs typeface="Roboto"/>
                  <a:sym typeface="Roboto"/>
                </a:rPr>
                <a:t>essions</a:t>
              </a:r>
              <a:endParaRPr b="1" i="0" sz="1600" u="none" cap="none" strike="noStrike">
                <a:solidFill>
                  <a:srgbClr val="FFFFFF"/>
                </a:solidFill>
                <a:latin typeface="Roboto"/>
                <a:ea typeface="Roboto"/>
                <a:cs typeface="Roboto"/>
                <a:sym typeface="Roboto"/>
              </a:endParaRPr>
            </a:p>
          </p:txBody>
        </p:sp>
        <p:sp>
          <p:nvSpPr>
            <p:cNvPr id="2148" name="Google Shape;2148;p263"/>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Roboto"/>
                <a:ea typeface="Roboto"/>
                <a:cs typeface="Roboto"/>
                <a:sym typeface="Roboto"/>
              </a:endParaRPr>
            </a:p>
          </p:txBody>
        </p:sp>
      </p:grpSp>
      <p:sp>
        <p:nvSpPr>
          <p:cNvPr id="2149" name="Google Shape;2149;p263"/>
          <p:cNvSpPr txBox="1"/>
          <p:nvPr/>
        </p:nvSpPr>
        <p:spPr>
          <a:xfrm>
            <a:off x="6420568" y="2922275"/>
            <a:ext cx="2253000" cy="1754700"/>
          </a:xfrm>
          <a:prstGeom prst="rect">
            <a:avLst/>
          </a:prstGeom>
          <a:noFill/>
          <a:ln>
            <a:noFill/>
          </a:ln>
        </p:spPr>
        <p:txBody>
          <a:bodyPr anchorCtr="0" anchor="t" bIns="91425" lIns="137150" spcFirstLastPara="1" rIns="91425" wrap="square" tIns="0">
            <a:spAutoFit/>
          </a:bodyPr>
          <a:lstStyle/>
          <a:p>
            <a:pPr indent="-190500" lvl="0" marL="457200" marR="0" rtl="0" algn="l">
              <a:lnSpc>
                <a:spcPct val="100000"/>
              </a:lnSpc>
              <a:spcBef>
                <a:spcPts val="0"/>
              </a:spcBef>
              <a:spcAft>
                <a:spcPts val="0"/>
              </a:spcAft>
              <a:buClr>
                <a:schemeClr val="dk2"/>
              </a:buClr>
              <a:buSzPts val="1200"/>
              <a:buFont typeface="Roboto"/>
              <a:buChar char="●"/>
            </a:pPr>
            <a:r>
              <a:rPr i="0" lang="en" sz="1200" u="none" cap="none" strike="noStrike">
                <a:solidFill>
                  <a:schemeClr val="dk2"/>
                </a:solidFill>
                <a:latin typeface="Roboto"/>
                <a:ea typeface="Roboto"/>
                <a:cs typeface="Roboto"/>
                <a:sym typeface="Roboto"/>
              </a:rPr>
              <a:t>The cookie is long enough to make it difficult to brute force.</a:t>
            </a:r>
            <a:endParaRPr i="0" sz="1200" u="none" cap="none" strike="noStrike">
              <a:solidFill>
                <a:schemeClr val="dk2"/>
              </a:solidFill>
              <a:latin typeface="Roboto"/>
              <a:ea typeface="Roboto"/>
              <a:cs typeface="Roboto"/>
              <a:sym typeface="Roboto"/>
            </a:endParaRPr>
          </a:p>
          <a:p>
            <a:pPr indent="-190500" lvl="0" marL="457200" marR="0" rtl="0" algn="l">
              <a:lnSpc>
                <a:spcPct val="100000"/>
              </a:lnSpc>
              <a:spcBef>
                <a:spcPts val="0"/>
              </a:spcBef>
              <a:spcAft>
                <a:spcPts val="0"/>
              </a:spcAft>
              <a:buClr>
                <a:schemeClr val="dk2"/>
              </a:buClr>
              <a:buSzPts val="1200"/>
              <a:buFont typeface="Roboto"/>
              <a:buChar char="●"/>
            </a:pPr>
            <a:r>
              <a:rPr i="0" lang="en" sz="1200" u="none" cap="none" strike="noStrike">
                <a:solidFill>
                  <a:schemeClr val="dk2"/>
                </a:solidFill>
                <a:latin typeface="Roboto"/>
                <a:ea typeface="Roboto"/>
                <a:cs typeface="Roboto"/>
                <a:sym typeface="Roboto"/>
              </a:rPr>
              <a:t>The cookie is random enough to be unpredictable.</a:t>
            </a:r>
            <a:endParaRPr i="0" sz="1200" u="none" cap="none" strike="noStrike">
              <a:solidFill>
                <a:schemeClr val="dk2"/>
              </a:solidFill>
              <a:latin typeface="Roboto"/>
              <a:ea typeface="Roboto"/>
              <a:cs typeface="Roboto"/>
              <a:sym typeface="Roboto"/>
            </a:endParaRPr>
          </a:p>
          <a:p>
            <a:pPr indent="-190500" lvl="0" marL="457200" marR="0" rtl="0" algn="l">
              <a:lnSpc>
                <a:spcPct val="100000"/>
              </a:lnSpc>
              <a:spcBef>
                <a:spcPts val="0"/>
              </a:spcBef>
              <a:spcAft>
                <a:spcPts val="0"/>
              </a:spcAft>
              <a:buClr>
                <a:schemeClr val="dk2"/>
              </a:buClr>
              <a:buSzPts val="1200"/>
              <a:buFont typeface="Roboto"/>
              <a:buChar char="●"/>
            </a:pPr>
            <a:r>
              <a:rPr i="0" lang="en" sz="1200" u="none" cap="none" strike="noStrike">
                <a:solidFill>
                  <a:schemeClr val="dk2"/>
                </a:solidFill>
                <a:latin typeface="Roboto"/>
                <a:ea typeface="Roboto"/>
                <a:cs typeface="Roboto"/>
                <a:sym typeface="Roboto"/>
              </a:rPr>
              <a:t>The cookie doesn’t contain any details about the user.</a:t>
            </a:r>
            <a:endParaRPr i="0" sz="1200" u="none" cap="none" strike="noStrike">
              <a:solidFill>
                <a:schemeClr val="dk2"/>
              </a:solidFill>
              <a:latin typeface="Roboto"/>
              <a:ea typeface="Roboto"/>
              <a:cs typeface="Roboto"/>
              <a:sym typeface="Roboto"/>
            </a:endParaRPr>
          </a:p>
        </p:txBody>
      </p:sp>
      <p:sp>
        <p:nvSpPr>
          <p:cNvPr id="2150" name="Google Shape;2150;p263"/>
          <p:cNvSpPr txBox="1"/>
          <p:nvPr/>
        </p:nvSpPr>
        <p:spPr>
          <a:xfrm>
            <a:off x="2202700" y="2922275"/>
            <a:ext cx="1888800" cy="1126800"/>
          </a:xfrm>
          <a:prstGeom prst="rect">
            <a:avLst/>
          </a:prstGeom>
          <a:noFill/>
          <a:ln>
            <a:noFill/>
          </a:ln>
        </p:spPr>
        <p:txBody>
          <a:bodyPr anchorCtr="0" anchor="t" bIns="91425" lIns="137150" spcFirstLastPara="1" rIns="91425" wrap="square" tIns="0">
            <a:spAutoFit/>
          </a:bodyPr>
          <a:lstStyle/>
          <a:p>
            <a:pPr indent="-131064" lvl="0" marL="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The client only sends the session cookie encrypted, and it cannot be exposed in the web traffic.</a:t>
            </a:r>
            <a:endParaRPr sz="1200">
              <a:solidFill>
                <a:schemeClr val="dk2"/>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4" name="Shape 2154"/>
        <p:cNvGrpSpPr/>
        <p:nvPr/>
      </p:nvGrpSpPr>
      <p:grpSpPr>
        <a:xfrm>
          <a:off x="0" y="0"/>
          <a:ext cx="0" cy="0"/>
          <a:chOff x="0" y="0"/>
          <a:chExt cx="0" cy="0"/>
        </a:xfrm>
      </p:grpSpPr>
      <p:sp>
        <p:nvSpPr>
          <p:cNvPr id="2155" name="Google Shape;2155;p264"/>
          <p:cNvSpPr txBox="1"/>
          <p:nvPr/>
        </p:nvSpPr>
        <p:spPr>
          <a:xfrm>
            <a:off x="76200" y="128016"/>
            <a:ext cx="8463300" cy="572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2"/>
                </a:solidFill>
                <a:latin typeface="Roboto"/>
                <a:ea typeface="Roboto"/>
                <a:cs typeface="Roboto"/>
                <a:sym typeface="Roboto"/>
              </a:rPr>
              <a:t>Session Management Vulnerability Summary</a:t>
            </a:r>
            <a:endParaRPr b="0" i="0" sz="2200" u="none" cap="none" strike="noStrike">
              <a:solidFill>
                <a:schemeClr val="dk2"/>
              </a:solidFill>
              <a:latin typeface="Roboto Light"/>
              <a:ea typeface="Roboto Light"/>
              <a:cs typeface="Roboto Light"/>
              <a:sym typeface="Roboto Light"/>
            </a:endParaRPr>
          </a:p>
        </p:txBody>
      </p:sp>
      <p:graphicFrame>
        <p:nvGraphicFramePr>
          <p:cNvPr id="2156" name="Google Shape;2156;p264"/>
          <p:cNvGraphicFramePr/>
          <p:nvPr/>
        </p:nvGraphicFramePr>
        <p:xfrm>
          <a:off x="457138" y="788350"/>
          <a:ext cx="3000000" cy="3000000"/>
        </p:xfrm>
        <a:graphic>
          <a:graphicData uri="http://schemas.openxmlformats.org/drawingml/2006/table">
            <a:tbl>
              <a:tblPr>
                <a:noFill/>
                <a:tableStyleId>{75141BB6-DF77-4DF5-89F7-14C60964F9B4}</a:tableStyleId>
              </a:tblPr>
              <a:tblGrid>
                <a:gridCol w="2429750"/>
                <a:gridCol w="5562825"/>
              </a:tblGrid>
              <a:tr h="80007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I</a:t>
                      </a:r>
                      <a:r>
                        <a:rPr b="1" lang="en" sz="1400" u="none" cap="none" strike="noStrike">
                          <a:solidFill>
                            <a:schemeClr val="lt1"/>
                          </a:solidFill>
                          <a:latin typeface="Roboto"/>
                          <a:ea typeface="Roboto"/>
                          <a:cs typeface="Roboto"/>
                          <a:sym typeface="Roboto"/>
                        </a:rPr>
                        <a:t>ntended purpose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of original function</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u="none" cap="none" strike="noStrike">
                          <a:solidFill>
                            <a:schemeClr val="dk2"/>
                          </a:solidFill>
                          <a:latin typeface="Roboto"/>
                          <a:ea typeface="Roboto"/>
                          <a:cs typeface="Roboto"/>
                          <a:sym typeface="Roboto"/>
                        </a:rPr>
                        <a:t>Session cookies are intended to maintain a user’s session within </a:t>
                      </a:r>
                      <a:br>
                        <a:rPr lang="en" u="none" cap="none" strike="noStrike">
                          <a:solidFill>
                            <a:schemeClr val="dk2"/>
                          </a:solidFill>
                          <a:latin typeface="Roboto"/>
                          <a:ea typeface="Roboto"/>
                          <a:cs typeface="Roboto"/>
                          <a:sym typeface="Roboto"/>
                        </a:rPr>
                      </a:br>
                      <a:r>
                        <a:rPr lang="en" u="none" cap="none" strike="noStrike">
                          <a:solidFill>
                            <a:schemeClr val="dk2"/>
                          </a:solidFill>
                          <a:latin typeface="Roboto"/>
                          <a:ea typeface="Roboto"/>
                          <a:cs typeface="Roboto"/>
                          <a:sym typeface="Roboto"/>
                        </a:rPr>
                        <a:t>a web application.</a:t>
                      </a:r>
                      <a:endParaRPr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30477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V</a:t>
                      </a:r>
                      <a:r>
                        <a:rPr b="1" lang="en" sz="1400" u="none" cap="none" strike="noStrike">
                          <a:solidFill>
                            <a:schemeClr val="lt1"/>
                          </a:solidFill>
                          <a:latin typeface="Roboto"/>
                          <a:ea typeface="Roboto"/>
                          <a:cs typeface="Roboto"/>
                          <a:sym typeface="Roboto"/>
                        </a:rPr>
                        <a:t>ulnerability and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method of exploit</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u="none" cap="none" strike="noStrike">
                          <a:solidFill>
                            <a:schemeClr val="dk2"/>
                          </a:solidFill>
                          <a:latin typeface="Roboto"/>
                          <a:ea typeface="Roboto"/>
                          <a:cs typeface="Roboto"/>
                          <a:sym typeface="Roboto"/>
                        </a:rPr>
                        <a:t>With a session management vulnerability such as a predictable session, an attacker could predict a future session cookie and conduct a session hijacking attack.</a:t>
                      </a:r>
                      <a:endParaRPr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67052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U</a:t>
                      </a:r>
                      <a:r>
                        <a:rPr b="1" lang="en" sz="1400" u="none" cap="none" strike="noStrike">
                          <a:solidFill>
                            <a:schemeClr val="lt1"/>
                          </a:solidFill>
                          <a:latin typeface="Roboto"/>
                          <a:ea typeface="Roboto"/>
                          <a:cs typeface="Roboto"/>
                          <a:sym typeface="Roboto"/>
                        </a:rPr>
                        <a:t>nintended consequence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of the exploit</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u="none" cap="none" strike="noStrike">
                          <a:solidFill>
                            <a:schemeClr val="dk2"/>
                          </a:solidFill>
                          <a:latin typeface="Roboto"/>
                          <a:ea typeface="Roboto"/>
                          <a:cs typeface="Roboto"/>
                          <a:sym typeface="Roboto"/>
                        </a:rPr>
                        <a:t>The unintended consequence is that if an attacker determines a user’s session cookie, they can access the user’s private session.</a:t>
                      </a:r>
                      <a:endParaRPr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76197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M</a:t>
                      </a:r>
                      <a:r>
                        <a:rPr b="1" lang="en" sz="1400" u="none" cap="none" strike="noStrike">
                          <a:solidFill>
                            <a:schemeClr val="lt1"/>
                          </a:solidFill>
                          <a:latin typeface="Roboto"/>
                          <a:ea typeface="Roboto"/>
                          <a:cs typeface="Roboto"/>
                          <a:sym typeface="Roboto"/>
                        </a:rPr>
                        <a:t>itigation of the vulnerability</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u="none" cap="none" strike="noStrike">
                          <a:solidFill>
                            <a:schemeClr val="dk2"/>
                          </a:solidFill>
                          <a:latin typeface="Roboto"/>
                          <a:ea typeface="Roboto"/>
                          <a:cs typeface="Roboto"/>
                          <a:sym typeface="Roboto"/>
                        </a:rPr>
                        <a:t>Mitigations can vary depending on the session management vulnerability you are protecting against. Mitigations can include using protective HTTP headers and generating session cookies </a:t>
                      </a:r>
                      <a:br>
                        <a:rPr lang="en" u="none" cap="none" strike="noStrike">
                          <a:solidFill>
                            <a:schemeClr val="dk2"/>
                          </a:solidFill>
                          <a:latin typeface="Roboto"/>
                          <a:ea typeface="Roboto"/>
                          <a:cs typeface="Roboto"/>
                          <a:sym typeface="Roboto"/>
                        </a:rPr>
                      </a:br>
                      <a:r>
                        <a:rPr lang="en" u="none" cap="none" strike="noStrike">
                          <a:solidFill>
                            <a:schemeClr val="dk2"/>
                          </a:solidFill>
                          <a:latin typeface="Roboto"/>
                          <a:ea typeface="Roboto"/>
                          <a:cs typeface="Roboto"/>
                          <a:sym typeface="Roboto"/>
                        </a:rPr>
                        <a:t>that are difficult to predict.</a:t>
                      </a:r>
                      <a:endParaRPr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847700">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P</a:t>
                      </a:r>
                      <a:r>
                        <a:rPr b="1" lang="en" sz="1400" u="none" cap="none" strike="noStrike">
                          <a:solidFill>
                            <a:schemeClr val="lt1"/>
                          </a:solidFill>
                          <a:latin typeface="Roboto"/>
                          <a:ea typeface="Roboto"/>
                          <a:cs typeface="Roboto"/>
                          <a:sym typeface="Roboto"/>
                        </a:rPr>
                        <a:t>otential impact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of the exploit</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u="none" cap="none" strike="noStrike">
                          <a:solidFill>
                            <a:schemeClr val="dk2"/>
                          </a:solidFill>
                          <a:latin typeface="Roboto"/>
                          <a:ea typeface="Roboto"/>
                          <a:cs typeface="Roboto"/>
                          <a:sym typeface="Roboto"/>
                        </a:rPr>
                        <a:t>The impact could include viewing a user’s confidential data within the application or conducting unauthorized activities within the application.</a:t>
                      </a:r>
                      <a:endParaRPr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60" name="Shape 2160"/>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4" name="Shape 2164"/>
        <p:cNvGrpSpPr/>
        <p:nvPr/>
      </p:nvGrpSpPr>
      <p:grpSpPr>
        <a:xfrm>
          <a:off x="0" y="0"/>
          <a:ext cx="0" cy="0"/>
          <a:chOff x="0" y="0"/>
          <a:chExt cx="0" cy="0"/>
        </a:xfrm>
      </p:grpSpPr>
      <p:sp>
        <p:nvSpPr>
          <p:cNvPr id="2165" name="Google Shape;2165;p266"/>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2166" name="Google Shape;2166;p266"/>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Analyzing session management vulnerabilities with Burp Repeater</a:t>
            </a:r>
            <a:endParaRPr/>
          </a:p>
        </p:txBody>
      </p:sp>
      <p:sp>
        <p:nvSpPr>
          <p:cNvPr id="2167" name="Google Shape;2167;p266"/>
          <p:cNvSpPr txBox="1"/>
          <p:nvPr>
            <p:ph idx="3" type="body"/>
          </p:nvPr>
        </p:nvSpPr>
        <p:spPr>
          <a:xfrm>
            <a:off x="912725" y="1516225"/>
            <a:ext cx="68850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use Burp Suite to analyze session IDs that are generated from your application and determine whether they </a:t>
            </a:r>
            <a:br>
              <a:rPr lang="en"/>
            </a:br>
            <a:r>
              <a:rPr lang="en"/>
              <a:t>are randomly generated and thus at risk of session hijacking.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71" name="Shape 2171"/>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75" name="Shape 2175"/>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79" name="Shape 2179"/>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183" name="Shape 2183"/>
        <p:cNvGrpSpPr/>
        <p:nvPr/>
      </p:nvGrpSpPr>
      <p:grpSpPr>
        <a:xfrm>
          <a:off x="0" y="0"/>
          <a:ext cx="0" cy="0"/>
          <a:chOff x="0" y="0"/>
          <a:chExt cx="0" cy="0"/>
        </a:xfrm>
      </p:grpSpPr>
      <p:pic>
        <p:nvPicPr>
          <p:cNvPr id="2184" name="Google Shape;2184;p270"/>
          <p:cNvPicPr preferRelativeResize="0"/>
          <p:nvPr/>
        </p:nvPicPr>
        <p:blipFill rotWithShape="1">
          <a:blip r:embed="rId3">
            <a:alphaModFix/>
          </a:blip>
          <a:srcRect b="0" l="-1449" r="1449" t="0"/>
          <a:stretch/>
        </p:blipFill>
        <p:spPr>
          <a:xfrm>
            <a:off x="3860950" y="1881000"/>
            <a:ext cx="1488375" cy="747900"/>
          </a:xfrm>
          <a:prstGeom prst="rect">
            <a:avLst/>
          </a:prstGeom>
          <a:noFill/>
          <a:ln>
            <a:noFill/>
          </a:ln>
        </p:spPr>
      </p:pic>
      <p:sp>
        <p:nvSpPr>
          <p:cNvPr id="2185" name="Google Shape;2185;p270"/>
          <p:cNvSpPr txBox="1"/>
          <p:nvPr>
            <p:ph type="title"/>
          </p:nvPr>
        </p:nvSpPr>
        <p:spPr>
          <a:xfrm>
            <a:off x="677538" y="2628900"/>
            <a:ext cx="77889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Conducting Brute-Force Attacks with Burp Intruder</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9" name="Shape 2189"/>
        <p:cNvGrpSpPr/>
        <p:nvPr/>
      </p:nvGrpSpPr>
      <p:grpSpPr>
        <a:xfrm>
          <a:off x="0" y="0"/>
          <a:ext cx="0" cy="0"/>
          <a:chOff x="0" y="0"/>
          <a:chExt cx="0" cy="0"/>
        </a:xfrm>
      </p:grpSpPr>
      <p:sp>
        <p:nvSpPr>
          <p:cNvPr id="2190" name="Google Shape;2190;p271"/>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Conducting Brute-Force Attacks with Burp Intruder</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2400"/>
              <a:buNone/>
            </a:pPr>
            <a:r>
              <a:t/>
            </a:r>
            <a:endParaRPr/>
          </a:p>
        </p:txBody>
      </p:sp>
      <p:sp>
        <p:nvSpPr>
          <p:cNvPr id="2191" name="Google Shape;2191;p271"/>
          <p:cNvSpPr txBox="1"/>
          <p:nvPr>
            <p:ph idx="4294967295" type="subTitle"/>
          </p:nvPr>
        </p:nvSpPr>
        <p:spPr>
          <a:xfrm>
            <a:off x="88500" y="512064"/>
            <a:ext cx="9144000" cy="3648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u="none" cap="none" strike="noStrike"/>
              <a:t>Burp Repeater is limited to reissuing </a:t>
            </a:r>
            <a:r>
              <a:rPr b="1" lang="en" u="none" cap="none" strike="noStrike"/>
              <a:t>individual </a:t>
            </a:r>
            <a:r>
              <a:rPr i="0" lang="en" u="none" cap="none" strike="noStrike"/>
              <a:t>HTTP messages. </a:t>
            </a:r>
            <a:endParaRPr i="0" u="none" cap="none" strike="noStrike"/>
          </a:p>
        </p:txBody>
      </p:sp>
      <p:sp>
        <p:nvSpPr>
          <p:cNvPr id="2192" name="Google Shape;2192;p271"/>
          <p:cNvSpPr txBox="1"/>
          <p:nvPr>
            <p:ph idx="4294967295" type="subTitle"/>
          </p:nvPr>
        </p:nvSpPr>
        <p:spPr>
          <a:xfrm>
            <a:off x="184600" y="4740255"/>
            <a:ext cx="7971900" cy="226800"/>
          </a:xfrm>
          <a:prstGeom prst="rect">
            <a:avLst/>
          </a:prstGeom>
          <a:noFill/>
          <a:ln>
            <a:noFill/>
          </a:ln>
        </p:spPr>
        <p:txBody>
          <a:bodyPr anchorCtr="0" anchor="t" bIns="0" lIns="274300" spcFirstLastPara="1" rIns="0" wrap="square" tIns="45700">
            <a:noAutofit/>
          </a:bodyPr>
          <a:lstStyle/>
          <a:p>
            <a:pPr indent="0" lvl="0" marL="0" marR="0" rtl="0" algn="l">
              <a:lnSpc>
                <a:spcPct val="100000"/>
              </a:lnSpc>
              <a:spcBef>
                <a:spcPts val="0"/>
              </a:spcBef>
              <a:spcAft>
                <a:spcPts val="0"/>
              </a:spcAft>
              <a:buClr>
                <a:srgbClr val="2E5E73"/>
              </a:buClr>
              <a:buSzPts val="700"/>
              <a:buFont typeface="Roboto Light"/>
              <a:buNone/>
            </a:pPr>
            <a:r>
              <a:rPr lang="en" sz="1300">
                <a:solidFill>
                  <a:schemeClr val="dk1"/>
                </a:solidFill>
                <a:latin typeface="Roboto Light"/>
                <a:ea typeface="Roboto Light"/>
                <a:cs typeface="Roboto Light"/>
                <a:sym typeface="Roboto Light"/>
              </a:rPr>
              <a:t>Source:</a:t>
            </a:r>
            <a:r>
              <a:rPr lang="en" sz="1300">
                <a:solidFill>
                  <a:schemeClr val="dk1"/>
                </a:solidFill>
              </a:rPr>
              <a:t> </a:t>
            </a:r>
            <a:r>
              <a:rPr b="0" i="0" lang="en" sz="1300" u="sng" cap="none" strike="noStrike">
                <a:solidFill>
                  <a:schemeClr val="dk1"/>
                </a:solidFill>
                <a:latin typeface="Roboto Light"/>
                <a:ea typeface="Roboto Light"/>
                <a:cs typeface="Roboto Light"/>
                <a:sym typeface="Roboto Light"/>
                <a:hlinkClick r:id="rId3">
                  <a:extLst>
                    <a:ext uri="{A12FA001-AC4F-418D-AE19-62706E023703}">
                      <ahyp:hlinkClr val="tx"/>
                    </a:ext>
                  </a:extLst>
                </a:hlinkClick>
              </a:rPr>
              <a:t>portswigger.net</a:t>
            </a:r>
            <a:endParaRPr b="0" i="0" sz="1300" u="none" cap="none" strike="noStrike">
              <a:solidFill>
                <a:schemeClr val="dk1"/>
              </a:solidFill>
              <a:latin typeface="Roboto Light"/>
              <a:ea typeface="Roboto Light"/>
              <a:cs typeface="Roboto Light"/>
              <a:sym typeface="Roboto Light"/>
            </a:endParaRPr>
          </a:p>
        </p:txBody>
      </p:sp>
      <p:pic>
        <p:nvPicPr>
          <p:cNvPr id="2193" name="Google Shape;2193;p271"/>
          <p:cNvPicPr preferRelativeResize="0"/>
          <p:nvPr/>
        </p:nvPicPr>
        <p:blipFill rotWithShape="1">
          <a:blip r:embed="rId4">
            <a:alphaModFix/>
          </a:blip>
          <a:srcRect b="0" l="0" r="0" t="0"/>
          <a:stretch/>
        </p:blipFill>
        <p:spPr>
          <a:xfrm>
            <a:off x="457200" y="990100"/>
            <a:ext cx="6080301" cy="3420374"/>
          </a:xfrm>
          <a:prstGeom prst="rect">
            <a:avLst/>
          </a:prstGeom>
          <a:noFill/>
          <a:ln cap="flat" cmpd="sng" w="9525">
            <a:solidFill>
              <a:schemeClr val="dk2"/>
            </a:solidFill>
            <a:prstDash val="solid"/>
            <a:round/>
            <a:headEnd len="sm" w="sm" type="none"/>
            <a:tailEnd len="sm" w="sm" type="none"/>
          </a:ln>
        </p:spPr>
      </p:pic>
      <p:sp>
        <p:nvSpPr>
          <p:cNvPr id="2194" name="Google Shape;2194;p271"/>
          <p:cNvSpPr/>
          <p:nvPr/>
        </p:nvSpPr>
        <p:spPr>
          <a:xfrm>
            <a:off x="6370400" y="1947250"/>
            <a:ext cx="2516700" cy="2949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t/>
            </a:r>
            <a:endParaRPr i="0" sz="1600" u="none" cap="none" strike="noStrike">
              <a:latin typeface="Roboto Light"/>
              <a:ea typeface="Roboto Light"/>
              <a:cs typeface="Roboto Light"/>
              <a:sym typeface="Roboto Light"/>
            </a:endParaRPr>
          </a:p>
        </p:txBody>
      </p:sp>
      <p:pic>
        <p:nvPicPr>
          <p:cNvPr id="2195" name="Google Shape;2195;p271"/>
          <p:cNvPicPr preferRelativeResize="0"/>
          <p:nvPr/>
        </p:nvPicPr>
        <p:blipFill rotWithShape="1">
          <a:blip r:embed="rId5">
            <a:alphaModFix/>
          </a:blip>
          <a:srcRect b="0" l="0" r="0" t="0"/>
          <a:stretch/>
        </p:blipFill>
        <p:spPr>
          <a:xfrm>
            <a:off x="7231889" y="2178700"/>
            <a:ext cx="706371" cy="669000"/>
          </a:xfrm>
          <a:prstGeom prst="rect">
            <a:avLst/>
          </a:prstGeom>
          <a:noFill/>
          <a:ln>
            <a:noFill/>
          </a:ln>
        </p:spPr>
      </p:pic>
      <p:sp>
        <p:nvSpPr>
          <p:cNvPr id="2196" name="Google Shape;2196;p271"/>
          <p:cNvSpPr txBox="1"/>
          <p:nvPr/>
        </p:nvSpPr>
        <p:spPr>
          <a:xfrm>
            <a:off x="6484000" y="2922100"/>
            <a:ext cx="2307000" cy="179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Roboto"/>
                <a:ea typeface="Roboto"/>
                <a:cs typeface="Roboto"/>
                <a:sym typeface="Roboto"/>
              </a:rPr>
              <a:t>Sometimes it is useful to issue </a:t>
            </a:r>
            <a:r>
              <a:rPr b="1" lang="en" sz="1600">
                <a:latin typeface="Roboto"/>
                <a:ea typeface="Roboto"/>
                <a:cs typeface="Roboto"/>
                <a:sym typeface="Roboto"/>
              </a:rPr>
              <a:t>multiple</a:t>
            </a:r>
            <a:r>
              <a:rPr lang="en" sz="1600">
                <a:latin typeface="Roboto"/>
                <a:ea typeface="Roboto"/>
                <a:cs typeface="Roboto"/>
                <a:sym typeface="Roboto"/>
              </a:rPr>
              <a:t> HTTP messages and automate </a:t>
            </a:r>
            <a:r>
              <a:rPr b="1" lang="en" sz="1600">
                <a:latin typeface="Roboto"/>
                <a:ea typeface="Roboto"/>
                <a:cs typeface="Roboto"/>
                <a:sym typeface="Roboto"/>
              </a:rPr>
              <a:t>multiple</a:t>
            </a:r>
            <a:r>
              <a:rPr lang="en" sz="1600">
                <a:latin typeface="Roboto"/>
                <a:ea typeface="Roboto"/>
                <a:cs typeface="Roboto"/>
                <a:sym typeface="Roboto"/>
              </a:rPr>
              <a:t> HTTP messages with </a:t>
            </a:r>
            <a:br>
              <a:rPr lang="en" sz="1600">
                <a:latin typeface="Roboto"/>
                <a:ea typeface="Roboto"/>
                <a:cs typeface="Roboto"/>
                <a:sym typeface="Roboto"/>
              </a:rPr>
            </a:br>
            <a:r>
              <a:rPr lang="en" sz="1600">
                <a:latin typeface="Roboto"/>
                <a:ea typeface="Roboto"/>
                <a:cs typeface="Roboto"/>
                <a:sym typeface="Roboto"/>
              </a:rPr>
              <a:t>a single request.</a:t>
            </a:r>
            <a:endParaRPr sz="1600">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200" name="Shape 2200"/>
        <p:cNvGrpSpPr/>
        <p:nvPr/>
      </p:nvGrpSpPr>
      <p:grpSpPr>
        <a:xfrm>
          <a:off x="0" y="0"/>
          <a:ext cx="0" cy="0"/>
          <a:chOff x="0" y="0"/>
          <a:chExt cx="0" cy="0"/>
        </a:xfrm>
      </p:grpSpPr>
      <p:sp>
        <p:nvSpPr>
          <p:cNvPr id="2201" name="Google Shape;2201;p272"/>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Scenario</a:t>
            </a:r>
            <a:endParaRPr/>
          </a:p>
        </p:txBody>
      </p:sp>
      <p:sp>
        <p:nvSpPr>
          <p:cNvPr id="2202" name="Google Shape;2202;p272"/>
          <p:cNvSpPr txBox="1"/>
          <p:nvPr>
            <p:ph idx="4294967295" type="subTitle"/>
          </p:nvPr>
        </p:nvSpPr>
        <p:spPr>
          <a:xfrm>
            <a:off x="76200" y="512064"/>
            <a:ext cx="9144000" cy="3648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 sz="1700" u="none" cap="none" strike="noStrike"/>
              <a:t>An attacker is trying to attack a web application form field with a SQL injection attack.</a:t>
            </a:r>
            <a:endParaRPr i="0" sz="1700" u="none" cap="none" strike="noStrike"/>
          </a:p>
        </p:txBody>
      </p:sp>
      <p:sp>
        <p:nvSpPr>
          <p:cNvPr id="2203" name="Google Shape;2203;p272"/>
          <p:cNvSpPr/>
          <p:nvPr/>
        </p:nvSpPr>
        <p:spPr>
          <a:xfrm flipH="1">
            <a:off x="457200" y="1104900"/>
            <a:ext cx="2928300" cy="3849900"/>
          </a:xfrm>
          <a:prstGeom prst="round2DiagRect">
            <a:avLst>
              <a:gd fmla="val 0" name="adj1"/>
              <a:gd fmla="val 0" name="adj2"/>
            </a:avLst>
          </a:prstGeom>
          <a:solidFill>
            <a:schemeClr val="lt2"/>
          </a:solidFill>
          <a:ln>
            <a:noFill/>
          </a:ln>
        </p:spPr>
        <p:txBody>
          <a:bodyPr anchorCtr="0" anchor="t" bIns="91425" lIns="91425" spcFirstLastPara="1" rIns="91425" wrap="square" tIns="91425">
            <a:noAutofit/>
          </a:bodyPr>
          <a:lstStyle/>
          <a:p>
            <a:pPr indent="0" lvl="0" marL="114300" marR="0" rtl="0" algn="l">
              <a:lnSpc>
                <a:spcPct val="115000"/>
              </a:lnSpc>
              <a:spcBef>
                <a:spcPts val="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The attacker attempts </a:t>
            </a:r>
            <a:br>
              <a:rPr i="0" lang="en" sz="1600" u="none" cap="none" strike="noStrike">
                <a:solidFill>
                  <a:schemeClr val="dk2"/>
                </a:solidFill>
                <a:latin typeface="Roboto"/>
                <a:ea typeface="Roboto"/>
                <a:cs typeface="Roboto"/>
                <a:sym typeface="Roboto"/>
              </a:rPr>
            </a:br>
            <a:r>
              <a:rPr i="0" lang="en" sz="1600" u="none" cap="none" strike="noStrike">
                <a:solidFill>
                  <a:schemeClr val="dk2"/>
                </a:solidFill>
                <a:latin typeface="Roboto"/>
                <a:ea typeface="Roboto"/>
                <a:cs typeface="Roboto"/>
                <a:sym typeface="Roboto"/>
              </a:rPr>
              <a:t>a SQL injection attack </a:t>
            </a:r>
            <a:br>
              <a:rPr i="0" lang="en" sz="1600" u="none" cap="none" strike="noStrike">
                <a:solidFill>
                  <a:schemeClr val="dk2"/>
                </a:solidFill>
                <a:latin typeface="Roboto"/>
                <a:ea typeface="Roboto"/>
                <a:cs typeface="Roboto"/>
                <a:sym typeface="Roboto"/>
              </a:rPr>
            </a:br>
            <a:r>
              <a:rPr i="0" lang="en" sz="1600" u="none" cap="none" strike="noStrike">
                <a:solidFill>
                  <a:schemeClr val="dk2"/>
                </a:solidFill>
                <a:latin typeface="Roboto"/>
                <a:ea typeface="Roboto"/>
                <a:cs typeface="Roboto"/>
                <a:sym typeface="Roboto"/>
              </a:rPr>
              <a:t>with the common payload of:</a:t>
            </a:r>
            <a:endParaRPr i="0" sz="1600" u="none" cap="none" strike="noStrike">
              <a:solidFill>
                <a:schemeClr val="dk2"/>
              </a:solidFill>
              <a:latin typeface="Roboto"/>
              <a:ea typeface="Roboto"/>
              <a:cs typeface="Roboto"/>
              <a:sym typeface="Roboto"/>
            </a:endParaRPr>
          </a:p>
          <a:p>
            <a:pPr indent="0" lvl="0" marL="114300" marR="0" rtl="0" algn="l">
              <a:lnSpc>
                <a:spcPct val="115000"/>
              </a:lnSpc>
              <a:spcBef>
                <a:spcPts val="900"/>
              </a:spcBef>
              <a:spcAft>
                <a:spcPts val="0"/>
              </a:spcAft>
              <a:buClr>
                <a:schemeClr val="dk1"/>
              </a:buClr>
              <a:buSzPts val="1100"/>
              <a:buFont typeface="Arial"/>
              <a:buNone/>
            </a:pPr>
            <a:r>
              <a:rPr b="1" i="0" lang="en" sz="1600" u="none" cap="none" strike="noStrike">
                <a:solidFill>
                  <a:schemeClr val="dk2"/>
                </a:solidFill>
                <a:latin typeface="Roboto"/>
                <a:ea typeface="Roboto"/>
                <a:cs typeface="Roboto"/>
                <a:sym typeface="Roboto"/>
              </a:rPr>
              <a:t>' OR '1' = '1 </a:t>
            </a:r>
            <a:endParaRPr b="1" i="0" sz="1600" u="none" cap="none" strike="noStrike">
              <a:solidFill>
                <a:schemeClr val="dk2"/>
              </a:solidFill>
              <a:latin typeface="Roboto"/>
              <a:ea typeface="Roboto"/>
              <a:cs typeface="Roboto"/>
              <a:sym typeface="Roboto"/>
            </a:endParaRPr>
          </a:p>
          <a:p>
            <a:pPr indent="0" lvl="0" marL="114300" marR="0" rtl="0" algn="l">
              <a:lnSpc>
                <a:spcPct val="115000"/>
              </a:lnSpc>
              <a:spcBef>
                <a:spcPts val="90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Unfortunately for the attacker, the common payload</a:t>
            </a:r>
            <a:endParaRPr i="0" sz="1600" u="none" cap="none" strike="noStrike">
              <a:solidFill>
                <a:schemeClr val="dk2"/>
              </a:solidFill>
              <a:latin typeface="Roboto"/>
              <a:ea typeface="Roboto"/>
              <a:cs typeface="Roboto"/>
              <a:sym typeface="Roboto"/>
            </a:endParaRPr>
          </a:p>
          <a:p>
            <a:pPr indent="0" lvl="0" marL="114300" marR="0" rtl="0" algn="l">
              <a:lnSpc>
                <a:spcPct val="115000"/>
              </a:lnSpc>
              <a:spcBef>
                <a:spcPts val="90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OR '1' = '1</a:t>
            </a:r>
            <a:r>
              <a:rPr i="0" lang="en" sz="1600" u="none" cap="none" strike="noStrike">
                <a:solidFill>
                  <a:schemeClr val="dk2"/>
                </a:solidFill>
                <a:highlight>
                  <a:schemeClr val="dk1"/>
                </a:highlight>
                <a:latin typeface="Roboto Light"/>
                <a:ea typeface="Roboto Light"/>
                <a:cs typeface="Roboto Light"/>
                <a:sym typeface="Roboto Light"/>
              </a:rPr>
              <a:t> </a:t>
            </a:r>
            <a:endParaRPr i="0" sz="1600" u="none" cap="none" strike="noStrike">
              <a:solidFill>
                <a:schemeClr val="dk2"/>
              </a:solidFill>
              <a:highlight>
                <a:schemeClr val="dk1"/>
              </a:highlight>
              <a:latin typeface="Roboto Light"/>
              <a:ea typeface="Roboto Light"/>
              <a:cs typeface="Roboto Light"/>
              <a:sym typeface="Roboto Light"/>
            </a:endParaRPr>
          </a:p>
          <a:p>
            <a:pPr indent="0" lvl="0" marL="114300" marR="0" rtl="0" algn="l">
              <a:lnSpc>
                <a:spcPct val="115000"/>
              </a:lnSpc>
              <a:spcBef>
                <a:spcPts val="900"/>
              </a:spcBef>
              <a:spcAft>
                <a:spcPts val="900"/>
              </a:spcAft>
              <a:buClr>
                <a:srgbClr val="000000"/>
              </a:buClr>
              <a:buSzPts val="1400"/>
              <a:buFont typeface="Arial"/>
              <a:buNone/>
            </a:pPr>
            <a:r>
              <a:rPr i="0" lang="en" sz="1600" u="none" cap="none" strike="noStrike">
                <a:solidFill>
                  <a:schemeClr val="dk2"/>
                </a:solidFill>
                <a:latin typeface="Roboto"/>
                <a:ea typeface="Roboto"/>
                <a:cs typeface="Roboto"/>
                <a:sym typeface="Roboto"/>
              </a:rPr>
              <a:t>doesn’t work.</a:t>
            </a:r>
            <a:endParaRPr i="0" sz="1600" u="none" cap="none" strike="noStrike">
              <a:solidFill>
                <a:schemeClr val="dk2"/>
              </a:solidFill>
              <a:latin typeface="Roboto"/>
              <a:ea typeface="Roboto"/>
              <a:cs typeface="Roboto"/>
              <a:sym typeface="Roboto"/>
            </a:endParaRPr>
          </a:p>
        </p:txBody>
      </p:sp>
      <p:sp>
        <p:nvSpPr>
          <p:cNvPr id="2204" name="Google Shape;2204;p272"/>
          <p:cNvSpPr/>
          <p:nvPr/>
        </p:nvSpPr>
        <p:spPr>
          <a:xfrm flipH="1">
            <a:off x="3495550" y="1104900"/>
            <a:ext cx="2764800" cy="3849900"/>
          </a:xfrm>
          <a:prstGeom prst="round2DiagRect">
            <a:avLst>
              <a:gd fmla="val 0" name="adj1"/>
              <a:gd fmla="val 0" name="adj2"/>
            </a:avLst>
          </a:prstGeom>
          <a:solidFill>
            <a:schemeClr val="lt2"/>
          </a:solidFill>
          <a:ln>
            <a:noFill/>
          </a:ln>
        </p:spPr>
        <p:txBody>
          <a:bodyPr anchorCtr="0" anchor="t" bIns="91425" lIns="171450" spcFirstLastPara="1" rIns="91425" wrap="square" tIns="91425">
            <a:noAutofit/>
          </a:bodyPr>
          <a:lstStyle/>
          <a:p>
            <a:pPr indent="0" lvl="0" marL="57150" marR="0" rtl="0" algn="l">
              <a:lnSpc>
                <a:spcPct val="115000"/>
              </a:lnSpc>
              <a:spcBef>
                <a:spcPts val="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The attacker now wants </a:t>
            </a:r>
            <a:br>
              <a:rPr i="0" lang="en" sz="1600" u="none" cap="none" strike="noStrike">
                <a:solidFill>
                  <a:schemeClr val="dk2"/>
                </a:solidFill>
                <a:latin typeface="Roboto"/>
                <a:ea typeface="Roboto"/>
                <a:cs typeface="Roboto"/>
                <a:sym typeface="Roboto"/>
              </a:rPr>
            </a:br>
            <a:r>
              <a:rPr i="0" lang="en" sz="1600" u="none" cap="none" strike="noStrike">
                <a:solidFill>
                  <a:schemeClr val="dk2"/>
                </a:solidFill>
                <a:latin typeface="Roboto"/>
                <a:ea typeface="Roboto"/>
                <a:cs typeface="Roboto"/>
                <a:sym typeface="Roboto"/>
              </a:rPr>
              <a:t>to try many different payloads, such as:</a:t>
            </a:r>
            <a:endParaRPr i="0" sz="1600" u="none" cap="none" strike="noStrike">
              <a:solidFill>
                <a:schemeClr val="dk2"/>
              </a:solidFill>
              <a:latin typeface="Roboto"/>
              <a:ea typeface="Roboto"/>
              <a:cs typeface="Roboto"/>
              <a:sym typeface="Roboto"/>
            </a:endParaRPr>
          </a:p>
          <a:p>
            <a:pPr indent="0" lvl="0" marL="57150" marR="0" rtl="0" algn="l">
              <a:lnSpc>
                <a:spcPct val="115000"/>
              </a:lnSpc>
              <a:spcBef>
                <a:spcPts val="80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 or "</a:t>
            </a:r>
            <a:endParaRPr b="1" i="0" sz="1600" u="none" cap="none" strike="noStrike">
              <a:solidFill>
                <a:schemeClr val="dk2"/>
              </a:solidFill>
              <a:latin typeface="Roboto"/>
              <a:ea typeface="Roboto"/>
              <a:cs typeface="Roboto"/>
              <a:sym typeface="Roboto"/>
            </a:endParaRPr>
          </a:p>
          <a:p>
            <a:pPr indent="0" lvl="0" marL="57150" marR="0" rtl="0" algn="l">
              <a:lnSpc>
                <a:spcPct val="115000"/>
              </a:lnSpc>
              <a:spcBef>
                <a:spcPts val="80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or #</a:t>
            </a:r>
            <a:endParaRPr b="1" i="0" sz="1600" u="none" cap="none" strike="noStrike">
              <a:solidFill>
                <a:schemeClr val="dk2"/>
              </a:solidFill>
              <a:latin typeface="Roboto"/>
              <a:ea typeface="Roboto"/>
              <a:cs typeface="Roboto"/>
              <a:sym typeface="Roboto"/>
            </a:endParaRPr>
          </a:p>
          <a:p>
            <a:pPr indent="0" lvl="0" marL="57150" marR="0" rtl="0" algn="l">
              <a:lnSpc>
                <a:spcPct val="115000"/>
              </a:lnSpc>
              <a:spcBef>
                <a:spcPts val="80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OR '1</a:t>
            </a:r>
            <a:endParaRPr b="1" i="0" sz="1600" u="none" cap="none" strike="noStrike">
              <a:solidFill>
                <a:schemeClr val="dk2"/>
              </a:solidFill>
              <a:latin typeface="Roboto"/>
              <a:ea typeface="Roboto"/>
              <a:cs typeface="Roboto"/>
              <a:sym typeface="Roboto"/>
            </a:endParaRPr>
          </a:p>
          <a:p>
            <a:pPr indent="0" lvl="0" marL="57150" marR="0" rtl="0" algn="l">
              <a:lnSpc>
                <a:spcPct val="115000"/>
              </a:lnSpc>
              <a:spcBef>
                <a:spcPts val="80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OR 1 -- -</a:t>
            </a:r>
            <a:endParaRPr b="1" i="0" sz="1600" u="none" cap="none" strike="noStrike">
              <a:solidFill>
                <a:schemeClr val="dk2"/>
              </a:solidFill>
              <a:latin typeface="Roboto"/>
              <a:ea typeface="Roboto"/>
              <a:cs typeface="Roboto"/>
              <a:sym typeface="Roboto"/>
            </a:endParaRPr>
          </a:p>
          <a:p>
            <a:pPr indent="0" lvl="0" marL="57150" marR="0" rtl="0" algn="l">
              <a:lnSpc>
                <a:spcPct val="115000"/>
              </a:lnSpc>
              <a:spcBef>
                <a:spcPts val="80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OR "" = "</a:t>
            </a:r>
            <a:endParaRPr b="1" i="0" sz="1600" u="none" cap="none" strike="noStrike">
              <a:solidFill>
                <a:schemeClr val="dk2"/>
              </a:solidFill>
              <a:latin typeface="Roboto"/>
              <a:ea typeface="Roboto"/>
              <a:cs typeface="Roboto"/>
              <a:sym typeface="Roboto"/>
            </a:endParaRPr>
          </a:p>
          <a:p>
            <a:pPr indent="0" lvl="0" marL="57150" marR="0" rtl="0" algn="l">
              <a:lnSpc>
                <a:spcPct val="115000"/>
              </a:lnSpc>
              <a:spcBef>
                <a:spcPts val="80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OR 1 = 1 -- -</a:t>
            </a:r>
            <a:endParaRPr b="1" i="0" sz="1600" u="none" cap="none" strike="noStrike">
              <a:solidFill>
                <a:schemeClr val="dk2"/>
              </a:solidFill>
              <a:latin typeface="Roboto"/>
              <a:ea typeface="Roboto"/>
              <a:cs typeface="Roboto"/>
              <a:sym typeface="Roboto"/>
            </a:endParaRPr>
          </a:p>
          <a:p>
            <a:pPr indent="0" lvl="0" marL="57150" marR="0" rtl="0" algn="l">
              <a:lnSpc>
                <a:spcPct val="115000"/>
              </a:lnSpc>
              <a:spcBef>
                <a:spcPts val="800"/>
              </a:spcBef>
              <a:spcAft>
                <a:spcPts val="800"/>
              </a:spcAft>
              <a:buClr>
                <a:srgbClr val="000000"/>
              </a:buClr>
              <a:buSzPts val="1600"/>
              <a:buFont typeface="Arial"/>
              <a:buNone/>
            </a:pPr>
            <a:r>
              <a:rPr b="1" i="0" lang="en" sz="1600" u="none" cap="none" strike="noStrike">
                <a:solidFill>
                  <a:schemeClr val="dk2"/>
                </a:solidFill>
                <a:latin typeface="Roboto"/>
                <a:ea typeface="Roboto"/>
                <a:cs typeface="Roboto"/>
                <a:sym typeface="Roboto"/>
              </a:rPr>
              <a:t>' OR '' = '</a:t>
            </a:r>
            <a:endParaRPr b="1" i="0" sz="1600" u="none" cap="none" strike="noStrike">
              <a:solidFill>
                <a:schemeClr val="dk2"/>
              </a:solidFill>
              <a:latin typeface="Roboto"/>
              <a:ea typeface="Roboto"/>
              <a:cs typeface="Roboto"/>
              <a:sym typeface="Roboto"/>
            </a:endParaRPr>
          </a:p>
        </p:txBody>
      </p:sp>
      <p:sp>
        <p:nvSpPr>
          <p:cNvPr id="2205" name="Google Shape;2205;p272"/>
          <p:cNvSpPr/>
          <p:nvPr/>
        </p:nvSpPr>
        <p:spPr>
          <a:xfrm>
            <a:off x="6370400" y="1104900"/>
            <a:ext cx="2516700" cy="38061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t/>
            </a:r>
            <a:endParaRPr i="0" sz="1600" u="none" cap="none" strike="noStrike">
              <a:latin typeface="Roboto Light"/>
              <a:ea typeface="Roboto Light"/>
              <a:cs typeface="Roboto Light"/>
              <a:sym typeface="Roboto Light"/>
            </a:endParaRPr>
          </a:p>
        </p:txBody>
      </p:sp>
      <p:pic>
        <p:nvPicPr>
          <p:cNvPr id="2206" name="Google Shape;2206;p272"/>
          <p:cNvPicPr preferRelativeResize="0"/>
          <p:nvPr/>
        </p:nvPicPr>
        <p:blipFill rotWithShape="1">
          <a:blip r:embed="rId3">
            <a:alphaModFix/>
          </a:blip>
          <a:srcRect b="0" l="0" r="0" t="0"/>
          <a:stretch/>
        </p:blipFill>
        <p:spPr>
          <a:xfrm>
            <a:off x="7225014" y="1310450"/>
            <a:ext cx="706371" cy="669000"/>
          </a:xfrm>
          <a:prstGeom prst="rect">
            <a:avLst/>
          </a:prstGeom>
          <a:noFill/>
          <a:ln>
            <a:noFill/>
          </a:ln>
        </p:spPr>
      </p:pic>
      <p:sp>
        <p:nvSpPr>
          <p:cNvPr id="2207" name="Google Shape;2207;p272"/>
          <p:cNvSpPr txBox="1"/>
          <p:nvPr/>
        </p:nvSpPr>
        <p:spPr>
          <a:xfrm>
            <a:off x="6449000" y="2150625"/>
            <a:ext cx="2359500" cy="252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latin typeface="Roboto"/>
                <a:ea typeface="Roboto"/>
                <a:cs typeface="Roboto"/>
                <a:sym typeface="Roboto"/>
              </a:rPr>
              <a:t>Rather than trying this list one at a time and checking the results individually, it would be more efficient for the attacker to use a tool to try all of these payloads with a single request.</a:t>
            </a:r>
            <a:endParaRPr sz="1600">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pic>
        <p:nvPicPr>
          <p:cNvPr id="2208" name="Google Shape;2208;p272"/>
          <p:cNvPicPr preferRelativeResize="0"/>
          <p:nvPr/>
        </p:nvPicPr>
        <p:blipFill>
          <a:blip r:embed="rId4">
            <a:alphaModFix/>
          </a:blip>
          <a:stretch>
            <a:fillRect/>
          </a:stretch>
        </p:blipFill>
        <p:spPr>
          <a:xfrm>
            <a:off x="1841750" y="3462525"/>
            <a:ext cx="1371601" cy="12828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273"/>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Burp Intruder</a:t>
            </a:r>
            <a:endParaRPr/>
          </a:p>
        </p:txBody>
      </p:sp>
      <p:sp>
        <p:nvSpPr>
          <p:cNvPr id="2214" name="Google Shape;2214;p273"/>
          <p:cNvSpPr txBox="1"/>
          <p:nvPr>
            <p:ph idx="4294967295" type="subTitle"/>
          </p:nvPr>
        </p:nvSpPr>
        <p:spPr>
          <a:xfrm>
            <a:off x="76200" y="512064"/>
            <a:ext cx="9144000" cy="461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u="none" cap="none" strike="noStrike"/>
              <a:t>Burp Intruder can automate issuing multiple HTTP messages. </a:t>
            </a:r>
            <a:endParaRPr i="0" u="none" cap="none" strike="noStrike"/>
          </a:p>
        </p:txBody>
      </p:sp>
      <p:sp>
        <p:nvSpPr>
          <p:cNvPr id="2215" name="Google Shape;2215;p273"/>
          <p:cNvSpPr txBox="1"/>
          <p:nvPr>
            <p:ph idx="4294967295" type="subTitle"/>
          </p:nvPr>
        </p:nvSpPr>
        <p:spPr>
          <a:xfrm>
            <a:off x="0" y="4677145"/>
            <a:ext cx="7971900" cy="226800"/>
          </a:xfrm>
          <a:prstGeom prst="rect">
            <a:avLst/>
          </a:prstGeom>
          <a:noFill/>
          <a:ln>
            <a:noFill/>
          </a:ln>
        </p:spPr>
        <p:txBody>
          <a:bodyPr anchorCtr="0" anchor="t" bIns="0" lIns="274300" spcFirstLastPara="1" rIns="0" wrap="square" tIns="45700">
            <a:noAutofit/>
          </a:bodyPr>
          <a:lstStyle/>
          <a:p>
            <a:pPr indent="228600" lvl="0" marL="0" marR="0" rtl="0" algn="l">
              <a:lnSpc>
                <a:spcPct val="100000"/>
              </a:lnSpc>
              <a:spcBef>
                <a:spcPts val="0"/>
              </a:spcBef>
              <a:spcAft>
                <a:spcPts val="0"/>
              </a:spcAft>
              <a:buClr>
                <a:srgbClr val="2E5E73"/>
              </a:buClr>
              <a:buSzPts val="700"/>
              <a:buFont typeface="Roboto Light"/>
              <a:buNone/>
            </a:pPr>
            <a:r>
              <a:rPr lang="en" sz="1300">
                <a:solidFill>
                  <a:schemeClr val="dk1"/>
                </a:solidFill>
                <a:latin typeface="Roboto Light"/>
                <a:ea typeface="Roboto Light"/>
                <a:cs typeface="Roboto Light"/>
                <a:sym typeface="Roboto Light"/>
              </a:rPr>
              <a:t>Source: </a:t>
            </a:r>
            <a:r>
              <a:rPr i="0" lang="en" sz="1300" u="sng" cap="none" strike="noStrike">
                <a:solidFill>
                  <a:schemeClr val="dk1"/>
                </a:solidFill>
                <a:latin typeface="Roboto Light"/>
                <a:ea typeface="Roboto Light"/>
                <a:cs typeface="Roboto Light"/>
                <a:sym typeface="Roboto Light"/>
                <a:hlinkClick r:id="rId3">
                  <a:extLst>
                    <a:ext uri="{A12FA001-AC4F-418D-AE19-62706E023703}">
                      <ahyp:hlinkClr val="tx"/>
                    </a:ext>
                  </a:extLst>
                </a:hlinkClick>
              </a:rPr>
              <a:t>portswigger.net</a:t>
            </a:r>
            <a:endParaRPr i="0" sz="1300" u="none" cap="none" strike="noStrike">
              <a:solidFill>
                <a:schemeClr val="dk1"/>
              </a:solidFill>
              <a:latin typeface="Roboto Light"/>
              <a:ea typeface="Roboto Light"/>
              <a:cs typeface="Roboto Light"/>
              <a:sym typeface="Roboto Light"/>
            </a:endParaRPr>
          </a:p>
        </p:txBody>
      </p:sp>
      <p:pic>
        <p:nvPicPr>
          <p:cNvPr id="2216" name="Google Shape;2216;p273"/>
          <p:cNvPicPr preferRelativeResize="0"/>
          <p:nvPr/>
        </p:nvPicPr>
        <p:blipFill rotWithShape="1">
          <a:blip r:embed="rId4">
            <a:alphaModFix/>
          </a:blip>
          <a:srcRect b="0" l="0" r="0" t="0"/>
          <a:stretch/>
        </p:blipFill>
        <p:spPr>
          <a:xfrm>
            <a:off x="482675" y="1059280"/>
            <a:ext cx="7476924" cy="3401820"/>
          </a:xfrm>
          <a:prstGeom prst="rect">
            <a:avLst/>
          </a:prstGeom>
          <a:noFill/>
          <a:ln cap="flat" cmpd="sng" w="9525">
            <a:solidFill>
              <a:schemeClr val="dk2"/>
            </a:solidFill>
            <a:prstDash val="solid"/>
            <a:round/>
            <a:headEnd len="sm" w="sm" type="none"/>
            <a:tailEnd len="sm" w="sm" type="none"/>
          </a:ln>
        </p:spPr>
      </p:pic>
      <p:sp>
        <p:nvSpPr>
          <p:cNvPr id="2217" name="Google Shape;2217;p273"/>
          <p:cNvSpPr/>
          <p:nvPr/>
        </p:nvSpPr>
        <p:spPr>
          <a:xfrm>
            <a:off x="4386750" y="2712250"/>
            <a:ext cx="4587900" cy="1204500"/>
          </a:xfrm>
          <a:prstGeom prst="roundRect">
            <a:avLst>
              <a:gd fmla="val 0" name="adj"/>
            </a:avLst>
          </a:prstGeom>
          <a:solidFill>
            <a:schemeClr val="accent1"/>
          </a:solidFill>
          <a:ln>
            <a:noFill/>
          </a:ln>
        </p:spPr>
        <p:txBody>
          <a:bodyPr anchorCtr="0" anchor="ctr" bIns="91425" lIns="91425" spcFirstLastPara="1" rIns="91425" wrap="square" tIns="274300">
            <a:noAutofit/>
          </a:bodyPr>
          <a:lstStyle/>
          <a:p>
            <a:pPr indent="0" lvl="0" marL="0" marR="0" rtl="0" algn="l">
              <a:lnSpc>
                <a:spcPct val="100000"/>
              </a:lnSpc>
              <a:spcBef>
                <a:spcPts val="0"/>
              </a:spcBef>
              <a:spcAft>
                <a:spcPts val="0"/>
              </a:spcAft>
              <a:buClr>
                <a:schemeClr val="dk1"/>
              </a:buClr>
              <a:buSzPts val="1100"/>
              <a:buFont typeface="Arial"/>
              <a:buNone/>
            </a:pPr>
            <a:r>
              <a:t/>
            </a:r>
            <a:endParaRPr b="1" i="0" sz="1300" u="none" cap="none" strike="noStrike">
              <a:solidFill>
                <a:schemeClr val="lt1"/>
              </a:solidFill>
              <a:latin typeface="Roboto"/>
              <a:ea typeface="Roboto"/>
              <a:cs typeface="Roboto"/>
              <a:sym typeface="Roboto"/>
            </a:endParaRPr>
          </a:p>
        </p:txBody>
      </p:sp>
      <p:sp>
        <p:nvSpPr>
          <p:cNvPr id="2218" name="Google Shape;2218;p273"/>
          <p:cNvSpPr txBox="1"/>
          <p:nvPr/>
        </p:nvSpPr>
        <p:spPr>
          <a:xfrm>
            <a:off x="5522775" y="2820800"/>
            <a:ext cx="3102300" cy="9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2"/>
                </a:solidFill>
                <a:latin typeface="Roboto"/>
                <a:ea typeface="Roboto"/>
                <a:cs typeface="Roboto"/>
                <a:sym typeface="Roboto"/>
              </a:rPr>
              <a:t>It can also provide an understandable summary of the results of the different payloads.</a:t>
            </a:r>
            <a:endParaRPr sz="16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600">
              <a:solidFill>
                <a:schemeClr val="dk2"/>
              </a:solidFill>
              <a:latin typeface="Roboto"/>
              <a:ea typeface="Roboto"/>
              <a:cs typeface="Roboto"/>
              <a:sym typeface="Roboto"/>
            </a:endParaRPr>
          </a:p>
        </p:txBody>
      </p:sp>
      <p:pic>
        <p:nvPicPr>
          <p:cNvPr id="2219" name="Google Shape;2219;p273"/>
          <p:cNvPicPr preferRelativeResize="0"/>
          <p:nvPr/>
        </p:nvPicPr>
        <p:blipFill>
          <a:blip r:embed="rId5">
            <a:alphaModFix/>
          </a:blip>
          <a:stretch>
            <a:fillRect/>
          </a:stretch>
        </p:blipFill>
        <p:spPr>
          <a:xfrm>
            <a:off x="4638377" y="2980005"/>
            <a:ext cx="706371" cy="6690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274"/>
          <p:cNvSpPr txBox="1"/>
          <p:nvPr>
            <p:ph idx="1" type="body"/>
          </p:nvPr>
        </p:nvSpPr>
        <p:spPr>
          <a:xfrm>
            <a:off x="3647875" y="1377600"/>
            <a:ext cx="51813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a:t>We will demonstrate </a:t>
            </a:r>
            <a:br>
              <a:rPr lang="en"/>
            </a:br>
            <a:r>
              <a:rPr b="1" lang="en"/>
              <a:t>Burp Intruder</a:t>
            </a:r>
            <a:r>
              <a:rPr lang="en"/>
              <a:t> by conducting a </a:t>
            </a:r>
            <a:r>
              <a:rPr b="1" lang="en"/>
              <a:t>brute-force attack</a:t>
            </a:r>
            <a:r>
              <a:rPr lang="en"/>
              <a:t> against a web application’s </a:t>
            </a:r>
            <a:r>
              <a:rPr b="1" lang="en"/>
              <a:t>login page.</a:t>
            </a:r>
            <a:endParaRPr b="1"/>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28" name="Shape 2228"/>
        <p:cNvGrpSpPr/>
        <p:nvPr/>
      </p:nvGrpSpPr>
      <p:grpSpPr>
        <a:xfrm>
          <a:off x="0" y="0"/>
          <a:ext cx="0" cy="0"/>
          <a:chOff x="0" y="0"/>
          <a:chExt cx="0" cy="0"/>
        </a:xfrm>
      </p:grpSpPr>
      <p:sp>
        <p:nvSpPr>
          <p:cNvPr id="2229" name="Google Shape;2229;p275"/>
          <p:cNvSpPr txBox="1"/>
          <p:nvPr>
            <p:ph idx="4294967295" type="subTitle"/>
          </p:nvPr>
        </p:nvSpPr>
        <p:spPr>
          <a:xfrm>
            <a:off x="1121125" y="1368075"/>
            <a:ext cx="6641700" cy="2564700"/>
          </a:xfrm>
          <a:prstGeom prst="rect">
            <a:avLst/>
          </a:prstGeom>
          <a:noFill/>
          <a:ln>
            <a:noFill/>
          </a:ln>
        </p:spPr>
        <p:txBody>
          <a:bodyPr anchorCtr="0" anchor="t" bIns="0" lIns="731500" spcFirstLastPara="1" rIns="457200" wrap="square" tIns="91425">
            <a:noAutofit/>
          </a:bodyPr>
          <a:lstStyle/>
          <a:p>
            <a:pPr indent="0" lvl="0" marL="0" marR="0" rtl="0" algn="l">
              <a:lnSpc>
                <a:spcPct val="100000"/>
              </a:lnSpc>
              <a:spcBef>
                <a:spcPts val="0"/>
              </a:spcBef>
              <a:spcAft>
                <a:spcPts val="0"/>
              </a:spcAft>
              <a:buClr>
                <a:srgbClr val="000000"/>
              </a:buClr>
              <a:buSzPts val="2400"/>
              <a:buFont typeface="Arial"/>
              <a:buNone/>
            </a:pPr>
            <a:r>
              <a:rPr i="0" lang="en" sz="2500" u="none" cap="none" strike="noStrike"/>
              <a:t>A</a:t>
            </a:r>
            <a:r>
              <a:rPr b="1" i="0" lang="en" sz="2500" u="none" cap="none" strike="noStrike"/>
              <a:t> brute</a:t>
            </a:r>
            <a:r>
              <a:rPr b="1" lang="en" sz="2500"/>
              <a:t>-</a:t>
            </a:r>
            <a:r>
              <a:rPr b="1" i="0" lang="en" sz="2500" u="none" cap="none" strike="noStrike"/>
              <a:t>force</a:t>
            </a:r>
            <a:r>
              <a:rPr i="0" lang="en" sz="2500" u="none" cap="none" strike="noStrike"/>
              <a:t> attack is defined </a:t>
            </a:r>
            <a:br>
              <a:rPr i="0" lang="en" sz="2500" u="none" cap="none" strike="noStrike"/>
            </a:br>
            <a:r>
              <a:rPr i="0" lang="en" sz="2500" u="none" cap="none" strike="noStrike"/>
              <a:t>as systematically attempting many passwords or username/password combinations with the hope of determining the correct result to obtain access in an unauthorized area.</a:t>
            </a:r>
            <a:endParaRPr i="0" sz="2500" u="none" cap="none" strike="noStrike"/>
          </a:p>
          <a:p>
            <a:pPr indent="0" lvl="0" marL="0" marR="0" rtl="0" algn="l">
              <a:lnSpc>
                <a:spcPct val="100000"/>
              </a:lnSpc>
              <a:spcBef>
                <a:spcPts val="0"/>
              </a:spcBef>
              <a:spcAft>
                <a:spcPts val="0"/>
              </a:spcAft>
              <a:buClr>
                <a:srgbClr val="2E5E73"/>
              </a:buClr>
              <a:buSzPts val="2200"/>
              <a:buFont typeface="Roboto Light"/>
              <a:buNone/>
            </a:pPr>
            <a:r>
              <a:t/>
            </a:r>
            <a:endParaRPr b="0" i="0" sz="2500" u="none" cap="none" strike="noStrike">
              <a:latin typeface="Roboto Light"/>
              <a:ea typeface="Roboto Light"/>
              <a:cs typeface="Roboto Light"/>
              <a:sym typeface="Roboto 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3" name="Shape 2233"/>
        <p:cNvGrpSpPr/>
        <p:nvPr/>
      </p:nvGrpSpPr>
      <p:grpSpPr>
        <a:xfrm>
          <a:off x="0" y="0"/>
          <a:ext cx="0" cy="0"/>
          <a:chOff x="0" y="0"/>
          <a:chExt cx="0" cy="0"/>
        </a:xfrm>
      </p:grpSpPr>
      <p:sp>
        <p:nvSpPr>
          <p:cNvPr id="2234" name="Google Shape;2234;p276"/>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Brute-Force Attacks </a:t>
            </a:r>
            <a:endParaRPr/>
          </a:p>
        </p:txBody>
      </p:sp>
      <p:sp>
        <p:nvSpPr>
          <p:cNvPr id="2235" name="Google Shape;2235;p276"/>
          <p:cNvSpPr txBox="1"/>
          <p:nvPr>
            <p:ph idx="4294967295" type="subTitle"/>
          </p:nvPr>
        </p:nvSpPr>
        <p:spPr>
          <a:xfrm>
            <a:off x="88500" y="512064"/>
            <a:ext cx="9144000" cy="3648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u="none" cap="none" strike="noStrike"/>
              <a:t>Other variations of brute</a:t>
            </a:r>
            <a:r>
              <a:rPr lang="en"/>
              <a:t>-</a:t>
            </a:r>
            <a:r>
              <a:rPr i="0" lang="en" u="none" cap="none" strike="noStrike"/>
              <a:t>force attacks include:</a:t>
            </a:r>
            <a:endParaRPr i="0" u="none" cap="none" strike="noStrike"/>
          </a:p>
        </p:txBody>
      </p:sp>
      <p:pic>
        <p:nvPicPr>
          <p:cNvPr id="2236" name="Google Shape;2236;p276"/>
          <p:cNvPicPr preferRelativeResize="0"/>
          <p:nvPr/>
        </p:nvPicPr>
        <p:blipFill rotWithShape="1">
          <a:blip r:embed="rId3">
            <a:alphaModFix/>
          </a:blip>
          <a:srcRect b="0" l="0" r="0" t="0"/>
          <a:stretch/>
        </p:blipFill>
        <p:spPr>
          <a:xfrm>
            <a:off x="4258100" y="1139788"/>
            <a:ext cx="827450" cy="1648212"/>
          </a:xfrm>
          <a:prstGeom prst="rect">
            <a:avLst/>
          </a:prstGeom>
          <a:noFill/>
          <a:ln>
            <a:noFill/>
          </a:ln>
        </p:spPr>
      </p:pic>
      <p:grpSp>
        <p:nvGrpSpPr>
          <p:cNvPr id="2237" name="Google Shape;2237;p276"/>
          <p:cNvGrpSpPr/>
          <p:nvPr/>
        </p:nvGrpSpPr>
        <p:grpSpPr>
          <a:xfrm>
            <a:off x="425985" y="1262975"/>
            <a:ext cx="3848100" cy="533482"/>
            <a:chOff x="457160" y="1954700"/>
            <a:chExt cx="3848100" cy="533482"/>
          </a:xfrm>
        </p:grpSpPr>
        <p:sp>
          <p:nvSpPr>
            <p:cNvPr id="2238" name="Google Shape;2238;p276"/>
            <p:cNvSpPr/>
            <p:nvPr/>
          </p:nvSpPr>
          <p:spPr>
            <a:xfrm>
              <a:off x="457160" y="1954700"/>
              <a:ext cx="3848100" cy="476700"/>
            </a:xfrm>
            <a:prstGeom prst="roundRect">
              <a:avLst>
                <a:gd fmla="val 16667" name="adj"/>
              </a:avLst>
            </a:prstGeom>
            <a:solidFill>
              <a:schemeClr val="dk2"/>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600" u="none" cap="none" strike="noStrike">
                  <a:solidFill>
                    <a:schemeClr val="lt1"/>
                  </a:solidFill>
                  <a:latin typeface="Roboto"/>
                  <a:ea typeface="Roboto"/>
                  <a:cs typeface="Roboto"/>
                  <a:sym typeface="Roboto"/>
                </a:rPr>
                <a:t>Credential Stuffing</a:t>
              </a:r>
              <a:endParaRPr b="1" i="0" sz="1600" u="none" cap="none" strike="noStrike">
                <a:solidFill>
                  <a:schemeClr val="lt1"/>
                </a:solidFill>
                <a:latin typeface="Roboto"/>
                <a:ea typeface="Roboto"/>
                <a:cs typeface="Roboto"/>
                <a:sym typeface="Roboto"/>
              </a:endParaRPr>
            </a:p>
          </p:txBody>
        </p:sp>
        <p:sp>
          <p:nvSpPr>
            <p:cNvPr id="2239" name="Google Shape;2239;p276"/>
            <p:cNvSpPr/>
            <p:nvPr/>
          </p:nvSpPr>
          <p:spPr>
            <a:xfrm rot="10800000">
              <a:off x="593369" y="2343488"/>
              <a:ext cx="261029" cy="144694"/>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2240" name="Google Shape;2240;p276"/>
          <p:cNvSpPr txBox="1"/>
          <p:nvPr/>
        </p:nvSpPr>
        <p:spPr>
          <a:xfrm>
            <a:off x="192625" y="1901325"/>
            <a:ext cx="3795300" cy="1197900"/>
          </a:xfrm>
          <a:prstGeom prst="rect">
            <a:avLst/>
          </a:prstGeom>
          <a:noFill/>
          <a:ln>
            <a:noFill/>
          </a:ln>
        </p:spPr>
        <p:txBody>
          <a:bodyPr anchorCtr="0" anchor="t" bIns="0" lIns="457200" spcFirstLastPara="1" rIns="0" wrap="square" tIns="0">
            <a:noAutofit/>
          </a:bodyPr>
          <a:lstStyle/>
          <a:p>
            <a:pPr indent="0" lvl="0" marL="0" marR="0" rtl="0" algn="l">
              <a:lnSpc>
                <a:spcPct val="115000"/>
              </a:lnSpc>
              <a:spcBef>
                <a:spcPts val="0"/>
              </a:spcBef>
              <a:spcAft>
                <a:spcPts val="800"/>
              </a:spcAft>
              <a:buClr>
                <a:srgbClr val="000000"/>
              </a:buClr>
              <a:buSzPts val="2000"/>
              <a:buFont typeface="Arial"/>
              <a:buNone/>
            </a:pPr>
            <a:r>
              <a:rPr i="0" lang="en" sz="1600" u="none" cap="none" strike="noStrike">
                <a:solidFill>
                  <a:schemeClr val="dk2"/>
                </a:solidFill>
                <a:latin typeface="Roboto"/>
                <a:ea typeface="Roboto"/>
                <a:cs typeface="Roboto"/>
                <a:sym typeface="Roboto"/>
              </a:rPr>
              <a:t>Using lists of usernames to conduct brute</a:t>
            </a:r>
            <a:r>
              <a:rPr lang="en" sz="1600">
                <a:solidFill>
                  <a:schemeClr val="dk2"/>
                </a:solidFill>
                <a:latin typeface="Roboto"/>
                <a:ea typeface="Roboto"/>
                <a:cs typeface="Roboto"/>
                <a:sym typeface="Roboto"/>
              </a:rPr>
              <a:t>-</a:t>
            </a:r>
            <a:r>
              <a:rPr i="0" lang="en" sz="1600" u="none" cap="none" strike="noStrike">
                <a:solidFill>
                  <a:schemeClr val="dk2"/>
                </a:solidFill>
                <a:latin typeface="Roboto"/>
                <a:ea typeface="Roboto"/>
                <a:cs typeface="Roboto"/>
                <a:sym typeface="Roboto"/>
              </a:rPr>
              <a:t>force attacks that were obtained from breaches of other websites.</a:t>
            </a:r>
            <a:endParaRPr i="0" sz="1600" u="none" cap="none" strike="noStrike">
              <a:solidFill>
                <a:schemeClr val="dk2"/>
              </a:solidFill>
              <a:latin typeface="Roboto"/>
              <a:ea typeface="Roboto"/>
              <a:cs typeface="Roboto"/>
              <a:sym typeface="Roboto"/>
            </a:endParaRPr>
          </a:p>
        </p:txBody>
      </p:sp>
      <p:sp>
        <p:nvSpPr>
          <p:cNvPr id="2241" name="Google Shape;2241;p276"/>
          <p:cNvSpPr txBox="1"/>
          <p:nvPr/>
        </p:nvSpPr>
        <p:spPr>
          <a:xfrm>
            <a:off x="4769725" y="1902100"/>
            <a:ext cx="4060500" cy="885900"/>
          </a:xfrm>
          <a:prstGeom prst="rect">
            <a:avLst/>
          </a:prstGeom>
          <a:noFill/>
          <a:ln>
            <a:noFill/>
          </a:ln>
        </p:spPr>
        <p:txBody>
          <a:bodyPr anchorCtr="0" anchor="t" bIns="0" lIns="457200" spcFirstLastPara="1" rIns="457200" wrap="square" tIns="0">
            <a:noAutofit/>
          </a:bodyPr>
          <a:lstStyle/>
          <a:p>
            <a:pPr indent="0" lvl="0" marL="0" marR="0" rtl="0" algn="l">
              <a:lnSpc>
                <a:spcPct val="115000"/>
              </a:lnSpc>
              <a:spcBef>
                <a:spcPts val="0"/>
              </a:spcBef>
              <a:spcAft>
                <a:spcPts val="800"/>
              </a:spcAft>
              <a:buClr>
                <a:srgbClr val="000000"/>
              </a:buClr>
              <a:buSzPts val="2000"/>
              <a:buFont typeface="Arial"/>
              <a:buNone/>
            </a:pPr>
            <a:r>
              <a:rPr i="0" lang="en" sz="1600" u="none" cap="none" strike="noStrike">
                <a:solidFill>
                  <a:schemeClr val="dk2"/>
                </a:solidFill>
                <a:latin typeface="Roboto"/>
                <a:ea typeface="Roboto"/>
                <a:cs typeface="Roboto"/>
                <a:sym typeface="Roboto"/>
              </a:rPr>
              <a:t>Using a single weak password, such as “123456,” against a large list of usernames.</a:t>
            </a:r>
            <a:endParaRPr i="0" sz="1600" u="none" cap="none" strike="noStrike">
              <a:solidFill>
                <a:schemeClr val="dk2"/>
              </a:solidFill>
              <a:latin typeface="Roboto"/>
              <a:ea typeface="Roboto"/>
              <a:cs typeface="Roboto"/>
              <a:sym typeface="Roboto"/>
            </a:endParaRPr>
          </a:p>
        </p:txBody>
      </p:sp>
      <p:sp>
        <p:nvSpPr>
          <p:cNvPr id="2242" name="Google Shape;2242;p276"/>
          <p:cNvSpPr/>
          <p:nvPr/>
        </p:nvSpPr>
        <p:spPr>
          <a:xfrm>
            <a:off x="4982110" y="1246438"/>
            <a:ext cx="3848100" cy="476700"/>
          </a:xfrm>
          <a:prstGeom prst="roundRect">
            <a:avLst>
              <a:gd fmla="val 16667" name="adj"/>
            </a:avLst>
          </a:prstGeom>
          <a:solidFill>
            <a:schemeClr val="accent3"/>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600" u="none" cap="none" strike="noStrike">
                <a:solidFill>
                  <a:srgbClr val="FFFFFF"/>
                </a:solidFill>
                <a:latin typeface="Roboto"/>
                <a:ea typeface="Roboto"/>
                <a:cs typeface="Roboto"/>
                <a:sym typeface="Roboto"/>
              </a:rPr>
              <a:t>Password Spraying</a:t>
            </a:r>
            <a:endParaRPr b="1" i="0" sz="1600" u="none" cap="none" strike="noStrike">
              <a:solidFill>
                <a:srgbClr val="000000"/>
              </a:solidFill>
              <a:latin typeface="Roboto"/>
              <a:ea typeface="Roboto"/>
              <a:cs typeface="Roboto"/>
              <a:sym typeface="Roboto"/>
            </a:endParaRPr>
          </a:p>
        </p:txBody>
      </p:sp>
      <p:sp>
        <p:nvSpPr>
          <p:cNvPr id="2243" name="Google Shape;2243;p276"/>
          <p:cNvSpPr/>
          <p:nvPr/>
        </p:nvSpPr>
        <p:spPr>
          <a:xfrm rot="10800000">
            <a:off x="5118319" y="163522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p276"/>
          <p:cNvSpPr/>
          <p:nvPr/>
        </p:nvSpPr>
        <p:spPr>
          <a:xfrm>
            <a:off x="0" y="3266075"/>
            <a:ext cx="9144000" cy="1119000"/>
          </a:xfrm>
          <a:prstGeom prst="rect">
            <a:avLst/>
          </a:prstGeom>
          <a:solidFill>
            <a:schemeClr val="lt2"/>
          </a:solidFill>
          <a:ln>
            <a:noFill/>
          </a:ln>
        </p:spPr>
        <p:txBody>
          <a:bodyPr anchorCtr="0" anchor="ctr" bIns="91425" lIns="2194550" spcFirstLastPara="1" rIns="457200" wrap="square" tIns="91425">
            <a:noAutofit/>
          </a:bodyPr>
          <a:lstStyle/>
          <a:p>
            <a:pPr indent="0" lvl="0" marL="0" marR="0" rtl="0" algn="l">
              <a:lnSpc>
                <a:spcPct val="115000"/>
              </a:lnSpc>
              <a:spcBef>
                <a:spcPts val="0"/>
              </a:spcBef>
              <a:spcAft>
                <a:spcPts val="0"/>
              </a:spcAft>
              <a:buClr>
                <a:srgbClr val="000000"/>
              </a:buClr>
              <a:buSzPts val="1800"/>
              <a:buFont typeface="Arial"/>
              <a:buNone/>
            </a:pPr>
            <a:r>
              <a:rPr i="0" lang="en" sz="1600" u="none" cap="none" strike="noStrike">
                <a:solidFill>
                  <a:schemeClr val="dk2"/>
                </a:solidFill>
                <a:latin typeface="Roboto"/>
                <a:ea typeface="Roboto"/>
                <a:cs typeface="Roboto"/>
                <a:sym typeface="Roboto"/>
              </a:rPr>
              <a:t>Brute</a:t>
            </a:r>
            <a:r>
              <a:rPr lang="en" sz="1600">
                <a:solidFill>
                  <a:schemeClr val="dk2"/>
                </a:solidFill>
                <a:latin typeface="Roboto"/>
                <a:ea typeface="Roboto"/>
                <a:cs typeface="Roboto"/>
                <a:sym typeface="Roboto"/>
              </a:rPr>
              <a:t>-</a:t>
            </a:r>
            <a:r>
              <a:rPr i="0" lang="en" sz="1600" u="none" cap="none" strike="noStrike">
                <a:solidFill>
                  <a:schemeClr val="dk2"/>
                </a:solidFill>
                <a:latin typeface="Roboto"/>
                <a:ea typeface="Roboto"/>
                <a:cs typeface="Roboto"/>
                <a:sym typeface="Roboto"/>
              </a:rPr>
              <a:t>force attacks also fall under the OWASP Top 10 risk of </a:t>
            </a:r>
            <a:r>
              <a:rPr b="1" i="0" lang="en" sz="1600" u="none" cap="none" strike="noStrike">
                <a:solidFill>
                  <a:schemeClr val="dk2"/>
                </a:solidFill>
                <a:latin typeface="Roboto"/>
                <a:ea typeface="Roboto"/>
                <a:cs typeface="Roboto"/>
                <a:sym typeface="Roboto"/>
              </a:rPr>
              <a:t>identification and authentication failures</a:t>
            </a:r>
            <a:r>
              <a:rPr i="0" lang="en" sz="1600" u="none" cap="none" strike="noStrike">
                <a:solidFill>
                  <a:schemeClr val="dk2"/>
                </a:solidFill>
                <a:latin typeface="Roboto"/>
                <a:ea typeface="Roboto"/>
                <a:cs typeface="Roboto"/>
                <a:sym typeface="Roboto"/>
              </a:rPr>
              <a:t>, as the attacker aims </a:t>
            </a:r>
            <a:br>
              <a:rPr i="0" lang="en" sz="1600" u="none" cap="none" strike="noStrike">
                <a:solidFill>
                  <a:schemeClr val="dk2"/>
                </a:solidFill>
                <a:latin typeface="Roboto"/>
                <a:ea typeface="Roboto"/>
                <a:cs typeface="Roboto"/>
                <a:sym typeface="Roboto"/>
              </a:rPr>
            </a:br>
            <a:r>
              <a:rPr i="0" lang="en" sz="1600" u="none" cap="none" strike="noStrike">
                <a:solidFill>
                  <a:schemeClr val="dk2"/>
                </a:solidFill>
                <a:latin typeface="Roboto"/>
                <a:ea typeface="Roboto"/>
                <a:cs typeface="Roboto"/>
                <a:sym typeface="Roboto"/>
              </a:rPr>
              <a:t>to bypass an application’s method to securely authenticate a user.</a:t>
            </a:r>
            <a:endParaRPr i="0" sz="1600" u="none" cap="none" strike="noStrike">
              <a:solidFill>
                <a:schemeClr val="dk2"/>
              </a:solidFill>
              <a:latin typeface="Roboto"/>
              <a:ea typeface="Roboto"/>
              <a:cs typeface="Roboto"/>
              <a:sym typeface="Roboto"/>
            </a:endParaRPr>
          </a:p>
        </p:txBody>
      </p:sp>
      <p:pic>
        <p:nvPicPr>
          <p:cNvPr id="2245" name="Google Shape;2245;p276"/>
          <p:cNvPicPr preferRelativeResize="0"/>
          <p:nvPr/>
        </p:nvPicPr>
        <p:blipFill rotWithShape="1">
          <a:blip r:embed="rId4">
            <a:alphaModFix/>
          </a:blip>
          <a:srcRect b="19057" l="1686" r="70320" t="4775"/>
          <a:stretch/>
        </p:blipFill>
        <p:spPr>
          <a:xfrm>
            <a:off x="1084900" y="3401525"/>
            <a:ext cx="858000" cy="848100"/>
          </a:xfrm>
          <a:prstGeom prst="ellipse">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9" name="Shape 2249"/>
        <p:cNvGrpSpPr/>
        <p:nvPr/>
      </p:nvGrpSpPr>
      <p:grpSpPr>
        <a:xfrm>
          <a:off x="0" y="0"/>
          <a:ext cx="0" cy="0"/>
          <a:chOff x="0" y="0"/>
          <a:chExt cx="0" cy="0"/>
        </a:xfrm>
      </p:grpSpPr>
      <p:sp>
        <p:nvSpPr>
          <p:cNvPr id="2250" name="Google Shape;2250;p277"/>
          <p:cNvSpPr txBox="1"/>
          <p:nvPr/>
        </p:nvSpPr>
        <p:spPr>
          <a:xfrm>
            <a:off x="6862138" y="1982300"/>
            <a:ext cx="1617600" cy="14292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Medium"/>
              <a:ea typeface="Roboto Medium"/>
              <a:cs typeface="Roboto Medium"/>
              <a:sym typeface="Roboto Medium"/>
            </a:endParaRPr>
          </a:p>
        </p:txBody>
      </p:sp>
      <p:sp>
        <p:nvSpPr>
          <p:cNvPr id="2251" name="Google Shape;2251;p277"/>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Brute-Force Attacks</a:t>
            </a:r>
            <a:endParaRPr/>
          </a:p>
        </p:txBody>
      </p:sp>
      <p:cxnSp>
        <p:nvCxnSpPr>
          <p:cNvPr id="2252" name="Google Shape;2252;p277"/>
          <p:cNvCxnSpPr/>
          <p:nvPr/>
        </p:nvCxnSpPr>
        <p:spPr>
          <a:xfrm>
            <a:off x="1234963" y="2696900"/>
            <a:ext cx="5823600" cy="0"/>
          </a:xfrm>
          <a:prstGeom prst="straightConnector1">
            <a:avLst/>
          </a:prstGeom>
          <a:noFill/>
          <a:ln cap="flat" cmpd="sng" w="19050">
            <a:solidFill>
              <a:schemeClr val="dk2"/>
            </a:solidFill>
            <a:prstDash val="solid"/>
            <a:round/>
            <a:headEnd len="sm" w="sm" type="none"/>
            <a:tailEnd len="med" w="med" type="triangle"/>
          </a:ln>
        </p:spPr>
      </p:cxnSp>
      <p:sp>
        <p:nvSpPr>
          <p:cNvPr id="2253" name="Google Shape;2253;p277"/>
          <p:cNvSpPr/>
          <p:nvPr/>
        </p:nvSpPr>
        <p:spPr>
          <a:xfrm>
            <a:off x="2496475" y="2183475"/>
            <a:ext cx="3992700" cy="1176900"/>
          </a:xfrm>
          <a:prstGeom prst="rect">
            <a:avLst/>
          </a:prstGeom>
          <a:solidFill>
            <a:schemeClr val="lt1"/>
          </a:solidFill>
          <a:ln cap="flat" cmpd="sng" w="19050">
            <a:solidFill>
              <a:schemeClr val="accent3"/>
            </a:solidFill>
            <a:prstDash val="dash"/>
            <a:round/>
            <a:headEnd len="sm" w="sm" type="none"/>
            <a:tailEnd len="sm" w="sm" type="none"/>
          </a:ln>
        </p:spPr>
        <p:txBody>
          <a:bodyPr anchorCtr="0" anchor="ctr" bIns="91425" lIns="137150"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i="0" lang="en" sz="1200" u="none" cap="none" strike="noStrike">
                <a:solidFill>
                  <a:schemeClr val="dk2"/>
                </a:solidFill>
                <a:latin typeface="Roboto Mono"/>
                <a:ea typeface="Roboto Mono"/>
                <a:cs typeface="Roboto Mono"/>
                <a:sym typeface="Roboto Mono"/>
              </a:rPr>
              <a:t>Username: bob@bbb.com Password: Love</a:t>
            </a:r>
            <a:endParaRPr i="0" sz="1200" u="none" cap="none" strike="noStrike">
              <a:solidFill>
                <a:schemeClr val="dk2"/>
              </a:solidFill>
              <a:latin typeface="Roboto Mono"/>
              <a:ea typeface="Roboto Mono"/>
              <a:cs typeface="Roboto Mono"/>
              <a:sym typeface="Roboto Mono"/>
            </a:endParaRPr>
          </a:p>
          <a:p>
            <a:pPr indent="0" lvl="0" marL="0" marR="0" rtl="0" algn="l">
              <a:lnSpc>
                <a:spcPct val="115000"/>
              </a:lnSpc>
              <a:spcBef>
                <a:spcPts val="0"/>
              </a:spcBef>
              <a:spcAft>
                <a:spcPts val="0"/>
              </a:spcAft>
              <a:buClr>
                <a:schemeClr val="dk1"/>
              </a:buClr>
              <a:buSzPts val="1100"/>
              <a:buFont typeface="Arial"/>
              <a:buNone/>
            </a:pPr>
            <a:r>
              <a:rPr i="0" lang="en" sz="1200" u="none" cap="none" strike="noStrike">
                <a:solidFill>
                  <a:schemeClr val="dk2"/>
                </a:solidFill>
                <a:latin typeface="Roboto Mono"/>
                <a:ea typeface="Roboto Mono"/>
                <a:cs typeface="Roboto Mono"/>
                <a:sym typeface="Roboto Mono"/>
              </a:rPr>
              <a:t>Username: bob@bbb.com Password: Love123</a:t>
            </a:r>
            <a:endParaRPr i="0" sz="1200" u="none" cap="none" strike="noStrike">
              <a:solidFill>
                <a:schemeClr val="dk2"/>
              </a:solidFill>
              <a:latin typeface="Roboto Mono"/>
              <a:ea typeface="Roboto Mono"/>
              <a:cs typeface="Roboto Mono"/>
              <a:sym typeface="Roboto Mono"/>
            </a:endParaRPr>
          </a:p>
          <a:p>
            <a:pPr indent="0" lvl="0" marL="0" marR="0" rtl="0" algn="l">
              <a:lnSpc>
                <a:spcPct val="115000"/>
              </a:lnSpc>
              <a:spcBef>
                <a:spcPts val="0"/>
              </a:spcBef>
              <a:spcAft>
                <a:spcPts val="0"/>
              </a:spcAft>
              <a:buClr>
                <a:schemeClr val="dk1"/>
              </a:buClr>
              <a:buSzPts val="1100"/>
              <a:buFont typeface="Arial"/>
              <a:buNone/>
            </a:pPr>
            <a:r>
              <a:rPr i="0" lang="en" sz="1200" u="none" cap="none" strike="noStrike">
                <a:solidFill>
                  <a:schemeClr val="dk2"/>
                </a:solidFill>
                <a:latin typeface="Roboto Mono"/>
                <a:ea typeface="Roboto Mono"/>
                <a:cs typeface="Roboto Mono"/>
                <a:sym typeface="Roboto Mono"/>
              </a:rPr>
              <a:t>Username: bob@bbb.com Password: Love123!</a:t>
            </a:r>
            <a:endParaRPr i="0" sz="1200" u="none" cap="none" strike="noStrike">
              <a:solidFill>
                <a:schemeClr val="dk2"/>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00"/>
              <a:buFont typeface="Arial"/>
              <a:buNone/>
            </a:pPr>
            <a:r>
              <a:rPr b="1" i="0" lang="en" sz="1200" u="none" cap="none" strike="noStrike">
                <a:solidFill>
                  <a:schemeClr val="accent3"/>
                </a:solidFill>
                <a:latin typeface="Roboto Mono"/>
                <a:ea typeface="Roboto Mono"/>
                <a:cs typeface="Roboto Mono"/>
                <a:sym typeface="Roboto Mono"/>
              </a:rPr>
              <a:t>Username: bob@bbb.com Password: L@ve123</a:t>
            </a:r>
            <a:endParaRPr b="1" i="0" sz="1200" u="none" cap="none" strike="noStrike">
              <a:solidFill>
                <a:schemeClr val="accent3"/>
              </a:solidFill>
              <a:latin typeface="Roboto Mono"/>
              <a:ea typeface="Roboto Mono"/>
              <a:cs typeface="Roboto Mono"/>
              <a:sym typeface="Roboto Mono"/>
            </a:endParaRPr>
          </a:p>
        </p:txBody>
      </p:sp>
      <p:sp>
        <p:nvSpPr>
          <p:cNvPr id="2254" name="Google Shape;2254;p277"/>
          <p:cNvSpPr/>
          <p:nvPr/>
        </p:nvSpPr>
        <p:spPr>
          <a:xfrm>
            <a:off x="457200" y="1905350"/>
            <a:ext cx="1583100" cy="1583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277"/>
          <p:cNvSpPr txBox="1"/>
          <p:nvPr/>
        </p:nvSpPr>
        <p:spPr>
          <a:xfrm>
            <a:off x="2496475" y="3360375"/>
            <a:ext cx="3992700" cy="365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600" u="none" cap="none" strike="noStrike">
                <a:solidFill>
                  <a:schemeClr val="dk2"/>
                </a:solidFill>
                <a:latin typeface="Roboto"/>
                <a:ea typeface="Roboto"/>
                <a:cs typeface="Roboto"/>
                <a:sym typeface="Roboto"/>
              </a:rPr>
              <a:t>Password </a:t>
            </a:r>
            <a:r>
              <a:rPr b="1" lang="en" sz="1600">
                <a:solidFill>
                  <a:schemeClr val="dk2"/>
                </a:solidFill>
                <a:latin typeface="Roboto"/>
                <a:ea typeface="Roboto"/>
                <a:cs typeface="Roboto"/>
                <a:sym typeface="Roboto"/>
              </a:rPr>
              <a:t>D</a:t>
            </a:r>
            <a:r>
              <a:rPr b="1" i="0" lang="en" sz="1600" u="none" cap="none" strike="noStrike">
                <a:solidFill>
                  <a:schemeClr val="dk2"/>
                </a:solidFill>
                <a:latin typeface="Roboto"/>
                <a:ea typeface="Roboto"/>
                <a:cs typeface="Roboto"/>
                <a:sym typeface="Roboto"/>
              </a:rPr>
              <a:t>ictionary</a:t>
            </a:r>
            <a:endParaRPr b="1" i="0" sz="1600" u="none" cap="none" strike="noStrike">
              <a:solidFill>
                <a:schemeClr val="dk2"/>
              </a:solidFill>
              <a:latin typeface="Roboto"/>
              <a:ea typeface="Roboto"/>
              <a:cs typeface="Roboto"/>
              <a:sym typeface="Roboto"/>
            </a:endParaRPr>
          </a:p>
        </p:txBody>
      </p:sp>
      <p:sp>
        <p:nvSpPr>
          <p:cNvPr id="2256" name="Google Shape;2256;p277"/>
          <p:cNvSpPr txBox="1"/>
          <p:nvPr>
            <p:ph idx="4294967295" type="subTitle"/>
          </p:nvPr>
        </p:nvSpPr>
        <p:spPr>
          <a:xfrm>
            <a:off x="88500" y="512064"/>
            <a:ext cx="9144000" cy="575400"/>
          </a:xfrm>
          <a:prstGeom prst="rect">
            <a:avLst/>
          </a:prstGeom>
          <a:noFill/>
          <a:ln>
            <a:noFill/>
          </a:ln>
        </p:spPr>
        <p:txBody>
          <a:bodyPr anchorCtr="0" anchor="t" bIns="91425" lIns="365750" spcFirstLastPara="1" rIns="91425" wrap="square" tIns="91425">
            <a:noAutofit/>
          </a:bodyPr>
          <a:lstStyle/>
          <a:p>
            <a:pPr indent="0" lvl="0" marL="0" marR="0" rtl="0" algn="l">
              <a:lnSpc>
                <a:spcPct val="115000"/>
              </a:lnSpc>
              <a:spcBef>
                <a:spcPts val="0"/>
              </a:spcBef>
              <a:spcAft>
                <a:spcPts val="0"/>
              </a:spcAft>
              <a:buClr>
                <a:srgbClr val="2E5E73"/>
              </a:buClr>
              <a:buSzPts val="2000"/>
              <a:buFont typeface="Roboto Light"/>
              <a:buNone/>
            </a:pPr>
            <a:r>
              <a:rPr i="0" lang="en" u="none" cap="none" strike="noStrike"/>
              <a:t>An attacker can use a brute</a:t>
            </a:r>
            <a:r>
              <a:rPr lang="en"/>
              <a:t>-</a:t>
            </a:r>
            <a:r>
              <a:rPr i="0" lang="en" u="none" cap="none" strike="noStrike"/>
              <a:t>force attack to continuously attempt username and password combinations.  </a:t>
            </a:r>
            <a:endParaRPr i="0" u="none" cap="none" strike="noStrike"/>
          </a:p>
        </p:txBody>
      </p:sp>
      <p:pic>
        <p:nvPicPr>
          <p:cNvPr id="2257" name="Google Shape;2257;p277"/>
          <p:cNvPicPr preferRelativeResize="0"/>
          <p:nvPr/>
        </p:nvPicPr>
        <p:blipFill>
          <a:blip r:embed="rId3">
            <a:alphaModFix/>
          </a:blip>
          <a:stretch>
            <a:fillRect/>
          </a:stretch>
        </p:blipFill>
        <p:spPr>
          <a:xfrm>
            <a:off x="7109234" y="2304475"/>
            <a:ext cx="1191481" cy="839350"/>
          </a:xfrm>
          <a:prstGeom prst="rect">
            <a:avLst/>
          </a:prstGeom>
          <a:noFill/>
          <a:ln>
            <a:noFill/>
          </a:ln>
        </p:spPr>
      </p:pic>
      <p:pic>
        <p:nvPicPr>
          <p:cNvPr id="2258" name="Google Shape;2258;p277"/>
          <p:cNvPicPr preferRelativeResize="0"/>
          <p:nvPr/>
        </p:nvPicPr>
        <p:blipFill>
          <a:blip r:embed="rId4">
            <a:alphaModFix/>
          </a:blip>
          <a:stretch>
            <a:fillRect/>
          </a:stretch>
        </p:blipFill>
        <p:spPr>
          <a:xfrm>
            <a:off x="715086" y="2304475"/>
            <a:ext cx="1067327" cy="83934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278"/>
          <p:cNvSpPr txBox="1"/>
          <p:nvPr>
            <p:ph type="title"/>
          </p:nvPr>
        </p:nvSpPr>
        <p:spPr>
          <a:xfrm>
            <a:off x="76200" y="128016"/>
            <a:ext cx="5177100" cy="521100"/>
          </a:xfrm>
          <a:prstGeom prst="rect">
            <a:avLst/>
          </a:prstGeom>
          <a:no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SzPts val="2400"/>
              <a:buNone/>
            </a:pPr>
            <a:r>
              <a:rPr lang="en"/>
              <a:t>Burp Intruder Demonstration</a:t>
            </a:r>
            <a:endParaRPr/>
          </a:p>
        </p:txBody>
      </p:sp>
      <p:sp>
        <p:nvSpPr>
          <p:cNvPr id="2264" name="Google Shape;2264;p278"/>
          <p:cNvSpPr txBox="1"/>
          <p:nvPr>
            <p:ph idx="4294967295" type="subTitle"/>
          </p:nvPr>
        </p:nvSpPr>
        <p:spPr>
          <a:xfrm>
            <a:off x="-12300" y="4271825"/>
            <a:ext cx="8252400" cy="400200"/>
          </a:xfrm>
          <a:prstGeom prst="rect">
            <a:avLst/>
          </a:prstGeom>
          <a:noFill/>
          <a:ln>
            <a:noFill/>
          </a:ln>
        </p:spPr>
        <p:txBody>
          <a:bodyPr anchorCtr="0" anchor="ctr" bIns="0" lIns="1371600" spcFirstLastPara="1" rIns="457200" wrap="square" tIns="0">
            <a:noAutofit/>
          </a:bodyPr>
          <a:lstStyle/>
          <a:p>
            <a:pPr indent="0" lvl="0" marL="0" marR="0" rtl="0" algn="l">
              <a:lnSpc>
                <a:spcPct val="100000"/>
              </a:lnSpc>
              <a:spcBef>
                <a:spcPts val="0"/>
              </a:spcBef>
              <a:spcAft>
                <a:spcPts val="0"/>
              </a:spcAft>
              <a:buClr>
                <a:srgbClr val="2E5E73"/>
              </a:buClr>
              <a:buSzPts val="1600"/>
              <a:buFont typeface="Roboto Light"/>
              <a:buNone/>
            </a:pPr>
            <a:r>
              <a:rPr i="0" lang="en" sz="1600" u="none" cap="none" strike="noStrike"/>
              <a:t>Launch the brute</a:t>
            </a:r>
            <a:r>
              <a:rPr lang="en" sz="1600"/>
              <a:t>-</a:t>
            </a:r>
            <a:r>
              <a:rPr i="0" lang="en" sz="1600" u="none" cap="none" strike="noStrike"/>
              <a:t>force attack and analyze the results.</a:t>
            </a:r>
            <a:endParaRPr i="0" sz="1600" u="none" cap="none" strike="noStrike"/>
          </a:p>
        </p:txBody>
      </p:sp>
      <p:sp>
        <p:nvSpPr>
          <p:cNvPr id="2265" name="Google Shape;2265;p278"/>
          <p:cNvSpPr txBox="1"/>
          <p:nvPr>
            <p:ph idx="1" type="subTitle"/>
          </p:nvPr>
        </p:nvSpPr>
        <p:spPr>
          <a:xfrm>
            <a:off x="0" y="1052975"/>
            <a:ext cx="8864100" cy="4002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Clr>
                <a:srgbClr val="000000"/>
              </a:buClr>
              <a:buSzPts val="1600"/>
              <a:buFont typeface="Arial"/>
              <a:buNone/>
            </a:pPr>
            <a:r>
              <a:rPr lang="en" sz="1600">
                <a:latin typeface="Roboto"/>
                <a:ea typeface="Roboto"/>
                <a:cs typeface="Roboto"/>
                <a:sym typeface="Roboto"/>
              </a:rPr>
              <a:t>                  </a:t>
            </a:r>
            <a:r>
              <a:rPr lang="en" sz="1600"/>
              <a:t>Access Replicants’ administrator login page and enable proxy settings.</a:t>
            </a:r>
            <a:endParaRPr sz="1600"/>
          </a:p>
        </p:txBody>
      </p:sp>
      <p:sp>
        <p:nvSpPr>
          <p:cNvPr id="2266" name="Google Shape;2266;p278"/>
          <p:cNvSpPr txBox="1"/>
          <p:nvPr>
            <p:ph idx="3" type="subTitle"/>
          </p:nvPr>
        </p:nvSpPr>
        <p:spPr>
          <a:xfrm>
            <a:off x="0" y="1695438"/>
            <a:ext cx="7116000" cy="400200"/>
          </a:xfrm>
          <a:prstGeom prst="rect">
            <a:avLst/>
          </a:prstGeom>
          <a:noFill/>
          <a:ln>
            <a:noFill/>
          </a:ln>
        </p:spPr>
        <p:txBody>
          <a:bodyPr anchorCtr="0" anchor="ctr" bIns="0" lIns="1371600" spcFirstLastPara="1" rIns="457200" wrap="square" tIns="0">
            <a:noAutofit/>
          </a:bodyPr>
          <a:lstStyle/>
          <a:p>
            <a:pPr indent="0" lvl="0" marL="0" rtl="0" algn="l">
              <a:lnSpc>
                <a:spcPct val="100000"/>
              </a:lnSpc>
              <a:spcBef>
                <a:spcPts val="0"/>
              </a:spcBef>
              <a:spcAft>
                <a:spcPts val="0"/>
              </a:spcAft>
              <a:buSzPts val="1600"/>
              <a:buNone/>
            </a:pPr>
            <a:r>
              <a:rPr lang="en" sz="1600"/>
              <a:t>Generate and display a login request.</a:t>
            </a:r>
            <a:endParaRPr sz="1600"/>
          </a:p>
        </p:txBody>
      </p:sp>
      <p:sp>
        <p:nvSpPr>
          <p:cNvPr id="2267" name="Google Shape;2267;p278"/>
          <p:cNvSpPr txBox="1"/>
          <p:nvPr>
            <p:ph idx="4" type="subTitle"/>
          </p:nvPr>
        </p:nvSpPr>
        <p:spPr>
          <a:xfrm>
            <a:off x="0" y="2341225"/>
            <a:ext cx="7116000" cy="400200"/>
          </a:xfrm>
          <a:prstGeom prst="rect">
            <a:avLst/>
          </a:prstGeom>
          <a:noFill/>
          <a:ln>
            <a:noFill/>
          </a:ln>
        </p:spPr>
        <p:txBody>
          <a:bodyPr anchorCtr="0" anchor="ctr" bIns="0" lIns="1371600" spcFirstLastPara="1" rIns="457200" wrap="square" tIns="0">
            <a:noAutofit/>
          </a:bodyPr>
          <a:lstStyle/>
          <a:p>
            <a:pPr indent="0" lvl="0" marL="0" rtl="0" algn="l">
              <a:lnSpc>
                <a:spcPct val="100000"/>
              </a:lnSpc>
              <a:spcBef>
                <a:spcPts val="0"/>
              </a:spcBef>
              <a:spcAft>
                <a:spcPts val="0"/>
              </a:spcAft>
              <a:buSzPts val="1600"/>
              <a:buNone/>
            </a:pPr>
            <a:r>
              <a:rPr lang="en" sz="1600"/>
              <a:t>Move the HTTP request to </a:t>
            </a:r>
            <a:r>
              <a:rPr b="1" lang="en" sz="1600">
                <a:latin typeface="Roboto"/>
                <a:ea typeface="Roboto"/>
                <a:cs typeface="Roboto"/>
                <a:sym typeface="Roboto"/>
              </a:rPr>
              <a:t>Burp Intruder</a:t>
            </a:r>
            <a:r>
              <a:rPr lang="en" sz="1600"/>
              <a:t>.</a:t>
            </a:r>
            <a:endParaRPr sz="1600"/>
          </a:p>
        </p:txBody>
      </p:sp>
      <p:sp>
        <p:nvSpPr>
          <p:cNvPr id="2268" name="Google Shape;2268;p278"/>
          <p:cNvSpPr txBox="1"/>
          <p:nvPr>
            <p:ph idx="5" type="subTitle"/>
          </p:nvPr>
        </p:nvSpPr>
        <p:spPr>
          <a:xfrm>
            <a:off x="0" y="2987013"/>
            <a:ext cx="7116000" cy="400200"/>
          </a:xfrm>
          <a:prstGeom prst="rect">
            <a:avLst/>
          </a:prstGeom>
          <a:noFill/>
          <a:ln>
            <a:noFill/>
          </a:ln>
        </p:spPr>
        <p:txBody>
          <a:bodyPr anchorCtr="0" anchor="ctr" bIns="0" lIns="1371600" spcFirstLastPara="1" rIns="457200" wrap="square" tIns="0">
            <a:noAutofit/>
          </a:bodyPr>
          <a:lstStyle/>
          <a:p>
            <a:pPr indent="0" lvl="0" marL="0" rtl="0" algn="l">
              <a:lnSpc>
                <a:spcPct val="100000"/>
              </a:lnSpc>
              <a:spcBef>
                <a:spcPts val="0"/>
              </a:spcBef>
              <a:spcAft>
                <a:spcPts val="0"/>
              </a:spcAft>
              <a:buSzPts val="1600"/>
              <a:buNone/>
            </a:pPr>
            <a:r>
              <a:rPr lang="en" sz="1600"/>
              <a:t>Identify the payload positions.</a:t>
            </a:r>
            <a:endParaRPr sz="1600"/>
          </a:p>
        </p:txBody>
      </p:sp>
      <p:sp>
        <p:nvSpPr>
          <p:cNvPr id="2269" name="Google Shape;2269;p278"/>
          <p:cNvSpPr txBox="1"/>
          <p:nvPr>
            <p:ph idx="6" type="subTitle"/>
          </p:nvPr>
        </p:nvSpPr>
        <p:spPr>
          <a:xfrm>
            <a:off x="0" y="3629425"/>
            <a:ext cx="7116000" cy="400200"/>
          </a:xfrm>
          <a:prstGeom prst="rect">
            <a:avLst/>
          </a:prstGeom>
          <a:noFill/>
          <a:ln>
            <a:noFill/>
          </a:ln>
        </p:spPr>
        <p:txBody>
          <a:bodyPr anchorCtr="0" anchor="ctr" bIns="0" lIns="1371600" spcFirstLastPara="1" rIns="457200" wrap="square" tIns="0">
            <a:noAutofit/>
          </a:bodyPr>
          <a:lstStyle/>
          <a:p>
            <a:pPr indent="0" lvl="0" marL="0" rtl="0" algn="l">
              <a:lnSpc>
                <a:spcPct val="100000"/>
              </a:lnSpc>
              <a:spcBef>
                <a:spcPts val="0"/>
              </a:spcBef>
              <a:spcAft>
                <a:spcPts val="0"/>
              </a:spcAft>
              <a:buSzPts val="1600"/>
              <a:buNone/>
            </a:pPr>
            <a:r>
              <a:rPr lang="en" sz="1600"/>
              <a:t>Update the intruder payloads.</a:t>
            </a:r>
            <a:endParaRPr sz="1600"/>
          </a:p>
        </p:txBody>
      </p:sp>
      <p:sp>
        <p:nvSpPr>
          <p:cNvPr id="2270" name="Google Shape;2270;p278"/>
          <p:cNvSpPr txBox="1"/>
          <p:nvPr>
            <p:ph idx="1" type="subTitle"/>
          </p:nvPr>
        </p:nvSpPr>
        <p:spPr>
          <a:xfrm>
            <a:off x="76200" y="512074"/>
            <a:ext cx="9144000" cy="521100"/>
          </a:xfrm>
          <a:prstGeom prst="rect">
            <a:avLst/>
          </a:prstGeom>
          <a:noFill/>
          <a:ln>
            <a:noFill/>
          </a:ln>
        </p:spPr>
        <p:txBody>
          <a:bodyPr anchorCtr="0" anchor="t" bIns="0" lIns="365750" spcFirstLastPara="1" rIns="91425" wrap="square" tIns="91425">
            <a:noAutofit/>
          </a:bodyPr>
          <a:lstStyle/>
          <a:p>
            <a:pPr indent="0" lvl="0" marL="0" rtl="0" algn="l">
              <a:lnSpc>
                <a:spcPct val="115000"/>
              </a:lnSpc>
              <a:spcBef>
                <a:spcPts val="0"/>
              </a:spcBef>
              <a:spcAft>
                <a:spcPts val="0"/>
              </a:spcAft>
              <a:buClr>
                <a:srgbClr val="000000"/>
              </a:buClr>
              <a:buSzPts val="1800"/>
              <a:buFont typeface="Arial"/>
              <a:buNone/>
            </a:pPr>
            <a:r>
              <a:rPr lang="en" sz="1800"/>
              <a:t>In the following demonstration, we will:</a:t>
            </a:r>
            <a:endParaRPr sz="1800">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4" name="Shape 2274"/>
        <p:cNvGrpSpPr/>
        <p:nvPr/>
      </p:nvGrpSpPr>
      <p:grpSpPr>
        <a:xfrm>
          <a:off x="0" y="0"/>
          <a:ext cx="0" cy="0"/>
          <a:chOff x="0" y="0"/>
          <a:chExt cx="0" cy="0"/>
        </a:xfrm>
      </p:grpSpPr>
      <p:sp>
        <p:nvSpPr>
          <p:cNvPr id="2275" name="Google Shape;2275;p279"/>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Clr>
                <a:srgbClr val="000000"/>
              </a:buClr>
              <a:buSzPts val="2000"/>
              <a:buFont typeface="Arial"/>
              <a:buNone/>
            </a:pPr>
            <a:r>
              <a:rPr b="0" lang="en" sz="2000">
                <a:latin typeface="Roboto"/>
                <a:ea typeface="Roboto"/>
                <a:cs typeface="Roboto"/>
                <a:sym typeface="Roboto"/>
              </a:rPr>
              <a:t>Burp Intruder</a:t>
            </a:r>
            <a:endParaRPr b="0" sz="2000">
              <a:latin typeface="Roboto"/>
              <a:ea typeface="Roboto"/>
              <a:cs typeface="Roboto"/>
              <a:sym typeface="Roboto"/>
            </a:endParaRPr>
          </a:p>
          <a:p>
            <a:pPr indent="0" lvl="0" marL="0" rtl="0" algn="ctr">
              <a:spcBef>
                <a:spcPts val="0"/>
              </a:spcBef>
              <a:spcAft>
                <a:spcPts val="0"/>
              </a:spcAft>
              <a:buNone/>
            </a:pPr>
            <a:r>
              <a:t/>
            </a:r>
            <a:endParaRPr b="0" sz="2000">
              <a:latin typeface="Roboto"/>
              <a:ea typeface="Roboto"/>
              <a:cs typeface="Roboto"/>
              <a:sym typeface="Roboto"/>
            </a:endParaRPr>
          </a:p>
          <a:p>
            <a:pPr indent="0" lvl="0" marL="0" rtl="0" algn="ctr">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279" name="Shape 2279"/>
        <p:cNvGrpSpPr/>
        <p:nvPr/>
      </p:nvGrpSpPr>
      <p:grpSpPr>
        <a:xfrm>
          <a:off x="0" y="0"/>
          <a:ext cx="0" cy="0"/>
          <a:chOff x="0" y="0"/>
          <a:chExt cx="0" cy="0"/>
        </a:xfrm>
      </p:grpSpPr>
      <p:pic>
        <p:nvPicPr>
          <p:cNvPr id="2280" name="Google Shape;2280;p280"/>
          <p:cNvPicPr preferRelativeResize="0"/>
          <p:nvPr/>
        </p:nvPicPr>
        <p:blipFill rotWithShape="1">
          <a:blip r:embed="rId3">
            <a:alphaModFix/>
          </a:blip>
          <a:srcRect b="0" l="0" r="0" t="0"/>
          <a:stretch/>
        </p:blipFill>
        <p:spPr>
          <a:xfrm>
            <a:off x="3879225" y="1379575"/>
            <a:ext cx="1156100" cy="1189625"/>
          </a:xfrm>
          <a:prstGeom prst="rect">
            <a:avLst/>
          </a:prstGeom>
          <a:noFill/>
          <a:ln>
            <a:noFill/>
          </a:ln>
        </p:spPr>
      </p:pic>
      <p:sp>
        <p:nvSpPr>
          <p:cNvPr id="2281" name="Google Shape;2281;p280"/>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Real-World </a:t>
            </a:r>
            <a:r>
              <a:rPr lang="en">
                <a:latin typeface="Roboto"/>
                <a:ea typeface="Roboto"/>
                <a:cs typeface="Roboto"/>
                <a:sym typeface="Roboto"/>
              </a:rPr>
              <a:t>Challenges</a:t>
            </a:r>
            <a:r>
              <a:rPr b="0" lang="en"/>
              <a:t>,</a:t>
            </a:r>
            <a:endParaRPr b="0"/>
          </a:p>
          <a:p>
            <a:pPr indent="0" lvl="0" marL="0" rtl="0" algn="ctr">
              <a:spcBef>
                <a:spcPts val="0"/>
              </a:spcBef>
              <a:spcAft>
                <a:spcPts val="0"/>
              </a:spcAft>
              <a:buNone/>
            </a:pPr>
            <a:r>
              <a:rPr lang="en">
                <a:latin typeface="Roboto"/>
                <a:ea typeface="Roboto"/>
                <a:cs typeface="Roboto"/>
                <a:sym typeface="Roboto"/>
              </a:rPr>
              <a:t>Impact</a:t>
            </a:r>
            <a:r>
              <a:rPr b="0" lang="en"/>
              <a:t>,</a:t>
            </a:r>
            <a:r>
              <a:rPr lang="en"/>
              <a:t> and </a:t>
            </a:r>
            <a:r>
              <a:rPr lang="en">
                <a:latin typeface="Roboto"/>
                <a:ea typeface="Roboto"/>
                <a:cs typeface="Roboto"/>
                <a:sym typeface="Roboto"/>
              </a:rPr>
              <a:t>Mitigations</a:t>
            </a:r>
            <a:endParaRPr>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5" name="Shape 2285"/>
        <p:cNvGrpSpPr/>
        <p:nvPr/>
      </p:nvGrpSpPr>
      <p:grpSpPr>
        <a:xfrm>
          <a:off x="0" y="0"/>
          <a:ext cx="0" cy="0"/>
          <a:chOff x="0" y="0"/>
          <a:chExt cx="0" cy="0"/>
        </a:xfrm>
      </p:grpSpPr>
      <p:sp>
        <p:nvSpPr>
          <p:cNvPr id="2286" name="Google Shape;2286;p281"/>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Real-World Challenges</a:t>
            </a:r>
            <a:endParaRPr/>
          </a:p>
        </p:txBody>
      </p:sp>
      <p:sp>
        <p:nvSpPr>
          <p:cNvPr id="2287" name="Google Shape;2287;p281"/>
          <p:cNvSpPr txBox="1"/>
          <p:nvPr>
            <p:ph idx="4294967295" type="subTitle"/>
          </p:nvPr>
        </p:nvSpPr>
        <p:spPr>
          <a:xfrm>
            <a:off x="76200" y="512064"/>
            <a:ext cx="9144000" cy="3648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sz="1600" u="none" cap="none" strike="noStrike"/>
              <a:t>Uses of Burp Intruder</a:t>
            </a:r>
            <a:endParaRPr i="0" sz="1600" u="none" cap="none" strike="noStrike"/>
          </a:p>
        </p:txBody>
      </p:sp>
      <p:sp>
        <p:nvSpPr>
          <p:cNvPr id="2288" name="Google Shape;2288;p281"/>
          <p:cNvSpPr/>
          <p:nvPr/>
        </p:nvSpPr>
        <p:spPr>
          <a:xfrm flipH="1">
            <a:off x="466950" y="1106550"/>
            <a:ext cx="4086000" cy="3468900"/>
          </a:xfrm>
          <a:prstGeom prst="round2DiagRect">
            <a:avLst>
              <a:gd fmla="val 0" name="adj1"/>
              <a:gd fmla="val 0" name="adj2"/>
            </a:avLst>
          </a:prstGeom>
          <a:solidFill>
            <a:schemeClr val="dk2"/>
          </a:solidFill>
          <a:ln>
            <a:noFill/>
          </a:ln>
        </p:spPr>
        <p:txBody>
          <a:bodyPr anchorCtr="0" anchor="t" bIns="91425" lIns="91425" spcFirstLastPara="1" rIns="91425" wrap="square" tIns="91425">
            <a:noAutofit/>
          </a:bodyPr>
          <a:lstStyle/>
          <a:p>
            <a:pPr indent="0" lvl="0" marL="171450" marR="133672"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Roboto"/>
                <a:ea typeface="Roboto"/>
                <a:cs typeface="Roboto"/>
                <a:sym typeface="Roboto"/>
              </a:rPr>
              <a:t>While we used Burp Intruder to test </a:t>
            </a:r>
            <a:br>
              <a:rPr b="0" i="0" lang="en" sz="1600" u="none" cap="none" strike="noStrike">
                <a:solidFill>
                  <a:schemeClr val="lt1"/>
                </a:solidFill>
                <a:latin typeface="Roboto"/>
                <a:ea typeface="Roboto"/>
                <a:cs typeface="Roboto"/>
                <a:sym typeface="Roboto"/>
              </a:rPr>
            </a:br>
            <a:r>
              <a:rPr b="0" i="0" lang="en" sz="1600" u="none" cap="none" strike="noStrike">
                <a:solidFill>
                  <a:schemeClr val="lt1"/>
                </a:solidFill>
                <a:latin typeface="Roboto"/>
                <a:ea typeface="Roboto"/>
                <a:cs typeface="Roboto"/>
                <a:sym typeface="Roboto"/>
              </a:rPr>
              <a:t>a small list of two users and two passwords, most brute</a:t>
            </a:r>
            <a:r>
              <a:rPr lang="en" sz="1600">
                <a:solidFill>
                  <a:schemeClr val="lt1"/>
                </a:solidFill>
                <a:latin typeface="Roboto"/>
                <a:ea typeface="Roboto"/>
                <a:cs typeface="Roboto"/>
                <a:sym typeface="Roboto"/>
              </a:rPr>
              <a:t>-</a:t>
            </a:r>
            <a:r>
              <a:rPr b="0" i="0" lang="en" sz="1600" u="none" cap="none" strike="noStrike">
                <a:solidFill>
                  <a:schemeClr val="lt1"/>
                </a:solidFill>
                <a:latin typeface="Roboto"/>
                <a:ea typeface="Roboto"/>
                <a:cs typeface="Roboto"/>
                <a:sym typeface="Roboto"/>
              </a:rPr>
              <a:t>force tests would include much larger lists. </a:t>
            </a:r>
            <a:endParaRPr b="0" i="0" sz="1600" u="none" cap="none" strike="noStrike">
              <a:solidFill>
                <a:schemeClr val="lt1"/>
              </a:solidFill>
              <a:latin typeface="Roboto"/>
              <a:ea typeface="Roboto"/>
              <a:cs typeface="Roboto"/>
              <a:sym typeface="Roboto"/>
            </a:endParaRPr>
          </a:p>
        </p:txBody>
      </p:sp>
      <p:sp>
        <p:nvSpPr>
          <p:cNvPr id="2289" name="Google Shape;2289;p281"/>
          <p:cNvSpPr/>
          <p:nvPr/>
        </p:nvSpPr>
        <p:spPr>
          <a:xfrm flipH="1">
            <a:off x="4781775" y="1106550"/>
            <a:ext cx="4086000" cy="3468900"/>
          </a:xfrm>
          <a:prstGeom prst="round2DiagRect">
            <a:avLst>
              <a:gd fmla="val 0" name="adj1"/>
              <a:gd fmla="val 0" name="adj2"/>
            </a:avLst>
          </a:prstGeom>
          <a:solidFill>
            <a:schemeClr val="dk2"/>
          </a:solidFill>
          <a:ln>
            <a:noFill/>
          </a:ln>
        </p:spPr>
        <p:txBody>
          <a:bodyPr anchorCtr="0" anchor="t" bIns="91425" lIns="91425" spcFirstLastPara="1" rIns="0" wrap="square" tIns="91425">
            <a:noAutofit/>
          </a:bodyPr>
          <a:lstStyle/>
          <a:p>
            <a:pPr indent="0" lvl="0" marL="114300" marR="163700" rtl="0" algn="l">
              <a:lnSpc>
                <a:spcPct val="115000"/>
              </a:lnSpc>
              <a:spcBef>
                <a:spcPts val="0"/>
              </a:spcBef>
              <a:spcAft>
                <a:spcPts val="0"/>
              </a:spcAft>
              <a:buClr>
                <a:schemeClr val="dk1"/>
              </a:buClr>
              <a:buSzPts val="1100"/>
              <a:buFont typeface="Arial"/>
              <a:buNone/>
            </a:pPr>
            <a:r>
              <a:rPr b="0" i="0" lang="en" sz="1600" u="none" cap="none" strike="noStrike">
                <a:solidFill>
                  <a:schemeClr val="lt1"/>
                </a:solidFill>
                <a:latin typeface="Roboto"/>
                <a:ea typeface="Roboto"/>
                <a:cs typeface="Roboto"/>
                <a:sym typeface="Roboto"/>
              </a:rPr>
              <a:t>We used Burp Intruder to conduct a brute</a:t>
            </a:r>
            <a:r>
              <a:rPr lang="en" sz="1600">
                <a:solidFill>
                  <a:schemeClr val="lt1"/>
                </a:solidFill>
                <a:latin typeface="Roboto"/>
                <a:ea typeface="Roboto"/>
                <a:cs typeface="Roboto"/>
                <a:sym typeface="Roboto"/>
              </a:rPr>
              <a:t>-</a:t>
            </a:r>
            <a:r>
              <a:rPr b="0" i="0" lang="en" sz="1600" u="none" cap="none" strike="noStrike">
                <a:solidFill>
                  <a:schemeClr val="lt1"/>
                </a:solidFill>
                <a:latin typeface="Roboto"/>
                <a:ea typeface="Roboto"/>
                <a:cs typeface="Roboto"/>
                <a:sym typeface="Roboto"/>
              </a:rPr>
              <a:t>force attack, but Burp Intruder can be used to conduct a variety of other web application attacks that test different payloads and payload combinations.</a:t>
            </a:r>
            <a:endParaRPr b="0" i="0" sz="16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p:txBody>
      </p:sp>
      <p:pic>
        <p:nvPicPr>
          <p:cNvPr id="2290" name="Google Shape;2290;p281"/>
          <p:cNvPicPr preferRelativeResize="0"/>
          <p:nvPr/>
        </p:nvPicPr>
        <p:blipFill>
          <a:blip r:embed="rId3">
            <a:alphaModFix/>
          </a:blip>
          <a:stretch>
            <a:fillRect/>
          </a:stretch>
        </p:blipFill>
        <p:spPr>
          <a:xfrm>
            <a:off x="5314481" y="2858950"/>
            <a:ext cx="1195363" cy="1118025"/>
          </a:xfrm>
          <a:prstGeom prst="rect">
            <a:avLst/>
          </a:prstGeom>
          <a:noFill/>
          <a:ln>
            <a:noFill/>
          </a:ln>
        </p:spPr>
      </p:pic>
      <p:pic>
        <p:nvPicPr>
          <p:cNvPr id="2291" name="Google Shape;2291;p281"/>
          <p:cNvPicPr preferRelativeResize="0"/>
          <p:nvPr/>
        </p:nvPicPr>
        <p:blipFill>
          <a:blip r:embed="rId4">
            <a:alphaModFix/>
          </a:blip>
          <a:stretch>
            <a:fillRect/>
          </a:stretch>
        </p:blipFill>
        <p:spPr>
          <a:xfrm>
            <a:off x="1079277" y="2858950"/>
            <a:ext cx="1328792" cy="971496"/>
          </a:xfrm>
          <a:prstGeom prst="rect">
            <a:avLst/>
          </a:prstGeom>
          <a:noFill/>
          <a:ln>
            <a:noFill/>
          </a:ln>
        </p:spPr>
      </p:pic>
      <p:pic>
        <p:nvPicPr>
          <p:cNvPr id="2292" name="Google Shape;2292;p281"/>
          <p:cNvPicPr preferRelativeResize="0"/>
          <p:nvPr/>
        </p:nvPicPr>
        <p:blipFill>
          <a:blip r:embed="rId4">
            <a:alphaModFix/>
          </a:blip>
          <a:stretch>
            <a:fillRect/>
          </a:stretch>
        </p:blipFill>
        <p:spPr>
          <a:xfrm>
            <a:off x="2533527" y="2858950"/>
            <a:ext cx="1328792" cy="971496"/>
          </a:xfrm>
          <a:prstGeom prst="rect">
            <a:avLst/>
          </a:prstGeom>
          <a:noFill/>
          <a:ln>
            <a:noFill/>
          </a:ln>
        </p:spPr>
      </p:pic>
      <p:pic>
        <p:nvPicPr>
          <p:cNvPr id="2293" name="Google Shape;2293;p281"/>
          <p:cNvPicPr preferRelativeResize="0"/>
          <p:nvPr/>
        </p:nvPicPr>
        <p:blipFill>
          <a:blip r:embed="rId5">
            <a:alphaModFix/>
          </a:blip>
          <a:stretch>
            <a:fillRect/>
          </a:stretch>
        </p:blipFill>
        <p:spPr>
          <a:xfrm>
            <a:off x="6738400" y="2858950"/>
            <a:ext cx="1328799" cy="93654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7" name="Shape 2297"/>
        <p:cNvGrpSpPr/>
        <p:nvPr/>
      </p:nvGrpSpPr>
      <p:grpSpPr>
        <a:xfrm>
          <a:off x="0" y="0"/>
          <a:ext cx="0" cy="0"/>
          <a:chOff x="0" y="0"/>
          <a:chExt cx="0" cy="0"/>
        </a:xfrm>
      </p:grpSpPr>
      <p:sp>
        <p:nvSpPr>
          <p:cNvPr id="2298" name="Google Shape;2298;p282"/>
          <p:cNvSpPr/>
          <p:nvPr/>
        </p:nvSpPr>
        <p:spPr>
          <a:xfrm>
            <a:off x="1245700" y="2974050"/>
            <a:ext cx="5284500" cy="1013700"/>
          </a:xfrm>
          <a:prstGeom prst="roundRect">
            <a:avLst>
              <a:gd fmla="val 16667" name="adj"/>
            </a:avLst>
          </a:prstGeom>
          <a:solidFill>
            <a:srgbClr val="F3F3F3"/>
          </a:solidFill>
          <a:ln>
            <a:noFill/>
          </a:ln>
        </p:spPr>
        <p:txBody>
          <a:bodyPr anchorCtr="0" anchor="t" bIns="91425" lIns="91425" spcFirstLastPara="1" rIns="91425" wrap="square" tIns="91425">
            <a:noAutofit/>
          </a:bodyPr>
          <a:lstStyle/>
          <a:p>
            <a:pPr indent="57150" lvl="0" marL="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2"/>
              </a:solidFill>
              <a:latin typeface="Roboto"/>
              <a:ea typeface="Roboto"/>
              <a:cs typeface="Roboto"/>
              <a:sym typeface="Roboto"/>
            </a:endParaRPr>
          </a:p>
        </p:txBody>
      </p:sp>
      <p:sp>
        <p:nvSpPr>
          <p:cNvPr id="2299" name="Google Shape;2299;p282"/>
          <p:cNvSpPr txBox="1"/>
          <p:nvPr/>
        </p:nvSpPr>
        <p:spPr>
          <a:xfrm>
            <a:off x="1416350" y="3031800"/>
            <a:ext cx="4233300" cy="79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Use features within a secure application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that are not intended to be accessed by unauthorized users</a:t>
            </a:r>
            <a:r>
              <a:rPr lang="en" sz="1600">
                <a:solidFill>
                  <a:schemeClr val="dk2"/>
                </a:solidFill>
                <a:latin typeface="Roboto"/>
                <a:ea typeface="Roboto"/>
                <a:cs typeface="Roboto"/>
                <a:sym typeface="Roboto"/>
              </a:rPr>
              <a:t>.</a:t>
            </a:r>
            <a:endParaRPr sz="1600">
              <a:solidFill>
                <a:schemeClr val="dk2"/>
              </a:solidFill>
              <a:latin typeface="Roboto"/>
              <a:ea typeface="Roboto"/>
              <a:cs typeface="Roboto"/>
              <a:sym typeface="Roboto"/>
            </a:endParaRPr>
          </a:p>
        </p:txBody>
      </p:sp>
      <p:grpSp>
        <p:nvGrpSpPr>
          <p:cNvPr id="2300" name="Google Shape;2300;p282"/>
          <p:cNvGrpSpPr/>
          <p:nvPr/>
        </p:nvGrpSpPr>
        <p:grpSpPr>
          <a:xfrm>
            <a:off x="457192" y="3143841"/>
            <a:ext cx="680710" cy="572714"/>
            <a:chOff x="457200" y="1378813"/>
            <a:chExt cx="776889" cy="621300"/>
          </a:xfrm>
        </p:grpSpPr>
        <p:sp>
          <p:nvSpPr>
            <p:cNvPr id="2301" name="Google Shape;2301;p282"/>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1800" u="none" cap="none" strike="noStrike">
                  <a:solidFill>
                    <a:schemeClr val="lt1"/>
                  </a:solidFill>
                  <a:latin typeface="Roboto"/>
                  <a:ea typeface="Roboto"/>
                  <a:cs typeface="Roboto"/>
                  <a:sym typeface="Roboto"/>
                </a:rPr>
                <a:t>02</a:t>
              </a:r>
              <a:endParaRPr b="1" i="0" sz="1800" u="none" cap="none" strike="noStrike">
                <a:solidFill>
                  <a:schemeClr val="lt1"/>
                </a:solidFill>
                <a:latin typeface="Roboto"/>
                <a:ea typeface="Roboto"/>
                <a:cs typeface="Roboto"/>
                <a:sym typeface="Roboto"/>
              </a:endParaRPr>
            </a:p>
          </p:txBody>
        </p:sp>
        <p:sp>
          <p:nvSpPr>
            <p:cNvPr id="2302" name="Google Shape;2302;p282"/>
            <p:cNvSpPr/>
            <p:nvPr/>
          </p:nvSpPr>
          <p:spPr>
            <a:xfrm rot="5400000">
              <a:off x="969614" y="1607625"/>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Light"/>
                <a:ea typeface="Roboto Light"/>
                <a:cs typeface="Roboto Light"/>
                <a:sym typeface="Roboto Light"/>
              </a:endParaRPr>
            </a:p>
          </p:txBody>
        </p:sp>
      </p:grpSp>
      <p:sp>
        <p:nvSpPr>
          <p:cNvPr id="2303" name="Google Shape;2303;p282"/>
          <p:cNvSpPr/>
          <p:nvPr/>
        </p:nvSpPr>
        <p:spPr>
          <a:xfrm>
            <a:off x="1245700" y="2150172"/>
            <a:ext cx="5042100" cy="688200"/>
          </a:xfrm>
          <a:prstGeom prst="roundRect">
            <a:avLst>
              <a:gd fmla="val 16667" name="adj"/>
            </a:avLst>
          </a:prstGeom>
          <a:solidFill>
            <a:srgbClr val="F3F3F3"/>
          </a:solidFill>
          <a:ln>
            <a:noFill/>
          </a:ln>
        </p:spPr>
        <p:txBody>
          <a:bodyPr anchorCtr="0" anchor="t" bIns="91425" lIns="91425" spcFirstLastPara="1" rIns="91425" wrap="square" tIns="182875">
            <a:noAutofit/>
          </a:bodyPr>
          <a:lstStyle/>
          <a:p>
            <a:pPr indent="0" lvl="0" marL="114300" marR="0" rtl="0" algn="l">
              <a:lnSpc>
                <a:spcPct val="100000"/>
              </a:lnSpc>
              <a:spcBef>
                <a:spcPts val="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View a user’s confidential data.</a:t>
            </a:r>
            <a:endParaRPr i="0" sz="1600" u="none" cap="none" strike="noStrike">
              <a:solidFill>
                <a:schemeClr val="dk2"/>
              </a:solidFill>
              <a:latin typeface="Roboto"/>
              <a:ea typeface="Roboto"/>
              <a:cs typeface="Roboto"/>
              <a:sym typeface="Roboto"/>
            </a:endParaRPr>
          </a:p>
        </p:txBody>
      </p:sp>
      <p:grpSp>
        <p:nvGrpSpPr>
          <p:cNvPr id="2304" name="Google Shape;2304;p282"/>
          <p:cNvGrpSpPr/>
          <p:nvPr/>
        </p:nvGrpSpPr>
        <p:grpSpPr>
          <a:xfrm>
            <a:off x="457192" y="2207916"/>
            <a:ext cx="680710" cy="572714"/>
            <a:chOff x="457200" y="1378813"/>
            <a:chExt cx="776889" cy="621300"/>
          </a:xfrm>
        </p:grpSpPr>
        <p:sp>
          <p:nvSpPr>
            <p:cNvPr id="2305" name="Google Shape;2305;p282"/>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1800" u="none" cap="none" strike="noStrike">
                  <a:solidFill>
                    <a:schemeClr val="lt1"/>
                  </a:solidFill>
                  <a:latin typeface="Roboto"/>
                  <a:ea typeface="Roboto"/>
                  <a:cs typeface="Roboto"/>
                  <a:sym typeface="Roboto"/>
                </a:rPr>
                <a:t>01</a:t>
              </a:r>
              <a:endParaRPr b="1" i="0" sz="1800" u="none" cap="none" strike="noStrike">
                <a:solidFill>
                  <a:schemeClr val="lt1"/>
                </a:solidFill>
                <a:latin typeface="Roboto"/>
                <a:ea typeface="Roboto"/>
                <a:cs typeface="Roboto"/>
                <a:sym typeface="Roboto"/>
              </a:endParaRPr>
            </a:p>
          </p:txBody>
        </p:sp>
        <p:sp>
          <p:nvSpPr>
            <p:cNvPr id="2306" name="Google Shape;2306;p282"/>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Light"/>
                <a:ea typeface="Roboto Light"/>
                <a:cs typeface="Roboto Light"/>
                <a:sym typeface="Roboto Light"/>
              </a:endParaRPr>
            </a:p>
          </p:txBody>
        </p:sp>
      </p:grpSp>
      <p:sp>
        <p:nvSpPr>
          <p:cNvPr id="2307" name="Google Shape;2307;p282"/>
          <p:cNvSpPr/>
          <p:nvPr/>
        </p:nvSpPr>
        <p:spPr>
          <a:xfrm>
            <a:off x="5589350" y="1457400"/>
            <a:ext cx="3018300" cy="30183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08" name="Google Shape;2308;p282"/>
          <p:cNvPicPr preferRelativeResize="0"/>
          <p:nvPr/>
        </p:nvPicPr>
        <p:blipFill rotWithShape="1">
          <a:blip r:embed="rId3">
            <a:alphaModFix/>
          </a:blip>
          <a:srcRect b="0" l="0" r="0" t="0"/>
          <a:stretch/>
        </p:blipFill>
        <p:spPr>
          <a:xfrm>
            <a:off x="5619877" y="1484643"/>
            <a:ext cx="2873928" cy="2667635"/>
          </a:xfrm>
          <a:prstGeom prst="rect">
            <a:avLst/>
          </a:prstGeom>
          <a:noFill/>
          <a:ln>
            <a:noFill/>
          </a:ln>
          <a:effectLst>
            <a:outerShdw blurRad="57150" rotWithShape="0" algn="bl" dir="5400000" dist="19050">
              <a:srgbClr val="000000">
                <a:alpha val="49411"/>
              </a:srgbClr>
            </a:outerShdw>
          </a:effectLst>
        </p:spPr>
      </p:pic>
      <p:sp>
        <p:nvSpPr>
          <p:cNvPr id="2309" name="Google Shape;2309;p282"/>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Impact</a:t>
            </a:r>
            <a:endParaRPr/>
          </a:p>
        </p:txBody>
      </p:sp>
      <p:sp>
        <p:nvSpPr>
          <p:cNvPr id="2310" name="Google Shape;2310;p282"/>
          <p:cNvSpPr txBox="1"/>
          <p:nvPr>
            <p:ph idx="4294967295" type="subTitle"/>
          </p:nvPr>
        </p:nvSpPr>
        <p:spPr>
          <a:xfrm>
            <a:off x="76200" y="512064"/>
            <a:ext cx="9144000" cy="416100"/>
          </a:xfrm>
          <a:prstGeom prst="rect">
            <a:avLst/>
          </a:prstGeom>
          <a:noFill/>
          <a:ln>
            <a:noFill/>
          </a:ln>
        </p:spPr>
        <p:txBody>
          <a:bodyPr anchorCtr="0" anchor="t" bIns="91425" lIns="365750" spcFirstLastPara="1" rIns="91425" wrap="square" tIns="91425">
            <a:noAutofit/>
          </a:bodyPr>
          <a:lstStyle/>
          <a:p>
            <a:pPr indent="0" lvl="0" marL="0" rtl="0" algn="l">
              <a:lnSpc>
                <a:spcPct val="115000"/>
              </a:lnSpc>
              <a:spcBef>
                <a:spcPts val="0"/>
              </a:spcBef>
              <a:spcAft>
                <a:spcPts val="0"/>
              </a:spcAft>
              <a:buNone/>
            </a:pPr>
            <a:r>
              <a:rPr lang="en"/>
              <a:t>If a malicious actor can successfully launch a brute-force attack against a web application’s users and gain access to users’ accounts, they can do the following:</a:t>
            </a:r>
            <a:endParaRPr/>
          </a:p>
          <a:p>
            <a:pPr indent="0" lvl="0" marL="0" rtl="0" algn="l">
              <a:lnSpc>
                <a:spcPct val="100000"/>
              </a:lnSpc>
              <a:spcBef>
                <a:spcPts val="0"/>
              </a:spcBef>
              <a:spcAft>
                <a:spcPts val="0"/>
              </a:spcAft>
              <a:buNone/>
            </a:pPr>
            <a:r>
              <a:t/>
            </a:r>
            <a:endParaRPr sz="1700"/>
          </a:p>
          <a:p>
            <a:pPr indent="0" lvl="0" marL="0" marR="0" rtl="0" algn="l">
              <a:lnSpc>
                <a:spcPct val="100000"/>
              </a:lnSpc>
              <a:spcBef>
                <a:spcPts val="0"/>
              </a:spcBef>
              <a:spcAft>
                <a:spcPts val="0"/>
              </a:spcAft>
              <a:buClr>
                <a:srgbClr val="2E5E73"/>
              </a:buClr>
              <a:buSzPts val="1800"/>
              <a:buFont typeface="Roboto Light"/>
              <a:buNone/>
            </a:pPr>
            <a:r>
              <a:t/>
            </a:r>
            <a:endParaRPr sz="17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4" name="Shape 2314"/>
        <p:cNvGrpSpPr/>
        <p:nvPr/>
      </p:nvGrpSpPr>
      <p:grpSpPr>
        <a:xfrm>
          <a:off x="0" y="0"/>
          <a:ext cx="0" cy="0"/>
          <a:chOff x="0" y="0"/>
          <a:chExt cx="0" cy="0"/>
        </a:xfrm>
      </p:grpSpPr>
      <p:sp>
        <p:nvSpPr>
          <p:cNvPr id="2315" name="Google Shape;2315;p283"/>
          <p:cNvSpPr/>
          <p:nvPr/>
        </p:nvSpPr>
        <p:spPr>
          <a:xfrm flipH="1">
            <a:off x="4311525" y="1435450"/>
            <a:ext cx="2056500" cy="3794700"/>
          </a:xfrm>
          <a:prstGeom prst="round2DiagRect">
            <a:avLst>
              <a:gd fmla="val 845"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316" name="Google Shape;2316;p283"/>
          <p:cNvSpPr/>
          <p:nvPr/>
        </p:nvSpPr>
        <p:spPr>
          <a:xfrm flipH="1">
            <a:off x="6579700" y="1435450"/>
            <a:ext cx="2056500" cy="3794700"/>
          </a:xfrm>
          <a:prstGeom prst="round2DiagRect">
            <a:avLst>
              <a:gd fmla="val 0"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317" name="Google Shape;2317;p283"/>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Mitigation Methods</a:t>
            </a:r>
            <a:endParaRPr/>
          </a:p>
        </p:txBody>
      </p:sp>
      <p:sp>
        <p:nvSpPr>
          <p:cNvPr id="2318" name="Google Shape;2318;p283"/>
          <p:cNvSpPr txBox="1"/>
          <p:nvPr>
            <p:ph idx="4294967295" type="subTitle"/>
          </p:nvPr>
        </p:nvSpPr>
        <p:spPr>
          <a:xfrm>
            <a:off x="76200" y="512064"/>
            <a:ext cx="9144000" cy="4161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sz="1700" u="none" cap="none" strike="noStrike"/>
              <a:t>Developers can use several mitigation methods to protect against a brute</a:t>
            </a:r>
            <a:r>
              <a:rPr lang="en" sz="1700"/>
              <a:t>-</a:t>
            </a:r>
            <a:r>
              <a:rPr i="0" lang="en" sz="1700" u="none" cap="none" strike="noStrike"/>
              <a:t>force attack:</a:t>
            </a:r>
            <a:endParaRPr i="0" sz="1700" u="none" cap="none" strike="noStrike"/>
          </a:p>
        </p:txBody>
      </p:sp>
      <p:sp>
        <p:nvSpPr>
          <p:cNvPr id="2319" name="Google Shape;2319;p283"/>
          <p:cNvSpPr/>
          <p:nvPr/>
        </p:nvSpPr>
        <p:spPr>
          <a:xfrm flipH="1">
            <a:off x="1949250" y="1435450"/>
            <a:ext cx="2056500" cy="3794700"/>
          </a:xfrm>
          <a:prstGeom prst="round2DiagRect">
            <a:avLst>
              <a:gd fmla="val 0"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grpSp>
        <p:nvGrpSpPr>
          <p:cNvPr id="2320" name="Google Shape;2320;p283"/>
          <p:cNvGrpSpPr/>
          <p:nvPr/>
        </p:nvGrpSpPr>
        <p:grpSpPr>
          <a:xfrm>
            <a:off x="1986706" y="1071364"/>
            <a:ext cx="533372" cy="533480"/>
            <a:chOff x="457200" y="1378813"/>
            <a:chExt cx="695400" cy="695450"/>
          </a:xfrm>
        </p:grpSpPr>
        <p:sp>
          <p:nvSpPr>
            <p:cNvPr id="2321" name="Google Shape;2321;p283"/>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rgbClr val="000000"/>
                  </a:solidFill>
                  <a:latin typeface="Roboto"/>
                  <a:ea typeface="Roboto"/>
                  <a:cs typeface="Roboto"/>
                  <a:sym typeface="Roboto"/>
                </a:rPr>
                <a:t>01</a:t>
              </a:r>
              <a:endParaRPr b="1" i="0" sz="2000" u="none" cap="none" strike="noStrike">
                <a:solidFill>
                  <a:srgbClr val="000000"/>
                </a:solidFill>
                <a:latin typeface="Roboto"/>
                <a:ea typeface="Roboto"/>
                <a:cs typeface="Roboto"/>
                <a:sym typeface="Roboto"/>
              </a:endParaRPr>
            </a:p>
          </p:txBody>
        </p:sp>
        <p:sp>
          <p:nvSpPr>
            <p:cNvPr id="2322" name="Google Shape;2322;p283"/>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23" name="Google Shape;2323;p283"/>
          <p:cNvGrpSpPr/>
          <p:nvPr/>
        </p:nvGrpSpPr>
        <p:grpSpPr>
          <a:xfrm>
            <a:off x="4337206" y="1071364"/>
            <a:ext cx="533372" cy="533480"/>
            <a:chOff x="457200" y="1378813"/>
            <a:chExt cx="695400" cy="695450"/>
          </a:xfrm>
        </p:grpSpPr>
        <p:sp>
          <p:nvSpPr>
            <p:cNvPr id="2324" name="Google Shape;2324;p283"/>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rgbClr val="FFFFFF"/>
                  </a:solidFill>
                  <a:latin typeface="Roboto"/>
                  <a:ea typeface="Roboto"/>
                  <a:cs typeface="Roboto"/>
                  <a:sym typeface="Roboto"/>
                </a:rPr>
                <a:t>02</a:t>
              </a:r>
              <a:endParaRPr b="1" i="0" sz="2000" u="none" cap="none" strike="noStrike">
                <a:solidFill>
                  <a:srgbClr val="FFFFFF"/>
                </a:solidFill>
                <a:latin typeface="Roboto"/>
                <a:ea typeface="Roboto"/>
                <a:cs typeface="Roboto"/>
                <a:sym typeface="Roboto"/>
              </a:endParaRPr>
            </a:p>
          </p:txBody>
        </p:sp>
        <p:sp>
          <p:nvSpPr>
            <p:cNvPr id="2325" name="Google Shape;2325;p283"/>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grpSp>
        <p:nvGrpSpPr>
          <p:cNvPr id="2326" name="Google Shape;2326;p283"/>
          <p:cNvGrpSpPr/>
          <p:nvPr/>
        </p:nvGrpSpPr>
        <p:grpSpPr>
          <a:xfrm>
            <a:off x="6619106" y="1072114"/>
            <a:ext cx="533372" cy="533480"/>
            <a:chOff x="457200" y="1378813"/>
            <a:chExt cx="695400" cy="695450"/>
          </a:xfrm>
        </p:grpSpPr>
        <p:sp>
          <p:nvSpPr>
            <p:cNvPr id="2327" name="Google Shape;2327;p283"/>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rgbClr val="FFFFFF"/>
                  </a:solidFill>
                  <a:latin typeface="Roboto"/>
                  <a:ea typeface="Roboto"/>
                  <a:cs typeface="Roboto"/>
                  <a:sym typeface="Roboto"/>
                </a:rPr>
                <a:t>03</a:t>
              </a:r>
              <a:endParaRPr b="1" i="0" sz="2000" u="none" cap="none" strike="noStrike">
                <a:solidFill>
                  <a:srgbClr val="FFFFFF"/>
                </a:solidFill>
                <a:latin typeface="Roboto"/>
                <a:ea typeface="Roboto"/>
                <a:cs typeface="Roboto"/>
                <a:sym typeface="Roboto"/>
              </a:endParaRPr>
            </a:p>
          </p:txBody>
        </p:sp>
        <p:sp>
          <p:nvSpPr>
            <p:cNvPr id="2328" name="Google Shape;2328;p283"/>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329" name="Google Shape;2329;p283"/>
          <p:cNvSpPr txBox="1"/>
          <p:nvPr/>
        </p:nvSpPr>
        <p:spPr>
          <a:xfrm>
            <a:off x="76200" y="2844850"/>
            <a:ext cx="1940100" cy="13692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2"/>
                </a:solidFill>
                <a:latin typeface="Roboto"/>
                <a:ea typeface="Roboto"/>
                <a:cs typeface="Roboto"/>
                <a:sym typeface="Roboto"/>
              </a:rPr>
              <a:t>For example:</a:t>
            </a:r>
            <a:endParaRPr b="1" i="0" sz="1600" u="none" cap="none" strike="noStrike">
              <a:solidFill>
                <a:schemeClr val="dk2"/>
              </a:solidFill>
              <a:latin typeface="Roboto"/>
              <a:ea typeface="Roboto"/>
              <a:cs typeface="Roboto"/>
              <a:sym typeface="Roboto"/>
            </a:endParaRPr>
          </a:p>
        </p:txBody>
      </p:sp>
      <p:cxnSp>
        <p:nvCxnSpPr>
          <p:cNvPr id="2330" name="Google Shape;2330;p283"/>
          <p:cNvCxnSpPr/>
          <p:nvPr/>
        </p:nvCxnSpPr>
        <p:spPr>
          <a:xfrm>
            <a:off x="482275" y="2704200"/>
            <a:ext cx="8162400" cy="0"/>
          </a:xfrm>
          <a:prstGeom prst="straightConnector1">
            <a:avLst/>
          </a:prstGeom>
          <a:noFill/>
          <a:ln cap="flat" cmpd="sng" w="19050">
            <a:solidFill>
              <a:schemeClr val="dk1"/>
            </a:solidFill>
            <a:prstDash val="dot"/>
            <a:round/>
            <a:headEnd len="sm" w="sm" type="none"/>
            <a:tailEnd len="sm" w="sm" type="none"/>
          </a:ln>
        </p:spPr>
      </p:cxnSp>
      <p:sp>
        <p:nvSpPr>
          <p:cNvPr id="2331" name="Google Shape;2331;p283"/>
          <p:cNvSpPr txBox="1"/>
          <p:nvPr/>
        </p:nvSpPr>
        <p:spPr>
          <a:xfrm>
            <a:off x="1970550" y="1680290"/>
            <a:ext cx="1940100" cy="646500"/>
          </a:xfrm>
          <a:prstGeom prst="rect">
            <a:avLst/>
          </a:prstGeom>
          <a:noFill/>
          <a:ln>
            <a:noFill/>
          </a:ln>
        </p:spPr>
        <p:txBody>
          <a:bodyPr anchorCtr="0" anchor="t" bIns="0" lIns="137150" spcFirstLastPara="1" rIns="91425" wrap="square" tIns="0">
            <a:noAutofit/>
          </a:bodyPr>
          <a:lstStyle/>
          <a:p>
            <a:pPr indent="0" lvl="0" marL="0" marR="0" rtl="0" algn="l">
              <a:lnSpc>
                <a:spcPct val="115000"/>
              </a:lnSpc>
              <a:spcBef>
                <a:spcPts val="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Require complex usernames and passwords. </a:t>
            </a:r>
            <a:endParaRPr i="0" sz="1600" u="none" cap="none" strike="noStrike">
              <a:solidFill>
                <a:schemeClr val="dk2"/>
              </a:solidFill>
              <a:latin typeface="Roboto"/>
              <a:ea typeface="Roboto"/>
              <a:cs typeface="Roboto"/>
              <a:sym typeface="Roboto"/>
            </a:endParaRPr>
          </a:p>
        </p:txBody>
      </p:sp>
      <p:sp>
        <p:nvSpPr>
          <p:cNvPr id="2332" name="Google Shape;2332;p283"/>
          <p:cNvSpPr txBox="1"/>
          <p:nvPr/>
        </p:nvSpPr>
        <p:spPr>
          <a:xfrm>
            <a:off x="1970550" y="2939625"/>
            <a:ext cx="2035200" cy="2037900"/>
          </a:xfrm>
          <a:prstGeom prst="rect">
            <a:avLst/>
          </a:prstGeom>
          <a:noFill/>
          <a:ln>
            <a:noFill/>
          </a:ln>
        </p:spPr>
        <p:txBody>
          <a:bodyPr anchorCtr="0" anchor="t" bIns="91425" lIns="137150" spcFirstLastPara="1" rIns="91425" wrap="square" tIns="0">
            <a:spAutoFit/>
          </a:bodyPr>
          <a:lstStyle/>
          <a:p>
            <a:pPr indent="0" lvl="0" marL="0" marR="0" rtl="0" algn="l">
              <a:lnSpc>
                <a:spcPct val="115000"/>
              </a:lnSpc>
              <a:spcBef>
                <a:spcPts val="0"/>
              </a:spcBef>
              <a:spcAft>
                <a:spcPts val="300"/>
              </a:spcAft>
              <a:buClr>
                <a:srgbClr val="000000"/>
              </a:buClr>
              <a:buSzPts val="1300"/>
              <a:buFont typeface="Arial"/>
              <a:buNone/>
            </a:pPr>
            <a:r>
              <a:rPr i="0" lang="en" sz="1600" u="none" cap="none" strike="noStrike">
                <a:solidFill>
                  <a:schemeClr val="dk2"/>
                </a:solidFill>
                <a:latin typeface="Roboto"/>
                <a:ea typeface="Roboto"/>
                <a:cs typeface="Roboto"/>
                <a:sym typeface="Roboto"/>
              </a:rPr>
              <a:t>Require the user to include special characters, upper- and lowercase, and numbers in the username and password.</a:t>
            </a:r>
            <a:endParaRPr i="0" sz="1600" u="none" cap="none" strike="noStrike">
              <a:solidFill>
                <a:schemeClr val="dk2"/>
              </a:solidFill>
              <a:latin typeface="Roboto"/>
              <a:ea typeface="Roboto"/>
              <a:cs typeface="Roboto"/>
              <a:sym typeface="Roboto"/>
            </a:endParaRPr>
          </a:p>
        </p:txBody>
      </p:sp>
      <p:sp>
        <p:nvSpPr>
          <p:cNvPr id="2333" name="Google Shape;2333;p283"/>
          <p:cNvSpPr txBox="1"/>
          <p:nvPr/>
        </p:nvSpPr>
        <p:spPr>
          <a:xfrm>
            <a:off x="4322750" y="1680290"/>
            <a:ext cx="1940100" cy="646500"/>
          </a:xfrm>
          <a:prstGeom prst="rect">
            <a:avLst/>
          </a:prstGeom>
          <a:noFill/>
          <a:ln>
            <a:noFill/>
          </a:ln>
        </p:spPr>
        <p:txBody>
          <a:bodyPr anchorCtr="0" anchor="t" bIns="0" lIns="137150" spcFirstLastPara="1" rIns="91425" wrap="square" tIns="0">
            <a:noAutofit/>
          </a:bodyPr>
          <a:lstStyle/>
          <a:p>
            <a:pPr indent="0" lvl="0" marL="0" marR="0" rtl="0" algn="l">
              <a:lnSpc>
                <a:spcPct val="115000"/>
              </a:lnSpc>
              <a:spcBef>
                <a:spcPts val="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Lock out accounts after a number of failed attempts. </a:t>
            </a:r>
            <a:endParaRPr i="0" sz="1600" u="none" cap="none" strike="noStrike">
              <a:solidFill>
                <a:schemeClr val="dk2"/>
              </a:solidFill>
              <a:latin typeface="Roboto"/>
              <a:ea typeface="Roboto"/>
              <a:cs typeface="Roboto"/>
              <a:sym typeface="Roboto"/>
            </a:endParaRPr>
          </a:p>
        </p:txBody>
      </p:sp>
      <p:sp>
        <p:nvSpPr>
          <p:cNvPr id="2334" name="Google Shape;2334;p283"/>
          <p:cNvSpPr txBox="1"/>
          <p:nvPr/>
        </p:nvSpPr>
        <p:spPr>
          <a:xfrm>
            <a:off x="4322750" y="2939625"/>
            <a:ext cx="2035200" cy="1077600"/>
          </a:xfrm>
          <a:prstGeom prst="rect">
            <a:avLst/>
          </a:prstGeom>
          <a:noFill/>
          <a:ln>
            <a:noFill/>
          </a:ln>
        </p:spPr>
        <p:txBody>
          <a:bodyPr anchorCtr="0" anchor="t" bIns="91425" lIns="137150" spcFirstLastPara="1" rIns="91425" wrap="square" tIns="0">
            <a:spAutoFit/>
          </a:bodyPr>
          <a:lstStyle/>
          <a:p>
            <a:pPr indent="0" lvl="0" marL="0" marR="0" rtl="0" algn="l">
              <a:lnSpc>
                <a:spcPct val="100000"/>
              </a:lnSpc>
              <a:spcBef>
                <a:spcPts val="0"/>
              </a:spcBef>
              <a:spcAft>
                <a:spcPts val="300"/>
              </a:spcAft>
              <a:buClr>
                <a:srgbClr val="000000"/>
              </a:buClr>
              <a:buSzPts val="1300"/>
              <a:buFont typeface="Arial"/>
              <a:buNone/>
            </a:pPr>
            <a:r>
              <a:rPr i="0" lang="en" sz="1600" u="none" cap="none" strike="noStrike">
                <a:solidFill>
                  <a:schemeClr val="dk2"/>
                </a:solidFill>
                <a:latin typeface="Roboto"/>
                <a:ea typeface="Roboto"/>
                <a:cs typeface="Roboto"/>
                <a:sym typeface="Roboto"/>
              </a:rPr>
              <a:t>After three failed login attempts, the user’s account gets locked.</a:t>
            </a:r>
            <a:endParaRPr i="0" sz="1600" u="none" cap="none" strike="noStrike">
              <a:solidFill>
                <a:schemeClr val="dk2"/>
              </a:solidFill>
              <a:latin typeface="Roboto"/>
              <a:ea typeface="Roboto"/>
              <a:cs typeface="Roboto"/>
              <a:sym typeface="Roboto"/>
            </a:endParaRPr>
          </a:p>
        </p:txBody>
      </p:sp>
      <p:sp>
        <p:nvSpPr>
          <p:cNvPr id="2335" name="Google Shape;2335;p283"/>
          <p:cNvSpPr txBox="1"/>
          <p:nvPr/>
        </p:nvSpPr>
        <p:spPr>
          <a:xfrm>
            <a:off x="6596550" y="1680288"/>
            <a:ext cx="1871400" cy="646500"/>
          </a:xfrm>
          <a:prstGeom prst="rect">
            <a:avLst/>
          </a:prstGeom>
          <a:noFill/>
          <a:ln>
            <a:noFill/>
          </a:ln>
        </p:spPr>
        <p:txBody>
          <a:bodyPr anchorCtr="0" anchor="t" bIns="0" lIns="137150" spcFirstLastPara="1" rIns="91425" wrap="square" tIns="0">
            <a:noAutofit/>
          </a:bodyPr>
          <a:lstStyle/>
          <a:p>
            <a:pPr indent="0" lvl="0" marL="0" marR="0" rtl="0" algn="l">
              <a:lnSpc>
                <a:spcPct val="115000"/>
              </a:lnSpc>
              <a:spcBef>
                <a:spcPts val="0"/>
              </a:spcBef>
              <a:spcAft>
                <a:spcPts val="0"/>
              </a:spcAft>
              <a:buClr>
                <a:srgbClr val="000000"/>
              </a:buClr>
              <a:buSzPts val="1400"/>
              <a:buFont typeface="Arial"/>
              <a:buNone/>
            </a:pPr>
            <a:r>
              <a:rPr i="0" lang="en" sz="1600" u="none" cap="none" strike="noStrike">
                <a:solidFill>
                  <a:schemeClr val="dk2"/>
                </a:solidFill>
                <a:latin typeface="Roboto"/>
                <a:ea typeface="Roboto"/>
                <a:cs typeface="Roboto"/>
                <a:sym typeface="Roboto"/>
              </a:rPr>
              <a:t>Use multi-factor authentication (MFA).</a:t>
            </a:r>
            <a:endParaRPr i="0" sz="1600" u="none" cap="none" strike="noStrike">
              <a:solidFill>
                <a:schemeClr val="dk2"/>
              </a:solidFill>
              <a:latin typeface="Roboto"/>
              <a:ea typeface="Roboto"/>
              <a:cs typeface="Roboto"/>
              <a:sym typeface="Roboto"/>
            </a:endParaRPr>
          </a:p>
        </p:txBody>
      </p:sp>
      <p:sp>
        <p:nvSpPr>
          <p:cNvPr id="2336" name="Google Shape;2336;p283"/>
          <p:cNvSpPr txBox="1"/>
          <p:nvPr/>
        </p:nvSpPr>
        <p:spPr>
          <a:xfrm>
            <a:off x="6596550" y="2939625"/>
            <a:ext cx="1871400" cy="2062500"/>
          </a:xfrm>
          <a:prstGeom prst="rect">
            <a:avLst/>
          </a:prstGeom>
          <a:noFill/>
          <a:ln>
            <a:noFill/>
          </a:ln>
        </p:spPr>
        <p:txBody>
          <a:bodyPr anchorCtr="0" anchor="t" bIns="91425" lIns="137150" spcFirstLastPara="1" rIns="91425" wrap="square" tIns="0">
            <a:spAutoFit/>
          </a:bodyPr>
          <a:lstStyle/>
          <a:p>
            <a:pPr indent="0" lvl="0" marL="0" marR="0" rtl="0" algn="l">
              <a:lnSpc>
                <a:spcPct val="100000"/>
              </a:lnSpc>
              <a:spcBef>
                <a:spcPts val="0"/>
              </a:spcBef>
              <a:spcAft>
                <a:spcPts val="300"/>
              </a:spcAft>
              <a:buClr>
                <a:srgbClr val="000000"/>
              </a:buClr>
              <a:buSzPts val="1300"/>
              <a:buFont typeface="Arial"/>
              <a:buNone/>
            </a:pPr>
            <a:r>
              <a:rPr i="0" lang="en" sz="1600" u="none" cap="none" strike="noStrike">
                <a:solidFill>
                  <a:schemeClr val="dk2"/>
                </a:solidFill>
                <a:latin typeface="Roboto"/>
                <a:ea typeface="Roboto"/>
                <a:cs typeface="Roboto"/>
                <a:sym typeface="Roboto"/>
              </a:rPr>
              <a:t>Require the user to have a password and a secondary form of</a:t>
            </a:r>
            <a:r>
              <a:rPr i="0" lang="en" sz="1600" u="none" cap="none" strike="noStrike">
                <a:solidFill>
                  <a:schemeClr val="dk2"/>
                </a:solidFill>
                <a:latin typeface="Roboto"/>
                <a:ea typeface="Roboto"/>
                <a:cs typeface="Roboto"/>
                <a:sym typeface="Roboto"/>
              </a:rPr>
              <a:t> </a:t>
            </a:r>
            <a:r>
              <a:rPr i="0" lang="en" sz="1600" u="none" cap="none" strike="noStrike">
                <a:solidFill>
                  <a:schemeClr val="dk2"/>
                </a:solidFill>
                <a:latin typeface="Roboto"/>
                <a:ea typeface="Roboto"/>
                <a:cs typeface="Roboto"/>
                <a:sym typeface="Roboto"/>
              </a:rPr>
              <a:t>authentication, like a pin generated by an external token.</a:t>
            </a:r>
            <a:endParaRPr i="0" sz="1600" u="none" cap="none" strike="noStrike">
              <a:solidFill>
                <a:schemeClr val="dk2"/>
              </a:solidFill>
              <a:latin typeface="Roboto"/>
              <a:ea typeface="Roboto"/>
              <a:cs typeface="Roboto"/>
              <a:sym typeface="Robot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0" name="Shape 2340"/>
        <p:cNvGrpSpPr/>
        <p:nvPr/>
      </p:nvGrpSpPr>
      <p:grpSpPr>
        <a:xfrm>
          <a:off x="0" y="0"/>
          <a:ext cx="0" cy="0"/>
          <a:chOff x="0" y="0"/>
          <a:chExt cx="0" cy="0"/>
        </a:xfrm>
      </p:grpSpPr>
      <p:sp>
        <p:nvSpPr>
          <p:cNvPr id="2341" name="Google Shape;2341;p284"/>
          <p:cNvSpPr txBox="1"/>
          <p:nvPr/>
        </p:nvSpPr>
        <p:spPr>
          <a:xfrm>
            <a:off x="76200" y="128016"/>
            <a:ext cx="8463300" cy="572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2"/>
                </a:solidFill>
                <a:latin typeface="Roboto"/>
                <a:ea typeface="Roboto"/>
                <a:cs typeface="Roboto"/>
                <a:sym typeface="Roboto"/>
              </a:rPr>
              <a:t>Brute</a:t>
            </a:r>
            <a:r>
              <a:rPr b="1" lang="en" sz="2400">
                <a:solidFill>
                  <a:schemeClr val="dk2"/>
                </a:solidFill>
                <a:latin typeface="Roboto"/>
                <a:ea typeface="Roboto"/>
                <a:cs typeface="Roboto"/>
                <a:sym typeface="Roboto"/>
              </a:rPr>
              <a:t>-</a:t>
            </a:r>
            <a:r>
              <a:rPr b="1" i="0" lang="en" sz="2400" u="none" cap="none" strike="noStrike">
                <a:solidFill>
                  <a:schemeClr val="dk2"/>
                </a:solidFill>
                <a:latin typeface="Roboto"/>
                <a:ea typeface="Roboto"/>
                <a:cs typeface="Roboto"/>
                <a:sym typeface="Roboto"/>
              </a:rPr>
              <a:t>Force Attack Summary</a:t>
            </a:r>
            <a:endParaRPr b="0" i="0" sz="2200" u="none" cap="none" strike="noStrike">
              <a:solidFill>
                <a:schemeClr val="dk2"/>
              </a:solidFill>
              <a:latin typeface="Roboto Light"/>
              <a:ea typeface="Roboto Light"/>
              <a:cs typeface="Roboto Light"/>
              <a:sym typeface="Roboto Light"/>
            </a:endParaRPr>
          </a:p>
        </p:txBody>
      </p:sp>
      <p:graphicFrame>
        <p:nvGraphicFramePr>
          <p:cNvPr id="2342" name="Google Shape;2342;p284"/>
          <p:cNvGraphicFramePr/>
          <p:nvPr/>
        </p:nvGraphicFramePr>
        <p:xfrm>
          <a:off x="451913" y="788350"/>
          <a:ext cx="3000000" cy="3000000"/>
        </p:xfrm>
        <a:graphic>
          <a:graphicData uri="http://schemas.openxmlformats.org/drawingml/2006/table">
            <a:tbl>
              <a:tblPr>
                <a:noFill/>
                <a:tableStyleId>{75141BB6-DF77-4DF5-89F7-14C60964F9B4}</a:tableStyleId>
              </a:tblPr>
              <a:tblGrid>
                <a:gridCol w="2429750"/>
                <a:gridCol w="5562825"/>
              </a:tblGrid>
              <a:tr h="80007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I</a:t>
                      </a:r>
                      <a:r>
                        <a:rPr b="1" lang="en" sz="1400" u="none" cap="none" strike="noStrike">
                          <a:solidFill>
                            <a:schemeClr val="lt1"/>
                          </a:solidFill>
                          <a:latin typeface="Roboto"/>
                          <a:ea typeface="Roboto"/>
                          <a:cs typeface="Roboto"/>
                          <a:sym typeface="Roboto"/>
                        </a:rPr>
                        <a:t>ntended purpose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of original function</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2"/>
                          </a:solidFill>
                          <a:latin typeface="Roboto"/>
                          <a:ea typeface="Roboto"/>
                          <a:cs typeface="Roboto"/>
                          <a:sym typeface="Roboto"/>
                        </a:rPr>
                        <a:t>Web applications use username and password input fields to authenticate a user before they can access a secure part of a web application.</a:t>
                      </a:r>
                      <a:endParaRPr sz="1400"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30477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V</a:t>
                      </a:r>
                      <a:r>
                        <a:rPr b="1" lang="en" sz="1400" u="none" cap="none" strike="noStrike">
                          <a:solidFill>
                            <a:schemeClr val="lt1"/>
                          </a:solidFill>
                          <a:latin typeface="Roboto"/>
                          <a:ea typeface="Roboto"/>
                          <a:cs typeface="Roboto"/>
                          <a:sym typeface="Roboto"/>
                        </a:rPr>
                        <a:t>ulnerability and </a:t>
                      </a:r>
                      <a:br>
                        <a:rPr b="1" lang="en" sz="1400" u="none" cap="none" strike="noStrike">
                          <a:solidFill>
                            <a:schemeClr val="lt1"/>
                          </a:solidFill>
                          <a:latin typeface="Roboto"/>
                          <a:ea typeface="Roboto"/>
                          <a:cs typeface="Roboto"/>
                          <a:sym typeface="Roboto"/>
                        </a:rPr>
                      </a:br>
                      <a:r>
                        <a:rPr b="1" lang="en">
                          <a:solidFill>
                            <a:schemeClr val="lt1"/>
                          </a:solidFill>
                          <a:latin typeface="Roboto"/>
                          <a:ea typeface="Roboto"/>
                          <a:cs typeface="Roboto"/>
                          <a:sym typeface="Roboto"/>
                        </a:rPr>
                        <a:t>m</a:t>
                      </a:r>
                      <a:r>
                        <a:rPr b="1" lang="en" sz="1400" u="none" cap="none" strike="noStrike">
                          <a:solidFill>
                            <a:schemeClr val="lt1"/>
                          </a:solidFill>
                          <a:latin typeface="Roboto"/>
                          <a:ea typeface="Roboto"/>
                          <a:cs typeface="Roboto"/>
                          <a:sym typeface="Roboto"/>
                        </a:rPr>
                        <a:t>ethod of exploit</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Without proper protections on the login page, an attacker can apply </a:t>
                      </a:r>
                      <a:br>
                        <a:rPr lang="en" sz="1400" u="none" cap="none" strike="noStrike">
                          <a:solidFill>
                            <a:schemeClr val="dk2"/>
                          </a:solidFill>
                          <a:latin typeface="Roboto"/>
                          <a:ea typeface="Roboto"/>
                          <a:cs typeface="Roboto"/>
                          <a:sym typeface="Roboto"/>
                        </a:rPr>
                      </a:br>
                      <a:r>
                        <a:rPr lang="en" sz="1400" u="none" cap="none" strike="noStrike">
                          <a:solidFill>
                            <a:schemeClr val="dk2"/>
                          </a:solidFill>
                          <a:latin typeface="Roboto"/>
                          <a:ea typeface="Roboto"/>
                          <a:cs typeface="Roboto"/>
                          <a:sym typeface="Roboto"/>
                        </a:rPr>
                        <a:t>a brute</a:t>
                      </a:r>
                      <a:r>
                        <a:rPr lang="en">
                          <a:solidFill>
                            <a:schemeClr val="dk2"/>
                          </a:solidFill>
                          <a:latin typeface="Roboto"/>
                          <a:ea typeface="Roboto"/>
                          <a:cs typeface="Roboto"/>
                          <a:sym typeface="Roboto"/>
                        </a:rPr>
                        <a:t>-</a:t>
                      </a:r>
                      <a:r>
                        <a:rPr lang="en" sz="1400" u="none" cap="none" strike="noStrike">
                          <a:solidFill>
                            <a:schemeClr val="dk2"/>
                          </a:solidFill>
                          <a:latin typeface="Roboto"/>
                          <a:ea typeface="Roboto"/>
                          <a:cs typeface="Roboto"/>
                          <a:sym typeface="Roboto"/>
                        </a:rPr>
                        <a:t>force attack to systematically test many user/password combinations to attempt to gain access to unauthorized accounts.</a:t>
                      </a:r>
                      <a:endParaRPr sz="1400"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67052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U</a:t>
                      </a:r>
                      <a:r>
                        <a:rPr b="1" lang="en" sz="1400" u="none" cap="none" strike="noStrike">
                          <a:solidFill>
                            <a:schemeClr val="lt1"/>
                          </a:solidFill>
                          <a:latin typeface="Roboto"/>
                          <a:ea typeface="Roboto"/>
                          <a:cs typeface="Roboto"/>
                          <a:sym typeface="Roboto"/>
                        </a:rPr>
                        <a:t>nintended consequence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of the exploit</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2"/>
                          </a:solidFill>
                          <a:latin typeface="Roboto"/>
                          <a:ea typeface="Roboto"/>
                          <a:cs typeface="Roboto"/>
                          <a:sym typeface="Roboto"/>
                        </a:rPr>
                        <a:t>The unintended consequence is that if an attacker can determine </a:t>
                      </a:r>
                      <a:br>
                        <a:rPr lang="en" sz="1400" u="none" cap="none" strike="noStrike">
                          <a:solidFill>
                            <a:schemeClr val="dk2"/>
                          </a:solidFill>
                          <a:latin typeface="Roboto"/>
                          <a:ea typeface="Roboto"/>
                          <a:cs typeface="Roboto"/>
                          <a:sym typeface="Roboto"/>
                        </a:rPr>
                      </a:br>
                      <a:r>
                        <a:rPr lang="en" sz="1400" u="none" cap="none" strike="noStrike">
                          <a:solidFill>
                            <a:schemeClr val="dk2"/>
                          </a:solidFill>
                          <a:latin typeface="Roboto"/>
                          <a:ea typeface="Roboto"/>
                          <a:cs typeface="Roboto"/>
                          <a:sym typeface="Roboto"/>
                        </a:rPr>
                        <a:t>a correct username/password combination, they can access an account that they do not have permission to access.</a:t>
                      </a:r>
                      <a:endParaRPr sz="1400"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761975">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M</a:t>
                      </a:r>
                      <a:r>
                        <a:rPr b="1" lang="en" sz="1400" u="none" cap="none" strike="noStrike">
                          <a:solidFill>
                            <a:schemeClr val="lt1"/>
                          </a:solidFill>
                          <a:latin typeface="Roboto"/>
                          <a:ea typeface="Roboto"/>
                          <a:cs typeface="Roboto"/>
                          <a:sym typeface="Roboto"/>
                        </a:rPr>
                        <a:t>itigation of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the vulnerability</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Mitigations can include requiring complex usernames </a:t>
                      </a:r>
                      <a:br>
                        <a:rPr lang="en" sz="1400" u="none" cap="none" strike="noStrike">
                          <a:solidFill>
                            <a:schemeClr val="dk2"/>
                          </a:solidFill>
                          <a:latin typeface="Roboto"/>
                          <a:ea typeface="Roboto"/>
                          <a:cs typeface="Roboto"/>
                          <a:sym typeface="Roboto"/>
                        </a:rPr>
                      </a:br>
                      <a:r>
                        <a:rPr lang="en" sz="1400" u="none" cap="none" strike="noStrike">
                          <a:solidFill>
                            <a:schemeClr val="dk2"/>
                          </a:solidFill>
                          <a:latin typeface="Roboto"/>
                          <a:ea typeface="Roboto"/>
                          <a:cs typeface="Roboto"/>
                          <a:sym typeface="Roboto"/>
                        </a:rPr>
                        <a:t>and passwords, using MFA, and enabling a lockout after a certain amount of failed login attempts.</a:t>
                      </a:r>
                      <a:endParaRPr sz="1400"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847700">
                <a:tc>
                  <a:txBody>
                    <a:bodyPr/>
                    <a:lstStyle/>
                    <a:p>
                      <a:pPr indent="0" lvl="0" marL="0" marR="0" rtl="0" algn="l">
                        <a:lnSpc>
                          <a:spcPct val="100000"/>
                        </a:lnSpc>
                        <a:spcBef>
                          <a:spcPts val="0"/>
                        </a:spcBef>
                        <a:spcAft>
                          <a:spcPts val="0"/>
                        </a:spcAft>
                        <a:buClr>
                          <a:srgbClr val="000000"/>
                        </a:buClr>
                        <a:buSzPts val="1400"/>
                        <a:buFont typeface="Arial"/>
                        <a:buNone/>
                      </a:pPr>
                      <a:r>
                        <a:rPr b="1" lang="en">
                          <a:solidFill>
                            <a:schemeClr val="lt1"/>
                          </a:solidFill>
                          <a:latin typeface="Roboto"/>
                          <a:ea typeface="Roboto"/>
                          <a:cs typeface="Roboto"/>
                          <a:sym typeface="Roboto"/>
                        </a:rPr>
                        <a:t>P</a:t>
                      </a:r>
                      <a:r>
                        <a:rPr b="1" lang="en" sz="1400" u="none" cap="none" strike="noStrike">
                          <a:solidFill>
                            <a:schemeClr val="lt1"/>
                          </a:solidFill>
                          <a:latin typeface="Roboto"/>
                          <a:ea typeface="Roboto"/>
                          <a:cs typeface="Roboto"/>
                          <a:sym typeface="Roboto"/>
                        </a:rPr>
                        <a:t>otential impact </a:t>
                      </a:r>
                      <a:br>
                        <a:rPr b="1" lang="en" sz="1400" u="none" cap="none" strike="noStrike">
                          <a:solidFill>
                            <a:schemeClr val="lt1"/>
                          </a:solidFill>
                          <a:latin typeface="Roboto"/>
                          <a:ea typeface="Roboto"/>
                          <a:cs typeface="Roboto"/>
                          <a:sym typeface="Roboto"/>
                        </a:rPr>
                      </a:br>
                      <a:r>
                        <a:rPr b="1" lang="en" sz="1400" u="none" cap="none" strike="noStrike">
                          <a:solidFill>
                            <a:schemeClr val="lt1"/>
                          </a:solidFill>
                          <a:latin typeface="Roboto"/>
                          <a:ea typeface="Roboto"/>
                          <a:cs typeface="Roboto"/>
                          <a:sym typeface="Roboto"/>
                        </a:rPr>
                        <a:t>of the exploit</a:t>
                      </a:r>
                      <a:endParaRPr b="1" sz="1400" u="none" cap="none" strike="noStrike">
                        <a:solidFill>
                          <a:schemeClr val="lt1"/>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The impact could include viewing a user’s confidential data within </a:t>
                      </a:r>
                      <a:br>
                        <a:rPr lang="en" sz="1400" u="none" cap="none" strike="noStrike">
                          <a:solidFill>
                            <a:schemeClr val="dk2"/>
                          </a:solidFill>
                          <a:latin typeface="Roboto"/>
                          <a:ea typeface="Roboto"/>
                          <a:cs typeface="Roboto"/>
                          <a:sym typeface="Roboto"/>
                        </a:rPr>
                      </a:br>
                      <a:r>
                        <a:rPr lang="en" sz="1400" u="none" cap="none" strike="noStrike">
                          <a:solidFill>
                            <a:schemeClr val="dk2"/>
                          </a:solidFill>
                          <a:latin typeface="Roboto"/>
                          <a:ea typeface="Roboto"/>
                          <a:cs typeface="Roboto"/>
                          <a:sym typeface="Roboto"/>
                        </a:rPr>
                        <a:t>the application or conducting unauthorized activities within </a:t>
                      </a:r>
                      <a:br>
                        <a:rPr lang="en" sz="1400" u="none" cap="none" strike="noStrike">
                          <a:solidFill>
                            <a:schemeClr val="dk2"/>
                          </a:solidFill>
                          <a:latin typeface="Roboto"/>
                          <a:ea typeface="Roboto"/>
                          <a:cs typeface="Roboto"/>
                          <a:sym typeface="Roboto"/>
                        </a:rPr>
                      </a:br>
                      <a:r>
                        <a:rPr lang="en" sz="1400" u="none" cap="none" strike="noStrike">
                          <a:solidFill>
                            <a:schemeClr val="dk2"/>
                          </a:solidFill>
                          <a:latin typeface="Roboto"/>
                          <a:ea typeface="Roboto"/>
                          <a:cs typeface="Roboto"/>
                          <a:sym typeface="Roboto"/>
                        </a:rPr>
                        <a:t>the application.</a:t>
                      </a:r>
                      <a:endParaRPr sz="1400" u="none" cap="none" strike="noStrike">
                        <a:solidFill>
                          <a:schemeClr val="dk2"/>
                        </a:solidFill>
                        <a:latin typeface="Roboto"/>
                        <a:ea typeface="Roboto"/>
                        <a:cs typeface="Roboto"/>
                        <a:sym typeface="Roboto"/>
                      </a:endParaRPr>
                    </a:p>
                  </a:txBody>
                  <a:tcPr marT="91425" marB="91425" marR="91425" marL="914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sp>
        <p:nvSpPr>
          <p:cNvPr id="2347" name="Google Shape;2347;p285"/>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2348" name="Google Shape;2348;p285"/>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Conducting brute-force attacks with Burp Intruder </a:t>
            </a:r>
            <a:endParaRPr/>
          </a:p>
        </p:txBody>
      </p:sp>
      <p:sp>
        <p:nvSpPr>
          <p:cNvPr id="2349" name="Google Shape;2349;p285"/>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use Burp Suite to determine if weak </a:t>
            </a:r>
            <a:br>
              <a:rPr lang="en"/>
            </a:br>
            <a:r>
              <a:rPr lang="en"/>
              <a:t>user passwords are vulnerable to brute-force attacks.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353" name="Shape 2353"/>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357" name="Shape 2357"/>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1" name="Shape 2361"/>
        <p:cNvGrpSpPr/>
        <p:nvPr/>
      </p:nvGrpSpPr>
      <p:grpSpPr>
        <a:xfrm>
          <a:off x="0" y="0"/>
          <a:ext cx="0" cy="0"/>
          <a:chOff x="0" y="0"/>
          <a:chExt cx="0" cy="0"/>
        </a:xfrm>
      </p:grpSpPr>
      <p:sp>
        <p:nvSpPr>
          <p:cNvPr id="2362" name="Google Shape;2362;p288"/>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2000">
                <a:latin typeface="Roboto"/>
                <a:ea typeface="Roboto"/>
                <a:cs typeface="Roboto"/>
                <a:sym typeface="Roboto"/>
              </a:rPr>
              <a:t>Set up next week’s lab environment</a:t>
            </a:r>
            <a:endParaRPr b="0" sz="2000">
              <a:latin typeface="Roboto"/>
              <a:ea typeface="Roboto"/>
              <a:cs typeface="Roboto"/>
              <a:sym typeface="Roboto"/>
            </a:endParaRPr>
          </a:p>
          <a:p>
            <a:pPr indent="0" lvl="0" marL="0" rtl="0" algn="ctr">
              <a:spcBef>
                <a:spcPts val="0"/>
              </a:spcBef>
              <a:spcAft>
                <a:spcPts val="0"/>
              </a:spcAft>
              <a:buNone/>
            </a:pPr>
            <a:r>
              <a:t/>
            </a:r>
            <a:endParaRPr b="0" sz="2000">
              <a:latin typeface="Roboto"/>
              <a:ea typeface="Roboto"/>
              <a:cs typeface="Roboto"/>
              <a:sym typeface="Roboto"/>
            </a:endParaRPr>
          </a:p>
          <a:p>
            <a:pPr indent="0" lvl="0" marL="0" rtl="0" algn="ctr">
              <a:spcBef>
                <a:spcPts val="0"/>
              </a:spcBef>
              <a:spcAft>
                <a:spcPts val="0"/>
              </a:spcAft>
              <a:buNone/>
            </a:pPr>
            <a:r>
              <a:t/>
            </a:r>
            <a:endParaRPr b="0" sz="2000">
              <a:latin typeface="Roboto"/>
              <a:ea typeface="Roboto"/>
              <a:cs typeface="Roboto"/>
              <a:sym typeface="Roboto"/>
            </a:endParaRPr>
          </a:p>
          <a:p>
            <a:pPr indent="0" lvl="0" marL="0" rtl="0" algn="ctr">
              <a:spcBef>
                <a:spcPts val="0"/>
              </a:spcBef>
              <a:spcAft>
                <a:spcPts val="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366" name="Shape 2366"/>
        <p:cNvGrpSpPr/>
        <p:nvPr/>
      </p:nvGrpSpPr>
      <p:grpSpPr>
        <a:xfrm>
          <a:off x="0" y="0"/>
          <a:ext cx="0" cy="0"/>
          <a:chOff x="0" y="0"/>
          <a:chExt cx="0" cy="0"/>
        </a:xfrm>
      </p:grpSpPr>
      <p:pic>
        <p:nvPicPr>
          <p:cNvPr id="2367" name="Google Shape;2367;p289"/>
          <p:cNvPicPr preferRelativeResize="0"/>
          <p:nvPr/>
        </p:nvPicPr>
        <p:blipFill rotWithShape="1">
          <a:blip r:embed="rId3">
            <a:alphaModFix/>
          </a:blip>
          <a:srcRect b="-2602" l="0" r="-4481" t="-1509"/>
          <a:stretch/>
        </p:blipFill>
        <p:spPr>
          <a:xfrm>
            <a:off x="5397925" y="1784875"/>
            <a:ext cx="3311200" cy="2286500"/>
          </a:xfrm>
          <a:prstGeom prst="rect">
            <a:avLst/>
          </a:prstGeom>
          <a:noFill/>
          <a:ln>
            <a:noFill/>
          </a:ln>
        </p:spPr>
      </p:pic>
      <p:sp>
        <p:nvSpPr>
          <p:cNvPr id="2368" name="Google Shape;2368;p289"/>
          <p:cNvSpPr txBox="1"/>
          <p:nvPr>
            <p:ph idx="4294967295" type="title"/>
          </p:nvPr>
        </p:nvSpPr>
        <p:spPr>
          <a:xfrm>
            <a:off x="76200" y="128016"/>
            <a:ext cx="9168600" cy="5337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2400"/>
              <a:buNone/>
            </a:pPr>
            <a:r>
              <a:rPr lang="en"/>
              <a:t>Next Week’s Lab Environment</a:t>
            </a:r>
            <a:endParaRPr/>
          </a:p>
        </p:txBody>
      </p:sp>
      <p:sp>
        <p:nvSpPr>
          <p:cNvPr id="2369" name="Google Shape;2369;p289"/>
          <p:cNvSpPr txBox="1"/>
          <p:nvPr>
            <p:ph idx="4294967295" type="subTitle"/>
          </p:nvPr>
        </p:nvSpPr>
        <p:spPr>
          <a:xfrm>
            <a:off x="76200" y="512064"/>
            <a:ext cx="9144000" cy="3648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2E5E73"/>
              </a:buClr>
              <a:buSzPts val="1800"/>
              <a:buFont typeface="Roboto Light"/>
              <a:buNone/>
            </a:pPr>
            <a:r>
              <a:rPr i="0" lang="en" u="none" cap="none" strike="noStrike"/>
              <a:t>We will return to Azure Lab Services and use a new pen</a:t>
            </a:r>
            <a:r>
              <a:rPr lang="en"/>
              <a:t>-</a:t>
            </a:r>
            <a:r>
              <a:rPr i="0" lang="en" u="none" cap="none" strike="noStrike"/>
              <a:t>testing lab environment. </a:t>
            </a:r>
            <a:endParaRPr i="0" u="none" cap="none" strike="noStrike"/>
          </a:p>
        </p:txBody>
      </p:sp>
      <p:sp>
        <p:nvSpPr>
          <p:cNvPr id="2370" name="Google Shape;2370;p289"/>
          <p:cNvSpPr txBox="1"/>
          <p:nvPr>
            <p:ph idx="4294967295" type="subTitle"/>
          </p:nvPr>
        </p:nvSpPr>
        <p:spPr>
          <a:xfrm>
            <a:off x="0" y="4701625"/>
            <a:ext cx="8048400" cy="226800"/>
          </a:xfrm>
          <a:prstGeom prst="rect">
            <a:avLst/>
          </a:prstGeom>
          <a:noFill/>
          <a:ln>
            <a:noFill/>
          </a:ln>
        </p:spPr>
        <p:txBody>
          <a:bodyPr anchorCtr="0" anchor="t" bIns="0" lIns="274300" spcFirstLastPara="1" rIns="0" wrap="square" tIns="45700">
            <a:noAutofit/>
          </a:bodyPr>
          <a:lstStyle/>
          <a:p>
            <a:pPr indent="0" lvl="0" marL="228600" marR="0" rtl="0" algn="l">
              <a:lnSpc>
                <a:spcPct val="100000"/>
              </a:lnSpc>
              <a:spcBef>
                <a:spcPts val="0"/>
              </a:spcBef>
              <a:spcAft>
                <a:spcPts val="0"/>
              </a:spcAft>
              <a:buClr>
                <a:srgbClr val="2E5E73"/>
              </a:buClr>
              <a:buSzPts val="700"/>
              <a:buFont typeface="Roboto Light"/>
              <a:buNone/>
            </a:pPr>
            <a:r>
              <a:rPr lang="en" sz="1300">
                <a:latin typeface="Roboto Light"/>
                <a:ea typeface="Roboto Light"/>
                <a:cs typeface="Roboto Light"/>
                <a:sym typeface="Roboto Light"/>
              </a:rPr>
              <a:t>Source: </a:t>
            </a:r>
            <a:r>
              <a:rPr b="0" i="0" lang="en" sz="1300" u="sng" cap="none" strike="noStrike">
                <a:latin typeface="Roboto Light"/>
                <a:ea typeface="Roboto Light"/>
                <a:cs typeface="Roboto Light"/>
                <a:sym typeface="Roboto Light"/>
                <a:hlinkClick r:id="rId4"/>
              </a:rPr>
              <a:t>azure.microsoft.com</a:t>
            </a:r>
            <a:r>
              <a:rPr b="0" i="0" lang="en" sz="1000" u="none" cap="none" strike="noStrike">
                <a:latin typeface="Roboto Light"/>
                <a:ea typeface="Roboto Light"/>
                <a:cs typeface="Roboto Light"/>
                <a:sym typeface="Roboto Light"/>
              </a:rPr>
              <a:t> </a:t>
            </a:r>
            <a:endParaRPr b="0" i="0" sz="1000" u="none" cap="none" strike="noStrike">
              <a:latin typeface="Roboto Light"/>
              <a:ea typeface="Roboto Light"/>
              <a:cs typeface="Roboto Light"/>
              <a:sym typeface="Roboto Light"/>
            </a:endParaRPr>
          </a:p>
        </p:txBody>
      </p:sp>
      <p:sp>
        <p:nvSpPr>
          <p:cNvPr id="2371" name="Google Shape;2371;p289"/>
          <p:cNvSpPr txBox="1"/>
          <p:nvPr>
            <p:ph idx="4294967295" type="body"/>
          </p:nvPr>
        </p:nvSpPr>
        <p:spPr>
          <a:xfrm>
            <a:off x="593550" y="1342350"/>
            <a:ext cx="4356600" cy="3025200"/>
          </a:xfrm>
          <a:prstGeom prst="rect">
            <a:avLst/>
          </a:prstGeom>
          <a:noFill/>
          <a:ln>
            <a:noFill/>
          </a:ln>
        </p:spPr>
        <p:txBody>
          <a:bodyPr anchorCtr="0" anchor="t" bIns="91425" lIns="91425" spcFirstLastPara="1" rIns="91425" wrap="square" tIns="0">
            <a:noAutofit/>
          </a:bodyPr>
          <a:lstStyle/>
          <a:p>
            <a:pPr indent="-193040" lvl="0" marL="182880" rtl="0" algn="l">
              <a:lnSpc>
                <a:spcPct val="115000"/>
              </a:lnSpc>
              <a:spcBef>
                <a:spcPts val="0"/>
              </a:spcBef>
              <a:spcAft>
                <a:spcPts val="0"/>
              </a:spcAft>
              <a:buSzPts val="1600"/>
              <a:buChar char="●"/>
            </a:pPr>
            <a:r>
              <a:rPr lang="en" sz="1600"/>
              <a:t>Switch to your local computer environment. </a:t>
            </a:r>
            <a:endParaRPr sz="1600"/>
          </a:p>
          <a:p>
            <a:pPr indent="-193040" lvl="0" marL="182880" rtl="0" algn="l">
              <a:lnSpc>
                <a:spcPct val="115000"/>
              </a:lnSpc>
              <a:spcBef>
                <a:spcPts val="600"/>
              </a:spcBef>
              <a:spcAft>
                <a:spcPts val="0"/>
              </a:spcAft>
              <a:buSzPts val="1600"/>
              <a:buChar char="●"/>
            </a:pPr>
            <a:r>
              <a:rPr lang="en" sz="1600"/>
              <a:t>You will be provided with a registration link for the pen-testing environment. </a:t>
            </a:r>
            <a:endParaRPr sz="1600"/>
          </a:p>
          <a:p>
            <a:pPr indent="-193040" lvl="0" marL="182880" rtl="0" algn="l">
              <a:lnSpc>
                <a:spcPct val="115000"/>
              </a:lnSpc>
              <a:spcBef>
                <a:spcPts val="600"/>
              </a:spcBef>
              <a:spcAft>
                <a:spcPts val="0"/>
              </a:spcAft>
              <a:buSzPts val="1600"/>
              <a:buChar char="●"/>
            </a:pPr>
            <a:r>
              <a:rPr lang="en" sz="1600"/>
              <a:t>Once you click the link, the pen-testing environment card will be added to your Azure dashboard.</a:t>
            </a:r>
            <a:endParaRPr sz="1600"/>
          </a:p>
          <a:p>
            <a:pPr indent="-193040" lvl="0" marL="182880" rtl="0" algn="l">
              <a:lnSpc>
                <a:spcPct val="115000"/>
              </a:lnSpc>
              <a:spcBef>
                <a:spcPts val="600"/>
              </a:spcBef>
              <a:spcAft>
                <a:spcPts val="0"/>
              </a:spcAft>
              <a:buSzPts val="1600"/>
              <a:buChar char="●"/>
            </a:pPr>
            <a:r>
              <a:rPr lang="en" sz="1600"/>
              <a:t>Make sure you can set up and access this environment. Reach out if you need help with any troubleshooting issues prior to the next class.</a:t>
            </a:r>
            <a:endParaRPr sz="16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375" name="Shape 237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