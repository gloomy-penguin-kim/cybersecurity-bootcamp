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13" r:id="rId5"/>
    <p:sldMasterId id="214748391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</p:sldIdLst>
  <p:sldSz cy="5143500" cx="9144000"/>
  <p:notesSz cx="6858000" cy="9144000"/>
  <p:embeddedFontLst>
    <p:embeddedFont>
      <p:font typeface="Roboto Thin"/>
      <p:regular r:id="rId92"/>
      <p:bold r:id="rId93"/>
      <p:italic r:id="rId94"/>
      <p:boldItalic r:id="rId95"/>
    </p:embeddedFont>
    <p:embeddedFont>
      <p:font typeface="Roboto"/>
      <p:regular r:id="rId96"/>
      <p:bold r:id="rId97"/>
      <p:italic r:id="rId98"/>
      <p:boldItalic r:id="rId99"/>
    </p:embeddedFont>
    <p:embeddedFont>
      <p:font typeface="Roboto Medium"/>
      <p:regular r:id="rId100"/>
      <p:bold r:id="rId101"/>
      <p:italic r:id="rId102"/>
      <p:boldItalic r:id="rId103"/>
    </p:embeddedFont>
    <p:embeddedFont>
      <p:font typeface="Caveat"/>
      <p:regular r:id="rId104"/>
      <p:bold r:id="rId105"/>
    </p:embeddedFont>
    <p:embeddedFont>
      <p:font typeface="Inconsolata"/>
      <p:regular r:id="rId106"/>
      <p:bold r:id="rId107"/>
    </p:embeddedFont>
    <p:embeddedFont>
      <p:font typeface="Oswald Light"/>
      <p:regular r:id="rId108"/>
      <p:bold r:id="rId109"/>
    </p:embeddedFont>
    <p:embeddedFont>
      <p:font typeface="Roboto Light"/>
      <p:regular r:id="rId110"/>
      <p:bold r:id="rId111"/>
      <p:italic r:id="rId112"/>
      <p:boldItalic r:id="rId113"/>
    </p:embeddedFont>
    <p:embeddedFont>
      <p:font typeface="Inconsolata Medium"/>
      <p:regular r:id="rId114"/>
      <p:bold r:id="rId115"/>
    </p:embeddedFont>
    <p:embeddedFont>
      <p:font typeface="Oswald"/>
      <p:regular r:id="rId116"/>
      <p:bold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9D02EB-65C8-4529-8ACB-7B23F1C29B36}">
  <a:tblStyle styleId="{AD9D02EB-65C8-4529-8ACB-7B23F1C29B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859A215-E66A-41F9-B2EF-4776BB0D7F8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Inconsolata-bold.fntdata"/><Relationship Id="rId106" Type="http://schemas.openxmlformats.org/officeDocument/2006/relationships/font" Target="fonts/Inconsolata-regular.fntdata"/><Relationship Id="rId105" Type="http://schemas.openxmlformats.org/officeDocument/2006/relationships/font" Target="fonts/Caveat-bold.fntdata"/><Relationship Id="rId104" Type="http://schemas.openxmlformats.org/officeDocument/2006/relationships/font" Target="fonts/Caveat-regular.fntdata"/><Relationship Id="rId109" Type="http://schemas.openxmlformats.org/officeDocument/2006/relationships/font" Target="fonts/OswaldLight-bold.fntdata"/><Relationship Id="rId108" Type="http://schemas.openxmlformats.org/officeDocument/2006/relationships/font" Target="fonts/OswaldLight-regular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RobotoMedium-boldItalic.fntdata"/><Relationship Id="rId102" Type="http://schemas.openxmlformats.org/officeDocument/2006/relationships/font" Target="fonts/RobotoMedium-italic.fntdata"/><Relationship Id="rId101" Type="http://schemas.openxmlformats.org/officeDocument/2006/relationships/font" Target="fonts/RobotoMedium-bold.fntdata"/><Relationship Id="rId100" Type="http://schemas.openxmlformats.org/officeDocument/2006/relationships/font" Target="fonts/RobotoMedium-regular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font" Target="fonts/RobotoThin-boldItalic.fntdata"/><Relationship Id="rId94" Type="http://schemas.openxmlformats.org/officeDocument/2006/relationships/font" Target="fonts/RobotoThin-italic.fntdata"/><Relationship Id="rId97" Type="http://schemas.openxmlformats.org/officeDocument/2006/relationships/font" Target="fonts/Roboto-bold.fntdata"/><Relationship Id="rId96" Type="http://schemas.openxmlformats.org/officeDocument/2006/relationships/font" Target="fonts/Roboto-regular.fntdata"/><Relationship Id="rId11" Type="http://schemas.openxmlformats.org/officeDocument/2006/relationships/slide" Target="slides/slide4.xml"/><Relationship Id="rId99" Type="http://schemas.openxmlformats.org/officeDocument/2006/relationships/font" Target="fonts/Roboto-boldItalic.fntdata"/><Relationship Id="rId10" Type="http://schemas.openxmlformats.org/officeDocument/2006/relationships/slide" Target="slides/slide3.xml"/><Relationship Id="rId98" Type="http://schemas.openxmlformats.org/officeDocument/2006/relationships/font" Target="fonts/Robo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font" Target="fonts/RobotoThin-bold.fntdata"/><Relationship Id="rId92" Type="http://schemas.openxmlformats.org/officeDocument/2006/relationships/font" Target="fonts/RobotoThin-regular.fntdata"/><Relationship Id="rId117" Type="http://schemas.openxmlformats.org/officeDocument/2006/relationships/font" Target="fonts/Oswald-bold.fntdata"/><Relationship Id="rId116" Type="http://schemas.openxmlformats.org/officeDocument/2006/relationships/font" Target="fonts/Oswald-regular.fntdata"/><Relationship Id="rId115" Type="http://schemas.openxmlformats.org/officeDocument/2006/relationships/font" Target="fonts/InconsolataMedium-bold.fntdata"/><Relationship Id="rId15" Type="http://schemas.openxmlformats.org/officeDocument/2006/relationships/slide" Target="slides/slide8.xml"/><Relationship Id="rId110" Type="http://schemas.openxmlformats.org/officeDocument/2006/relationships/font" Target="fonts/RobotoLight-regular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font" Target="fonts/InconsolataMedium-regular.fntdata"/><Relationship Id="rId18" Type="http://schemas.openxmlformats.org/officeDocument/2006/relationships/slide" Target="slides/slide11.xml"/><Relationship Id="rId113" Type="http://schemas.openxmlformats.org/officeDocument/2006/relationships/font" Target="fonts/RobotoLight-boldItalic.fntdata"/><Relationship Id="rId112" Type="http://schemas.openxmlformats.org/officeDocument/2006/relationships/font" Target="fonts/RobotoLight-italic.fntdata"/><Relationship Id="rId111" Type="http://schemas.openxmlformats.org/officeDocument/2006/relationships/font" Target="fonts/RobotoLight-bold.fntdata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4" name="Google Shape;2514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g2fb925c7b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1" name="Google Shape;2521;g2fb925c7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g30b5e0e96a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9" name="Google Shape;2549;g30b5e0e96a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30b5e0e96ae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3" name="Google Shape;2553;g30b5e0e96ae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2fc4da4874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8" name="Google Shape;2558;g2fc4da4874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shutterstock_1695961186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g2fc4da4874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6" name="Google Shape;2566;g2fc4da4874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shutterstock_1114478570_VPN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g2fc4da4874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5" name="Google Shape;2575;g2fc4da4874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g2fc4da4874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1" name="Google Shape;2591;g2fc4da4874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g2fc4da4874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9" name="Google Shape;2599;g2fc4da4874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g2fc4da4874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4" name="Google Shape;2614;g2fc4da4874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2fc4da487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0" name="Google Shape;2650;g2fc4da487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shutterstock_1750908701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8" name="Shape 2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Google Shape;2669;g2fc4da4874e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0" name="Google Shape;2670;g2fc4da4874e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shutterstock_1750908701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30a878d6c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30a878d6c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8" name="Shape 2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Google Shape;2699;g2fc4da4874e_0_2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0" name="Google Shape;2700;g2fc4da4874e_0_2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g2fc4da4874e_0_2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5" name="Google Shape;2705;g2fc4da4874e_0_2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g2fc4da4874e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2" name="Google Shape;2712;g2fc4da4874e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g2fc4da4874e_1_1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0" name="Google Shape;2720;g2fc4da4874e_1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2fc4da4874e_1_3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6" name="Google Shape;2736;g2fc4da4874e_1_3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2fc4da4874e_1_3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8" name="Google Shape;2768;g2fc4da4874e_1_3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shutterstock_130219952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g2fc4da4874e_1_3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6" name="Google Shape;2776;g2fc4da4874e_1_3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shutterstock_130219952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g2fc4da4874e_1_3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4" name="Google Shape;2784;g2fc4da4874e_1_3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shutterstock_130219952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1" name="Shape 2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Google Shape;2792;g2fc4da4874e_1_4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3" name="Google Shape;2793;g2fc4da4874e_1_4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g2fc4da4874e_1_3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9" name="Google Shape;2799;g2fc4da4874e_1_3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2fc4da4874e_1_4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4" name="Google Shape;2804;g2fc4da4874e_1_4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1" name="Shape 2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2" name="Google Shape;2812;g2fc4da4874e_1_6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3" name="Google Shape;2813;g2fc4da4874e_1_6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g2fc4da4874e_1_6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1" name="Google Shape;2841;g2fc4da4874e_1_6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shutterstock_287479460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4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Google Shape;2855;g2fc4da4874e_1_6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6" name="Google Shape;2856;g2fc4da4874e_1_6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g2fc4da4874e_1_7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4" name="Google Shape;2874;g2fc4da4874e_1_7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Image source: shutterstock_1083618569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0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g2fc4da4874e_1_8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2" name="Google Shape;2882;g2fc4da4874e_1_8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shutterstock_1873721488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0" name="Shape 2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Google Shape;2891;g2fc4da4874e_1_10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2" name="Google Shape;2892;g2fc4da4874e_1_10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g2fc4da4874e_1_1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2" name="Google Shape;2902;g2fc4da4874e_1_1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g2fc4da4874e_1_12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8" name="Google Shape;2908;g2fc4da4874e_1_12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g30a3240009e_0_2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9" name="Google Shape;2919;g30a3240009e_0_2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2fc4da4874e_1_13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4" name="Google Shape;2924;g2fc4da4874e_1_13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8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g2fc4da4874e_1_14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0" name="Google Shape;2930;g2fc4da4874e_1_14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g30a8c704c1c_0_27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2" name="Google Shape;2962;g30a8c704c1c_0_27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g30a8c704c1c_0_27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0" name="Google Shape;2970;g30a8c704c1c_0_27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30a8c704c1c_0_27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30a8c704c1c_0_27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g30b45a0dcde_0_1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8" name="Google Shape;2978;g30b45a0dcde_0_1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2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g30b9c036404_0_19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4" name="Google Shape;2984;g30b9c036404_0_19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1" name="Shape 2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992;g2fc4da4874e_1_16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3" name="Google Shape;2993;g2fc4da4874e_1_16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g2fc4da4874e_1_16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4" name="Google Shape;3004;g2fc4da4874e_1_16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g2fc4da4874e_1_16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3" name="Google Shape;3013;g2fc4da4874e_1_16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g2fc4da4874e_1_16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2" name="Google Shape;3022;g2fc4da4874e_1_16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9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g2fc4da4874e_1_16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1" name="Google Shape;3031;g2fc4da4874e_1_16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g2fc4da4874e_1_16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6" name="Google Shape;3036;g2fc4da4874e_1_16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g30b9c036404_0_19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3" name="Google Shape;3053;g30b9c036404_0_19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6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g2fc4da4874e_1_16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8" name="Google Shape;3058;g2fc4da4874e_1_16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g2fc4da4874e_1_16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6" name="Google Shape;3076;g2fc4da4874e_1_16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g2fc4da4874e_1_18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4" name="Google Shape;3094;g2fc4da4874e_1_18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4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g30b45a0dcde_0_14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6" name="Google Shape;3106;g30b45a0dcde_0_14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9" name="Shape 3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0" name="Google Shape;3110;g2fc4da4874e_1_18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1" name="Google Shape;3111;g2fc4da4874e_1_18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g2fc4da4874e_1_18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5" name="Google Shape;3115;g2fc4da4874e_1_18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g2fc4da4874e_1_19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3" name="Google Shape;3123;g2fc4da4874e_1_19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g2fc4da4874e_1_2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3" name="Google Shape;3133;g2fc4da4874e_1_2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g2fc4da4874e_1_22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1" name="Google Shape;3141;g2fc4da4874e_1_22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g2fc4da4874e_1_23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7" name="Google Shape;3147;g2fc4da4874e_1_23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9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g30b45a0dcde_0_16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1" name="Google Shape;3151;g30b45a0dcde_0_16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7" name="Shape 3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8" name="Google Shape;3158;g30b45a0dcde_0_16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9" name="Google Shape;3159;g30b45a0dcde_0_16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1" name="Shape 3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2" name="Google Shape;3162;g30b45a0dcde_0_16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3" name="Google Shape;3163;g30b45a0dcde_0_16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5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g2fc4b27e731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7" name="Google Shape;3167;g2fc4b27e731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9" name="Shape 3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0" name="Google Shape;3170;g2fc4da4874e_1_23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1" name="Google Shape;3171;g2fc4da4874e_1_23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2fc4da4874e_1_23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2fc4da4874e_1_23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g2fc4da4874e_1_23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3" name="Google Shape;3193;g2fc4da4874e_1_23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g2fc4da4874e_1_25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9" name="Google Shape;3209;g2fc4da4874e_1_25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shutterstock_1750908701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g2fc4da4874e_1_26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8" name="Google Shape;3228;g2fc4da4874e_1_26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7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8" name="Google Shape;3258;g2fc4da4874e_1_26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9" name="Google Shape;3259;g2fc4da4874e_1_26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8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g2fc4da4874e_1_26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0" name="Google Shape;3280;g2fc4da4874e_1_26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9" name="Shape 3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Google Shape;3300;g2fc4da4874e_1_26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1" name="Google Shape;3301;g2fc4da4874e_1_26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shutterstock_1450591775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4" name="Shape 3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5" name="Google Shape;3315;g2fc4da4874e_1_27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6" name="Google Shape;3316;g2fc4da4874e_1_27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5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g2fc4da4874e_1_31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7" name="Google Shape;3327;g2fc4da4874e_1_3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3" name="Shape 3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4" name="Google Shape;3334;g2fc4da4874e_1_32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5" name="Google Shape;3335;g2fc4da4874e_1_32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g2fc4da4874e_1_33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8" name="Google Shape;3348;g2fc4da4874e_1_33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9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g2fc4da4874e_1_33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1" name="Google Shape;3361;g2fc4da4874e_1_33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2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3" name="Google Shape;3373;g2fc4da4874e_1_34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4" name="Google Shape;3374;g2fc4da4874e_1_34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3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2fc4da4874e_1_34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5" name="Google Shape;3395;g2fc4da4874e_1_34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Shutterstock_1793434666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shutterstock_457283014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g2fc4da4874e_1_35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4" name="Google Shape;3404;g2fc4da4874e_1_35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g2fc4da4874e_1_35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9" name="Google Shape;3409;g2fc4da4874e_1_35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g2fc4da4874e_1_35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4" name="Google Shape;3414;g2fc4da4874e_1_35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g2fc4da4874e_1_35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2" name="Google Shape;3422;g2fc4da4874e_1_35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5" name="Google Shape;3425;g2fc4da4874e_1_35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6" name="Google Shape;3426;g2fc4da4874e_1_35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0" name="Google Shape;3430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3" name="Shape 3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5" name="Google Shape;3435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6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52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3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7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8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2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4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6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4.png"/><Relationship Id="rId3" Type="http://schemas.openxmlformats.org/officeDocument/2006/relationships/image" Target="../media/image68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1.png"/><Relationship Id="rId3" Type="http://schemas.openxmlformats.org/officeDocument/2006/relationships/image" Target="../media/image69.png"/><Relationship Id="rId4" Type="http://schemas.openxmlformats.org/officeDocument/2006/relationships/image" Target="../media/image75.png"/><Relationship Id="rId5" Type="http://schemas.openxmlformats.org/officeDocument/2006/relationships/image" Target="../media/image77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9.png"/><Relationship Id="rId3" Type="http://schemas.openxmlformats.org/officeDocument/2006/relationships/image" Target="../media/image84.png"/><Relationship Id="rId4" Type="http://schemas.openxmlformats.org/officeDocument/2006/relationships/image" Target="../media/image148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9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86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9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0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142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9.png"/><Relationship Id="rId3" Type="http://schemas.openxmlformats.org/officeDocument/2006/relationships/image" Target="../media/image149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85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1.png"/><Relationship Id="rId3" Type="http://schemas.openxmlformats.org/officeDocument/2006/relationships/image" Target="../media/image88.pn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9.png"/><Relationship Id="rId3" Type="http://schemas.openxmlformats.org/officeDocument/2006/relationships/image" Target="../media/image112.pn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7.pn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9.png"/><Relationship Id="rId3" Type="http://schemas.openxmlformats.org/officeDocument/2006/relationships/image" Target="../media/image149.pn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9.png"/><Relationship Id="rId3" Type="http://schemas.openxmlformats.org/officeDocument/2006/relationships/image" Target="../media/image121.png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5" name="Google Shape;415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6" name="Google Shape;416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7" name="Google Shape;417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8" name="Google Shape;418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6" name="Google Shape;436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43" name="Google Shape;443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8" name="Google Shape;448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9" name="Google Shape;449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52" name="Google Shape;452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4" name="Google Shape;454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6" name="Google Shape;456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7" name="Google Shape;457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9" name="Google Shape;459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94" name="Google Shape;494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7" name="Google Shape;497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8" name="Google Shape;498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7" name="Google Shape;507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9" name="Google Shape;509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1" name="Google Shape;511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4" name="Google Shape;574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0" name="Google Shape;580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2" name="Google Shape;582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4" name="Google Shape;584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6" name="Google Shape;586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7" name="Google Shape;587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8" name="Google Shape;588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9" name="Google Shape;58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9" name="Google Shape;599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2" name="Google Shape;612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3" name="Google Shape;613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0" name="Google Shape;620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1" name="Google Shape;631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0" name="Google Shape;64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1" name="Google Shape;751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0" name="Google Shape;760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2" name="Google Shape;76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6" name="Google Shape;766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7" name="Google Shape;767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8" name="Google Shape;768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70" name="Google Shape;770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4" name="Google Shape;774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3" name="Google Shape;783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7" name="Google Shape;787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2 2">
  <p:cSld name="CUSTOM_21_2_4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113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4" name="Google Shape;7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650" y="27155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11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9">
  <p:cSld name="CUSTOM_2_39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1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1" name="Google Shape;801;p11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p11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3" name="Google Shape;803;p11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">
  <p:cSld name="SECTION_HEADER_1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116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7" name="Google Shape;807;p116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8" name="Google Shape;808;p116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9" name="Google Shape;809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1">
  <p:cSld name="SECTION_HEADER_1_3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1" name="Google Shape;811;p117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2" name="Google Shape;812;p117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3" name="Google Shape;813;p117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4" name="Google Shape;814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2">
  <p:cSld name="SECTION_HEADER_1_4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6" name="Google Shape;816;p118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7" name="Google Shape;817;p118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8" name="Google Shape;818;p118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9" name="Google Shape;819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0">
  <p:cSld name="CUSTOM_2_40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9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119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11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4" name="Google Shape;824;p11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1">
  <p:cSld name="CUSTOM_2_41"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2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8" name="Google Shape;828;p12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12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0" name="Google Shape;830;p12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2">
  <p:cSld name="CUSTOM_2_42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2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3" name="Google Shape;833;p12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12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5" name="Google Shape;835;p12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3">
  <p:cSld name="CUSTOM_2_43"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2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8" name="Google Shape;838;p12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12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0" name="Google Shape;840;p12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4">
  <p:cSld name="CUSTOM_2_44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2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3" name="Google Shape;843;p12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1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5" name="Google Shape;845;p12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5">
  <p:cSld name="CUSTOM_2_45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2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8" name="Google Shape;848;p12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12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0" name="Google Shape;850;p12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 1">
  <p:cSld name="CUSTOM_11_1_1_2_3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2" name="Google Shape;852;p125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853" name="Google Shape;853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4" name="Google Shape;854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5" name="Google Shape;855;p125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856" name="Google Shape;856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7" name="Google Shape;857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8" name="Google Shape;858;p125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859" name="Google Shape;859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0" name="Google Shape;860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1" name="Google Shape;861;p125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862" name="Google Shape;862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3" name="Google Shape;863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64" name="Google Shape;864;p125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865" name="Google Shape;865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6" name="Google Shape;866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67" name="Google Shape;867;p125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125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125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125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125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12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12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4" name="Google Shape;874;p125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5" name="Google Shape;875;p125"/>
          <p:cNvSpPr txBox="1"/>
          <p:nvPr>
            <p:ph idx="3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6" name="Google Shape;876;p125"/>
          <p:cNvSpPr txBox="1"/>
          <p:nvPr>
            <p:ph idx="4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7" name="Google Shape;877;p125"/>
          <p:cNvSpPr txBox="1"/>
          <p:nvPr>
            <p:ph idx="5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8" name="Google Shape;878;p125"/>
          <p:cNvSpPr txBox="1"/>
          <p:nvPr>
            <p:ph idx="6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879" name="Google Shape;879;p125"/>
          <p:cNvGrpSpPr/>
          <p:nvPr/>
        </p:nvGrpSpPr>
        <p:grpSpPr>
          <a:xfrm>
            <a:off x="440125" y="4413095"/>
            <a:ext cx="776900" cy="486300"/>
            <a:chOff x="457200" y="1466425"/>
            <a:chExt cx="776900" cy="486300"/>
          </a:xfrm>
        </p:grpSpPr>
        <p:sp>
          <p:nvSpPr>
            <p:cNvPr id="880" name="Google Shape;880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6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81" name="Google Shape;881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82" name="Google Shape;882;p125"/>
          <p:cNvSpPr/>
          <p:nvPr/>
        </p:nvSpPr>
        <p:spPr>
          <a:xfrm>
            <a:off x="1335475" y="44130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125"/>
          <p:cNvSpPr txBox="1"/>
          <p:nvPr>
            <p:ph idx="7" type="subTitle"/>
          </p:nvPr>
        </p:nvSpPr>
        <p:spPr>
          <a:xfrm>
            <a:off x="1354400" y="44169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6">
  <p:cSld name="CUSTOM_2_46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2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6" name="Google Shape;886;p12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12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8" name="Google Shape;888;p12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7">
  <p:cSld name="CUSTOM_2_47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2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1" name="Google Shape;891;p12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12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3" name="Google Shape;893;p12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8">
  <p:cSld name="CUSTOM_2_48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2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6" name="Google Shape;896;p12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12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128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9">
  <p:cSld name="CUSTOM_2_49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2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1" name="Google Shape;901;p12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12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3" name="Google Shape;903;p12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0">
  <p:cSld name="CUSTOM_2_50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3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6" name="Google Shape;906;p13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13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8" name="Google Shape;908;p13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1">
  <p:cSld name="CUSTOM_2_51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1" name="Google Shape;911;p13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13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3" name="Google Shape;913;p13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2">
  <p:cSld name="CUSTOM_2_52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3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6" name="Google Shape;916;p13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13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8" name="Google Shape;918;p13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3">
  <p:cSld name="CUSTOM_2_53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3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1" name="Google Shape;921;p13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2" name="Google Shape;922;p1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3" name="Google Shape;923;p13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4">
  <p:cSld name="CUSTOM_2_5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3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6" name="Google Shape;926;p13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7" name="Google Shape;927;p13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8" name="Google Shape;928;p13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5">
  <p:cSld name="CUSTOM_2_55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3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13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3" name="Google Shape;933;p13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34" name="Google Shape;934;p13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6">
  <p:cSld name="CUSTOM_2_56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36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8" name="Google Shape;938;p136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9" name="Google Shape;939;p136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40" name="Google Shape;940;p13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3" name="Google Shape;943;p13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44" name="Google Shape;944;p137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37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7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13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8" name="Google Shape;948;p137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9" name="Google Shape;949;p137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50" name="Google Shape;950;p137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1" name="Google Shape;951;p137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2" name="Google Shape;952;p137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53" name="Google Shape;953;p13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4" name="Google Shape;954;p137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5" name="Google Shape;955;p13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6" name="Google Shape;956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38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9" name="Google Shape;959;p138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0" name="Google Shape;960;p138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1" name="Google Shape;961;p138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2" name="Google Shape;962;p138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3" name="Google Shape;963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4" name="Google Shape;964;p138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965" name="Google Shape;965;p1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6" name="Google Shape;966;p1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138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968" name="Google Shape;968;p138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9" name="Google Shape;969;p138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0" name="Google Shape;970;p138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71" name="Google Shape;971;p138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72" name="Google Shape;972;p13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3">
  <p:cSld name="CUSTOM_6_4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3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5" name="Google Shape;975;p13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76" name="Google Shape;976;p13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7" name="Google Shape;977;p139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4">
  <p:cSld name="CUSTOM_6_5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4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0" name="Google Shape;980;p14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1" name="Google Shape;981;p14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2" name="Google Shape;982;p14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5">
  <p:cSld name="CUSTOM_6_6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4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5" name="Google Shape;985;p14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6" name="Google Shape;986;p14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7" name="Google Shape;987;p14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_3">
    <p:bg>
      <p:bgPr>
        <a:solidFill>
          <a:srgbClr val="FFFFFF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42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0" name="Google Shape;990;p142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91" name="Google Shape;991;p142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2" name="Google Shape;992;p142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42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4" name="Google Shape;994;p142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5" name="Google Shape;995;p142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6" name="Google Shape;996;p142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7" name="Google Shape;997;p142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8" name="Google Shape;998;p142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9" name="Google Shape;999;p142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00" name="Google Shape;1000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142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6">
  <p:cSld name="CUSTOM_6_7"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4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4" name="Google Shape;1004;p14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5" name="Google Shape;1005;p14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14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7">
  <p:cSld name="CUSTOM_6_8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4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9" name="Google Shape;1009;p14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0" name="Google Shape;1010;p14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1" name="Google Shape;1011;p14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8">
  <p:cSld name="CUSTOM_6_9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45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4" name="Google Shape;1014;p14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5" name="Google Shape;1015;p145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6" name="Google Shape;1016;p145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7">
  <p:cSld name="CUSTOM_2_57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4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9" name="Google Shape;1019;p14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14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1" name="Google Shape;1021;p14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9">
  <p:cSld name="CUSTOM_6_10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4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4" name="Google Shape;1024;p14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5" name="Google Shape;1025;p14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6" name="Google Shape;1026;p147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0">
  <p:cSld name="CUSTOM_6_11"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4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9" name="Google Shape;1029;p14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30" name="Google Shape;1030;p14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1" name="Google Shape;1031;p148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_4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oogle Shape;1033;p149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034" name="Google Shape;1034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5" name="Google Shape;1035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6" name="Google Shape;1036;p149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037" name="Google Shape;1037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8" name="Google Shape;1038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9" name="Google Shape;1039;p149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040" name="Google Shape;1040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1" name="Google Shape;1041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42" name="Google Shape;1042;p149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043" name="Google Shape;1043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4" name="Google Shape;1044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45" name="Google Shape;1045;p149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046" name="Google Shape;1046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7" name="Google Shape;1047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48" name="Google Shape;1048;p149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149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p149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149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2" name="Google Shape;1052;p149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1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4" name="Google Shape;1054;p149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5" name="Google Shape;1055;p149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149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7" name="Google Shape;1057;p149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8" name="Google Shape;1058;p149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149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1">
  <p:cSld name="CUSTOM_6_12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5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2" name="Google Shape;1062;p15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3" name="Google Shape;1063;p15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4" name="Google Shape;1064;p15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2">
  <p:cSld name="CUSTOM_6_13"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5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7" name="Google Shape;1067;p15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8" name="Google Shape;1068;p15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9" name="Google Shape;1069;p15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3">
  <p:cSld name="CUSTOM_6_14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52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2" name="Google Shape;1072;p152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3" name="Google Shape;1073;p152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4" name="Google Shape;1074;p152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4">
  <p:cSld name="CUSTOM_6_15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5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7" name="Google Shape;1077;p15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8" name="Google Shape;1078;p15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9" name="Google Shape;1079;p15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5">
  <p:cSld name="CUSTOM_6_16"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5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82" name="Google Shape;1082;p15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83" name="Google Shape;1083;p15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4" name="Google Shape;1084;p15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2">
  <p:cSld name="CUSTOM_4_3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55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7" name="Google Shape;1087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55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55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2">
  <p:cSld name="CUSTOM_11_1_1_1_2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156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2" name="Google Shape;1092;p156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3" name="Google Shape;1093;p156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94" name="Google Shape;1094;p156"/>
          <p:cNvCxnSpPr/>
          <p:nvPr/>
        </p:nvCxnSpPr>
        <p:spPr>
          <a:xfrm>
            <a:off x="-6000" y="32563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95" name="Google Shape;1095;p156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56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56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156"/>
          <p:cNvSpPr/>
          <p:nvPr/>
        </p:nvSpPr>
        <p:spPr>
          <a:xfrm>
            <a:off x="870800" y="30948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099" name="Google Shape;1099;p156"/>
          <p:cNvSpPr txBox="1"/>
          <p:nvPr>
            <p:ph idx="1" type="subTitle"/>
          </p:nvPr>
        </p:nvSpPr>
        <p:spPr>
          <a:xfrm>
            <a:off x="1193900" y="1771650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00" name="Google Shape;1100;p156"/>
          <p:cNvSpPr txBox="1"/>
          <p:nvPr>
            <p:ph idx="2" type="subTitle"/>
          </p:nvPr>
        </p:nvSpPr>
        <p:spPr>
          <a:xfrm>
            <a:off x="1193900" y="241742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01" name="Google Shape;1101;p156"/>
          <p:cNvSpPr txBox="1"/>
          <p:nvPr>
            <p:ph idx="3" type="subTitle"/>
          </p:nvPr>
        </p:nvSpPr>
        <p:spPr>
          <a:xfrm>
            <a:off x="1193900" y="306322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156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03" name="Google Shape;1103;p156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04" name="Google Shape;1104;p15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156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6">
  <p:cSld name="CUSTOM_6_17"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5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8" name="Google Shape;1108;p15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9" name="Google Shape;1109;p15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0" name="Google Shape;1110;p157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7">
  <p:cSld name="CUSTOM_6_18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5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3" name="Google Shape;1113;p15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4" name="Google Shape;1114;p15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5" name="Google Shape;1115;p15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8">
  <p:cSld name="CUSTOM_6_19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5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8" name="Google Shape;1118;p15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9" name="Google Shape;1119;p15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0" name="Google Shape;1120;p159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9">
  <p:cSld name="CUSTOM_6_20"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6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3" name="Google Shape;1123;p16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4" name="Google Shape;1124;p16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160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 (Line Removed)">
  <p:cSld name="CUSTOM_2_7_2_2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61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8" name="Google Shape;1128;p1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9" name="Google Shape;1129;p1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0" name="Google Shape;1130;p161"/>
          <p:cNvSpPr txBox="1"/>
          <p:nvPr>
            <p:ph idx="2" type="body"/>
          </p:nvPr>
        </p:nvSpPr>
        <p:spPr>
          <a:xfrm>
            <a:off x="175" y="1284250"/>
            <a:ext cx="9144000" cy="32628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2">
  <p:cSld name="CUSTOM_26_5">
    <p:bg>
      <p:bgPr>
        <a:solidFill>
          <a:srgbClr val="F2F2F2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162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5. Bullets 1–3 (Blue)  1">
  <p:cSld name="CUSTOM_2_7_1_6_1_2_3_1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63"/>
          <p:cNvSpPr/>
          <p:nvPr/>
        </p:nvSpPr>
        <p:spPr>
          <a:xfrm>
            <a:off x="453220" y="14240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1475D4"/>
          </a:solidFill>
          <a:ln>
            <a:noFill/>
          </a:ln>
        </p:spPr>
      </p:sp>
      <p:sp>
        <p:nvSpPr>
          <p:cNvPr id="1135" name="Google Shape;1135;p163"/>
          <p:cNvSpPr/>
          <p:nvPr/>
        </p:nvSpPr>
        <p:spPr>
          <a:xfrm flipH="1" rot="10800000">
            <a:off x="453220" y="17025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43461"/>
          </a:solidFill>
          <a:ln>
            <a:noFill/>
          </a:ln>
        </p:spPr>
      </p:sp>
      <p:sp>
        <p:nvSpPr>
          <p:cNvPr id="1136" name="Google Shape;1136;p163"/>
          <p:cNvSpPr/>
          <p:nvPr/>
        </p:nvSpPr>
        <p:spPr>
          <a:xfrm>
            <a:off x="453233" y="22763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1475D4"/>
          </a:solidFill>
          <a:ln>
            <a:noFill/>
          </a:ln>
        </p:spPr>
      </p:sp>
      <p:sp>
        <p:nvSpPr>
          <p:cNvPr id="1137" name="Google Shape;1137;p163"/>
          <p:cNvSpPr/>
          <p:nvPr/>
        </p:nvSpPr>
        <p:spPr>
          <a:xfrm flipH="1" rot="10800000">
            <a:off x="453233" y="25548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43461"/>
          </a:solidFill>
          <a:ln>
            <a:noFill/>
          </a:ln>
        </p:spPr>
      </p:sp>
      <p:sp>
        <p:nvSpPr>
          <p:cNvPr id="1138" name="Google Shape;1138;p163"/>
          <p:cNvSpPr/>
          <p:nvPr/>
        </p:nvSpPr>
        <p:spPr>
          <a:xfrm>
            <a:off x="1352550" y="137882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6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0" name="Google Shape;1140;p16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41" name="Google Shape;1141;p16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2" name="Google Shape;1142;p16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43" name="Google Shape;1143;p16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4" name="Google Shape;1144;p163"/>
          <p:cNvSpPr txBox="1"/>
          <p:nvPr>
            <p:ph idx="2" type="subTitle"/>
          </p:nvPr>
        </p:nvSpPr>
        <p:spPr>
          <a:xfrm>
            <a:off x="0" y="1400375"/>
            <a:ext cx="91440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5" name="Google Shape;1145;p163"/>
          <p:cNvSpPr/>
          <p:nvPr/>
        </p:nvSpPr>
        <p:spPr>
          <a:xfrm>
            <a:off x="1352550" y="22311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63"/>
          <p:cNvSpPr/>
          <p:nvPr/>
        </p:nvSpPr>
        <p:spPr>
          <a:xfrm>
            <a:off x="1352550" y="3073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63"/>
          <p:cNvSpPr/>
          <p:nvPr/>
        </p:nvSpPr>
        <p:spPr>
          <a:xfrm>
            <a:off x="453233" y="3128588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1475D4"/>
          </a:solidFill>
          <a:ln>
            <a:noFill/>
          </a:ln>
        </p:spPr>
      </p:sp>
      <p:sp>
        <p:nvSpPr>
          <p:cNvPr id="1148" name="Google Shape;1148;p163"/>
          <p:cNvSpPr/>
          <p:nvPr/>
        </p:nvSpPr>
        <p:spPr>
          <a:xfrm flipH="1" rot="10800000">
            <a:off x="453233" y="3407179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43461"/>
          </a:solidFill>
          <a:ln>
            <a:noFill/>
          </a:ln>
        </p:spPr>
      </p:sp>
      <p:sp>
        <p:nvSpPr>
          <p:cNvPr id="1149" name="Google Shape;1149;p163"/>
          <p:cNvSpPr txBox="1"/>
          <p:nvPr>
            <p:ph idx="3" type="subTitle"/>
          </p:nvPr>
        </p:nvSpPr>
        <p:spPr>
          <a:xfrm>
            <a:off x="0" y="2233538"/>
            <a:ext cx="91440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0" name="Google Shape;1150;p163"/>
          <p:cNvSpPr txBox="1"/>
          <p:nvPr>
            <p:ph idx="4" type="subTitle"/>
          </p:nvPr>
        </p:nvSpPr>
        <p:spPr>
          <a:xfrm>
            <a:off x="0" y="3076250"/>
            <a:ext cx="91440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1" name="Google Shape;1151;p163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. Numbered 1–2 1">
  <p:cSld name="CUSTOM_2_7_1_5_2_1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1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164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5" name="Google Shape;1155;p164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56" name="Google Shape;1156;p164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7" name="Google Shape;1157;p16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58" name="Google Shape;1158;p164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9" name="Google Shape;1159;p164"/>
          <p:cNvSpPr/>
          <p:nvPr/>
        </p:nvSpPr>
        <p:spPr>
          <a:xfrm>
            <a:off x="457160" y="142130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60" name="Google Shape;1160;p164"/>
          <p:cNvSpPr/>
          <p:nvPr/>
        </p:nvSpPr>
        <p:spPr>
          <a:xfrm rot="10800000">
            <a:off x="593369" y="1810088"/>
            <a:ext cx="261029" cy="144694"/>
          </a:xfrm>
          <a:prstGeom prst="flowChartExtra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64"/>
          <p:cNvSpPr txBox="1"/>
          <p:nvPr>
            <p:ph idx="2" type="subTitle"/>
          </p:nvPr>
        </p:nvSpPr>
        <p:spPr>
          <a:xfrm>
            <a:off x="-12300" y="2135850"/>
            <a:ext cx="42984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2" name="Google Shape;1162;p164"/>
          <p:cNvSpPr txBox="1"/>
          <p:nvPr>
            <p:ph idx="3" type="subTitle"/>
          </p:nvPr>
        </p:nvSpPr>
        <p:spPr>
          <a:xfrm>
            <a:off x="4466800" y="2138100"/>
            <a:ext cx="42984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3" name="Google Shape;1163;p164"/>
          <p:cNvSpPr txBox="1"/>
          <p:nvPr>
            <p:ph idx="4" type="subTitle"/>
          </p:nvPr>
        </p:nvSpPr>
        <p:spPr>
          <a:xfrm>
            <a:off x="457150" y="143313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4" name="Google Shape;1164;p164"/>
          <p:cNvSpPr/>
          <p:nvPr/>
        </p:nvSpPr>
        <p:spPr>
          <a:xfrm>
            <a:off x="4876760" y="1404763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65" name="Google Shape;1165;p164"/>
          <p:cNvSpPr/>
          <p:nvPr/>
        </p:nvSpPr>
        <p:spPr>
          <a:xfrm rot="10800000">
            <a:off x="5012969" y="1793551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164"/>
          <p:cNvSpPr txBox="1"/>
          <p:nvPr>
            <p:ph idx="5" type="subTitle"/>
          </p:nvPr>
        </p:nvSpPr>
        <p:spPr>
          <a:xfrm>
            <a:off x="4876750" y="1416600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7" name="Google Shape;1167;p164"/>
          <p:cNvSpPr txBox="1"/>
          <p:nvPr>
            <p:ph idx="6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_5"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9" name="Google Shape;1169;p16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70" name="Google Shape;1170;p1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1" name="Google Shape;1171;p1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2" name="Google Shape;1172;p165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3" name="Google Shape;1173;p1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2 1">
  <p:cSld name="CUSTOM_11_1_1_1_2_1"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5" name="Google Shape;1175;p166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76" name="Google Shape;1176;p166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77" name="Google Shape;1177;p166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78" name="Google Shape;1178;p166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79" name="Google Shape;1179;p166"/>
          <p:cNvCxnSpPr/>
          <p:nvPr/>
        </p:nvCxnSpPr>
        <p:spPr>
          <a:xfrm>
            <a:off x="-6000" y="3456006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180" name="Google Shape;1180;p166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66"/>
          <p:cNvSpPr/>
          <p:nvPr/>
        </p:nvSpPr>
        <p:spPr>
          <a:xfrm>
            <a:off x="953325" y="2421108"/>
            <a:ext cx="7517100" cy="64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166"/>
          <p:cNvSpPr/>
          <p:nvPr/>
        </p:nvSpPr>
        <p:spPr>
          <a:xfrm>
            <a:off x="953325" y="3263156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166"/>
          <p:cNvSpPr/>
          <p:nvPr/>
        </p:nvSpPr>
        <p:spPr>
          <a:xfrm>
            <a:off x="953325" y="11095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166"/>
          <p:cNvSpPr/>
          <p:nvPr/>
        </p:nvSpPr>
        <p:spPr>
          <a:xfrm>
            <a:off x="870800" y="329445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85" name="Google Shape;1185;p166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66"/>
          <p:cNvSpPr txBox="1"/>
          <p:nvPr>
            <p:ph idx="2" type="subTitle"/>
          </p:nvPr>
        </p:nvSpPr>
        <p:spPr>
          <a:xfrm>
            <a:off x="1193900" y="1771650"/>
            <a:ext cx="48567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66"/>
          <p:cNvSpPr txBox="1"/>
          <p:nvPr>
            <p:ph idx="3" type="subTitle"/>
          </p:nvPr>
        </p:nvSpPr>
        <p:spPr>
          <a:xfrm>
            <a:off x="1193900" y="2417425"/>
            <a:ext cx="36030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8" name="Google Shape;1188;p166"/>
          <p:cNvSpPr txBox="1"/>
          <p:nvPr>
            <p:ph idx="4" type="subTitle"/>
          </p:nvPr>
        </p:nvSpPr>
        <p:spPr>
          <a:xfrm>
            <a:off x="1193900" y="3262856"/>
            <a:ext cx="5773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9" name="Google Shape;1189;p166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90" name="Google Shape;1190;p166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91" name="Google Shape;1191;p166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92" name="Google Shape;1192;p1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3" name="Google Shape;1193;p166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1 1 1">
  <p:cSld name="CUSTOM_11_1_1_1_1_1_1"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67"/>
          <p:cNvSpPr/>
          <p:nvPr/>
        </p:nvSpPr>
        <p:spPr>
          <a:xfrm>
            <a:off x="953325" y="2836550"/>
            <a:ext cx="4276200" cy="921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167"/>
          <p:cNvCxnSpPr/>
          <p:nvPr/>
        </p:nvCxnSpPr>
        <p:spPr>
          <a:xfrm>
            <a:off x="30950" y="2188302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7" name="Google Shape;1197;p167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8" name="Google Shape;1198;p167"/>
          <p:cNvCxnSpPr/>
          <p:nvPr/>
        </p:nvCxnSpPr>
        <p:spPr>
          <a:xfrm>
            <a:off x="14793" y="2189077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199" name="Google Shape;1199;p167"/>
          <p:cNvCxnSpPr/>
          <p:nvPr/>
        </p:nvCxnSpPr>
        <p:spPr>
          <a:xfrm>
            <a:off x="25190" y="3033277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00" name="Google Shape;1200;p167"/>
          <p:cNvSpPr/>
          <p:nvPr/>
        </p:nvSpPr>
        <p:spPr>
          <a:xfrm>
            <a:off x="953325" y="1988206"/>
            <a:ext cx="7517100" cy="63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67"/>
          <p:cNvSpPr/>
          <p:nvPr/>
        </p:nvSpPr>
        <p:spPr>
          <a:xfrm>
            <a:off x="953325" y="1109550"/>
            <a:ext cx="7517100" cy="66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67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167"/>
          <p:cNvSpPr txBox="1"/>
          <p:nvPr>
            <p:ph idx="2" type="subTitle"/>
          </p:nvPr>
        </p:nvSpPr>
        <p:spPr>
          <a:xfrm>
            <a:off x="1193900" y="1981177"/>
            <a:ext cx="48567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167"/>
          <p:cNvSpPr txBox="1"/>
          <p:nvPr>
            <p:ph idx="3" type="subTitle"/>
          </p:nvPr>
        </p:nvSpPr>
        <p:spPr>
          <a:xfrm>
            <a:off x="1193900" y="2833177"/>
            <a:ext cx="36030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67"/>
          <p:cNvSpPr/>
          <p:nvPr/>
        </p:nvSpPr>
        <p:spPr>
          <a:xfrm>
            <a:off x="870800" y="287541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06" name="Google Shape;1206;p167"/>
          <p:cNvSpPr/>
          <p:nvPr/>
        </p:nvSpPr>
        <p:spPr>
          <a:xfrm>
            <a:off x="870800" y="2027075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07" name="Google Shape;1207;p167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08" name="Google Shape;1208;p1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9" name="Google Shape;1209;p167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3">
  <p:cSld name="CUSTOM_28_4">
    <p:bg>
      <p:bgPr>
        <a:solidFill>
          <a:srgbClr val="FFFFFF"/>
        </a:solidFill>
      </p:bgPr>
    </p:bg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68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2" name="Google Shape;1212;p168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13" name="Google Shape;1213;p168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4" name="Google Shape;1214;p168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168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6" name="Google Shape;1216;p168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17" name="Google Shape;1217;p168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8" name="Google Shape;1218;p168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19" name="Google Shape;1219;p168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b="0" sz="1600">
                <a:solidFill>
                  <a:srgbClr val="2E5E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0" name="Google Shape;1220;p168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b="0" sz="1600">
                <a:solidFill>
                  <a:srgbClr val="04346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1" name="Google Shape;1221;p168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2" name="Google Shape;1222;p1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16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 type="secHead">
  <p:cSld name="SECTION_HEADER">
    <p:bg>
      <p:bgPr>
        <a:solidFill>
          <a:schemeClr val="dk1"/>
        </a:solid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8" name="Google Shape;1228;p170"/>
          <p:cNvCxnSpPr/>
          <p:nvPr/>
        </p:nvCxnSpPr>
        <p:spPr>
          <a:xfrm>
            <a:off x="4347750" y="1976050"/>
            <a:ext cx="968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170"/>
          <p:cNvCxnSpPr/>
          <p:nvPr/>
        </p:nvCxnSpPr>
        <p:spPr>
          <a:xfrm>
            <a:off x="4358200" y="1975950"/>
            <a:ext cx="5446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30" name="Google Shape;1230;p170"/>
          <p:cNvSpPr txBox="1"/>
          <p:nvPr>
            <p:ph type="title"/>
          </p:nvPr>
        </p:nvSpPr>
        <p:spPr>
          <a:xfrm>
            <a:off x="4233675" y="2206575"/>
            <a:ext cx="4909200" cy="9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1" name="Google Shape;1231;p170"/>
          <p:cNvSpPr txBox="1"/>
          <p:nvPr>
            <p:ph idx="1" type="subTitle"/>
          </p:nvPr>
        </p:nvSpPr>
        <p:spPr>
          <a:xfrm>
            <a:off x="4234700" y="1475700"/>
            <a:ext cx="4909200" cy="4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1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2" name="Google Shape;1232;p170"/>
          <p:cNvSpPr txBox="1"/>
          <p:nvPr>
            <p:ph idx="2" type="subTitle"/>
          </p:nvPr>
        </p:nvSpPr>
        <p:spPr>
          <a:xfrm>
            <a:off x="4234700" y="3211675"/>
            <a:ext cx="4908300" cy="51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3" name="Google Shape;1233;p1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4" name="Google Shape;1234;p170"/>
          <p:cNvSpPr txBox="1"/>
          <p:nvPr/>
        </p:nvSpPr>
        <p:spPr>
          <a:xfrm>
            <a:off x="0" y="4850400"/>
            <a:ext cx="502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spAutoFit/>
          </a:bodyPr>
          <a:lstStyle/>
          <a:p>
            <a:pPr indent="-22860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© 2023 edX Boot Camps LLC. Confidential and Proprietary. All Rights Reserved.</a:t>
            </a:r>
            <a:endParaRPr sz="1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1">
  <p:cSld name="SECTION_HEADER_1">
    <p:bg>
      <p:bgPr>
        <a:solidFill>
          <a:schemeClr val="dk1"/>
        </a:solidFill>
      </p:bgPr>
    </p:bg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6" name="Google Shape;1236;p171"/>
          <p:cNvCxnSpPr/>
          <p:nvPr/>
        </p:nvCxnSpPr>
        <p:spPr>
          <a:xfrm>
            <a:off x="4347750" y="1976050"/>
            <a:ext cx="968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171"/>
          <p:cNvCxnSpPr/>
          <p:nvPr/>
        </p:nvCxnSpPr>
        <p:spPr>
          <a:xfrm>
            <a:off x="4358200" y="1975950"/>
            <a:ext cx="5446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38" name="Google Shape;1238;p171"/>
          <p:cNvSpPr txBox="1"/>
          <p:nvPr>
            <p:ph type="title"/>
          </p:nvPr>
        </p:nvSpPr>
        <p:spPr>
          <a:xfrm>
            <a:off x="4233675" y="2206575"/>
            <a:ext cx="4909200" cy="9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39" name="Google Shape;1239;p171"/>
          <p:cNvSpPr txBox="1"/>
          <p:nvPr>
            <p:ph idx="1" type="subTitle"/>
          </p:nvPr>
        </p:nvSpPr>
        <p:spPr>
          <a:xfrm>
            <a:off x="4234700" y="3696825"/>
            <a:ext cx="4908300" cy="5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0" name="Google Shape;1240;p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1" name="Google Shape;1241;p171"/>
          <p:cNvSpPr txBox="1"/>
          <p:nvPr/>
        </p:nvSpPr>
        <p:spPr>
          <a:xfrm>
            <a:off x="0" y="4850400"/>
            <a:ext cx="502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spAutoFit/>
          </a:bodyPr>
          <a:lstStyle/>
          <a:p>
            <a:pPr indent="-22860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© 2023 edX Boot Camps LLC. Confidential and Proprietary. All Rights Reserved.</a:t>
            </a:r>
            <a:endParaRPr sz="1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42" name="Google Shape;1242;p171"/>
          <p:cNvSpPr txBox="1"/>
          <p:nvPr>
            <p:ph idx="2" type="subTitle"/>
          </p:nvPr>
        </p:nvSpPr>
        <p:spPr>
          <a:xfrm>
            <a:off x="4234700" y="1475700"/>
            <a:ext cx="4909200" cy="4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1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">
    <p:bg>
      <p:bgPr>
        <a:solidFill>
          <a:srgbClr val="F2F2F2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72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">
  <p:cSld name="CUSTOM_26_1">
    <p:bg>
      <p:bgPr>
        <a:solidFill>
          <a:srgbClr val="F2F2F2"/>
        </a:solid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73"/>
          <p:cNvSpPr txBox="1"/>
          <p:nvPr>
            <p:ph type="title"/>
          </p:nvPr>
        </p:nvSpPr>
        <p:spPr>
          <a:xfrm>
            <a:off x="0" y="29229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47" name="Google Shape;1247;p173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 1">
  <p:cSld name="CUSTOM_26_1_1">
    <p:bg>
      <p:bgPr>
        <a:solidFill>
          <a:srgbClr val="F2F2F2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74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74"/>
          <p:cNvSpPr txBox="1"/>
          <p:nvPr/>
        </p:nvSpPr>
        <p:spPr>
          <a:xfrm>
            <a:off x="0" y="2922900"/>
            <a:ext cx="914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51" name="Google Shape;1251;p1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11125" y="1512075"/>
            <a:ext cx="1321750" cy="9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75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75"/>
          <p:cNvSpPr txBox="1"/>
          <p:nvPr/>
        </p:nvSpPr>
        <p:spPr>
          <a:xfrm>
            <a:off x="710290" y="1039031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5" name="Google Shape;1255;p175"/>
          <p:cNvSpPr txBox="1"/>
          <p:nvPr/>
        </p:nvSpPr>
        <p:spPr>
          <a:xfrm>
            <a:off x="710290" y="1691406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175"/>
          <p:cNvSpPr txBox="1"/>
          <p:nvPr/>
        </p:nvSpPr>
        <p:spPr>
          <a:xfrm>
            <a:off x="710290" y="2322756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7" name="Google Shape;1257;p175"/>
          <p:cNvSpPr txBox="1"/>
          <p:nvPr/>
        </p:nvSpPr>
        <p:spPr>
          <a:xfrm>
            <a:off x="710290" y="2954106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8" name="Google Shape;1258;p175"/>
          <p:cNvSpPr txBox="1"/>
          <p:nvPr/>
        </p:nvSpPr>
        <p:spPr>
          <a:xfrm>
            <a:off x="710290" y="3585431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175"/>
          <p:cNvSpPr txBox="1"/>
          <p:nvPr/>
        </p:nvSpPr>
        <p:spPr>
          <a:xfrm>
            <a:off x="5380615" y="1039031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0" name="Google Shape;1260;p175"/>
          <p:cNvSpPr txBox="1"/>
          <p:nvPr/>
        </p:nvSpPr>
        <p:spPr>
          <a:xfrm>
            <a:off x="5380615" y="1691406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175"/>
          <p:cNvSpPr txBox="1"/>
          <p:nvPr/>
        </p:nvSpPr>
        <p:spPr>
          <a:xfrm>
            <a:off x="5380615" y="2322756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175"/>
          <p:cNvSpPr txBox="1"/>
          <p:nvPr/>
        </p:nvSpPr>
        <p:spPr>
          <a:xfrm>
            <a:off x="5380615" y="2954106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175"/>
          <p:cNvSpPr txBox="1"/>
          <p:nvPr/>
        </p:nvSpPr>
        <p:spPr>
          <a:xfrm>
            <a:off x="5380615" y="3585431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4" name="Google Shape;1264;p1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4588" y="319875"/>
            <a:ext cx="31558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75"/>
          <p:cNvSpPr txBox="1"/>
          <p:nvPr>
            <p:ph idx="1" type="subTitle"/>
          </p:nvPr>
        </p:nvSpPr>
        <p:spPr>
          <a:xfrm>
            <a:off x="1224625" y="112917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66" name="Google Shape;1266;p175"/>
          <p:cNvSpPr txBox="1"/>
          <p:nvPr>
            <p:ph idx="2" type="subTitle"/>
          </p:nvPr>
        </p:nvSpPr>
        <p:spPr>
          <a:xfrm>
            <a:off x="1224625" y="175783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67" name="Google Shape;1267;p175"/>
          <p:cNvSpPr txBox="1"/>
          <p:nvPr>
            <p:ph idx="3" type="subTitle"/>
          </p:nvPr>
        </p:nvSpPr>
        <p:spPr>
          <a:xfrm>
            <a:off x="1224625" y="239968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68" name="Google Shape;1268;p175"/>
          <p:cNvSpPr txBox="1"/>
          <p:nvPr>
            <p:ph idx="4" type="subTitle"/>
          </p:nvPr>
        </p:nvSpPr>
        <p:spPr>
          <a:xfrm>
            <a:off x="1224625" y="303102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69" name="Google Shape;1269;p175"/>
          <p:cNvSpPr txBox="1"/>
          <p:nvPr>
            <p:ph idx="5" type="subTitle"/>
          </p:nvPr>
        </p:nvSpPr>
        <p:spPr>
          <a:xfrm>
            <a:off x="1224625" y="3662400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0" name="Google Shape;1270;p175"/>
          <p:cNvSpPr txBox="1"/>
          <p:nvPr>
            <p:ph idx="6" type="subTitle"/>
          </p:nvPr>
        </p:nvSpPr>
        <p:spPr>
          <a:xfrm>
            <a:off x="5989200" y="112917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1" name="Google Shape;1271;p175"/>
          <p:cNvSpPr txBox="1"/>
          <p:nvPr>
            <p:ph idx="7" type="subTitle"/>
          </p:nvPr>
        </p:nvSpPr>
        <p:spPr>
          <a:xfrm>
            <a:off x="5989200" y="175783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2" name="Google Shape;1272;p175"/>
          <p:cNvSpPr txBox="1"/>
          <p:nvPr>
            <p:ph idx="8" type="subTitle"/>
          </p:nvPr>
        </p:nvSpPr>
        <p:spPr>
          <a:xfrm>
            <a:off x="5989200" y="239968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3" name="Google Shape;1273;p175"/>
          <p:cNvSpPr txBox="1"/>
          <p:nvPr>
            <p:ph idx="9" type="subTitle"/>
          </p:nvPr>
        </p:nvSpPr>
        <p:spPr>
          <a:xfrm>
            <a:off x="5989200" y="303102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4" name="Google Shape;1274;p175"/>
          <p:cNvSpPr txBox="1"/>
          <p:nvPr>
            <p:ph idx="13" type="subTitle"/>
          </p:nvPr>
        </p:nvSpPr>
        <p:spPr>
          <a:xfrm>
            <a:off x="5989200" y="3662400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75" name="Google Shape;1275;p1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6" name="Google Shape;1276;p175"/>
          <p:cNvSpPr txBox="1"/>
          <p:nvPr>
            <p:ph idx="1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1">
  <p:cSld name="CUSTOM_21"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176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76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76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76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76"/>
          <p:cNvSpPr/>
          <p:nvPr/>
        </p:nvSpPr>
        <p:spPr>
          <a:xfrm>
            <a:off x="953325" y="434773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76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76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85" name="Google Shape;1285;p176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86" name="Google Shape;1286;p176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87" name="Google Shape;1287;p176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88" name="Google Shape;1288;p176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89" name="Google Shape;1289;p176"/>
          <p:cNvSpPr/>
          <p:nvPr/>
        </p:nvSpPr>
        <p:spPr>
          <a:xfrm>
            <a:off x="802850" y="4297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6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290" name="Google Shape;1290;p176"/>
          <p:cNvSpPr txBox="1"/>
          <p:nvPr>
            <p:ph idx="1" type="subTitle"/>
          </p:nvPr>
        </p:nvSpPr>
        <p:spPr>
          <a:xfrm>
            <a:off x="1261850" y="1129175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1" name="Google Shape;1291;p176"/>
          <p:cNvSpPr txBox="1"/>
          <p:nvPr>
            <p:ph idx="2" type="subTitle"/>
          </p:nvPr>
        </p:nvSpPr>
        <p:spPr>
          <a:xfrm>
            <a:off x="1261850" y="1793690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2" name="Google Shape;1292;p176"/>
          <p:cNvSpPr txBox="1"/>
          <p:nvPr>
            <p:ph idx="3" type="subTitle"/>
          </p:nvPr>
        </p:nvSpPr>
        <p:spPr>
          <a:xfrm>
            <a:off x="1261850" y="2435792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3" name="Google Shape;1293;p176"/>
          <p:cNvSpPr txBox="1"/>
          <p:nvPr>
            <p:ph idx="4" type="subTitle"/>
          </p:nvPr>
        </p:nvSpPr>
        <p:spPr>
          <a:xfrm>
            <a:off x="1261850" y="3063532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4" name="Google Shape;1294;p176"/>
          <p:cNvSpPr txBox="1"/>
          <p:nvPr>
            <p:ph idx="5" type="subTitle"/>
          </p:nvPr>
        </p:nvSpPr>
        <p:spPr>
          <a:xfrm>
            <a:off x="1261850" y="3728046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95" name="Google Shape;1295;p176"/>
          <p:cNvSpPr txBox="1"/>
          <p:nvPr>
            <p:ph idx="6" type="subTitle"/>
          </p:nvPr>
        </p:nvSpPr>
        <p:spPr>
          <a:xfrm>
            <a:off x="1261850" y="4370149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296" name="Google Shape;1296;p17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97" name="Google Shape;1297;p1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8" name="Google Shape;1298;p176"/>
          <p:cNvSpPr txBox="1"/>
          <p:nvPr>
            <p:ph idx="7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9" name="Google Shape;1299;p176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0" name="Google Shape;1300;p1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"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2" name="Google Shape;1302;p17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03" name="Google Shape;1303;p1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4" name="Google Shape;1304;p1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5" name="Google Shape;1305;p17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6" name="Google Shape;1306;p1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">
    <p:bg>
      <p:bgPr>
        <a:solidFill>
          <a:srgbClr val="F2F2F2"/>
        </a:solidFill>
      </p:bgPr>
    </p:bg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78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78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178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1" name="Google Shape;1311;p17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2" name="Google Shape;1312;p17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13" name="Google Shape;1313;p178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14" name="Google Shape;1314;p178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1315" name="Google Shape;1315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78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st to Five Slide">
  <p:cSld name="CUSTOM_23_1">
    <p:bg>
      <p:bgPr>
        <a:solidFill>
          <a:srgbClr val="F2F2F2"/>
        </a:solidFill>
      </p:bgPr>
    </p:bg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79"/>
          <p:cNvSpPr/>
          <p:nvPr/>
        </p:nvSpPr>
        <p:spPr>
          <a:xfrm>
            <a:off x="136025" y="12740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79"/>
          <p:cNvSpPr txBox="1"/>
          <p:nvPr/>
        </p:nvSpPr>
        <p:spPr>
          <a:xfrm>
            <a:off x="0" y="26955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Fist to Five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17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21" name="Google Shape;1321;p179"/>
          <p:cNvSpPr txBox="1"/>
          <p:nvPr>
            <p:ph idx="1" type="subTitle"/>
          </p:nvPr>
        </p:nvSpPr>
        <p:spPr>
          <a:xfrm>
            <a:off x="818575" y="1255850"/>
            <a:ext cx="7386900" cy="23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22" name="Google Shape;1322;p179"/>
          <p:cNvPicPr preferRelativeResize="0"/>
          <p:nvPr/>
        </p:nvPicPr>
        <p:blipFill rotWithShape="1">
          <a:blip r:embed="rId2">
            <a:alphaModFix/>
          </a:blip>
          <a:srcRect b="11668" l="0" r="0" t="0"/>
          <a:stretch/>
        </p:blipFill>
        <p:spPr>
          <a:xfrm>
            <a:off x="5855050" y="3612276"/>
            <a:ext cx="828675" cy="153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179"/>
          <p:cNvPicPr preferRelativeResize="0"/>
          <p:nvPr/>
        </p:nvPicPr>
        <p:blipFill rotWithShape="1">
          <a:blip r:embed="rId3">
            <a:alphaModFix/>
          </a:blip>
          <a:srcRect b="13517" l="0" r="0" t="0"/>
          <a:stretch/>
        </p:blipFill>
        <p:spPr>
          <a:xfrm>
            <a:off x="4646300" y="3636099"/>
            <a:ext cx="666750" cy="15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179"/>
          <p:cNvPicPr preferRelativeResize="0"/>
          <p:nvPr/>
        </p:nvPicPr>
        <p:blipFill rotWithShape="1">
          <a:blip r:embed="rId4">
            <a:alphaModFix/>
          </a:blip>
          <a:srcRect b="13770" l="0" r="0" t="0"/>
          <a:stretch/>
        </p:blipFill>
        <p:spPr>
          <a:xfrm>
            <a:off x="3294675" y="3698001"/>
            <a:ext cx="733425" cy="14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179"/>
          <p:cNvPicPr preferRelativeResize="0"/>
          <p:nvPr/>
        </p:nvPicPr>
        <p:blipFill rotWithShape="1">
          <a:blip r:embed="rId5">
            <a:alphaModFix/>
          </a:blip>
          <a:srcRect b="12495" l="0" r="0" t="0"/>
          <a:stretch/>
        </p:blipFill>
        <p:spPr>
          <a:xfrm>
            <a:off x="7103825" y="3659901"/>
            <a:ext cx="1114425" cy="14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179"/>
          <p:cNvPicPr preferRelativeResize="0"/>
          <p:nvPr/>
        </p:nvPicPr>
        <p:blipFill rotWithShape="1">
          <a:blip r:embed="rId6">
            <a:alphaModFix/>
          </a:blip>
          <a:srcRect b="19955" l="0" r="0" t="0"/>
          <a:stretch/>
        </p:blipFill>
        <p:spPr>
          <a:xfrm>
            <a:off x="731900" y="4198076"/>
            <a:ext cx="771525" cy="9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179"/>
          <p:cNvPicPr preferRelativeResize="0"/>
          <p:nvPr/>
        </p:nvPicPr>
        <p:blipFill rotWithShape="1">
          <a:blip r:embed="rId7">
            <a:alphaModFix/>
          </a:blip>
          <a:srcRect b="12495" l="0" r="0" t="0"/>
          <a:stretch/>
        </p:blipFill>
        <p:spPr>
          <a:xfrm>
            <a:off x="2059400" y="3659901"/>
            <a:ext cx="762000" cy="14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179"/>
          <p:cNvPicPr preferRelativeResize="0"/>
          <p:nvPr/>
        </p:nvPicPr>
        <p:blipFill rotWithShape="1">
          <a:blip r:embed="rId5">
            <a:alphaModFix/>
          </a:blip>
          <a:srcRect b="12495" l="0" r="0" t="0"/>
          <a:stretch/>
        </p:blipFill>
        <p:spPr>
          <a:xfrm rot="-3">
            <a:off x="270339" y="151751"/>
            <a:ext cx="384136" cy="5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">
  <p:cSld name="CUSTOM_21_2_1"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0" name="Google Shape;1330;p180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31" name="Google Shape;1331;p18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2" name="Google Shape;1332;p18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3" name="Google Shape;1333;p180"/>
          <p:cNvSpPr/>
          <p:nvPr/>
        </p:nvSpPr>
        <p:spPr>
          <a:xfrm>
            <a:off x="136025" y="2290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">
  <p:cSld name="CUSTOM_21_1"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5" name="Google Shape;1335;p181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36" name="Google Shape;1336;p181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81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81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81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81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81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42" name="Google Shape;1342;p181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43" name="Google Shape;1343;p181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44" name="Google Shape;1344;p181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45" name="Google Shape;1345;p181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46" name="Google Shape;1346;p181"/>
          <p:cNvSpPr txBox="1"/>
          <p:nvPr>
            <p:ph idx="1" type="subTitle"/>
          </p:nvPr>
        </p:nvSpPr>
        <p:spPr>
          <a:xfrm>
            <a:off x="1261850" y="1129175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47" name="Google Shape;1347;p181"/>
          <p:cNvSpPr txBox="1"/>
          <p:nvPr>
            <p:ph idx="2" type="subTitle"/>
          </p:nvPr>
        </p:nvSpPr>
        <p:spPr>
          <a:xfrm>
            <a:off x="1261850" y="1793690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48" name="Google Shape;1348;p181"/>
          <p:cNvSpPr txBox="1"/>
          <p:nvPr>
            <p:ph idx="3" type="subTitle"/>
          </p:nvPr>
        </p:nvSpPr>
        <p:spPr>
          <a:xfrm>
            <a:off x="1261850" y="2435793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49" name="Google Shape;1349;p181"/>
          <p:cNvSpPr txBox="1"/>
          <p:nvPr>
            <p:ph idx="4" type="subTitle"/>
          </p:nvPr>
        </p:nvSpPr>
        <p:spPr>
          <a:xfrm>
            <a:off x="1261850" y="3063533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0" name="Google Shape;1350;p181"/>
          <p:cNvSpPr txBox="1"/>
          <p:nvPr>
            <p:ph idx="5" type="subTitle"/>
          </p:nvPr>
        </p:nvSpPr>
        <p:spPr>
          <a:xfrm>
            <a:off x="1261850" y="3728048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1" name="Google Shape;1351;p1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2" name="Google Shape;1352;p181"/>
          <p:cNvSpPr txBox="1"/>
          <p:nvPr>
            <p:ph idx="6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3" name="Google Shape;1353;p181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4" name="Google Shape;1354;p1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4 ">
  <p:cSld name="CUSTOM_21_1_1"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6" name="Google Shape;1356;p182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57" name="Google Shape;1357;p182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82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82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82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82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62" name="Google Shape;1362;p182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63" name="Google Shape;1363;p182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64" name="Google Shape;1364;p182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65" name="Google Shape;1365;p182"/>
          <p:cNvSpPr txBox="1"/>
          <p:nvPr>
            <p:ph idx="1" type="subTitle"/>
          </p:nvPr>
        </p:nvSpPr>
        <p:spPr>
          <a:xfrm>
            <a:off x="1261850" y="1129175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6" name="Google Shape;1366;p182"/>
          <p:cNvSpPr txBox="1"/>
          <p:nvPr>
            <p:ph idx="2" type="subTitle"/>
          </p:nvPr>
        </p:nvSpPr>
        <p:spPr>
          <a:xfrm>
            <a:off x="1261850" y="1793688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7" name="Google Shape;1367;p182"/>
          <p:cNvSpPr txBox="1"/>
          <p:nvPr>
            <p:ph idx="3" type="subTitle"/>
          </p:nvPr>
        </p:nvSpPr>
        <p:spPr>
          <a:xfrm>
            <a:off x="1261850" y="2435788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8" name="Google Shape;1368;p182"/>
          <p:cNvSpPr txBox="1"/>
          <p:nvPr>
            <p:ph idx="4" type="subTitle"/>
          </p:nvPr>
        </p:nvSpPr>
        <p:spPr>
          <a:xfrm>
            <a:off x="1261850" y="3063525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9" name="Google Shape;1369;p1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0" name="Google Shape;1370;p182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71" name="Google Shape;1371;p182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2" name="Google Shape;1372;p1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4" name="Google Shape;1374;p183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75" name="Google Shape;1375;p183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83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83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183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79" name="Google Shape;1379;p183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0" name="Google Shape;1380;p183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1" name="Google Shape;1381;p183"/>
          <p:cNvSpPr txBox="1"/>
          <p:nvPr>
            <p:ph idx="1" type="subTitle"/>
          </p:nvPr>
        </p:nvSpPr>
        <p:spPr>
          <a:xfrm>
            <a:off x="1261850" y="1129175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2" name="Google Shape;1382;p183"/>
          <p:cNvSpPr txBox="1"/>
          <p:nvPr>
            <p:ph idx="2" type="subTitle"/>
          </p:nvPr>
        </p:nvSpPr>
        <p:spPr>
          <a:xfrm>
            <a:off x="1261850" y="1793692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3" name="Google Shape;1383;p183"/>
          <p:cNvSpPr txBox="1"/>
          <p:nvPr>
            <p:ph idx="3" type="subTitle"/>
          </p:nvPr>
        </p:nvSpPr>
        <p:spPr>
          <a:xfrm>
            <a:off x="1261850" y="2435797"/>
            <a:ext cx="7073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4" name="Google Shape;1384;p1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5" name="Google Shape;1385;p183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6" name="Google Shape;1386;p183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7" name="Google Shape;1387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8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0" name="Google Shape;1390;p18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18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2" name="Google Shape;1392;p18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85"/>
          <p:cNvSpPr/>
          <p:nvPr/>
        </p:nvSpPr>
        <p:spPr>
          <a:xfrm>
            <a:off x="5919625" y="0"/>
            <a:ext cx="3220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85"/>
          <p:cNvSpPr txBox="1"/>
          <p:nvPr>
            <p:ph idx="1" type="body"/>
          </p:nvPr>
        </p:nvSpPr>
        <p:spPr>
          <a:xfrm>
            <a:off x="590350" y="1121725"/>
            <a:ext cx="50400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6" name="Google Shape;1396;p185"/>
          <p:cNvSpPr txBox="1"/>
          <p:nvPr>
            <p:ph type="title"/>
          </p:nvPr>
        </p:nvSpPr>
        <p:spPr>
          <a:xfrm>
            <a:off x="6034025" y="544450"/>
            <a:ext cx="2716500" cy="651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7" name="Google Shape;1397;p185"/>
          <p:cNvSpPr txBox="1"/>
          <p:nvPr>
            <p:ph idx="2" type="subTitle"/>
          </p:nvPr>
        </p:nvSpPr>
        <p:spPr>
          <a:xfrm>
            <a:off x="6324700" y="1121900"/>
            <a:ext cx="24255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8" name="Google Shape;1398;p185"/>
          <p:cNvSpPr txBox="1"/>
          <p:nvPr>
            <p:ph idx="3" type="title"/>
          </p:nvPr>
        </p:nvSpPr>
        <p:spPr>
          <a:xfrm>
            <a:off x="-2090" y="127400"/>
            <a:ext cx="59097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9" name="Google Shape;1399;p185"/>
          <p:cNvSpPr txBox="1"/>
          <p:nvPr>
            <p:ph idx="4" type="title"/>
          </p:nvPr>
        </p:nvSpPr>
        <p:spPr>
          <a:xfrm>
            <a:off x="-6000" y="515275"/>
            <a:ext cx="58203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"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86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2" name="Google Shape;1402;p1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186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86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">
  <p:cSld name="CUSTOM_4_1"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87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408" name="Google Shape;1408;p1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42338" y="1946150"/>
            <a:ext cx="9048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CUSTOM_4_1_1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88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88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13" name="Google Shape;1413;p188"/>
          <p:cNvSpPr/>
          <p:nvPr/>
        </p:nvSpPr>
        <p:spPr>
          <a:xfrm>
            <a:off x="958075" y="2087475"/>
            <a:ext cx="704970" cy="980288"/>
          </a:xfrm>
          <a:custGeom>
            <a:rect b="b" l="l" r="r" t="t"/>
            <a:pathLst>
              <a:path extrusionOk="0" fill="none" h="79682" w="57303">
                <a:moveTo>
                  <a:pt x="12677" y="79681"/>
                </a:moveTo>
                <a:lnTo>
                  <a:pt x="12677" y="79681"/>
                </a:lnTo>
                <a:lnTo>
                  <a:pt x="15652" y="75283"/>
                </a:lnTo>
                <a:lnTo>
                  <a:pt x="17980" y="71403"/>
                </a:lnTo>
                <a:lnTo>
                  <a:pt x="19920" y="67910"/>
                </a:lnTo>
                <a:lnTo>
                  <a:pt x="21343" y="64806"/>
                </a:lnTo>
                <a:lnTo>
                  <a:pt x="22378" y="62090"/>
                </a:lnTo>
                <a:lnTo>
                  <a:pt x="23025" y="59891"/>
                </a:lnTo>
                <a:lnTo>
                  <a:pt x="23413" y="58080"/>
                </a:lnTo>
                <a:lnTo>
                  <a:pt x="23542" y="56786"/>
                </a:lnTo>
                <a:lnTo>
                  <a:pt x="23542" y="56786"/>
                </a:lnTo>
                <a:lnTo>
                  <a:pt x="21084" y="56139"/>
                </a:lnTo>
                <a:lnTo>
                  <a:pt x="18627" y="55363"/>
                </a:lnTo>
                <a:lnTo>
                  <a:pt x="16428" y="54458"/>
                </a:lnTo>
                <a:lnTo>
                  <a:pt x="14229" y="53294"/>
                </a:lnTo>
                <a:lnTo>
                  <a:pt x="12159" y="52000"/>
                </a:lnTo>
                <a:lnTo>
                  <a:pt x="10219" y="50448"/>
                </a:lnTo>
                <a:lnTo>
                  <a:pt x="8408" y="48896"/>
                </a:lnTo>
                <a:lnTo>
                  <a:pt x="6726" y="47085"/>
                </a:lnTo>
                <a:lnTo>
                  <a:pt x="5304" y="45144"/>
                </a:lnTo>
                <a:lnTo>
                  <a:pt x="4010" y="43075"/>
                </a:lnTo>
                <a:lnTo>
                  <a:pt x="2846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518" y="33761"/>
                </a:lnTo>
                <a:lnTo>
                  <a:pt x="129" y="31174"/>
                </a:lnTo>
                <a:lnTo>
                  <a:pt x="0" y="28587"/>
                </a:lnTo>
                <a:lnTo>
                  <a:pt x="0" y="28587"/>
                </a:lnTo>
                <a:lnTo>
                  <a:pt x="259" y="25742"/>
                </a:lnTo>
                <a:lnTo>
                  <a:pt x="647" y="22896"/>
                </a:lnTo>
                <a:lnTo>
                  <a:pt x="1294" y="20050"/>
                </a:lnTo>
                <a:lnTo>
                  <a:pt x="2328" y="17463"/>
                </a:lnTo>
                <a:lnTo>
                  <a:pt x="3493" y="15005"/>
                </a:lnTo>
                <a:lnTo>
                  <a:pt x="4915" y="12677"/>
                </a:lnTo>
                <a:lnTo>
                  <a:pt x="6597" y="10478"/>
                </a:lnTo>
                <a:lnTo>
                  <a:pt x="8408" y="8409"/>
                </a:lnTo>
                <a:lnTo>
                  <a:pt x="10478" y="6598"/>
                </a:lnTo>
                <a:lnTo>
                  <a:pt x="12677" y="4916"/>
                </a:lnTo>
                <a:lnTo>
                  <a:pt x="15005" y="3493"/>
                </a:lnTo>
                <a:lnTo>
                  <a:pt x="17592" y="2200"/>
                </a:lnTo>
                <a:lnTo>
                  <a:pt x="20179" y="1294"/>
                </a:lnTo>
                <a:lnTo>
                  <a:pt x="22895" y="647"/>
                </a:lnTo>
                <a:lnTo>
                  <a:pt x="25741" y="130"/>
                </a:lnTo>
                <a:lnTo>
                  <a:pt x="28716" y="1"/>
                </a:lnTo>
                <a:lnTo>
                  <a:pt x="28716" y="1"/>
                </a:lnTo>
                <a:lnTo>
                  <a:pt x="31562" y="130"/>
                </a:lnTo>
                <a:lnTo>
                  <a:pt x="34408" y="647"/>
                </a:lnTo>
                <a:lnTo>
                  <a:pt x="37124" y="1294"/>
                </a:lnTo>
                <a:lnTo>
                  <a:pt x="39840" y="2200"/>
                </a:lnTo>
                <a:lnTo>
                  <a:pt x="42298" y="3493"/>
                </a:lnTo>
                <a:lnTo>
                  <a:pt x="44626" y="4916"/>
                </a:lnTo>
                <a:lnTo>
                  <a:pt x="46825" y="6598"/>
                </a:lnTo>
                <a:lnTo>
                  <a:pt x="48895" y="8409"/>
                </a:lnTo>
                <a:lnTo>
                  <a:pt x="50706" y="10478"/>
                </a:lnTo>
                <a:lnTo>
                  <a:pt x="52388" y="12677"/>
                </a:lnTo>
                <a:lnTo>
                  <a:pt x="53810" y="15005"/>
                </a:lnTo>
                <a:lnTo>
                  <a:pt x="54975" y="17463"/>
                </a:lnTo>
                <a:lnTo>
                  <a:pt x="56009" y="20050"/>
                </a:lnTo>
                <a:lnTo>
                  <a:pt x="56656" y="22896"/>
                </a:lnTo>
                <a:lnTo>
                  <a:pt x="57174" y="25742"/>
                </a:lnTo>
                <a:lnTo>
                  <a:pt x="57303" y="28587"/>
                </a:lnTo>
                <a:lnTo>
                  <a:pt x="57303" y="28587"/>
                </a:lnTo>
                <a:lnTo>
                  <a:pt x="57174" y="31562"/>
                </a:lnTo>
                <a:lnTo>
                  <a:pt x="56915" y="34279"/>
                </a:lnTo>
                <a:lnTo>
                  <a:pt x="56398" y="37125"/>
                </a:lnTo>
                <a:lnTo>
                  <a:pt x="55751" y="39712"/>
                </a:lnTo>
                <a:lnTo>
                  <a:pt x="54845" y="42299"/>
                </a:lnTo>
                <a:lnTo>
                  <a:pt x="53940" y="44886"/>
                </a:lnTo>
                <a:lnTo>
                  <a:pt x="52776" y="47214"/>
                </a:lnTo>
                <a:lnTo>
                  <a:pt x="51611" y="49542"/>
                </a:lnTo>
                <a:lnTo>
                  <a:pt x="50189" y="51871"/>
                </a:lnTo>
                <a:lnTo>
                  <a:pt x="48766" y="54070"/>
                </a:lnTo>
                <a:lnTo>
                  <a:pt x="47214" y="56139"/>
                </a:lnTo>
                <a:lnTo>
                  <a:pt x="45532" y="58209"/>
                </a:lnTo>
                <a:lnTo>
                  <a:pt x="43850" y="60020"/>
                </a:lnTo>
                <a:lnTo>
                  <a:pt x="42039" y="61960"/>
                </a:lnTo>
                <a:lnTo>
                  <a:pt x="40229" y="63642"/>
                </a:lnTo>
                <a:lnTo>
                  <a:pt x="38288" y="65323"/>
                </a:lnTo>
                <a:lnTo>
                  <a:pt x="36477" y="66876"/>
                </a:lnTo>
                <a:lnTo>
                  <a:pt x="34537" y="68428"/>
                </a:lnTo>
                <a:lnTo>
                  <a:pt x="30786" y="71144"/>
                </a:lnTo>
                <a:lnTo>
                  <a:pt x="27035" y="73472"/>
                </a:lnTo>
                <a:lnTo>
                  <a:pt x="23413" y="75413"/>
                </a:lnTo>
                <a:lnTo>
                  <a:pt x="20050" y="77094"/>
                </a:lnTo>
                <a:lnTo>
                  <a:pt x="17204" y="78388"/>
                </a:lnTo>
                <a:lnTo>
                  <a:pt x="14617" y="79164"/>
                </a:lnTo>
                <a:lnTo>
                  <a:pt x="12677" y="79681"/>
                </a:lnTo>
                <a:lnTo>
                  <a:pt x="12677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188"/>
          <p:cNvSpPr/>
          <p:nvPr/>
        </p:nvSpPr>
        <p:spPr>
          <a:xfrm>
            <a:off x="1728183" y="2087475"/>
            <a:ext cx="703383" cy="980288"/>
          </a:xfrm>
          <a:custGeom>
            <a:rect b="b" l="l" r="r" t="t"/>
            <a:pathLst>
              <a:path extrusionOk="0" fill="none" h="79682" w="57174">
                <a:moveTo>
                  <a:pt x="12548" y="79681"/>
                </a:moveTo>
                <a:lnTo>
                  <a:pt x="12548" y="79681"/>
                </a:lnTo>
                <a:lnTo>
                  <a:pt x="15523" y="75283"/>
                </a:lnTo>
                <a:lnTo>
                  <a:pt x="17980" y="71403"/>
                </a:lnTo>
                <a:lnTo>
                  <a:pt x="19791" y="67910"/>
                </a:lnTo>
                <a:lnTo>
                  <a:pt x="21214" y="64806"/>
                </a:lnTo>
                <a:lnTo>
                  <a:pt x="22249" y="62090"/>
                </a:lnTo>
                <a:lnTo>
                  <a:pt x="22896" y="59891"/>
                </a:lnTo>
                <a:lnTo>
                  <a:pt x="23284" y="58080"/>
                </a:lnTo>
                <a:lnTo>
                  <a:pt x="23413" y="56786"/>
                </a:lnTo>
                <a:lnTo>
                  <a:pt x="23413" y="56786"/>
                </a:lnTo>
                <a:lnTo>
                  <a:pt x="20955" y="56139"/>
                </a:lnTo>
                <a:lnTo>
                  <a:pt x="18498" y="55363"/>
                </a:lnTo>
                <a:lnTo>
                  <a:pt x="16299" y="54458"/>
                </a:lnTo>
                <a:lnTo>
                  <a:pt x="14100" y="53294"/>
                </a:lnTo>
                <a:lnTo>
                  <a:pt x="12030" y="52000"/>
                </a:lnTo>
                <a:lnTo>
                  <a:pt x="10090" y="50448"/>
                </a:lnTo>
                <a:lnTo>
                  <a:pt x="8279" y="48896"/>
                </a:lnTo>
                <a:lnTo>
                  <a:pt x="6727" y="47085"/>
                </a:lnTo>
                <a:lnTo>
                  <a:pt x="5174" y="45144"/>
                </a:lnTo>
                <a:lnTo>
                  <a:pt x="3881" y="43075"/>
                </a:lnTo>
                <a:lnTo>
                  <a:pt x="2717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388" y="33761"/>
                </a:lnTo>
                <a:lnTo>
                  <a:pt x="130" y="31174"/>
                </a:lnTo>
                <a:lnTo>
                  <a:pt x="0" y="28587"/>
                </a:lnTo>
                <a:lnTo>
                  <a:pt x="0" y="28587"/>
                </a:lnTo>
                <a:lnTo>
                  <a:pt x="130" y="25742"/>
                </a:lnTo>
                <a:lnTo>
                  <a:pt x="518" y="22896"/>
                </a:lnTo>
                <a:lnTo>
                  <a:pt x="1294" y="20050"/>
                </a:lnTo>
                <a:lnTo>
                  <a:pt x="2199" y="17463"/>
                </a:lnTo>
                <a:lnTo>
                  <a:pt x="3364" y="15005"/>
                </a:lnTo>
                <a:lnTo>
                  <a:pt x="4786" y="12677"/>
                </a:lnTo>
                <a:lnTo>
                  <a:pt x="6468" y="10478"/>
                </a:lnTo>
                <a:lnTo>
                  <a:pt x="8279" y="8409"/>
                </a:lnTo>
                <a:lnTo>
                  <a:pt x="10349" y="6598"/>
                </a:lnTo>
                <a:lnTo>
                  <a:pt x="12548" y="4916"/>
                </a:lnTo>
                <a:lnTo>
                  <a:pt x="14876" y="3493"/>
                </a:lnTo>
                <a:lnTo>
                  <a:pt x="17463" y="2200"/>
                </a:lnTo>
                <a:lnTo>
                  <a:pt x="20050" y="1294"/>
                </a:lnTo>
                <a:lnTo>
                  <a:pt x="22766" y="647"/>
                </a:lnTo>
                <a:lnTo>
                  <a:pt x="25612" y="130"/>
                </a:lnTo>
                <a:lnTo>
                  <a:pt x="28587" y="1"/>
                </a:lnTo>
                <a:lnTo>
                  <a:pt x="28587" y="1"/>
                </a:lnTo>
                <a:lnTo>
                  <a:pt x="31433" y="130"/>
                </a:lnTo>
                <a:lnTo>
                  <a:pt x="34279" y="647"/>
                </a:lnTo>
                <a:lnTo>
                  <a:pt x="37124" y="1294"/>
                </a:lnTo>
                <a:lnTo>
                  <a:pt x="39711" y="2200"/>
                </a:lnTo>
                <a:lnTo>
                  <a:pt x="42169" y="3493"/>
                </a:lnTo>
                <a:lnTo>
                  <a:pt x="44627" y="4916"/>
                </a:lnTo>
                <a:lnTo>
                  <a:pt x="46826" y="6598"/>
                </a:lnTo>
                <a:lnTo>
                  <a:pt x="48766" y="8409"/>
                </a:lnTo>
                <a:lnTo>
                  <a:pt x="50706" y="10478"/>
                </a:lnTo>
                <a:lnTo>
                  <a:pt x="52259" y="12677"/>
                </a:lnTo>
                <a:lnTo>
                  <a:pt x="53681" y="15005"/>
                </a:lnTo>
                <a:lnTo>
                  <a:pt x="54975" y="17463"/>
                </a:lnTo>
                <a:lnTo>
                  <a:pt x="55880" y="20050"/>
                </a:lnTo>
                <a:lnTo>
                  <a:pt x="56657" y="22896"/>
                </a:lnTo>
                <a:lnTo>
                  <a:pt x="57045" y="25742"/>
                </a:lnTo>
                <a:lnTo>
                  <a:pt x="57174" y="28587"/>
                </a:lnTo>
                <a:lnTo>
                  <a:pt x="57174" y="28587"/>
                </a:lnTo>
                <a:lnTo>
                  <a:pt x="57045" y="31562"/>
                </a:lnTo>
                <a:lnTo>
                  <a:pt x="56786" y="34279"/>
                </a:lnTo>
                <a:lnTo>
                  <a:pt x="56268" y="37125"/>
                </a:lnTo>
                <a:lnTo>
                  <a:pt x="55622" y="39712"/>
                </a:lnTo>
                <a:lnTo>
                  <a:pt x="54846" y="42299"/>
                </a:lnTo>
                <a:lnTo>
                  <a:pt x="53811" y="44886"/>
                </a:lnTo>
                <a:lnTo>
                  <a:pt x="52776" y="47214"/>
                </a:lnTo>
                <a:lnTo>
                  <a:pt x="51482" y="49542"/>
                </a:lnTo>
                <a:lnTo>
                  <a:pt x="50060" y="51871"/>
                </a:lnTo>
                <a:lnTo>
                  <a:pt x="48637" y="54070"/>
                </a:lnTo>
                <a:lnTo>
                  <a:pt x="47084" y="56139"/>
                </a:lnTo>
                <a:lnTo>
                  <a:pt x="45403" y="58209"/>
                </a:lnTo>
                <a:lnTo>
                  <a:pt x="43721" y="60020"/>
                </a:lnTo>
                <a:lnTo>
                  <a:pt x="41910" y="61960"/>
                </a:lnTo>
                <a:lnTo>
                  <a:pt x="40099" y="63642"/>
                </a:lnTo>
                <a:lnTo>
                  <a:pt x="38289" y="65323"/>
                </a:lnTo>
                <a:lnTo>
                  <a:pt x="36348" y="66876"/>
                </a:lnTo>
                <a:lnTo>
                  <a:pt x="34408" y="68428"/>
                </a:lnTo>
                <a:lnTo>
                  <a:pt x="30657" y="71144"/>
                </a:lnTo>
                <a:lnTo>
                  <a:pt x="26906" y="73472"/>
                </a:lnTo>
                <a:lnTo>
                  <a:pt x="23284" y="75413"/>
                </a:lnTo>
                <a:lnTo>
                  <a:pt x="20050" y="77094"/>
                </a:lnTo>
                <a:lnTo>
                  <a:pt x="17075" y="78388"/>
                </a:lnTo>
                <a:lnTo>
                  <a:pt x="14488" y="79164"/>
                </a:lnTo>
                <a:lnTo>
                  <a:pt x="12548" y="79681"/>
                </a:lnTo>
                <a:lnTo>
                  <a:pt x="12548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188"/>
          <p:cNvSpPr txBox="1"/>
          <p:nvPr>
            <p:ph idx="1" type="subTitle"/>
          </p:nvPr>
        </p:nvSpPr>
        <p:spPr>
          <a:xfrm>
            <a:off x="722800" y="3899125"/>
            <a:ext cx="1944000" cy="4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50"/>
              <a:buFont typeface="Roboto"/>
              <a:buNone/>
              <a:defRPr sz="125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6" name="Google Shape;1416;p188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5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89"/>
          <p:cNvSpPr/>
          <p:nvPr/>
        </p:nvSpPr>
        <p:spPr>
          <a:xfrm>
            <a:off x="425994" y="1687050"/>
            <a:ext cx="1985400" cy="19854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189"/>
          <p:cNvSpPr/>
          <p:nvPr/>
        </p:nvSpPr>
        <p:spPr>
          <a:xfrm>
            <a:off x="2528198" y="1687050"/>
            <a:ext cx="1985400" cy="19854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89"/>
          <p:cNvSpPr/>
          <p:nvPr/>
        </p:nvSpPr>
        <p:spPr>
          <a:xfrm>
            <a:off x="4630402" y="1687050"/>
            <a:ext cx="1985400" cy="19854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89"/>
          <p:cNvSpPr/>
          <p:nvPr/>
        </p:nvSpPr>
        <p:spPr>
          <a:xfrm>
            <a:off x="6732606" y="1687050"/>
            <a:ext cx="1985400" cy="19854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2" name="Google Shape;1422;p189"/>
          <p:cNvGrpSpPr/>
          <p:nvPr/>
        </p:nvGrpSpPr>
        <p:grpSpPr>
          <a:xfrm>
            <a:off x="2252708" y="2450242"/>
            <a:ext cx="459000" cy="459000"/>
            <a:chOff x="4898908" y="4195167"/>
            <a:chExt cx="459000" cy="459000"/>
          </a:xfrm>
        </p:grpSpPr>
        <p:sp>
          <p:nvSpPr>
            <p:cNvPr id="1423" name="Google Shape;1423;p189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424" name="Google Shape;1424;p189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5" name="Google Shape;1425;p189"/>
          <p:cNvGrpSpPr/>
          <p:nvPr/>
        </p:nvGrpSpPr>
        <p:grpSpPr>
          <a:xfrm>
            <a:off x="4342508" y="2450242"/>
            <a:ext cx="459000" cy="459000"/>
            <a:chOff x="4898908" y="4195167"/>
            <a:chExt cx="459000" cy="459000"/>
          </a:xfrm>
        </p:grpSpPr>
        <p:sp>
          <p:nvSpPr>
            <p:cNvPr id="1426" name="Google Shape;1426;p189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427" name="Google Shape;1427;p189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8" name="Google Shape;1428;p189"/>
          <p:cNvGrpSpPr/>
          <p:nvPr/>
        </p:nvGrpSpPr>
        <p:grpSpPr>
          <a:xfrm>
            <a:off x="6432308" y="2450242"/>
            <a:ext cx="459000" cy="459000"/>
            <a:chOff x="4898908" y="4195167"/>
            <a:chExt cx="459000" cy="459000"/>
          </a:xfrm>
        </p:grpSpPr>
        <p:sp>
          <p:nvSpPr>
            <p:cNvPr id="1429" name="Google Shape;1429;p189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430" name="Google Shape;1430;p189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1" name="Google Shape;1431;p189"/>
          <p:cNvSpPr txBox="1"/>
          <p:nvPr/>
        </p:nvSpPr>
        <p:spPr>
          <a:xfrm>
            <a:off x="537875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2" name="Google Shape;1432;p189"/>
          <p:cNvSpPr txBox="1"/>
          <p:nvPr/>
        </p:nvSpPr>
        <p:spPr>
          <a:xfrm>
            <a:off x="2702913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3" name="Google Shape;1433;p189"/>
          <p:cNvSpPr txBox="1"/>
          <p:nvPr/>
        </p:nvSpPr>
        <p:spPr>
          <a:xfrm>
            <a:off x="6891288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4" name="Google Shape;1434;p189"/>
          <p:cNvSpPr txBox="1"/>
          <p:nvPr/>
        </p:nvSpPr>
        <p:spPr>
          <a:xfrm>
            <a:off x="4757438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35" name="Google Shape;1435;p1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6" name="Google Shape;1436;p18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90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190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0" name="Google Shape;1440;p190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1" name="Google Shape;1441;p190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190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3" name="Google Shape;1443;p190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190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190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6" name="Google Shape;1446;p190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47" name="Google Shape;1447;p190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8" name="Google Shape;1448;p190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1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0" name="Google Shape;1450;p19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91"/>
          <p:cNvSpPr/>
          <p:nvPr/>
        </p:nvSpPr>
        <p:spPr>
          <a:xfrm flipH="1">
            <a:off x="511766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3" name="Google Shape;1453;p191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1454" name="Google Shape;1454;p19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5" name="Google Shape;1455;p19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6" name="Google Shape;1456;p191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1457" name="Google Shape;1457;p19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8" name="Google Shape;1458;p19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59" name="Google Shape;1459;p191"/>
          <p:cNvSpPr/>
          <p:nvPr/>
        </p:nvSpPr>
        <p:spPr>
          <a:xfrm flipH="1">
            <a:off x="3283541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0" name="Google Shape;1460;p191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1461" name="Google Shape;1461;p19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2" name="Google Shape;1462;p19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63" name="Google Shape;1463;p191"/>
          <p:cNvSpPr/>
          <p:nvPr/>
        </p:nvSpPr>
        <p:spPr>
          <a:xfrm flipH="1">
            <a:off x="6188666" y="17838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1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5" name="Google Shape;1465;p19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">
    <p:bg>
      <p:bgPr>
        <a:solidFill>
          <a:srgbClr val="FFFFFF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192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8" name="Google Shape;1468;p192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69" name="Google Shape;1469;p192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0" name="Google Shape;1470;p192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92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2" name="Google Shape;1472;p192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3" name="Google Shape;1473;p192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74" name="Google Shape;1474;p192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75" name="Google Shape;1475;p192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b="0" sz="1600">
                <a:solidFill>
                  <a:srgbClr val="2E5E7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"/>
              <a:buNone/>
              <a:defRPr sz="16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76" name="Google Shape;1476;p192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b="0" sz="1600">
                <a:solidFill>
                  <a:srgbClr val="04346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"/>
              <a:buNone/>
              <a:defRPr sz="16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77" name="Google Shape;1477;p192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78" name="Google Shape;1478;p1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92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93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2" name="Google Shape;1482;p193"/>
          <p:cNvSpPr txBox="1"/>
          <p:nvPr>
            <p:ph type="title"/>
          </p:nvPr>
        </p:nvSpPr>
        <p:spPr>
          <a:xfrm>
            <a:off x="1247625" y="1219900"/>
            <a:ext cx="30579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3" name="Google Shape;1483;p193"/>
          <p:cNvSpPr txBox="1"/>
          <p:nvPr>
            <p:ph idx="2" type="title"/>
          </p:nvPr>
        </p:nvSpPr>
        <p:spPr>
          <a:xfrm>
            <a:off x="964350" y="1871375"/>
            <a:ext cx="3408900" cy="2622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4" name="Google Shape;1484;p193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Roboto"/>
              <a:buNone/>
              <a:defRPr sz="16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5" name="Google Shape;1485;p193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86" name="Google Shape;1486;p1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7" name="Google Shape;1487;p193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1488" name="Google Shape;1488;p19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89" name="Google Shape;1489;p19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0" name="Google Shape;1490;p193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1491" name="Google Shape;1491;p193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492" name="Google Shape;1492;p193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3" name="Google Shape;1493;p193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94" name="Google Shape;1494;p193"/>
          <p:cNvSpPr txBox="1"/>
          <p:nvPr>
            <p:ph idx="5" type="title"/>
          </p:nvPr>
        </p:nvSpPr>
        <p:spPr>
          <a:xfrm>
            <a:off x="5599600" y="1219900"/>
            <a:ext cx="3126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5" name="Google Shape;1495;p193"/>
          <p:cNvSpPr txBox="1"/>
          <p:nvPr>
            <p:ph idx="6" type="title"/>
          </p:nvPr>
        </p:nvSpPr>
        <p:spPr>
          <a:xfrm>
            <a:off x="50" y="515275"/>
            <a:ext cx="92307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25_1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94"/>
          <p:cNvSpPr txBox="1"/>
          <p:nvPr/>
        </p:nvSpPr>
        <p:spPr>
          <a:xfrm>
            <a:off x="304800" y="1086450"/>
            <a:ext cx="2024100" cy="36822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8" name="Google Shape;1498;p194"/>
          <p:cNvSpPr txBox="1"/>
          <p:nvPr/>
        </p:nvSpPr>
        <p:spPr>
          <a:xfrm>
            <a:off x="2475917" y="1086450"/>
            <a:ext cx="2024100" cy="36822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9" name="Google Shape;1499;p194"/>
          <p:cNvSpPr txBox="1"/>
          <p:nvPr/>
        </p:nvSpPr>
        <p:spPr>
          <a:xfrm>
            <a:off x="4647033" y="1086450"/>
            <a:ext cx="2024100" cy="36822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0" name="Google Shape;1500;p194"/>
          <p:cNvSpPr txBox="1"/>
          <p:nvPr/>
        </p:nvSpPr>
        <p:spPr>
          <a:xfrm>
            <a:off x="6818150" y="1086450"/>
            <a:ext cx="2024100" cy="36822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01" name="Google Shape;1501;p194"/>
          <p:cNvSpPr/>
          <p:nvPr/>
        </p:nvSpPr>
        <p:spPr>
          <a:xfrm>
            <a:off x="6964850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194"/>
          <p:cNvSpPr/>
          <p:nvPr/>
        </p:nvSpPr>
        <p:spPr>
          <a:xfrm>
            <a:off x="7116375" y="206201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194"/>
          <p:cNvSpPr txBox="1"/>
          <p:nvPr/>
        </p:nvSpPr>
        <p:spPr>
          <a:xfrm>
            <a:off x="7271838" y="204041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194"/>
          <p:cNvSpPr/>
          <p:nvPr/>
        </p:nvSpPr>
        <p:spPr>
          <a:xfrm>
            <a:off x="6948614" y="203260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05" name="Google Shape;1505;p194"/>
          <p:cNvSpPr/>
          <p:nvPr/>
        </p:nvSpPr>
        <p:spPr>
          <a:xfrm>
            <a:off x="4793738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194"/>
          <p:cNvSpPr/>
          <p:nvPr/>
        </p:nvSpPr>
        <p:spPr>
          <a:xfrm>
            <a:off x="2622625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194"/>
          <p:cNvSpPr/>
          <p:nvPr/>
        </p:nvSpPr>
        <p:spPr>
          <a:xfrm>
            <a:off x="451525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194"/>
          <p:cNvSpPr/>
          <p:nvPr/>
        </p:nvSpPr>
        <p:spPr>
          <a:xfrm>
            <a:off x="603050" y="2062019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94"/>
          <p:cNvSpPr txBox="1"/>
          <p:nvPr/>
        </p:nvSpPr>
        <p:spPr>
          <a:xfrm>
            <a:off x="758513" y="2040419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0" name="Google Shape;1510;p194"/>
          <p:cNvSpPr/>
          <p:nvPr/>
        </p:nvSpPr>
        <p:spPr>
          <a:xfrm>
            <a:off x="435289" y="2032611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11" name="Google Shape;1511;p194"/>
          <p:cNvSpPr/>
          <p:nvPr/>
        </p:nvSpPr>
        <p:spPr>
          <a:xfrm>
            <a:off x="603050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194"/>
          <p:cNvSpPr txBox="1"/>
          <p:nvPr/>
        </p:nvSpPr>
        <p:spPr>
          <a:xfrm>
            <a:off x="758513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3" name="Google Shape;1513;p194"/>
          <p:cNvSpPr/>
          <p:nvPr/>
        </p:nvSpPr>
        <p:spPr>
          <a:xfrm>
            <a:off x="435289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14" name="Google Shape;1514;p194"/>
          <p:cNvSpPr/>
          <p:nvPr/>
        </p:nvSpPr>
        <p:spPr>
          <a:xfrm>
            <a:off x="603050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194"/>
          <p:cNvSpPr txBox="1"/>
          <p:nvPr/>
        </p:nvSpPr>
        <p:spPr>
          <a:xfrm>
            <a:off x="758513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194"/>
          <p:cNvSpPr/>
          <p:nvPr/>
        </p:nvSpPr>
        <p:spPr>
          <a:xfrm>
            <a:off x="435289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17" name="Google Shape;1517;p194"/>
          <p:cNvSpPr/>
          <p:nvPr/>
        </p:nvSpPr>
        <p:spPr>
          <a:xfrm>
            <a:off x="603050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194"/>
          <p:cNvSpPr txBox="1"/>
          <p:nvPr/>
        </p:nvSpPr>
        <p:spPr>
          <a:xfrm>
            <a:off x="758513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9" name="Google Shape;1519;p194"/>
          <p:cNvSpPr/>
          <p:nvPr/>
        </p:nvSpPr>
        <p:spPr>
          <a:xfrm>
            <a:off x="435289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20" name="Google Shape;1520;p194"/>
          <p:cNvSpPr/>
          <p:nvPr/>
        </p:nvSpPr>
        <p:spPr>
          <a:xfrm>
            <a:off x="603050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194"/>
          <p:cNvSpPr txBox="1"/>
          <p:nvPr/>
        </p:nvSpPr>
        <p:spPr>
          <a:xfrm>
            <a:off x="758513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194"/>
          <p:cNvSpPr/>
          <p:nvPr/>
        </p:nvSpPr>
        <p:spPr>
          <a:xfrm>
            <a:off x="435289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23" name="Google Shape;1523;p194"/>
          <p:cNvSpPr/>
          <p:nvPr/>
        </p:nvSpPr>
        <p:spPr>
          <a:xfrm>
            <a:off x="603050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94"/>
          <p:cNvSpPr txBox="1"/>
          <p:nvPr/>
        </p:nvSpPr>
        <p:spPr>
          <a:xfrm>
            <a:off x="758513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5" name="Google Shape;1525;p194"/>
          <p:cNvSpPr/>
          <p:nvPr/>
        </p:nvSpPr>
        <p:spPr>
          <a:xfrm>
            <a:off x="435289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26" name="Google Shape;1526;p194"/>
          <p:cNvSpPr/>
          <p:nvPr/>
        </p:nvSpPr>
        <p:spPr>
          <a:xfrm>
            <a:off x="603050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94"/>
          <p:cNvSpPr txBox="1"/>
          <p:nvPr/>
        </p:nvSpPr>
        <p:spPr>
          <a:xfrm>
            <a:off x="758513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8" name="Google Shape;1528;p194"/>
          <p:cNvSpPr/>
          <p:nvPr/>
        </p:nvSpPr>
        <p:spPr>
          <a:xfrm>
            <a:off x="435289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29" name="Google Shape;1529;p194"/>
          <p:cNvSpPr/>
          <p:nvPr/>
        </p:nvSpPr>
        <p:spPr>
          <a:xfrm>
            <a:off x="7116375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194"/>
          <p:cNvSpPr txBox="1"/>
          <p:nvPr/>
        </p:nvSpPr>
        <p:spPr>
          <a:xfrm>
            <a:off x="7271838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1" name="Google Shape;1531;p194"/>
          <p:cNvSpPr/>
          <p:nvPr/>
        </p:nvSpPr>
        <p:spPr>
          <a:xfrm>
            <a:off x="6948614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32" name="Google Shape;1532;p194"/>
          <p:cNvSpPr/>
          <p:nvPr/>
        </p:nvSpPr>
        <p:spPr>
          <a:xfrm>
            <a:off x="7116375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94"/>
          <p:cNvSpPr txBox="1"/>
          <p:nvPr/>
        </p:nvSpPr>
        <p:spPr>
          <a:xfrm>
            <a:off x="7271838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4" name="Google Shape;1534;p194"/>
          <p:cNvSpPr/>
          <p:nvPr/>
        </p:nvSpPr>
        <p:spPr>
          <a:xfrm>
            <a:off x="6948614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35" name="Google Shape;1535;p194"/>
          <p:cNvSpPr/>
          <p:nvPr/>
        </p:nvSpPr>
        <p:spPr>
          <a:xfrm>
            <a:off x="2774137" y="2062019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194"/>
          <p:cNvSpPr txBox="1"/>
          <p:nvPr/>
        </p:nvSpPr>
        <p:spPr>
          <a:xfrm>
            <a:off x="2929600" y="2040419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7" name="Google Shape;1537;p194"/>
          <p:cNvSpPr/>
          <p:nvPr/>
        </p:nvSpPr>
        <p:spPr>
          <a:xfrm>
            <a:off x="2606377" y="2032611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38" name="Google Shape;1538;p194"/>
          <p:cNvSpPr/>
          <p:nvPr/>
        </p:nvSpPr>
        <p:spPr>
          <a:xfrm>
            <a:off x="2774137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194"/>
          <p:cNvSpPr txBox="1"/>
          <p:nvPr/>
        </p:nvSpPr>
        <p:spPr>
          <a:xfrm>
            <a:off x="2929600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194"/>
          <p:cNvSpPr/>
          <p:nvPr/>
        </p:nvSpPr>
        <p:spPr>
          <a:xfrm>
            <a:off x="2606377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41" name="Google Shape;1541;p194"/>
          <p:cNvSpPr/>
          <p:nvPr/>
        </p:nvSpPr>
        <p:spPr>
          <a:xfrm>
            <a:off x="2774137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94"/>
          <p:cNvSpPr txBox="1"/>
          <p:nvPr/>
        </p:nvSpPr>
        <p:spPr>
          <a:xfrm>
            <a:off x="2929600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194"/>
          <p:cNvSpPr/>
          <p:nvPr/>
        </p:nvSpPr>
        <p:spPr>
          <a:xfrm>
            <a:off x="2606377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44" name="Google Shape;1544;p194"/>
          <p:cNvSpPr/>
          <p:nvPr/>
        </p:nvSpPr>
        <p:spPr>
          <a:xfrm>
            <a:off x="4945275" y="2062019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194"/>
          <p:cNvSpPr txBox="1"/>
          <p:nvPr/>
        </p:nvSpPr>
        <p:spPr>
          <a:xfrm>
            <a:off x="5100738" y="2040419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6" name="Google Shape;1546;p194"/>
          <p:cNvSpPr/>
          <p:nvPr/>
        </p:nvSpPr>
        <p:spPr>
          <a:xfrm>
            <a:off x="4777514" y="2032611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47" name="Google Shape;1547;p194"/>
          <p:cNvSpPr/>
          <p:nvPr/>
        </p:nvSpPr>
        <p:spPr>
          <a:xfrm>
            <a:off x="4945275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194"/>
          <p:cNvSpPr txBox="1"/>
          <p:nvPr/>
        </p:nvSpPr>
        <p:spPr>
          <a:xfrm>
            <a:off x="5100738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9" name="Google Shape;1549;p194"/>
          <p:cNvSpPr/>
          <p:nvPr/>
        </p:nvSpPr>
        <p:spPr>
          <a:xfrm>
            <a:off x="4777514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50" name="Google Shape;1550;p194"/>
          <p:cNvSpPr/>
          <p:nvPr/>
        </p:nvSpPr>
        <p:spPr>
          <a:xfrm>
            <a:off x="2774137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94"/>
          <p:cNvSpPr txBox="1"/>
          <p:nvPr/>
        </p:nvSpPr>
        <p:spPr>
          <a:xfrm>
            <a:off x="2929600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2" name="Google Shape;1552;p194"/>
          <p:cNvSpPr/>
          <p:nvPr/>
        </p:nvSpPr>
        <p:spPr>
          <a:xfrm>
            <a:off x="2606377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53" name="Google Shape;1553;p194"/>
          <p:cNvSpPr/>
          <p:nvPr/>
        </p:nvSpPr>
        <p:spPr>
          <a:xfrm>
            <a:off x="2774137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194"/>
          <p:cNvSpPr txBox="1"/>
          <p:nvPr/>
        </p:nvSpPr>
        <p:spPr>
          <a:xfrm>
            <a:off x="2929600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5" name="Google Shape;1555;p194"/>
          <p:cNvSpPr/>
          <p:nvPr/>
        </p:nvSpPr>
        <p:spPr>
          <a:xfrm>
            <a:off x="2606377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56" name="Google Shape;1556;p194"/>
          <p:cNvSpPr/>
          <p:nvPr/>
        </p:nvSpPr>
        <p:spPr>
          <a:xfrm>
            <a:off x="2774137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4"/>
          <p:cNvSpPr txBox="1"/>
          <p:nvPr/>
        </p:nvSpPr>
        <p:spPr>
          <a:xfrm>
            <a:off x="2929600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194"/>
          <p:cNvSpPr/>
          <p:nvPr/>
        </p:nvSpPr>
        <p:spPr>
          <a:xfrm>
            <a:off x="2606377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59" name="Google Shape;1559;p194"/>
          <p:cNvSpPr/>
          <p:nvPr/>
        </p:nvSpPr>
        <p:spPr>
          <a:xfrm>
            <a:off x="2774137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194"/>
          <p:cNvSpPr txBox="1"/>
          <p:nvPr/>
        </p:nvSpPr>
        <p:spPr>
          <a:xfrm>
            <a:off x="2929600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194"/>
          <p:cNvSpPr/>
          <p:nvPr/>
        </p:nvSpPr>
        <p:spPr>
          <a:xfrm>
            <a:off x="2606377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2" name="Google Shape;1562;p194"/>
          <p:cNvSpPr/>
          <p:nvPr/>
        </p:nvSpPr>
        <p:spPr>
          <a:xfrm>
            <a:off x="4945262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94"/>
          <p:cNvSpPr txBox="1"/>
          <p:nvPr/>
        </p:nvSpPr>
        <p:spPr>
          <a:xfrm>
            <a:off x="5100725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194"/>
          <p:cNvSpPr/>
          <p:nvPr/>
        </p:nvSpPr>
        <p:spPr>
          <a:xfrm>
            <a:off x="4777502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5" name="Google Shape;1565;p194"/>
          <p:cNvSpPr/>
          <p:nvPr/>
        </p:nvSpPr>
        <p:spPr>
          <a:xfrm>
            <a:off x="4945262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94"/>
          <p:cNvSpPr txBox="1"/>
          <p:nvPr/>
        </p:nvSpPr>
        <p:spPr>
          <a:xfrm>
            <a:off x="5100725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7" name="Google Shape;1567;p194"/>
          <p:cNvSpPr/>
          <p:nvPr/>
        </p:nvSpPr>
        <p:spPr>
          <a:xfrm>
            <a:off x="4777502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8" name="Google Shape;1568;p194"/>
          <p:cNvSpPr/>
          <p:nvPr/>
        </p:nvSpPr>
        <p:spPr>
          <a:xfrm>
            <a:off x="4945262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194"/>
          <p:cNvSpPr txBox="1"/>
          <p:nvPr/>
        </p:nvSpPr>
        <p:spPr>
          <a:xfrm>
            <a:off x="5100725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194"/>
          <p:cNvSpPr/>
          <p:nvPr/>
        </p:nvSpPr>
        <p:spPr>
          <a:xfrm>
            <a:off x="4777502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71" name="Google Shape;1571;p194"/>
          <p:cNvSpPr/>
          <p:nvPr/>
        </p:nvSpPr>
        <p:spPr>
          <a:xfrm>
            <a:off x="4945262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94"/>
          <p:cNvSpPr txBox="1"/>
          <p:nvPr/>
        </p:nvSpPr>
        <p:spPr>
          <a:xfrm>
            <a:off x="5100725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3" name="Google Shape;1573;p194"/>
          <p:cNvSpPr/>
          <p:nvPr/>
        </p:nvSpPr>
        <p:spPr>
          <a:xfrm>
            <a:off x="4777502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74" name="Google Shape;1574;p194"/>
          <p:cNvSpPr/>
          <p:nvPr/>
        </p:nvSpPr>
        <p:spPr>
          <a:xfrm>
            <a:off x="7116387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94"/>
          <p:cNvSpPr txBox="1"/>
          <p:nvPr/>
        </p:nvSpPr>
        <p:spPr>
          <a:xfrm>
            <a:off x="7271850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6" name="Google Shape;1576;p194"/>
          <p:cNvSpPr/>
          <p:nvPr/>
        </p:nvSpPr>
        <p:spPr>
          <a:xfrm>
            <a:off x="6948627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77" name="Google Shape;1577;p194"/>
          <p:cNvSpPr/>
          <p:nvPr/>
        </p:nvSpPr>
        <p:spPr>
          <a:xfrm>
            <a:off x="7116387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94"/>
          <p:cNvSpPr txBox="1"/>
          <p:nvPr/>
        </p:nvSpPr>
        <p:spPr>
          <a:xfrm>
            <a:off x="7271850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p194"/>
          <p:cNvSpPr/>
          <p:nvPr/>
        </p:nvSpPr>
        <p:spPr>
          <a:xfrm>
            <a:off x="6948627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0" name="Google Shape;1580;p194"/>
          <p:cNvSpPr/>
          <p:nvPr/>
        </p:nvSpPr>
        <p:spPr>
          <a:xfrm>
            <a:off x="7116387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94"/>
          <p:cNvSpPr txBox="1"/>
          <p:nvPr/>
        </p:nvSpPr>
        <p:spPr>
          <a:xfrm>
            <a:off x="7271850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2" name="Google Shape;1582;p194"/>
          <p:cNvSpPr/>
          <p:nvPr/>
        </p:nvSpPr>
        <p:spPr>
          <a:xfrm>
            <a:off x="6948627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3" name="Google Shape;1583;p194"/>
          <p:cNvSpPr/>
          <p:nvPr/>
        </p:nvSpPr>
        <p:spPr>
          <a:xfrm>
            <a:off x="7116387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94"/>
          <p:cNvSpPr txBox="1"/>
          <p:nvPr/>
        </p:nvSpPr>
        <p:spPr>
          <a:xfrm>
            <a:off x="7271850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5" name="Google Shape;1585;p194"/>
          <p:cNvSpPr/>
          <p:nvPr/>
        </p:nvSpPr>
        <p:spPr>
          <a:xfrm>
            <a:off x="6948627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6" name="Google Shape;1586;p194"/>
          <p:cNvSpPr/>
          <p:nvPr/>
        </p:nvSpPr>
        <p:spPr>
          <a:xfrm>
            <a:off x="4945275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94"/>
          <p:cNvSpPr txBox="1"/>
          <p:nvPr/>
        </p:nvSpPr>
        <p:spPr>
          <a:xfrm>
            <a:off x="5100738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Description</a:t>
            </a:r>
            <a:endParaRPr sz="11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8" name="Google Shape;1588;p194"/>
          <p:cNvSpPr/>
          <p:nvPr/>
        </p:nvSpPr>
        <p:spPr>
          <a:xfrm>
            <a:off x="4777514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9" name="Google Shape;1589;p1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0" name="Google Shape;1590;p19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2" name="Google Shape;1592;p195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195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94" name="Google Shape;1594;p195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195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6" name="Google Shape;1596;p195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1">
  <p:cSld name="CUSTOM_5"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98" name="Google Shape;1598;p196"/>
          <p:cNvGraphicFramePr/>
          <p:nvPr/>
        </p:nvGraphicFramePr>
        <p:xfrm>
          <a:off x="742075" y="10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{AD9D02EB-65C8-4529-8ACB-7B23F1C29B36}</a:tableStyleId>
              </a:tblPr>
              <a:tblGrid>
                <a:gridCol w="382850"/>
                <a:gridCol w="1590400"/>
                <a:gridCol w="1883100"/>
                <a:gridCol w="1901750"/>
                <a:gridCol w="1901750"/>
              </a:tblGrid>
              <a:tr h="44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First Name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Last Name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</a:t>
                      </a: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s/No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9" name="Google Shape;1599;p1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0" name="Google Shape;1600;p19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"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9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03" name="Google Shape;1603;p19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04" name="Google Shape;1604;p19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5" name="Google Shape;1605;p197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2">
  <p:cSld name="CUSTOM_7"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98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08" name="Google Shape;1608;p198"/>
          <p:cNvSpPr txBox="1"/>
          <p:nvPr>
            <p:ph type="title"/>
          </p:nvPr>
        </p:nvSpPr>
        <p:spPr>
          <a:xfrm>
            <a:off x="3220500" y="127400"/>
            <a:ext cx="56073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9" name="Google Shape;1609;p198"/>
          <p:cNvSpPr txBox="1"/>
          <p:nvPr>
            <p:ph idx="1" type="body"/>
          </p:nvPr>
        </p:nvSpPr>
        <p:spPr>
          <a:xfrm>
            <a:off x="3802875" y="1121725"/>
            <a:ext cx="51021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10" name="Google Shape;1610;p198"/>
          <p:cNvSpPr txBox="1"/>
          <p:nvPr>
            <p:ph idx="3" type="title"/>
          </p:nvPr>
        </p:nvSpPr>
        <p:spPr>
          <a:xfrm>
            <a:off x="3220500" y="515275"/>
            <a:ext cx="59421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slide 01">
  <p:cSld name="CUSTOM_8"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2" name="Google Shape;1612;p199"/>
          <p:cNvCxnSpPr/>
          <p:nvPr/>
        </p:nvCxnSpPr>
        <p:spPr>
          <a:xfrm rot="10800000">
            <a:off x="2919275" y="2376436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13" name="Google Shape;1613;p199"/>
          <p:cNvCxnSpPr/>
          <p:nvPr/>
        </p:nvCxnSpPr>
        <p:spPr>
          <a:xfrm rot="10800000">
            <a:off x="2919275" y="3815850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14" name="Google Shape;1614;p199"/>
          <p:cNvSpPr/>
          <p:nvPr>
            <p:ph idx="2" type="pic"/>
          </p:nvPr>
        </p:nvSpPr>
        <p:spPr>
          <a:xfrm>
            <a:off x="3586025" y="1555425"/>
            <a:ext cx="4930500" cy="266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1615" name="Google Shape;1615;p199"/>
          <p:cNvSpPr txBox="1"/>
          <p:nvPr>
            <p:ph type="title"/>
          </p:nvPr>
        </p:nvSpPr>
        <p:spPr>
          <a:xfrm>
            <a:off x="724325" y="2129450"/>
            <a:ext cx="2113500" cy="1058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16" name="Google Shape;1616;p199"/>
          <p:cNvSpPr txBox="1"/>
          <p:nvPr>
            <p:ph idx="3" type="title"/>
          </p:nvPr>
        </p:nvSpPr>
        <p:spPr>
          <a:xfrm>
            <a:off x="724325" y="3583875"/>
            <a:ext cx="2113500" cy="8628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17" name="Google Shape;1617;p199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8" name="Google Shape;1618;p199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slide 02">
  <p:cSld name="CUSTOM_9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0" name="Google Shape;1620;p200"/>
          <p:cNvCxnSpPr/>
          <p:nvPr/>
        </p:nvCxnSpPr>
        <p:spPr>
          <a:xfrm rot="10800000">
            <a:off x="1707150" y="2376425"/>
            <a:ext cx="471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21" name="Google Shape;1621;p200"/>
          <p:cNvCxnSpPr/>
          <p:nvPr/>
        </p:nvCxnSpPr>
        <p:spPr>
          <a:xfrm rot="10800000">
            <a:off x="7122675" y="3812211"/>
            <a:ext cx="2700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22" name="Google Shape;1622;p200"/>
          <p:cNvSpPr/>
          <p:nvPr>
            <p:ph idx="2" type="pic"/>
          </p:nvPr>
        </p:nvSpPr>
        <p:spPr>
          <a:xfrm>
            <a:off x="2292525" y="1555425"/>
            <a:ext cx="4744800" cy="256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1623" name="Google Shape;1623;p200"/>
          <p:cNvSpPr txBox="1"/>
          <p:nvPr>
            <p:ph type="title"/>
          </p:nvPr>
        </p:nvSpPr>
        <p:spPr>
          <a:xfrm>
            <a:off x="434025" y="2156025"/>
            <a:ext cx="1305000" cy="1365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24" name="Google Shape;1624;p200"/>
          <p:cNvSpPr txBox="1"/>
          <p:nvPr>
            <p:ph idx="3" type="title"/>
          </p:nvPr>
        </p:nvSpPr>
        <p:spPr>
          <a:xfrm>
            <a:off x="7478025" y="2213525"/>
            <a:ext cx="1305000" cy="1800600"/>
          </a:xfrm>
          <a:prstGeom prst="rect">
            <a:avLst/>
          </a:prstGeom>
        </p:spPr>
        <p:txBody>
          <a:bodyPr anchorCtr="0" anchor="b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25" name="Google Shape;1625;p20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6" name="Google Shape;1626;p200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">
  <p:cSld name="CUSTOM_10_2">
    <p:bg>
      <p:bgPr>
        <a:solidFill>
          <a:srgbClr val="F2F2F2"/>
        </a:solidFill>
      </p:bgPr>
    </p:bg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201"/>
          <p:cNvSpPr txBox="1"/>
          <p:nvPr>
            <p:ph type="title"/>
          </p:nvPr>
        </p:nvSpPr>
        <p:spPr>
          <a:xfrm>
            <a:off x="0" y="3514625"/>
            <a:ext cx="9144000" cy="5667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29" name="Google Shape;1629;p201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201"/>
          <p:cNvSpPr txBox="1"/>
          <p:nvPr/>
        </p:nvSpPr>
        <p:spPr>
          <a:xfrm>
            <a:off x="311700" y="29207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sz="24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31" name="Google Shape;1631;p2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5781" y="1583750"/>
            <a:ext cx="1172338" cy="7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202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4" name="Google Shape;1634;p2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">
  <p:cSld name="CUSTOM_10_1">
    <p:bg>
      <p:bgPr>
        <a:solidFill>
          <a:srgbClr val="F2F2F2"/>
        </a:solidFill>
      </p:bgPr>
    </p:bg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03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7" name="Google Shape;1637;p2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4827" y="1454325"/>
            <a:ext cx="1274325" cy="123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 1">
  <p:cSld name="CUSTOM_10_1_2">
    <p:bg>
      <p:bgPr>
        <a:solidFill>
          <a:srgbClr val="F2F2F2"/>
        </a:solidFill>
      </p:bgPr>
    </p:bg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204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0" name="Google Shape;1640;p2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4827" y="1454325"/>
            <a:ext cx="1274325" cy="123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 for a video slide">
  <p:cSld name="CUSTOM_10_1_1">
    <p:bg>
      <p:bgPr>
        <a:solidFill>
          <a:srgbClr val="F2F2F2"/>
        </a:solidFill>
      </p:bgPr>
    </p:bg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205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 for a quick</a:t>
            </a: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video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43" name="Google Shape;1643;p2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15850" y="1659175"/>
            <a:ext cx="1312300" cy="9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er review slide">
  <p:cSld name="CUSTOM_10_1_1_1">
    <p:bg>
      <p:bgPr>
        <a:solidFill>
          <a:srgbClr val="F2F2F2"/>
        </a:solidFill>
      </p:bgPr>
    </p:bg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206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review</a:t>
            </a:r>
            <a:endParaRPr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6" name="Google Shape;1646;p2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t's recap slide">
  <p:cSld name="CUSTOM_10_1_1_1_2">
    <p:bg>
      <p:bgPr>
        <a:solidFill>
          <a:srgbClr val="F2F2F2"/>
        </a:solidFill>
      </p:bgPr>
    </p:bg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207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9" name="Google Shape;1649;p2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ffice Hours slide">
  <p:cSld name="CUSTOM_10_1_1_1_2_3">
    <p:bg>
      <p:bgPr>
        <a:solidFill>
          <a:srgbClr val="F2F2F2"/>
        </a:solidFill>
      </p:bgPr>
    </p:bg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208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2" name="Google Shape;1652;p2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208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None/>
              <a:defRPr sz="4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ck slide">
  <p:cSld name="CUSTOM_10_1_1_1_2_3_1">
    <p:bg>
      <p:bgPr>
        <a:solidFill>
          <a:srgbClr val="F2F2F2"/>
        </a:solidFill>
      </p:bgPr>
    </p:bg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209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6" name="Google Shape;1656;p209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None/>
              <a:defRPr sz="4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57" name="Google Shape;1657;p209"/>
          <p:cNvPicPr preferRelativeResize="0"/>
          <p:nvPr/>
        </p:nvPicPr>
        <p:blipFill rotWithShape="1">
          <a:blip r:embed="rId2">
            <a:alphaModFix/>
          </a:blip>
          <a:srcRect b="0" l="0" r="72231" t="0"/>
          <a:stretch/>
        </p:blipFill>
        <p:spPr>
          <a:xfrm>
            <a:off x="3887098" y="1334575"/>
            <a:ext cx="1369775" cy="1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class">
  <p:cSld name="CUSTOM_10_1_1_1_2_2_1">
    <p:bg>
      <p:bgPr>
        <a:solidFill>
          <a:srgbClr val="F2F2F2"/>
        </a:solidFill>
      </p:bgPr>
    </p:bg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210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0" name="Google Shape;1660;p210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None/>
              <a:defRPr sz="4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1" name="Google Shape;1661;p210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210"/>
          <p:cNvSpPr/>
          <p:nvPr/>
        </p:nvSpPr>
        <p:spPr>
          <a:xfrm>
            <a:off x="4440617" y="1696107"/>
            <a:ext cx="262751" cy="527693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190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class 1">
  <p:cSld name="CUSTOM_10_1_1_1_2_2_1_1">
    <p:bg>
      <p:bgPr>
        <a:solidFill>
          <a:srgbClr val="F2F2F2"/>
        </a:solidFill>
      </p:bgPr>
    </p:bg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211"/>
          <p:cNvSpPr txBox="1"/>
          <p:nvPr/>
        </p:nvSpPr>
        <p:spPr>
          <a:xfrm>
            <a:off x="2184800" y="4246400"/>
            <a:ext cx="651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20 Minutes</a:t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5" name="Google Shape;1665;p211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6" name="Google Shape;1666;p211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7" name="Google Shape;1667;p211"/>
          <p:cNvSpPr txBox="1"/>
          <p:nvPr/>
        </p:nvSpPr>
        <p:spPr>
          <a:xfrm>
            <a:off x="0" y="2866725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8" name="Google Shape;1668;p211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9" name="Google Shape;1669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685" y="1583750"/>
            <a:ext cx="1062529" cy="7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">
    <p:bg>
      <p:bgPr>
        <a:solidFill>
          <a:srgbClr val="F2F2F2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212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212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3" name="Google Shape;1673;p2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llenge slide">
  <p:cSld name="CUSTOM_10_1_1_1_2_1_1">
    <p:bg>
      <p:bgPr>
        <a:solidFill>
          <a:srgbClr val="F2F2F2"/>
        </a:solidFill>
      </p:bgPr>
    </p:bg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213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6" name="Google Shape;1676;p213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Roboto"/>
              <a:buNone/>
              <a:defRPr sz="4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7" name="Google Shape;1677;p213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8" name="Google Shape;1678;p2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0463" y="1273187"/>
            <a:ext cx="1284774" cy="112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">
    <p:bg>
      <p:bgPr>
        <a:solidFill>
          <a:srgbClr val="F2F2F2"/>
        </a:solidFill>
      </p:bgPr>
    </p:bg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214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81" name="Google Shape;1681;p2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21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214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214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21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214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214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 slide">
  <p:cSld name="CUSTOM_10_1_1_1_1_1">
    <p:bg>
      <p:bgPr>
        <a:solidFill>
          <a:srgbClr val="F2F2F2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21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21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21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21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4" name="Google Shape;1694;p21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5" name="Google Shape;1695;p21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 slide">
  <p:cSld name="CUSTOM_10_1_1_1_1_1_1">
    <p:bg>
      <p:bgPr>
        <a:solidFill>
          <a:srgbClr val="F2F2F2"/>
        </a:solidFill>
      </p:bgPr>
    </p:bg>
    <p:spTree>
      <p:nvGrpSpPr>
        <p:cNvPr id="1696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21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Remember,</a:t>
            </a:r>
            <a:r>
              <a:rPr b="1" i="0" lang="en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8" name="Google Shape;1698;p2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9" name="Google Shape;1699;p21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1700" name="Google Shape;1700;p21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21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21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21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21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5" name="Google Shape;1705;p21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6" name="Google Shape;1706;p216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6">
  <p:cSld name="CUSTOM_11"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217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17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217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17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17"/>
          <p:cNvSpPr/>
          <p:nvPr/>
        </p:nvSpPr>
        <p:spPr>
          <a:xfrm>
            <a:off x="953325" y="434773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217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21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15" name="Google Shape;1715;p217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16" name="Google Shape;1716;p217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17" name="Google Shape;1717;p217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18" name="Google Shape;1718;p217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19" name="Google Shape;1719;p217"/>
          <p:cNvSpPr/>
          <p:nvPr/>
        </p:nvSpPr>
        <p:spPr>
          <a:xfrm>
            <a:off x="802850" y="4297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6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20" name="Google Shape;1720;p217"/>
          <p:cNvSpPr txBox="1"/>
          <p:nvPr>
            <p:ph idx="1" type="subTitle"/>
          </p:nvPr>
        </p:nvSpPr>
        <p:spPr>
          <a:xfrm>
            <a:off x="1261850" y="112887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21" name="Google Shape;1721;p217"/>
          <p:cNvSpPr txBox="1"/>
          <p:nvPr>
            <p:ph idx="2" type="subTitle"/>
          </p:nvPr>
        </p:nvSpPr>
        <p:spPr>
          <a:xfrm>
            <a:off x="1261850" y="1771338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22" name="Google Shape;1722;p217"/>
          <p:cNvSpPr txBox="1"/>
          <p:nvPr>
            <p:ph idx="3" type="subTitle"/>
          </p:nvPr>
        </p:nvSpPr>
        <p:spPr>
          <a:xfrm>
            <a:off x="1261850" y="241712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23" name="Google Shape;1723;p217"/>
          <p:cNvSpPr txBox="1"/>
          <p:nvPr>
            <p:ph idx="4" type="subTitle"/>
          </p:nvPr>
        </p:nvSpPr>
        <p:spPr>
          <a:xfrm>
            <a:off x="1261850" y="3062913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24" name="Google Shape;1724;p217"/>
          <p:cNvSpPr txBox="1"/>
          <p:nvPr>
            <p:ph idx="5" type="subTitle"/>
          </p:nvPr>
        </p:nvSpPr>
        <p:spPr>
          <a:xfrm>
            <a:off x="1261850" y="370532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25" name="Google Shape;1725;p217"/>
          <p:cNvSpPr txBox="1"/>
          <p:nvPr>
            <p:ph idx="6" type="subTitle"/>
          </p:nvPr>
        </p:nvSpPr>
        <p:spPr>
          <a:xfrm>
            <a:off x="1261850" y="434772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26" name="Google Shape;1726;p21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7" name="Google Shape;1727;p217"/>
          <p:cNvSpPr txBox="1"/>
          <p:nvPr>
            <p:ph idx="7" type="title"/>
          </p:nvPr>
        </p:nvSpPr>
        <p:spPr>
          <a:xfrm>
            <a:off x="-6000" y="5149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5">
  <p:cSld name="CUSTOM_11_1"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218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218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218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2" name="Google Shape;1732;p218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218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218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35" name="Google Shape;1735;p218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36" name="Google Shape;1736;p218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37" name="Google Shape;1737;p218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38" name="Google Shape;1738;p218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39" name="Google Shape;1739;p218"/>
          <p:cNvSpPr txBox="1"/>
          <p:nvPr>
            <p:ph idx="1" type="subTitle"/>
          </p:nvPr>
        </p:nvSpPr>
        <p:spPr>
          <a:xfrm>
            <a:off x="1261850" y="112917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0" name="Google Shape;1740;p218"/>
          <p:cNvSpPr txBox="1"/>
          <p:nvPr>
            <p:ph idx="2" type="subTitle"/>
          </p:nvPr>
        </p:nvSpPr>
        <p:spPr>
          <a:xfrm>
            <a:off x="1261850" y="1771638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1" name="Google Shape;1741;p218"/>
          <p:cNvSpPr txBox="1"/>
          <p:nvPr>
            <p:ph idx="3" type="subTitle"/>
          </p:nvPr>
        </p:nvSpPr>
        <p:spPr>
          <a:xfrm>
            <a:off x="1261850" y="241742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2" name="Google Shape;1742;p218"/>
          <p:cNvSpPr txBox="1"/>
          <p:nvPr>
            <p:ph idx="4" type="subTitle"/>
          </p:nvPr>
        </p:nvSpPr>
        <p:spPr>
          <a:xfrm>
            <a:off x="1261850" y="3063213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3" name="Google Shape;1743;p218"/>
          <p:cNvSpPr txBox="1"/>
          <p:nvPr>
            <p:ph idx="5" type="subTitle"/>
          </p:nvPr>
        </p:nvSpPr>
        <p:spPr>
          <a:xfrm>
            <a:off x="1261850" y="370562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4" name="Google Shape;1744;p21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5" name="Google Shape;1745;p218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">
  <p:cSld name="CUSTOM_11_1_1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21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8" name="Google Shape;1748;p219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9" name="Google Shape;1749;p219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219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219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219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219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54" name="Google Shape;1754;p219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55" name="Google Shape;1755;p219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56" name="Google Shape;1756;p219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57" name="Google Shape;1757;p219"/>
          <p:cNvSpPr txBox="1"/>
          <p:nvPr>
            <p:ph idx="1" type="subTitle"/>
          </p:nvPr>
        </p:nvSpPr>
        <p:spPr>
          <a:xfrm>
            <a:off x="1261850" y="112887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58" name="Google Shape;1758;p219"/>
          <p:cNvSpPr txBox="1"/>
          <p:nvPr>
            <p:ph idx="3" type="subTitle"/>
          </p:nvPr>
        </p:nvSpPr>
        <p:spPr>
          <a:xfrm>
            <a:off x="1261850" y="1771338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59" name="Google Shape;1759;p219"/>
          <p:cNvSpPr txBox="1"/>
          <p:nvPr>
            <p:ph idx="4" type="subTitle"/>
          </p:nvPr>
        </p:nvSpPr>
        <p:spPr>
          <a:xfrm>
            <a:off x="1261850" y="2417125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60" name="Google Shape;1760;p219"/>
          <p:cNvSpPr txBox="1"/>
          <p:nvPr>
            <p:ph idx="5" type="subTitle"/>
          </p:nvPr>
        </p:nvSpPr>
        <p:spPr>
          <a:xfrm>
            <a:off x="1261850" y="3062913"/>
            <a:ext cx="7208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"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2" name="Google Shape;1762;p220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763" name="Google Shape;1763;p22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64" name="Google Shape;1764;p22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65" name="Google Shape;1765;p220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766" name="Google Shape;1766;p22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67" name="Google Shape;1767;p22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68" name="Google Shape;1768;p220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769" name="Google Shape;1769;p22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70" name="Google Shape;1770;p22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71" name="Google Shape;1771;p220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772" name="Google Shape;1772;p22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73" name="Google Shape;1773;p22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74" name="Google Shape;1774;p220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775" name="Google Shape;1775;p22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76" name="Google Shape;1776;p22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777" name="Google Shape;1777;p220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8" name="Google Shape;1778;p220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9" name="Google Shape;1779;p220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0" name="Google Shape;1780;p220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p220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2" name="Google Shape;1782;p22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3" name="Google Shape;1783;p220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4" name="Google Shape;1784;p220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5" name="Google Shape;1785;p220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6" name="Google Shape;1786;p220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7" name="Google Shape;1787;p220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8" name="Google Shape;1788;p220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">
  <p:cSld name="CUSTOM_11_1_1_2_2"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0" name="Google Shape;1790;p221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791" name="Google Shape;1791;p22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92" name="Google Shape;1792;p22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93" name="Google Shape;1793;p221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794" name="Google Shape;1794;p22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95" name="Google Shape;1795;p22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96" name="Google Shape;1796;p221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797" name="Google Shape;1797;p22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798" name="Google Shape;1798;p22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799" name="Google Shape;1799;p221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800" name="Google Shape;1800;p22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01" name="Google Shape;1801;p22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02" name="Google Shape;1802;p221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3" name="Google Shape;1803;p221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4" name="Google Shape;1804;p221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5" name="Google Shape;1805;p221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6" name="Google Shape;1806;p22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7" name="Google Shape;1807;p221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8" name="Google Shape;1808;p221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09" name="Google Shape;1809;p221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10" name="Google Shape;1810;p221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11" name="Google Shape;1811;p221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3">
  <p:cSld name="CUSTOM_11_1_1_2_1"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22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4" name="Google Shape;1814;p222"/>
          <p:cNvSpPr/>
          <p:nvPr/>
        </p:nvSpPr>
        <p:spPr>
          <a:xfrm>
            <a:off x="1352550" y="11368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5" name="Google Shape;1815;p222"/>
          <p:cNvGrpSpPr/>
          <p:nvPr/>
        </p:nvGrpSpPr>
        <p:grpSpPr>
          <a:xfrm>
            <a:off x="457200" y="1136863"/>
            <a:ext cx="776889" cy="621300"/>
            <a:chOff x="457200" y="1378813"/>
            <a:chExt cx="776889" cy="621300"/>
          </a:xfrm>
        </p:grpSpPr>
        <p:sp>
          <p:nvSpPr>
            <p:cNvPr id="1816" name="Google Shape;1816;p22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17" name="Google Shape;1817;p222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18" name="Google Shape;1818;p222"/>
          <p:cNvGrpSpPr/>
          <p:nvPr/>
        </p:nvGrpSpPr>
        <p:grpSpPr>
          <a:xfrm>
            <a:off x="457200" y="1986775"/>
            <a:ext cx="776889" cy="621300"/>
            <a:chOff x="457200" y="1378813"/>
            <a:chExt cx="776889" cy="621300"/>
          </a:xfrm>
        </p:grpSpPr>
        <p:sp>
          <p:nvSpPr>
            <p:cNvPr id="1819" name="Google Shape;1819;p22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20" name="Google Shape;1820;p222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21" name="Google Shape;1821;p222"/>
          <p:cNvGrpSpPr/>
          <p:nvPr/>
        </p:nvGrpSpPr>
        <p:grpSpPr>
          <a:xfrm>
            <a:off x="457200" y="2831900"/>
            <a:ext cx="776889" cy="621300"/>
            <a:chOff x="457200" y="1378813"/>
            <a:chExt cx="776889" cy="621300"/>
          </a:xfrm>
        </p:grpSpPr>
        <p:sp>
          <p:nvSpPr>
            <p:cNvPr id="1822" name="Google Shape;1822;p22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23" name="Google Shape;1823;p222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24" name="Google Shape;1824;p222"/>
          <p:cNvSpPr/>
          <p:nvPr/>
        </p:nvSpPr>
        <p:spPr>
          <a:xfrm>
            <a:off x="1352550" y="198918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222"/>
          <p:cNvSpPr/>
          <p:nvPr/>
        </p:nvSpPr>
        <p:spPr>
          <a:xfrm>
            <a:off x="1352550" y="28319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222"/>
          <p:cNvSpPr txBox="1"/>
          <p:nvPr/>
        </p:nvSpPr>
        <p:spPr>
          <a:xfrm>
            <a:off x="-12300" y="1179258"/>
            <a:ext cx="916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222"/>
          <p:cNvSpPr txBox="1"/>
          <p:nvPr/>
        </p:nvSpPr>
        <p:spPr>
          <a:xfrm>
            <a:off x="-12300" y="1991588"/>
            <a:ext cx="916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8" name="Google Shape;1828;p222"/>
          <p:cNvSpPr txBox="1"/>
          <p:nvPr/>
        </p:nvSpPr>
        <p:spPr>
          <a:xfrm>
            <a:off x="0" y="2834313"/>
            <a:ext cx="916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222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1" name="Google Shape;1831;p223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32" name="Google Shape;1832;p223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33" name="Google Shape;1833;p223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34" name="Google Shape;1834;p223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35" name="Google Shape;1835;p223"/>
          <p:cNvCxnSpPr/>
          <p:nvPr/>
        </p:nvCxnSpPr>
        <p:spPr>
          <a:xfrm>
            <a:off x="-6000" y="32563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36" name="Google Shape;1836;p223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7" name="Google Shape;1837;p223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23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23"/>
          <p:cNvSpPr/>
          <p:nvPr/>
        </p:nvSpPr>
        <p:spPr>
          <a:xfrm>
            <a:off x="953325" y="11095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23"/>
          <p:cNvSpPr/>
          <p:nvPr/>
        </p:nvSpPr>
        <p:spPr>
          <a:xfrm>
            <a:off x="870800" y="30948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841" name="Google Shape;1841;p223"/>
          <p:cNvSpPr txBox="1"/>
          <p:nvPr>
            <p:ph idx="1" type="subTitle"/>
          </p:nvPr>
        </p:nvSpPr>
        <p:spPr>
          <a:xfrm>
            <a:off x="1277775" y="1129175"/>
            <a:ext cx="6868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2" name="Google Shape;1842;p223"/>
          <p:cNvSpPr txBox="1"/>
          <p:nvPr>
            <p:ph idx="2" type="subTitle"/>
          </p:nvPr>
        </p:nvSpPr>
        <p:spPr>
          <a:xfrm>
            <a:off x="1277775" y="1771650"/>
            <a:ext cx="6868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3" name="Google Shape;1843;p223"/>
          <p:cNvSpPr txBox="1"/>
          <p:nvPr>
            <p:ph idx="3" type="subTitle"/>
          </p:nvPr>
        </p:nvSpPr>
        <p:spPr>
          <a:xfrm>
            <a:off x="1277775" y="2417425"/>
            <a:ext cx="6868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4" name="Google Shape;1844;p223"/>
          <p:cNvSpPr txBox="1"/>
          <p:nvPr>
            <p:ph idx="4" type="subTitle"/>
          </p:nvPr>
        </p:nvSpPr>
        <p:spPr>
          <a:xfrm>
            <a:off x="1277775" y="3063225"/>
            <a:ext cx="6868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45" name="Google Shape;1845;p223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846" name="Google Shape;1846;p223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847" name="Google Shape;1847;p223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848" name="Google Shape;1848;p2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9" name="Google Shape;1849;p223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_12"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224"/>
          <p:cNvSpPr txBox="1"/>
          <p:nvPr/>
        </p:nvSpPr>
        <p:spPr>
          <a:xfrm>
            <a:off x="705516" y="1475925"/>
            <a:ext cx="10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224"/>
          <p:cNvSpPr txBox="1"/>
          <p:nvPr/>
        </p:nvSpPr>
        <p:spPr>
          <a:xfrm>
            <a:off x="3780364" y="1475925"/>
            <a:ext cx="10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224"/>
          <p:cNvSpPr txBox="1"/>
          <p:nvPr/>
        </p:nvSpPr>
        <p:spPr>
          <a:xfrm>
            <a:off x="6846058" y="1475925"/>
            <a:ext cx="10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4" name="Google Shape;1854;p224"/>
          <p:cNvCxnSpPr/>
          <p:nvPr/>
        </p:nvCxnSpPr>
        <p:spPr>
          <a:xfrm>
            <a:off x="820566" y="2314925"/>
            <a:ext cx="18099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5" name="Google Shape;1855;p224"/>
          <p:cNvCxnSpPr/>
          <p:nvPr/>
        </p:nvCxnSpPr>
        <p:spPr>
          <a:xfrm>
            <a:off x="3894916" y="2314925"/>
            <a:ext cx="18099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6" name="Google Shape;1856;p224"/>
          <p:cNvCxnSpPr/>
          <p:nvPr/>
        </p:nvCxnSpPr>
        <p:spPr>
          <a:xfrm>
            <a:off x="6954158" y="2314925"/>
            <a:ext cx="18099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7" name="Google Shape;1857;p224"/>
          <p:cNvSpPr txBox="1"/>
          <p:nvPr>
            <p:ph idx="1" type="subTitle"/>
          </p:nvPr>
        </p:nvSpPr>
        <p:spPr>
          <a:xfrm>
            <a:off x="705500" y="30440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8" name="Google Shape;1858;p224"/>
          <p:cNvSpPr txBox="1"/>
          <p:nvPr>
            <p:ph idx="2" type="subTitle"/>
          </p:nvPr>
        </p:nvSpPr>
        <p:spPr>
          <a:xfrm>
            <a:off x="3780350" y="30440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9" name="Google Shape;1859;p224"/>
          <p:cNvSpPr txBox="1"/>
          <p:nvPr>
            <p:ph idx="3" type="subTitle"/>
          </p:nvPr>
        </p:nvSpPr>
        <p:spPr>
          <a:xfrm>
            <a:off x="6855175" y="3044000"/>
            <a:ext cx="19062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60" name="Google Shape;1860;p224"/>
          <p:cNvSpPr txBox="1"/>
          <p:nvPr>
            <p:ph type="title"/>
          </p:nvPr>
        </p:nvSpPr>
        <p:spPr>
          <a:xfrm>
            <a:off x="705500" y="24982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61" name="Google Shape;1861;p224"/>
          <p:cNvSpPr txBox="1"/>
          <p:nvPr>
            <p:ph idx="4" type="title"/>
          </p:nvPr>
        </p:nvSpPr>
        <p:spPr>
          <a:xfrm>
            <a:off x="3780342" y="24982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62" name="Google Shape;1862;p224"/>
          <p:cNvSpPr txBox="1"/>
          <p:nvPr>
            <p:ph idx="5" type="title"/>
          </p:nvPr>
        </p:nvSpPr>
        <p:spPr>
          <a:xfrm>
            <a:off x="6855172" y="24982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63" name="Google Shape;1863;p224"/>
          <p:cNvSpPr txBox="1"/>
          <p:nvPr>
            <p:ph idx="6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4" name="Google Shape;1864;p224"/>
          <p:cNvSpPr txBox="1"/>
          <p:nvPr>
            <p:ph idx="7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4">
  <p:cSld name="CUSTOM_13"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225"/>
          <p:cNvSpPr/>
          <p:nvPr/>
        </p:nvSpPr>
        <p:spPr>
          <a:xfrm>
            <a:off x="834750" y="1661900"/>
            <a:ext cx="770100" cy="770100"/>
          </a:xfrm>
          <a:prstGeom prst="ellipse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225"/>
          <p:cNvSpPr/>
          <p:nvPr/>
        </p:nvSpPr>
        <p:spPr>
          <a:xfrm>
            <a:off x="3719135" y="1661900"/>
            <a:ext cx="770100" cy="770100"/>
          </a:xfrm>
          <a:prstGeom prst="ellipse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225"/>
          <p:cNvSpPr/>
          <p:nvPr/>
        </p:nvSpPr>
        <p:spPr>
          <a:xfrm>
            <a:off x="6614025" y="1661900"/>
            <a:ext cx="770100" cy="770100"/>
          </a:xfrm>
          <a:prstGeom prst="ellipse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225"/>
          <p:cNvSpPr txBox="1"/>
          <p:nvPr/>
        </p:nvSpPr>
        <p:spPr>
          <a:xfrm>
            <a:off x="834750" y="1740300"/>
            <a:ext cx="77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0" name="Google Shape;1870;p225"/>
          <p:cNvSpPr txBox="1"/>
          <p:nvPr/>
        </p:nvSpPr>
        <p:spPr>
          <a:xfrm>
            <a:off x="3719250" y="1740300"/>
            <a:ext cx="77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1" name="Google Shape;1871;p225"/>
          <p:cNvSpPr txBox="1"/>
          <p:nvPr/>
        </p:nvSpPr>
        <p:spPr>
          <a:xfrm>
            <a:off x="6614025" y="1740300"/>
            <a:ext cx="77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2" name="Google Shape;1872;p225"/>
          <p:cNvSpPr txBox="1"/>
          <p:nvPr>
            <p:ph idx="1" type="subTitle"/>
          </p:nvPr>
        </p:nvSpPr>
        <p:spPr>
          <a:xfrm>
            <a:off x="896450" y="29678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73" name="Google Shape;1873;p225"/>
          <p:cNvSpPr txBox="1"/>
          <p:nvPr>
            <p:ph type="title"/>
          </p:nvPr>
        </p:nvSpPr>
        <p:spPr>
          <a:xfrm>
            <a:off x="896450" y="24220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74" name="Google Shape;1874;p225"/>
          <p:cNvSpPr txBox="1"/>
          <p:nvPr>
            <p:ph idx="2" type="subTitle"/>
          </p:nvPr>
        </p:nvSpPr>
        <p:spPr>
          <a:xfrm>
            <a:off x="3804700" y="29678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75" name="Google Shape;1875;p225"/>
          <p:cNvSpPr txBox="1"/>
          <p:nvPr>
            <p:ph idx="3" type="title"/>
          </p:nvPr>
        </p:nvSpPr>
        <p:spPr>
          <a:xfrm>
            <a:off x="3804692" y="24220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76" name="Google Shape;1876;p225"/>
          <p:cNvSpPr txBox="1"/>
          <p:nvPr>
            <p:ph idx="4" type="subTitle"/>
          </p:nvPr>
        </p:nvSpPr>
        <p:spPr>
          <a:xfrm>
            <a:off x="6732600" y="2967800"/>
            <a:ext cx="19062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77" name="Google Shape;1877;p225"/>
          <p:cNvSpPr txBox="1"/>
          <p:nvPr>
            <p:ph idx="5" type="title"/>
          </p:nvPr>
        </p:nvSpPr>
        <p:spPr>
          <a:xfrm>
            <a:off x="6732597" y="24220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878" name="Google Shape;1878;p225"/>
          <p:cNvSpPr txBox="1"/>
          <p:nvPr>
            <p:ph idx="6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9" name="Google Shape;1879;p225"/>
          <p:cNvSpPr txBox="1"/>
          <p:nvPr>
            <p:ph idx="7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5">
  <p:cSld name="CUSTOM_14"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226"/>
          <p:cNvSpPr/>
          <p:nvPr/>
        </p:nvSpPr>
        <p:spPr>
          <a:xfrm>
            <a:off x="7060588" y="1805512"/>
            <a:ext cx="1600800" cy="1600800"/>
          </a:xfrm>
          <a:prstGeom prst="ellipse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226"/>
          <p:cNvSpPr/>
          <p:nvPr/>
        </p:nvSpPr>
        <p:spPr>
          <a:xfrm>
            <a:off x="6783224" y="1752025"/>
            <a:ext cx="1062300" cy="19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3" name="Google Shape;1883;p226"/>
          <p:cNvCxnSpPr>
            <a:stCxn id="1884" idx="2"/>
          </p:cNvCxnSpPr>
          <p:nvPr/>
        </p:nvCxnSpPr>
        <p:spPr>
          <a:xfrm>
            <a:off x="1027532" y="1805519"/>
            <a:ext cx="68652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4" name="Google Shape;1884;p226"/>
          <p:cNvSpPr/>
          <p:nvPr/>
        </p:nvSpPr>
        <p:spPr>
          <a:xfrm>
            <a:off x="1027532" y="1643969"/>
            <a:ext cx="323100" cy="3231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5" name="Google Shape;1885;p226"/>
          <p:cNvSpPr/>
          <p:nvPr/>
        </p:nvSpPr>
        <p:spPr>
          <a:xfrm>
            <a:off x="2878397" y="1643969"/>
            <a:ext cx="323100" cy="3231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6" name="Google Shape;1886;p226"/>
          <p:cNvSpPr/>
          <p:nvPr/>
        </p:nvSpPr>
        <p:spPr>
          <a:xfrm>
            <a:off x="4729234" y="1643969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7" name="Google Shape;1887;p226"/>
          <p:cNvSpPr/>
          <p:nvPr/>
        </p:nvSpPr>
        <p:spPr>
          <a:xfrm>
            <a:off x="6580084" y="1643969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8" name="Google Shape;1888;p226"/>
          <p:cNvCxnSpPr/>
          <p:nvPr/>
        </p:nvCxnSpPr>
        <p:spPr>
          <a:xfrm>
            <a:off x="800088" y="3406437"/>
            <a:ext cx="6857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89" name="Google Shape;1889;p226"/>
          <p:cNvSpPr/>
          <p:nvPr/>
        </p:nvSpPr>
        <p:spPr>
          <a:xfrm>
            <a:off x="1969832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0" name="Google Shape;1890;p226"/>
          <p:cNvSpPr/>
          <p:nvPr/>
        </p:nvSpPr>
        <p:spPr>
          <a:xfrm>
            <a:off x="3820697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1" name="Google Shape;1891;p226"/>
          <p:cNvSpPr/>
          <p:nvPr/>
        </p:nvSpPr>
        <p:spPr>
          <a:xfrm>
            <a:off x="5671534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2" name="Google Shape;1892;p226"/>
          <p:cNvSpPr/>
          <p:nvPr/>
        </p:nvSpPr>
        <p:spPr>
          <a:xfrm>
            <a:off x="7522384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226"/>
          <p:cNvSpPr txBox="1"/>
          <p:nvPr>
            <p:ph idx="1" type="subTitle"/>
          </p:nvPr>
        </p:nvSpPr>
        <p:spPr>
          <a:xfrm>
            <a:off x="518525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94" name="Google Shape;1894;p226"/>
          <p:cNvSpPr txBox="1"/>
          <p:nvPr>
            <p:ph type="title"/>
          </p:nvPr>
        </p:nvSpPr>
        <p:spPr>
          <a:xfrm>
            <a:off x="518525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5" name="Google Shape;1895;p226"/>
          <p:cNvSpPr txBox="1"/>
          <p:nvPr>
            <p:ph idx="2" type="subTitle"/>
          </p:nvPr>
        </p:nvSpPr>
        <p:spPr>
          <a:xfrm>
            <a:off x="2243488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Roboto"/>
              <a:buNone/>
              <a:defRPr sz="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96" name="Google Shape;1896;p226"/>
          <p:cNvSpPr txBox="1"/>
          <p:nvPr>
            <p:ph idx="3" type="title"/>
          </p:nvPr>
        </p:nvSpPr>
        <p:spPr>
          <a:xfrm>
            <a:off x="2243501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7" name="Google Shape;1897;p226"/>
          <p:cNvSpPr txBox="1"/>
          <p:nvPr>
            <p:ph idx="4" type="subTitle"/>
          </p:nvPr>
        </p:nvSpPr>
        <p:spPr>
          <a:xfrm>
            <a:off x="4228950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98" name="Google Shape;1898;p226"/>
          <p:cNvSpPr txBox="1"/>
          <p:nvPr>
            <p:ph idx="5" type="title"/>
          </p:nvPr>
        </p:nvSpPr>
        <p:spPr>
          <a:xfrm>
            <a:off x="4228950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899" name="Google Shape;1899;p226"/>
          <p:cNvSpPr txBox="1"/>
          <p:nvPr>
            <p:ph idx="6" type="subTitle"/>
          </p:nvPr>
        </p:nvSpPr>
        <p:spPr>
          <a:xfrm>
            <a:off x="5953913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0" name="Google Shape;1900;p226"/>
          <p:cNvSpPr txBox="1"/>
          <p:nvPr>
            <p:ph idx="7" type="title"/>
          </p:nvPr>
        </p:nvSpPr>
        <p:spPr>
          <a:xfrm>
            <a:off x="5953926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01" name="Google Shape;1901;p226"/>
          <p:cNvSpPr txBox="1"/>
          <p:nvPr>
            <p:ph idx="8" type="subTitle"/>
          </p:nvPr>
        </p:nvSpPr>
        <p:spPr>
          <a:xfrm>
            <a:off x="1538650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2" name="Google Shape;1902;p226"/>
          <p:cNvSpPr txBox="1"/>
          <p:nvPr>
            <p:ph idx="9" type="title"/>
          </p:nvPr>
        </p:nvSpPr>
        <p:spPr>
          <a:xfrm>
            <a:off x="1538650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03" name="Google Shape;1903;p226"/>
          <p:cNvSpPr txBox="1"/>
          <p:nvPr>
            <p:ph idx="13" type="subTitle"/>
          </p:nvPr>
        </p:nvSpPr>
        <p:spPr>
          <a:xfrm>
            <a:off x="3263613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4" name="Google Shape;1904;p226"/>
          <p:cNvSpPr txBox="1"/>
          <p:nvPr>
            <p:ph idx="14" type="title"/>
          </p:nvPr>
        </p:nvSpPr>
        <p:spPr>
          <a:xfrm>
            <a:off x="3263626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05" name="Google Shape;1905;p226"/>
          <p:cNvSpPr txBox="1"/>
          <p:nvPr>
            <p:ph idx="15" type="subTitle"/>
          </p:nvPr>
        </p:nvSpPr>
        <p:spPr>
          <a:xfrm>
            <a:off x="5143500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6" name="Google Shape;1906;p226"/>
          <p:cNvSpPr txBox="1"/>
          <p:nvPr>
            <p:ph idx="16" type="title"/>
          </p:nvPr>
        </p:nvSpPr>
        <p:spPr>
          <a:xfrm>
            <a:off x="5143500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07" name="Google Shape;1907;p226"/>
          <p:cNvSpPr txBox="1"/>
          <p:nvPr>
            <p:ph idx="17" type="subTitle"/>
          </p:nvPr>
        </p:nvSpPr>
        <p:spPr>
          <a:xfrm>
            <a:off x="6868463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Font typeface="Roboto"/>
              <a:buNone/>
              <a:defRPr sz="800">
                <a:solidFill>
                  <a:srgbClr val="F2F2F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08" name="Google Shape;1908;p226"/>
          <p:cNvSpPr txBox="1"/>
          <p:nvPr>
            <p:ph idx="18" type="title"/>
          </p:nvPr>
        </p:nvSpPr>
        <p:spPr>
          <a:xfrm>
            <a:off x="6868476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09" name="Google Shape;1909;p226"/>
          <p:cNvSpPr txBox="1"/>
          <p:nvPr>
            <p:ph idx="19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0" name="Google Shape;1910;p226"/>
          <p:cNvSpPr txBox="1"/>
          <p:nvPr>
            <p:ph idx="20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6">
  <p:cSld name="CUSTOM_15"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227"/>
          <p:cNvSpPr/>
          <p:nvPr/>
        </p:nvSpPr>
        <p:spPr>
          <a:xfrm>
            <a:off x="3268863" y="2279593"/>
            <a:ext cx="2384100" cy="660000"/>
          </a:xfrm>
          <a:prstGeom prst="trapezoid">
            <a:avLst>
              <a:gd fmla="val 69509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913" name="Google Shape;1913;p227"/>
          <p:cNvSpPr/>
          <p:nvPr/>
        </p:nvSpPr>
        <p:spPr>
          <a:xfrm>
            <a:off x="2742649" y="3117381"/>
            <a:ext cx="3431700" cy="660000"/>
          </a:xfrm>
          <a:prstGeom prst="trapezoid">
            <a:avLst>
              <a:gd fmla="val 68291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14" name="Google Shape;1914;p227"/>
          <p:cNvSpPr/>
          <p:nvPr/>
        </p:nvSpPr>
        <p:spPr>
          <a:xfrm>
            <a:off x="3826850" y="996313"/>
            <a:ext cx="1263300" cy="1049400"/>
          </a:xfrm>
          <a:prstGeom prst="triangle">
            <a:avLst>
              <a:gd fmla="val 51543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8363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1" sz="2000">
              <a:solidFill>
                <a:srgbClr val="2836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5" name="Google Shape;1915;p227"/>
          <p:cNvSpPr/>
          <p:nvPr/>
        </p:nvSpPr>
        <p:spPr>
          <a:xfrm>
            <a:off x="2245875" y="3955170"/>
            <a:ext cx="4439100" cy="660000"/>
          </a:xfrm>
          <a:prstGeom prst="trapezoid">
            <a:avLst>
              <a:gd fmla="val 68291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916" name="Google Shape;1916;p227"/>
          <p:cNvCxnSpPr/>
          <p:nvPr/>
        </p:nvCxnSpPr>
        <p:spPr>
          <a:xfrm rot="10800000">
            <a:off x="4725150" y="1849000"/>
            <a:ext cx="1635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17" name="Google Shape;1917;p227"/>
          <p:cNvCxnSpPr/>
          <p:nvPr/>
        </p:nvCxnSpPr>
        <p:spPr>
          <a:xfrm rot="10800000">
            <a:off x="5534475" y="3447375"/>
            <a:ext cx="1635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18" name="Google Shape;1918;p227"/>
          <p:cNvCxnSpPr/>
          <p:nvPr/>
        </p:nvCxnSpPr>
        <p:spPr>
          <a:xfrm rot="10800000">
            <a:off x="2055775" y="2609600"/>
            <a:ext cx="1635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19" name="Google Shape;1919;p227"/>
          <p:cNvCxnSpPr>
            <a:endCxn id="1915" idx="1"/>
          </p:cNvCxnSpPr>
          <p:nvPr/>
        </p:nvCxnSpPr>
        <p:spPr>
          <a:xfrm rot="10800000">
            <a:off x="2471235" y="4285170"/>
            <a:ext cx="45390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20" name="Google Shape;1920;p227"/>
          <p:cNvCxnSpPr>
            <a:stCxn id="1915" idx="1"/>
          </p:cNvCxnSpPr>
          <p:nvPr/>
        </p:nvCxnSpPr>
        <p:spPr>
          <a:xfrm rot="10800000">
            <a:off x="1303335" y="4285170"/>
            <a:ext cx="1167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1" name="Google Shape;1921;p227"/>
          <p:cNvSpPr txBox="1"/>
          <p:nvPr/>
        </p:nvSpPr>
        <p:spPr>
          <a:xfrm>
            <a:off x="5181175" y="1479700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  <p:sp>
        <p:nvSpPr>
          <p:cNvPr id="1922" name="Google Shape;1922;p227"/>
          <p:cNvSpPr txBox="1"/>
          <p:nvPr/>
        </p:nvSpPr>
        <p:spPr>
          <a:xfrm>
            <a:off x="1958775" y="2240275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  <p:sp>
        <p:nvSpPr>
          <p:cNvPr id="1923" name="Google Shape;1923;p227"/>
          <p:cNvSpPr txBox="1"/>
          <p:nvPr/>
        </p:nvSpPr>
        <p:spPr>
          <a:xfrm>
            <a:off x="1207925" y="3915875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  <p:pic>
        <p:nvPicPr>
          <p:cNvPr id="1924" name="Google Shape;1924;p2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6045" y="3951924"/>
            <a:ext cx="5990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779" y="2138574"/>
            <a:ext cx="69719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8571" y="1501650"/>
            <a:ext cx="56490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2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3948" y="3062798"/>
            <a:ext cx="599075" cy="7691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8" name="Google Shape;1928;p227"/>
          <p:cNvCxnSpPr>
            <a:endCxn id="1912" idx="1"/>
          </p:cNvCxnSpPr>
          <p:nvPr/>
        </p:nvCxnSpPr>
        <p:spPr>
          <a:xfrm rot="10800000">
            <a:off x="3498242" y="2609593"/>
            <a:ext cx="26670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29" name="Google Shape;1929;p227"/>
          <p:cNvCxnSpPr>
            <a:stCxn id="1913" idx="3"/>
          </p:cNvCxnSpPr>
          <p:nvPr/>
        </p:nvCxnSpPr>
        <p:spPr>
          <a:xfrm rot="10800000">
            <a:off x="5534389" y="3447381"/>
            <a:ext cx="41460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30" name="Google Shape;1930;p22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1" name="Google Shape;1931;p227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2" name="Google Shape;1932;p227"/>
          <p:cNvSpPr txBox="1"/>
          <p:nvPr/>
        </p:nvSpPr>
        <p:spPr>
          <a:xfrm>
            <a:off x="5907075" y="3055000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7">
  <p:cSld name="CUSTOM_16"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4" name="Google Shape;1934;p228"/>
          <p:cNvCxnSpPr/>
          <p:nvPr/>
        </p:nvCxnSpPr>
        <p:spPr>
          <a:xfrm rot="10800000">
            <a:off x="4984248" y="3979850"/>
            <a:ext cx="32319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5" name="Google Shape;1935;p228"/>
          <p:cNvCxnSpPr/>
          <p:nvPr/>
        </p:nvCxnSpPr>
        <p:spPr>
          <a:xfrm rot="10800000">
            <a:off x="5598648" y="2760650"/>
            <a:ext cx="26175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6" name="Google Shape;1936;p228"/>
          <p:cNvCxnSpPr/>
          <p:nvPr/>
        </p:nvCxnSpPr>
        <p:spPr>
          <a:xfrm rot="10800000">
            <a:off x="5165750" y="1616800"/>
            <a:ext cx="30504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7" name="Google Shape;1937;p228"/>
          <p:cNvCxnSpPr/>
          <p:nvPr/>
        </p:nvCxnSpPr>
        <p:spPr>
          <a:xfrm rot="10800000">
            <a:off x="457250" y="3446450"/>
            <a:ext cx="30315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8" name="Google Shape;1938;p228"/>
          <p:cNvCxnSpPr/>
          <p:nvPr/>
        </p:nvCxnSpPr>
        <p:spPr>
          <a:xfrm rot="10800000">
            <a:off x="457300" y="2074850"/>
            <a:ext cx="34077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9" name="Google Shape;1939;p228"/>
          <p:cNvSpPr/>
          <p:nvPr/>
        </p:nvSpPr>
        <p:spPr>
          <a:xfrm rot="-4979340">
            <a:off x="3196687" y="1456287"/>
            <a:ext cx="2767493" cy="2771887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228"/>
          <p:cNvSpPr/>
          <p:nvPr/>
        </p:nvSpPr>
        <p:spPr>
          <a:xfrm rot="7923045">
            <a:off x="3174958" y="1453927"/>
            <a:ext cx="2774756" cy="277520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228"/>
          <p:cNvSpPr/>
          <p:nvPr/>
        </p:nvSpPr>
        <p:spPr>
          <a:xfrm rot="3597646">
            <a:off x="3178355" y="1465981"/>
            <a:ext cx="2774111" cy="2776438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228"/>
          <p:cNvSpPr/>
          <p:nvPr/>
        </p:nvSpPr>
        <p:spPr>
          <a:xfrm rot="4022619">
            <a:off x="5320201" y="2220795"/>
            <a:ext cx="577648" cy="579030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228"/>
          <p:cNvSpPr/>
          <p:nvPr/>
        </p:nvSpPr>
        <p:spPr>
          <a:xfrm rot="-6818172">
            <a:off x="5317472" y="2211275"/>
            <a:ext cx="577660" cy="578915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228"/>
          <p:cNvSpPr/>
          <p:nvPr/>
        </p:nvSpPr>
        <p:spPr>
          <a:xfrm rot="-9361798">
            <a:off x="3184638" y="1447961"/>
            <a:ext cx="2776555" cy="277345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228"/>
          <p:cNvSpPr/>
          <p:nvPr/>
        </p:nvSpPr>
        <p:spPr>
          <a:xfrm rot="-8939422">
            <a:off x="3649612" y="3442339"/>
            <a:ext cx="578242" cy="578192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228"/>
          <p:cNvSpPr/>
          <p:nvPr/>
        </p:nvSpPr>
        <p:spPr>
          <a:xfrm rot="1821421">
            <a:off x="3649857" y="3442103"/>
            <a:ext cx="578171" cy="578109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228"/>
          <p:cNvSpPr/>
          <p:nvPr/>
        </p:nvSpPr>
        <p:spPr>
          <a:xfrm rot="-598995">
            <a:off x="3189261" y="1467415"/>
            <a:ext cx="2777455" cy="2773180"/>
          </a:xfrm>
          <a:prstGeom prst="blockArc">
            <a:avLst>
              <a:gd fmla="val 12513247" name="adj1"/>
              <a:gd fmla="val 16867657" name="adj2"/>
              <a:gd fmla="val 20844" name="adj3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228"/>
          <p:cNvSpPr/>
          <p:nvPr/>
        </p:nvSpPr>
        <p:spPr>
          <a:xfrm rot="-176551">
            <a:off x="4302435" y="1467379"/>
            <a:ext cx="578563" cy="578263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228"/>
          <p:cNvSpPr/>
          <p:nvPr/>
        </p:nvSpPr>
        <p:spPr>
          <a:xfrm rot="10584085">
            <a:off x="4302418" y="1467587"/>
            <a:ext cx="578340" cy="578041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228"/>
          <p:cNvSpPr/>
          <p:nvPr/>
        </p:nvSpPr>
        <p:spPr>
          <a:xfrm rot="8347474">
            <a:off x="4931456" y="3431417"/>
            <a:ext cx="578072" cy="578435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228"/>
          <p:cNvSpPr/>
          <p:nvPr/>
        </p:nvSpPr>
        <p:spPr>
          <a:xfrm rot="-2492975">
            <a:off x="4931530" y="3431343"/>
            <a:ext cx="578047" cy="578644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228"/>
          <p:cNvSpPr/>
          <p:nvPr/>
        </p:nvSpPr>
        <p:spPr>
          <a:xfrm rot="-4555659">
            <a:off x="3248102" y="2209369"/>
            <a:ext cx="577429" cy="578884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228"/>
          <p:cNvSpPr/>
          <p:nvPr/>
        </p:nvSpPr>
        <p:spPr>
          <a:xfrm rot="6205784">
            <a:off x="3248236" y="2209364"/>
            <a:ext cx="577388" cy="578847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228"/>
          <p:cNvSpPr txBox="1"/>
          <p:nvPr/>
        </p:nvSpPr>
        <p:spPr>
          <a:xfrm>
            <a:off x="5715000" y="1620850"/>
            <a:ext cx="2849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5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5" name="Google Shape;1955;p228"/>
          <p:cNvSpPr txBox="1"/>
          <p:nvPr/>
        </p:nvSpPr>
        <p:spPr>
          <a:xfrm>
            <a:off x="5715000" y="276385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4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6" name="Google Shape;1956;p228"/>
          <p:cNvSpPr txBox="1"/>
          <p:nvPr/>
        </p:nvSpPr>
        <p:spPr>
          <a:xfrm>
            <a:off x="0" y="2078050"/>
            <a:ext cx="27798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Step 1 Goes Here: </a:t>
            </a:r>
            <a:br>
              <a:rPr b="1" lang="en" sz="10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7" name="Google Shape;1957;p228"/>
          <p:cNvSpPr txBox="1"/>
          <p:nvPr/>
        </p:nvSpPr>
        <p:spPr>
          <a:xfrm>
            <a:off x="0" y="3449650"/>
            <a:ext cx="28095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2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8" name="Google Shape;1958;p228"/>
          <p:cNvSpPr txBox="1"/>
          <p:nvPr/>
        </p:nvSpPr>
        <p:spPr>
          <a:xfrm>
            <a:off x="5715000" y="398305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3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9" name="Google Shape;1959;p228"/>
          <p:cNvSpPr txBox="1"/>
          <p:nvPr/>
        </p:nvSpPr>
        <p:spPr>
          <a:xfrm>
            <a:off x="3264550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8363B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600">
              <a:solidFill>
                <a:srgbClr val="2836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228"/>
          <p:cNvSpPr txBox="1"/>
          <p:nvPr/>
        </p:nvSpPr>
        <p:spPr>
          <a:xfrm>
            <a:off x="4332231" y="1543736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228"/>
          <p:cNvSpPr txBox="1"/>
          <p:nvPr/>
        </p:nvSpPr>
        <p:spPr>
          <a:xfrm>
            <a:off x="4945653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228"/>
          <p:cNvSpPr txBox="1"/>
          <p:nvPr/>
        </p:nvSpPr>
        <p:spPr>
          <a:xfrm>
            <a:off x="3675648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6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3" name="Google Shape;1963;p228"/>
          <p:cNvSpPr txBox="1"/>
          <p:nvPr/>
        </p:nvSpPr>
        <p:spPr>
          <a:xfrm>
            <a:off x="5355068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16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4" name="Google Shape;1964;p22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5" name="Google Shape;1965;p228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8">
  <p:cSld name="CUSTOM_17"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7" name="Google Shape;1967;p229"/>
          <p:cNvCxnSpPr/>
          <p:nvPr/>
        </p:nvCxnSpPr>
        <p:spPr>
          <a:xfrm rot="10800000">
            <a:off x="4984248" y="3979850"/>
            <a:ext cx="32319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8" name="Google Shape;1968;p229"/>
          <p:cNvCxnSpPr/>
          <p:nvPr/>
        </p:nvCxnSpPr>
        <p:spPr>
          <a:xfrm rot="10800000">
            <a:off x="5598648" y="2760650"/>
            <a:ext cx="26175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9" name="Google Shape;1969;p229"/>
          <p:cNvCxnSpPr/>
          <p:nvPr/>
        </p:nvCxnSpPr>
        <p:spPr>
          <a:xfrm rot="10800000">
            <a:off x="5165750" y="1616800"/>
            <a:ext cx="30504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0" name="Google Shape;1970;p229"/>
          <p:cNvCxnSpPr/>
          <p:nvPr/>
        </p:nvCxnSpPr>
        <p:spPr>
          <a:xfrm rot="10800000">
            <a:off x="457250" y="3446450"/>
            <a:ext cx="30315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229"/>
          <p:cNvCxnSpPr/>
          <p:nvPr/>
        </p:nvCxnSpPr>
        <p:spPr>
          <a:xfrm rot="10800000">
            <a:off x="457300" y="2074850"/>
            <a:ext cx="34077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2" name="Google Shape;1972;p229"/>
          <p:cNvSpPr/>
          <p:nvPr/>
        </p:nvSpPr>
        <p:spPr>
          <a:xfrm rot="-4979340">
            <a:off x="3196687" y="1456287"/>
            <a:ext cx="2767493" cy="2771887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229"/>
          <p:cNvSpPr/>
          <p:nvPr/>
        </p:nvSpPr>
        <p:spPr>
          <a:xfrm rot="7923045">
            <a:off x="3174958" y="1453927"/>
            <a:ext cx="2774756" cy="277520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229"/>
          <p:cNvSpPr/>
          <p:nvPr/>
        </p:nvSpPr>
        <p:spPr>
          <a:xfrm rot="3597646">
            <a:off x="3178355" y="1465981"/>
            <a:ext cx="2774111" cy="2776438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229"/>
          <p:cNvSpPr/>
          <p:nvPr/>
        </p:nvSpPr>
        <p:spPr>
          <a:xfrm rot="4022619">
            <a:off x="5320201" y="2220795"/>
            <a:ext cx="577648" cy="579030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229"/>
          <p:cNvSpPr/>
          <p:nvPr/>
        </p:nvSpPr>
        <p:spPr>
          <a:xfrm rot="-6818172">
            <a:off x="5317472" y="2211275"/>
            <a:ext cx="577660" cy="578915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7" name="Google Shape;1977;p229"/>
          <p:cNvSpPr/>
          <p:nvPr/>
        </p:nvSpPr>
        <p:spPr>
          <a:xfrm rot="-9361798">
            <a:off x="3184638" y="1447961"/>
            <a:ext cx="2776555" cy="277345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229"/>
          <p:cNvSpPr/>
          <p:nvPr/>
        </p:nvSpPr>
        <p:spPr>
          <a:xfrm rot="-8939422">
            <a:off x="3649612" y="3442339"/>
            <a:ext cx="578242" cy="578192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229"/>
          <p:cNvSpPr/>
          <p:nvPr/>
        </p:nvSpPr>
        <p:spPr>
          <a:xfrm rot="1821421">
            <a:off x="3649857" y="3442103"/>
            <a:ext cx="578171" cy="578109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229"/>
          <p:cNvSpPr/>
          <p:nvPr/>
        </p:nvSpPr>
        <p:spPr>
          <a:xfrm rot="-598995">
            <a:off x="3189261" y="1467415"/>
            <a:ext cx="2777455" cy="2773180"/>
          </a:xfrm>
          <a:prstGeom prst="blockArc">
            <a:avLst>
              <a:gd fmla="val 12513247" name="adj1"/>
              <a:gd fmla="val 16867657" name="adj2"/>
              <a:gd fmla="val 20844" name="adj3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229"/>
          <p:cNvSpPr/>
          <p:nvPr/>
        </p:nvSpPr>
        <p:spPr>
          <a:xfrm rot="-176551">
            <a:off x="4302435" y="1467379"/>
            <a:ext cx="578563" cy="578263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229"/>
          <p:cNvSpPr/>
          <p:nvPr/>
        </p:nvSpPr>
        <p:spPr>
          <a:xfrm rot="10584085">
            <a:off x="4302418" y="1467587"/>
            <a:ext cx="578340" cy="578041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229"/>
          <p:cNvSpPr/>
          <p:nvPr/>
        </p:nvSpPr>
        <p:spPr>
          <a:xfrm rot="8347474">
            <a:off x="4931456" y="3431417"/>
            <a:ext cx="578072" cy="578435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229"/>
          <p:cNvSpPr/>
          <p:nvPr/>
        </p:nvSpPr>
        <p:spPr>
          <a:xfrm rot="-2492975">
            <a:off x="4931530" y="3431343"/>
            <a:ext cx="578047" cy="578644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229"/>
          <p:cNvSpPr/>
          <p:nvPr/>
        </p:nvSpPr>
        <p:spPr>
          <a:xfrm rot="-4555659">
            <a:off x="3248102" y="2209369"/>
            <a:ext cx="577429" cy="578884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229"/>
          <p:cNvSpPr/>
          <p:nvPr/>
        </p:nvSpPr>
        <p:spPr>
          <a:xfrm rot="6205784">
            <a:off x="3248236" y="2209364"/>
            <a:ext cx="577388" cy="578847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229"/>
          <p:cNvSpPr txBox="1"/>
          <p:nvPr/>
        </p:nvSpPr>
        <p:spPr>
          <a:xfrm>
            <a:off x="5715000" y="1616800"/>
            <a:ext cx="2849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5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8" name="Google Shape;1988;p229"/>
          <p:cNvSpPr txBox="1"/>
          <p:nvPr/>
        </p:nvSpPr>
        <p:spPr>
          <a:xfrm>
            <a:off x="0" y="2078050"/>
            <a:ext cx="27798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1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9" name="Google Shape;1989;p229"/>
          <p:cNvSpPr txBox="1"/>
          <p:nvPr/>
        </p:nvSpPr>
        <p:spPr>
          <a:xfrm>
            <a:off x="0" y="3445600"/>
            <a:ext cx="28095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2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0" name="Google Shape;1990;p229"/>
          <p:cNvSpPr txBox="1"/>
          <p:nvPr/>
        </p:nvSpPr>
        <p:spPr>
          <a:xfrm>
            <a:off x="5715000" y="397900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3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1" name="Google Shape;1991;p229"/>
          <p:cNvSpPr txBox="1"/>
          <p:nvPr/>
        </p:nvSpPr>
        <p:spPr>
          <a:xfrm>
            <a:off x="3264550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2" name="Google Shape;1992;p229"/>
          <p:cNvSpPr txBox="1"/>
          <p:nvPr/>
        </p:nvSpPr>
        <p:spPr>
          <a:xfrm>
            <a:off x="3675648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3" name="Google Shape;1993;p229"/>
          <p:cNvSpPr txBox="1"/>
          <p:nvPr/>
        </p:nvSpPr>
        <p:spPr>
          <a:xfrm>
            <a:off x="4945653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4" name="Google Shape;1994;p229"/>
          <p:cNvSpPr txBox="1"/>
          <p:nvPr/>
        </p:nvSpPr>
        <p:spPr>
          <a:xfrm>
            <a:off x="5355068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5" name="Google Shape;1995;p229"/>
          <p:cNvSpPr txBox="1"/>
          <p:nvPr/>
        </p:nvSpPr>
        <p:spPr>
          <a:xfrm>
            <a:off x="4332231" y="1543736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6" name="Google Shape;1996;p229"/>
          <p:cNvSpPr txBox="1"/>
          <p:nvPr/>
        </p:nvSpPr>
        <p:spPr>
          <a:xfrm>
            <a:off x="5715000" y="275980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4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7" name="Google Shape;1997;p22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8" name="Google Shape;1998;p229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9">
  <p:cSld name="CUSTOM_18"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230"/>
          <p:cNvSpPr/>
          <p:nvPr/>
        </p:nvSpPr>
        <p:spPr>
          <a:xfrm>
            <a:off x="4515854" y="1187675"/>
            <a:ext cx="3633900" cy="1532400"/>
          </a:xfrm>
          <a:prstGeom prst="round2DiagRect">
            <a:avLst>
              <a:gd fmla="val 0" name="adj1"/>
              <a:gd fmla="val 1339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 </a:t>
            </a:r>
            <a:endParaRPr sz="11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9B7C0"/>
              </a:solidFill>
            </a:endParaRPr>
          </a:p>
        </p:txBody>
      </p:sp>
      <p:sp>
        <p:nvSpPr>
          <p:cNvPr id="2001" name="Google Shape;2001;p230"/>
          <p:cNvSpPr/>
          <p:nvPr/>
        </p:nvSpPr>
        <p:spPr>
          <a:xfrm>
            <a:off x="823525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fourth</a:t>
            </a: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</a:t>
            </a:r>
            <a:r>
              <a:rPr lang="en" sz="1100">
                <a:solidFill>
                  <a:srgbClr val="9E9E9E"/>
                </a:solidFill>
              </a:rPr>
              <a:t> </a:t>
            </a:r>
            <a:endParaRPr sz="1000">
              <a:solidFill>
                <a:srgbClr val="9E9E9E"/>
              </a:solidFill>
            </a:endParaRPr>
          </a:p>
        </p:txBody>
      </p:sp>
      <p:sp>
        <p:nvSpPr>
          <p:cNvPr id="2002" name="Google Shape;2002;p230"/>
          <p:cNvSpPr/>
          <p:nvPr/>
        </p:nvSpPr>
        <p:spPr>
          <a:xfrm flipH="1">
            <a:off x="4515700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third</a:t>
            </a: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230"/>
          <p:cNvSpPr/>
          <p:nvPr/>
        </p:nvSpPr>
        <p:spPr>
          <a:xfrm flipH="1">
            <a:off x="825871" y="1187675"/>
            <a:ext cx="36294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AADCF2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4" name="Google Shape;2004;p230"/>
          <p:cNvSpPr/>
          <p:nvPr/>
        </p:nvSpPr>
        <p:spPr>
          <a:xfrm>
            <a:off x="3857625" y="22478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p230"/>
          <p:cNvSpPr/>
          <p:nvPr/>
        </p:nvSpPr>
        <p:spPr>
          <a:xfrm>
            <a:off x="4457550" y="22478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6" name="Google Shape;2006;p230"/>
          <p:cNvSpPr/>
          <p:nvPr/>
        </p:nvSpPr>
        <p:spPr>
          <a:xfrm>
            <a:off x="3857625" y="27050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7" name="Google Shape;2007;p230"/>
          <p:cNvSpPr/>
          <p:nvPr/>
        </p:nvSpPr>
        <p:spPr>
          <a:xfrm>
            <a:off x="4457550" y="27050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8" name="Google Shape;2008;p23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9" name="Google Shape;2009;p230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0">
  <p:cSld name="CUSTOM_19"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231"/>
          <p:cNvSpPr/>
          <p:nvPr/>
        </p:nvSpPr>
        <p:spPr>
          <a:xfrm>
            <a:off x="4515854" y="1187675"/>
            <a:ext cx="3633900" cy="1532400"/>
          </a:xfrm>
          <a:prstGeom prst="round2DiagRect">
            <a:avLst>
              <a:gd fmla="val 0" name="adj1"/>
              <a:gd fmla="val 1339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012" name="Google Shape;2012;p231"/>
          <p:cNvSpPr/>
          <p:nvPr/>
        </p:nvSpPr>
        <p:spPr>
          <a:xfrm>
            <a:off x="823625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fourth</a:t>
            </a: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</a:t>
            </a:r>
            <a:r>
              <a:rPr lang="en" sz="1100">
                <a:solidFill>
                  <a:srgbClr val="FFFFFF"/>
                </a:solidFill>
              </a:rPr>
              <a:t> 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13" name="Google Shape;2013;p231"/>
          <p:cNvSpPr/>
          <p:nvPr/>
        </p:nvSpPr>
        <p:spPr>
          <a:xfrm flipH="1">
            <a:off x="4515700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third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4" name="Google Shape;2014;p231"/>
          <p:cNvSpPr/>
          <p:nvPr/>
        </p:nvSpPr>
        <p:spPr>
          <a:xfrm flipH="1">
            <a:off x="825871" y="1187675"/>
            <a:ext cx="36294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AADCF2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5" name="Google Shape;2015;p231"/>
          <p:cNvSpPr/>
          <p:nvPr/>
        </p:nvSpPr>
        <p:spPr>
          <a:xfrm>
            <a:off x="3857625" y="22478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6" name="Google Shape;2016;p231"/>
          <p:cNvSpPr/>
          <p:nvPr/>
        </p:nvSpPr>
        <p:spPr>
          <a:xfrm>
            <a:off x="4457550" y="22478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7" name="Google Shape;2017;p231"/>
          <p:cNvSpPr/>
          <p:nvPr/>
        </p:nvSpPr>
        <p:spPr>
          <a:xfrm>
            <a:off x="3857625" y="27050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8" name="Google Shape;2018;p231"/>
          <p:cNvSpPr/>
          <p:nvPr/>
        </p:nvSpPr>
        <p:spPr>
          <a:xfrm>
            <a:off x="4457550" y="27050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23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0" name="Google Shape;2020;p231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1">
  <p:cSld name="CUSTOM_20"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232"/>
          <p:cNvSpPr/>
          <p:nvPr/>
        </p:nvSpPr>
        <p:spPr>
          <a:xfrm>
            <a:off x="3552852" y="1425422"/>
            <a:ext cx="2031000" cy="2031000"/>
          </a:xfrm>
          <a:prstGeom prst="ellipse">
            <a:avLst/>
          </a:prstGeom>
          <a:noFill/>
          <a:ln cap="flat" cmpd="sng" w="28575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232"/>
          <p:cNvSpPr/>
          <p:nvPr/>
        </p:nvSpPr>
        <p:spPr>
          <a:xfrm>
            <a:off x="2824599" y="2450459"/>
            <a:ext cx="2031000" cy="2031000"/>
          </a:xfrm>
          <a:prstGeom prst="ellipse">
            <a:avLst/>
          </a:prstGeom>
          <a:noFill/>
          <a:ln cap="flat" cmpd="sng" w="2857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232"/>
          <p:cNvSpPr/>
          <p:nvPr/>
        </p:nvSpPr>
        <p:spPr>
          <a:xfrm>
            <a:off x="4256816" y="2450459"/>
            <a:ext cx="2031000" cy="2031000"/>
          </a:xfrm>
          <a:prstGeom prst="ellipse">
            <a:avLst/>
          </a:prstGeom>
          <a:noFill/>
          <a:ln cap="flat" cmpd="sng" w="28575">
            <a:solidFill>
              <a:srgbClr val="147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5" name="Google Shape;2025;p232"/>
          <p:cNvCxnSpPr/>
          <p:nvPr/>
        </p:nvCxnSpPr>
        <p:spPr>
          <a:xfrm rot="10800000">
            <a:off x="2425150" y="1824750"/>
            <a:ext cx="2104800" cy="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2026" name="Google Shape;2026;p232"/>
          <p:cNvSpPr txBox="1"/>
          <p:nvPr/>
        </p:nvSpPr>
        <p:spPr>
          <a:xfrm>
            <a:off x="298901" y="1776643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7" name="Google Shape;2027;p232"/>
          <p:cNvCxnSpPr/>
          <p:nvPr/>
        </p:nvCxnSpPr>
        <p:spPr>
          <a:xfrm rot="10800000">
            <a:off x="2430775" y="3915050"/>
            <a:ext cx="1100700" cy="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2028" name="Google Shape;2028;p232"/>
          <p:cNvSpPr txBox="1"/>
          <p:nvPr/>
        </p:nvSpPr>
        <p:spPr>
          <a:xfrm>
            <a:off x="298901" y="3867018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9" name="Google Shape;2029;p232"/>
          <p:cNvCxnSpPr/>
          <p:nvPr/>
        </p:nvCxnSpPr>
        <p:spPr>
          <a:xfrm rot="10800000">
            <a:off x="4530050" y="3294850"/>
            <a:ext cx="19797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2030" name="Google Shape;2030;p232"/>
          <p:cNvSpPr txBox="1"/>
          <p:nvPr/>
        </p:nvSpPr>
        <p:spPr>
          <a:xfrm>
            <a:off x="6586728" y="3257425"/>
            <a:ext cx="2229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1" name="Google Shape;2031;p232"/>
          <p:cNvCxnSpPr/>
          <p:nvPr/>
        </p:nvCxnSpPr>
        <p:spPr>
          <a:xfrm rot="10800000">
            <a:off x="5153575" y="2534663"/>
            <a:ext cx="1436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2032" name="Google Shape;2032;p232"/>
          <p:cNvSpPr txBox="1"/>
          <p:nvPr/>
        </p:nvSpPr>
        <p:spPr>
          <a:xfrm>
            <a:off x="6589976" y="2505343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3" name="Google Shape;2033;p232"/>
          <p:cNvCxnSpPr/>
          <p:nvPr/>
        </p:nvCxnSpPr>
        <p:spPr>
          <a:xfrm rot="10800000">
            <a:off x="2473225" y="2777675"/>
            <a:ext cx="1268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2034" name="Google Shape;2034;p232"/>
          <p:cNvSpPr txBox="1"/>
          <p:nvPr/>
        </p:nvSpPr>
        <p:spPr>
          <a:xfrm>
            <a:off x="353901" y="2729630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5" name="Google Shape;2035;p232"/>
          <p:cNvCxnSpPr/>
          <p:nvPr/>
        </p:nvCxnSpPr>
        <p:spPr>
          <a:xfrm rot="10800000">
            <a:off x="5334000" y="4057525"/>
            <a:ext cx="1280400" cy="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2036" name="Google Shape;2036;p232"/>
          <p:cNvSpPr txBox="1"/>
          <p:nvPr/>
        </p:nvSpPr>
        <p:spPr>
          <a:xfrm>
            <a:off x="6586728" y="4009500"/>
            <a:ext cx="2229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7" name="Google Shape;2037;p23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8" name="Google Shape;2038;p232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233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1" name="Google Shape;2041;p2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2" name="Google Shape;2042;p233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Title Slide Cybersecurity">
  <p:cSld name="CUSTOM_2_3_1_1_1_1_1_2_1_2_1_1_1_1_2_2_1_2_1"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4" name="Google Shape;2044;p234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234"/>
          <p:cNvSpPr txBox="1"/>
          <p:nvPr/>
        </p:nvSpPr>
        <p:spPr>
          <a:xfrm>
            <a:off x="206300" y="4868750"/>
            <a:ext cx="8663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© 2022 edX Boot Camps LLC. Confidential and Proprietary. All Rights Reserved.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6" name="Google Shape;2046;p234"/>
          <p:cNvSpPr/>
          <p:nvPr/>
        </p:nvSpPr>
        <p:spPr>
          <a:xfrm>
            <a:off x="269850" y="3467088"/>
            <a:ext cx="8604300" cy="14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7" name="Google Shape;2047;p234"/>
          <p:cNvCxnSpPr/>
          <p:nvPr/>
        </p:nvCxnSpPr>
        <p:spPr>
          <a:xfrm>
            <a:off x="605150" y="4157225"/>
            <a:ext cx="69711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8" name="Google Shape;2048;p2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3497" y="3773563"/>
            <a:ext cx="822959" cy="7112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049" name="Google Shape;2049;p234"/>
          <p:cNvSpPr txBox="1"/>
          <p:nvPr>
            <p:ph type="title"/>
          </p:nvPr>
        </p:nvSpPr>
        <p:spPr>
          <a:xfrm>
            <a:off x="-4350" y="1213825"/>
            <a:ext cx="9144000" cy="1581900"/>
          </a:xfrm>
          <a:prstGeom prst="rect">
            <a:avLst/>
          </a:prstGeom>
        </p:spPr>
        <p:txBody>
          <a:bodyPr anchorCtr="0" anchor="ctr" bIns="0" lIns="310895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050" name="Google Shape;2050;p234"/>
          <p:cNvSpPr txBox="1"/>
          <p:nvPr>
            <p:ph idx="2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</p:spPr>
        <p:txBody>
          <a:bodyPr anchorCtr="0" anchor="ctr" bIns="0" lIns="6400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pic>
        <p:nvPicPr>
          <p:cNvPr id="2051" name="Google Shape;2051;p2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10" y="1152144"/>
            <a:ext cx="2286002" cy="169164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234"/>
          <p:cNvSpPr txBox="1"/>
          <p:nvPr/>
        </p:nvSpPr>
        <p:spPr>
          <a:xfrm>
            <a:off x="4632338" y="3804363"/>
            <a:ext cx="294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Cybersecurity Boot Camp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212">
          <p15:clr>
            <a:srgbClr val="FA7B17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. Bullets 1–4 (Blue)">
  <p:cSld name="CUSTOM_2_7_1_6_1_2"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4" name="Google Shape;2054;p235"/>
          <p:cNvGrpSpPr/>
          <p:nvPr/>
        </p:nvGrpSpPr>
        <p:grpSpPr>
          <a:xfrm>
            <a:off x="453220" y="1424000"/>
            <a:ext cx="743726" cy="530949"/>
            <a:chOff x="453220" y="1424000"/>
            <a:chExt cx="743726" cy="530949"/>
          </a:xfrm>
        </p:grpSpPr>
        <p:sp>
          <p:nvSpPr>
            <p:cNvPr id="2055" name="Google Shape;2055;p235"/>
            <p:cNvSpPr/>
            <p:nvPr/>
          </p:nvSpPr>
          <p:spPr>
            <a:xfrm>
              <a:off x="453220" y="1424000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1475D4"/>
            </a:solidFill>
            <a:ln>
              <a:noFill/>
            </a:ln>
          </p:spPr>
        </p:sp>
        <p:sp>
          <p:nvSpPr>
            <p:cNvPr id="2056" name="Google Shape;2056;p235"/>
            <p:cNvSpPr/>
            <p:nvPr/>
          </p:nvSpPr>
          <p:spPr>
            <a:xfrm flipH="1" rot="10800000">
              <a:off x="453220" y="1702592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043461"/>
            </a:solidFill>
            <a:ln>
              <a:noFill/>
            </a:ln>
          </p:spPr>
        </p:sp>
      </p:grpSp>
      <p:grpSp>
        <p:nvGrpSpPr>
          <p:cNvPr id="2057" name="Google Shape;2057;p235"/>
          <p:cNvGrpSpPr/>
          <p:nvPr/>
        </p:nvGrpSpPr>
        <p:grpSpPr>
          <a:xfrm>
            <a:off x="453233" y="2276300"/>
            <a:ext cx="743726" cy="530949"/>
            <a:chOff x="453233" y="2276300"/>
            <a:chExt cx="743726" cy="530949"/>
          </a:xfrm>
        </p:grpSpPr>
        <p:sp>
          <p:nvSpPr>
            <p:cNvPr id="2058" name="Google Shape;2058;p235"/>
            <p:cNvSpPr/>
            <p:nvPr/>
          </p:nvSpPr>
          <p:spPr>
            <a:xfrm>
              <a:off x="453233" y="2276300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1475D4"/>
            </a:solidFill>
            <a:ln>
              <a:noFill/>
            </a:ln>
          </p:spPr>
        </p:sp>
        <p:sp>
          <p:nvSpPr>
            <p:cNvPr id="2059" name="Google Shape;2059;p235"/>
            <p:cNvSpPr/>
            <p:nvPr/>
          </p:nvSpPr>
          <p:spPr>
            <a:xfrm flipH="1" rot="10800000">
              <a:off x="453233" y="2554892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043461"/>
            </a:solidFill>
            <a:ln>
              <a:noFill/>
            </a:ln>
          </p:spPr>
        </p:sp>
      </p:grpSp>
      <p:sp>
        <p:nvSpPr>
          <p:cNvPr id="2060" name="Google Shape;2060;p235"/>
          <p:cNvSpPr/>
          <p:nvPr/>
        </p:nvSpPr>
        <p:spPr>
          <a:xfrm>
            <a:off x="1352550" y="137882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235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62" name="Google Shape;2062;p235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063" name="Google Shape;2063;p235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4" name="Google Shape;2064;p23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5" name="Google Shape;2065;p235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6" name="Google Shape;2066;p235"/>
          <p:cNvSpPr txBox="1"/>
          <p:nvPr>
            <p:ph idx="2" type="subTitle"/>
          </p:nvPr>
        </p:nvSpPr>
        <p:spPr>
          <a:xfrm>
            <a:off x="0" y="1400375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067" name="Google Shape;2067;p235"/>
          <p:cNvSpPr/>
          <p:nvPr/>
        </p:nvSpPr>
        <p:spPr>
          <a:xfrm>
            <a:off x="1352550" y="22311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235"/>
          <p:cNvSpPr/>
          <p:nvPr/>
        </p:nvSpPr>
        <p:spPr>
          <a:xfrm>
            <a:off x="1352550" y="3073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235"/>
          <p:cNvSpPr/>
          <p:nvPr/>
        </p:nvSpPr>
        <p:spPr>
          <a:xfrm>
            <a:off x="1352550" y="39189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0" name="Google Shape;2070;p235"/>
          <p:cNvGrpSpPr/>
          <p:nvPr/>
        </p:nvGrpSpPr>
        <p:grpSpPr>
          <a:xfrm>
            <a:off x="453233" y="3128588"/>
            <a:ext cx="743726" cy="530949"/>
            <a:chOff x="453233" y="3128588"/>
            <a:chExt cx="743726" cy="530949"/>
          </a:xfrm>
        </p:grpSpPr>
        <p:sp>
          <p:nvSpPr>
            <p:cNvPr id="2071" name="Google Shape;2071;p235"/>
            <p:cNvSpPr/>
            <p:nvPr/>
          </p:nvSpPr>
          <p:spPr>
            <a:xfrm>
              <a:off x="453233" y="3128588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1475D4"/>
            </a:solidFill>
            <a:ln>
              <a:noFill/>
            </a:ln>
          </p:spPr>
        </p:sp>
        <p:sp>
          <p:nvSpPr>
            <p:cNvPr id="2072" name="Google Shape;2072;p235"/>
            <p:cNvSpPr/>
            <p:nvPr/>
          </p:nvSpPr>
          <p:spPr>
            <a:xfrm flipH="1" rot="10800000">
              <a:off x="453233" y="3407179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043461"/>
            </a:solidFill>
            <a:ln>
              <a:noFill/>
            </a:ln>
          </p:spPr>
        </p:sp>
      </p:grpSp>
      <p:grpSp>
        <p:nvGrpSpPr>
          <p:cNvPr id="2073" name="Google Shape;2073;p235"/>
          <p:cNvGrpSpPr/>
          <p:nvPr/>
        </p:nvGrpSpPr>
        <p:grpSpPr>
          <a:xfrm>
            <a:off x="453233" y="3952200"/>
            <a:ext cx="743726" cy="530949"/>
            <a:chOff x="453233" y="3952200"/>
            <a:chExt cx="743726" cy="530949"/>
          </a:xfrm>
        </p:grpSpPr>
        <p:sp>
          <p:nvSpPr>
            <p:cNvPr id="2074" name="Google Shape;2074;p235"/>
            <p:cNvSpPr/>
            <p:nvPr/>
          </p:nvSpPr>
          <p:spPr>
            <a:xfrm>
              <a:off x="453233" y="3952200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1475D4"/>
            </a:solidFill>
            <a:ln>
              <a:noFill/>
            </a:ln>
          </p:spPr>
        </p:sp>
        <p:sp>
          <p:nvSpPr>
            <p:cNvPr id="2075" name="Google Shape;2075;p235"/>
            <p:cNvSpPr/>
            <p:nvPr/>
          </p:nvSpPr>
          <p:spPr>
            <a:xfrm flipH="1" rot="10800000">
              <a:off x="453233" y="4230792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043461"/>
            </a:solidFill>
            <a:ln>
              <a:noFill/>
            </a:ln>
          </p:spPr>
        </p:sp>
      </p:grpSp>
      <p:sp>
        <p:nvSpPr>
          <p:cNvPr id="2076" name="Google Shape;2076;p235"/>
          <p:cNvSpPr txBox="1"/>
          <p:nvPr>
            <p:ph idx="3" type="subTitle"/>
          </p:nvPr>
        </p:nvSpPr>
        <p:spPr>
          <a:xfrm>
            <a:off x="0" y="2233538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077" name="Google Shape;2077;p235"/>
          <p:cNvSpPr txBox="1"/>
          <p:nvPr>
            <p:ph idx="4" type="subTitle"/>
          </p:nvPr>
        </p:nvSpPr>
        <p:spPr>
          <a:xfrm>
            <a:off x="0" y="3076250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078" name="Google Shape;2078;p235"/>
          <p:cNvSpPr txBox="1"/>
          <p:nvPr>
            <p:ph idx="5" type="subTitle"/>
          </p:nvPr>
        </p:nvSpPr>
        <p:spPr>
          <a:xfrm>
            <a:off x="0" y="3916563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079" name="Google Shape;2079;p235"/>
          <p:cNvSpPr txBox="1"/>
          <p:nvPr>
            <p:ph idx="6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. Take Away">
  <p:cSld name="CUSTOM_8_1">
    <p:bg>
      <p:bgPr>
        <a:solidFill>
          <a:srgbClr val="000000"/>
        </a:solidFill>
      </p:bgPr>
    </p:bg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1" name="Google Shape;2081;p236"/>
          <p:cNvPicPr preferRelativeResize="0"/>
          <p:nvPr/>
        </p:nvPicPr>
        <p:blipFill rotWithShape="1">
          <a:blip r:embed="rId2">
            <a:alphaModFix/>
          </a:blip>
          <a:srcRect b="5771" l="0" r="4333" t="1447"/>
          <a:stretch/>
        </p:blipFill>
        <p:spPr>
          <a:xfrm>
            <a:off x="0" y="0"/>
            <a:ext cx="9158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2" name="Google Shape;2082;p236"/>
          <p:cNvSpPr/>
          <p:nvPr/>
        </p:nvSpPr>
        <p:spPr>
          <a:xfrm>
            <a:off x="3782025" y="1627800"/>
            <a:ext cx="1210200" cy="83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236"/>
          <p:cNvSpPr/>
          <p:nvPr/>
        </p:nvSpPr>
        <p:spPr>
          <a:xfrm>
            <a:off x="3843350" y="2464800"/>
            <a:ext cx="1251000" cy="87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236"/>
          <p:cNvSpPr txBox="1"/>
          <p:nvPr/>
        </p:nvSpPr>
        <p:spPr>
          <a:xfrm>
            <a:off x="3701350" y="2000950"/>
            <a:ext cx="2158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latin typeface="Caveat"/>
                <a:ea typeface="Caveat"/>
                <a:cs typeface="Caveat"/>
                <a:sym typeface="Caveat"/>
              </a:rPr>
              <a:t>Recap</a:t>
            </a:r>
            <a:endParaRPr sz="5200"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. Definition Slide">
  <p:cSld name="CUSTOM_2_3_1_1_1_1_1_2_1_2_1_1_1_1_2_1_1_2_2"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6" name="Google Shape;2086;p237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087" name="Google Shape;2087;p237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237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00C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237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0" name="Google Shape;2090;p237"/>
          <p:cNvSpPr txBox="1"/>
          <p:nvPr>
            <p:ph idx="1" type="subTitle"/>
          </p:nvPr>
        </p:nvSpPr>
        <p:spPr>
          <a:xfrm>
            <a:off x="0" y="1039700"/>
            <a:ext cx="9187800" cy="3131700"/>
          </a:xfrm>
          <a:prstGeom prst="rect">
            <a:avLst/>
          </a:prstGeom>
        </p:spPr>
        <p:txBody>
          <a:bodyPr anchorCtr="0" anchor="t" bIns="182875" lIns="1828800" spcFirstLastPara="1" rIns="1828800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1" name="Google Shape;2091;p237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23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94" name="Google Shape;2094;p23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095" name="Google Shape;2095;p23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6" name="Google Shape;2096;p23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97" name="Google Shape;2097;p23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8" name="Google Shape;2098;p23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099" name="Google Shape;2099;p238"/>
          <p:cNvSpPr txBox="1"/>
          <p:nvPr>
            <p:ph idx="3" type="body"/>
          </p:nvPr>
        </p:nvSpPr>
        <p:spPr>
          <a:xfrm>
            <a:off x="175" y="1284250"/>
            <a:ext cx="9144000" cy="346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23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02" name="Google Shape;2102;p239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2103" name="Google Shape;2103;p239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4" name="Google Shape;2104;p23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05" name="Google Shape;2105;p239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6" name="Google Shape;2106;p239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07" name="Google Shape;2107;p239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Subsection Slide">
  <p:cSld name="CUSTOM_17_2_1_1_2_2"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40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240"/>
          <p:cNvSpPr txBox="1"/>
          <p:nvPr>
            <p:ph type="title"/>
          </p:nvPr>
        </p:nvSpPr>
        <p:spPr>
          <a:xfrm>
            <a:off x="274325" y="2088475"/>
            <a:ext cx="8595300" cy="792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1" name="Google Shape;2111;p24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2" name="Google Shape;2112;p240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5. Bullets 1–3 (Blue) ">
  <p:cSld name="CUSTOM_2_7_1_6_1_2_3"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241"/>
          <p:cNvSpPr/>
          <p:nvPr/>
        </p:nvSpPr>
        <p:spPr>
          <a:xfrm>
            <a:off x="453220" y="14240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1475D4"/>
          </a:solidFill>
          <a:ln>
            <a:noFill/>
          </a:ln>
        </p:spPr>
      </p:sp>
      <p:sp>
        <p:nvSpPr>
          <p:cNvPr id="2115" name="Google Shape;2115;p241"/>
          <p:cNvSpPr/>
          <p:nvPr/>
        </p:nvSpPr>
        <p:spPr>
          <a:xfrm flipH="1" rot="10800000">
            <a:off x="453220" y="17025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43461"/>
          </a:solidFill>
          <a:ln>
            <a:noFill/>
          </a:ln>
        </p:spPr>
      </p:sp>
      <p:sp>
        <p:nvSpPr>
          <p:cNvPr id="2116" name="Google Shape;2116;p241"/>
          <p:cNvSpPr/>
          <p:nvPr/>
        </p:nvSpPr>
        <p:spPr>
          <a:xfrm>
            <a:off x="453233" y="22763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1475D4"/>
          </a:solidFill>
          <a:ln>
            <a:noFill/>
          </a:ln>
        </p:spPr>
      </p:sp>
      <p:sp>
        <p:nvSpPr>
          <p:cNvPr id="2117" name="Google Shape;2117;p241"/>
          <p:cNvSpPr/>
          <p:nvPr/>
        </p:nvSpPr>
        <p:spPr>
          <a:xfrm flipH="1" rot="10800000">
            <a:off x="453233" y="25548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43461"/>
          </a:solidFill>
          <a:ln>
            <a:noFill/>
          </a:ln>
        </p:spPr>
      </p:sp>
      <p:sp>
        <p:nvSpPr>
          <p:cNvPr id="2118" name="Google Shape;2118;p241"/>
          <p:cNvSpPr/>
          <p:nvPr/>
        </p:nvSpPr>
        <p:spPr>
          <a:xfrm>
            <a:off x="1352550" y="137882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24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20" name="Google Shape;2120;p24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121" name="Google Shape;2121;p24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2" name="Google Shape;2122;p24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23" name="Google Shape;2123;p24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4" name="Google Shape;2124;p241"/>
          <p:cNvSpPr txBox="1"/>
          <p:nvPr>
            <p:ph idx="2" type="subTitle"/>
          </p:nvPr>
        </p:nvSpPr>
        <p:spPr>
          <a:xfrm>
            <a:off x="0" y="1400375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25" name="Google Shape;2125;p241"/>
          <p:cNvSpPr/>
          <p:nvPr/>
        </p:nvSpPr>
        <p:spPr>
          <a:xfrm>
            <a:off x="1352550" y="22311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41"/>
          <p:cNvSpPr/>
          <p:nvPr/>
        </p:nvSpPr>
        <p:spPr>
          <a:xfrm>
            <a:off x="1352550" y="3073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241"/>
          <p:cNvSpPr/>
          <p:nvPr/>
        </p:nvSpPr>
        <p:spPr>
          <a:xfrm>
            <a:off x="453233" y="3128588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1475D4"/>
          </a:solidFill>
          <a:ln>
            <a:noFill/>
          </a:ln>
        </p:spPr>
      </p:sp>
      <p:sp>
        <p:nvSpPr>
          <p:cNvPr id="2128" name="Google Shape;2128;p241"/>
          <p:cNvSpPr/>
          <p:nvPr/>
        </p:nvSpPr>
        <p:spPr>
          <a:xfrm flipH="1" rot="10800000">
            <a:off x="453233" y="3407179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43461"/>
          </a:solidFill>
          <a:ln>
            <a:noFill/>
          </a:ln>
        </p:spPr>
      </p:sp>
      <p:sp>
        <p:nvSpPr>
          <p:cNvPr id="2129" name="Google Shape;2129;p241"/>
          <p:cNvSpPr txBox="1"/>
          <p:nvPr>
            <p:ph idx="3" type="subTitle"/>
          </p:nvPr>
        </p:nvSpPr>
        <p:spPr>
          <a:xfrm>
            <a:off x="0" y="2233538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30" name="Google Shape;2130;p241"/>
          <p:cNvSpPr txBox="1"/>
          <p:nvPr>
            <p:ph idx="4" type="subTitle"/>
          </p:nvPr>
        </p:nvSpPr>
        <p:spPr>
          <a:xfrm>
            <a:off x="0" y="3076250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31" name="Google Shape;2131;p24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6. Numbered 1–2 (Blue)">
  <p:cSld name="CUSTOM_2_7_2_2_1_1_1"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3" name="Google Shape;2133;p24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24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35" name="Google Shape;2135;p24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36" name="Google Shape;2136;p2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242"/>
          <p:cNvSpPr/>
          <p:nvPr/>
        </p:nvSpPr>
        <p:spPr>
          <a:xfrm>
            <a:off x="457206" y="1421303"/>
            <a:ext cx="533400" cy="476700"/>
          </a:xfrm>
          <a:prstGeom prst="roundRect">
            <a:avLst>
              <a:gd fmla="val 16667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01</a:t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38" name="Google Shape;2138;p242"/>
          <p:cNvSpPr/>
          <p:nvPr/>
        </p:nvSpPr>
        <p:spPr>
          <a:xfrm rot="10800000">
            <a:off x="593369" y="1810088"/>
            <a:ext cx="261029" cy="144694"/>
          </a:xfrm>
          <a:prstGeom prst="flowChartExtra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39" name="Google Shape;2139;p242"/>
          <p:cNvSpPr/>
          <p:nvPr/>
        </p:nvSpPr>
        <p:spPr>
          <a:xfrm>
            <a:off x="4936295" y="1423550"/>
            <a:ext cx="5304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02</a:t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40" name="Google Shape;2140;p242"/>
          <p:cNvSpPr/>
          <p:nvPr/>
        </p:nvSpPr>
        <p:spPr>
          <a:xfrm rot="10800000">
            <a:off x="5072469" y="181233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242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42" name="Google Shape;2142;p242"/>
          <p:cNvSpPr/>
          <p:nvPr/>
        </p:nvSpPr>
        <p:spPr>
          <a:xfrm>
            <a:off x="1076325" y="1423550"/>
            <a:ext cx="3143100" cy="47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242"/>
          <p:cNvSpPr txBox="1"/>
          <p:nvPr/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4" name="Google Shape;2144;p242"/>
          <p:cNvSpPr/>
          <p:nvPr/>
        </p:nvSpPr>
        <p:spPr>
          <a:xfrm>
            <a:off x="5555425" y="1425800"/>
            <a:ext cx="3143100" cy="476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4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46" name="Google Shape;2146;p242"/>
          <p:cNvSpPr txBox="1"/>
          <p:nvPr>
            <p:ph idx="2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47" name="Google Shape;2147;p242"/>
          <p:cNvSpPr txBox="1"/>
          <p:nvPr>
            <p:ph idx="3" type="subTitle"/>
          </p:nvPr>
        </p:nvSpPr>
        <p:spPr>
          <a:xfrm>
            <a:off x="1080250" y="1436250"/>
            <a:ext cx="3143100" cy="476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8" name="Google Shape;2148;p242"/>
          <p:cNvSpPr txBox="1"/>
          <p:nvPr>
            <p:ph idx="4" type="subTitle"/>
          </p:nvPr>
        </p:nvSpPr>
        <p:spPr>
          <a:xfrm>
            <a:off x="5573150" y="1436250"/>
            <a:ext cx="3143100" cy="476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9" name="Google Shape;2149;p242"/>
          <p:cNvSpPr txBox="1"/>
          <p:nvPr>
            <p:ph idx="5" type="subTitle"/>
          </p:nvPr>
        </p:nvSpPr>
        <p:spPr>
          <a:xfrm>
            <a:off x="-12275" y="2307825"/>
            <a:ext cx="4627800" cy="2537700"/>
          </a:xfrm>
          <a:prstGeom prst="rect">
            <a:avLst/>
          </a:prstGeom>
        </p:spPr>
        <p:txBody>
          <a:bodyPr anchorCtr="0" anchor="t" bIns="0" lIns="457200" spcFirstLastPara="1" rIns="2743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0" name="Google Shape;2150;p242"/>
          <p:cNvSpPr txBox="1"/>
          <p:nvPr>
            <p:ph idx="6" type="subTitle"/>
          </p:nvPr>
        </p:nvSpPr>
        <p:spPr>
          <a:xfrm>
            <a:off x="4598625" y="2307825"/>
            <a:ext cx="4627800" cy="2537700"/>
          </a:xfrm>
          <a:prstGeom prst="rect">
            <a:avLst/>
          </a:prstGeom>
        </p:spPr>
        <p:txBody>
          <a:bodyPr anchorCtr="0" anchor="t" bIns="0" lIns="365750" spcFirstLastPara="1" rIns="2743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72">
          <p15:clr>
            <a:srgbClr val="FA7B17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Call Attention Slide">
  <p:cSld name="CUSTOM_2_3_1_1_3_1_1_2_1_1"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" name="Google Shape;2152;p243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53" name="Google Shape;2153;p24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4" name="Google Shape;2154;p243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155" name="Google Shape;2155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700" y="1214988"/>
            <a:ext cx="1102575" cy="27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6" name="Google Shape;2156;p243"/>
          <p:cNvSpPr txBox="1"/>
          <p:nvPr>
            <p:ph type="title"/>
          </p:nvPr>
        </p:nvSpPr>
        <p:spPr>
          <a:xfrm>
            <a:off x="25" y="274800"/>
            <a:ext cx="9144000" cy="4593900"/>
          </a:xfrm>
          <a:prstGeom prst="rect">
            <a:avLst/>
          </a:prstGeom>
        </p:spPr>
        <p:txBody>
          <a:bodyPr anchorCtr="0" anchor="ctr" bIns="457200" lIns="2377425" spcFirstLastPara="1" rIns="91425" wrap="square" tIns="457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. Three Section Infographic ">
  <p:cSld name="CUSTOM_2_7_1_5_1"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8" name="Google Shape;2158;p2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2159" name="Google Shape;2159;p244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60" name="Google Shape;2160;p244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161" name="Google Shape;2161;p244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2" name="Google Shape;2162;p24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63" name="Google Shape;2163;p244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4" name="Google Shape;2164;p244"/>
          <p:cNvSpPr txBox="1"/>
          <p:nvPr>
            <p:ph idx="2" type="subTitle"/>
          </p:nvPr>
        </p:nvSpPr>
        <p:spPr>
          <a:xfrm>
            <a:off x="382800" y="1836237"/>
            <a:ext cx="2371500" cy="189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5" name="Google Shape;2165;p244"/>
          <p:cNvSpPr txBox="1"/>
          <p:nvPr>
            <p:ph idx="3" type="subTitle"/>
          </p:nvPr>
        </p:nvSpPr>
        <p:spPr>
          <a:xfrm>
            <a:off x="3285075" y="1836246"/>
            <a:ext cx="2371500" cy="189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6" name="Google Shape;2166;p244"/>
          <p:cNvSpPr txBox="1"/>
          <p:nvPr>
            <p:ph idx="4" type="subTitle"/>
          </p:nvPr>
        </p:nvSpPr>
        <p:spPr>
          <a:xfrm>
            <a:off x="6401175" y="1836779"/>
            <a:ext cx="2371500" cy="18939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7" name="Google Shape;2167;p244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245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70" name="Google Shape;2170;p245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171" name="Google Shape;2171;p245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24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73" name="Google Shape;2173;p245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4" name="Google Shape;2174;p245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75" name="Google Shape;2175;p245"/>
          <p:cNvSpPr txBox="1"/>
          <p:nvPr>
            <p:ph idx="3" type="body"/>
          </p:nvPr>
        </p:nvSpPr>
        <p:spPr>
          <a:xfrm>
            <a:off x="175" y="1284250"/>
            <a:ext cx="9144000" cy="35817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Bullets 1–3 (Blue) ">
  <p:cSld name="CUSTOM_2_7_1_6_1_2_2_3"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246"/>
          <p:cNvSpPr/>
          <p:nvPr/>
        </p:nvSpPr>
        <p:spPr>
          <a:xfrm>
            <a:off x="1352550" y="137882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24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79" name="Google Shape;2179;p24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180" name="Google Shape;2180;p24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1" name="Google Shape;2181;p24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82" name="Google Shape;2182;p24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24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84" name="Google Shape;2184;p246"/>
          <p:cNvSpPr txBox="1"/>
          <p:nvPr>
            <p:ph idx="3" type="subTitle"/>
          </p:nvPr>
        </p:nvSpPr>
        <p:spPr>
          <a:xfrm>
            <a:off x="12225" y="1398000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85" name="Google Shape;2185;p246"/>
          <p:cNvSpPr/>
          <p:nvPr/>
        </p:nvSpPr>
        <p:spPr>
          <a:xfrm>
            <a:off x="1352550" y="22311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46"/>
          <p:cNvSpPr/>
          <p:nvPr/>
        </p:nvSpPr>
        <p:spPr>
          <a:xfrm>
            <a:off x="1352550" y="3073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46"/>
          <p:cNvSpPr txBox="1"/>
          <p:nvPr>
            <p:ph idx="4" type="subTitle"/>
          </p:nvPr>
        </p:nvSpPr>
        <p:spPr>
          <a:xfrm>
            <a:off x="-12225" y="223355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88" name="Google Shape;2188;p246"/>
          <p:cNvSpPr txBox="1"/>
          <p:nvPr>
            <p:ph idx="5" type="subTitle"/>
          </p:nvPr>
        </p:nvSpPr>
        <p:spPr>
          <a:xfrm>
            <a:off x="0" y="307627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pic>
        <p:nvPicPr>
          <p:cNvPr id="2189" name="Google Shape;2189;p246"/>
          <p:cNvPicPr preferRelativeResize="0"/>
          <p:nvPr/>
        </p:nvPicPr>
        <p:blipFill rotWithShape="1">
          <a:blip r:embed="rId2">
            <a:alphaModFix/>
          </a:blip>
          <a:srcRect b="1765" l="0" r="0" t="1774"/>
          <a:stretch/>
        </p:blipFill>
        <p:spPr>
          <a:xfrm>
            <a:off x="429768" y="1402811"/>
            <a:ext cx="785567" cy="6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0" name="Google Shape;2190;p246"/>
          <p:cNvPicPr preferRelativeResize="0"/>
          <p:nvPr/>
        </p:nvPicPr>
        <p:blipFill rotWithShape="1">
          <a:blip r:embed="rId2">
            <a:alphaModFix/>
          </a:blip>
          <a:srcRect b="1765" l="0" r="0" t="1774"/>
          <a:stretch/>
        </p:blipFill>
        <p:spPr>
          <a:xfrm>
            <a:off x="429768" y="2227098"/>
            <a:ext cx="785566" cy="6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1" name="Google Shape;2191;p246"/>
          <p:cNvPicPr preferRelativeResize="0"/>
          <p:nvPr/>
        </p:nvPicPr>
        <p:blipFill rotWithShape="1">
          <a:blip r:embed="rId2">
            <a:alphaModFix/>
          </a:blip>
          <a:srcRect b="1765" l="0" r="0" t="1774"/>
          <a:stretch/>
        </p:blipFill>
        <p:spPr>
          <a:xfrm>
            <a:off x="429768" y="3082260"/>
            <a:ext cx="785567" cy="60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Instructor Demo">
  <p:cSld name="CUSTOM_2_3_1_1_3_1_1_2_1_1_1_2_2"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47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47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5" name="Google Shape;2195;p247"/>
          <p:cNvSpPr txBox="1"/>
          <p:nvPr>
            <p:ph type="title"/>
          </p:nvPr>
        </p:nvSpPr>
        <p:spPr>
          <a:xfrm>
            <a:off x="274325" y="3361350"/>
            <a:ext cx="8595300" cy="738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96" name="Google Shape;2196;p247"/>
          <p:cNvSpPr txBox="1"/>
          <p:nvPr/>
        </p:nvSpPr>
        <p:spPr>
          <a:xfrm>
            <a:off x="274350" y="2544575"/>
            <a:ext cx="8595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C8E9"/>
                </a:solidFill>
                <a:latin typeface="Oswald"/>
                <a:ea typeface="Oswald"/>
                <a:cs typeface="Oswald"/>
                <a:sym typeface="Oswald"/>
              </a:rPr>
              <a:t>Instructor Demonstration</a:t>
            </a:r>
            <a:endParaRPr sz="3600">
              <a:solidFill>
                <a:srgbClr val="00C8E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197" name="Google Shape;2197;p247"/>
          <p:cNvCxnSpPr/>
          <p:nvPr/>
        </p:nvCxnSpPr>
        <p:spPr>
          <a:xfrm>
            <a:off x="2298900" y="3234725"/>
            <a:ext cx="4546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98" name="Google Shape;2198;p247"/>
          <p:cNvPicPr preferRelativeResize="0"/>
          <p:nvPr/>
        </p:nvPicPr>
        <p:blipFill rotWithShape="1">
          <a:blip r:embed="rId3">
            <a:alphaModFix/>
          </a:blip>
          <a:srcRect b="0" l="2572" r="0" t="0"/>
          <a:stretch/>
        </p:blipFill>
        <p:spPr>
          <a:xfrm>
            <a:off x="3352200" y="660500"/>
            <a:ext cx="2505825" cy="178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247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6. Bullets 1–3 (Red) ">
  <p:cSld name="CUSTOM_2_7_1_6_1_2_2_2"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248"/>
          <p:cNvSpPr/>
          <p:nvPr/>
        </p:nvSpPr>
        <p:spPr>
          <a:xfrm>
            <a:off x="453220" y="14240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FA61A5"/>
          </a:solidFill>
          <a:ln>
            <a:noFill/>
          </a:ln>
        </p:spPr>
      </p:sp>
      <p:sp>
        <p:nvSpPr>
          <p:cNvPr id="2202" name="Google Shape;2202;p248"/>
          <p:cNvSpPr/>
          <p:nvPr/>
        </p:nvSpPr>
        <p:spPr>
          <a:xfrm flipH="1" rot="10800000">
            <a:off x="453220" y="17025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E51470"/>
          </a:solidFill>
          <a:ln>
            <a:noFill/>
          </a:ln>
        </p:spPr>
      </p:sp>
      <p:sp>
        <p:nvSpPr>
          <p:cNvPr id="2203" name="Google Shape;2203;p248"/>
          <p:cNvSpPr/>
          <p:nvPr/>
        </p:nvSpPr>
        <p:spPr>
          <a:xfrm>
            <a:off x="453233" y="22763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FA61A5"/>
          </a:solidFill>
          <a:ln>
            <a:noFill/>
          </a:ln>
        </p:spPr>
      </p:sp>
      <p:sp>
        <p:nvSpPr>
          <p:cNvPr id="2204" name="Google Shape;2204;p248"/>
          <p:cNvSpPr/>
          <p:nvPr/>
        </p:nvSpPr>
        <p:spPr>
          <a:xfrm flipH="1" rot="10800000">
            <a:off x="453233" y="25548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E51470"/>
          </a:solidFill>
          <a:ln>
            <a:noFill/>
          </a:ln>
        </p:spPr>
      </p:sp>
      <p:sp>
        <p:nvSpPr>
          <p:cNvPr id="2205" name="Google Shape;2205;p248"/>
          <p:cNvSpPr/>
          <p:nvPr/>
        </p:nvSpPr>
        <p:spPr>
          <a:xfrm>
            <a:off x="1352550" y="137882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24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07" name="Google Shape;2207;p24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208" name="Google Shape;2208;p24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9" name="Google Shape;2209;p24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0" name="Google Shape;2210;p24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1" name="Google Shape;2211;p248"/>
          <p:cNvSpPr/>
          <p:nvPr/>
        </p:nvSpPr>
        <p:spPr>
          <a:xfrm>
            <a:off x="1352550" y="22311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48"/>
          <p:cNvSpPr/>
          <p:nvPr/>
        </p:nvSpPr>
        <p:spPr>
          <a:xfrm>
            <a:off x="1352550" y="3073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48"/>
          <p:cNvSpPr/>
          <p:nvPr/>
        </p:nvSpPr>
        <p:spPr>
          <a:xfrm>
            <a:off x="453233" y="3128588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FA61A5"/>
          </a:solidFill>
          <a:ln>
            <a:noFill/>
          </a:ln>
        </p:spPr>
      </p:sp>
      <p:sp>
        <p:nvSpPr>
          <p:cNvPr id="2214" name="Google Shape;2214;p248"/>
          <p:cNvSpPr/>
          <p:nvPr/>
        </p:nvSpPr>
        <p:spPr>
          <a:xfrm flipH="1" rot="10800000">
            <a:off x="453233" y="3407179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E51470"/>
          </a:solidFill>
          <a:ln>
            <a:noFill/>
          </a:ln>
        </p:spPr>
      </p:sp>
      <p:sp>
        <p:nvSpPr>
          <p:cNvPr id="2215" name="Google Shape;2215;p248"/>
          <p:cNvSpPr txBox="1"/>
          <p:nvPr>
            <p:ph idx="2" type="subTitle"/>
          </p:nvPr>
        </p:nvSpPr>
        <p:spPr>
          <a:xfrm>
            <a:off x="50" y="1400375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16" name="Google Shape;2216;p248"/>
          <p:cNvSpPr txBox="1"/>
          <p:nvPr>
            <p:ph idx="3" type="subTitle"/>
          </p:nvPr>
        </p:nvSpPr>
        <p:spPr>
          <a:xfrm>
            <a:off x="50" y="2233538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17" name="Google Shape;2217;p248"/>
          <p:cNvSpPr txBox="1"/>
          <p:nvPr>
            <p:ph idx="4" type="subTitle"/>
          </p:nvPr>
        </p:nvSpPr>
        <p:spPr>
          <a:xfrm>
            <a:off x="50" y="3076250"/>
            <a:ext cx="91440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18" name="Google Shape;2218;p248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. Bullets 1–5 (Teal)">
  <p:cSld name="CUSTOM_2_7_1_4_1"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249"/>
          <p:cNvSpPr/>
          <p:nvPr/>
        </p:nvSpPr>
        <p:spPr>
          <a:xfrm>
            <a:off x="1362456" y="1300238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249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222" name="Google Shape;2222;p249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223" name="Google Shape;2223;p249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4" name="Google Shape;2224;p24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25" name="Google Shape;2225;p249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6" name="Google Shape;2226;p249"/>
          <p:cNvSpPr txBox="1"/>
          <p:nvPr>
            <p:ph idx="2" type="subTitle"/>
          </p:nvPr>
        </p:nvSpPr>
        <p:spPr>
          <a:xfrm>
            <a:off x="25" y="131942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27" name="Google Shape;2227;p249"/>
          <p:cNvSpPr/>
          <p:nvPr/>
        </p:nvSpPr>
        <p:spPr>
          <a:xfrm>
            <a:off x="1352550" y="20025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249"/>
          <p:cNvSpPr/>
          <p:nvPr/>
        </p:nvSpPr>
        <p:spPr>
          <a:xfrm>
            <a:off x="1352550" y="2692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249"/>
          <p:cNvSpPr/>
          <p:nvPr/>
        </p:nvSpPr>
        <p:spPr>
          <a:xfrm>
            <a:off x="1352550" y="33855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249"/>
          <p:cNvSpPr txBox="1"/>
          <p:nvPr>
            <p:ph idx="3" type="subTitle"/>
          </p:nvPr>
        </p:nvSpPr>
        <p:spPr>
          <a:xfrm>
            <a:off x="-12175" y="200495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31" name="Google Shape;2231;p249"/>
          <p:cNvSpPr txBox="1"/>
          <p:nvPr>
            <p:ph idx="4" type="subTitle"/>
          </p:nvPr>
        </p:nvSpPr>
        <p:spPr>
          <a:xfrm>
            <a:off x="100" y="269527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32" name="Google Shape;2232;p249"/>
          <p:cNvSpPr txBox="1"/>
          <p:nvPr>
            <p:ph idx="5" type="subTitle"/>
          </p:nvPr>
        </p:nvSpPr>
        <p:spPr>
          <a:xfrm>
            <a:off x="-12300" y="338557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33" name="Google Shape;2233;p249"/>
          <p:cNvSpPr/>
          <p:nvPr/>
        </p:nvSpPr>
        <p:spPr>
          <a:xfrm>
            <a:off x="1364850" y="40783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249"/>
          <p:cNvSpPr txBox="1"/>
          <p:nvPr>
            <p:ph idx="6" type="subTitle"/>
          </p:nvPr>
        </p:nvSpPr>
        <p:spPr>
          <a:xfrm>
            <a:off x="0" y="407830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35" name="Google Shape;2235;p249"/>
          <p:cNvSpPr/>
          <p:nvPr/>
        </p:nvSpPr>
        <p:spPr>
          <a:xfrm>
            <a:off x="450683" y="1358000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236" name="Google Shape;2236;p249"/>
          <p:cNvSpPr/>
          <p:nvPr/>
        </p:nvSpPr>
        <p:spPr>
          <a:xfrm flipH="1" rot="10800000">
            <a:off x="450683" y="1636592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237" name="Google Shape;2237;p249"/>
          <p:cNvSpPr/>
          <p:nvPr/>
        </p:nvSpPr>
        <p:spPr>
          <a:xfrm>
            <a:off x="450683" y="2042925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238" name="Google Shape;2238;p249"/>
          <p:cNvSpPr/>
          <p:nvPr/>
        </p:nvSpPr>
        <p:spPr>
          <a:xfrm flipH="1" rot="10800000">
            <a:off x="450683" y="2321517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239" name="Google Shape;2239;p249"/>
          <p:cNvSpPr/>
          <p:nvPr/>
        </p:nvSpPr>
        <p:spPr>
          <a:xfrm>
            <a:off x="450683" y="2758813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240" name="Google Shape;2240;p249"/>
          <p:cNvSpPr/>
          <p:nvPr/>
        </p:nvSpPr>
        <p:spPr>
          <a:xfrm flipH="1" rot="10800000">
            <a:off x="450683" y="3037404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241" name="Google Shape;2241;p249"/>
          <p:cNvSpPr/>
          <p:nvPr/>
        </p:nvSpPr>
        <p:spPr>
          <a:xfrm>
            <a:off x="450683" y="3442525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242" name="Google Shape;2242;p249"/>
          <p:cNvSpPr/>
          <p:nvPr/>
        </p:nvSpPr>
        <p:spPr>
          <a:xfrm flipH="1" rot="10800000">
            <a:off x="450683" y="3721117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243" name="Google Shape;2243;p249"/>
          <p:cNvSpPr/>
          <p:nvPr/>
        </p:nvSpPr>
        <p:spPr>
          <a:xfrm>
            <a:off x="450683" y="4126238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244" name="Google Shape;2244;p249"/>
          <p:cNvSpPr/>
          <p:nvPr/>
        </p:nvSpPr>
        <p:spPr>
          <a:xfrm flipH="1" rot="10800000">
            <a:off x="450683" y="4404829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245" name="Google Shape;2245;p249"/>
          <p:cNvSpPr txBox="1"/>
          <p:nvPr>
            <p:ph idx="7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. Activity ">
  <p:cSld name="CUSTOM_2_3_1_1_1_1_1_2_1_2_1_1_1_1_3_2"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7" name="Google Shape;2247;p250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250"/>
          <p:cNvSpPr/>
          <p:nvPr/>
        </p:nvSpPr>
        <p:spPr>
          <a:xfrm>
            <a:off x="273900" y="3816300"/>
            <a:ext cx="8596200" cy="105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2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0" name="Google Shape;2250;p250"/>
          <p:cNvSpPr txBox="1"/>
          <p:nvPr/>
        </p:nvSpPr>
        <p:spPr>
          <a:xfrm>
            <a:off x="5763775" y="3980275"/>
            <a:ext cx="294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 Light"/>
                <a:ea typeface="Oswald Light"/>
                <a:cs typeface="Oswald Light"/>
                <a:sym typeface="Oswald Light"/>
              </a:rPr>
              <a:t>Suggested Time:</a:t>
            </a:r>
            <a:endParaRPr sz="1800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cxnSp>
        <p:nvCxnSpPr>
          <p:cNvPr id="2251" name="Google Shape;2251;p250"/>
          <p:cNvCxnSpPr/>
          <p:nvPr/>
        </p:nvCxnSpPr>
        <p:spPr>
          <a:xfrm>
            <a:off x="491838" y="4333075"/>
            <a:ext cx="821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2" name="Google Shape;2252;p250"/>
          <p:cNvSpPr txBox="1"/>
          <p:nvPr>
            <p:ph type="title"/>
          </p:nvPr>
        </p:nvSpPr>
        <p:spPr>
          <a:xfrm>
            <a:off x="1400" y="274875"/>
            <a:ext cx="9144000" cy="3265800"/>
          </a:xfrm>
          <a:prstGeom prst="rect">
            <a:avLst/>
          </a:prstGeom>
        </p:spPr>
        <p:txBody>
          <a:bodyPr anchorCtr="0" anchor="t" bIns="91425" lIns="1737350" spcFirstLastPara="1" rIns="91425" wrap="square" tIns="457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53" name="Google Shape;2253;p250"/>
          <p:cNvSpPr txBox="1"/>
          <p:nvPr>
            <p:ph idx="2" type="title"/>
          </p:nvPr>
        </p:nvSpPr>
        <p:spPr>
          <a:xfrm>
            <a:off x="5901175" y="4309575"/>
            <a:ext cx="2872200" cy="434400"/>
          </a:xfrm>
          <a:prstGeom prst="rect">
            <a:avLst/>
          </a:prstGeom>
        </p:spPr>
        <p:txBody>
          <a:bodyPr anchorCtr="0" anchor="ctr" bIns="0" lIns="6400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pic>
        <p:nvPicPr>
          <p:cNvPr id="2254" name="Google Shape;2254;p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32200" y="619749"/>
            <a:ext cx="1165167" cy="1328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55" name="Google Shape;2255;p250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. Review">
  <p:cSld name="CUSTOM_17_2_1_2_1">
    <p:spTree>
      <p:nvGrpSpPr>
        <p:cNvPr id="2256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7" name="Google Shape;2257;p251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258" name="Google Shape;2258;p25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9" name="Google Shape;2259;p251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60" name="Google Shape;2260;p251"/>
          <p:cNvSpPr txBox="1"/>
          <p:nvPr/>
        </p:nvSpPr>
        <p:spPr>
          <a:xfrm>
            <a:off x="274363" y="3109175"/>
            <a:ext cx="85953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Time’s Up! </a:t>
            </a:r>
            <a:r>
              <a:rPr lang="en" sz="3600">
                <a:solidFill>
                  <a:srgbClr val="3AE5F8"/>
                </a:solidFill>
                <a:latin typeface="Oswald"/>
                <a:ea typeface="Oswald"/>
                <a:cs typeface="Oswald"/>
                <a:sym typeface="Oswald"/>
              </a:rPr>
              <a:t>Let’s Review.</a:t>
            </a:r>
            <a:endParaRPr sz="3600">
              <a:solidFill>
                <a:srgbClr val="3AE5F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61" name="Google Shape;2261;p251"/>
          <p:cNvSpPr/>
          <p:nvPr/>
        </p:nvSpPr>
        <p:spPr>
          <a:xfrm>
            <a:off x="3528603" y="934704"/>
            <a:ext cx="2184612" cy="1978676"/>
          </a:xfrm>
          <a:custGeom>
            <a:rect b="b" l="l" r="r" t="t"/>
            <a:pathLst>
              <a:path extrusionOk="0" h="130412" w="143985">
                <a:moveTo>
                  <a:pt x="68779" y="0"/>
                </a:moveTo>
                <a:cubicBezTo>
                  <a:pt x="44833" y="0"/>
                  <a:pt x="22799" y="13083"/>
                  <a:pt x="11400" y="34122"/>
                </a:cubicBezTo>
                <a:cubicBezTo>
                  <a:pt x="0" y="55161"/>
                  <a:pt x="1071" y="80790"/>
                  <a:pt x="14154" y="100835"/>
                </a:cubicBezTo>
                <a:lnTo>
                  <a:pt x="7574" y="125470"/>
                </a:lnTo>
                <a:lnTo>
                  <a:pt x="31827" y="118967"/>
                </a:lnTo>
                <a:cubicBezTo>
                  <a:pt x="43230" y="126778"/>
                  <a:pt x="55994" y="130411"/>
                  <a:pt x="68537" y="130411"/>
                </a:cubicBezTo>
                <a:cubicBezTo>
                  <a:pt x="95798" y="130411"/>
                  <a:pt x="122019" y="113253"/>
                  <a:pt x="130979" y="84539"/>
                </a:cubicBezTo>
                <a:cubicBezTo>
                  <a:pt x="143985" y="42614"/>
                  <a:pt x="112694" y="0"/>
                  <a:pt x="68779" y="0"/>
                </a:cubicBezTo>
                <a:close/>
              </a:path>
            </a:pathLst>
          </a:custGeom>
          <a:solidFill>
            <a:srgbClr val="2D3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62" name="Google Shape;2262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9200" y="1293735"/>
            <a:ext cx="665600" cy="1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. Questions?">
  <p:cSld name="CUSTOM_17_2_1_2_3_1_2">
    <p:spTree>
      <p:nvGrpSpPr>
        <p:cNvPr id="2263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4" name="Google Shape;2264;p252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2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6" name="Google Shape;2266;p252"/>
          <p:cNvSpPr txBox="1"/>
          <p:nvPr/>
        </p:nvSpPr>
        <p:spPr>
          <a:xfrm>
            <a:off x="9150" y="987250"/>
            <a:ext cx="91440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Oswald Light"/>
                <a:ea typeface="Oswald Light"/>
                <a:cs typeface="Oswald Light"/>
                <a:sym typeface="Oswald Light"/>
              </a:rPr>
              <a:t>Questions?</a:t>
            </a:r>
            <a:endParaRPr sz="6500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2267" name="Google Shape;2267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50" y="2331600"/>
            <a:ext cx="8378224" cy="253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8" name="Google Shape;2268;p252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. Numbered 1–5">
  <p:cSld name="CUSTOM_2_7_1_4_2"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253"/>
          <p:cNvSpPr/>
          <p:nvPr/>
        </p:nvSpPr>
        <p:spPr>
          <a:xfrm>
            <a:off x="1362456" y="1300238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72" name="Google Shape;2272;p2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273" name="Google Shape;2273;p2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4" name="Google Shape;2274;p2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75" name="Google Shape;2275;p2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76" name="Google Shape;2276;p253"/>
          <p:cNvGrpSpPr/>
          <p:nvPr/>
        </p:nvGrpSpPr>
        <p:grpSpPr>
          <a:xfrm>
            <a:off x="457200" y="1300225"/>
            <a:ext cx="776889" cy="621300"/>
            <a:chOff x="457200" y="1378813"/>
            <a:chExt cx="776889" cy="621300"/>
          </a:xfrm>
        </p:grpSpPr>
        <p:sp>
          <p:nvSpPr>
            <p:cNvPr id="2277" name="Google Shape;2277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78" name="Google Shape;2278;p253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9" name="Google Shape;2279;p253"/>
          <p:cNvGrpSpPr/>
          <p:nvPr/>
        </p:nvGrpSpPr>
        <p:grpSpPr>
          <a:xfrm>
            <a:off x="457200" y="2000125"/>
            <a:ext cx="776889" cy="621300"/>
            <a:chOff x="457200" y="1378813"/>
            <a:chExt cx="776889" cy="621300"/>
          </a:xfrm>
        </p:grpSpPr>
        <p:sp>
          <p:nvSpPr>
            <p:cNvPr id="2280" name="Google Shape;2280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81" name="Google Shape;2281;p253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2" name="Google Shape;2282;p253"/>
          <p:cNvGrpSpPr/>
          <p:nvPr/>
        </p:nvGrpSpPr>
        <p:grpSpPr>
          <a:xfrm>
            <a:off x="457200" y="2692850"/>
            <a:ext cx="776889" cy="621300"/>
            <a:chOff x="457200" y="1378813"/>
            <a:chExt cx="776889" cy="621300"/>
          </a:xfrm>
        </p:grpSpPr>
        <p:sp>
          <p:nvSpPr>
            <p:cNvPr id="2283" name="Google Shape;2283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84" name="Google Shape;2284;p253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53"/>
          <p:cNvGrpSpPr/>
          <p:nvPr/>
        </p:nvGrpSpPr>
        <p:grpSpPr>
          <a:xfrm>
            <a:off x="457200" y="3390350"/>
            <a:ext cx="776889" cy="621300"/>
            <a:chOff x="457200" y="1378813"/>
            <a:chExt cx="776889" cy="621300"/>
          </a:xfrm>
        </p:grpSpPr>
        <p:sp>
          <p:nvSpPr>
            <p:cNvPr id="2286" name="Google Shape;2286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87" name="Google Shape;2287;p253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8" name="Google Shape;2288;p253"/>
          <p:cNvSpPr txBox="1"/>
          <p:nvPr>
            <p:ph idx="2" type="subTitle"/>
          </p:nvPr>
        </p:nvSpPr>
        <p:spPr>
          <a:xfrm>
            <a:off x="-75" y="131942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89" name="Google Shape;2289;p253"/>
          <p:cNvSpPr/>
          <p:nvPr/>
        </p:nvSpPr>
        <p:spPr>
          <a:xfrm>
            <a:off x="1352550" y="20025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253"/>
          <p:cNvSpPr/>
          <p:nvPr/>
        </p:nvSpPr>
        <p:spPr>
          <a:xfrm>
            <a:off x="1352550" y="2692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1" name="Google Shape;2291;p253"/>
          <p:cNvSpPr/>
          <p:nvPr/>
        </p:nvSpPr>
        <p:spPr>
          <a:xfrm>
            <a:off x="1352550" y="33855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53"/>
          <p:cNvSpPr txBox="1"/>
          <p:nvPr>
            <p:ph idx="3" type="subTitle"/>
          </p:nvPr>
        </p:nvSpPr>
        <p:spPr>
          <a:xfrm>
            <a:off x="-12175" y="200495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93" name="Google Shape;2293;p253"/>
          <p:cNvSpPr txBox="1"/>
          <p:nvPr>
            <p:ph idx="4" type="subTitle"/>
          </p:nvPr>
        </p:nvSpPr>
        <p:spPr>
          <a:xfrm>
            <a:off x="0" y="2695263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94" name="Google Shape;2294;p253"/>
          <p:cNvSpPr txBox="1"/>
          <p:nvPr>
            <p:ph idx="5" type="subTitle"/>
          </p:nvPr>
        </p:nvSpPr>
        <p:spPr>
          <a:xfrm>
            <a:off x="-12300" y="3385563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grpSp>
        <p:nvGrpSpPr>
          <p:cNvPr id="2295" name="Google Shape;2295;p253"/>
          <p:cNvGrpSpPr/>
          <p:nvPr/>
        </p:nvGrpSpPr>
        <p:grpSpPr>
          <a:xfrm>
            <a:off x="469500" y="4083075"/>
            <a:ext cx="776889" cy="621300"/>
            <a:chOff x="457200" y="1378813"/>
            <a:chExt cx="776889" cy="621300"/>
          </a:xfrm>
        </p:grpSpPr>
        <p:sp>
          <p:nvSpPr>
            <p:cNvPr id="2296" name="Google Shape;2296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97" name="Google Shape;2297;p253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8" name="Google Shape;2298;p253"/>
          <p:cNvSpPr/>
          <p:nvPr/>
        </p:nvSpPr>
        <p:spPr>
          <a:xfrm>
            <a:off x="1364850" y="40783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9" name="Google Shape;2299;p253"/>
          <p:cNvSpPr txBox="1"/>
          <p:nvPr>
            <p:ph idx="6" type="subTitle"/>
          </p:nvPr>
        </p:nvSpPr>
        <p:spPr>
          <a:xfrm>
            <a:off x="0" y="407830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300" name="Google Shape;2300;p253"/>
          <p:cNvSpPr txBox="1"/>
          <p:nvPr>
            <p:ph idx="7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. Breakout Room Activity">
  <p:cSld name="CUSTOM_2_3_1_1_1_1_1_2_1_2_1_1_1_1_3_1"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2" name="Google Shape;2302;p254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254"/>
          <p:cNvSpPr txBox="1"/>
          <p:nvPr>
            <p:ph type="title"/>
          </p:nvPr>
        </p:nvSpPr>
        <p:spPr>
          <a:xfrm>
            <a:off x="-12300" y="274875"/>
            <a:ext cx="4531200" cy="3265800"/>
          </a:xfrm>
          <a:prstGeom prst="rect">
            <a:avLst/>
          </a:prstGeom>
        </p:spPr>
        <p:txBody>
          <a:bodyPr anchorCtr="0" anchor="t" bIns="91425" lIns="640075" spcFirstLastPara="1" rIns="91425" wrap="square" tIns="457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4" name="Google Shape;2304;p254"/>
          <p:cNvSpPr/>
          <p:nvPr/>
        </p:nvSpPr>
        <p:spPr>
          <a:xfrm>
            <a:off x="273900" y="3806225"/>
            <a:ext cx="8596200" cy="106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254"/>
          <p:cNvSpPr/>
          <p:nvPr/>
        </p:nvSpPr>
        <p:spPr>
          <a:xfrm>
            <a:off x="-7350" y="0"/>
            <a:ext cx="91578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5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7" name="Google Shape;2307;p254"/>
          <p:cNvSpPr txBox="1"/>
          <p:nvPr/>
        </p:nvSpPr>
        <p:spPr>
          <a:xfrm>
            <a:off x="5763775" y="3980275"/>
            <a:ext cx="294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 Light"/>
                <a:ea typeface="Oswald Light"/>
                <a:cs typeface="Oswald Light"/>
                <a:sym typeface="Oswald Light"/>
              </a:rPr>
              <a:t>Suggested Time:</a:t>
            </a:r>
            <a:endParaRPr sz="1800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cxnSp>
        <p:nvCxnSpPr>
          <p:cNvPr id="2308" name="Google Shape;2308;p254"/>
          <p:cNvCxnSpPr/>
          <p:nvPr/>
        </p:nvCxnSpPr>
        <p:spPr>
          <a:xfrm>
            <a:off x="491838" y="4333075"/>
            <a:ext cx="821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9" name="Google Shape;2309;p254"/>
          <p:cNvSpPr txBox="1"/>
          <p:nvPr>
            <p:ph idx="2" type="title"/>
          </p:nvPr>
        </p:nvSpPr>
        <p:spPr>
          <a:xfrm>
            <a:off x="5901175" y="4309575"/>
            <a:ext cx="2872200" cy="434400"/>
          </a:xfrm>
          <a:prstGeom prst="rect">
            <a:avLst/>
          </a:prstGeom>
        </p:spPr>
        <p:txBody>
          <a:bodyPr anchorCtr="0" anchor="ctr" bIns="0" lIns="6400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grpSp>
        <p:nvGrpSpPr>
          <p:cNvPr id="2310" name="Google Shape;2310;p254"/>
          <p:cNvGrpSpPr/>
          <p:nvPr/>
        </p:nvGrpSpPr>
        <p:grpSpPr>
          <a:xfrm>
            <a:off x="4732975" y="426900"/>
            <a:ext cx="3984300" cy="1538339"/>
            <a:chOff x="4623475" y="424050"/>
            <a:chExt cx="3984300" cy="1538339"/>
          </a:xfrm>
        </p:grpSpPr>
        <p:sp>
          <p:nvSpPr>
            <p:cNvPr id="2311" name="Google Shape;2311;p254"/>
            <p:cNvSpPr/>
            <p:nvPr/>
          </p:nvSpPr>
          <p:spPr>
            <a:xfrm>
              <a:off x="4623475" y="424050"/>
              <a:ext cx="3984300" cy="457500"/>
            </a:xfrm>
            <a:prstGeom prst="roundRect">
              <a:avLst>
                <a:gd fmla="val 16667" name="adj"/>
              </a:avLst>
            </a:prstGeom>
            <a:solidFill>
              <a:srgbClr val="000000"/>
            </a:solidFill>
            <a:ln cap="flat" cmpd="sng" w="9525">
              <a:solidFill>
                <a:srgbClr val="789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274300" spcFirstLastPara="1" rIns="91425" wrap="square" tIns="18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Breakout Rooms</a:t>
              </a:r>
              <a:endParaRPr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2" name="Google Shape;2312;p254"/>
            <p:cNvSpPr/>
            <p:nvPr/>
          </p:nvSpPr>
          <p:spPr>
            <a:xfrm>
              <a:off x="4623475" y="720989"/>
              <a:ext cx="3984300" cy="1241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7890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54"/>
            <p:cNvSpPr txBox="1"/>
            <p:nvPr/>
          </p:nvSpPr>
          <p:spPr>
            <a:xfrm>
              <a:off x="5370975" y="848775"/>
              <a:ext cx="31740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The host is inviting you to join Breakout Room: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Breakout Room 1</a:t>
              </a: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14" name="Google Shape;2314;p254"/>
            <p:cNvCxnSpPr/>
            <p:nvPr/>
          </p:nvCxnSpPr>
          <p:spPr>
            <a:xfrm>
              <a:off x="4631375" y="1591672"/>
              <a:ext cx="3968400" cy="0"/>
            </a:xfrm>
            <a:prstGeom prst="straightConnector1">
              <a:avLst/>
            </a:prstGeom>
            <a:noFill/>
            <a:ln cap="flat" cmpd="sng" w="9525">
              <a:solidFill>
                <a:srgbClr val="78909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315" name="Google Shape;2315;p2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0875" y="817125"/>
              <a:ext cx="560101" cy="586693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sp>
          <p:nvSpPr>
            <p:cNvPr id="2316" name="Google Shape;2316;p254"/>
            <p:cNvSpPr/>
            <p:nvPr/>
          </p:nvSpPr>
          <p:spPr>
            <a:xfrm>
              <a:off x="4702364" y="479275"/>
              <a:ext cx="150000" cy="150000"/>
            </a:xfrm>
            <a:prstGeom prst="ellipse">
              <a:avLst/>
            </a:prstGeom>
            <a:gradFill>
              <a:gsLst>
                <a:gs pos="0">
                  <a:srgbClr val="DB0000"/>
                </a:gs>
                <a:gs pos="100000">
                  <a:srgbClr val="540303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X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7" name="Google Shape;2317;p254"/>
            <p:cNvSpPr/>
            <p:nvPr/>
          </p:nvSpPr>
          <p:spPr>
            <a:xfrm>
              <a:off x="7234896" y="1694235"/>
              <a:ext cx="560100" cy="1815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00FFFF"/>
                </a:gs>
                <a:gs pos="100000">
                  <a:srgbClr val="3D85C6"/>
                </a:gs>
              </a:gsLst>
              <a:lin ang="5400012" scaled="0"/>
            </a:gra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latin typeface="Roboto"/>
                  <a:ea typeface="Roboto"/>
                  <a:cs typeface="Roboto"/>
                  <a:sym typeface="Roboto"/>
                </a:rPr>
                <a:t>Join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8" name="Google Shape;2318;p254"/>
            <p:cNvSpPr/>
            <p:nvPr/>
          </p:nvSpPr>
          <p:spPr>
            <a:xfrm>
              <a:off x="7868675" y="1694235"/>
              <a:ext cx="560100" cy="1815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lin ang="5400012" scaled="0"/>
            </a:gradFill>
            <a:ln cap="flat" cmpd="sng" w="9525">
              <a:solidFill>
                <a:srgbClr val="78909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Roboto"/>
                  <a:ea typeface="Roboto"/>
                  <a:cs typeface="Roboto"/>
                  <a:sym typeface="Roboto"/>
                </a:rPr>
                <a:t>Later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19" name="Google Shape;2319;p254"/>
            <p:cNvSpPr/>
            <p:nvPr/>
          </p:nvSpPr>
          <p:spPr>
            <a:xfrm>
              <a:off x="6909448" y="1694235"/>
              <a:ext cx="396000" cy="181500"/>
            </a:xfrm>
            <a:prstGeom prst="homePlate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0" name="Google Shape;2320;p254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. Take a Break">
  <p:cSld name="CUSTOM_1_1"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2" name="Google Shape;2322;p2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2900" y="-24125"/>
            <a:ext cx="9229800" cy="519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5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2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26" name="Google Shape;2326;p2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327" name="Google Shape;2327;p2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8" name="Google Shape;2328;p2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29" name="Google Shape;2329;p2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0" name="Google Shape;2330;p256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56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2332" name="Google Shape;2332;p256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2333" name="Google Shape;2333;p25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34" name="Google Shape;2334;p25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5" name="Google Shape;2335;p256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2336" name="Google Shape;2336;p25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37" name="Google Shape;2337;p25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338" name="Google Shape;2338;p256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256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2340" name="Google Shape;2340;p256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2341" name="Google Shape;2341;p25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42" name="Google Shape;2342;p256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343" name="Google Shape;2343;p256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256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45" name="Google Shape;2345;p256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Activity">
  <p:cSld name="CUSTOM_2_3_1_1_1_1_1_2_1_2_1_1_1_1_3_4"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7" name="Google Shape;2347;p257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257"/>
          <p:cNvSpPr/>
          <p:nvPr/>
        </p:nvSpPr>
        <p:spPr>
          <a:xfrm>
            <a:off x="273900" y="3608175"/>
            <a:ext cx="8596200" cy="126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257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0" name="Google Shape;2350;p257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351" name="Google Shape;2351;p257"/>
          <p:cNvSpPr txBox="1"/>
          <p:nvPr/>
        </p:nvSpPr>
        <p:spPr>
          <a:xfrm>
            <a:off x="5763775" y="3980275"/>
            <a:ext cx="294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 Light"/>
                <a:ea typeface="Oswald Light"/>
                <a:cs typeface="Oswald Light"/>
                <a:sym typeface="Oswald Light"/>
              </a:rPr>
              <a:t>Suggested Time:</a:t>
            </a:r>
            <a:endParaRPr sz="1800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cxnSp>
        <p:nvCxnSpPr>
          <p:cNvPr id="2352" name="Google Shape;2352;p257"/>
          <p:cNvCxnSpPr/>
          <p:nvPr/>
        </p:nvCxnSpPr>
        <p:spPr>
          <a:xfrm>
            <a:off x="491838" y="4333075"/>
            <a:ext cx="821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3" name="Google Shape;2353;p257"/>
          <p:cNvSpPr txBox="1"/>
          <p:nvPr>
            <p:ph type="title"/>
          </p:nvPr>
        </p:nvSpPr>
        <p:spPr>
          <a:xfrm>
            <a:off x="1605550" y="274875"/>
            <a:ext cx="7539900" cy="3265800"/>
          </a:xfrm>
          <a:prstGeom prst="rect">
            <a:avLst/>
          </a:prstGeom>
        </p:spPr>
        <p:txBody>
          <a:bodyPr anchorCtr="0" anchor="t" bIns="91425" lIns="640075" spcFirstLastPara="1" rIns="91425" wrap="square" tIns="457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54" name="Google Shape;2354;p257"/>
          <p:cNvSpPr txBox="1"/>
          <p:nvPr>
            <p:ph idx="2" type="title"/>
          </p:nvPr>
        </p:nvSpPr>
        <p:spPr>
          <a:xfrm>
            <a:off x="5901175" y="4309575"/>
            <a:ext cx="2872200" cy="434400"/>
          </a:xfrm>
          <a:prstGeom prst="rect">
            <a:avLst/>
          </a:prstGeom>
        </p:spPr>
        <p:txBody>
          <a:bodyPr anchorCtr="0" anchor="ctr" bIns="0" lIns="6400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pic>
        <p:nvPicPr>
          <p:cNvPr id="2355" name="Google Shape;2355;p2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9849" y="575474"/>
            <a:ext cx="1345526" cy="153401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extLst>
    <p:ext uri="{DCECCB84-F9BA-43D5-87BE-67443E8EF086}">
      <p15:sldGuideLst>
        <p15:guide id="1" orient="horz" pos="2624">
          <p15:clr>
            <a:srgbClr val="FA7B17"/>
          </p15:clr>
        </p15:guide>
        <p15:guide id="2" orient="horz" pos="2160">
          <p15:clr>
            <a:srgbClr val="FA7B17"/>
          </p15:clr>
        </p15:guide>
        <p15:guide id="3" orient="horz" pos="1440">
          <p15:clr>
            <a:srgbClr val="FA7B17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. The End">
  <p:cSld name="CUSTOM_7_1">
    <p:spTree>
      <p:nvGrpSpPr>
        <p:cNvPr id="2356" name="Shape 2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7" name="Google Shape;2357;p258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258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  <p:sp>
        <p:nvSpPr>
          <p:cNvPr id="2359" name="Google Shape;2359;p258"/>
          <p:cNvSpPr txBox="1"/>
          <p:nvPr/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2360" name="Google Shape;2360;p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599" y="496138"/>
            <a:ext cx="5046801" cy="41512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61" name="Google Shape;2361;p258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4  1">
  <p:cSld name="CUSTOM_21_1_1_2"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259"/>
          <p:cNvSpPr/>
          <p:nvPr/>
        </p:nvSpPr>
        <p:spPr>
          <a:xfrm>
            <a:off x="916225" y="1985550"/>
            <a:ext cx="75543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259"/>
          <p:cNvSpPr/>
          <p:nvPr/>
        </p:nvSpPr>
        <p:spPr>
          <a:xfrm>
            <a:off x="654158" y="1994118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2</a:t>
            </a:r>
            <a:endParaRPr sz="1600">
              <a:solidFill>
                <a:srgbClr val="082D49"/>
              </a:solidFill>
            </a:endParaRPr>
          </a:p>
        </p:txBody>
      </p:sp>
      <p:cxnSp>
        <p:nvCxnSpPr>
          <p:cNvPr id="2365" name="Google Shape;2365;p259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66" name="Google Shape;2366;p259"/>
          <p:cNvSpPr/>
          <p:nvPr/>
        </p:nvSpPr>
        <p:spPr>
          <a:xfrm>
            <a:off x="916225" y="1171375"/>
            <a:ext cx="75543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259"/>
          <p:cNvSpPr txBox="1"/>
          <p:nvPr>
            <p:ph idx="1" type="subTitle"/>
          </p:nvPr>
        </p:nvSpPr>
        <p:spPr>
          <a:xfrm>
            <a:off x="1224625" y="1272325"/>
            <a:ext cx="6507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8" name="Google Shape;2368;p259"/>
          <p:cNvSpPr txBox="1"/>
          <p:nvPr>
            <p:ph idx="2" type="subTitle"/>
          </p:nvPr>
        </p:nvSpPr>
        <p:spPr>
          <a:xfrm>
            <a:off x="1224625" y="2078832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9" name="Google Shape;2369;p25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0" name="Google Shape;2370;p259"/>
          <p:cNvSpPr txBox="1"/>
          <p:nvPr>
            <p:ph idx="3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1" name="Google Shape;2371;p259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2" name="Google Shape;2372;p2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3" name="Google Shape;2373;p259"/>
          <p:cNvSpPr/>
          <p:nvPr/>
        </p:nvSpPr>
        <p:spPr>
          <a:xfrm>
            <a:off x="654158" y="1179943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1</a:t>
            </a:r>
            <a:endParaRPr sz="1600">
              <a:solidFill>
                <a:srgbClr val="082D49"/>
              </a:solidFill>
            </a:endParaRPr>
          </a:p>
        </p:txBody>
      </p:sp>
      <p:sp>
        <p:nvSpPr>
          <p:cNvPr id="2374" name="Google Shape;2374;p259"/>
          <p:cNvSpPr/>
          <p:nvPr/>
        </p:nvSpPr>
        <p:spPr>
          <a:xfrm>
            <a:off x="916225" y="2804098"/>
            <a:ext cx="75543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5" name="Google Shape;2375;p259"/>
          <p:cNvSpPr/>
          <p:nvPr/>
        </p:nvSpPr>
        <p:spPr>
          <a:xfrm>
            <a:off x="654158" y="2812666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3</a:t>
            </a:r>
            <a:endParaRPr sz="1600">
              <a:solidFill>
                <a:srgbClr val="082D49"/>
              </a:solidFill>
            </a:endParaRPr>
          </a:p>
        </p:txBody>
      </p:sp>
      <p:sp>
        <p:nvSpPr>
          <p:cNvPr id="2376" name="Google Shape;2376;p259"/>
          <p:cNvSpPr txBox="1"/>
          <p:nvPr>
            <p:ph idx="4" type="subTitle"/>
          </p:nvPr>
        </p:nvSpPr>
        <p:spPr>
          <a:xfrm>
            <a:off x="1224625" y="2897380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7" name="Google Shape;2377;p259"/>
          <p:cNvSpPr/>
          <p:nvPr/>
        </p:nvSpPr>
        <p:spPr>
          <a:xfrm>
            <a:off x="916225" y="3638073"/>
            <a:ext cx="75543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259"/>
          <p:cNvSpPr/>
          <p:nvPr/>
        </p:nvSpPr>
        <p:spPr>
          <a:xfrm>
            <a:off x="654158" y="3646641"/>
            <a:ext cx="548700" cy="548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82D49"/>
                </a:solidFill>
              </a:rPr>
              <a:t>4</a:t>
            </a:r>
            <a:endParaRPr sz="1600">
              <a:solidFill>
                <a:srgbClr val="082D49"/>
              </a:solidFill>
            </a:endParaRPr>
          </a:p>
        </p:txBody>
      </p:sp>
      <p:sp>
        <p:nvSpPr>
          <p:cNvPr id="2379" name="Google Shape;2379;p259"/>
          <p:cNvSpPr txBox="1"/>
          <p:nvPr>
            <p:ph idx="5" type="subTitle"/>
          </p:nvPr>
        </p:nvSpPr>
        <p:spPr>
          <a:xfrm>
            <a:off x="1224625" y="373135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24"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1 1">
  <p:cSld name="CUSTOM_11_1_1_1_1_1">
    <p:spTree>
      <p:nvGrpSpPr>
        <p:cNvPr id="238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p261"/>
          <p:cNvSpPr/>
          <p:nvPr/>
        </p:nvSpPr>
        <p:spPr>
          <a:xfrm>
            <a:off x="953325" y="2836556"/>
            <a:ext cx="7517100" cy="63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3" name="Google Shape;2383;p261"/>
          <p:cNvCxnSpPr/>
          <p:nvPr/>
        </p:nvCxnSpPr>
        <p:spPr>
          <a:xfrm>
            <a:off x="30950" y="2188302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84" name="Google Shape;2384;p261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85" name="Google Shape;2385;p261"/>
          <p:cNvCxnSpPr/>
          <p:nvPr/>
        </p:nvCxnSpPr>
        <p:spPr>
          <a:xfrm>
            <a:off x="14793" y="2189077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86" name="Google Shape;2386;p261"/>
          <p:cNvCxnSpPr/>
          <p:nvPr/>
        </p:nvCxnSpPr>
        <p:spPr>
          <a:xfrm>
            <a:off x="25190" y="3033277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87" name="Google Shape;2387;p261"/>
          <p:cNvSpPr/>
          <p:nvPr/>
        </p:nvSpPr>
        <p:spPr>
          <a:xfrm>
            <a:off x="953325" y="1988206"/>
            <a:ext cx="7517100" cy="63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261"/>
          <p:cNvSpPr/>
          <p:nvPr/>
        </p:nvSpPr>
        <p:spPr>
          <a:xfrm>
            <a:off x="953325" y="1109550"/>
            <a:ext cx="7517100" cy="66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261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0" name="Google Shape;2390;p261"/>
          <p:cNvSpPr txBox="1"/>
          <p:nvPr>
            <p:ph idx="2" type="subTitle"/>
          </p:nvPr>
        </p:nvSpPr>
        <p:spPr>
          <a:xfrm>
            <a:off x="1193900" y="1981177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1" name="Google Shape;2391;p261"/>
          <p:cNvSpPr txBox="1"/>
          <p:nvPr>
            <p:ph idx="3" type="subTitle"/>
          </p:nvPr>
        </p:nvSpPr>
        <p:spPr>
          <a:xfrm>
            <a:off x="1193900" y="2833177"/>
            <a:ext cx="3603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2" name="Google Shape;2392;p261"/>
          <p:cNvSpPr/>
          <p:nvPr/>
        </p:nvSpPr>
        <p:spPr>
          <a:xfrm>
            <a:off x="870800" y="287541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393" name="Google Shape;2393;p261"/>
          <p:cNvSpPr/>
          <p:nvPr/>
        </p:nvSpPr>
        <p:spPr>
          <a:xfrm>
            <a:off x="870800" y="2027075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394" name="Google Shape;2394;p261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395" name="Google Shape;2395;p26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6" name="Google Shape;2396;p261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2">
  <p:cSld name="CUSTOM_11_1_1_1_2"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8" name="Google Shape;2398;p262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399" name="Google Shape;2399;p262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00" name="Google Shape;2400;p262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01" name="Google Shape;2401;p262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02" name="Google Shape;2402;p262"/>
          <p:cNvCxnSpPr/>
          <p:nvPr/>
        </p:nvCxnSpPr>
        <p:spPr>
          <a:xfrm>
            <a:off x="-6000" y="3456006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03" name="Google Shape;2403;p262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4" name="Google Shape;2404;p262"/>
          <p:cNvSpPr/>
          <p:nvPr/>
        </p:nvSpPr>
        <p:spPr>
          <a:xfrm>
            <a:off x="953325" y="2421108"/>
            <a:ext cx="7517100" cy="64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5" name="Google Shape;2405;p262"/>
          <p:cNvSpPr/>
          <p:nvPr/>
        </p:nvSpPr>
        <p:spPr>
          <a:xfrm>
            <a:off x="953325" y="3263156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262"/>
          <p:cNvSpPr/>
          <p:nvPr/>
        </p:nvSpPr>
        <p:spPr>
          <a:xfrm>
            <a:off x="953325" y="11095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262"/>
          <p:cNvSpPr/>
          <p:nvPr/>
        </p:nvSpPr>
        <p:spPr>
          <a:xfrm>
            <a:off x="870800" y="329445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08" name="Google Shape;2408;p262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9" name="Google Shape;2409;p262"/>
          <p:cNvSpPr txBox="1"/>
          <p:nvPr>
            <p:ph idx="2" type="subTitle"/>
          </p:nvPr>
        </p:nvSpPr>
        <p:spPr>
          <a:xfrm>
            <a:off x="1193900" y="1771650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0" name="Google Shape;2410;p262"/>
          <p:cNvSpPr txBox="1"/>
          <p:nvPr>
            <p:ph idx="3" type="subTitle"/>
          </p:nvPr>
        </p:nvSpPr>
        <p:spPr>
          <a:xfrm>
            <a:off x="1193900" y="2417425"/>
            <a:ext cx="3603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1" name="Google Shape;2411;p262"/>
          <p:cNvSpPr txBox="1"/>
          <p:nvPr>
            <p:ph idx="4" type="subTitle"/>
          </p:nvPr>
        </p:nvSpPr>
        <p:spPr>
          <a:xfrm>
            <a:off x="1193900" y="3262856"/>
            <a:ext cx="5773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2" name="Google Shape;2412;p262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13" name="Google Shape;2413;p262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14" name="Google Shape;2414;p262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15" name="Google Shape;2415;p2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6" name="Google Shape;2416;p262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1 1 1">
  <p:cSld name="CUSTOM_11_1_1_1_1_1_1"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263"/>
          <p:cNvSpPr/>
          <p:nvPr/>
        </p:nvSpPr>
        <p:spPr>
          <a:xfrm>
            <a:off x="953325" y="2836550"/>
            <a:ext cx="4276200" cy="921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9" name="Google Shape;2419;p263"/>
          <p:cNvCxnSpPr/>
          <p:nvPr/>
        </p:nvCxnSpPr>
        <p:spPr>
          <a:xfrm>
            <a:off x="30950" y="2188302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20" name="Google Shape;2420;p263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21" name="Google Shape;2421;p263"/>
          <p:cNvCxnSpPr/>
          <p:nvPr/>
        </p:nvCxnSpPr>
        <p:spPr>
          <a:xfrm>
            <a:off x="14793" y="2189077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22" name="Google Shape;2422;p263"/>
          <p:cNvCxnSpPr/>
          <p:nvPr/>
        </p:nvCxnSpPr>
        <p:spPr>
          <a:xfrm>
            <a:off x="25190" y="3033277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23" name="Google Shape;2423;p263"/>
          <p:cNvSpPr/>
          <p:nvPr/>
        </p:nvSpPr>
        <p:spPr>
          <a:xfrm>
            <a:off x="953325" y="1988206"/>
            <a:ext cx="7517100" cy="63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4" name="Google Shape;2424;p263"/>
          <p:cNvSpPr/>
          <p:nvPr/>
        </p:nvSpPr>
        <p:spPr>
          <a:xfrm>
            <a:off x="953325" y="1109550"/>
            <a:ext cx="7517100" cy="66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263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6" name="Google Shape;2426;p263"/>
          <p:cNvSpPr txBox="1"/>
          <p:nvPr>
            <p:ph idx="2" type="subTitle"/>
          </p:nvPr>
        </p:nvSpPr>
        <p:spPr>
          <a:xfrm>
            <a:off x="1193900" y="1981177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7" name="Google Shape;2427;p263"/>
          <p:cNvSpPr txBox="1"/>
          <p:nvPr>
            <p:ph idx="3" type="subTitle"/>
          </p:nvPr>
        </p:nvSpPr>
        <p:spPr>
          <a:xfrm>
            <a:off x="1193900" y="2833177"/>
            <a:ext cx="3603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8" name="Google Shape;2428;p263"/>
          <p:cNvSpPr/>
          <p:nvPr/>
        </p:nvSpPr>
        <p:spPr>
          <a:xfrm>
            <a:off x="870800" y="287541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29" name="Google Shape;2429;p263"/>
          <p:cNvSpPr/>
          <p:nvPr/>
        </p:nvSpPr>
        <p:spPr>
          <a:xfrm>
            <a:off x="870800" y="2027075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30" name="Google Shape;2430;p263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31" name="Google Shape;2431;p26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2" name="Google Shape;2432;p263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1">
  <p:cSld name="CUSTOM_11_1_1_1_1_2"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4" name="Google Shape;2434;p264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35" name="Google Shape;2435;p264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36" name="Google Shape;2436;p264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37" name="Google Shape;2437;p264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38" name="Google Shape;2438;p264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264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264"/>
          <p:cNvSpPr/>
          <p:nvPr/>
        </p:nvSpPr>
        <p:spPr>
          <a:xfrm>
            <a:off x="953325" y="11095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264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2" name="Google Shape;2442;p264"/>
          <p:cNvSpPr txBox="1"/>
          <p:nvPr>
            <p:ph idx="2" type="subTitle"/>
          </p:nvPr>
        </p:nvSpPr>
        <p:spPr>
          <a:xfrm>
            <a:off x="1193900" y="1771650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3" name="Google Shape;2443;p264"/>
          <p:cNvSpPr txBox="1"/>
          <p:nvPr>
            <p:ph idx="3" type="subTitle"/>
          </p:nvPr>
        </p:nvSpPr>
        <p:spPr>
          <a:xfrm>
            <a:off x="1193900" y="2417425"/>
            <a:ext cx="3603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4" name="Google Shape;2444;p264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45" name="Google Shape;2445;p264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46" name="Google Shape;2446;p264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47" name="Google Shape;2447;p26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8" name="Google Shape;2448;p264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3">
  <p:cSld name="CUSTOM_11_1_1_1_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0" name="Google Shape;2450;p265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51" name="Google Shape;2451;p265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52" name="Google Shape;2452;p265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53" name="Google Shape;2453;p265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54" name="Google Shape;2454;p265"/>
          <p:cNvCxnSpPr/>
          <p:nvPr/>
        </p:nvCxnSpPr>
        <p:spPr>
          <a:xfrm>
            <a:off x="-6000" y="32563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55" name="Google Shape;2455;p265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265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265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265"/>
          <p:cNvSpPr/>
          <p:nvPr/>
        </p:nvSpPr>
        <p:spPr>
          <a:xfrm>
            <a:off x="953325" y="11095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265"/>
          <p:cNvSpPr/>
          <p:nvPr/>
        </p:nvSpPr>
        <p:spPr>
          <a:xfrm>
            <a:off x="870800" y="30948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60" name="Google Shape;2460;p265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1" name="Google Shape;2461;p265"/>
          <p:cNvSpPr txBox="1"/>
          <p:nvPr>
            <p:ph idx="2" type="subTitle"/>
          </p:nvPr>
        </p:nvSpPr>
        <p:spPr>
          <a:xfrm>
            <a:off x="1193900" y="1771650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2" name="Google Shape;2462;p265"/>
          <p:cNvSpPr txBox="1"/>
          <p:nvPr>
            <p:ph idx="3" type="subTitle"/>
          </p:nvPr>
        </p:nvSpPr>
        <p:spPr>
          <a:xfrm>
            <a:off x="1193900" y="2417425"/>
            <a:ext cx="3603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3" name="Google Shape;2463;p265"/>
          <p:cNvSpPr txBox="1"/>
          <p:nvPr>
            <p:ph idx="4" type="subTitle"/>
          </p:nvPr>
        </p:nvSpPr>
        <p:spPr>
          <a:xfrm>
            <a:off x="1193900" y="3063225"/>
            <a:ext cx="5773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4" name="Google Shape;2464;p265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65" name="Google Shape;2465;p265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66" name="Google Shape;2466;p265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67" name="Google Shape;2467;p2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8" name="Google Shape;2468;p265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469" name="Google Shape;2469;p265"/>
          <p:cNvCxnSpPr/>
          <p:nvPr/>
        </p:nvCxnSpPr>
        <p:spPr>
          <a:xfrm>
            <a:off x="-6000" y="389880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70" name="Google Shape;2470;p265"/>
          <p:cNvSpPr/>
          <p:nvPr/>
        </p:nvSpPr>
        <p:spPr>
          <a:xfrm>
            <a:off x="953325" y="37059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265"/>
          <p:cNvSpPr/>
          <p:nvPr/>
        </p:nvSpPr>
        <p:spPr>
          <a:xfrm>
            <a:off x="870800" y="37372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72" name="Google Shape;2472;p265"/>
          <p:cNvSpPr txBox="1"/>
          <p:nvPr>
            <p:ph idx="6" type="subTitle"/>
          </p:nvPr>
        </p:nvSpPr>
        <p:spPr>
          <a:xfrm>
            <a:off x="1193900" y="3705650"/>
            <a:ext cx="5773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3 1">
  <p:cSld name="CUSTOM_11_1_1_1_3_1"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266"/>
          <p:cNvSpPr/>
          <p:nvPr/>
        </p:nvSpPr>
        <p:spPr>
          <a:xfrm>
            <a:off x="953325" y="4175768"/>
            <a:ext cx="7517100" cy="63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5" name="Google Shape;2475;p266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76" name="Google Shape;2476;p266"/>
          <p:cNvCxnSpPr/>
          <p:nvPr/>
        </p:nvCxnSpPr>
        <p:spPr>
          <a:xfrm>
            <a:off x="14793" y="2208499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77" name="Google Shape;2477;p266"/>
          <p:cNvCxnSpPr/>
          <p:nvPr/>
        </p:nvCxnSpPr>
        <p:spPr>
          <a:xfrm>
            <a:off x="25190" y="3087336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78" name="Google Shape;2478;p266"/>
          <p:cNvCxnSpPr/>
          <p:nvPr/>
        </p:nvCxnSpPr>
        <p:spPr>
          <a:xfrm>
            <a:off x="-6000" y="3726186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79" name="Google Shape;2479;p266"/>
          <p:cNvSpPr/>
          <p:nvPr/>
        </p:nvSpPr>
        <p:spPr>
          <a:xfrm>
            <a:off x="953325" y="2005518"/>
            <a:ext cx="7517100" cy="638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266"/>
          <p:cNvSpPr/>
          <p:nvPr/>
        </p:nvSpPr>
        <p:spPr>
          <a:xfrm>
            <a:off x="953325" y="2890899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266"/>
          <p:cNvSpPr/>
          <p:nvPr/>
        </p:nvSpPr>
        <p:spPr>
          <a:xfrm>
            <a:off x="953325" y="3533336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266"/>
          <p:cNvSpPr/>
          <p:nvPr/>
        </p:nvSpPr>
        <p:spPr>
          <a:xfrm>
            <a:off x="953325" y="1109550"/>
            <a:ext cx="7517100" cy="66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266"/>
          <p:cNvSpPr/>
          <p:nvPr/>
        </p:nvSpPr>
        <p:spPr>
          <a:xfrm>
            <a:off x="870800" y="356463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84" name="Google Shape;2484;p266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5" name="Google Shape;2485;p266"/>
          <p:cNvSpPr txBox="1"/>
          <p:nvPr>
            <p:ph idx="2" type="subTitle"/>
          </p:nvPr>
        </p:nvSpPr>
        <p:spPr>
          <a:xfrm>
            <a:off x="1193900" y="1998486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6" name="Google Shape;2486;p266"/>
          <p:cNvSpPr txBox="1"/>
          <p:nvPr>
            <p:ph idx="3" type="subTitle"/>
          </p:nvPr>
        </p:nvSpPr>
        <p:spPr>
          <a:xfrm>
            <a:off x="1193900" y="2887236"/>
            <a:ext cx="3603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7" name="Google Shape;2487;p266"/>
          <p:cNvSpPr txBox="1"/>
          <p:nvPr>
            <p:ph idx="4" type="subTitle"/>
          </p:nvPr>
        </p:nvSpPr>
        <p:spPr>
          <a:xfrm>
            <a:off x="1193900" y="3533036"/>
            <a:ext cx="5773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8" name="Google Shape;2488;p266"/>
          <p:cNvSpPr/>
          <p:nvPr/>
        </p:nvSpPr>
        <p:spPr>
          <a:xfrm>
            <a:off x="870800" y="2929471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89" name="Google Shape;2489;p266"/>
          <p:cNvSpPr/>
          <p:nvPr/>
        </p:nvSpPr>
        <p:spPr>
          <a:xfrm>
            <a:off x="870800" y="204438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90" name="Google Shape;2490;p266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91" name="Google Shape;2491;p2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92" name="Google Shape;2492;p266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2493" name="Google Shape;2493;p266"/>
          <p:cNvCxnSpPr/>
          <p:nvPr/>
        </p:nvCxnSpPr>
        <p:spPr>
          <a:xfrm>
            <a:off x="-6000" y="4375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494" name="Google Shape;2494;p266"/>
          <p:cNvSpPr/>
          <p:nvPr/>
        </p:nvSpPr>
        <p:spPr>
          <a:xfrm>
            <a:off x="870800" y="4207058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495" name="Google Shape;2495;p266"/>
          <p:cNvSpPr txBox="1"/>
          <p:nvPr>
            <p:ph idx="6" type="subTitle"/>
          </p:nvPr>
        </p:nvSpPr>
        <p:spPr>
          <a:xfrm>
            <a:off x="1193900" y="4175461"/>
            <a:ext cx="5773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1 1 2">
  <p:cSld name="CUSTOM_11_1_1_1_1_1_2"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267"/>
          <p:cNvSpPr/>
          <p:nvPr/>
        </p:nvSpPr>
        <p:spPr>
          <a:xfrm>
            <a:off x="953325" y="3505097"/>
            <a:ext cx="3558600" cy="848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8" name="Google Shape;2498;p267"/>
          <p:cNvCxnSpPr/>
          <p:nvPr/>
        </p:nvCxnSpPr>
        <p:spPr>
          <a:xfrm>
            <a:off x="30950" y="2605183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499" name="Google Shape;2499;p267"/>
          <p:cNvCxnSpPr/>
          <p:nvPr/>
        </p:nvCxnSpPr>
        <p:spPr>
          <a:xfrm>
            <a:off x="-6000" y="1943256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00" name="Google Shape;2500;p267"/>
          <p:cNvCxnSpPr/>
          <p:nvPr/>
        </p:nvCxnSpPr>
        <p:spPr>
          <a:xfrm>
            <a:off x="14793" y="2605958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2501" name="Google Shape;2501;p267"/>
          <p:cNvCxnSpPr/>
          <p:nvPr/>
        </p:nvCxnSpPr>
        <p:spPr>
          <a:xfrm>
            <a:off x="25190" y="3705208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502" name="Google Shape;2502;p267"/>
          <p:cNvSpPr/>
          <p:nvPr/>
        </p:nvSpPr>
        <p:spPr>
          <a:xfrm>
            <a:off x="953325" y="2405072"/>
            <a:ext cx="3558600" cy="848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267"/>
          <p:cNvSpPr/>
          <p:nvPr/>
        </p:nvSpPr>
        <p:spPr>
          <a:xfrm>
            <a:off x="953325" y="1753252"/>
            <a:ext cx="35586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267"/>
          <p:cNvSpPr txBox="1"/>
          <p:nvPr>
            <p:ph idx="1" type="subTitle"/>
          </p:nvPr>
        </p:nvSpPr>
        <p:spPr>
          <a:xfrm>
            <a:off x="1193900" y="1772881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5" name="Google Shape;2505;p267"/>
          <p:cNvSpPr txBox="1"/>
          <p:nvPr>
            <p:ph idx="2" type="subTitle"/>
          </p:nvPr>
        </p:nvSpPr>
        <p:spPr>
          <a:xfrm>
            <a:off x="1193900" y="2398058"/>
            <a:ext cx="48567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6" name="Google Shape;2506;p267"/>
          <p:cNvSpPr txBox="1"/>
          <p:nvPr>
            <p:ph idx="3" type="subTitle"/>
          </p:nvPr>
        </p:nvSpPr>
        <p:spPr>
          <a:xfrm>
            <a:off x="1193900" y="3505100"/>
            <a:ext cx="266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7" name="Google Shape;2507;p267"/>
          <p:cNvSpPr/>
          <p:nvPr/>
        </p:nvSpPr>
        <p:spPr>
          <a:xfrm>
            <a:off x="870800" y="354734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508" name="Google Shape;2508;p267"/>
          <p:cNvSpPr/>
          <p:nvPr/>
        </p:nvSpPr>
        <p:spPr>
          <a:xfrm>
            <a:off x="870800" y="2443955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509" name="Google Shape;2509;p267"/>
          <p:cNvSpPr/>
          <p:nvPr/>
        </p:nvSpPr>
        <p:spPr>
          <a:xfrm>
            <a:off x="870800" y="179180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2510" name="Google Shape;2510;p2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1" name="Google Shape;2511;p267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29" Type="http://schemas.openxmlformats.org/officeDocument/2006/relationships/slideLayout" Target="../slideLayouts/slideLayout129.xml"/><Relationship Id="rId128" Type="http://schemas.openxmlformats.org/officeDocument/2006/relationships/slideLayout" Target="../slideLayouts/slideLayout128.xml"/><Relationship Id="rId127" Type="http://schemas.openxmlformats.org/officeDocument/2006/relationships/slideLayout" Target="../slideLayouts/slideLayout127.xml"/><Relationship Id="rId126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26.xml"/><Relationship Id="rId121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25.xml"/><Relationship Id="rId120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125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29.xml"/><Relationship Id="rId124" Type="http://schemas.openxmlformats.org/officeDocument/2006/relationships/slideLayout" Target="../slideLayouts/slideLayout124.xml"/><Relationship Id="rId123" Type="http://schemas.openxmlformats.org/officeDocument/2006/relationships/slideLayout" Target="../slideLayouts/slideLayout123.xml"/><Relationship Id="rId122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150" Type="http://schemas.openxmlformats.org/officeDocument/2006/relationships/slideLayout" Target="../slideLayouts/slideLayout150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149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4.xml"/><Relationship Id="rId14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9.xml"/><Relationship Id="rId143" Type="http://schemas.openxmlformats.org/officeDocument/2006/relationships/slideLayout" Target="../slideLayouts/slideLayout143.xml"/><Relationship Id="rId142" Type="http://schemas.openxmlformats.org/officeDocument/2006/relationships/slideLayout" Target="../slideLayouts/slideLayout142.xml"/><Relationship Id="rId141" Type="http://schemas.openxmlformats.org/officeDocument/2006/relationships/slideLayout" Target="../slideLayouts/slideLayout141.xml"/><Relationship Id="rId140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5.xml"/><Relationship Id="rId14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6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145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.xml"/><Relationship Id="rId144" Type="http://schemas.openxmlformats.org/officeDocument/2006/relationships/slideLayout" Target="../slideLayouts/slideLayout14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139" Type="http://schemas.openxmlformats.org/officeDocument/2006/relationships/slideLayout" Target="../slideLayouts/slideLayout139.xml"/><Relationship Id="rId138" Type="http://schemas.openxmlformats.org/officeDocument/2006/relationships/slideLayout" Target="../slideLayouts/slideLayout138.xml"/><Relationship Id="rId137" Type="http://schemas.openxmlformats.org/officeDocument/2006/relationships/slideLayout" Target="../slideLayouts/slideLayout137.xml"/><Relationship Id="rId132" Type="http://schemas.openxmlformats.org/officeDocument/2006/relationships/slideLayout" Target="../slideLayouts/slideLayout132.xml"/><Relationship Id="rId131" Type="http://schemas.openxmlformats.org/officeDocument/2006/relationships/slideLayout" Target="../slideLayouts/slideLayout131.xml"/><Relationship Id="rId130" Type="http://schemas.openxmlformats.org/officeDocument/2006/relationships/slideLayout" Target="../slideLayouts/slideLayout130.xml"/><Relationship Id="rId136" Type="http://schemas.openxmlformats.org/officeDocument/2006/relationships/slideLayout" Target="../slideLayouts/slideLayout136.xml"/><Relationship Id="rId135" Type="http://schemas.openxmlformats.org/officeDocument/2006/relationships/slideLayout" Target="../slideLayouts/slideLayout135.xml"/><Relationship Id="rId134" Type="http://schemas.openxmlformats.org/officeDocument/2006/relationships/slideLayout" Target="../slideLayouts/slideLayout134.xml"/><Relationship Id="rId133" Type="http://schemas.openxmlformats.org/officeDocument/2006/relationships/slideLayout" Target="../slideLayouts/slideLayout13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165" Type="http://schemas.openxmlformats.org/officeDocument/2006/relationships/slideLayout" Target="../slideLayouts/slideLayout165.xml"/><Relationship Id="rId69" Type="http://schemas.openxmlformats.org/officeDocument/2006/relationships/slideLayout" Target="../slideLayouts/slideLayout69.xml"/><Relationship Id="rId164" Type="http://schemas.openxmlformats.org/officeDocument/2006/relationships/slideLayout" Target="../slideLayouts/slideLayout164.xml"/><Relationship Id="rId163" Type="http://schemas.openxmlformats.org/officeDocument/2006/relationships/slideLayout" Target="../slideLayouts/slideLayout163.xml"/><Relationship Id="rId162" Type="http://schemas.openxmlformats.org/officeDocument/2006/relationships/slideLayout" Target="../slideLayouts/slideLayout162.xml"/><Relationship Id="rId168" Type="http://schemas.openxmlformats.org/officeDocument/2006/relationships/theme" Target="../theme/theme3.xml"/><Relationship Id="rId167" Type="http://schemas.openxmlformats.org/officeDocument/2006/relationships/slideLayout" Target="../slideLayouts/slideLayout167.xml"/><Relationship Id="rId166" Type="http://schemas.openxmlformats.org/officeDocument/2006/relationships/slideLayout" Target="../slideLayouts/slideLayout166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161" Type="http://schemas.openxmlformats.org/officeDocument/2006/relationships/slideLayout" Target="../slideLayouts/slideLayout161.xml"/><Relationship Id="rId54" Type="http://schemas.openxmlformats.org/officeDocument/2006/relationships/slideLayout" Target="../slideLayouts/slideLayout54.xml"/><Relationship Id="rId160" Type="http://schemas.openxmlformats.org/officeDocument/2006/relationships/slideLayout" Target="../slideLayouts/slideLayout160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159" Type="http://schemas.openxmlformats.org/officeDocument/2006/relationships/slideLayout" Target="../slideLayouts/slideLayout159.xml"/><Relationship Id="rId59" Type="http://schemas.openxmlformats.org/officeDocument/2006/relationships/slideLayout" Target="../slideLayouts/slideLayout59.xml"/><Relationship Id="rId154" Type="http://schemas.openxmlformats.org/officeDocument/2006/relationships/slideLayout" Target="../slideLayouts/slideLayout154.xml"/><Relationship Id="rId58" Type="http://schemas.openxmlformats.org/officeDocument/2006/relationships/slideLayout" Target="../slideLayouts/slideLayout58.xml"/><Relationship Id="rId153" Type="http://schemas.openxmlformats.org/officeDocument/2006/relationships/slideLayout" Target="../slideLayouts/slideLayout153.xml"/><Relationship Id="rId152" Type="http://schemas.openxmlformats.org/officeDocument/2006/relationships/slideLayout" Target="../slideLayouts/slideLayout152.xml"/><Relationship Id="rId151" Type="http://schemas.openxmlformats.org/officeDocument/2006/relationships/slideLayout" Target="../slideLayouts/slideLayout151.xml"/><Relationship Id="rId158" Type="http://schemas.openxmlformats.org/officeDocument/2006/relationships/slideLayout" Target="../slideLayouts/slideLayout158.xml"/><Relationship Id="rId157" Type="http://schemas.openxmlformats.org/officeDocument/2006/relationships/slideLayout" Target="../slideLayouts/slideLayout157.xml"/><Relationship Id="rId156" Type="http://schemas.openxmlformats.org/officeDocument/2006/relationships/slideLayout" Target="../slideLayouts/slideLayout156.xml"/><Relationship Id="rId155" Type="http://schemas.openxmlformats.org/officeDocument/2006/relationships/slideLayout" Target="../slideLayouts/slideLayout155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07.xml"/><Relationship Id="rId42" Type="http://schemas.openxmlformats.org/officeDocument/2006/relationships/slideLayout" Target="../slideLayouts/slideLayout209.xml"/><Relationship Id="rId41" Type="http://schemas.openxmlformats.org/officeDocument/2006/relationships/slideLayout" Target="../slideLayouts/slideLayout208.xml"/><Relationship Id="rId44" Type="http://schemas.openxmlformats.org/officeDocument/2006/relationships/slideLayout" Target="../slideLayouts/slideLayout211.xml"/><Relationship Id="rId43" Type="http://schemas.openxmlformats.org/officeDocument/2006/relationships/slideLayout" Target="../slideLayouts/slideLayout210.xml"/><Relationship Id="rId46" Type="http://schemas.openxmlformats.org/officeDocument/2006/relationships/slideLayout" Target="../slideLayouts/slideLayout213.xml"/><Relationship Id="rId45" Type="http://schemas.openxmlformats.org/officeDocument/2006/relationships/slideLayout" Target="../slideLayouts/slideLayout212.xml"/><Relationship Id="rId48" Type="http://schemas.openxmlformats.org/officeDocument/2006/relationships/slideLayout" Target="../slideLayouts/slideLayout215.xml"/><Relationship Id="rId47" Type="http://schemas.openxmlformats.org/officeDocument/2006/relationships/slideLayout" Target="../slideLayouts/slideLayout214.xml"/><Relationship Id="rId49" Type="http://schemas.openxmlformats.org/officeDocument/2006/relationships/slideLayout" Target="../slideLayouts/slideLayout216.xml"/><Relationship Id="rId31" Type="http://schemas.openxmlformats.org/officeDocument/2006/relationships/slideLayout" Target="../slideLayouts/slideLayout198.xml"/><Relationship Id="rId30" Type="http://schemas.openxmlformats.org/officeDocument/2006/relationships/slideLayout" Target="../slideLayouts/slideLayout197.xml"/><Relationship Id="rId33" Type="http://schemas.openxmlformats.org/officeDocument/2006/relationships/slideLayout" Target="../slideLayouts/slideLayout200.xml"/><Relationship Id="rId32" Type="http://schemas.openxmlformats.org/officeDocument/2006/relationships/slideLayout" Target="../slideLayouts/slideLayout199.xml"/><Relationship Id="rId35" Type="http://schemas.openxmlformats.org/officeDocument/2006/relationships/slideLayout" Target="../slideLayouts/slideLayout202.xml"/><Relationship Id="rId34" Type="http://schemas.openxmlformats.org/officeDocument/2006/relationships/slideLayout" Target="../slideLayouts/slideLayout201.xml"/><Relationship Id="rId37" Type="http://schemas.openxmlformats.org/officeDocument/2006/relationships/slideLayout" Target="../slideLayouts/slideLayout204.xml"/><Relationship Id="rId36" Type="http://schemas.openxmlformats.org/officeDocument/2006/relationships/slideLayout" Target="../slideLayouts/slideLayout203.xml"/><Relationship Id="rId39" Type="http://schemas.openxmlformats.org/officeDocument/2006/relationships/slideLayout" Target="../slideLayouts/slideLayout206.xml"/><Relationship Id="rId38" Type="http://schemas.openxmlformats.org/officeDocument/2006/relationships/slideLayout" Target="../slideLayouts/slideLayout205.xml"/><Relationship Id="rId20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89.xml"/><Relationship Id="rId21" Type="http://schemas.openxmlformats.org/officeDocument/2006/relationships/slideLayout" Target="../slideLayouts/slideLayout188.xml"/><Relationship Id="rId24" Type="http://schemas.openxmlformats.org/officeDocument/2006/relationships/slideLayout" Target="../slideLayouts/slideLayout191.xml"/><Relationship Id="rId23" Type="http://schemas.openxmlformats.org/officeDocument/2006/relationships/slideLayout" Target="../slideLayouts/slideLayout190.xml"/><Relationship Id="rId26" Type="http://schemas.openxmlformats.org/officeDocument/2006/relationships/slideLayout" Target="../slideLayouts/slideLayout193.xml"/><Relationship Id="rId25" Type="http://schemas.openxmlformats.org/officeDocument/2006/relationships/slideLayout" Target="../slideLayouts/slideLayout192.xml"/><Relationship Id="rId28" Type="http://schemas.openxmlformats.org/officeDocument/2006/relationships/slideLayout" Target="../slideLayouts/slideLayout195.xml"/><Relationship Id="rId27" Type="http://schemas.openxmlformats.org/officeDocument/2006/relationships/slideLayout" Target="../slideLayouts/slideLayout194.xml"/><Relationship Id="rId29" Type="http://schemas.openxmlformats.org/officeDocument/2006/relationships/slideLayout" Target="../slideLayouts/slideLayout196.xml"/><Relationship Id="rId95" Type="http://schemas.openxmlformats.org/officeDocument/2006/relationships/slideLayout" Target="../slideLayouts/slideLayout262.xml"/><Relationship Id="rId94" Type="http://schemas.openxmlformats.org/officeDocument/2006/relationships/slideLayout" Target="../slideLayouts/slideLayout261.xml"/><Relationship Id="rId97" Type="http://schemas.openxmlformats.org/officeDocument/2006/relationships/slideLayout" Target="../slideLayouts/slideLayout264.xml"/><Relationship Id="rId96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178.xml"/><Relationship Id="rId99" Type="http://schemas.openxmlformats.org/officeDocument/2006/relationships/theme" Target="../theme/theme2.xml"/><Relationship Id="rId10" Type="http://schemas.openxmlformats.org/officeDocument/2006/relationships/slideLayout" Target="../slideLayouts/slideLayout177.xml"/><Relationship Id="rId98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180.xml"/><Relationship Id="rId12" Type="http://schemas.openxmlformats.org/officeDocument/2006/relationships/slideLayout" Target="../slideLayouts/slideLayout179.xml"/><Relationship Id="rId91" Type="http://schemas.openxmlformats.org/officeDocument/2006/relationships/slideLayout" Target="../slideLayouts/slideLayout258.xml"/><Relationship Id="rId90" Type="http://schemas.openxmlformats.org/officeDocument/2006/relationships/slideLayout" Target="../slideLayouts/slideLayout257.xml"/><Relationship Id="rId93" Type="http://schemas.openxmlformats.org/officeDocument/2006/relationships/slideLayout" Target="../slideLayouts/slideLayout260.xml"/><Relationship Id="rId92" Type="http://schemas.openxmlformats.org/officeDocument/2006/relationships/slideLayout" Target="../slideLayouts/slideLayout259.xml"/><Relationship Id="rId15" Type="http://schemas.openxmlformats.org/officeDocument/2006/relationships/slideLayout" Target="../slideLayouts/slideLayout182.xml"/><Relationship Id="rId14" Type="http://schemas.openxmlformats.org/officeDocument/2006/relationships/slideLayout" Target="../slideLayouts/slideLayout181.xml"/><Relationship Id="rId17" Type="http://schemas.openxmlformats.org/officeDocument/2006/relationships/slideLayout" Target="../slideLayouts/slideLayout184.xml"/><Relationship Id="rId16" Type="http://schemas.openxmlformats.org/officeDocument/2006/relationships/slideLayout" Target="../slideLayouts/slideLayout183.xml"/><Relationship Id="rId19" Type="http://schemas.openxmlformats.org/officeDocument/2006/relationships/slideLayout" Target="../slideLayouts/slideLayout186.xml"/><Relationship Id="rId18" Type="http://schemas.openxmlformats.org/officeDocument/2006/relationships/slideLayout" Target="../slideLayouts/slideLayout185.xml"/><Relationship Id="rId84" Type="http://schemas.openxmlformats.org/officeDocument/2006/relationships/slideLayout" Target="../slideLayouts/slideLayout251.xml"/><Relationship Id="rId83" Type="http://schemas.openxmlformats.org/officeDocument/2006/relationships/slideLayout" Target="../slideLayouts/slideLayout250.xml"/><Relationship Id="rId86" Type="http://schemas.openxmlformats.org/officeDocument/2006/relationships/slideLayout" Target="../slideLayouts/slideLayout253.xml"/><Relationship Id="rId85" Type="http://schemas.openxmlformats.org/officeDocument/2006/relationships/slideLayout" Target="../slideLayouts/slideLayout252.xml"/><Relationship Id="rId88" Type="http://schemas.openxmlformats.org/officeDocument/2006/relationships/slideLayout" Target="../slideLayouts/slideLayout255.xml"/><Relationship Id="rId87" Type="http://schemas.openxmlformats.org/officeDocument/2006/relationships/slideLayout" Target="../slideLayouts/slideLayout254.xml"/><Relationship Id="rId89" Type="http://schemas.openxmlformats.org/officeDocument/2006/relationships/slideLayout" Target="../slideLayouts/slideLayout256.xml"/><Relationship Id="rId80" Type="http://schemas.openxmlformats.org/officeDocument/2006/relationships/slideLayout" Target="../slideLayouts/slideLayout247.xml"/><Relationship Id="rId82" Type="http://schemas.openxmlformats.org/officeDocument/2006/relationships/slideLayout" Target="../slideLayouts/slideLayout249.xml"/><Relationship Id="rId81" Type="http://schemas.openxmlformats.org/officeDocument/2006/relationships/slideLayout" Target="../slideLayouts/slideLayout248.xml"/><Relationship Id="rId1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71.xml"/><Relationship Id="rId9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5.xml"/><Relationship Id="rId73" Type="http://schemas.openxmlformats.org/officeDocument/2006/relationships/slideLayout" Target="../slideLayouts/slideLayout240.xml"/><Relationship Id="rId72" Type="http://schemas.openxmlformats.org/officeDocument/2006/relationships/slideLayout" Target="../slideLayouts/slideLayout239.xml"/><Relationship Id="rId75" Type="http://schemas.openxmlformats.org/officeDocument/2006/relationships/slideLayout" Target="../slideLayouts/slideLayout242.xml"/><Relationship Id="rId74" Type="http://schemas.openxmlformats.org/officeDocument/2006/relationships/slideLayout" Target="../slideLayouts/slideLayout241.xml"/><Relationship Id="rId77" Type="http://schemas.openxmlformats.org/officeDocument/2006/relationships/slideLayout" Target="../slideLayouts/slideLayout244.xml"/><Relationship Id="rId76" Type="http://schemas.openxmlformats.org/officeDocument/2006/relationships/slideLayout" Target="../slideLayouts/slideLayout243.xml"/><Relationship Id="rId79" Type="http://schemas.openxmlformats.org/officeDocument/2006/relationships/slideLayout" Target="../slideLayouts/slideLayout246.xml"/><Relationship Id="rId78" Type="http://schemas.openxmlformats.org/officeDocument/2006/relationships/slideLayout" Target="../slideLayouts/slideLayout245.xml"/><Relationship Id="rId71" Type="http://schemas.openxmlformats.org/officeDocument/2006/relationships/slideLayout" Target="../slideLayouts/slideLayout238.xml"/><Relationship Id="rId70" Type="http://schemas.openxmlformats.org/officeDocument/2006/relationships/slideLayout" Target="../slideLayouts/slideLayout237.xml"/><Relationship Id="rId62" Type="http://schemas.openxmlformats.org/officeDocument/2006/relationships/slideLayout" Target="../slideLayouts/slideLayout229.xml"/><Relationship Id="rId61" Type="http://schemas.openxmlformats.org/officeDocument/2006/relationships/slideLayout" Target="../slideLayouts/slideLayout228.xml"/><Relationship Id="rId64" Type="http://schemas.openxmlformats.org/officeDocument/2006/relationships/slideLayout" Target="../slideLayouts/slideLayout231.xml"/><Relationship Id="rId63" Type="http://schemas.openxmlformats.org/officeDocument/2006/relationships/slideLayout" Target="../slideLayouts/slideLayout230.xml"/><Relationship Id="rId66" Type="http://schemas.openxmlformats.org/officeDocument/2006/relationships/slideLayout" Target="../slideLayouts/slideLayout233.xml"/><Relationship Id="rId65" Type="http://schemas.openxmlformats.org/officeDocument/2006/relationships/slideLayout" Target="../slideLayouts/slideLayout232.xml"/><Relationship Id="rId68" Type="http://schemas.openxmlformats.org/officeDocument/2006/relationships/slideLayout" Target="../slideLayouts/slideLayout235.xml"/><Relationship Id="rId67" Type="http://schemas.openxmlformats.org/officeDocument/2006/relationships/slideLayout" Target="../slideLayouts/slideLayout234.xml"/><Relationship Id="rId60" Type="http://schemas.openxmlformats.org/officeDocument/2006/relationships/slideLayout" Target="../slideLayouts/slideLayout227.xml"/><Relationship Id="rId69" Type="http://schemas.openxmlformats.org/officeDocument/2006/relationships/slideLayout" Target="../slideLayouts/slideLayout236.xml"/><Relationship Id="rId51" Type="http://schemas.openxmlformats.org/officeDocument/2006/relationships/slideLayout" Target="../slideLayouts/slideLayout218.xml"/><Relationship Id="rId50" Type="http://schemas.openxmlformats.org/officeDocument/2006/relationships/slideLayout" Target="../slideLayouts/slideLayout217.xml"/><Relationship Id="rId53" Type="http://schemas.openxmlformats.org/officeDocument/2006/relationships/slideLayout" Target="../slideLayouts/slideLayout220.xml"/><Relationship Id="rId52" Type="http://schemas.openxmlformats.org/officeDocument/2006/relationships/slideLayout" Target="../slideLayouts/slideLayout219.xml"/><Relationship Id="rId55" Type="http://schemas.openxmlformats.org/officeDocument/2006/relationships/slideLayout" Target="../slideLayouts/slideLayout222.xml"/><Relationship Id="rId54" Type="http://schemas.openxmlformats.org/officeDocument/2006/relationships/slideLayout" Target="../slideLayouts/slideLayout221.xml"/><Relationship Id="rId57" Type="http://schemas.openxmlformats.org/officeDocument/2006/relationships/slideLayout" Target="../slideLayouts/slideLayout224.xml"/><Relationship Id="rId56" Type="http://schemas.openxmlformats.org/officeDocument/2006/relationships/slideLayout" Target="../slideLayouts/slideLayout223.xml"/><Relationship Id="rId59" Type="http://schemas.openxmlformats.org/officeDocument/2006/relationships/slideLayout" Target="../slideLayouts/slideLayout226.xml"/><Relationship Id="rId58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  <p:sldLayoutId id="2147483801" r:id="rId154"/>
    <p:sldLayoutId id="2147483802" r:id="rId155"/>
    <p:sldLayoutId id="2147483803" r:id="rId156"/>
    <p:sldLayoutId id="2147483804" r:id="rId157"/>
    <p:sldLayoutId id="2147483805" r:id="rId158"/>
    <p:sldLayoutId id="2147483806" r:id="rId159"/>
    <p:sldLayoutId id="2147483807" r:id="rId160"/>
    <p:sldLayoutId id="2147483808" r:id="rId161"/>
    <p:sldLayoutId id="2147483809" r:id="rId162"/>
    <p:sldLayoutId id="2147483810" r:id="rId163"/>
    <p:sldLayoutId id="2147483811" r:id="rId164"/>
    <p:sldLayoutId id="2147483812" r:id="rId165"/>
    <p:sldLayoutId id="2147483813" r:id="rId166"/>
    <p:sldLayoutId id="2147483814" r:id="rId16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69"/>
          <p:cNvSpPr txBox="1"/>
          <p:nvPr>
            <p:ph type="title"/>
          </p:nvPr>
        </p:nvSpPr>
        <p:spPr>
          <a:xfrm>
            <a:off x="0" y="12810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2400"/>
              <a:buFont typeface="Roboto"/>
              <a:buNone/>
              <a:defRPr b="1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6" name="Google Shape;1226;p169"/>
          <p:cNvSpPr txBox="1"/>
          <p:nvPr>
            <p:ph idx="1" type="body"/>
          </p:nvPr>
        </p:nvSpPr>
        <p:spPr>
          <a:xfrm>
            <a:off x="36576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Char char="●"/>
              <a:defRPr sz="1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○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■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●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○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■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●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○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■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  <p:sldLayoutId id="2147483841" r:id="rId27"/>
    <p:sldLayoutId id="2147483842" r:id="rId28"/>
    <p:sldLayoutId id="2147483843" r:id="rId29"/>
    <p:sldLayoutId id="2147483844" r:id="rId30"/>
    <p:sldLayoutId id="2147483845" r:id="rId31"/>
    <p:sldLayoutId id="2147483846" r:id="rId32"/>
    <p:sldLayoutId id="2147483847" r:id="rId33"/>
    <p:sldLayoutId id="2147483848" r:id="rId34"/>
    <p:sldLayoutId id="2147483849" r:id="rId35"/>
    <p:sldLayoutId id="2147483850" r:id="rId36"/>
    <p:sldLayoutId id="2147483851" r:id="rId37"/>
    <p:sldLayoutId id="2147483852" r:id="rId38"/>
    <p:sldLayoutId id="2147483853" r:id="rId39"/>
    <p:sldLayoutId id="2147483854" r:id="rId40"/>
    <p:sldLayoutId id="2147483855" r:id="rId41"/>
    <p:sldLayoutId id="2147483856" r:id="rId42"/>
    <p:sldLayoutId id="2147483857" r:id="rId43"/>
    <p:sldLayoutId id="2147483858" r:id="rId44"/>
    <p:sldLayoutId id="2147483859" r:id="rId45"/>
    <p:sldLayoutId id="2147483860" r:id="rId46"/>
    <p:sldLayoutId id="2147483861" r:id="rId47"/>
    <p:sldLayoutId id="2147483862" r:id="rId48"/>
    <p:sldLayoutId id="2147483863" r:id="rId49"/>
    <p:sldLayoutId id="2147483864" r:id="rId50"/>
    <p:sldLayoutId id="2147483865" r:id="rId51"/>
    <p:sldLayoutId id="2147483866" r:id="rId52"/>
    <p:sldLayoutId id="2147483867" r:id="rId53"/>
    <p:sldLayoutId id="2147483868" r:id="rId54"/>
    <p:sldLayoutId id="2147483869" r:id="rId55"/>
    <p:sldLayoutId id="2147483870" r:id="rId56"/>
    <p:sldLayoutId id="2147483871" r:id="rId57"/>
    <p:sldLayoutId id="2147483872" r:id="rId58"/>
    <p:sldLayoutId id="2147483873" r:id="rId59"/>
    <p:sldLayoutId id="2147483874" r:id="rId60"/>
    <p:sldLayoutId id="2147483875" r:id="rId61"/>
    <p:sldLayoutId id="2147483876" r:id="rId62"/>
    <p:sldLayoutId id="2147483877" r:id="rId63"/>
    <p:sldLayoutId id="2147483878" r:id="rId64"/>
    <p:sldLayoutId id="2147483879" r:id="rId65"/>
    <p:sldLayoutId id="2147483880" r:id="rId66"/>
    <p:sldLayoutId id="2147483881" r:id="rId67"/>
    <p:sldLayoutId id="2147483882" r:id="rId68"/>
    <p:sldLayoutId id="2147483883" r:id="rId69"/>
    <p:sldLayoutId id="2147483884" r:id="rId70"/>
    <p:sldLayoutId id="2147483885" r:id="rId71"/>
    <p:sldLayoutId id="2147483886" r:id="rId72"/>
    <p:sldLayoutId id="2147483887" r:id="rId73"/>
    <p:sldLayoutId id="2147483888" r:id="rId74"/>
    <p:sldLayoutId id="2147483889" r:id="rId75"/>
    <p:sldLayoutId id="2147483890" r:id="rId76"/>
    <p:sldLayoutId id="2147483891" r:id="rId77"/>
    <p:sldLayoutId id="2147483892" r:id="rId78"/>
    <p:sldLayoutId id="2147483893" r:id="rId79"/>
    <p:sldLayoutId id="2147483894" r:id="rId80"/>
    <p:sldLayoutId id="2147483895" r:id="rId81"/>
    <p:sldLayoutId id="2147483896" r:id="rId82"/>
    <p:sldLayoutId id="2147483897" r:id="rId83"/>
    <p:sldLayoutId id="2147483898" r:id="rId84"/>
    <p:sldLayoutId id="2147483899" r:id="rId85"/>
    <p:sldLayoutId id="2147483900" r:id="rId86"/>
    <p:sldLayoutId id="2147483901" r:id="rId87"/>
    <p:sldLayoutId id="2147483902" r:id="rId88"/>
    <p:sldLayoutId id="2147483903" r:id="rId89"/>
    <p:sldLayoutId id="2147483904" r:id="rId90"/>
    <p:sldLayoutId id="2147483905" r:id="rId91"/>
    <p:sldLayoutId id="2147483906" r:id="rId92"/>
    <p:sldLayoutId id="2147483907" r:id="rId93"/>
    <p:sldLayoutId id="2147483908" r:id="rId94"/>
    <p:sldLayoutId id="2147483909" r:id="rId95"/>
    <p:sldLayoutId id="2147483910" r:id="rId96"/>
    <p:sldLayoutId id="2147483911" r:id="rId97"/>
    <p:sldLayoutId id="2147483912" r:id="rId98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9.png"/><Relationship Id="rId4" Type="http://schemas.openxmlformats.org/officeDocument/2006/relationships/image" Target="../media/image108.jpg"/><Relationship Id="rId5" Type="http://schemas.openxmlformats.org/officeDocument/2006/relationships/image" Target="../media/image110.png"/><Relationship Id="rId6" Type="http://schemas.openxmlformats.org/officeDocument/2006/relationships/image" Target="../media/image10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6.png"/><Relationship Id="rId4" Type="http://schemas.openxmlformats.org/officeDocument/2006/relationships/image" Target="../media/image1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4.png"/><Relationship Id="rId4" Type="http://schemas.openxmlformats.org/officeDocument/2006/relationships/hyperlink" Target="https://www.metasploit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4.png"/><Relationship Id="rId4" Type="http://schemas.openxmlformats.org/officeDocument/2006/relationships/image" Target="../media/image116.png"/><Relationship Id="rId5" Type="http://schemas.openxmlformats.org/officeDocument/2006/relationships/image" Target="../media/image1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0.png"/><Relationship Id="rId4" Type="http://schemas.openxmlformats.org/officeDocument/2006/relationships/image" Target="../media/image1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0.png"/><Relationship Id="rId4" Type="http://schemas.openxmlformats.org/officeDocument/2006/relationships/image" Target="../media/image1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0.png"/><Relationship Id="rId4" Type="http://schemas.openxmlformats.org/officeDocument/2006/relationships/image" Target="../media/image1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thec2matrix.com/matrix" TargetMode="External"/><Relationship Id="rId4" Type="http://schemas.openxmlformats.org/officeDocument/2006/relationships/image" Target="../media/image1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Relationship Id="rId4" Type="http://schemas.openxmlformats.org/officeDocument/2006/relationships/image" Target="../media/image1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4.png"/><Relationship Id="rId4" Type="http://schemas.openxmlformats.org/officeDocument/2006/relationships/image" Target="../media/image1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2.png"/><Relationship Id="rId4" Type="http://schemas.openxmlformats.org/officeDocument/2006/relationships/image" Target="../media/image1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47.png"/><Relationship Id="rId4" Type="http://schemas.openxmlformats.org/officeDocument/2006/relationships/image" Target="../media/image1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46.png"/><Relationship Id="rId4" Type="http://schemas.openxmlformats.org/officeDocument/2006/relationships/image" Target="../media/image1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8.png"/><Relationship Id="rId4" Type="http://schemas.openxmlformats.org/officeDocument/2006/relationships/image" Target="../media/image1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4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Relationship Id="rId4" Type="http://schemas.openxmlformats.org/officeDocument/2006/relationships/image" Target="../media/image153.png"/><Relationship Id="rId5" Type="http://schemas.openxmlformats.org/officeDocument/2006/relationships/image" Target="../media/image14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4.png"/><Relationship Id="rId4" Type="http://schemas.openxmlformats.org/officeDocument/2006/relationships/hyperlink" Target="https://www.metasploit.com/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5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0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5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5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5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9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8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5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64.png"/><Relationship Id="rId4" Type="http://schemas.openxmlformats.org/officeDocument/2006/relationships/image" Target="../media/image156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1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268"/>
          <p:cNvSpPr txBox="1"/>
          <p:nvPr>
            <p:ph type="title"/>
          </p:nvPr>
        </p:nvSpPr>
        <p:spPr>
          <a:xfrm>
            <a:off x="4489575" y="1828800"/>
            <a:ext cx="4671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Exploitation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26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2518" name="Google Shape;2518;p268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15.3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269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2524" name="Google Shape;2524;p269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5" name="Google Shape;2525;p269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2526" name="Google Shape;2526;p269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527" name="Google Shape;2527;p26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528" name="Google Shape;2528;p269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529" name="Google Shape;2529;p269"/>
          <p:cNvGrpSpPr/>
          <p:nvPr/>
        </p:nvGrpSpPr>
        <p:grpSpPr>
          <a:xfrm>
            <a:off x="322375" y="1527438"/>
            <a:ext cx="8133300" cy="689700"/>
            <a:chOff x="314850" y="1718355"/>
            <a:chExt cx="8133300" cy="689700"/>
          </a:xfrm>
        </p:grpSpPr>
        <p:sp>
          <p:nvSpPr>
            <p:cNvPr id="2530" name="Google Shape;2530;p269"/>
            <p:cNvSpPr/>
            <p:nvPr/>
          </p:nvSpPr>
          <p:spPr>
            <a:xfrm>
              <a:off x="391050" y="1779576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1" name="Google Shape;2531;p269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2" name="Google Shape;2532;p269"/>
            <p:cNvSpPr txBox="1"/>
            <p:nvPr/>
          </p:nvSpPr>
          <p:spPr>
            <a:xfrm>
              <a:off x="817950" y="1718355"/>
              <a:ext cx="7630200" cy="6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Understand what command and control (C2) is and how it fits into a penetration tester's toolkit.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33" name="Google Shape;2533;p269"/>
          <p:cNvGrpSpPr/>
          <p:nvPr/>
        </p:nvGrpSpPr>
        <p:grpSpPr>
          <a:xfrm>
            <a:off x="322375" y="2259129"/>
            <a:ext cx="8133300" cy="448425"/>
            <a:chOff x="314850" y="1770875"/>
            <a:chExt cx="8133300" cy="448425"/>
          </a:xfrm>
        </p:grpSpPr>
        <p:sp>
          <p:nvSpPr>
            <p:cNvPr id="2534" name="Google Shape;2534;p269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5" name="Google Shape;2535;p269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36" name="Google Shape;2536;p269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Metasploit to automate exploitation activities.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37" name="Google Shape;2537;p269"/>
          <p:cNvSpPr/>
          <p:nvPr/>
        </p:nvSpPr>
        <p:spPr>
          <a:xfrm>
            <a:off x="398575" y="33619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8" name="Google Shape;2538;p269"/>
          <p:cNvSpPr/>
          <p:nvPr/>
        </p:nvSpPr>
        <p:spPr>
          <a:xfrm>
            <a:off x="322375" y="33532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9" name="Google Shape;2539;p269"/>
          <p:cNvSpPr txBox="1"/>
          <p:nvPr/>
        </p:nvSpPr>
        <p:spPr>
          <a:xfrm>
            <a:off x="825475" y="3350196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Perform basic privilege escalation tasks.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40" name="Google Shape;2540;p269"/>
          <p:cNvGrpSpPr/>
          <p:nvPr/>
        </p:nvGrpSpPr>
        <p:grpSpPr>
          <a:xfrm>
            <a:off x="322375" y="2810621"/>
            <a:ext cx="8133200" cy="436500"/>
            <a:chOff x="314850" y="1770875"/>
            <a:chExt cx="8133200" cy="436500"/>
          </a:xfrm>
        </p:grpSpPr>
        <p:sp>
          <p:nvSpPr>
            <p:cNvPr id="2541" name="Google Shape;2541;p269"/>
            <p:cNvSpPr/>
            <p:nvPr/>
          </p:nvSpPr>
          <p:spPr>
            <a:xfrm>
              <a:off x="577550" y="1779579"/>
              <a:ext cx="78705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Explain what privilege escalation is and how it fits into the attack cycle.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2" name="Google Shape;2542;p269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0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272"/>
          <p:cNvSpPr txBox="1"/>
          <p:nvPr>
            <p:ph idx="2" type="title"/>
          </p:nvPr>
        </p:nvSpPr>
        <p:spPr>
          <a:xfrm>
            <a:off x="1450375" y="1471625"/>
            <a:ext cx="6244200" cy="27000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Roboto"/>
                <a:ea typeface="Roboto"/>
                <a:cs typeface="Roboto"/>
                <a:sym typeface="Roboto"/>
              </a:rPr>
              <a:t>Initial access </a:t>
            </a:r>
            <a:r>
              <a:rPr lang="en" sz="3300">
                <a:latin typeface="Roboto"/>
                <a:ea typeface="Roboto"/>
                <a:cs typeface="Roboto"/>
                <a:sym typeface="Roboto"/>
              </a:rPr>
              <a:t>is a MITRE tactic that covers methods to gain access into a target’s system.</a:t>
            </a:r>
            <a:endParaRPr sz="3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73"/>
          <p:cNvPicPr preferRelativeResize="0"/>
          <p:nvPr/>
        </p:nvPicPr>
        <p:blipFill rotWithShape="1">
          <a:blip r:embed="rId3">
            <a:alphaModFix/>
          </a:blip>
          <a:srcRect b="20656" l="2074" r="33712" t="3402"/>
          <a:stretch/>
        </p:blipFill>
        <p:spPr>
          <a:xfrm>
            <a:off x="0" y="1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1" name="Google Shape;2561;p273"/>
          <p:cNvSpPr/>
          <p:nvPr/>
        </p:nvSpPr>
        <p:spPr>
          <a:xfrm>
            <a:off x="0" y="0"/>
            <a:ext cx="9144000" cy="19812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2" name="Google Shape;2562;p273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lt1"/>
                </a:solidFill>
              </a:rPr>
              <a:t>Phishing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63" name="Google Shape;2563;p273"/>
          <p:cNvSpPr txBox="1"/>
          <p:nvPr>
            <p:ph idx="4294967295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Phishing is the most commonly used initial access method. It leverages human error by crafting misleading and convincing fraudulent emails.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8" name="Google Shape;2568;p274"/>
          <p:cNvPicPr preferRelativeResize="0"/>
          <p:nvPr/>
        </p:nvPicPr>
        <p:blipFill rotWithShape="1">
          <a:blip r:embed="rId3">
            <a:alphaModFix/>
          </a:blip>
          <a:srcRect b="25846" l="370" r="19036" t="6808"/>
          <a:stretch/>
        </p:blipFill>
        <p:spPr>
          <a:xfrm>
            <a:off x="-24600" y="0"/>
            <a:ext cx="923552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69" name="Google Shape;2569;p27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0" name="Google Shape;2570;p274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  <p:sp>
        <p:nvSpPr>
          <p:cNvPr id="2571" name="Google Shape;2571;p274"/>
          <p:cNvSpPr/>
          <p:nvPr/>
        </p:nvSpPr>
        <p:spPr>
          <a:xfrm>
            <a:off x="558200" y="763125"/>
            <a:ext cx="3704100" cy="370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2" name="Google Shape;2572;p274"/>
          <p:cNvSpPr txBox="1"/>
          <p:nvPr/>
        </p:nvSpPr>
        <p:spPr>
          <a:xfrm>
            <a:off x="683925" y="1428750"/>
            <a:ext cx="34665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Remote services</a:t>
            </a:r>
            <a:b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en" sz="2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through valid accounts</a:t>
            </a:r>
            <a:endParaRPr b="1"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another initial access method, where the attacker uses existing real user accounts to gain access through a remote service, such as a VPN.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576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p2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114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Day 2 Recap</a:t>
            </a:r>
            <a:endParaRPr/>
          </a:p>
        </p:txBody>
      </p:sp>
      <p:sp>
        <p:nvSpPr>
          <p:cNvPr id="2578" name="Google Shape;2578;p275"/>
          <p:cNvSpPr txBox="1"/>
          <p:nvPr>
            <p:ph idx="4294967295" type="subTitle"/>
          </p:nvPr>
        </p:nvSpPr>
        <p:spPr>
          <a:xfrm>
            <a:off x="0" y="944288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Scanning</a:t>
            </a:r>
            <a:r>
              <a:rPr lang="en"/>
              <a:t> is the second phase after Reconnaissance. Scanning utilizes tools to gather information such as network information and potential vulnerabilities.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79" name="Google Shape;2579;p275"/>
          <p:cNvSpPr txBox="1"/>
          <p:nvPr>
            <p:ph idx="4294967295" type="body"/>
          </p:nvPr>
        </p:nvSpPr>
        <p:spPr>
          <a:xfrm>
            <a:off x="175" y="3833100"/>
            <a:ext cx="9144000" cy="1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We often use the tools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Hping</a:t>
            </a:r>
            <a:r>
              <a:rPr lang="en" sz="1600"/>
              <a:t>,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Nmap</a:t>
            </a:r>
            <a:r>
              <a:rPr lang="en" sz="1600"/>
              <a:t>,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Zenmap</a:t>
            </a:r>
            <a:r>
              <a:rPr lang="en" sz="1600"/>
              <a:t>, and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Nessus </a:t>
            </a:r>
            <a:r>
              <a:rPr lang="en" sz="1600"/>
              <a:t>to conduct scanning.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NSE (Nmap scripting engine)</a:t>
            </a:r>
            <a:r>
              <a:rPr lang="en" sz="1600"/>
              <a:t> scripts are scripts that work with Nmap or Zenmap and are commonly used to test whether a service is vulnerable to an exploit.</a:t>
            </a:r>
            <a:endParaRPr/>
          </a:p>
        </p:txBody>
      </p:sp>
      <p:pic>
        <p:nvPicPr>
          <p:cNvPr id="2580" name="Google Shape;2580;p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5648" y="1872569"/>
            <a:ext cx="2549278" cy="1365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1" name="Google Shape;2581;p2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2410" y="1794475"/>
            <a:ext cx="2756565" cy="15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2" name="Google Shape;2582;p2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074" y="2210375"/>
            <a:ext cx="2549273" cy="690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3" name="Google Shape;2583;p275"/>
          <p:cNvGrpSpPr/>
          <p:nvPr/>
        </p:nvGrpSpPr>
        <p:grpSpPr>
          <a:xfrm>
            <a:off x="5977750" y="1732367"/>
            <a:ext cx="373800" cy="1990490"/>
            <a:chOff x="6053950" y="857475"/>
            <a:chExt cx="373800" cy="4038324"/>
          </a:xfrm>
        </p:grpSpPr>
        <p:sp>
          <p:nvSpPr>
            <p:cNvPr id="2584" name="Google Shape;2584;p275"/>
            <p:cNvSpPr/>
            <p:nvPr/>
          </p:nvSpPr>
          <p:spPr>
            <a:xfrm>
              <a:off x="6053950" y="1143325"/>
              <a:ext cx="297600" cy="3650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85" name="Google Shape;2585;p275"/>
            <p:cNvPicPr preferRelativeResize="0"/>
            <p:nvPr/>
          </p:nvPicPr>
          <p:blipFill rotWithShape="1">
            <a:blip r:embed="rId6">
              <a:alphaModFix amt="26000"/>
            </a:blip>
            <a:srcRect b="0" l="6559" r="6559" t="0"/>
            <a:stretch/>
          </p:blipFill>
          <p:spPr>
            <a:xfrm>
              <a:off x="6165900" y="857475"/>
              <a:ext cx="261850" cy="40383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6" name="Google Shape;2586;p275"/>
          <p:cNvGrpSpPr/>
          <p:nvPr/>
        </p:nvGrpSpPr>
        <p:grpSpPr>
          <a:xfrm>
            <a:off x="2967850" y="1732367"/>
            <a:ext cx="373800" cy="1990490"/>
            <a:chOff x="2967850" y="857475"/>
            <a:chExt cx="373800" cy="4038324"/>
          </a:xfrm>
        </p:grpSpPr>
        <p:sp>
          <p:nvSpPr>
            <p:cNvPr id="2587" name="Google Shape;2587;p275"/>
            <p:cNvSpPr/>
            <p:nvPr/>
          </p:nvSpPr>
          <p:spPr>
            <a:xfrm>
              <a:off x="2967850" y="1143325"/>
              <a:ext cx="297600" cy="3650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88" name="Google Shape;2588;p275"/>
            <p:cNvPicPr preferRelativeResize="0"/>
            <p:nvPr/>
          </p:nvPicPr>
          <p:blipFill rotWithShape="1">
            <a:blip r:embed="rId6">
              <a:alphaModFix amt="26000"/>
            </a:blip>
            <a:srcRect b="0" l="6559" r="6559" t="0"/>
            <a:stretch/>
          </p:blipFill>
          <p:spPr>
            <a:xfrm>
              <a:off x="3079800" y="857475"/>
              <a:ext cx="261850" cy="4038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2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114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Day 2 Recap</a:t>
            </a:r>
            <a:endParaRPr/>
          </a:p>
        </p:txBody>
      </p:sp>
      <p:sp>
        <p:nvSpPr>
          <p:cNvPr id="2594" name="Google Shape;2594;p276"/>
          <p:cNvSpPr txBox="1"/>
          <p:nvPr>
            <p:ph idx="4294967295" type="subTitle"/>
          </p:nvPr>
        </p:nvSpPr>
        <p:spPr>
          <a:xfrm>
            <a:off x="0" y="1022725"/>
            <a:ext cx="9144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latin typeface="Roboto"/>
                <a:ea typeface="Roboto"/>
                <a:cs typeface="Roboto"/>
                <a:sym typeface="Roboto"/>
              </a:rPr>
              <a:t>Exploit-DB.com</a:t>
            </a:r>
            <a:r>
              <a:rPr lang="en" sz="1750"/>
              <a:t> is a popular online database that contains publicly disclosed exploits, cataloged according to their Common Vulnerability and Exposure (CVE) identifier.</a:t>
            </a:r>
            <a:endParaRPr sz="1750"/>
          </a:p>
        </p:txBody>
      </p:sp>
      <p:sp>
        <p:nvSpPr>
          <p:cNvPr id="2595" name="Google Shape;2595;p276"/>
          <p:cNvSpPr/>
          <p:nvPr/>
        </p:nvSpPr>
        <p:spPr>
          <a:xfrm>
            <a:off x="0" y="2563600"/>
            <a:ext cx="3583200" cy="1550700"/>
          </a:xfrm>
          <a:prstGeom prst="homePlate">
            <a:avLst>
              <a:gd fmla="val 3823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457200" spcFirstLastPara="1" rIns="2743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SearchSploit </a:t>
            </a: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a command line utility for Exploit-DB that allows you to take an offline copy of the entire Exploit Database with you wherever you go.</a:t>
            </a:r>
            <a:endParaRPr b="0" i="0" sz="1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96" name="Google Shape;2596;p2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500" y="1707238"/>
            <a:ext cx="5414211" cy="35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1" name="Google Shape;2601;p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5150" y="1411650"/>
            <a:ext cx="827450" cy="334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602" name="Google Shape;2602;p277"/>
          <p:cNvSpPr/>
          <p:nvPr/>
        </p:nvSpPr>
        <p:spPr>
          <a:xfrm>
            <a:off x="457160" y="164990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03" name="Google Shape;2603;p277"/>
          <p:cNvSpPr/>
          <p:nvPr/>
        </p:nvSpPr>
        <p:spPr>
          <a:xfrm rot="10800000">
            <a:off x="593369" y="2038688"/>
            <a:ext cx="261029" cy="144694"/>
          </a:xfrm>
          <a:prstGeom prst="flowChartExtract">
            <a:avLst/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4" name="Google Shape;2604;p277"/>
          <p:cNvSpPr txBox="1"/>
          <p:nvPr/>
        </p:nvSpPr>
        <p:spPr>
          <a:xfrm>
            <a:off x="457150" y="1661750"/>
            <a:ext cx="3469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Bind shell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5" name="Google Shape;2605;p277"/>
          <p:cNvSpPr/>
          <p:nvPr/>
        </p:nvSpPr>
        <p:spPr>
          <a:xfrm>
            <a:off x="4876760" y="1633363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06" name="Google Shape;2606;p277"/>
          <p:cNvSpPr/>
          <p:nvPr/>
        </p:nvSpPr>
        <p:spPr>
          <a:xfrm rot="10800000">
            <a:off x="5012969" y="2022151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7" name="Google Shape;2607;p277"/>
          <p:cNvSpPr txBox="1"/>
          <p:nvPr/>
        </p:nvSpPr>
        <p:spPr>
          <a:xfrm>
            <a:off x="4876750" y="1645200"/>
            <a:ext cx="34692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Reverse shell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8" name="Google Shape;2608;p277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Exploitation</a:t>
            </a:r>
            <a:endParaRPr/>
          </a:p>
        </p:txBody>
      </p:sp>
      <p:sp>
        <p:nvSpPr>
          <p:cNvPr id="2609" name="Google Shape;2609;p277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Exploited access to the machine is typically granted in the form of terminal access, known as 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shell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/>
              <a:t> There are two types of shells:</a:t>
            </a:r>
            <a:endParaRPr/>
          </a:p>
        </p:txBody>
      </p:sp>
      <p:sp>
        <p:nvSpPr>
          <p:cNvPr id="2610" name="Google Shape;2610;p277"/>
          <p:cNvSpPr txBox="1"/>
          <p:nvPr/>
        </p:nvSpPr>
        <p:spPr>
          <a:xfrm>
            <a:off x="-12300" y="2364450"/>
            <a:ext cx="44790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remote host opens a port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which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current host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can </a:t>
            </a: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connect.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current local host then connects to that remote host’s port.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1" name="Google Shape;2611;p277"/>
          <p:cNvSpPr txBox="1"/>
          <p:nvPr/>
        </p:nvSpPr>
        <p:spPr>
          <a:xfrm>
            <a:off x="4504500" y="2364450"/>
            <a:ext cx="4298400" cy="25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remote host connects back to a port on the local host.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278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Five Stages of Pen Testing Recap</a:t>
            </a:r>
            <a:endParaRPr/>
          </a:p>
        </p:txBody>
      </p:sp>
      <p:grpSp>
        <p:nvGrpSpPr>
          <p:cNvPr id="2617" name="Google Shape;2617;p278"/>
          <p:cNvGrpSpPr/>
          <p:nvPr/>
        </p:nvGrpSpPr>
        <p:grpSpPr>
          <a:xfrm>
            <a:off x="457200" y="1183050"/>
            <a:ext cx="776900" cy="486300"/>
            <a:chOff x="457200" y="1466425"/>
            <a:chExt cx="776900" cy="486300"/>
          </a:xfrm>
        </p:grpSpPr>
        <p:sp>
          <p:nvSpPr>
            <p:cNvPr id="2618" name="Google Shape;2618;p27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01A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9" name="Google Shape;2619;p27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0" name="Google Shape;2620;p278"/>
          <p:cNvGrpSpPr/>
          <p:nvPr/>
        </p:nvGrpSpPr>
        <p:grpSpPr>
          <a:xfrm>
            <a:off x="457200" y="2356425"/>
            <a:ext cx="776900" cy="486300"/>
            <a:chOff x="457200" y="1466425"/>
            <a:chExt cx="776900" cy="486300"/>
          </a:xfrm>
        </p:grpSpPr>
        <p:sp>
          <p:nvSpPr>
            <p:cNvPr id="2621" name="Google Shape;2621;p27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2" name="Google Shape;2622;p27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3" name="Google Shape;2623;p278"/>
          <p:cNvGrpSpPr/>
          <p:nvPr/>
        </p:nvGrpSpPr>
        <p:grpSpPr>
          <a:xfrm>
            <a:off x="457200" y="2947500"/>
            <a:ext cx="776900" cy="486300"/>
            <a:chOff x="457200" y="1466425"/>
            <a:chExt cx="776900" cy="486300"/>
          </a:xfrm>
        </p:grpSpPr>
        <p:sp>
          <p:nvSpPr>
            <p:cNvPr id="2624" name="Google Shape;2624;p27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5" name="Google Shape;2625;p27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6" name="Google Shape;2626;p278"/>
          <p:cNvGrpSpPr/>
          <p:nvPr/>
        </p:nvGrpSpPr>
        <p:grpSpPr>
          <a:xfrm>
            <a:off x="457200" y="3538575"/>
            <a:ext cx="776900" cy="486300"/>
            <a:chOff x="457200" y="1466425"/>
            <a:chExt cx="776900" cy="486300"/>
          </a:xfrm>
        </p:grpSpPr>
        <p:sp>
          <p:nvSpPr>
            <p:cNvPr id="2627" name="Google Shape;2627;p27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8" name="Google Shape;2628;p27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9" name="Google Shape;2629;p278"/>
          <p:cNvGrpSpPr/>
          <p:nvPr/>
        </p:nvGrpSpPr>
        <p:grpSpPr>
          <a:xfrm>
            <a:off x="457200" y="4129662"/>
            <a:ext cx="776900" cy="486300"/>
            <a:chOff x="457200" y="1466425"/>
            <a:chExt cx="776900" cy="486300"/>
          </a:xfrm>
        </p:grpSpPr>
        <p:sp>
          <p:nvSpPr>
            <p:cNvPr id="2630" name="Google Shape;2630;p27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1" name="Google Shape;2631;p27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32" name="Google Shape;2632;p278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On Day 1, we introduced the five stages of a pen test engagement:</a:t>
            </a:r>
            <a:endParaRPr/>
          </a:p>
        </p:txBody>
      </p:sp>
      <p:sp>
        <p:nvSpPr>
          <p:cNvPr id="2633" name="Google Shape;2633;p278"/>
          <p:cNvSpPr/>
          <p:nvPr/>
        </p:nvSpPr>
        <p:spPr>
          <a:xfrm>
            <a:off x="1400175" y="1183050"/>
            <a:ext cx="2110500" cy="4863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Planning </a:t>
            </a:r>
            <a:endParaRPr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4" name="Google Shape;2634;p278"/>
          <p:cNvSpPr/>
          <p:nvPr/>
        </p:nvSpPr>
        <p:spPr>
          <a:xfrm>
            <a:off x="1400175" y="2356420"/>
            <a:ext cx="2110500" cy="486300"/>
          </a:xfrm>
          <a:prstGeom prst="roundRect">
            <a:avLst>
              <a:gd fmla="val 0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Scanning</a:t>
            </a:r>
            <a:endParaRPr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5" name="Google Shape;2635;p278"/>
          <p:cNvSpPr/>
          <p:nvPr/>
        </p:nvSpPr>
        <p:spPr>
          <a:xfrm>
            <a:off x="1400175" y="2943105"/>
            <a:ext cx="2110500" cy="4863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Exploitation</a:t>
            </a:r>
            <a:endParaRPr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6" name="Google Shape;2636;p278"/>
          <p:cNvSpPr/>
          <p:nvPr/>
        </p:nvSpPr>
        <p:spPr>
          <a:xfrm>
            <a:off x="1400175" y="3529791"/>
            <a:ext cx="2110500" cy="4863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Post Exploitation</a:t>
            </a:r>
            <a:endParaRPr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7" name="Google Shape;2637;p278"/>
          <p:cNvSpPr/>
          <p:nvPr/>
        </p:nvSpPr>
        <p:spPr>
          <a:xfrm>
            <a:off x="1400175" y="4116475"/>
            <a:ext cx="2110500" cy="4863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8" name="Google Shape;2638;p278"/>
          <p:cNvSpPr/>
          <p:nvPr/>
        </p:nvSpPr>
        <p:spPr>
          <a:xfrm>
            <a:off x="1400175" y="1769735"/>
            <a:ext cx="2110500" cy="4863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endParaRPr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39" name="Google Shape;2639;p278"/>
          <p:cNvGrpSpPr/>
          <p:nvPr/>
        </p:nvGrpSpPr>
        <p:grpSpPr>
          <a:xfrm>
            <a:off x="457200" y="1773600"/>
            <a:ext cx="776900" cy="486300"/>
            <a:chOff x="457200" y="1466425"/>
            <a:chExt cx="776900" cy="486300"/>
          </a:xfrm>
        </p:grpSpPr>
        <p:sp>
          <p:nvSpPr>
            <p:cNvPr id="2640" name="Google Shape;2640;p27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01B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1" name="Google Shape;2641;p27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42" name="Google Shape;2642;p278"/>
          <p:cNvSpPr/>
          <p:nvPr/>
        </p:nvSpPr>
        <p:spPr>
          <a:xfrm>
            <a:off x="3623700" y="1183050"/>
            <a:ext cx="5427000" cy="486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Define the purpose and scope of the test, and sign all legal contracts.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3" name="Google Shape;2643;p278"/>
          <p:cNvSpPr/>
          <p:nvPr/>
        </p:nvSpPr>
        <p:spPr>
          <a:xfrm>
            <a:off x="3623700" y="2356421"/>
            <a:ext cx="5427000" cy="486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tools to run a scan against your target to gather information, such as open ports, and run services to determine potential vulnerabilities.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4" name="Google Shape;2644;p278"/>
          <p:cNvSpPr/>
          <p:nvPr/>
        </p:nvSpPr>
        <p:spPr>
          <a:xfrm>
            <a:off x="3623700" y="2943106"/>
            <a:ext cx="5427000" cy="486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Attack the vulnerabilities discovered in the previous steps to gain access to the target.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5" name="Google Shape;2645;p278"/>
          <p:cNvSpPr/>
          <p:nvPr/>
        </p:nvSpPr>
        <p:spPr>
          <a:xfrm>
            <a:off x="3623700" y="3529792"/>
            <a:ext cx="5427000" cy="486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Gather valuable information from the compromised systems.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6" name="Google Shape;2646;p278"/>
          <p:cNvSpPr/>
          <p:nvPr/>
        </p:nvSpPr>
        <p:spPr>
          <a:xfrm>
            <a:off x="3623700" y="4116477"/>
            <a:ext cx="5427000" cy="486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Report on the previous five steps to provide a summary of actions taken, findings, and recommended mitigations.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7" name="Google Shape;2647;p278"/>
          <p:cNvSpPr/>
          <p:nvPr/>
        </p:nvSpPr>
        <p:spPr>
          <a:xfrm>
            <a:off x="3623700" y="1769735"/>
            <a:ext cx="5427000" cy="486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Obtain publicly available information about your target.</a:t>
            </a:r>
            <a:endParaRPr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279"/>
          <p:cNvSpPr/>
          <p:nvPr/>
        </p:nvSpPr>
        <p:spPr>
          <a:xfrm>
            <a:off x="9525" y="-3475"/>
            <a:ext cx="9144000" cy="51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3" name="Google Shape;2653;p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00" y="-3528"/>
            <a:ext cx="9143999" cy="5146979"/>
          </a:xfrm>
          <a:prstGeom prst="rect">
            <a:avLst/>
          </a:prstGeom>
          <a:noFill/>
          <a:ln>
            <a:noFill/>
          </a:ln>
        </p:spPr>
      </p:pic>
      <p:sp>
        <p:nvSpPr>
          <p:cNvPr id="2654" name="Google Shape;2654;p279"/>
          <p:cNvSpPr txBox="1"/>
          <p:nvPr>
            <p:ph idx="4294967295" type="subTitle"/>
          </p:nvPr>
        </p:nvSpPr>
        <p:spPr>
          <a:xfrm>
            <a:off x="-12300" y="605625"/>
            <a:ext cx="3078900" cy="1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/>
              <a:t>We ended Day 2’s lesson </a:t>
            </a:r>
            <a:br>
              <a:rPr lang="en" sz="1600"/>
            </a:br>
            <a:r>
              <a:rPr lang="en" sz="1600"/>
              <a:t>by starting the </a:t>
            </a:r>
            <a:r>
              <a:rPr b="1"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Exploitation phase (Phase 3)</a:t>
            </a:r>
            <a:r>
              <a:rPr b="1" lang="en" sz="1600">
                <a:solidFill>
                  <a:srgbClr val="27AAE1"/>
                </a:solidFill>
              </a:rPr>
              <a:t> </a:t>
            </a:r>
            <a:r>
              <a:rPr lang="en" sz="1600"/>
              <a:t>and manually exploiting a remote host’s vulnerable service to obtain a reverse shell.</a:t>
            </a:r>
            <a:endParaRPr sz="1600"/>
          </a:p>
        </p:txBody>
      </p:sp>
      <p:sp>
        <p:nvSpPr>
          <p:cNvPr id="2655" name="Google Shape;2655;p279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279"/>
          <p:cNvSpPr txBox="1"/>
          <p:nvPr/>
        </p:nvSpPr>
        <p:spPr>
          <a:xfrm>
            <a:off x="0" y="2288425"/>
            <a:ext cx="3343800" cy="20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0">
            <a:spAutoFit/>
          </a:bodyPr>
          <a:lstStyle/>
          <a:p>
            <a:pPr indent="-18669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Today, we will begin by covering C2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Metasploit.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669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Then, we’ll use Metasploit </a:t>
            </a:r>
            <a:b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exploit another vulnerability and gain another shell on </a:t>
            </a:r>
            <a:b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remote host.</a:t>
            </a:r>
            <a:endParaRPr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57" name="Google Shape;2657;p279"/>
          <p:cNvGrpSpPr/>
          <p:nvPr/>
        </p:nvGrpSpPr>
        <p:grpSpPr>
          <a:xfrm>
            <a:off x="2353925" y="1732750"/>
            <a:ext cx="6426225" cy="3037525"/>
            <a:chOff x="256675" y="1776000"/>
            <a:chExt cx="6426225" cy="3037525"/>
          </a:xfrm>
        </p:grpSpPr>
        <p:sp>
          <p:nvSpPr>
            <p:cNvPr id="2658" name="Google Shape;2658;p279"/>
            <p:cNvSpPr txBox="1"/>
            <p:nvPr/>
          </p:nvSpPr>
          <p:spPr>
            <a:xfrm>
              <a:off x="256675" y="4425625"/>
              <a:ext cx="14289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27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Planning and Reconnaissance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59" name="Google Shape;2659;p279"/>
            <p:cNvSpPr txBox="1"/>
            <p:nvPr/>
          </p:nvSpPr>
          <p:spPr>
            <a:xfrm>
              <a:off x="1548775" y="3706975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Scanning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60" name="Google Shape;2660;p279"/>
            <p:cNvSpPr txBox="1"/>
            <p:nvPr/>
          </p:nvSpPr>
          <p:spPr>
            <a:xfrm>
              <a:off x="2694200" y="3051625"/>
              <a:ext cx="1536300" cy="44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91425" lIns="91425" spcFirstLastPara="1" rIns="91425" wrap="square" tIns="11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Exploitation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61" name="Google Shape;2661;p279"/>
            <p:cNvSpPr txBox="1"/>
            <p:nvPr/>
          </p:nvSpPr>
          <p:spPr>
            <a:xfrm>
              <a:off x="3955250" y="2422550"/>
              <a:ext cx="1524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Post Exploitation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62" name="Google Shape;2662;p279"/>
            <p:cNvSpPr txBox="1"/>
            <p:nvPr/>
          </p:nvSpPr>
          <p:spPr>
            <a:xfrm>
              <a:off x="5254000" y="17760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Reporting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663" name="Google Shape;2663;p279"/>
          <p:cNvSpPr/>
          <p:nvPr/>
        </p:nvSpPr>
        <p:spPr>
          <a:xfrm>
            <a:off x="2085950" y="4342125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Planning and </a:t>
            </a: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4" name="Google Shape;2664;p279"/>
          <p:cNvSpPr/>
          <p:nvPr/>
        </p:nvSpPr>
        <p:spPr>
          <a:xfrm>
            <a:off x="3432475" y="3670171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Scanning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5" name="Google Shape;2665;p279"/>
          <p:cNvSpPr/>
          <p:nvPr/>
        </p:nvSpPr>
        <p:spPr>
          <a:xfrm>
            <a:off x="4787350" y="2975444"/>
            <a:ext cx="1876500" cy="4863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Exploitation</a:t>
            </a:r>
            <a:endParaRPr i="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6" name="Google Shape;2666;p279"/>
          <p:cNvSpPr/>
          <p:nvPr/>
        </p:nvSpPr>
        <p:spPr>
          <a:xfrm>
            <a:off x="5841150" y="2328592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Post exploitation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7" name="Google Shape;2667;p279"/>
          <p:cNvSpPr/>
          <p:nvPr/>
        </p:nvSpPr>
        <p:spPr>
          <a:xfrm>
            <a:off x="7062175" y="1674202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1" name="Shape 2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Google Shape;2672;p280"/>
          <p:cNvSpPr/>
          <p:nvPr/>
        </p:nvSpPr>
        <p:spPr>
          <a:xfrm>
            <a:off x="9525" y="-3475"/>
            <a:ext cx="9144000" cy="514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3" name="Google Shape;2673;p2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00" y="-3528"/>
            <a:ext cx="9143999" cy="51469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4" name="Google Shape;2674;p280"/>
          <p:cNvGrpSpPr/>
          <p:nvPr/>
        </p:nvGrpSpPr>
        <p:grpSpPr>
          <a:xfrm>
            <a:off x="2270925" y="2379300"/>
            <a:ext cx="6218275" cy="2556542"/>
            <a:chOff x="289725" y="2379300"/>
            <a:chExt cx="6218275" cy="2556542"/>
          </a:xfrm>
        </p:grpSpPr>
        <p:sp>
          <p:nvSpPr>
            <p:cNvPr id="2675" name="Google Shape;2675;p280"/>
            <p:cNvSpPr txBox="1"/>
            <p:nvPr/>
          </p:nvSpPr>
          <p:spPr>
            <a:xfrm>
              <a:off x="289725" y="4547942"/>
              <a:ext cx="1428900" cy="3879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anchorCtr="0" anchor="t" bIns="0" lIns="91425" spcFirstLastPara="1" rIns="91425" wrap="square" tIns="27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Planning and Reconnaissance</a:t>
              </a:r>
              <a:endParaRPr b="0" i="0" sz="13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76" name="Google Shape;2676;p280"/>
            <p:cNvSpPr txBox="1"/>
            <p:nvPr/>
          </p:nvSpPr>
          <p:spPr>
            <a:xfrm>
              <a:off x="1544475" y="398125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Scanning</a:t>
              </a:r>
              <a:endParaRPr b="0" i="0" sz="13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77" name="Google Shape;2677;p280"/>
            <p:cNvSpPr txBox="1"/>
            <p:nvPr/>
          </p:nvSpPr>
          <p:spPr>
            <a:xfrm>
              <a:off x="2689450" y="34638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Exploitation</a:t>
              </a:r>
              <a:endParaRPr b="0" i="0" sz="13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678" name="Google Shape;2678;p280"/>
            <p:cNvSpPr txBox="1"/>
            <p:nvPr/>
          </p:nvSpPr>
          <p:spPr>
            <a:xfrm>
              <a:off x="3887775" y="2938625"/>
              <a:ext cx="142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Post Exploitation</a:t>
              </a:r>
              <a:endParaRPr b="1" i="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9" name="Google Shape;2679;p280"/>
            <p:cNvSpPr txBox="1"/>
            <p:nvPr/>
          </p:nvSpPr>
          <p:spPr>
            <a:xfrm>
              <a:off x="5079100" y="23793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Reporting</a:t>
              </a:r>
              <a:endParaRPr b="0" i="0" sz="1300" u="none" cap="none" strike="noStrike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2680" name="Google Shape;2680;p280"/>
          <p:cNvSpPr/>
          <p:nvPr/>
        </p:nvSpPr>
        <p:spPr>
          <a:xfrm>
            <a:off x="5861300" y="2904325"/>
            <a:ext cx="1684500" cy="459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280"/>
          <p:cNvSpPr/>
          <p:nvPr/>
        </p:nvSpPr>
        <p:spPr>
          <a:xfrm>
            <a:off x="7066225" y="235591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9B7C0"/>
              </a:solidFill>
            </a:endParaRPr>
          </a:p>
        </p:txBody>
      </p:sp>
      <p:sp>
        <p:nvSpPr>
          <p:cNvPr id="2682" name="Google Shape;2682;p280"/>
          <p:cNvSpPr/>
          <p:nvPr/>
        </p:nvSpPr>
        <p:spPr>
          <a:xfrm>
            <a:off x="4537813" y="343391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280"/>
          <p:cNvSpPr txBox="1"/>
          <p:nvPr/>
        </p:nvSpPr>
        <p:spPr>
          <a:xfrm>
            <a:off x="4596113" y="3433923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Exploitation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4" name="Google Shape;2684;p280"/>
          <p:cNvSpPr/>
          <p:nvPr/>
        </p:nvSpPr>
        <p:spPr>
          <a:xfrm>
            <a:off x="3404250" y="3973263"/>
            <a:ext cx="1684500" cy="428100"/>
          </a:xfrm>
          <a:prstGeom prst="rect">
            <a:avLst/>
          </a:prstGeom>
          <a:solidFill>
            <a:srgbClr val="A9B7C0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280"/>
          <p:cNvSpPr txBox="1"/>
          <p:nvPr/>
        </p:nvSpPr>
        <p:spPr>
          <a:xfrm>
            <a:off x="3462550" y="3973273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Scanning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6" name="Google Shape;2686;p280"/>
          <p:cNvSpPr/>
          <p:nvPr/>
        </p:nvSpPr>
        <p:spPr>
          <a:xfrm>
            <a:off x="2156758" y="4507750"/>
            <a:ext cx="1684500" cy="4281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Planning and </a:t>
            </a: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7" name="Google Shape;2687;p280"/>
          <p:cNvSpPr txBox="1"/>
          <p:nvPr/>
        </p:nvSpPr>
        <p:spPr>
          <a:xfrm>
            <a:off x="7111730" y="236232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8" name="Google Shape;2688;p280"/>
          <p:cNvSpPr txBox="1"/>
          <p:nvPr/>
        </p:nvSpPr>
        <p:spPr>
          <a:xfrm>
            <a:off x="924950" y="2070325"/>
            <a:ext cx="352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day will conclude with a </a:t>
            </a:r>
            <a:b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800">
                <a:solidFill>
                  <a:schemeClr val="dk1"/>
                </a:solidFill>
                <a:highlight>
                  <a:schemeClr val="accent4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800">
                <a:solidFill>
                  <a:schemeClr val="dk2"/>
                </a:solidFill>
                <a:highlight>
                  <a:schemeClr val="accent4"/>
                </a:highlight>
                <a:latin typeface="Roboto"/>
                <a:ea typeface="Roboto"/>
                <a:cs typeface="Roboto"/>
                <a:sym typeface="Roboto"/>
              </a:rPr>
              <a:t>privilege escalation activity  </a:t>
            </a:r>
            <a:br>
              <a:rPr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escalate from a low-privileged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 to root.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9" name="Google Shape;2689;p280"/>
          <p:cNvSpPr txBox="1"/>
          <p:nvPr/>
        </p:nvSpPr>
        <p:spPr>
          <a:xfrm>
            <a:off x="5893287" y="2933725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Post Exploitation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3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28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Command and Control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95" name="Google Shape;2695;p281"/>
          <p:cNvGrpSpPr/>
          <p:nvPr/>
        </p:nvGrpSpPr>
        <p:grpSpPr>
          <a:xfrm>
            <a:off x="3926875" y="1615550"/>
            <a:ext cx="1290250" cy="1013350"/>
            <a:chOff x="3926875" y="1615550"/>
            <a:chExt cx="1290250" cy="1013350"/>
          </a:xfrm>
        </p:grpSpPr>
        <p:pic>
          <p:nvPicPr>
            <p:cNvPr id="2696" name="Google Shape;2696;p2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6875" y="1615550"/>
              <a:ext cx="1290250" cy="101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7" name="Google Shape;2697;p2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00237" y="1830595"/>
              <a:ext cx="743525" cy="44209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p282"/>
          <p:cNvSpPr txBox="1"/>
          <p:nvPr>
            <p:ph idx="2" type="title"/>
          </p:nvPr>
        </p:nvSpPr>
        <p:spPr>
          <a:xfrm>
            <a:off x="1450375" y="1471625"/>
            <a:ext cx="6244200" cy="27000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Roboto"/>
                <a:ea typeface="Roboto"/>
                <a:cs typeface="Roboto"/>
                <a:sym typeface="Roboto"/>
              </a:rPr>
              <a:t>Command and control </a:t>
            </a:r>
            <a:r>
              <a:rPr lang="en" sz="2800">
                <a:latin typeface="Roboto"/>
                <a:ea typeface="Roboto"/>
                <a:cs typeface="Roboto"/>
                <a:sym typeface="Roboto"/>
              </a:rPr>
              <a:t>(or C2 for short) is a framework that consists of tools and techniques that attackers use to maintain communication with compromised devices following initial exploitation.</a:t>
            </a:r>
            <a:endParaRPr sz="2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6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7" name="Google Shape;2707;p283"/>
          <p:cNvSpPr txBox="1"/>
          <p:nvPr>
            <p:ph type="title"/>
          </p:nvPr>
        </p:nvSpPr>
        <p:spPr>
          <a:xfrm>
            <a:off x="74113" y="512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and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283"/>
          <p:cNvSpPr txBox="1"/>
          <p:nvPr>
            <p:ph idx="1" type="body"/>
          </p:nvPr>
        </p:nvSpPr>
        <p:spPr>
          <a:xfrm>
            <a:off x="398825" y="1121725"/>
            <a:ext cx="55110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C2 frameworks come in various languages and are developed by individuals and companies alike.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majority of C2 frameworks are open source, meaning that they're free and the public can read the source code.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will learn about a variety of C2 frameworks; however, for the purposes of this class, we'll use the </a:t>
            </a:r>
            <a:r>
              <a:rPr b="1" lang="en" sz="1800"/>
              <a:t>Metasploit</a:t>
            </a:r>
            <a:r>
              <a:rPr lang="en" sz="1800"/>
              <a:t> framework.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9" name="Google Shape;2709;p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899" y="521000"/>
            <a:ext cx="4190802" cy="4190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4" name="Google Shape;2714;p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94581"/>
            <a:ext cx="9168601" cy="3648919"/>
          </a:xfrm>
          <a:prstGeom prst="rect">
            <a:avLst/>
          </a:prstGeom>
          <a:noFill/>
          <a:ln>
            <a:noFill/>
          </a:ln>
        </p:spPr>
      </p:pic>
      <p:sp>
        <p:nvSpPr>
          <p:cNvPr id="2715" name="Google Shape;2715;p284"/>
          <p:cNvSpPr txBox="1"/>
          <p:nvPr>
            <p:ph type="title"/>
          </p:nvPr>
        </p:nvSpPr>
        <p:spPr>
          <a:xfrm>
            <a:off x="-12300" y="0"/>
            <a:ext cx="9168600" cy="1521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457200" spcFirstLastPara="1" rIns="274300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Metasploit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is a popular and open-source </a:t>
            </a:r>
            <a:b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C2 framework created by Rapid7.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6" name="Google Shape;2716;p28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7" name="Google Shape;2717;p284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1" name="Shape 2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2" name="Google Shape;2722;p285"/>
          <p:cNvGrpSpPr/>
          <p:nvPr/>
        </p:nvGrpSpPr>
        <p:grpSpPr>
          <a:xfrm>
            <a:off x="4813538" y="1219200"/>
            <a:ext cx="2429025" cy="3435366"/>
            <a:chOff x="6257775" y="1133250"/>
            <a:chExt cx="2429025" cy="3435366"/>
          </a:xfrm>
        </p:grpSpPr>
        <p:sp>
          <p:nvSpPr>
            <p:cNvPr id="2723" name="Google Shape;2723;p285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4" name="Google Shape;2724;p285"/>
            <p:cNvSpPr/>
            <p:nvPr/>
          </p:nvSpPr>
          <p:spPr>
            <a:xfrm>
              <a:off x="6257775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C2 Agents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25" name="Google Shape;2725;p285"/>
          <p:cNvGrpSpPr/>
          <p:nvPr/>
        </p:nvGrpSpPr>
        <p:grpSpPr>
          <a:xfrm>
            <a:off x="1915163" y="1219199"/>
            <a:ext cx="2435188" cy="3434400"/>
            <a:chOff x="3399100" y="1133249"/>
            <a:chExt cx="2435188" cy="3434400"/>
          </a:xfrm>
        </p:grpSpPr>
        <p:sp>
          <p:nvSpPr>
            <p:cNvPr id="2726" name="Google Shape;2726;p285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7" name="Google Shape;2727;p285"/>
            <p:cNvSpPr/>
            <p:nvPr/>
          </p:nvSpPr>
          <p:spPr>
            <a:xfrm>
              <a:off x="3399100" y="1133250"/>
              <a:ext cx="2427300" cy="7071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C2 Server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28" name="Google Shape;2728;p285"/>
          <p:cNvSpPr txBox="1"/>
          <p:nvPr>
            <p:ph idx="4294967295" type="body"/>
          </p:nvPr>
        </p:nvSpPr>
        <p:spPr>
          <a:xfrm>
            <a:off x="1913488" y="19261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attacker’s server, where the attacker communicates with the compromised machines.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29" name="Google Shape;2729;p285"/>
          <p:cNvSpPr txBox="1"/>
          <p:nvPr>
            <p:ph idx="4294967295" type="body"/>
          </p:nvPr>
        </p:nvSpPr>
        <p:spPr>
          <a:xfrm>
            <a:off x="4814063" y="1926175"/>
            <a:ext cx="24285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payload that is run on the compromised machine in order to open up a connection back to the C2 server.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730" name="Google Shape;2730;p28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and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731" name="Google Shape;2731;p285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C2 frameworks work within a C2 architecture, which consists of:</a:t>
            </a:r>
            <a:endParaRPr/>
          </a:p>
        </p:txBody>
      </p:sp>
      <p:pic>
        <p:nvPicPr>
          <p:cNvPr id="2732" name="Google Shape;2732;p2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796" y="4088077"/>
            <a:ext cx="592417" cy="4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3" name="Google Shape;2733;p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0875" y="3696425"/>
            <a:ext cx="1171123" cy="1171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8" name="Google Shape;2738;p286"/>
          <p:cNvGrpSpPr/>
          <p:nvPr/>
        </p:nvGrpSpPr>
        <p:grpSpPr>
          <a:xfrm>
            <a:off x="-3" y="1449217"/>
            <a:ext cx="8686828" cy="400200"/>
            <a:chOff x="-3" y="1885788"/>
            <a:chExt cx="8686828" cy="400200"/>
          </a:xfrm>
        </p:grpSpPr>
        <p:cxnSp>
          <p:nvCxnSpPr>
            <p:cNvPr id="2739" name="Google Shape;2739;p28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40" name="Google Shape;2740;p28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741" name="Google Shape;2741;p28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28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3" name="Google Shape;2743;p28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44" name="Google Shape;2744;p286"/>
          <p:cNvSpPr txBox="1"/>
          <p:nvPr>
            <p:ph idx="4294967295" type="body"/>
          </p:nvPr>
        </p:nvSpPr>
        <p:spPr>
          <a:xfrm>
            <a:off x="914400" y="14662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order to compromise a machine, the C2 agent must be running on it.</a:t>
            </a:r>
            <a:endParaRPr/>
          </a:p>
        </p:txBody>
      </p:sp>
      <p:sp>
        <p:nvSpPr>
          <p:cNvPr id="2745" name="Google Shape;2745;p28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C2 Architecture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2746" name="Google Shape;2746;p286"/>
          <p:cNvSpPr txBox="1"/>
          <p:nvPr>
            <p:ph idx="1" type="subTitle"/>
          </p:nvPr>
        </p:nvSpPr>
        <p:spPr>
          <a:xfrm>
            <a:off x="463225" y="548650"/>
            <a:ext cx="8229600" cy="6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 C2 architecture is how the C2 server is set up and how the agent communicates back to the C2 server</a:t>
            </a:r>
            <a:endParaRPr/>
          </a:p>
        </p:txBody>
      </p:sp>
      <p:sp>
        <p:nvSpPr>
          <p:cNvPr id="2747" name="Google Shape;2747;p286"/>
          <p:cNvSpPr/>
          <p:nvPr/>
        </p:nvSpPr>
        <p:spPr>
          <a:xfrm>
            <a:off x="639275" y="2022125"/>
            <a:ext cx="7992000" cy="740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48" name="Google Shape;2748;p286"/>
          <p:cNvGrpSpPr/>
          <p:nvPr/>
        </p:nvGrpSpPr>
        <p:grpSpPr>
          <a:xfrm>
            <a:off x="0" y="2235724"/>
            <a:ext cx="836703" cy="323100"/>
            <a:chOff x="-3" y="2076738"/>
            <a:chExt cx="836703" cy="323100"/>
          </a:xfrm>
        </p:grpSpPr>
        <p:cxnSp>
          <p:nvCxnSpPr>
            <p:cNvPr id="2749" name="Google Shape;2749;p286"/>
            <p:cNvCxnSpPr/>
            <p:nvPr/>
          </p:nvCxnSpPr>
          <p:spPr>
            <a:xfrm>
              <a:off x="-3" y="22382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750" name="Google Shape;2750;p286"/>
            <p:cNvSpPr/>
            <p:nvPr/>
          </p:nvSpPr>
          <p:spPr>
            <a:xfrm>
              <a:off x="513600" y="20767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1" name="Google Shape;2751;p286"/>
            <p:cNvSpPr/>
            <p:nvPr/>
          </p:nvSpPr>
          <p:spPr>
            <a:xfrm>
              <a:off x="593400" y="21565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52" name="Google Shape;2752;p286"/>
          <p:cNvSpPr txBox="1"/>
          <p:nvPr/>
        </p:nvSpPr>
        <p:spPr>
          <a:xfrm>
            <a:off x="935300" y="2068375"/>
            <a:ext cx="7419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Fortunately, most C2 frameworks have a built-in capability to generate an agent.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3" name="Google Shape;2753;p286"/>
          <p:cNvSpPr/>
          <p:nvPr/>
        </p:nvSpPr>
        <p:spPr>
          <a:xfrm>
            <a:off x="639275" y="2936525"/>
            <a:ext cx="7992000" cy="740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54" name="Google Shape;2754;p286"/>
          <p:cNvGrpSpPr/>
          <p:nvPr/>
        </p:nvGrpSpPr>
        <p:grpSpPr>
          <a:xfrm>
            <a:off x="0" y="3150124"/>
            <a:ext cx="836703" cy="323100"/>
            <a:chOff x="-3" y="2076738"/>
            <a:chExt cx="836703" cy="323100"/>
          </a:xfrm>
        </p:grpSpPr>
        <p:cxnSp>
          <p:nvCxnSpPr>
            <p:cNvPr id="2755" name="Google Shape;2755;p286"/>
            <p:cNvCxnSpPr/>
            <p:nvPr/>
          </p:nvCxnSpPr>
          <p:spPr>
            <a:xfrm>
              <a:off x="-3" y="22382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756" name="Google Shape;2756;p286"/>
            <p:cNvSpPr/>
            <p:nvPr/>
          </p:nvSpPr>
          <p:spPr>
            <a:xfrm>
              <a:off x="513600" y="20767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7" name="Google Shape;2757;p286"/>
            <p:cNvSpPr/>
            <p:nvPr/>
          </p:nvSpPr>
          <p:spPr>
            <a:xfrm>
              <a:off x="593400" y="21565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58" name="Google Shape;2758;p286"/>
          <p:cNvSpPr txBox="1"/>
          <p:nvPr/>
        </p:nvSpPr>
        <p:spPr>
          <a:xfrm>
            <a:off x="935300" y="2982775"/>
            <a:ext cx="74193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The agent typically runs as a process and needs to run continuously f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or communications to flow consistently between it and the C2 server.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59" name="Google Shape;2759;p286"/>
          <p:cNvGrpSpPr/>
          <p:nvPr/>
        </p:nvGrpSpPr>
        <p:grpSpPr>
          <a:xfrm>
            <a:off x="-3" y="3887617"/>
            <a:ext cx="8686828" cy="400200"/>
            <a:chOff x="-3" y="1885788"/>
            <a:chExt cx="8686828" cy="400200"/>
          </a:xfrm>
        </p:grpSpPr>
        <p:cxnSp>
          <p:nvCxnSpPr>
            <p:cNvPr id="2760" name="Google Shape;2760;p28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61" name="Google Shape;2761;p28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2762" name="Google Shape;2762;p28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28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28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65" name="Google Shape;2765;p286"/>
          <p:cNvSpPr txBox="1"/>
          <p:nvPr>
            <p:ph idx="4294967295" type="body"/>
          </p:nvPr>
        </p:nvSpPr>
        <p:spPr>
          <a:xfrm>
            <a:off x="914400" y="39046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Metasploit’s agent is built into the code of its exploits.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287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lt1"/>
                </a:solidFill>
              </a:rPr>
              <a:t>Zombies and Botnets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71" name="Google Shape;2771;p287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Once the machine has the C2’s agent running on it, it is compromised— sometimes referred to as a </a:t>
            </a:r>
            <a:r>
              <a:rPr b="1" lang="en">
                <a:solidFill>
                  <a:schemeClr val="lt1"/>
                </a:solidFill>
              </a:rPr>
              <a:t>zombie.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2772" name="Google Shape;2772;p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800" y="1248525"/>
            <a:ext cx="3460399" cy="34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3" name="Google Shape;2773;p287"/>
          <p:cNvSpPr/>
          <p:nvPr/>
        </p:nvSpPr>
        <p:spPr>
          <a:xfrm>
            <a:off x="4023300" y="4369050"/>
            <a:ext cx="1097400" cy="339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Zombie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8" name="Google Shape;2778;p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700" y="234400"/>
            <a:ext cx="4796625" cy="479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9" name="Google Shape;2779;p288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lt1"/>
                </a:solidFill>
              </a:rPr>
              <a:t>Zombies and Botnets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80" name="Google Shape;2780;p288"/>
          <p:cNvSpPr txBox="1"/>
          <p:nvPr>
            <p:ph idx="4294967295" type="subTitle"/>
          </p:nvPr>
        </p:nvSpPr>
        <p:spPr>
          <a:xfrm>
            <a:off x="0" y="666275"/>
            <a:ext cx="4233900" cy="1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800"/>
              <a:buNone/>
            </a:pPr>
            <a:r>
              <a:rPr lang="en">
                <a:solidFill>
                  <a:schemeClr val="lt1"/>
                </a:solidFill>
              </a:rPr>
              <a:t>Multiple zombies form a </a:t>
            </a:r>
            <a:r>
              <a:rPr b="1" lang="en">
                <a:solidFill>
                  <a:schemeClr val="lt1"/>
                </a:solidFill>
              </a:rPr>
              <a:t>botnet</a:t>
            </a: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81" name="Google Shape;2781;p288"/>
          <p:cNvSpPr/>
          <p:nvPr/>
        </p:nvSpPr>
        <p:spPr>
          <a:xfrm>
            <a:off x="5598325" y="2307388"/>
            <a:ext cx="1097400" cy="339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Botnet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785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289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chemeClr val="lt1"/>
                </a:solidFill>
              </a:rPr>
              <a:t>Zombies and Botnets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787" name="Google Shape;2787;p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700" y="234400"/>
            <a:ext cx="4796625" cy="479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8" name="Google Shape;2788;p289"/>
          <p:cNvSpPr/>
          <p:nvPr/>
        </p:nvSpPr>
        <p:spPr>
          <a:xfrm>
            <a:off x="5350950" y="3387751"/>
            <a:ext cx="1592100" cy="1592100"/>
          </a:xfrm>
          <a:prstGeom prst="ellipse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289"/>
          <p:cNvSpPr/>
          <p:nvPr/>
        </p:nvSpPr>
        <p:spPr>
          <a:xfrm>
            <a:off x="4510663" y="4334775"/>
            <a:ext cx="1097400" cy="339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Server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790" name="Google Shape;2790;p289"/>
          <p:cNvSpPr txBox="1"/>
          <p:nvPr>
            <p:ph idx="4294967295" type="subTitle"/>
          </p:nvPr>
        </p:nvSpPr>
        <p:spPr>
          <a:xfrm>
            <a:off x="0" y="675975"/>
            <a:ext cx="40203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entire botnet of compromised machines is controlled through the single C2 server.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4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p29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Concealing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the C2 Server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96" name="Google Shape;2796;p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3775" y="927100"/>
            <a:ext cx="2076452" cy="2076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29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ne of a penetration tester's important tasks is to </a:t>
            </a:r>
            <a:r>
              <a:rPr b="1" lang="en"/>
              <a:t>conceal </a:t>
            </a:r>
            <a:r>
              <a:rPr lang="en"/>
              <a:t>the C2 server from detection.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6" name="Google Shape;2806;p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0966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2807" name="Google Shape;2807;p292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Concealing the C2 Server</a:t>
            </a:r>
            <a:endParaRPr/>
          </a:p>
        </p:txBody>
      </p:sp>
      <p:sp>
        <p:nvSpPr>
          <p:cNvPr id="2808" name="Google Shape;2808;p292"/>
          <p:cNvSpPr txBox="1"/>
          <p:nvPr>
            <p:ph idx="4294967295" type="subTitle"/>
          </p:nvPr>
        </p:nvSpPr>
        <p:spPr>
          <a:xfrm>
            <a:off x="382800" y="1836237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latin typeface="Roboto"/>
                <a:ea typeface="Roboto"/>
                <a:cs typeface="Roboto"/>
                <a:sym typeface="Roboto"/>
              </a:rPr>
              <a:t>Method 1</a:t>
            </a: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 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rPr lang="en"/>
              <a:t>Redirection</a:t>
            </a:r>
            <a:br>
              <a:rPr lang="en"/>
            </a:br>
            <a:r>
              <a:rPr lang="en"/>
              <a:t>through proxies</a:t>
            </a:r>
            <a:endParaRPr/>
          </a:p>
        </p:txBody>
      </p:sp>
      <p:sp>
        <p:nvSpPr>
          <p:cNvPr id="2809" name="Google Shape;2809;p292"/>
          <p:cNvSpPr txBox="1"/>
          <p:nvPr>
            <p:ph idx="4294967295" type="subTitle"/>
          </p:nvPr>
        </p:nvSpPr>
        <p:spPr>
          <a:xfrm>
            <a:off x="3285075" y="1836246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latin typeface="Roboto"/>
                <a:ea typeface="Roboto"/>
                <a:cs typeface="Roboto"/>
                <a:sym typeface="Roboto"/>
              </a:rPr>
              <a:t>Method 2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Utilizing multiple channels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0" name="Google Shape;2810;p292"/>
          <p:cNvSpPr txBox="1"/>
          <p:nvPr>
            <p:ph idx="4294967295" type="subTitle"/>
          </p:nvPr>
        </p:nvSpPr>
        <p:spPr>
          <a:xfrm>
            <a:off x="6401175" y="1836779"/>
            <a:ext cx="23715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latin typeface="Roboto"/>
                <a:ea typeface="Roboto"/>
                <a:cs typeface="Roboto"/>
                <a:sym typeface="Roboto"/>
              </a:rPr>
              <a:t>Method 3</a:t>
            </a: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  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rPr lang="en"/>
              <a:t>Utilizing multiple </a:t>
            </a:r>
            <a:br>
              <a:rPr lang="en"/>
            </a:br>
            <a:r>
              <a:rPr lang="en"/>
              <a:t>C2 frameworks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4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p293"/>
          <p:cNvSpPr/>
          <p:nvPr/>
        </p:nvSpPr>
        <p:spPr>
          <a:xfrm>
            <a:off x="175" y="2225900"/>
            <a:ext cx="9144000" cy="291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293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Method 1: Redirection Through Proxies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17" name="Google Shape;2817;p293"/>
          <p:cNvSpPr txBox="1"/>
          <p:nvPr>
            <p:ph idx="4294967295" type="subTitle"/>
          </p:nvPr>
        </p:nvSpPr>
        <p:spPr>
          <a:xfrm>
            <a:off x="0" y="605775"/>
            <a:ext cx="91440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18287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50"/>
              <a:t>We will use a host that directly connects to the C2 server for simplicity. </a:t>
            </a:r>
            <a:r>
              <a:rPr lang="en"/>
              <a:t>However, </a:t>
            </a:r>
            <a:br>
              <a:rPr lang="en"/>
            </a:br>
            <a:r>
              <a:rPr lang="en"/>
              <a:t>in a real penetration test, that would be a poor decision, because a simple packet collection would detect the C2 server IP, which could be blocked.</a:t>
            </a:r>
            <a:endParaRPr sz="1750"/>
          </a:p>
        </p:txBody>
      </p:sp>
      <p:sp>
        <p:nvSpPr>
          <p:cNvPr id="2818" name="Google Shape;2818;p293"/>
          <p:cNvSpPr/>
          <p:nvPr/>
        </p:nvSpPr>
        <p:spPr>
          <a:xfrm>
            <a:off x="733271" y="2976038"/>
            <a:ext cx="1283100" cy="128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9" name="Google Shape;2819;p2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135" y="2642449"/>
            <a:ext cx="921872" cy="1474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0" name="Google Shape;2820;p2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3332" y="2668846"/>
            <a:ext cx="818601" cy="1715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21" name="Google Shape;2821;p293"/>
          <p:cNvSpPr txBox="1"/>
          <p:nvPr/>
        </p:nvSpPr>
        <p:spPr>
          <a:xfrm>
            <a:off x="461423" y="4294216"/>
            <a:ext cx="183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IP address:</a:t>
            </a:r>
            <a:endParaRPr b="1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111.1.1.111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2" name="Google Shape;2822;p293"/>
          <p:cNvSpPr txBox="1"/>
          <p:nvPr/>
        </p:nvSpPr>
        <p:spPr>
          <a:xfrm>
            <a:off x="461423" y="2283341"/>
            <a:ext cx="183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Pen tester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3" name="Google Shape;2823;p293"/>
          <p:cNvSpPr/>
          <p:nvPr/>
        </p:nvSpPr>
        <p:spPr>
          <a:xfrm>
            <a:off x="7071328" y="2976038"/>
            <a:ext cx="1283100" cy="128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4" name="Google Shape;2824;p293"/>
          <p:cNvGrpSpPr/>
          <p:nvPr/>
        </p:nvGrpSpPr>
        <p:grpSpPr>
          <a:xfrm>
            <a:off x="7031754" y="3106092"/>
            <a:ext cx="1362250" cy="947198"/>
            <a:chOff x="7031754" y="2871617"/>
            <a:chExt cx="1362250" cy="947198"/>
          </a:xfrm>
        </p:grpSpPr>
        <p:grpSp>
          <p:nvGrpSpPr>
            <p:cNvPr id="2825" name="Google Shape;2825;p293"/>
            <p:cNvGrpSpPr/>
            <p:nvPr/>
          </p:nvGrpSpPr>
          <p:grpSpPr>
            <a:xfrm>
              <a:off x="7031754" y="2871617"/>
              <a:ext cx="1362250" cy="947198"/>
              <a:chOff x="3701250" y="1699513"/>
              <a:chExt cx="1757289" cy="1221875"/>
            </a:xfrm>
          </p:grpSpPr>
          <p:pic>
            <p:nvPicPr>
              <p:cNvPr id="2826" name="Google Shape;2826;p29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01250" y="1699513"/>
                <a:ext cx="1757289" cy="122187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0"/>
                  </a:srgbClr>
                </a:outerShdw>
              </a:effectLst>
            </p:spPr>
          </p:pic>
          <p:sp>
            <p:nvSpPr>
              <p:cNvPr id="2827" name="Google Shape;2827;p293"/>
              <p:cNvSpPr/>
              <p:nvPr/>
            </p:nvSpPr>
            <p:spPr>
              <a:xfrm>
                <a:off x="4117050" y="1996125"/>
                <a:ext cx="921900" cy="400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8" name="Google Shape;2828;p293"/>
            <p:cNvSpPr/>
            <p:nvPr/>
          </p:nvSpPr>
          <p:spPr>
            <a:xfrm>
              <a:off x="7310175" y="3400163"/>
              <a:ext cx="860400" cy="215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9" name="Google Shape;2829;p293"/>
          <p:cNvGrpSpPr/>
          <p:nvPr/>
        </p:nvGrpSpPr>
        <p:grpSpPr>
          <a:xfrm>
            <a:off x="7543528" y="3467888"/>
            <a:ext cx="338700" cy="338700"/>
            <a:chOff x="7571025" y="3400163"/>
            <a:chExt cx="338700" cy="338700"/>
          </a:xfrm>
        </p:grpSpPr>
        <p:sp>
          <p:nvSpPr>
            <p:cNvPr id="2830" name="Google Shape;2830;p293"/>
            <p:cNvSpPr/>
            <p:nvPr/>
          </p:nvSpPr>
          <p:spPr>
            <a:xfrm>
              <a:off x="7571025" y="3400163"/>
              <a:ext cx="338700" cy="338700"/>
            </a:xfrm>
            <a:prstGeom prst="ellipse">
              <a:avLst/>
            </a:prstGeom>
            <a:solidFill>
              <a:srgbClr val="59AD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1" name="Google Shape;2831;p293"/>
            <p:cNvSpPr/>
            <p:nvPr/>
          </p:nvSpPr>
          <p:spPr>
            <a:xfrm>
              <a:off x="7625020" y="3484644"/>
              <a:ext cx="230722" cy="169775"/>
            </a:xfrm>
            <a:custGeom>
              <a:rect b="b" l="l" r="r" t="t"/>
              <a:pathLst>
                <a:path extrusionOk="0" h="90789" w="123381">
                  <a:moveTo>
                    <a:pt x="107385" y="1"/>
                  </a:moveTo>
                  <a:cubicBezTo>
                    <a:pt x="103079" y="1"/>
                    <a:pt x="98615" y="1757"/>
                    <a:pt x="95175" y="5214"/>
                  </a:cubicBezTo>
                  <a:lnTo>
                    <a:pt x="44890" y="55499"/>
                  </a:lnTo>
                  <a:lnTo>
                    <a:pt x="28205" y="38815"/>
                  </a:lnTo>
                  <a:cubicBezTo>
                    <a:pt x="24765" y="35374"/>
                    <a:pt x="20290" y="33626"/>
                    <a:pt x="15978" y="33626"/>
                  </a:cubicBezTo>
                  <a:cubicBezTo>
                    <a:pt x="12200" y="33626"/>
                    <a:pt x="8548" y="34968"/>
                    <a:pt x="5827" y="37689"/>
                  </a:cubicBezTo>
                  <a:cubicBezTo>
                    <a:pt x="1" y="43549"/>
                    <a:pt x="497" y="53612"/>
                    <a:pt x="6953" y="60068"/>
                  </a:cubicBezTo>
                  <a:lnTo>
                    <a:pt x="32509" y="85591"/>
                  </a:lnTo>
                  <a:cubicBezTo>
                    <a:pt x="35621" y="88769"/>
                    <a:pt x="39858" y="90623"/>
                    <a:pt x="44327" y="90788"/>
                  </a:cubicBezTo>
                  <a:lnTo>
                    <a:pt x="45453" y="90788"/>
                  </a:lnTo>
                  <a:cubicBezTo>
                    <a:pt x="49922" y="90623"/>
                    <a:pt x="54159" y="88769"/>
                    <a:pt x="57271" y="85591"/>
                  </a:cubicBezTo>
                  <a:lnTo>
                    <a:pt x="116428" y="26467"/>
                  </a:lnTo>
                  <a:cubicBezTo>
                    <a:pt x="122884" y="20011"/>
                    <a:pt x="123380" y="9915"/>
                    <a:pt x="117554" y="4088"/>
                  </a:cubicBezTo>
                  <a:cubicBezTo>
                    <a:pt x="114816" y="1351"/>
                    <a:pt x="111161" y="1"/>
                    <a:pt x="1073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32" name="Google Shape;2832;p293"/>
          <p:cNvCxnSpPr/>
          <p:nvPr/>
        </p:nvCxnSpPr>
        <p:spPr>
          <a:xfrm>
            <a:off x="4887871" y="3617588"/>
            <a:ext cx="206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3" name="Google Shape;2833;p293"/>
          <p:cNvSpPr txBox="1"/>
          <p:nvPr/>
        </p:nvSpPr>
        <p:spPr>
          <a:xfrm>
            <a:off x="3607410" y="4294216"/>
            <a:ext cx="183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IP address proxy:</a:t>
            </a:r>
            <a:endParaRPr b="1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222.2.2.222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4" name="Google Shape;2834;p293"/>
          <p:cNvSpPr txBox="1"/>
          <p:nvPr/>
        </p:nvSpPr>
        <p:spPr>
          <a:xfrm>
            <a:off x="3607410" y="2283341"/>
            <a:ext cx="183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Proxy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erver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5" name="Google Shape;2835;p293"/>
          <p:cNvSpPr txBox="1"/>
          <p:nvPr/>
        </p:nvSpPr>
        <p:spPr>
          <a:xfrm>
            <a:off x="6814935" y="4294216"/>
            <a:ext cx="1833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Your IP online:</a:t>
            </a:r>
            <a:endParaRPr b="1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222.2.2.222</a:t>
            </a:r>
            <a:endParaRPr b="0" i="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6" name="Google Shape;2836;p293"/>
          <p:cNvSpPr txBox="1"/>
          <p:nvPr/>
        </p:nvSpPr>
        <p:spPr>
          <a:xfrm>
            <a:off x="6814935" y="2283341"/>
            <a:ext cx="183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Internet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7" name="Google Shape;2837;p293"/>
          <p:cNvSpPr/>
          <p:nvPr/>
        </p:nvSpPr>
        <p:spPr>
          <a:xfrm>
            <a:off x="0" y="1790910"/>
            <a:ext cx="9144000" cy="43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2286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To avoid this detection, a pen tester could have the C2 redirected through proxies.</a:t>
            </a:r>
            <a:endParaRPr b="0" i="0" sz="16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838" name="Google Shape;2838;p293"/>
          <p:cNvCxnSpPr/>
          <p:nvPr/>
        </p:nvCxnSpPr>
        <p:spPr>
          <a:xfrm>
            <a:off x="1998671" y="3617588"/>
            <a:ext cx="2067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294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 2: Utilizing Multiple Channels</a:t>
            </a:r>
            <a:endParaRPr/>
          </a:p>
        </p:txBody>
      </p:sp>
      <p:sp>
        <p:nvSpPr>
          <p:cNvPr id="2844" name="Google Shape;2844;p294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Another method that most C2 frameworks support is having the agent use multiple ways, or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channels</a:t>
            </a:r>
            <a:r>
              <a:rPr lang="en"/>
              <a:t>, to communicate back to the server.</a:t>
            </a:r>
            <a:endParaRPr/>
          </a:p>
        </p:txBody>
      </p:sp>
      <p:sp>
        <p:nvSpPr>
          <p:cNvPr id="2845" name="Google Shape;2845;p294"/>
          <p:cNvSpPr txBox="1"/>
          <p:nvPr>
            <p:ph idx="4294967295" type="body"/>
          </p:nvPr>
        </p:nvSpPr>
        <p:spPr>
          <a:xfrm>
            <a:off x="-12275" y="1667175"/>
            <a:ext cx="3629700" cy="20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2743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compromised host can communicate using either </a:t>
            </a:r>
            <a:br>
              <a:rPr lang="en"/>
            </a:br>
            <a:r>
              <a:rPr lang="en"/>
              <a:t>a single channel or several channels over various protocols.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Some of these protocols include: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846" name="Google Shape;2846;p294"/>
          <p:cNvGraphicFramePr/>
          <p:nvPr/>
        </p:nvGraphicFramePr>
        <p:xfrm>
          <a:off x="462125" y="393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{5859A215-E66A-41F9-B2EF-4776BB0D7F87}</a:tableStyleId>
              </a:tblPr>
              <a:tblGrid>
                <a:gridCol w="1645225"/>
                <a:gridCol w="1645225"/>
                <a:gridCol w="1645225"/>
                <a:gridCol w="1645225"/>
                <a:gridCol w="1645225"/>
              </a:tblGrid>
              <a:tr h="56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DNS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D9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HTTPS</a:t>
                      </a:r>
                      <a:endParaRPr b="1" sz="14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B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TCP</a:t>
                      </a:r>
                      <a:b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rbitrary port)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6E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SMB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847" name="Google Shape;2847;p294"/>
          <p:cNvPicPr preferRelativeResize="0"/>
          <p:nvPr/>
        </p:nvPicPr>
        <p:blipFill rotWithShape="1">
          <a:blip r:embed="rId3">
            <a:alphaModFix/>
          </a:blip>
          <a:srcRect b="5544" l="0" r="0" t="0"/>
          <a:stretch/>
        </p:blipFill>
        <p:spPr>
          <a:xfrm>
            <a:off x="3262325" y="1873550"/>
            <a:ext cx="2619349" cy="169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8" name="Google Shape;2848;p2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3951" y="2151325"/>
            <a:ext cx="876099" cy="8297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9" name="Google Shape;2849;p294"/>
          <p:cNvCxnSpPr>
            <a:stCxn id="2847" idx="2"/>
          </p:cNvCxnSpPr>
          <p:nvPr/>
        </p:nvCxnSpPr>
        <p:spPr>
          <a:xfrm>
            <a:off x="4572000" y="3569626"/>
            <a:ext cx="0" cy="43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0" name="Google Shape;2850;p294"/>
          <p:cNvCxnSpPr>
            <a:stCxn id="2847" idx="2"/>
          </p:cNvCxnSpPr>
          <p:nvPr/>
        </p:nvCxnSpPr>
        <p:spPr>
          <a:xfrm flipH="1">
            <a:off x="3100200" y="3569626"/>
            <a:ext cx="1471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1" name="Google Shape;2851;p294"/>
          <p:cNvCxnSpPr>
            <a:stCxn id="2847" idx="2"/>
          </p:cNvCxnSpPr>
          <p:nvPr/>
        </p:nvCxnSpPr>
        <p:spPr>
          <a:xfrm flipH="1">
            <a:off x="1636200" y="3569626"/>
            <a:ext cx="2935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2" name="Google Shape;2852;p294"/>
          <p:cNvCxnSpPr/>
          <p:nvPr/>
        </p:nvCxnSpPr>
        <p:spPr>
          <a:xfrm>
            <a:off x="4572000" y="3569626"/>
            <a:ext cx="1471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3" name="Google Shape;2853;p294"/>
          <p:cNvCxnSpPr/>
          <p:nvPr/>
        </p:nvCxnSpPr>
        <p:spPr>
          <a:xfrm>
            <a:off x="4572000" y="3569626"/>
            <a:ext cx="2935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58" name="Google Shape;2858;p295"/>
          <p:cNvGraphicFramePr/>
          <p:nvPr/>
        </p:nvGraphicFramePr>
        <p:xfrm>
          <a:off x="462125" y="393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{5859A215-E66A-41F9-B2EF-4776BB0D7F87}</a:tableStyleId>
              </a:tblPr>
              <a:tblGrid>
                <a:gridCol w="1645225"/>
                <a:gridCol w="1645225"/>
                <a:gridCol w="1645225"/>
                <a:gridCol w="1645225"/>
                <a:gridCol w="1645225"/>
              </a:tblGrid>
              <a:tr h="56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0C343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DNS</a:t>
                      </a:r>
                      <a:endParaRPr b="1" sz="1400" u="none" cap="none" strike="noStrike">
                        <a:solidFill>
                          <a:srgbClr val="0C343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0C343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</a:t>
                      </a:r>
                      <a:endParaRPr b="1" sz="1400" u="none" cap="none" strike="noStrike">
                        <a:solidFill>
                          <a:srgbClr val="0C343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D9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rgbClr val="0C343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HTTPS</a:t>
                      </a:r>
                      <a:endParaRPr b="1" sz="1400" u="none" cap="none" strike="noStrike">
                        <a:solidFill>
                          <a:srgbClr val="0C343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B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TCP</a:t>
                      </a:r>
                      <a:b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r>
                        <a:rPr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rbitrary port)</a:t>
                      </a:r>
                      <a:endParaRPr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6E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SMB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859" name="Google Shape;2859;p295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 2: Utilizing Multiple Channels</a:t>
            </a:r>
            <a:endParaRPr/>
          </a:p>
        </p:txBody>
      </p:sp>
      <p:sp>
        <p:nvSpPr>
          <p:cNvPr id="2860" name="Google Shape;2860;p295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18287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protocol used is dependent on the target’s network firewall egress rules.</a:t>
            </a:r>
            <a:endParaRPr/>
          </a:p>
        </p:txBody>
      </p:sp>
      <p:sp>
        <p:nvSpPr>
          <p:cNvPr id="2861" name="Google Shape;2861;p295"/>
          <p:cNvSpPr txBox="1"/>
          <p:nvPr>
            <p:ph idx="4294967295" type="body"/>
          </p:nvPr>
        </p:nvSpPr>
        <p:spPr>
          <a:xfrm>
            <a:off x="175" y="1181313"/>
            <a:ext cx="91440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Most egress rules allow HTTP/S and DNS outbound, which is why those channels are commonly used for C2 communication.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2862" name="Google Shape;2862;p295"/>
          <p:cNvPicPr preferRelativeResize="0"/>
          <p:nvPr/>
        </p:nvPicPr>
        <p:blipFill rotWithShape="1">
          <a:blip r:embed="rId3">
            <a:alphaModFix/>
          </a:blip>
          <a:srcRect b="5544" l="0" r="0" t="0"/>
          <a:stretch/>
        </p:blipFill>
        <p:spPr>
          <a:xfrm>
            <a:off x="3262325" y="1949750"/>
            <a:ext cx="2619349" cy="1696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3" name="Google Shape;2863;p295"/>
          <p:cNvCxnSpPr/>
          <p:nvPr/>
        </p:nvCxnSpPr>
        <p:spPr>
          <a:xfrm>
            <a:off x="4572000" y="3645826"/>
            <a:ext cx="1471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4" name="Google Shape;2864;p295"/>
          <p:cNvCxnSpPr/>
          <p:nvPr/>
        </p:nvCxnSpPr>
        <p:spPr>
          <a:xfrm>
            <a:off x="4572000" y="3645826"/>
            <a:ext cx="2935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865" name="Google Shape;2865;p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3951" y="2227525"/>
            <a:ext cx="876099" cy="829774"/>
          </a:xfrm>
          <a:prstGeom prst="rect">
            <a:avLst/>
          </a:prstGeom>
          <a:noFill/>
          <a:ln>
            <a:noFill/>
          </a:ln>
        </p:spPr>
      </p:pic>
      <p:sp>
        <p:nvSpPr>
          <p:cNvPr id="2866" name="Google Shape;2866;p295"/>
          <p:cNvSpPr txBox="1"/>
          <p:nvPr>
            <p:ph idx="4294967295" type="body"/>
          </p:nvPr>
        </p:nvSpPr>
        <p:spPr>
          <a:xfrm>
            <a:off x="5484975" y="2051050"/>
            <a:ext cx="3267300" cy="16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In our exploitation activity, </a:t>
            </a:r>
            <a:br>
              <a:rPr lang="en" sz="1600"/>
            </a:br>
            <a:r>
              <a:rPr lang="en" sz="1600"/>
              <a:t>we exploited a service on port 21, which then used raw TCP packets to communicate.</a:t>
            </a:r>
            <a:endParaRPr sz="1600"/>
          </a:p>
        </p:txBody>
      </p:sp>
      <p:sp>
        <p:nvSpPr>
          <p:cNvPr id="2867" name="Google Shape;2867;p295"/>
          <p:cNvSpPr/>
          <p:nvPr/>
        </p:nvSpPr>
        <p:spPr>
          <a:xfrm>
            <a:off x="462125" y="3943250"/>
            <a:ext cx="1645200" cy="59670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295"/>
          <p:cNvSpPr/>
          <p:nvPr/>
        </p:nvSpPr>
        <p:spPr>
          <a:xfrm>
            <a:off x="3752575" y="3943250"/>
            <a:ext cx="1645200" cy="596700"/>
          </a:xfrm>
          <a:prstGeom prst="rect">
            <a:avLst/>
          </a:prstGeom>
          <a:noFill/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69" name="Google Shape;2869;p295"/>
          <p:cNvCxnSpPr>
            <a:stCxn id="2862" idx="2"/>
          </p:cNvCxnSpPr>
          <p:nvPr/>
        </p:nvCxnSpPr>
        <p:spPr>
          <a:xfrm>
            <a:off x="4572000" y="3645826"/>
            <a:ext cx="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0" name="Google Shape;2870;p295"/>
          <p:cNvCxnSpPr>
            <a:stCxn id="2862" idx="2"/>
          </p:cNvCxnSpPr>
          <p:nvPr/>
        </p:nvCxnSpPr>
        <p:spPr>
          <a:xfrm flipH="1">
            <a:off x="3100200" y="3645826"/>
            <a:ext cx="1471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1" name="Google Shape;2871;p295"/>
          <p:cNvCxnSpPr>
            <a:stCxn id="2862" idx="2"/>
          </p:cNvCxnSpPr>
          <p:nvPr/>
        </p:nvCxnSpPr>
        <p:spPr>
          <a:xfrm flipH="1">
            <a:off x="1636200" y="3645826"/>
            <a:ext cx="2935800" cy="36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Google Shape;2876;p296"/>
          <p:cNvSpPr txBox="1"/>
          <p:nvPr>
            <p:ph idx="4294967295" type="subTitle"/>
          </p:nvPr>
        </p:nvSpPr>
        <p:spPr>
          <a:xfrm>
            <a:off x="0" y="1076175"/>
            <a:ext cx="5024700" cy="3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86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While we will only use the </a:t>
            </a:r>
            <a:r>
              <a:rPr b="1" lang="en" sz="2000"/>
              <a:t>Metasploit</a:t>
            </a:r>
            <a:r>
              <a:rPr lang="en" sz="2000"/>
              <a:t> C2 framework in this class, most C2 frameworks are open source, which allows you to use them freely.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3600"/>
              </a:spcBef>
              <a:spcAft>
                <a:spcPts val="1000"/>
              </a:spcAft>
              <a:buSzPts val="1800"/>
              <a:buNone/>
            </a:pPr>
            <a:r>
              <a:rPr lang="en" sz="2000"/>
              <a:t>It’s good practice to have multiple C2 frameworks available for a penetration </a:t>
            </a:r>
            <a:br>
              <a:rPr lang="en" sz="2000"/>
            </a:br>
            <a:r>
              <a:rPr lang="en" sz="2000"/>
              <a:t>test or red team engagement.</a:t>
            </a:r>
            <a:endParaRPr sz="2000"/>
          </a:p>
        </p:txBody>
      </p:sp>
      <p:sp>
        <p:nvSpPr>
          <p:cNvPr id="2877" name="Google Shape;2877;p296"/>
          <p:cNvSpPr/>
          <p:nvPr/>
        </p:nvSpPr>
        <p:spPr>
          <a:xfrm>
            <a:off x="225800" y="593800"/>
            <a:ext cx="8706300" cy="10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8" name="Google Shape;2878;p296"/>
          <p:cNvPicPr preferRelativeResize="0"/>
          <p:nvPr/>
        </p:nvPicPr>
        <p:blipFill rotWithShape="1">
          <a:blip r:embed="rId3">
            <a:alphaModFix/>
          </a:blip>
          <a:srcRect b="5154" l="10262" r="13267" t="4101"/>
          <a:stretch/>
        </p:blipFill>
        <p:spPr>
          <a:xfrm>
            <a:off x="5076600" y="368000"/>
            <a:ext cx="3671525" cy="43573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cxnSp>
        <p:nvCxnSpPr>
          <p:cNvPr id="2879" name="Google Shape;2879;p296"/>
          <p:cNvCxnSpPr/>
          <p:nvPr/>
        </p:nvCxnSpPr>
        <p:spPr>
          <a:xfrm>
            <a:off x="538100" y="2631075"/>
            <a:ext cx="4257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297"/>
          <p:cNvSpPr txBox="1"/>
          <p:nvPr>
            <p:ph type="title"/>
          </p:nvPr>
        </p:nvSpPr>
        <p:spPr>
          <a:xfrm>
            <a:off x="50" y="-762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 3: Utilizing Multiple C2 Frameworks</a:t>
            </a:r>
            <a:endParaRPr/>
          </a:p>
        </p:txBody>
      </p:sp>
      <p:sp>
        <p:nvSpPr>
          <p:cNvPr id="2885" name="Google Shape;2885;p297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For example, </a:t>
            </a:r>
            <a:r>
              <a:rPr b="1" lang="en"/>
              <a:t>Metasploit’s </a:t>
            </a:r>
            <a:r>
              <a:rPr lang="en"/>
              <a:t>payload and agent generator,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msfvenom</a:t>
            </a:r>
            <a:r>
              <a:rPr lang="en"/>
              <a:t>, will generate </a:t>
            </a:r>
            <a:br>
              <a:rPr lang="en"/>
            </a:br>
            <a:r>
              <a:rPr lang="en"/>
              <a:t>a payload in a specified format (e.g.,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.exe</a:t>
            </a:r>
            <a:r>
              <a:rPr lang="en"/>
              <a:t>). </a:t>
            </a:r>
            <a:endParaRPr/>
          </a:p>
        </p:txBody>
      </p:sp>
      <p:sp>
        <p:nvSpPr>
          <p:cNvPr id="2886" name="Google Shape;2886;p297"/>
          <p:cNvSpPr txBox="1"/>
          <p:nvPr>
            <p:ph idx="2" type="subTitle"/>
          </p:nvPr>
        </p:nvSpPr>
        <p:spPr>
          <a:xfrm>
            <a:off x="1193900" y="2057375"/>
            <a:ext cx="710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These payloads have well-known signatures, and many antivirus products will alert on them and kill the payload.</a:t>
            </a:r>
            <a:endParaRPr/>
          </a:p>
        </p:txBody>
      </p:sp>
      <p:pic>
        <p:nvPicPr>
          <p:cNvPr id="2887" name="Google Shape;2887;p2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7500" y="2842750"/>
            <a:ext cx="3603000" cy="202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88" name="Google Shape;2888;p297"/>
          <p:cNvSpPr txBox="1"/>
          <p:nvPr>
            <p:ph idx="4" type="title"/>
          </p:nvPr>
        </p:nvSpPr>
        <p:spPr>
          <a:xfrm>
            <a:off x="-6000" y="48802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C2 frameworks each have their own “fingerprints” or “indicators of compromise.”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9" name="Google Shape;2889;p297"/>
          <p:cNvSpPr txBox="1"/>
          <p:nvPr>
            <p:ph idx="2" type="subTitle"/>
          </p:nvPr>
        </p:nvSpPr>
        <p:spPr>
          <a:xfrm>
            <a:off x="1193900" y="2935075"/>
            <a:ext cx="38469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In an event where a certain AV product is killing the payload during or after execution, it may be a good idea to switch C2 frameworks.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Google Shape;2894;p298"/>
          <p:cNvSpPr txBox="1"/>
          <p:nvPr>
            <p:ph idx="4294967295" type="title"/>
          </p:nvPr>
        </p:nvSpPr>
        <p:spPr>
          <a:xfrm>
            <a:off x="-12300" y="-7620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 3: Utilizing Multiple C2 Frameworks</a:t>
            </a:r>
            <a:endParaRPr/>
          </a:p>
        </p:txBody>
      </p:sp>
      <p:sp>
        <p:nvSpPr>
          <p:cNvPr id="2895" name="Google Shape;2895;p298"/>
          <p:cNvSpPr txBox="1"/>
          <p:nvPr>
            <p:ph idx="4294967295" type="subTitle"/>
          </p:nvPr>
        </p:nvSpPr>
        <p:spPr>
          <a:xfrm>
            <a:off x="0" y="675975"/>
            <a:ext cx="7971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Not all C2 frameworks support every OS. Some only support Windows, and not Linux, for example.</a:t>
            </a:r>
            <a:endParaRPr/>
          </a:p>
        </p:txBody>
      </p:sp>
      <p:pic>
        <p:nvPicPr>
          <p:cNvPr id="2896" name="Google Shape;2896;p2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4989" y="1572089"/>
            <a:ext cx="2235112" cy="215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7" name="Google Shape;2897;p2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0982" y="1662991"/>
            <a:ext cx="1906815" cy="2204377"/>
          </a:xfrm>
          <a:prstGeom prst="rect">
            <a:avLst/>
          </a:prstGeom>
          <a:noFill/>
          <a:ln>
            <a:noFill/>
          </a:ln>
        </p:spPr>
      </p:pic>
      <p:sp>
        <p:nvSpPr>
          <p:cNvPr id="2898" name="Google Shape;2898;p298"/>
          <p:cNvSpPr txBox="1"/>
          <p:nvPr>
            <p:ph idx="4294967295" type="body"/>
          </p:nvPr>
        </p:nvSpPr>
        <p:spPr>
          <a:xfrm>
            <a:off x="175" y="4080800"/>
            <a:ext cx="83001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800"/>
              <a:t>It’s good to have a secondary C2 framework that supports an OS if the primary C2 framework doesn’t.</a:t>
            </a:r>
            <a:endParaRPr sz="1800"/>
          </a:p>
        </p:txBody>
      </p:sp>
      <p:sp>
        <p:nvSpPr>
          <p:cNvPr id="2899" name="Google Shape;2899;p298"/>
          <p:cNvSpPr/>
          <p:nvPr/>
        </p:nvSpPr>
        <p:spPr>
          <a:xfrm>
            <a:off x="4694025" y="1337100"/>
            <a:ext cx="2666748" cy="2667494"/>
          </a:xfrm>
          <a:custGeom>
            <a:rect b="b" l="l" r="r" t="t"/>
            <a:pathLst>
              <a:path extrusionOk="0" h="125117" w="125082">
                <a:moveTo>
                  <a:pt x="62468" y="14931"/>
                </a:moveTo>
                <a:cubicBezTo>
                  <a:pt x="72203" y="14931"/>
                  <a:pt x="81885" y="17921"/>
                  <a:pt x="90096" y="23804"/>
                </a:cubicBezTo>
                <a:lnTo>
                  <a:pt x="62541" y="51360"/>
                </a:lnTo>
                <a:lnTo>
                  <a:pt x="23769" y="90132"/>
                </a:lnTo>
                <a:cubicBezTo>
                  <a:pt x="17998" y="82089"/>
                  <a:pt x="14897" y="72459"/>
                  <a:pt x="14897" y="62577"/>
                </a:cubicBezTo>
                <a:cubicBezTo>
                  <a:pt x="14861" y="44723"/>
                  <a:pt x="24815" y="28385"/>
                  <a:pt x="40649" y="20234"/>
                </a:cubicBezTo>
                <a:cubicBezTo>
                  <a:pt x="47530" y="16684"/>
                  <a:pt x="55015" y="14931"/>
                  <a:pt x="62468" y="14931"/>
                </a:cubicBezTo>
                <a:close/>
                <a:moveTo>
                  <a:pt x="101313" y="35021"/>
                </a:moveTo>
                <a:cubicBezTo>
                  <a:pt x="105064" y="40251"/>
                  <a:pt x="107733" y="46238"/>
                  <a:pt x="109104" y="52550"/>
                </a:cubicBezTo>
                <a:cubicBezTo>
                  <a:pt x="109176" y="52838"/>
                  <a:pt x="109248" y="53127"/>
                  <a:pt x="109284" y="53452"/>
                </a:cubicBezTo>
                <a:cubicBezTo>
                  <a:pt x="109428" y="54029"/>
                  <a:pt x="109537" y="54642"/>
                  <a:pt x="109609" y="55255"/>
                </a:cubicBezTo>
                <a:cubicBezTo>
                  <a:pt x="109789" y="56445"/>
                  <a:pt x="109933" y="57671"/>
                  <a:pt x="110042" y="58898"/>
                </a:cubicBezTo>
                <a:cubicBezTo>
                  <a:pt x="110078" y="59475"/>
                  <a:pt x="110114" y="60088"/>
                  <a:pt x="110150" y="60737"/>
                </a:cubicBezTo>
                <a:cubicBezTo>
                  <a:pt x="110150" y="61350"/>
                  <a:pt x="110186" y="61963"/>
                  <a:pt x="110186" y="62577"/>
                </a:cubicBezTo>
                <a:cubicBezTo>
                  <a:pt x="110114" y="88870"/>
                  <a:pt x="88834" y="110149"/>
                  <a:pt x="62541" y="110185"/>
                </a:cubicBezTo>
                <a:cubicBezTo>
                  <a:pt x="52659" y="110185"/>
                  <a:pt x="43029" y="107120"/>
                  <a:pt x="34986" y="101349"/>
                </a:cubicBezTo>
                <a:lnTo>
                  <a:pt x="62541" y="73793"/>
                </a:lnTo>
                <a:lnTo>
                  <a:pt x="101313" y="35021"/>
                </a:lnTo>
                <a:close/>
                <a:moveTo>
                  <a:pt x="62541" y="0"/>
                </a:moveTo>
                <a:cubicBezTo>
                  <a:pt x="28169" y="0"/>
                  <a:pt x="1" y="28169"/>
                  <a:pt x="1" y="62577"/>
                </a:cubicBezTo>
                <a:cubicBezTo>
                  <a:pt x="1" y="96949"/>
                  <a:pt x="28169" y="125117"/>
                  <a:pt x="62541" y="125117"/>
                </a:cubicBezTo>
                <a:cubicBezTo>
                  <a:pt x="96913" y="125117"/>
                  <a:pt x="125081" y="96949"/>
                  <a:pt x="125081" y="62577"/>
                </a:cubicBezTo>
                <a:cubicBezTo>
                  <a:pt x="125081" y="28205"/>
                  <a:pt x="96913" y="0"/>
                  <a:pt x="625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299"/>
          <p:cNvSpPr txBox="1"/>
          <p:nvPr>
            <p:ph idx="4294967295" type="subTitle"/>
          </p:nvPr>
        </p:nvSpPr>
        <p:spPr>
          <a:xfrm>
            <a:off x="0" y="194225"/>
            <a:ext cx="9198000" cy="84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100"/>
              <a:t>To select the best C2 framework for a given project’s requirements,</a:t>
            </a:r>
            <a:endParaRPr sz="2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100"/>
              <a:t>a penetration tester could use the website </a:t>
            </a:r>
            <a:r>
              <a:rPr lang="en" sz="2100" u="sng">
                <a:hlinkClick r:id="rId3"/>
              </a:rPr>
              <a:t>C2 Matrix</a:t>
            </a:r>
            <a:r>
              <a:rPr lang="en" sz="2100"/>
              <a:t>.</a:t>
            </a:r>
            <a:endParaRPr sz="2100"/>
          </a:p>
        </p:txBody>
      </p:sp>
      <p:pic>
        <p:nvPicPr>
          <p:cNvPr id="2905" name="Google Shape;2905;p299"/>
          <p:cNvPicPr preferRelativeResize="0"/>
          <p:nvPr/>
        </p:nvPicPr>
        <p:blipFill rotWithShape="1">
          <a:blip r:embed="rId4">
            <a:alphaModFix/>
          </a:blip>
          <a:srcRect b="22045" l="0" r="0" t="0"/>
          <a:stretch/>
        </p:blipFill>
        <p:spPr>
          <a:xfrm>
            <a:off x="1269100" y="1164125"/>
            <a:ext cx="6605801" cy="3979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p300"/>
          <p:cNvSpPr txBox="1"/>
          <p:nvPr>
            <p:ph idx="1" type="body"/>
          </p:nvPr>
        </p:nvSpPr>
        <p:spPr>
          <a:xfrm>
            <a:off x="4114800" y="1371600"/>
            <a:ext cx="4037100" cy="3366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demonstration, we need to select a C2 framework with the following requirements:</a:t>
            </a:r>
            <a:endParaRPr/>
          </a:p>
          <a:p>
            <a:pPr indent="-342900" lvl="0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must support the channels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HTTP</a:t>
            </a:r>
            <a:r>
              <a:rPr lang="en"/>
              <a:t> 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SMB</a:t>
            </a:r>
            <a:r>
              <a:rPr lang="en"/>
              <a:t>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must support Windows.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must provide logging.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2911" name="Google Shape;2911;p300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912" name="Google Shape;2912;p300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3" name="Google Shape;2913;p300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300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915" name="Google Shape;2915;p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6" name="Google Shape;2916;p3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54150"/>
            <a:ext cx="4036951" cy="403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p30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Roboto"/>
                <a:ea typeface="Roboto"/>
                <a:cs typeface="Roboto"/>
                <a:sym typeface="Roboto"/>
              </a:rPr>
              <a:t>C2 </a:t>
            </a:r>
            <a:r>
              <a:rPr b="0" lang="en" sz="3100">
                <a:latin typeface="Roboto"/>
                <a:ea typeface="Roboto"/>
                <a:cs typeface="Roboto"/>
                <a:sym typeface="Roboto"/>
              </a:rPr>
              <a:t>Matrix</a:t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DF0"/>
        </a:solidFill>
      </p:bgPr>
    </p:bg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302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C2 Matrices</a:t>
            </a:r>
            <a:endParaRPr/>
          </a:p>
        </p:txBody>
      </p:sp>
      <p:graphicFrame>
        <p:nvGraphicFramePr>
          <p:cNvPr id="2927" name="Google Shape;2927;p302"/>
          <p:cNvGraphicFramePr/>
          <p:nvPr/>
        </p:nvGraphicFramePr>
        <p:xfrm>
          <a:off x="350138" y="8831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{5859A215-E66A-41F9-B2EF-4776BB0D7F87}</a:tableStyleId>
              </a:tblPr>
              <a:tblGrid>
                <a:gridCol w="1911475"/>
                <a:gridCol w="6532250"/>
              </a:tblGrid>
              <a:tr h="484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Information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version number reviewed.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Code + UI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server and agent language used.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Channels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supported channels.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70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supported OS.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Capabilities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other available capabilities.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Support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Contains the additional support provided.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875" marB="182875" marR="182875" marL="18287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1" name="Shape 2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2" name="Google Shape;2932;p303"/>
          <p:cNvSpPr/>
          <p:nvPr/>
        </p:nvSpPr>
        <p:spPr>
          <a:xfrm>
            <a:off x="1254000" y="1189825"/>
            <a:ext cx="31941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303"/>
          <p:cNvSpPr/>
          <p:nvPr/>
        </p:nvSpPr>
        <p:spPr>
          <a:xfrm>
            <a:off x="1254001" y="3931703"/>
            <a:ext cx="31941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303"/>
          <p:cNvSpPr/>
          <p:nvPr/>
        </p:nvSpPr>
        <p:spPr>
          <a:xfrm>
            <a:off x="1254001" y="3246807"/>
            <a:ext cx="31941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303"/>
          <p:cNvSpPr/>
          <p:nvPr/>
        </p:nvSpPr>
        <p:spPr>
          <a:xfrm>
            <a:off x="1254001" y="2565225"/>
            <a:ext cx="31941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6" name="Google Shape;2936;p303"/>
          <p:cNvSpPr/>
          <p:nvPr/>
        </p:nvSpPr>
        <p:spPr>
          <a:xfrm>
            <a:off x="1254000" y="1864925"/>
            <a:ext cx="31941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7" name="Google Shape;2937;p303"/>
          <p:cNvGrpSpPr/>
          <p:nvPr/>
        </p:nvGrpSpPr>
        <p:grpSpPr>
          <a:xfrm>
            <a:off x="462010" y="1189829"/>
            <a:ext cx="741318" cy="459019"/>
            <a:chOff x="457200" y="1466425"/>
            <a:chExt cx="776900" cy="486300"/>
          </a:xfrm>
        </p:grpSpPr>
        <p:sp>
          <p:nvSpPr>
            <p:cNvPr id="2938" name="Google Shape;2938;p3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39" name="Google Shape;2939;p3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940" name="Google Shape;2940;p303"/>
          <p:cNvGrpSpPr/>
          <p:nvPr/>
        </p:nvGrpSpPr>
        <p:grpSpPr>
          <a:xfrm>
            <a:off x="462010" y="1844705"/>
            <a:ext cx="741318" cy="486300"/>
            <a:chOff x="457200" y="1466425"/>
            <a:chExt cx="776900" cy="486300"/>
          </a:xfrm>
        </p:grpSpPr>
        <p:sp>
          <p:nvSpPr>
            <p:cNvPr id="2941" name="Google Shape;2941;p3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2" name="Google Shape;2942;p3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943" name="Google Shape;2943;p303"/>
          <p:cNvGrpSpPr/>
          <p:nvPr/>
        </p:nvGrpSpPr>
        <p:grpSpPr>
          <a:xfrm>
            <a:off x="462010" y="2561561"/>
            <a:ext cx="741318" cy="437378"/>
            <a:chOff x="457200" y="1466425"/>
            <a:chExt cx="776900" cy="486300"/>
          </a:xfrm>
        </p:grpSpPr>
        <p:sp>
          <p:nvSpPr>
            <p:cNvPr id="2944" name="Google Shape;2944;p3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5" name="Google Shape;2945;p3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946" name="Google Shape;2946;p303"/>
          <p:cNvGrpSpPr/>
          <p:nvPr/>
        </p:nvGrpSpPr>
        <p:grpSpPr>
          <a:xfrm>
            <a:off x="462010" y="3245029"/>
            <a:ext cx="741318" cy="459019"/>
            <a:chOff x="457200" y="1466425"/>
            <a:chExt cx="776900" cy="486300"/>
          </a:xfrm>
        </p:grpSpPr>
        <p:sp>
          <p:nvSpPr>
            <p:cNvPr id="2947" name="Google Shape;2947;p3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48" name="Google Shape;2948;p3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949" name="Google Shape;2949;p303"/>
          <p:cNvGrpSpPr/>
          <p:nvPr/>
        </p:nvGrpSpPr>
        <p:grpSpPr>
          <a:xfrm>
            <a:off x="462010" y="3933586"/>
            <a:ext cx="741318" cy="437378"/>
            <a:chOff x="457200" y="1466425"/>
            <a:chExt cx="776900" cy="486300"/>
          </a:xfrm>
        </p:grpSpPr>
        <p:sp>
          <p:nvSpPr>
            <p:cNvPr id="2950" name="Google Shape;2950;p30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951" name="Google Shape;2951;p30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952" name="Google Shape;2952;p303"/>
          <p:cNvSpPr txBox="1"/>
          <p:nvPr>
            <p:ph idx="4294967295" type="body"/>
          </p:nvPr>
        </p:nvSpPr>
        <p:spPr>
          <a:xfrm>
            <a:off x="1254074" y="1211200"/>
            <a:ext cx="61884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C2</a:t>
            </a:r>
            <a:endParaRPr/>
          </a:p>
        </p:txBody>
      </p:sp>
      <p:sp>
        <p:nvSpPr>
          <p:cNvPr id="2953" name="Google Shape;2953;p303"/>
          <p:cNvSpPr txBox="1"/>
          <p:nvPr>
            <p:ph idx="4294967295" type="body"/>
          </p:nvPr>
        </p:nvSpPr>
        <p:spPr>
          <a:xfrm>
            <a:off x="1254074" y="1886375"/>
            <a:ext cx="61884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C2 Architecture</a:t>
            </a:r>
            <a:endParaRPr/>
          </a:p>
        </p:txBody>
      </p:sp>
      <p:sp>
        <p:nvSpPr>
          <p:cNvPr id="2954" name="Google Shape;2954;p303"/>
          <p:cNvSpPr txBox="1"/>
          <p:nvPr>
            <p:ph idx="4294967295" type="body"/>
          </p:nvPr>
        </p:nvSpPr>
        <p:spPr>
          <a:xfrm>
            <a:off x="1254074" y="2570200"/>
            <a:ext cx="61884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C2 Agent</a:t>
            </a:r>
            <a:endParaRPr/>
          </a:p>
        </p:txBody>
      </p:sp>
      <p:sp>
        <p:nvSpPr>
          <p:cNvPr id="2955" name="Google Shape;2955;p303"/>
          <p:cNvSpPr txBox="1"/>
          <p:nvPr>
            <p:ph idx="4294967295" type="body"/>
          </p:nvPr>
        </p:nvSpPr>
        <p:spPr>
          <a:xfrm>
            <a:off x="1254074" y="3251900"/>
            <a:ext cx="61884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850"/>
              <a:t>Zombie</a:t>
            </a:r>
            <a:endParaRPr sz="1850"/>
          </a:p>
        </p:txBody>
      </p:sp>
      <p:sp>
        <p:nvSpPr>
          <p:cNvPr id="2956" name="Google Shape;2956;p303"/>
          <p:cNvSpPr txBox="1"/>
          <p:nvPr>
            <p:ph idx="4294967295" type="body"/>
          </p:nvPr>
        </p:nvSpPr>
        <p:spPr>
          <a:xfrm>
            <a:off x="1254074" y="3945000"/>
            <a:ext cx="2479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Botnet</a:t>
            </a:r>
            <a:endParaRPr/>
          </a:p>
        </p:txBody>
      </p:sp>
      <p:sp>
        <p:nvSpPr>
          <p:cNvPr id="2957" name="Google Shape;2957;p30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958" name="Google Shape;2958;p303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Can you define the following terms? </a:t>
            </a:r>
            <a:endParaRPr/>
          </a:p>
        </p:txBody>
      </p:sp>
      <p:pic>
        <p:nvPicPr>
          <p:cNvPr id="2959" name="Google Shape;2959;p3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621" y="649175"/>
            <a:ext cx="3845125" cy="384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p304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2965" name="Google Shape;2965;p30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 Research</a:t>
            </a:r>
            <a:endParaRPr/>
          </a:p>
        </p:txBody>
      </p:sp>
      <p:sp>
        <p:nvSpPr>
          <p:cNvPr id="2966" name="Google Shape;2966;p304"/>
          <p:cNvSpPr txBox="1"/>
          <p:nvPr>
            <p:ph idx="3" type="body"/>
          </p:nvPr>
        </p:nvSpPr>
        <p:spPr>
          <a:xfrm>
            <a:off x="457200" y="1176975"/>
            <a:ext cx="7772400" cy="219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pen testers conducting an engagement on MegaCorpOne.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various C2 frameworks by using the C2 Matrix website, and suggest the best C2 framework for your current assessment on MegaCorpOne.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7" name="Google Shape;2967;p3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9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307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Metasploit </a:t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81" name="Google Shape;2981;p3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4900" y="1007325"/>
            <a:ext cx="1854198" cy="1854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5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30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7" name="Google Shape;2987;p308"/>
          <p:cNvSpPr txBox="1"/>
          <p:nvPr>
            <p:ph idx="2" type="body"/>
          </p:nvPr>
        </p:nvSpPr>
        <p:spPr>
          <a:xfrm>
            <a:off x="4224900" y="1222775"/>
            <a:ext cx="37074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</a:t>
            </a:r>
            <a:r>
              <a:rPr lang="en"/>
              <a:t> in 2003 and is owned by Rapid7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version and a professional 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Metasploit contains a suite of tools for hacking servers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Metasploit also has tools for port and service scanning as well as enumeration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the results of scans to a database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8" name="Google Shape;2988;p308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C2 Framework Overview</a:t>
            </a:r>
            <a:endParaRPr/>
          </a:p>
        </p:txBody>
      </p:sp>
      <p:pic>
        <p:nvPicPr>
          <p:cNvPr id="2989" name="Google Shape;2989;p3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250"/>
            <a:ext cx="4015852" cy="4015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0" name="Google Shape;2990;p3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150"/>
            <a:ext cx="629699" cy="6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4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5" name="Google Shape;2995;p30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6" name="Google Shape;2996;p309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Metasploit tools that we’ll focus on are:</a:t>
            </a:r>
            <a:endParaRPr/>
          </a:p>
        </p:txBody>
      </p:sp>
      <p:pic>
        <p:nvPicPr>
          <p:cNvPr id="2997" name="Google Shape;2997;p3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2490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2998" name="Google Shape;2998;p309"/>
          <p:cNvSpPr txBox="1"/>
          <p:nvPr>
            <p:ph idx="4294967295" type="subTitle"/>
          </p:nvPr>
        </p:nvSpPr>
        <p:spPr>
          <a:xfrm>
            <a:off x="382800" y="1801427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600"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endParaRPr b="1"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999" name="Google Shape;2999;p309"/>
          <p:cNvSpPr txBox="1"/>
          <p:nvPr>
            <p:ph idx="4294967295" type="subTitle"/>
          </p:nvPr>
        </p:nvSpPr>
        <p:spPr>
          <a:xfrm>
            <a:off x="3285075" y="1801435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600">
                <a:latin typeface="Inconsolata"/>
                <a:ea typeface="Inconsolata"/>
                <a:cs typeface="Inconsolata"/>
                <a:sym typeface="Inconsolata"/>
              </a:rPr>
              <a:t>Meterpreter </a:t>
            </a:r>
            <a:endParaRPr b="1"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000" name="Google Shape;3000;p309"/>
          <p:cNvSpPr txBox="1"/>
          <p:nvPr>
            <p:ph idx="4294967295" type="subTitle"/>
          </p:nvPr>
        </p:nvSpPr>
        <p:spPr>
          <a:xfrm>
            <a:off x="6401175" y="1801905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600">
                <a:latin typeface="Inconsolata"/>
                <a:ea typeface="Inconsolata"/>
                <a:cs typeface="Inconsolata"/>
                <a:sym typeface="Inconsolata"/>
              </a:rPr>
              <a:t>msfvenom</a:t>
            </a:r>
            <a:endParaRPr b="1" sz="2600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3001" name="Google Shape;3001;p3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150"/>
            <a:ext cx="629699" cy="6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3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7" name="Google Shape;3007;p310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3008" name="Google Shape;3008;p310"/>
          <p:cNvPicPr preferRelativeResize="0"/>
          <p:nvPr/>
        </p:nvPicPr>
        <p:blipFill rotWithShape="1">
          <a:blip r:embed="rId3">
            <a:alphaModFix/>
          </a:blip>
          <a:srcRect b="0" l="0" r="0" t="537"/>
          <a:stretch/>
        </p:blipFill>
        <p:spPr>
          <a:xfrm>
            <a:off x="1058800" y="1759675"/>
            <a:ext cx="6526850" cy="3282075"/>
          </a:xfrm>
          <a:prstGeom prst="rect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09" name="Google Shape;3009;p310"/>
          <p:cNvSpPr txBox="1"/>
          <p:nvPr/>
        </p:nvSpPr>
        <p:spPr>
          <a:xfrm>
            <a:off x="250725" y="1056600"/>
            <a:ext cx="79392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main interface for Metasploit, which offers a centralized console to access all the options and modules.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10" name="Google Shape;3010;p3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150"/>
            <a:ext cx="629699" cy="6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p31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311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Meterpreter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017" name="Google Shape;3017;p311"/>
          <p:cNvSpPr txBox="1"/>
          <p:nvPr/>
        </p:nvSpPr>
        <p:spPr>
          <a:xfrm>
            <a:off x="250725" y="1056600"/>
            <a:ext cx="86403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Linux-style shell that Metasploit launches when you successfully break into a target machine. This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runs on the target machine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not your local machine.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18" name="Google Shape;3018;p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050" y="1883050"/>
            <a:ext cx="5969901" cy="29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9" name="Google Shape;3019;p3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150"/>
            <a:ext cx="629699" cy="6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p31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5" name="Google Shape;3025;p312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msfvenom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026" name="Google Shape;3026;p312"/>
          <p:cNvSpPr txBox="1"/>
          <p:nvPr/>
        </p:nvSpPr>
        <p:spPr>
          <a:xfrm>
            <a:off x="250725" y="1056600"/>
            <a:ext cx="2738400" cy="17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Allows the operator to craft the malicious agents and payloads that will be used to communicate back with Metasploit.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agents and payloads can be created in several formats: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consolata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.exe </a:t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consolata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.py</a:t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consolata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bash</a:t>
            </a:r>
            <a:endParaRPr b="1"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27" name="Google Shape;3027;p312"/>
          <p:cNvPicPr preferRelativeResize="0"/>
          <p:nvPr/>
        </p:nvPicPr>
        <p:blipFill rotWithShape="1">
          <a:blip r:embed="rId3">
            <a:alphaModFix/>
          </a:blip>
          <a:srcRect b="0" l="0" r="0" t="1400"/>
          <a:stretch/>
        </p:blipFill>
        <p:spPr>
          <a:xfrm>
            <a:off x="3200400" y="1195350"/>
            <a:ext cx="5694077" cy="3242200"/>
          </a:xfrm>
          <a:prstGeom prst="rect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28" name="Google Shape;3028;p3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150"/>
            <a:ext cx="629699" cy="6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2" name="Shape 3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3" name="Google Shape;3033;p313"/>
          <p:cNvSpPr txBox="1"/>
          <p:nvPr>
            <p:ph type="title"/>
          </p:nvPr>
        </p:nvSpPr>
        <p:spPr>
          <a:xfrm>
            <a:off x="3145525" y="1371600"/>
            <a:ext cx="55551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Today, we will focus on </a:t>
            </a:r>
            <a:r>
              <a:rPr lang="en" sz="3500"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r>
              <a:rPr lang="en" sz="3500"/>
              <a:t>. We'll explore </a:t>
            </a:r>
            <a:r>
              <a:rPr lang="en" sz="3500">
                <a:latin typeface="Inconsolata"/>
                <a:ea typeface="Inconsolata"/>
                <a:cs typeface="Inconsolata"/>
                <a:sym typeface="Inconsolata"/>
              </a:rPr>
              <a:t>Meterpreter</a:t>
            </a:r>
            <a:r>
              <a:rPr lang="en" sz="3500"/>
              <a:t> and </a:t>
            </a:r>
            <a:r>
              <a:rPr lang="en" sz="3500">
                <a:latin typeface="Inconsolata"/>
                <a:ea typeface="Inconsolata"/>
                <a:cs typeface="Inconsolata"/>
                <a:sym typeface="Inconsolata"/>
              </a:rPr>
              <a:t>msfvenom</a:t>
            </a:r>
            <a:r>
              <a:rPr lang="en" sz="3500"/>
              <a:t> in depth in future classes.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7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31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314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Modules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040" name="Google Shape;3040;p314"/>
          <p:cNvSpPr txBox="1"/>
          <p:nvPr/>
        </p:nvSpPr>
        <p:spPr>
          <a:xfrm>
            <a:off x="348950" y="1186075"/>
            <a:ext cx="43668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unified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interface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that has a variety of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function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referred to as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modules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Auxiliary-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Information gathering, enumeration, and port scanning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Exploit-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Used to deliver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code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Post-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Post exploitation tools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Payload-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malicious payloads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Encoder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Ensure payloads make it to destination intact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1" name="Google Shape;3041;p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150"/>
            <a:ext cx="629699" cy="629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2" name="Google Shape;3042;p314"/>
          <p:cNvSpPr/>
          <p:nvPr/>
        </p:nvSpPr>
        <p:spPr>
          <a:xfrm>
            <a:off x="6292150" y="1828800"/>
            <a:ext cx="1131600" cy="3657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exploit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3" name="Google Shape;3043;p314"/>
          <p:cNvSpPr/>
          <p:nvPr/>
        </p:nvSpPr>
        <p:spPr>
          <a:xfrm>
            <a:off x="6109042" y="2630575"/>
            <a:ext cx="1497900" cy="48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msfconsole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4" name="Google Shape;3044;p314"/>
          <p:cNvSpPr/>
          <p:nvPr/>
        </p:nvSpPr>
        <p:spPr>
          <a:xfrm>
            <a:off x="6292200" y="3550850"/>
            <a:ext cx="1131600" cy="3657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payload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5" name="Google Shape;3045;p314"/>
          <p:cNvSpPr/>
          <p:nvPr/>
        </p:nvSpPr>
        <p:spPr>
          <a:xfrm>
            <a:off x="4643875" y="2689825"/>
            <a:ext cx="1131600" cy="365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auxiliary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6" name="Google Shape;3046;p314"/>
          <p:cNvSpPr/>
          <p:nvPr/>
        </p:nvSpPr>
        <p:spPr>
          <a:xfrm>
            <a:off x="7940525" y="2689825"/>
            <a:ext cx="1131600" cy="365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post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7" name="Google Shape;3047;p314"/>
          <p:cNvCxnSpPr>
            <a:stCxn id="3043" idx="0"/>
            <a:endCxn id="3042" idx="2"/>
          </p:cNvCxnSpPr>
          <p:nvPr/>
        </p:nvCxnSpPr>
        <p:spPr>
          <a:xfrm rot="10800000">
            <a:off x="6857992" y="2194375"/>
            <a:ext cx="0" cy="4362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8" name="Google Shape;3048;p314"/>
          <p:cNvCxnSpPr/>
          <p:nvPr/>
        </p:nvCxnSpPr>
        <p:spPr>
          <a:xfrm rot="10800000">
            <a:off x="6857992" y="3114775"/>
            <a:ext cx="0" cy="43620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9" name="Google Shape;3049;p314"/>
          <p:cNvCxnSpPr>
            <a:endCxn id="3046" idx="1"/>
          </p:cNvCxnSpPr>
          <p:nvPr/>
        </p:nvCxnSpPr>
        <p:spPr>
          <a:xfrm>
            <a:off x="7606925" y="2872675"/>
            <a:ext cx="333600" cy="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0" name="Google Shape;3050;p314"/>
          <p:cNvCxnSpPr/>
          <p:nvPr/>
        </p:nvCxnSpPr>
        <p:spPr>
          <a:xfrm>
            <a:off x="5775475" y="2872675"/>
            <a:ext cx="333600" cy="0"/>
          </a:xfrm>
          <a:prstGeom prst="straightConnector1">
            <a:avLst/>
          </a:prstGeom>
          <a:noFill/>
          <a:ln cap="flat" cmpd="sng" w="19050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4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p315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choice of module depends on what you're trying to </a:t>
            </a:r>
            <a:r>
              <a:rPr b="1" lang="en"/>
              <a:t>accomplish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059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316"/>
          <p:cNvSpPr txBox="1"/>
          <p:nvPr>
            <p:ph idx="4294967295" type="title"/>
          </p:nvPr>
        </p:nvSpPr>
        <p:spPr>
          <a:xfrm>
            <a:off x="-12300" y="0"/>
            <a:ext cx="9168600" cy="122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 sz="3000"/>
              <a:t>If</a:t>
            </a:r>
            <a:r>
              <a:rPr b="0" lang="en" sz="30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recon</a:t>
            </a:r>
            <a:r>
              <a:rPr lang="en" sz="30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0" lang="en" sz="3000"/>
              <a:t>is the goal…</a:t>
            </a:r>
            <a:endParaRPr b="0" sz="3000"/>
          </a:p>
        </p:txBody>
      </p:sp>
      <p:sp>
        <p:nvSpPr>
          <p:cNvPr id="3061" name="Google Shape;3061;p316"/>
          <p:cNvSpPr/>
          <p:nvPr/>
        </p:nvSpPr>
        <p:spPr>
          <a:xfrm>
            <a:off x="-12300" y="1235825"/>
            <a:ext cx="9168600" cy="221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316"/>
          <p:cNvSpPr/>
          <p:nvPr/>
        </p:nvSpPr>
        <p:spPr>
          <a:xfrm>
            <a:off x="3400889" y="1526988"/>
            <a:ext cx="2342100" cy="466500"/>
          </a:xfrm>
          <a:prstGeom prst="roundRect">
            <a:avLst>
              <a:gd fmla="val 10106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Modules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3" name="Google Shape;3063;p316"/>
          <p:cNvSpPr/>
          <p:nvPr/>
        </p:nvSpPr>
        <p:spPr>
          <a:xfrm>
            <a:off x="503300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Payloads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4" name="Google Shape;3064;p316"/>
          <p:cNvSpPr/>
          <p:nvPr/>
        </p:nvSpPr>
        <p:spPr>
          <a:xfrm>
            <a:off x="3833528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Encoders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5" name="Google Shape;3065;p316"/>
          <p:cNvSpPr/>
          <p:nvPr/>
        </p:nvSpPr>
        <p:spPr>
          <a:xfrm>
            <a:off x="5498642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Nops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6" name="Google Shape;3066;p316"/>
          <p:cNvSpPr/>
          <p:nvPr/>
        </p:nvSpPr>
        <p:spPr>
          <a:xfrm>
            <a:off x="7163756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Aux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7" name="Google Shape;3067;p316"/>
          <p:cNvCxnSpPr>
            <a:stCxn id="3064" idx="0"/>
            <a:endCxn id="3062" idx="2"/>
          </p:cNvCxnSpPr>
          <p:nvPr/>
        </p:nvCxnSpPr>
        <p:spPr>
          <a:xfrm rot="10800000">
            <a:off x="4571978" y="1993461"/>
            <a:ext cx="8700" cy="6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8" name="Google Shape;3068;p316"/>
          <p:cNvCxnSpPr>
            <a:stCxn id="3062" idx="1"/>
            <a:endCxn id="3069" idx="0"/>
          </p:cNvCxnSpPr>
          <p:nvPr/>
        </p:nvCxnSpPr>
        <p:spPr>
          <a:xfrm flipH="1">
            <a:off x="2915489" y="1760238"/>
            <a:ext cx="4854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0" name="Google Shape;3070;p316"/>
          <p:cNvCxnSpPr>
            <a:stCxn id="3062" idx="1"/>
            <a:endCxn id="3063" idx="0"/>
          </p:cNvCxnSpPr>
          <p:nvPr/>
        </p:nvCxnSpPr>
        <p:spPr>
          <a:xfrm flipH="1">
            <a:off x="1250489" y="1760238"/>
            <a:ext cx="21504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1" name="Google Shape;3071;p316"/>
          <p:cNvCxnSpPr>
            <a:stCxn id="3062" idx="3"/>
            <a:endCxn id="3065" idx="0"/>
          </p:cNvCxnSpPr>
          <p:nvPr/>
        </p:nvCxnSpPr>
        <p:spPr>
          <a:xfrm>
            <a:off x="5742989" y="1760238"/>
            <a:ext cx="5028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2" name="Google Shape;3072;p316"/>
          <p:cNvCxnSpPr>
            <a:stCxn id="3062" idx="3"/>
            <a:endCxn id="3066" idx="0"/>
          </p:cNvCxnSpPr>
          <p:nvPr/>
        </p:nvCxnSpPr>
        <p:spPr>
          <a:xfrm>
            <a:off x="5742989" y="1760238"/>
            <a:ext cx="21678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9" name="Google Shape;3069;p316"/>
          <p:cNvSpPr/>
          <p:nvPr/>
        </p:nvSpPr>
        <p:spPr>
          <a:xfrm>
            <a:off x="2168402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Exploits</a:t>
            </a:r>
            <a:endParaRPr b="0" i="0" sz="18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073" name="Google Shape;3073;p316"/>
          <p:cNvSpPr txBox="1"/>
          <p:nvPr>
            <p:ph idx="4294967295" type="title"/>
          </p:nvPr>
        </p:nvSpPr>
        <p:spPr>
          <a:xfrm>
            <a:off x="-12300" y="3517863"/>
            <a:ext cx="91686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2600"/>
              <a:t>…then an auxiliary module is typically the right solution, </a:t>
            </a:r>
            <a:br>
              <a:rPr b="0" lang="en" sz="2600"/>
            </a:br>
            <a:r>
              <a:rPr b="0" lang="en" sz="2600"/>
              <a:t>as they’re primarily for recon, scanning, and fuzzing.</a:t>
            </a:r>
            <a:endParaRPr b="0" sz="2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317"/>
          <p:cNvSpPr txBox="1"/>
          <p:nvPr>
            <p:ph idx="4294967295" type="title"/>
          </p:nvPr>
        </p:nvSpPr>
        <p:spPr>
          <a:xfrm>
            <a:off x="-12300" y="0"/>
            <a:ext cx="9168600" cy="122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0" lang="en" sz="3000"/>
              <a:t>If the goal is to</a:t>
            </a:r>
            <a:r>
              <a:rPr b="0" lang="en" sz="3000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exploit a vulnerability</a:t>
            </a:r>
            <a:r>
              <a:rPr lang="en" sz="3000">
                <a:latin typeface="Roboto"/>
                <a:ea typeface="Roboto"/>
                <a:cs typeface="Roboto"/>
                <a:sym typeface="Roboto"/>
              </a:rPr>
              <a:t>…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9" name="Google Shape;3079;p317"/>
          <p:cNvSpPr/>
          <p:nvPr/>
        </p:nvSpPr>
        <p:spPr>
          <a:xfrm>
            <a:off x="-12300" y="1235825"/>
            <a:ext cx="9168600" cy="221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0" name="Google Shape;3080;p317"/>
          <p:cNvSpPr/>
          <p:nvPr/>
        </p:nvSpPr>
        <p:spPr>
          <a:xfrm>
            <a:off x="3400889" y="1526988"/>
            <a:ext cx="2342100" cy="466500"/>
          </a:xfrm>
          <a:prstGeom prst="roundRect">
            <a:avLst>
              <a:gd fmla="val 10106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Modules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1" name="Google Shape;3081;p317"/>
          <p:cNvSpPr/>
          <p:nvPr/>
        </p:nvSpPr>
        <p:spPr>
          <a:xfrm>
            <a:off x="503300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Payloads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2" name="Google Shape;3082;p317"/>
          <p:cNvSpPr/>
          <p:nvPr/>
        </p:nvSpPr>
        <p:spPr>
          <a:xfrm>
            <a:off x="3833528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Encoders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3" name="Google Shape;3083;p317"/>
          <p:cNvSpPr/>
          <p:nvPr/>
        </p:nvSpPr>
        <p:spPr>
          <a:xfrm>
            <a:off x="5498642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Nops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4" name="Google Shape;3084;p317"/>
          <p:cNvSpPr/>
          <p:nvPr/>
        </p:nvSpPr>
        <p:spPr>
          <a:xfrm>
            <a:off x="7163756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Aux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5" name="Google Shape;3085;p317"/>
          <p:cNvCxnSpPr>
            <a:stCxn id="3082" idx="0"/>
            <a:endCxn id="3080" idx="2"/>
          </p:cNvCxnSpPr>
          <p:nvPr/>
        </p:nvCxnSpPr>
        <p:spPr>
          <a:xfrm rot="10800000">
            <a:off x="4571978" y="1993461"/>
            <a:ext cx="8700" cy="63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6" name="Google Shape;3086;p317"/>
          <p:cNvCxnSpPr>
            <a:stCxn id="3080" idx="1"/>
            <a:endCxn id="3087" idx="0"/>
          </p:cNvCxnSpPr>
          <p:nvPr/>
        </p:nvCxnSpPr>
        <p:spPr>
          <a:xfrm flipH="1">
            <a:off x="2915489" y="1760238"/>
            <a:ext cx="4854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8" name="Google Shape;3088;p317"/>
          <p:cNvCxnSpPr>
            <a:stCxn id="3080" idx="1"/>
            <a:endCxn id="3081" idx="0"/>
          </p:cNvCxnSpPr>
          <p:nvPr/>
        </p:nvCxnSpPr>
        <p:spPr>
          <a:xfrm flipH="1">
            <a:off x="1250489" y="1760238"/>
            <a:ext cx="21504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9" name="Google Shape;3089;p317"/>
          <p:cNvCxnSpPr>
            <a:stCxn id="3080" idx="3"/>
            <a:endCxn id="3083" idx="0"/>
          </p:cNvCxnSpPr>
          <p:nvPr/>
        </p:nvCxnSpPr>
        <p:spPr>
          <a:xfrm>
            <a:off x="5742989" y="1760238"/>
            <a:ext cx="5028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0" name="Google Shape;3090;p317"/>
          <p:cNvCxnSpPr>
            <a:stCxn id="3080" idx="3"/>
            <a:endCxn id="3084" idx="0"/>
          </p:cNvCxnSpPr>
          <p:nvPr/>
        </p:nvCxnSpPr>
        <p:spPr>
          <a:xfrm>
            <a:off x="5742989" y="1760238"/>
            <a:ext cx="2167800" cy="871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7" name="Google Shape;3087;p317"/>
          <p:cNvSpPr/>
          <p:nvPr/>
        </p:nvSpPr>
        <p:spPr>
          <a:xfrm>
            <a:off x="2168402" y="2631561"/>
            <a:ext cx="1494300" cy="466500"/>
          </a:xfrm>
          <a:prstGeom prst="roundRect">
            <a:avLst>
              <a:gd fmla="val 10106" name="adj"/>
            </a:avLst>
          </a:prstGeom>
          <a:solidFill>
            <a:srgbClr val="00D6CB"/>
          </a:solidFill>
          <a:ln cap="flat" cmpd="sng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Exploits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1" name="Google Shape;3091;p317"/>
          <p:cNvSpPr txBox="1"/>
          <p:nvPr>
            <p:ph idx="4294967295" type="title"/>
          </p:nvPr>
        </p:nvSpPr>
        <p:spPr>
          <a:xfrm>
            <a:off x="-12300" y="3517863"/>
            <a:ext cx="91686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3000"/>
              <a:t>…then an exploit module is appropriate, </a:t>
            </a:r>
            <a:br>
              <a:rPr b="0" lang="en" sz="3000"/>
            </a:br>
            <a:r>
              <a:rPr b="0" lang="en" sz="3000"/>
              <a:t>as it actively tries to exploit the vulnerability.</a:t>
            </a:r>
            <a:endParaRPr b="0" sz="3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p318"/>
          <p:cNvSpPr txBox="1"/>
          <p:nvPr>
            <p:ph idx="1" type="body"/>
          </p:nvPr>
        </p:nvSpPr>
        <p:spPr>
          <a:xfrm>
            <a:off x="136025" y="969175"/>
            <a:ext cx="4157400" cy="3186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have determined through a previous scan that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FTP </a:t>
            </a:r>
            <a:r>
              <a:rPr lang="en"/>
              <a:t>may be running. We need to: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Launch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 for the commonly used auxiliary module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ftp/anonymous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ftp/anonymous</a:t>
            </a:r>
            <a:r>
              <a:rPr lang="en"/>
              <a:t> module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the required values for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ftp/anonymous</a:t>
            </a:r>
            <a:r>
              <a:rPr lang="en"/>
              <a:t> module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Execute </a:t>
            </a:r>
            <a:r>
              <a:rPr lang="en"/>
              <a:t>the module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3097" name="Google Shape;3097;p318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3098" name="Google Shape;3098;p318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9" name="Google Shape;3099;p318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318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101" name="Google Shape;3101;p3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2" name="Google Shape;3102;p318"/>
          <p:cNvPicPr preferRelativeResize="0"/>
          <p:nvPr/>
        </p:nvPicPr>
        <p:blipFill rotWithShape="1">
          <a:blip r:embed="rId4">
            <a:alphaModFix/>
          </a:blip>
          <a:srcRect b="7052" l="5141" r="3858" t="5877"/>
          <a:stretch/>
        </p:blipFill>
        <p:spPr>
          <a:xfrm>
            <a:off x="3485900" y="1258475"/>
            <a:ext cx="5658101" cy="36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3" name="Google Shape;3103;p318"/>
          <p:cNvPicPr preferRelativeResize="0"/>
          <p:nvPr/>
        </p:nvPicPr>
        <p:blipFill rotWithShape="1">
          <a:blip r:embed="rId5">
            <a:alphaModFix/>
          </a:blip>
          <a:srcRect b="0" l="0" r="0" t="537"/>
          <a:stretch/>
        </p:blipFill>
        <p:spPr>
          <a:xfrm>
            <a:off x="4349975" y="1657925"/>
            <a:ext cx="3958300" cy="249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p319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latin typeface="Inconsolata"/>
                <a:ea typeface="Inconsolata"/>
                <a:cs typeface="Inconsolata"/>
                <a:sym typeface="Inconsolata"/>
              </a:rPr>
              <a:t>Metasploit </a:t>
            </a:r>
            <a:endParaRPr sz="31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2" name="Shape 3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6" name="Shape 3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7" name="Google Shape;3117;p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94581"/>
            <a:ext cx="9168601" cy="364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118" name="Google Shape;3118;p321"/>
          <p:cNvSpPr txBox="1"/>
          <p:nvPr>
            <p:ph type="title"/>
          </p:nvPr>
        </p:nvSpPr>
        <p:spPr>
          <a:xfrm>
            <a:off x="-12300" y="0"/>
            <a:ext cx="9168600" cy="149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457200" spcFirstLastPara="1" rIns="274300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Metasploit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is a popular C2 framework that contains a suite of tools for enumerating and exploiting servers and other networked devices.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9" name="Google Shape;3119;p32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0" name="Google Shape;3120;p321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4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5" name="Google Shape;3125;p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2" y="1096694"/>
            <a:ext cx="8869675" cy="34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3126" name="Google Shape;3126;p322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Metasploit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27" name="Google Shape;3127;p322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main tools of Metasploit are:</a:t>
            </a:r>
            <a:endParaRPr/>
          </a:p>
        </p:txBody>
      </p:sp>
      <p:sp>
        <p:nvSpPr>
          <p:cNvPr id="3128" name="Google Shape;3128;p322"/>
          <p:cNvSpPr txBox="1"/>
          <p:nvPr>
            <p:ph idx="4294967295" type="subTitle"/>
          </p:nvPr>
        </p:nvSpPr>
        <p:spPr>
          <a:xfrm>
            <a:off x="382800" y="1714843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200">
                <a:latin typeface="Inconsolata"/>
                <a:ea typeface="Inconsolata"/>
                <a:cs typeface="Inconsolata"/>
                <a:sym typeface="Inconsolata"/>
              </a:rPr>
              <a:t>MSFconsole</a:t>
            </a:r>
            <a:endParaRPr b="1" sz="22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300"/>
              <a:t>The main interface for Metasploit, which runs on your local machine.</a:t>
            </a:r>
            <a:endParaRPr sz="1300"/>
          </a:p>
        </p:txBody>
      </p:sp>
      <p:sp>
        <p:nvSpPr>
          <p:cNvPr id="3129" name="Google Shape;3129;p322"/>
          <p:cNvSpPr txBox="1"/>
          <p:nvPr>
            <p:ph idx="4294967295" type="subTitle"/>
          </p:nvPr>
        </p:nvSpPr>
        <p:spPr>
          <a:xfrm>
            <a:off x="3285075" y="1714851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200">
                <a:latin typeface="Inconsolata"/>
                <a:ea typeface="Inconsolata"/>
                <a:cs typeface="Inconsolata"/>
                <a:sym typeface="Inconsolata"/>
              </a:rPr>
              <a:t>Meterpreter</a:t>
            </a:r>
            <a:endParaRPr b="1" sz="22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300"/>
              <a:t>A Linux-style shell that runs on the machines you compromise.</a:t>
            </a:r>
            <a:endParaRPr sz="17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130" name="Google Shape;3130;p322"/>
          <p:cNvSpPr txBox="1"/>
          <p:nvPr>
            <p:ph idx="4294967295" type="subTitle"/>
          </p:nvPr>
        </p:nvSpPr>
        <p:spPr>
          <a:xfrm>
            <a:off x="6401175" y="1715321"/>
            <a:ext cx="23715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b="1" lang="en" sz="2200">
                <a:latin typeface="Inconsolata"/>
                <a:ea typeface="Inconsolata"/>
                <a:cs typeface="Inconsolata"/>
                <a:sym typeface="Inconsolata"/>
              </a:rPr>
              <a:t>msfvenom</a:t>
            </a:r>
            <a:endParaRPr b="1" sz="22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300"/>
              <a:t>Allows the operator to </a:t>
            </a:r>
            <a:br>
              <a:rPr lang="en" sz="1300"/>
            </a:br>
            <a:r>
              <a:rPr lang="en" sz="1300"/>
              <a:t>craft the malicious agents and payloads that will be </a:t>
            </a:r>
            <a:br>
              <a:rPr lang="en" sz="1300"/>
            </a:br>
            <a:r>
              <a:rPr lang="en" sz="1300"/>
              <a:t>used to communicate </a:t>
            </a:r>
            <a:br>
              <a:rPr lang="en" sz="1300"/>
            </a:br>
            <a:r>
              <a:rPr lang="en" sz="1300"/>
              <a:t>back with Metasploit.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323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Metasploit Modules </a:t>
            </a:r>
            <a:endParaRPr/>
          </a:p>
        </p:txBody>
      </p:sp>
      <p:sp>
        <p:nvSpPr>
          <p:cNvPr id="3136" name="Google Shape;3136;p323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MSFconsole is a unified interface for a variety of functions.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of these functions is called a module.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137" name="Google Shape;3137;p323"/>
          <p:cNvGraphicFramePr/>
          <p:nvPr/>
        </p:nvGraphicFramePr>
        <p:xfrm>
          <a:off x="350138" y="20909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{5859A215-E66A-41F9-B2EF-4776BB0D7F87}</a:tableStyleId>
              </a:tblPr>
              <a:tblGrid>
                <a:gridCol w="1911475"/>
                <a:gridCol w="6532250"/>
              </a:tblGrid>
              <a:tr h="484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Auxiliary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for information gathering, enumeration, and port scanning.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Exploit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Generally used to deliver exploit code to a target system.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Offer post-exploitation tools.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370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to create malicious payloads to use with an exploit.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Encoder modules</a:t>
                      </a:r>
                      <a:endParaRPr b="1"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7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Used to ensure that payloads make it to their destination intact.</a:t>
                      </a:r>
                      <a:endParaRPr sz="17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3138" name="Google Shape;3138;p323"/>
          <p:cNvSpPr txBox="1"/>
          <p:nvPr>
            <p:ph idx="4294967295" type="body"/>
          </p:nvPr>
        </p:nvSpPr>
        <p:spPr>
          <a:xfrm>
            <a:off x="175" y="1543050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The five main types of Metasploit modules are: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p324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Metasploit Commands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3144" name="Google Shape;3144;p324"/>
          <p:cNvGraphicFramePr/>
          <p:nvPr/>
        </p:nvGraphicFramePr>
        <p:xfrm>
          <a:off x="350138" y="8813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{5859A215-E66A-41F9-B2EF-4776BB0D7F87}</a:tableStyleId>
              </a:tblPr>
              <a:tblGrid>
                <a:gridCol w="2476925"/>
                <a:gridCol w="5966800"/>
              </a:tblGrid>
              <a:tr h="484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msfconsole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Launches MSFconsole from the command line.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Show</a:t>
                      </a: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+ module type</a:t>
                      </a:r>
                      <a:endParaRPr sz="16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all the available modules (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e.g.,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show auxiliary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24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Search </a:t>
                      </a: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 keyword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Searches for modules based on a keyword.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370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</a:t>
                      </a:r>
                      <a:r>
                        <a:rPr lang="en" sz="16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 module name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Selects a specific module (</a:t>
                      </a:r>
                      <a:r>
                        <a:rPr lang="en" sz="16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e.g.,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600" u="none" cap="none" strike="noStrike">
                          <a:solidFill>
                            <a:schemeClr val="dk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use scanner/ftp/anonymous</a:t>
                      </a: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).</a:t>
                      </a:r>
                      <a:endParaRPr sz="1600" u="none" cap="none" strike="noStrike">
                        <a:solidFill>
                          <a:schemeClr val="dk2"/>
                        </a:solidFill>
                        <a:highlight>
                          <a:schemeClr val="dk1"/>
                        </a:highlight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info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the module details as well as the required and                optional options.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Just displays the options available for the module.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27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exploit OR run</a:t>
                      </a:r>
                      <a:endParaRPr sz="16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the module.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8" name="Shape 3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2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326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Minutes</a:t>
            </a:r>
            <a:endParaRPr/>
          </a:p>
        </p:txBody>
      </p:sp>
      <p:sp>
        <p:nvSpPr>
          <p:cNvPr id="3154" name="Google Shape;3154;p32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</p:txBody>
      </p:sp>
      <p:sp>
        <p:nvSpPr>
          <p:cNvPr id="3155" name="Google Shape;3155;p326"/>
          <p:cNvSpPr txBox="1"/>
          <p:nvPr>
            <p:ph idx="3" type="body"/>
          </p:nvPr>
        </p:nvSpPr>
        <p:spPr>
          <a:xfrm>
            <a:off x="457200" y="1176975"/>
            <a:ext cx="7315200" cy="2358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pen testers conducting an engagement on MegaCorpOne.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MegaCorpOne has given you permission to exploit any vulnerable service you find, as long as you document your actions.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using the Metasploit framework to successfully obtain a reverse shell on the remote host using an exploit module.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6" name="Google Shape;3156;p3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0" name="Shape 3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4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8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2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p33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Exploitation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74" name="Google Shape;3174;p330"/>
          <p:cNvGrpSpPr/>
          <p:nvPr/>
        </p:nvGrpSpPr>
        <p:grpSpPr>
          <a:xfrm>
            <a:off x="4288575" y="1714643"/>
            <a:ext cx="566842" cy="914258"/>
            <a:chOff x="1949050" y="285025"/>
            <a:chExt cx="3721875" cy="5144950"/>
          </a:xfrm>
        </p:grpSpPr>
        <p:sp>
          <p:nvSpPr>
            <p:cNvPr id="3175" name="Google Shape;3175;p330"/>
            <p:cNvSpPr/>
            <p:nvPr/>
          </p:nvSpPr>
          <p:spPr>
            <a:xfrm>
              <a:off x="2449475" y="3201525"/>
              <a:ext cx="2705400" cy="1853125"/>
            </a:xfrm>
            <a:custGeom>
              <a:rect b="b" l="l" r="r" t="t"/>
              <a:pathLst>
                <a:path extrusionOk="0" fill="none" h="74125" w="108216">
                  <a:moveTo>
                    <a:pt x="108215" y="74125"/>
                  </a:moveTo>
                  <a:lnTo>
                    <a:pt x="0" y="74125"/>
                  </a:lnTo>
                  <a:lnTo>
                    <a:pt x="0" y="4692"/>
                  </a:lnTo>
                  <a:lnTo>
                    <a:pt x="0" y="4692"/>
                  </a:lnTo>
                  <a:lnTo>
                    <a:pt x="0" y="3754"/>
                  </a:lnTo>
                  <a:lnTo>
                    <a:pt x="313" y="2815"/>
                  </a:lnTo>
                  <a:lnTo>
                    <a:pt x="1251" y="1252"/>
                  </a:lnTo>
                  <a:lnTo>
                    <a:pt x="2815" y="313"/>
                  </a:lnTo>
                  <a:lnTo>
                    <a:pt x="3441" y="0"/>
                  </a:lnTo>
                  <a:lnTo>
                    <a:pt x="4379" y="0"/>
                  </a:lnTo>
                  <a:lnTo>
                    <a:pt x="103837" y="0"/>
                  </a:lnTo>
                  <a:lnTo>
                    <a:pt x="103837" y="0"/>
                  </a:lnTo>
                  <a:lnTo>
                    <a:pt x="104775" y="0"/>
                  </a:lnTo>
                  <a:lnTo>
                    <a:pt x="105400" y="313"/>
                  </a:lnTo>
                  <a:lnTo>
                    <a:pt x="106964" y="1252"/>
                  </a:lnTo>
                  <a:lnTo>
                    <a:pt x="107903" y="2815"/>
                  </a:lnTo>
                  <a:lnTo>
                    <a:pt x="108215" y="3754"/>
                  </a:lnTo>
                  <a:lnTo>
                    <a:pt x="108215" y="4692"/>
                  </a:lnTo>
                  <a:lnTo>
                    <a:pt x="108215" y="74125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330"/>
            <p:cNvSpPr/>
            <p:nvPr/>
          </p:nvSpPr>
          <p:spPr>
            <a:xfrm>
              <a:off x="2285275" y="5054625"/>
              <a:ext cx="3041600" cy="375350"/>
            </a:xfrm>
            <a:custGeom>
              <a:rect b="b" l="l" r="r" t="t"/>
              <a:pathLst>
                <a:path extrusionOk="0" fill="none" h="15014" w="121664">
                  <a:moveTo>
                    <a:pt x="115409" y="15013"/>
                  </a:moveTo>
                  <a:lnTo>
                    <a:pt x="5943" y="15013"/>
                  </a:lnTo>
                  <a:lnTo>
                    <a:pt x="5943" y="15013"/>
                  </a:lnTo>
                  <a:lnTo>
                    <a:pt x="4692" y="15013"/>
                  </a:lnTo>
                  <a:lnTo>
                    <a:pt x="3753" y="14701"/>
                  </a:lnTo>
                  <a:lnTo>
                    <a:pt x="2502" y="14075"/>
                  </a:lnTo>
                  <a:lnTo>
                    <a:pt x="1564" y="13450"/>
                  </a:lnTo>
                  <a:lnTo>
                    <a:pt x="939" y="12511"/>
                  </a:lnTo>
                  <a:lnTo>
                    <a:pt x="313" y="11260"/>
                  </a:lnTo>
                  <a:lnTo>
                    <a:pt x="0" y="10322"/>
                  </a:lnTo>
                  <a:lnTo>
                    <a:pt x="0" y="9071"/>
                  </a:lnTo>
                  <a:lnTo>
                    <a:pt x="0" y="1"/>
                  </a:lnTo>
                  <a:lnTo>
                    <a:pt x="121664" y="1"/>
                  </a:lnTo>
                  <a:lnTo>
                    <a:pt x="121664" y="9071"/>
                  </a:lnTo>
                  <a:lnTo>
                    <a:pt x="121664" y="9071"/>
                  </a:lnTo>
                  <a:lnTo>
                    <a:pt x="121351" y="10322"/>
                  </a:lnTo>
                  <a:lnTo>
                    <a:pt x="121038" y="11260"/>
                  </a:lnTo>
                  <a:lnTo>
                    <a:pt x="120413" y="12511"/>
                  </a:lnTo>
                  <a:lnTo>
                    <a:pt x="119787" y="13450"/>
                  </a:lnTo>
                  <a:lnTo>
                    <a:pt x="118849" y="14075"/>
                  </a:lnTo>
                  <a:lnTo>
                    <a:pt x="117598" y="14701"/>
                  </a:lnTo>
                  <a:lnTo>
                    <a:pt x="116660" y="15013"/>
                  </a:lnTo>
                  <a:lnTo>
                    <a:pt x="115409" y="15013"/>
                  </a:lnTo>
                  <a:lnTo>
                    <a:pt x="115409" y="15013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330"/>
            <p:cNvSpPr/>
            <p:nvPr/>
          </p:nvSpPr>
          <p:spPr>
            <a:xfrm>
              <a:off x="3379925" y="3756675"/>
              <a:ext cx="844475" cy="836650"/>
            </a:xfrm>
            <a:custGeom>
              <a:rect b="b" l="l" r="r" t="t"/>
              <a:pathLst>
                <a:path extrusionOk="0" fill="none" h="33466" w="33779">
                  <a:moveTo>
                    <a:pt x="33779" y="16577"/>
                  </a:moveTo>
                  <a:lnTo>
                    <a:pt x="33779" y="16577"/>
                  </a:lnTo>
                  <a:lnTo>
                    <a:pt x="33466" y="20017"/>
                  </a:lnTo>
                  <a:lnTo>
                    <a:pt x="32215" y="23145"/>
                  </a:lnTo>
                  <a:lnTo>
                    <a:pt x="30964" y="25960"/>
                  </a:lnTo>
                  <a:lnTo>
                    <a:pt x="28775" y="28462"/>
                  </a:lnTo>
                  <a:lnTo>
                    <a:pt x="26273" y="30651"/>
                  </a:lnTo>
                  <a:lnTo>
                    <a:pt x="23458" y="32215"/>
                  </a:lnTo>
                  <a:lnTo>
                    <a:pt x="20330" y="33153"/>
                  </a:lnTo>
                  <a:lnTo>
                    <a:pt x="16890" y="33466"/>
                  </a:lnTo>
                  <a:lnTo>
                    <a:pt x="16890" y="33466"/>
                  </a:lnTo>
                  <a:lnTo>
                    <a:pt x="13449" y="33153"/>
                  </a:lnTo>
                  <a:lnTo>
                    <a:pt x="10322" y="32215"/>
                  </a:lnTo>
                  <a:lnTo>
                    <a:pt x="7507" y="30651"/>
                  </a:lnTo>
                  <a:lnTo>
                    <a:pt x="5005" y="28462"/>
                  </a:lnTo>
                  <a:lnTo>
                    <a:pt x="3128" y="25960"/>
                  </a:lnTo>
                  <a:lnTo>
                    <a:pt x="1564" y="23145"/>
                  </a:lnTo>
                  <a:lnTo>
                    <a:pt x="313" y="20017"/>
                  </a:lnTo>
                  <a:lnTo>
                    <a:pt x="1" y="16577"/>
                  </a:lnTo>
                  <a:lnTo>
                    <a:pt x="1" y="16577"/>
                  </a:lnTo>
                  <a:lnTo>
                    <a:pt x="313" y="13137"/>
                  </a:lnTo>
                  <a:lnTo>
                    <a:pt x="1564" y="10009"/>
                  </a:lnTo>
                  <a:lnTo>
                    <a:pt x="3128" y="7194"/>
                  </a:lnTo>
                  <a:lnTo>
                    <a:pt x="5005" y="4692"/>
                  </a:lnTo>
                  <a:lnTo>
                    <a:pt x="7507" y="2815"/>
                  </a:lnTo>
                  <a:lnTo>
                    <a:pt x="10322" y="1252"/>
                  </a:lnTo>
                  <a:lnTo>
                    <a:pt x="13449" y="313"/>
                  </a:lnTo>
                  <a:lnTo>
                    <a:pt x="16890" y="1"/>
                  </a:lnTo>
                  <a:lnTo>
                    <a:pt x="16890" y="1"/>
                  </a:lnTo>
                  <a:lnTo>
                    <a:pt x="20330" y="313"/>
                  </a:lnTo>
                  <a:lnTo>
                    <a:pt x="23458" y="1252"/>
                  </a:lnTo>
                  <a:lnTo>
                    <a:pt x="26273" y="2815"/>
                  </a:lnTo>
                  <a:lnTo>
                    <a:pt x="28775" y="4692"/>
                  </a:lnTo>
                  <a:lnTo>
                    <a:pt x="30964" y="7194"/>
                  </a:lnTo>
                  <a:lnTo>
                    <a:pt x="32215" y="10009"/>
                  </a:lnTo>
                  <a:lnTo>
                    <a:pt x="33466" y="13137"/>
                  </a:lnTo>
                  <a:lnTo>
                    <a:pt x="33779" y="16577"/>
                  </a:lnTo>
                  <a:lnTo>
                    <a:pt x="33779" y="16577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330"/>
            <p:cNvSpPr/>
            <p:nvPr/>
          </p:nvSpPr>
          <p:spPr>
            <a:xfrm>
              <a:off x="2824775" y="285025"/>
              <a:ext cx="1954775" cy="1211975"/>
            </a:xfrm>
            <a:custGeom>
              <a:rect b="b" l="l" r="r" t="t"/>
              <a:pathLst>
                <a:path extrusionOk="0" fill="none" h="48479" w="78191">
                  <a:moveTo>
                    <a:pt x="39096" y="48479"/>
                  </a:moveTo>
                  <a:lnTo>
                    <a:pt x="39096" y="48479"/>
                  </a:lnTo>
                  <a:lnTo>
                    <a:pt x="72874" y="48479"/>
                  </a:lnTo>
                  <a:lnTo>
                    <a:pt x="72874" y="48479"/>
                  </a:lnTo>
                  <a:lnTo>
                    <a:pt x="73812" y="48166"/>
                  </a:lnTo>
                  <a:lnTo>
                    <a:pt x="75063" y="47853"/>
                  </a:lnTo>
                  <a:lnTo>
                    <a:pt x="75689" y="47540"/>
                  </a:lnTo>
                  <a:lnTo>
                    <a:pt x="76627" y="46915"/>
                  </a:lnTo>
                  <a:lnTo>
                    <a:pt x="77252" y="45976"/>
                  </a:lnTo>
                  <a:lnTo>
                    <a:pt x="77878" y="45038"/>
                  </a:lnTo>
                  <a:lnTo>
                    <a:pt x="78191" y="44100"/>
                  </a:lnTo>
                  <a:lnTo>
                    <a:pt x="78191" y="43162"/>
                  </a:lnTo>
                  <a:lnTo>
                    <a:pt x="78191" y="43162"/>
                  </a:lnTo>
                  <a:lnTo>
                    <a:pt x="78191" y="41911"/>
                  </a:lnTo>
                  <a:lnTo>
                    <a:pt x="77878" y="40972"/>
                  </a:lnTo>
                  <a:lnTo>
                    <a:pt x="77252" y="40034"/>
                  </a:lnTo>
                  <a:lnTo>
                    <a:pt x="76627" y="39408"/>
                  </a:lnTo>
                  <a:lnTo>
                    <a:pt x="75689" y="38783"/>
                  </a:lnTo>
                  <a:lnTo>
                    <a:pt x="75063" y="38157"/>
                  </a:lnTo>
                  <a:lnTo>
                    <a:pt x="73812" y="37845"/>
                  </a:lnTo>
                  <a:lnTo>
                    <a:pt x="72874" y="37845"/>
                  </a:lnTo>
                  <a:lnTo>
                    <a:pt x="72874" y="37845"/>
                  </a:lnTo>
                  <a:lnTo>
                    <a:pt x="70059" y="37845"/>
                  </a:lnTo>
                  <a:lnTo>
                    <a:pt x="70059" y="37845"/>
                  </a:lnTo>
                  <a:lnTo>
                    <a:pt x="69433" y="31902"/>
                  </a:lnTo>
                  <a:lnTo>
                    <a:pt x="68808" y="25960"/>
                  </a:lnTo>
                  <a:lnTo>
                    <a:pt x="67557" y="18766"/>
                  </a:lnTo>
                  <a:lnTo>
                    <a:pt x="66619" y="15326"/>
                  </a:lnTo>
                  <a:lnTo>
                    <a:pt x="65680" y="11885"/>
                  </a:lnTo>
                  <a:lnTo>
                    <a:pt x="64429" y="8758"/>
                  </a:lnTo>
                  <a:lnTo>
                    <a:pt x="62866" y="5943"/>
                  </a:lnTo>
                  <a:lnTo>
                    <a:pt x="61302" y="3441"/>
                  </a:lnTo>
                  <a:lnTo>
                    <a:pt x="59112" y="1564"/>
                  </a:lnTo>
                  <a:lnTo>
                    <a:pt x="58174" y="939"/>
                  </a:lnTo>
                  <a:lnTo>
                    <a:pt x="56923" y="313"/>
                  </a:lnTo>
                  <a:lnTo>
                    <a:pt x="55672" y="1"/>
                  </a:lnTo>
                  <a:lnTo>
                    <a:pt x="54108" y="1"/>
                  </a:lnTo>
                  <a:lnTo>
                    <a:pt x="54108" y="1"/>
                  </a:lnTo>
                  <a:lnTo>
                    <a:pt x="52232" y="1"/>
                  </a:lnTo>
                  <a:lnTo>
                    <a:pt x="50355" y="626"/>
                  </a:lnTo>
                  <a:lnTo>
                    <a:pt x="47540" y="2190"/>
                  </a:lnTo>
                  <a:lnTo>
                    <a:pt x="45976" y="2815"/>
                  </a:lnTo>
                  <a:lnTo>
                    <a:pt x="44100" y="3754"/>
                  </a:lnTo>
                  <a:lnTo>
                    <a:pt x="41911" y="4066"/>
                  </a:lnTo>
                  <a:lnTo>
                    <a:pt x="39096" y="4379"/>
                  </a:lnTo>
                  <a:lnTo>
                    <a:pt x="39096" y="4379"/>
                  </a:lnTo>
                  <a:lnTo>
                    <a:pt x="36281" y="4066"/>
                  </a:lnTo>
                  <a:lnTo>
                    <a:pt x="34092" y="3754"/>
                  </a:lnTo>
                  <a:lnTo>
                    <a:pt x="32215" y="2815"/>
                  </a:lnTo>
                  <a:lnTo>
                    <a:pt x="30651" y="2190"/>
                  </a:lnTo>
                  <a:lnTo>
                    <a:pt x="27836" y="626"/>
                  </a:lnTo>
                  <a:lnTo>
                    <a:pt x="25960" y="1"/>
                  </a:lnTo>
                  <a:lnTo>
                    <a:pt x="24083" y="1"/>
                  </a:lnTo>
                  <a:lnTo>
                    <a:pt x="24083" y="1"/>
                  </a:lnTo>
                  <a:lnTo>
                    <a:pt x="22519" y="1"/>
                  </a:lnTo>
                  <a:lnTo>
                    <a:pt x="21268" y="313"/>
                  </a:lnTo>
                  <a:lnTo>
                    <a:pt x="20017" y="939"/>
                  </a:lnTo>
                  <a:lnTo>
                    <a:pt x="19079" y="1564"/>
                  </a:lnTo>
                  <a:lnTo>
                    <a:pt x="16890" y="3441"/>
                  </a:lnTo>
                  <a:lnTo>
                    <a:pt x="15326" y="5943"/>
                  </a:lnTo>
                  <a:lnTo>
                    <a:pt x="13762" y="8758"/>
                  </a:lnTo>
                  <a:lnTo>
                    <a:pt x="12511" y="11885"/>
                  </a:lnTo>
                  <a:lnTo>
                    <a:pt x="11573" y="15326"/>
                  </a:lnTo>
                  <a:lnTo>
                    <a:pt x="10635" y="18766"/>
                  </a:lnTo>
                  <a:lnTo>
                    <a:pt x="9384" y="25960"/>
                  </a:lnTo>
                  <a:lnTo>
                    <a:pt x="8758" y="31902"/>
                  </a:lnTo>
                  <a:lnTo>
                    <a:pt x="8132" y="37845"/>
                  </a:lnTo>
                  <a:lnTo>
                    <a:pt x="8132" y="37845"/>
                  </a:lnTo>
                  <a:lnTo>
                    <a:pt x="5318" y="37845"/>
                  </a:lnTo>
                  <a:lnTo>
                    <a:pt x="5318" y="37845"/>
                  </a:lnTo>
                  <a:lnTo>
                    <a:pt x="4379" y="37845"/>
                  </a:lnTo>
                  <a:lnTo>
                    <a:pt x="3128" y="38157"/>
                  </a:lnTo>
                  <a:lnTo>
                    <a:pt x="2503" y="38783"/>
                  </a:lnTo>
                  <a:lnTo>
                    <a:pt x="1565" y="39408"/>
                  </a:lnTo>
                  <a:lnTo>
                    <a:pt x="939" y="40034"/>
                  </a:lnTo>
                  <a:lnTo>
                    <a:pt x="313" y="40972"/>
                  </a:lnTo>
                  <a:lnTo>
                    <a:pt x="313" y="41911"/>
                  </a:lnTo>
                  <a:lnTo>
                    <a:pt x="1" y="43162"/>
                  </a:lnTo>
                  <a:lnTo>
                    <a:pt x="1" y="43162"/>
                  </a:lnTo>
                  <a:lnTo>
                    <a:pt x="313" y="44100"/>
                  </a:lnTo>
                  <a:lnTo>
                    <a:pt x="313" y="45038"/>
                  </a:lnTo>
                  <a:lnTo>
                    <a:pt x="939" y="45976"/>
                  </a:lnTo>
                  <a:lnTo>
                    <a:pt x="1565" y="46915"/>
                  </a:lnTo>
                  <a:lnTo>
                    <a:pt x="2503" y="47540"/>
                  </a:lnTo>
                  <a:lnTo>
                    <a:pt x="3128" y="47853"/>
                  </a:lnTo>
                  <a:lnTo>
                    <a:pt x="4379" y="48166"/>
                  </a:lnTo>
                  <a:lnTo>
                    <a:pt x="5318" y="48479"/>
                  </a:lnTo>
                  <a:lnTo>
                    <a:pt x="5318" y="48479"/>
                  </a:lnTo>
                  <a:lnTo>
                    <a:pt x="39096" y="48479"/>
                  </a:lnTo>
                  <a:lnTo>
                    <a:pt x="39096" y="48479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330"/>
            <p:cNvSpPr/>
            <p:nvPr/>
          </p:nvSpPr>
          <p:spPr>
            <a:xfrm>
              <a:off x="1949050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20017" y="76314"/>
                  </a:moveTo>
                  <a:lnTo>
                    <a:pt x="20017" y="76314"/>
                  </a:lnTo>
                  <a:lnTo>
                    <a:pt x="12511" y="69121"/>
                  </a:lnTo>
                  <a:lnTo>
                    <a:pt x="3128" y="59425"/>
                  </a:lnTo>
                  <a:lnTo>
                    <a:pt x="3128" y="59425"/>
                  </a:lnTo>
                  <a:lnTo>
                    <a:pt x="1877" y="58487"/>
                  </a:lnTo>
                  <a:lnTo>
                    <a:pt x="1252" y="57236"/>
                  </a:lnTo>
                  <a:lnTo>
                    <a:pt x="626" y="55672"/>
                  </a:lnTo>
                  <a:lnTo>
                    <a:pt x="1" y="54108"/>
                  </a:lnTo>
                  <a:lnTo>
                    <a:pt x="1" y="51919"/>
                  </a:lnTo>
                  <a:lnTo>
                    <a:pt x="1" y="49730"/>
                  </a:lnTo>
                  <a:lnTo>
                    <a:pt x="313" y="46915"/>
                  </a:lnTo>
                  <a:lnTo>
                    <a:pt x="939" y="43787"/>
                  </a:lnTo>
                  <a:lnTo>
                    <a:pt x="939" y="43787"/>
                  </a:lnTo>
                  <a:lnTo>
                    <a:pt x="8445" y="7820"/>
                  </a:lnTo>
                  <a:lnTo>
                    <a:pt x="8445" y="7820"/>
                  </a:lnTo>
                  <a:lnTo>
                    <a:pt x="8758" y="5630"/>
                  </a:lnTo>
                  <a:lnTo>
                    <a:pt x="9383" y="4066"/>
                  </a:lnTo>
                  <a:lnTo>
                    <a:pt x="10322" y="2815"/>
                  </a:lnTo>
                  <a:lnTo>
                    <a:pt x="11260" y="1877"/>
                  </a:lnTo>
                  <a:lnTo>
                    <a:pt x="12511" y="939"/>
                  </a:lnTo>
                  <a:lnTo>
                    <a:pt x="14075" y="626"/>
                  </a:lnTo>
                  <a:lnTo>
                    <a:pt x="15951" y="313"/>
                  </a:lnTo>
                  <a:lnTo>
                    <a:pt x="17828" y="1"/>
                  </a:lnTo>
                  <a:lnTo>
                    <a:pt x="17828" y="1"/>
                  </a:lnTo>
                  <a:lnTo>
                    <a:pt x="3596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330"/>
            <p:cNvSpPr/>
            <p:nvPr/>
          </p:nvSpPr>
          <p:spPr>
            <a:xfrm>
              <a:off x="2566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33779" y="50980"/>
                  </a:moveTo>
                  <a:lnTo>
                    <a:pt x="1" y="0"/>
                  </a:lnTo>
                  <a:lnTo>
                    <a:pt x="25334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330"/>
            <p:cNvSpPr/>
            <p:nvPr/>
          </p:nvSpPr>
          <p:spPr>
            <a:xfrm>
              <a:off x="29889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7828" y="2721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330"/>
            <p:cNvSpPr/>
            <p:nvPr/>
          </p:nvSpPr>
          <p:spPr>
            <a:xfrm>
              <a:off x="4771725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15951" y="76314"/>
                  </a:moveTo>
                  <a:lnTo>
                    <a:pt x="15951" y="76314"/>
                  </a:lnTo>
                  <a:lnTo>
                    <a:pt x="23457" y="69121"/>
                  </a:lnTo>
                  <a:lnTo>
                    <a:pt x="32840" y="59425"/>
                  </a:lnTo>
                  <a:lnTo>
                    <a:pt x="32840" y="59425"/>
                  </a:lnTo>
                  <a:lnTo>
                    <a:pt x="34091" y="58487"/>
                  </a:lnTo>
                  <a:lnTo>
                    <a:pt x="34716" y="57236"/>
                  </a:lnTo>
                  <a:lnTo>
                    <a:pt x="35342" y="55672"/>
                  </a:lnTo>
                  <a:lnTo>
                    <a:pt x="35967" y="54108"/>
                  </a:lnTo>
                  <a:lnTo>
                    <a:pt x="35967" y="51919"/>
                  </a:lnTo>
                  <a:lnTo>
                    <a:pt x="35967" y="49730"/>
                  </a:lnTo>
                  <a:lnTo>
                    <a:pt x="35655" y="46915"/>
                  </a:lnTo>
                  <a:lnTo>
                    <a:pt x="35029" y="43787"/>
                  </a:lnTo>
                  <a:lnTo>
                    <a:pt x="35029" y="43787"/>
                  </a:lnTo>
                  <a:lnTo>
                    <a:pt x="27523" y="7820"/>
                  </a:lnTo>
                  <a:lnTo>
                    <a:pt x="27523" y="7820"/>
                  </a:lnTo>
                  <a:lnTo>
                    <a:pt x="27210" y="5630"/>
                  </a:lnTo>
                  <a:lnTo>
                    <a:pt x="26585" y="4066"/>
                  </a:lnTo>
                  <a:lnTo>
                    <a:pt x="25646" y="2815"/>
                  </a:lnTo>
                  <a:lnTo>
                    <a:pt x="24708" y="1877"/>
                  </a:lnTo>
                  <a:lnTo>
                    <a:pt x="23457" y="939"/>
                  </a:lnTo>
                  <a:lnTo>
                    <a:pt x="21893" y="626"/>
                  </a:lnTo>
                  <a:lnTo>
                    <a:pt x="20017" y="313"/>
                  </a:lnTo>
                  <a:lnTo>
                    <a:pt x="18140" y="1"/>
                  </a:lnTo>
                  <a:lnTo>
                    <a:pt x="18140" y="1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330"/>
            <p:cNvSpPr/>
            <p:nvPr/>
          </p:nvSpPr>
          <p:spPr>
            <a:xfrm>
              <a:off x="4208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0" y="50980"/>
                  </a:moveTo>
                  <a:lnTo>
                    <a:pt x="33778" y="0"/>
                  </a:lnTo>
                  <a:lnTo>
                    <a:pt x="8445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330"/>
            <p:cNvSpPr/>
            <p:nvPr/>
          </p:nvSpPr>
          <p:spPr>
            <a:xfrm>
              <a:off x="41852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" y="27211"/>
                  </a:moveTo>
                  <a:lnTo>
                    <a:pt x="1782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330"/>
            <p:cNvSpPr/>
            <p:nvPr/>
          </p:nvSpPr>
          <p:spPr>
            <a:xfrm>
              <a:off x="3028075" y="1231125"/>
              <a:ext cx="1548175" cy="25"/>
            </a:xfrm>
            <a:custGeom>
              <a:rect b="b" l="l" r="r" t="t"/>
              <a:pathLst>
                <a:path extrusionOk="0" fill="none" h="1" w="61927">
                  <a:moveTo>
                    <a:pt x="0" y="1"/>
                  </a:moveTo>
                  <a:lnTo>
                    <a:pt x="61927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330"/>
            <p:cNvSpPr/>
            <p:nvPr/>
          </p:nvSpPr>
          <p:spPr>
            <a:xfrm>
              <a:off x="3161000" y="1504800"/>
              <a:ext cx="1282350" cy="1047775"/>
            </a:xfrm>
            <a:custGeom>
              <a:rect b="b" l="l" r="r" t="t"/>
              <a:pathLst>
                <a:path extrusionOk="0" fill="none" h="41911" w="51294">
                  <a:moveTo>
                    <a:pt x="51293" y="0"/>
                  </a:moveTo>
                  <a:lnTo>
                    <a:pt x="51293" y="0"/>
                  </a:lnTo>
                  <a:lnTo>
                    <a:pt x="51293" y="3753"/>
                  </a:lnTo>
                  <a:lnTo>
                    <a:pt x="51293" y="3753"/>
                  </a:lnTo>
                  <a:lnTo>
                    <a:pt x="51293" y="7819"/>
                  </a:lnTo>
                  <a:lnTo>
                    <a:pt x="50980" y="11572"/>
                  </a:lnTo>
                  <a:lnTo>
                    <a:pt x="50355" y="15326"/>
                  </a:lnTo>
                  <a:lnTo>
                    <a:pt x="49417" y="18766"/>
                  </a:lnTo>
                  <a:lnTo>
                    <a:pt x="48165" y="21894"/>
                  </a:lnTo>
                  <a:lnTo>
                    <a:pt x="46914" y="25021"/>
                  </a:lnTo>
                  <a:lnTo>
                    <a:pt x="45663" y="28149"/>
                  </a:lnTo>
                  <a:lnTo>
                    <a:pt x="43787" y="30651"/>
                  </a:lnTo>
                  <a:lnTo>
                    <a:pt x="41910" y="33153"/>
                  </a:lnTo>
                  <a:lnTo>
                    <a:pt x="40034" y="35342"/>
                  </a:lnTo>
                  <a:lnTo>
                    <a:pt x="37844" y="37219"/>
                  </a:lnTo>
                  <a:lnTo>
                    <a:pt x="35655" y="39095"/>
                  </a:lnTo>
                  <a:lnTo>
                    <a:pt x="33466" y="40347"/>
                  </a:lnTo>
                  <a:lnTo>
                    <a:pt x="30964" y="41285"/>
                  </a:lnTo>
                  <a:lnTo>
                    <a:pt x="28149" y="41598"/>
                  </a:lnTo>
                  <a:lnTo>
                    <a:pt x="25647" y="41910"/>
                  </a:lnTo>
                  <a:lnTo>
                    <a:pt x="25647" y="41910"/>
                  </a:lnTo>
                  <a:lnTo>
                    <a:pt x="23145" y="41598"/>
                  </a:lnTo>
                  <a:lnTo>
                    <a:pt x="20330" y="41285"/>
                  </a:lnTo>
                  <a:lnTo>
                    <a:pt x="18141" y="40347"/>
                  </a:lnTo>
                  <a:lnTo>
                    <a:pt x="15638" y="39095"/>
                  </a:lnTo>
                  <a:lnTo>
                    <a:pt x="13449" y="37219"/>
                  </a:lnTo>
                  <a:lnTo>
                    <a:pt x="11260" y="35342"/>
                  </a:lnTo>
                  <a:lnTo>
                    <a:pt x="9383" y="33153"/>
                  </a:lnTo>
                  <a:lnTo>
                    <a:pt x="7507" y="30651"/>
                  </a:lnTo>
                  <a:lnTo>
                    <a:pt x="5630" y="28149"/>
                  </a:lnTo>
                  <a:lnTo>
                    <a:pt x="4379" y="25021"/>
                  </a:lnTo>
                  <a:lnTo>
                    <a:pt x="3128" y="21894"/>
                  </a:lnTo>
                  <a:lnTo>
                    <a:pt x="1877" y="18766"/>
                  </a:lnTo>
                  <a:lnTo>
                    <a:pt x="939" y="15326"/>
                  </a:lnTo>
                  <a:lnTo>
                    <a:pt x="313" y="11572"/>
                  </a:lnTo>
                  <a:lnTo>
                    <a:pt x="0" y="7819"/>
                  </a:lnTo>
                  <a:lnTo>
                    <a:pt x="0" y="3753"/>
                  </a:lnTo>
                  <a:lnTo>
                    <a:pt x="0" y="3753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4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332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3 Recap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196" name="Google Shape;3196;p332"/>
          <p:cNvSpPr txBox="1"/>
          <p:nvPr>
            <p:ph idx="4294967295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Let’s recap what we’ve covered so far:</a:t>
            </a:r>
            <a:endParaRPr/>
          </a:p>
        </p:txBody>
      </p:sp>
      <p:sp>
        <p:nvSpPr>
          <p:cNvPr id="3197" name="Google Shape;3197;p332"/>
          <p:cNvSpPr/>
          <p:nvPr/>
        </p:nvSpPr>
        <p:spPr>
          <a:xfrm flipH="1" rot="10800000">
            <a:off x="4617250" y="1230803"/>
            <a:ext cx="4252500" cy="2325900"/>
          </a:xfrm>
          <a:prstGeom prst="round2DiagRect">
            <a:avLst>
              <a:gd fmla="val 0" name="adj1"/>
              <a:gd fmla="val 17764" name="adj2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8" name="Google Shape;3198;p332"/>
          <p:cNvSpPr txBox="1"/>
          <p:nvPr/>
        </p:nvSpPr>
        <p:spPr>
          <a:xfrm>
            <a:off x="5249000" y="1668450"/>
            <a:ext cx="33588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then learned about a popular C2 framework called </a:t>
            </a: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Metasploit</a:t>
            </a:r>
            <a:r>
              <a:rPr b="0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how it can be used to: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304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 for potential exploits.</a:t>
            </a:r>
            <a:endParaRPr b="0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9304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600"/>
              <a:buFont typeface="Roboto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Run the potential exploits.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9" name="Google Shape;3199;p332"/>
          <p:cNvSpPr/>
          <p:nvPr/>
        </p:nvSpPr>
        <p:spPr>
          <a:xfrm>
            <a:off x="293175" y="1239424"/>
            <a:ext cx="4252500" cy="2325900"/>
          </a:xfrm>
          <a:prstGeom prst="round2DiagRect">
            <a:avLst>
              <a:gd fmla="val 0" name="adj1"/>
              <a:gd fmla="val 17764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0" name="Google Shape;3200;p332"/>
          <p:cNvSpPr txBox="1"/>
          <p:nvPr/>
        </p:nvSpPr>
        <p:spPr>
          <a:xfrm>
            <a:off x="598450" y="1668438"/>
            <a:ext cx="3403800" cy="13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We introduced C2 frameworks and learned how pen testers utilize their tools and features to conduct various aspects of pen tests.</a:t>
            </a:r>
            <a:endParaRPr b="0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01" name="Google Shape;3201;p332"/>
          <p:cNvGrpSpPr/>
          <p:nvPr/>
        </p:nvGrpSpPr>
        <p:grpSpPr>
          <a:xfrm>
            <a:off x="4200633" y="2190589"/>
            <a:ext cx="759398" cy="722831"/>
            <a:chOff x="4858109" y="2631368"/>
            <a:chExt cx="316442" cy="315000"/>
          </a:xfrm>
        </p:grpSpPr>
        <p:sp>
          <p:nvSpPr>
            <p:cNvPr id="3202" name="Google Shape;3202;p332"/>
            <p:cNvSpPr/>
            <p:nvPr/>
          </p:nvSpPr>
          <p:spPr>
            <a:xfrm>
              <a:off x="4859551" y="2631368"/>
              <a:ext cx="315000" cy="31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332"/>
            <p:cNvSpPr/>
            <p:nvPr/>
          </p:nvSpPr>
          <p:spPr>
            <a:xfrm>
              <a:off x="4858109" y="2739300"/>
              <a:ext cx="239100" cy="99000"/>
            </a:xfrm>
            <a:prstGeom prst="rightArrow">
              <a:avLst>
                <a:gd fmla="val 32020" name="adj1"/>
                <a:gd fmla="val 66970" name="adj2"/>
              </a:avLst>
            </a:pr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b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4" name="Google Shape;3204;p332"/>
          <p:cNvSpPr/>
          <p:nvPr/>
        </p:nvSpPr>
        <p:spPr>
          <a:xfrm>
            <a:off x="4981700" y="3885375"/>
            <a:ext cx="4162200" cy="7626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00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Getting a shell on a machine is only the first part of having full control over the system.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5" name="Google Shape;3205;p332"/>
          <p:cNvSpPr/>
          <p:nvPr/>
        </p:nvSpPr>
        <p:spPr>
          <a:xfrm>
            <a:off x="4617250" y="3885375"/>
            <a:ext cx="759300" cy="75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6" name="Google Shape;3206;p3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668" y="3998175"/>
            <a:ext cx="563513" cy="5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333"/>
          <p:cNvSpPr/>
          <p:nvPr/>
        </p:nvSpPr>
        <p:spPr>
          <a:xfrm>
            <a:off x="9525" y="-3475"/>
            <a:ext cx="9144000" cy="514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2" name="Google Shape;3212;p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300" y="-3528"/>
            <a:ext cx="9143999" cy="51469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3" name="Google Shape;3213;p333"/>
          <p:cNvGrpSpPr/>
          <p:nvPr/>
        </p:nvGrpSpPr>
        <p:grpSpPr>
          <a:xfrm>
            <a:off x="2353925" y="1732750"/>
            <a:ext cx="6426225" cy="3037525"/>
            <a:chOff x="256675" y="1776000"/>
            <a:chExt cx="6426225" cy="3037525"/>
          </a:xfrm>
        </p:grpSpPr>
        <p:sp>
          <p:nvSpPr>
            <p:cNvPr id="3214" name="Google Shape;3214;p333"/>
            <p:cNvSpPr txBox="1"/>
            <p:nvPr/>
          </p:nvSpPr>
          <p:spPr>
            <a:xfrm>
              <a:off x="256675" y="4425625"/>
              <a:ext cx="1428900" cy="38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27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Planning and Reconnaissance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215" name="Google Shape;3215;p333"/>
            <p:cNvSpPr txBox="1"/>
            <p:nvPr/>
          </p:nvSpPr>
          <p:spPr>
            <a:xfrm>
              <a:off x="1548775" y="3706975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Scanning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216" name="Google Shape;3216;p333"/>
            <p:cNvSpPr txBox="1"/>
            <p:nvPr/>
          </p:nvSpPr>
          <p:spPr>
            <a:xfrm>
              <a:off x="2694200" y="3051625"/>
              <a:ext cx="1536300" cy="44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91425" lIns="91425" spcFirstLastPara="1" rIns="91425" wrap="square" tIns="118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Exploitation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217" name="Google Shape;3217;p333"/>
            <p:cNvSpPr txBox="1"/>
            <p:nvPr/>
          </p:nvSpPr>
          <p:spPr>
            <a:xfrm>
              <a:off x="3955250" y="2422550"/>
              <a:ext cx="1524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Post Exploitation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3218" name="Google Shape;3218;p333"/>
            <p:cNvSpPr txBox="1"/>
            <p:nvPr/>
          </p:nvSpPr>
          <p:spPr>
            <a:xfrm>
              <a:off x="5254000" y="1776000"/>
              <a:ext cx="14289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Reporting</a:t>
              </a:r>
              <a:endParaRPr b="0" i="0" sz="13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3219" name="Google Shape;3219;p333"/>
          <p:cNvSpPr/>
          <p:nvPr/>
        </p:nvSpPr>
        <p:spPr>
          <a:xfrm>
            <a:off x="2085950" y="4342125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Planning and </a:t>
            </a:r>
            <a:r>
              <a:rPr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reconnaissance</a:t>
            </a: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0" name="Google Shape;3220;p333"/>
          <p:cNvSpPr/>
          <p:nvPr/>
        </p:nvSpPr>
        <p:spPr>
          <a:xfrm>
            <a:off x="3432475" y="3670171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Scanning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1" name="Google Shape;3221;p333"/>
          <p:cNvSpPr/>
          <p:nvPr/>
        </p:nvSpPr>
        <p:spPr>
          <a:xfrm>
            <a:off x="4787350" y="2975444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Exploitation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2" name="Google Shape;3222;p333"/>
          <p:cNvSpPr/>
          <p:nvPr/>
        </p:nvSpPr>
        <p:spPr>
          <a:xfrm>
            <a:off x="5841150" y="2328592"/>
            <a:ext cx="1876500" cy="4863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Post exploitation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3" name="Google Shape;3223;p333"/>
          <p:cNvSpPr/>
          <p:nvPr/>
        </p:nvSpPr>
        <p:spPr>
          <a:xfrm>
            <a:off x="7062175" y="1674202"/>
            <a:ext cx="1876500" cy="486300"/>
          </a:xfrm>
          <a:prstGeom prst="roundRect">
            <a:avLst>
              <a:gd fmla="val 0" name="adj"/>
            </a:avLst>
          </a:prstGeom>
          <a:solidFill>
            <a:srgbClr val="A9B7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Reporting</a:t>
            </a:r>
            <a:endParaRPr i="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4" name="Google Shape;3224;p333"/>
          <p:cNvSpPr txBox="1"/>
          <p:nvPr>
            <p:ph idx="4294967295" type="subTitle"/>
          </p:nvPr>
        </p:nvSpPr>
        <p:spPr>
          <a:xfrm>
            <a:off x="269175" y="2077925"/>
            <a:ext cx="2886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last activity you completed was part of the Exploitation phase.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Next, we’ll focus on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Post Exploitation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/>
              <a:t>phase.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/>
          </a:p>
        </p:txBody>
      </p:sp>
      <p:sp>
        <p:nvSpPr>
          <p:cNvPr id="3225" name="Google Shape;3225;p333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9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33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4: Post Exploitation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p334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Post Exploitation involves multiple steps, typically used to accomplish the following tasks:</a:t>
            </a:r>
            <a:endParaRPr sz="1600"/>
          </a:p>
        </p:txBody>
      </p:sp>
      <p:grpSp>
        <p:nvGrpSpPr>
          <p:cNvPr id="3232" name="Google Shape;3232;p334"/>
          <p:cNvGrpSpPr/>
          <p:nvPr/>
        </p:nvGrpSpPr>
        <p:grpSpPr>
          <a:xfrm>
            <a:off x="294372" y="207414"/>
            <a:ext cx="325664" cy="499575"/>
            <a:chOff x="1949050" y="285025"/>
            <a:chExt cx="3721875" cy="5144950"/>
          </a:xfrm>
        </p:grpSpPr>
        <p:sp>
          <p:nvSpPr>
            <p:cNvPr id="3233" name="Google Shape;3233;p334"/>
            <p:cNvSpPr/>
            <p:nvPr/>
          </p:nvSpPr>
          <p:spPr>
            <a:xfrm>
              <a:off x="2449475" y="3201525"/>
              <a:ext cx="2705400" cy="1853125"/>
            </a:xfrm>
            <a:custGeom>
              <a:rect b="b" l="l" r="r" t="t"/>
              <a:pathLst>
                <a:path extrusionOk="0" fill="none" h="74125" w="108216">
                  <a:moveTo>
                    <a:pt x="108215" y="74125"/>
                  </a:moveTo>
                  <a:lnTo>
                    <a:pt x="0" y="74125"/>
                  </a:lnTo>
                  <a:lnTo>
                    <a:pt x="0" y="4692"/>
                  </a:lnTo>
                  <a:lnTo>
                    <a:pt x="0" y="4692"/>
                  </a:lnTo>
                  <a:lnTo>
                    <a:pt x="0" y="3754"/>
                  </a:lnTo>
                  <a:lnTo>
                    <a:pt x="313" y="2815"/>
                  </a:lnTo>
                  <a:lnTo>
                    <a:pt x="1251" y="1252"/>
                  </a:lnTo>
                  <a:lnTo>
                    <a:pt x="2815" y="313"/>
                  </a:lnTo>
                  <a:lnTo>
                    <a:pt x="3441" y="0"/>
                  </a:lnTo>
                  <a:lnTo>
                    <a:pt x="4379" y="0"/>
                  </a:lnTo>
                  <a:lnTo>
                    <a:pt x="103837" y="0"/>
                  </a:lnTo>
                  <a:lnTo>
                    <a:pt x="103837" y="0"/>
                  </a:lnTo>
                  <a:lnTo>
                    <a:pt x="104775" y="0"/>
                  </a:lnTo>
                  <a:lnTo>
                    <a:pt x="105400" y="313"/>
                  </a:lnTo>
                  <a:lnTo>
                    <a:pt x="106964" y="1252"/>
                  </a:lnTo>
                  <a:lnTo>
                    <a:pt x="107903" y="2815"/>
                  </a:lnTo>
                  <a:lnTo>
                    <a:pt x="108215" y="3754"/>
                  </a:lnTo>
                  <a:lnTo>
                    <a:pt x="108215" y="4692"/>
                  </a:lnTo>
                  <a:lnTo>
                    <a:pt x="108215" y="74125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334"/>
            <p:cNvSpPr/>
            <p:nvPr/>
          </p:nvSpPr>
          <p:spPr>
            <a:xfrm>
              <a:off x="2285275" y="5054625"/>
              <a:ext cx="3041600" cy="375350"/>
            </a:xfrm>
            <a:custGeom>
              <a:rect b="b" l="l" r="r" t="t"/>
              <a:pathLst>
                <a:path extrusionOk="0" fill="none" h="15014" w="121664">
                  <a:moveTo>
                    <a:pt x="115409" y="15013"/>
                  </a:moveTo>
                  <a:lnTo>
                    <a:pt x="5943" y="15013"/>
                  </a:lnTo>
                  <a:lnTo>
                    <a:pt x="5943" y="15013"/>
                  </a:lnTo>
                  <a:lnTo>
                    <a:pt x="4692" y="15013"/>
                  </a:lnTo>
                  <a:lnTo>
                    <a:pt x="3753" y="14701"/>
                  </a:lnTo>
                  <a:lnTo>
                    <a:pt x="2502" y="14075"/>
                  </a:lnTo>
                  <a:lnTo>
                    <a:pt x="1564" y="13450"/>
                  </a:lnTo>
                  <a:lnTo>
                    <a:pt x="939" y="12511"/>
                  </a:lnTo>
                  <a:lnTo>
                    <a:pt x="313" y="11260"/>
                  </a:lnTo>
                  <a:lnTo>
                    <a:pt x="0" y="10322"/>
                  </a:lnTo>
                  <a:lnTo>
                    <a:pt x="0" y="9071"/>
                  </a:lnTo>
                  <a:lnTo>
                    <a:pt x="0" y="1"/>
                  </a:lnTo>
                  <a:lnTo>
                    <a:pt x="121664" y="1"/>
                  </a:lnTo>
                  <a:lnTo>
                    <a:pt x="121664" y="9071"/>
                  </a:lnTo>
                  <a:lnTo>
                    <a:pt x="121664" y="9071"/>
                  </a:lnTo>
                  <a:lnTo>
                    <a:pt x="121351" y="10322"/>
                  </a:lnTo>
                  <a:lnTo>
                    <a:pt x="121038" y="11260"/>
                  </a:lnTo>
                  <a:lnTo>
                    <a:pt x="120413" y="12511"/>
                  </a:lnTo>
                  <a:lnTo>
                    <a:pt x="119787" y="13450"/>
                  </a:lnTo>
                  <a:lnTo>
                    <a:pt x="118849" y="14075"/>
                  </a:lnTo>
                  <a:lnTo>
                    <a:pt x="117598" y="14701"/>
                  </a:lnTo>
                  <a:lnTo>
                    <a:pt x="116660" y="15013"/>
                  </a:lnTo>
                  <a:lnTo>
                    <a:pt x="115409" y="15013"/>
                  </a:lnTo>
                  <a:lnTo>
                    <a:pt x="115409" y="15013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334"/>
            <p:cNvSpPr/>
            <p:nvPr/>
          </p:nvSpPr>
          <p:spPr>
            <a:xfrm>
              <a:off x="3379925" y="3756675"/>
              <a:ext cx="844475" cy="836650"/>
            </a:xfrm>
            <a:custGeom>
              <a:rect b="b" l="l" r="r" t="t"/>
              <a:pathLst>
                <a:path extrusionOk="0" fill="none" h="33466" w="33779">
                  <a:moveTo>
                    <a:pt x="33779" y="16577"/>
                  </a:moveTo>
                  <a:lnTo>
                    <a:pt x="33779" y="16577"/>
                  </a:lnTo>
                  <a:lnTo>
                    <a:pt x="33466" y="20017"/>
                  </a:lnTo>
                  <a:lnTo>
                    <a:pt x="32215" y="23145"/>
                  </a:lnTo>
                  <a:lnTo>
                    <a:pt x="30964" y="25960"/>
                  </a:lnTo>
                  <a:lnTo>
                    <a:pt x="28775" y="28462"/>
                  </a:lnTo>
                  <a:lnTo>
                    <a:pt x="26273" y="30651"/>
                  </a:lnTo>
                  <a:lnTo>
                    <a:pt x="23458" y="32215"/>
                  </a:lnTo>
                  <a:lnTo>
                    <a:pt x="20330" y="33153"/>
                  </a:lnTo>
                  <a:lnTo>
                    <a:pt x="16890" y="33466"/>
                  </a:lnTo>
                  <a:lnTo>
                    <a:pt x="16890" y="33466"/>
                  </a:lnTo>
                  <a:lnTo>
                    <a:pt x="13449" y="33153"/>
                  </a:lnTo>
                  <a:lnTo>
                    <a:pt x="10322" y="32215"/>
                  </a:lnTo>
                  <a:lnTo>
                    <a:pt x="7507" y="30651"/>
                  </a:lnTo>
                  <a:lnTo>
                    <a:pt x="5005" y="28462"/>
                  </a:lnTo>
                  <a:lnTo>
                    <a:pt x="3128" y="25960"/>
                  </a:lnTo>
                  <a:lnTo>
                    <a:pt x="1564" y="23145"/>
                  </a:lnTo>
                  <a:lnTo>
                    <a:pt x="313" y="20017"/>
                  </a:lnTo>
                  <a:lnTo>
                    <a:pt x="1" y="16577"/>
                  </a:lnTo>
                  <a:lnTo>
                    <a:pt x="1" y="16577"/>
                  </a:lnTo>
                  <a:lnTo>
                    <a:pt x="313" y="13137"/>
                  </a:lnTo>
                  <a:lnTo>
                    <a:pt x="1564" y="10009"/>
                  </a:lnTo>
                  <a:lnTo>
                    <a:pt x="3128" y="7194"/>
                  </a:lnTo>
                  <a:lnTo>
                    <a:pt x="5005" y="4692"/>
                  </a:lnTo>
                  <a:lnTo>
                    <a:pt x="7507" y="2815"/>
                  </a:lnTo>
                  <a:lnTo>
                    <a:pt x="10322" y="1252"/>
                  </a:lnTo>
                  <a:lnTo>
                    <a:pt x="13449" y="313"/>
                  </a:lnTo>
                  <a:lnTo>
                    <a:pt x="16890" y="1"/>
                  </a:lnTo>
                  <a:lnTo>
                    <a:pt x="16890" y="1"/>
                  </a:lnTo>
                  <a:lnTo>
                    <a:pt x="20330" y="313"/>
                  </a:lnTo>
                  <a:lnTo>
                    <a:pt x="23458" y="1252"/>
                  </a:lnTo>
                  <a:lnTo>
                    <a:pt x="26273" y="2815"/>
                  </a:lnTo>
                  <a:lnTo>
                    <a:pt x="28775" y="4692"/>
                  </a:lnTo>
                  <a:lnTo>
                    <a:pt x="30964" y="7194"/>
                  </a:lnTo>
                  <a:lnTo>
                    <a:pt x="32215" y="10009"/>
                  </a:lnTo>
                  <a:lnTo>
                    <a:pt x="33466" y="13137"/>
                  </a:lnTo>
                  <a:lnTo>
                    <a:pt x="33779" y="16577"/>
                  </a:lnTo>
                  <a:lnTo>
                    <a:pt x="33779" y="16577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334"/>
            <p:cNvSpPr/>
            <p:nvPr/>
          </p:nvSpPr>
          <p:spPr>
            <a:xfrm>
              <a:off x="2824775" y="285025"/>
              <a:ext cx="1954775" cy="1211975"/>
            </a:xfrm>
            <a:custGeom>
              <a:rect b="b" l="l" r="r" t="t"/>
              <a:pathLst>
                <a:path extrusionOk="0" fill="none" h="48479" w="78191">
                  <a:moveTo>
                    <a:pt x="39096" y="48479"/>
                  </a:moveTo>
                  <a:lnTo>
                    <a:pt x="39096" y="48479"/>
                  </a:lnTo>
                  <a:lnTo>
                    <a:pt x="72874" y="48479"/>
                  </a:lnTo>
                  <a:lnTo>
                    <a:pt x="72874" y="48479"/>
                  </a:lnTo>
                  <a:lnTo>
                    <a:pt x="73812" y="48166"/>
                  </a:lnTo>
                  <a:lnTo>
                    <a:pt x="75063" y="47853"/>
                  </a:lnTo>
                  <a:lnTo>
                    <a:pt x="75689" y="47540"/>
                  </a:lnTo>
                  <a:lnTo>
                    <a:pt x="76627" y="46915"/>
                  </a:lnTo>
                  <a:lnTo>
                    <a:pt x="77252" y="45976"/>
                  </a:lnTo>
                  <a:lnTo>
                    <a:pt x="77878" y="45038"/>
                  </a:lnTo>
                  <a:lnTo>
                    <a:pt x="78191" y="44100"/>
                  </a:lnTo>
                  <a:lnTo>
                    <a:pt x="78191" y="43162"/>
                  </a:lnTo>
                  <a:lnTo>
                    <a:pt x="78191" y="43162"/>
                  </a:lnTo>
                  <a:lnTo>
                    <a:pt x="78191" y="41911"/>
                  </a:lnTo>
                  <a:lnTo>
                    <a:pt x="77878" y="40972"/>
                  </a:lnTo>
                  <a:lnTo>
                    <a:pt x="77252" y="40034"/>
                  </a:lnTo>
                  <a:lnTo>
                    <a:pt x="76627" y="39408"/>
                  </a:lnTo>
                  <a:lnTo>
                    <a:pt x="75689" y="38783"/>
                  </a:lnTo>
                  <a:lnTo>
                    <a:pt x="75063" y="38157"/>
                  </a:lnTo>
                  <a:lnTo>
                    <a:pt x="73812" y="37845"/>
                  </a:lnTo>
                  <a:lnTo>
                    <a:pt x="72874" y="37845"/>
                  </a:lnTo>
                  <a:lnTo>
                    <a:pt x="72874" y="37845"/>
                  </a:lnTo>
                  <a:lnTo>
                    <a:pt x="70059" y="37845"/>
                  </a:lnTo>
                  <a:lnTo>
                    <a:pt x="70059" y="37845"/>
                  </a:lnTo>
                  <a:lnTo>
                    <a:pt x="69433" y="31902"/>
                  </a:lnTo>
                  <a:lnTo>
                    <a:pt x="68808" y="25960"/>
                  </a:lnTo>
                  <a:lnTo>
                    <a:pt x="67557" y="18766"/>
                  </a:lnTo>
                  <a:lnTo>
                    <a:pt x="66619" y="15326"/>
                  </a:lnTo>
                  <a:lnTo>
                    <a:pt x="65680" y="11885"/>
                  </a:lnTo>
                  <a:lnTo>
                    <a:pt x="64429" y="8758"/>
                  </a:lnTo>
                  <a:lnTo>
                    <a:pt x="62866" y="5943"/>
                  </a:lnTo>
                  <a:lnTo>
                    <a:pt x="61302" y="3441"/>
                  </a:lnTo>
                  <a:lnTo>
                    <a:pt x="59112" y="1564"/>
                  </a:lnTo>
                  <a:lnTo>
                    <a:pt x="58174" y="939"/>
                  </a:lnTo>
                  <a:lnTo>
                    <a:pt x="56923" y="313"/>
                  </a:lnTo>
                  <a:lnTo>
                    <a:pt x="55672" y="1"/>
                  </a:lnTo>
                  <a:lnTo>
                    <a:pt x="54108" y="1"/>
                  </a:lnTo>
                  <a:lnTo>
                    <a:pt x="54108" y="1"/>
                  </a:lnTo>
                  <a:lnTo>
                    <a:pt x="52232" y="1"/>
                  </a:lnTo>
                  <a:lnTo>
                    <a:pt x="50355" y="626"/>
                  </a:lnTo>
                  <a:lnTo>
                    <a:pt x="47540" y="2190"/>
                  </a:lnTo>
                  <a:lnTo>
                    <a:pt x="45976" y="2815"/>
                  </a:lnTo>
                  <a:lnTo>
                    <a:pt x="44100" y="3754"/>
                  </a:lnTo>
                  <a:lnTo>
                    <a:pt x="41911" y="4066"/>
                  </a:lnTo>
                  <a:lnTo>
                    <a:pt x="39096" y="4379"/>
                  </a:lnTo>
                  <a:lnTo>
                    <a:pt x="39096" y="4379"/>
                  </a:lnTo>
                  <a:lnTo>
                    <a:pt x="36281" y="4066"/>
                  </a:lnTo>
                  <a:lnTo>
                    <a:pt x="34092" y="3754"/>
                  </a:lnTo>
                  <a:lnTo>
                    <a:pt x="32215" y="2815"/>
                  </a:lnTo>
                  <a:lnTo>
                    <a:pt x="30651" y="2190"/>
                  </a:lnTo>
                  <a:lnTo>
                    <a:pt x="27836" y="626"/>
                  </a:lnTo>
                  <a:lnTo>
                    <a:pt x="25960" y="1"/>
                  </a:lnTo>
                  <a:lnTo>
                    <a:pt x="24083" y="1"/>
                  </a:lnTo>
                  <a:lnTo>
                    <a:pt x="24083" y="1"/>
                  </a:lnTo>
                  <a:lnTo>
                    <a:pt x="22519" y="1"/>
                  </a:lnTo>
                  <a:lnTo>
                    <a:pt x="21268" y="313"/>
                  </a:lnTo>
                  <a:lnTo>
                    <a:pt x="20017" y="939"/>
                  </a:lnTo>
                  <a:lnTo>
                    <a:pt x="19079" y="1564"/>
                  </a:lnTo>
                  <a:lnTo>
                    <a:pt x="16890" y="3441"/>
                  </a:lnTo>
                  <a:lnTo>
                    <a:pt x="15326" y="5943"/>
                  </a:lnTo>
                  <a:lnTo>
                    <a:pt x="13762" y="8758"/>
                  </a:lnTo>
                  <a:lnTo>
                    <a:pt x="12511" y="11885"/>
                  </a:lnTo>
                  <a:lnTo>
                    <a:pt x="11573" y="15326"/>
                  </a:lnTo>
                  <a:lnTo>
                    <a:pt x="10635" y="18766"/>
                  </a:lnTo>
                  <a:lnTo>
                    <a:pt x="9384" y="25960"/>
                  </a:lnTo>
                  <a:lnTo>
                    <a:pt x="8758" y="31902"/>
                  </a:lnTo>
                  <a:lnTo>
                    <a:pt x="8132" y="37845"/>
                  </a:lnTo>
                  <a:lnTo>
                    <a:pt x="8132" y="37845"/>
                  </a:lnTo>
                  <a:lnTo>
                    <a:pt x="5318" y="37845"/>
                  </a:lnTo>
                  <a:lnTo>
                    <a:pt x="5318" y="37845"/>
                  </a:lnTo>
                  <a:lnTo>
                    <a:pt x="4379" y="37845"/>
                  </a:lnTo>
                  <a:lnTo>
                    <a:pt x="3128" y="38157"/>
                  </a:lnTo>
                  <a:lnTo>
                    <a:pt x="2503" y="38783"/>
                  </a:lnTo>
                  <a:lnTo>
                    <a:pt x="1565" y="39408"/>
                  </a:lnTo>
                  <a:lnTo>
                    <a:pt x="939" y="40034"/>
                  </a:lnTo>
                  <a:lnTo>
                    <a:pt x="313" y="40972"/>
                  </a:lnTo>
                  <a:lnTo>
                    <a:pt x="313" y="41911"/>
                  </a:lnTo>
                  <a:lnTo>
                    <a:pt x="1" y="43162"/>
                  </a:lnTo>
                  <a:lnTo>
                    <a:pt x="1" y="43162"/>
                  </a:lnTo>
                  <a:lnTo>
                    <a:pt x="313" y="44100"/>
                  </a:lnTo>
                  <a:lnTo>
                    <a:pt x="313" y="45038"/>
                  </a:lnTo>
                  <a:lnTo>
                    <a:pt x="939" y="45976"/>
                  </a:lnTo>
                  <a:lnTo>
                    <a:pt x="1565" y="46915"/>
                  </a:lnTo>
                  <a:lnTo>
                    <a:pt x="2503" y="47540"/>
                  </a:lnTo>
                  <a:lnTo>
                    <a:pt x="3128" y="47853"/>
                  </a:lnTo>
                  <a:lnTo>
                    <a:pt x="4379" y="48166"/>
                  </a:lnTo>
                  <a:lnTo>
                    <a:pt x="5318" y="48479"/>
                  </a:lnTo>
                  <a:lnTo>
                    <a:pt x="5318" y="48479"/>
                  </a:lnTo>
                  <a:lnTo>
                    <a:pt x="39096" y="48479"/>
                  </a:lnTo>
                  <a:lnTo>
                    <a:pt x="39096" y="48479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334"/>
            <p:cNvSpPr/>
            <p:nvPr/>
          </p:nvSpPr>
          <p:spPr>
            <a:xfrm>
              <a:off x="1949050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20017" y="76314"/>
                  </a:moveTo>
                  <a:lnTo>
                    <a:pt x="20017" y="76314"/>
                  </a:lnTo>
                  <a:lnTo>
                    <a:pt x="12511" y="69121"/>
                  </a:lnTo>
                  <a:lnTo>
                    <a:pt x="3128" y="59425"/>
                  </a:lnTo>
                  <a:lnTo>
                    <a:pt x="3128" y="59425"/>
                  </a:lnTo>
                  <a:lnTo>
                    <a:pt x="1877" y="58487"/>
                  </a:lnTo>
                  <a:lnTo>
                    <a:pt x="1252" y="57236"/>
                  </a:lnTo>
                  <a:lnTo>
                    <a:pt x="626" y="55672"/>
                  </a:lnTo>
                  <a:lnTo>
                    <a:pt x="1" y="54108"/>
                  </a:lnTo>
                  <a:lnTo>
                    <a:pt x="1" y="51919"/>
                  </a:lnTo>
                  <a:lnTo>
                    <a:pt x="1" y="49730"/>
                  </a:lnTo>
                  <a:lnTo>
                    <a:pt x="313" y="46915"/>
                  </a:lnTo>
                  <a:lnTo>
                    <a:pt x="939" y="43787"/>
                  </a:lnTo>
                  <a:lnTo>
                    <a:pt x="939" y="43787"/>
                  </a:lnTo>
                  <a:lnTo>
                    <a:pt x="8445" y="7820"/>
                  </a:lnTo>
                  <a:lnTo>
                    <a:pt x="8445" y="7820"/>
                  </a:lnTo>
                  <a:lnTo>
                    <a:pt x="8758" y="5630"/>
                  </a:lnTo>
                  <a:lnTo>
                    <a:pt x="9383" y="4066"/>
                  </a:lnTo>
                  <a:lnTo>
                    <a:pt x="10322" y="2815"/>
                  </a:lnTo>
                  <a:lnTo>
                    <a:pt x="11260" y="1877"/>
                  </a:lnTo>
                  <a:lnTo>
                    <a:pt x="12511" y="939"/>
                  </a:lnTo>
                  <a:lnTo>
                    <a:pt x="14075" y="626"/>
                  </a:lnTo>
                  <a:lnTo>
                    <a:pt x="15951" y="313"/>
                  </a:lnTo>
                  <a:lnTo>
                    <a:pt x="17828" y="1"/>
                  </a:lnTo>
                  <a:lnTo>
                    <a:pt x="17828" y="1"/>
                  </a:lnTo>
                  <a:lnTo>
                    <a:pt x="3596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334"/>
            <p:cNvSpPr/>
            <p:nvPr/>
          </p:nvSpPr>
          <p:spPr>
            <a:xfrm>
              <a:off x="2566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33779" y="50980"/>
                  </a:moveTo>
                  <a:lnTo>
                    <a:pt x="1" y="0"/>
                  </a:lnTo>
                  <a:lnTo>
                    <a:pt x="25334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334"/>
            <p:cNvSpPr/>
            <p:nvPr/>
          </p:nvSpPr>
          <p:spPr>
            <a:xfrm>
              <a:off x="29889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7828" y="2721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334"/>
            <p:cNvSpPr/>
            <p:nvPr/>
          </p:nvSpPr>
          <p:spPr>
            <a:xfrm>
              <a:off x="4771725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15951" y="76314"/>
                  </a:moveTo>
                  <a:lnTo>
                    <a:pt x="15951" y="76314"/>
                  </a:lnTo>
                  <a:lnTo>
                    <a:pt x="23457" y="69121"/>
                  </a:lnTo>
                  <a:lnTo>
                    <a:pt x="32840" y="59425"/>
                  </a:lnTo>
                  <a:lnTo>
                    <a:pt x="32840" y="59425"/>
                  </a:lnTo>
                  <a:lnTo>
                    <a:pt x="34091" y="58487"/>
                  </a:lnTo>
                  <a:lnTo>
                    <a:pt x="34716" y="57236"/>
                  </a:lnTo>
                  <a:lnTo>
                    <a:pt x="35342" y="55672"/>
                  </a:lnTo>
                  <a:lnTo>
                    <a:pt x="35967" y="54108"/>
                  </a:lnTo>
                  <a:lnTo>
                    <a:pt x="35967" y="51919"/>
                  </a:lnTo>
                  <a:lnTo>
                    <a:pt x="35967" y="49730"/>
                  </a:lnTo>
                  <a:lnTo>
                    <a:pt x="35655" y="46915"/>
                  </a:lnTo>
                  <a:lnTo>
                    <a:pt x="35029" y="43787"/>
                  </a:lnTo>
                  <a:lnTo>
                    <a:pt x="35029" y="43787"/>
                  </a:lnTo>
                  <a:lnTo>
                    <a:pt x="27523" y="7820"/>
                  </a:lnTo>
                  <a:lnTo>
                    <a:pt x="27523" y="7820"/>
                  </a:lnTo>
                  <a:lnTo>
                    <a:pt x="27210" y="5630"/>
                  </a:lnTo>
                  <a:lnTo>
                    <a:pt x="26585" y="4066"/>
                  </a:lnTo>
                  <a:lnTo>
                    <a:pt x="25646" y="2815"/>
                  </a:lnTo>
                  <a:lnTo>
                    <a:pt x="24708" y="1877"/>
                  </a:lnTo>
                  <a:lnTo>
                    <a:pt x="23457" y="939"/>
                  </a:lnTo>
                  <a:lnTo>
                    <a:pt x="21893" y="626"/>
                  </a:lnTo>
                  <a:lnTo>
                    <a:pt x="20017" y="313"/>
                  </a:lnTo>
                  <a:lnTo>
                    <a:pt x="18140" y="1"/>
                  </a:lnTo>
                  <a:lnTo>
                    <a:pt x="18140" y="1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334"/>
            <p:cNvSpPr/>
            <p:nvPr/>
          </p:nvSpPr>
          <p:spPr>
            <a:xfrm>
              <a:off x="4208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0" y="50980"/>
                  </a:moveTo>
                  <a:lnTo>
                    <a:pt x="33778" y="0"/>
                  </a:lnTo>
                  <a:lnTo>
                    <a:pt x="8445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334"/>
            <p:cNvSpPr/>
            <p:nvPr/>
          </p:nvSpPr>
          <p:spPr>
            <a:xfrm>
              <a:off x="41852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" y="27211"/>
                  </a:moveTo>
                  <a:lnTo>
                    <a:pt x="1782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334"/>
            <p:cNvSpPr/>
            <p:nvPr/>
          </p:nvSpPr>
          <p:spPr>
            <a:xfrm>
              <a:off x="3028075" y="1231125"/>
              <a:ext cx="1548175" cy="25"/>
            </a:xfrm>
            <a:custGeom>
              <a:rect b="b" l="l" r="r" t="t"/>
              <a:pathLst>
                <a:path extrusionOk="0" fill="none" h="1" w="61927">
                  <a:moveTo>
                    <a:pt x="0" y="1"/>
                  </a:moveTo>
                  <a:lnTo>
                    <a:pt x="61927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334"/>
            <p:cNvSpPr/>
            <p:nvPr/>
          </p:nvSpPr>
          <p:spPr>
            <a:xfrm>
              <a:off x="3161000" y="1504800"/>
              <a:ext cx="1282350" cy="1047775"/>
            </a:xfrm>
            <a:custGeom>
              <a:rect b="b" l="l" r="r" t="t"/>
              <a:pathLst>
                <a:path extrusionOk="0" fill="none" h="41911" w="51294">
                  <a:moveTo>
                    <a:pt x="51293" y="0"/>
                  </a:moveTo>
                  <a:lnTo>
                    <a:pt x="51293" y="0"/>
                  </a:lnTo>
                  <a:lnTo>
                    <a:pt x="51293" y="3753"/>
                  </a:lnTo>
                  <a:lnTo>
                    <a:pt x="51293" y="3753"/>
                  </a:lnTo>
                  <a:lnTo>
                    <a:pt x="51293" y="7819"/>
                  </a:lnTo>
                  <a:lnTo>
                    <a:pt x="50980" y="11572"/>
                  </a:lnTo>
                  <a:lnTo>
                    <a:pt x="50355" y="15326"/>
                  </a:lnTo>
                  <a:lnTo>
                    <a:pt x="49417" y="18766"/>
                  </a:lnTo>
                  <a:lnTo>
                    <a:pt x="48165" y="21894"/>
                  </a:lnTo>
                  <a:lnTo>
                    <a:pt x="46914" y="25021"/>
                  </a:lnTo>
                  <a:lnTo>
                    <a:pt x="45663" y="28149"/>
                  </a:lnTo>
                  <a:lnTo>
                    <a:pt x="43787" y="30651"/>
                  </a:lnTo>
                  <a:lnTo>
                    <a:pt x="41910" y="33153"/>
                  </a:lnTo>
                  <a:lnTo>
                    <a:pt x="40034" y="35342"/>
                  </a:lnTo>
                  <a:lnTo>
                    <a:pt x="37844" y="37219"/>
                  </a:lnTo>
                  <a:lnTo>
                    <a:pt x="35655" y="39095"/>
                  </a:lnTo>
                  <a:lnTo>
                    <a:pt x="33466" y="40347"/>
                  </a:lnTo>
                  <a:lnTo>
                    <a:pt x="30964" y="41285"/>
                  </a:lnTo>
                  <a:lnTo>
                    <a:pt x="28149" y="41598"/>
                  </a:lnTo>
                  <a:lnTo>
                    <a:pt x="25647" y="41910"/>
                  </a:lnTo>
                  <a:lnTo>
                    <a:pt x="25647" y="41910"/>
                  </a:lnTo>
                  <a:lnTo>
                    <a:pt x="23145" y="41598"/>
                  </a:lnTo>
                  <a:lnTo>
                    <a:pt x="20330" y="41285"/>
                  </a:lnTo>
                  <a:lnTo>
                    <a:pt x="18141" y="40347"/>
                  </a:lnTo>
                  <a:lnTo>
                    <a:pt x="15638" y="39095"/>
                  </a:lnTo>
                  <a:lnTo>
                    <a:pt x="13449" y="37219"/>
                  </a:lnTo>
                  <a:lnTo>
                    <a:pt x="11260" y="35342"/>
                  </a:lnTo>
                  <a:lnTo>
                    <a:pt x="9383" y="33153"/>
                  </a:lnTo>
                  <a:lnTo>
                    <a:pt x="7507" y="30651"/>
                  </a:lnTo>
                  <a:lnTo>
                    <a:pt x="5630" y="28149"/>
                  </a:lnTo>
                  <a:lnTo>
                    <a:pt x="4379" y="25021"/>
                  </a:lnTo>
                  <a:lnTo>
                    <a:pt x="3128" y="21894"/>
                  </a:lnTo>
                  <a:lnTo>
                    <a:pt x="1877" y="18766"/>
                  </a:lnTo>
                  <a:lnTo>
                    <a:pt x="939" y="15326"/>
                  </a:lnTo>
                  <a:lnTo>
                    <a:pt x="313" y="11572"/>
                  </a:lnTo>
                  <a:lnTo>
                    <a:pt x="0" y="7819"/>
                  </a:lnTo>
                  <a:lnTo>
                    <a:pt x="0" y="3753"/>
                  </a:lnTo>
                  <a:lnTo>
                    <a:pt x="0" y="3753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5" name="Google Shape;3245;p334"/>
          <p:cNvSpPr/>
          <p:nvPr/>
        </p:nvSpPr>
        <p:spPr>
          <a:xfrm>
            <a:off x="1492700" y="1594775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334"/>
          <p:cNvSpPr/>
          <p:nvPr/>
        </p:nvSpPr>
        <p:spPr>
          <a:xfrm>
            <a:off x="3563698" y="1594775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334"/>
          <p:cNvSpPr/>
          <p:nvPr/>
        </p:nvSpPr>
        <p:spPr>
          <a:xfrm>
            <a:off x="5665900" y="1594775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8" name="Google Shape;3248;p334"/>
          <p:cNvGrpSpPr/>
          <p:nvPr/>
        </p:nvGrpSpPr>
        <p:grpSpPr>
          <a:xfrm>
            <a:off x="3288208" y="2515767"/>
            <a:ext cx="459000" cy="459000"/>
            <a:chOff x="4898908" y="4195167"/>
            <a:chExt cx="459000" cy="459000"/>
          </a:xfrm>
        </p:grpSpPr>
        <p:sp>
          <p:nvSpPr>
            <p:cNvPr id="3249" name="Google Shape;3249;p334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0" name="Google Shape;3250;p334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51" name="Google Shape;3251;p334"/>
          <p:cNvGrpSpPr/>
          <p:nvPr/>
        </p:nvGrpSpPr>
        <p:grpSpPr>
          <a:xfrm>
            <a:off x="5378008" y="2515767"/>
            <a:ext cx="459000" cy="459000"/>
            <a:chOff x="4898908" y="4195167"/>
            <a:chExt cx="459000" cy="459000"/>
          </a:xfrm>
        </p:grpSpPr>
        <p:sp>
          <p:nvSpPr>
            <p:cNvPr id="3252" name="Google Shape;3252;p334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3" name="Google Shape;3253;p334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4" name="Google Shape;3254;p334"/>
          <p:cNvSpPr txBox="1"/>
          <p:nvPr/>
        </p:nvSpPr>
        <p:spPr>
          <a:xfrm>
            <a:off x="3817113" y="1594775"/>
            <a:ext cx="15420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Persistence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5" name="Google Shape;3255;p334"/>
          <p:cNvSpPr txBox="1"/>
          <p:nvPr/>
        </p:nvSpPr>
        <p:spPr>
          <a:xfrm>
            <a:off x="5984000" y="1594775"/>
            <a:ext cx="16119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Privilege escalation</a:t>
            </a:r>
            <a:endParaRPr b="1"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6" name="Google Shape;3256;p334"/>
          <p:cNvSpPr txBox="1"/>
          <p:nvPr/>
        </p:nvSpPr>
        <p:spPr>
          <a:xfrm>
            <a:off x="1676275" y="1828800"/>
            <a:ext cx="1611900" cy="20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Enumeration 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33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4: Post Exploitation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2" name="Google Shape;3262;p335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Enumeration and Searching for Useful Data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3263" name="Google Shape;3263;p335"/>
          <p:cNvGrpSpPr/>
          <p:nvPr/>
        </p:nvGrpSpPr>
        <p:grpSpPr>
          <a:xfrm>
            <a:off x="294372" y="207414"/>
            <a:ext cx="325664" cy="499575"/>
            <a:chOff x="1949050" y="285025"/>
            <a:chExt cx="3721875" cy="5144950"/>
          </a:xfrm>
        </p:grpSpPr>
        <p:sp>
          <p:nvSpPr>
            <p:cNvPr id="3264" name="Google Shape;3264;p335"/>
            <p:cNvSpPr/>
            <p:nvPr/>
          </p:nvSpPr>
          <p:spPr>
            <a:xfrm>
              <a:off x="2449475" y="3201525"/>
              <a:ext cx="2705400" cy="1853125"/>
            </a:xfrm>
            <a:custGeom>
              <a:rect b="b" l="l" r="r" t="t"/>
              <a:pathLst>
                <a:path extrusionOk="0" fill="none" h="74125" w="108216">
                  <a:moveTo>
                    <a:pt x="108215" y="74125"/>
                  </a:moveTo>
                  <a:lnTo>
                    <a:pt x="0" y="74125"/>
                  </a:lnTo>
                  <a:lnTo>
                    <a:pt x="0" y="4692"/>
                  </a:lnTo>
                  <a:lnTo>
                    <a:pt x="0" y="4692"/>
                  </a:lnTo>
                  <a:lnTo>
                    <a:pt x="0" y="3754"/>
                  </a:lnTo>
                  <a:lnTo>
                    <a:pt x="313" y="2815"/>
                  </a:lnTo>
                  <a:lnTo>
                    <a:pt x="1251" y="1252"/>
                  </a:lnTo>
                  <a:lnTo>
                    <a:pt x="2815" y="313"/>
                  </a:lnTo>
                  <a:lnTo>
                    <a:pt x="3441" y="0"/>
                  </a:lnTo>
                  <a:lnTo>
                    <a:pt x="4379" y="0"/>
                  </a:lnTo>
                  <a:lnTo>
                    <a:pt x="103837" y="0"/>
                  </a:lnTo>
                  <a:lnTo>
                    <a:pt x="103837" y="0"/>
                  </a:lnTo>
                  <a:lnTo>
                    <a:pt x="104775" y="0"/>
                  </a:lnTo>
                  <a:lnTo>
                    <a:pt x="105400" y="313"/>
                  </a:lnTo>
                  <a:lnTo>
                    <a:pt x="106964" y="1252"/>
                  </a:lnTo>
                  <a:lnTo>
                    <a:pt x="107903" y="2815"/>
                  </a:lnTo>
                  <a:lnTo>
                    <a:pt x="108215" y="3754"/>
                  </a:lnTo>
                  <a:lnTo>
                    <a:pt x="108215" y="4692"/>
                  </a:lnTo>
                  <a:lnTo>
                    <a:pt x="108215" y="74125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335"/>
            <p:cNvSpPr/>
            <p:nvPr/>
          </p:nvSpPr>
          <p:spPr>
            <a:xfrm>
              <a:off x="2285275" y="5054625"/>
              <a:ext cx="3041600" cy="375350"/>
            </a:xfrm>
            <a:custGeom>
              <a:rect b="b" l="l" r="r" t="t"/>
              <a:pathLst>
                <a:path extrusionOk="0" fill="none" h="15014" w="121664">
                  <a:moveTo>
                    <a:pt x="115409" y="15013"/>
                  </a:moveTo>
                  <a:lnTo>
                    <a:pt x="5943" y="15013"/>
                  </a:lnTo>
                  <a:lnTo>
                    <a:pt x="5943" y="15013"/>
                  </a:lnTo>
                  <a:lnTo>
                    <a:pt x="4692" y="15013"/>
                  </a:lnTo>
                  <a:lnTo>
                    <a:pt x="3753" y="14701"/>
                  </a:lnTo>
                  <a:lnTo>
                    <a:pt x="2502" y="14075"/>
                  </a:lnTo>
                  <a:lnTo>
                    <a:pt x="1564" y="13450"/>
                  </a:lnTo>
                  <a:lnTo>
                    <a:pt x="939" y="12511"/>
                  </a:lnTo>
                  <a:lnTo>
                    <a:pt x="313" y="11260"/>
                  </a:lnTo>
                  <a:lnTo>
                    <a:pt x="0" y="10322"/>
                  </a:lnTo>
                  <a:lnTo>
                    <a:pt x="0" y="9071"/>
                  </a:lnTo>
                  <a:lnTo>
                    <a:pt x="0" y="1"/>
                  </a:lnTo>
                  <a:lnTo>
                    <a:pt x="121664" y="1"/>
                  </a:lnTo>
                  <a:lnTo>
                    <a:pt x="121664" y="9071"/>
                  </a:lnTo>
                  <a:lnTo>
                    <a:pt x="121664" y="9071"/>
                  </a:lnTo>
                  <a:lnTo>
                    <a:pt x="121351" y="10322"/>
                  </a:lnTo>
                  <a:lnTo>
                    <a:pt x="121038" y="11260"/>
                  </a:lnTo>
                  <a:lnTo>
                    <a:pt x="120413" y="12511"/>
                  </a:lnTo>
                  <a:lnTo>
                    <a:pt x="119787" y="13450"/>
                  </a:lnTo>
                  <a:lnTo>
                    <a:pt x="118849" y="14075"/>
                  </a:lnTo>
                  <a:lnTo>
                    <a:pt x="117598" y="14701"/>
                  </a:lnTo>
                  <a:lnTo>
                    <a:pt x="116660" y="15013"/>
                  </a:lnTo>
                  <a:lnTo>
                    <a:pt x="115409" y="15013"/>
                  </a:lnTo>
                  <a:lnTo>
                    <a:pt x="115409" y="15013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335"/>
            <p:cNvSpPr/>
            <p:nvPr/>
          </p:nvSpPr>
          <p:spPr>
            <a:xfrm>
              <a:off x="3379925" y="3756675"/>
              <a:ext cx="844475" cy="836650"/>
            </a:xfrm>
            <a:custGeom>
              <a:rect b="b" l="l" r="r" t="t"/>
              <a:pathLst>
                <a:path extrusionOk="0" fill="none" h="33466" w="33779">
                  <a:moveTo>
                    <a:pt x="33779" y="16577"/>
                  </a:moveTo>
                  <a:lnTo>
                    <a:pt x="33779" y="16577"/>
                  </a:lnTo>
                  <a:lnTo>
                    <a:pt x="33466" y="20017"/>
                  </a:lnTo>
                  <a:lnTo>
                    <a:pt x="32215" y="23145"/>
                  </a:lnTo>
                  <a:lnTo>
                    <a:pt x="30964" y="25960"/>
                  </a:lnTo>
                  <a:lnTo>
                    <a:pt x="28775" y="28462"/>
                  </a:lnTo>
                  <a:lnTo>
                    <a:pt x="26273" y="30651"/>
                  </a:lnTo>
                  <a:lnTo>
                    <a:pt x="23458" y="32215"/>
                  </a:lnTo>
                  <a:lnTo>
                    <a:pt x="20330" y="33153"/>
                  </a:lnTo>
                  <a:lnTo>
                    <a:pt x="16890" y="33466"/>
                  </a:lnTo>
                  <a:lnTo>
                    <a:pt x="16890" y="33466"/>
                  </a:lnTo>
                  <a:lnTo>
                    <a:pt x="13449" y="33153"/>
                  </a:lnTo>
                  <a:lnTo>
                    <a:pt x="10322" y="32215"/>
                  </a:lnTo>
                  <a:lnTo>
                    <a:pt x="7507" y="30651"/>
                  </a:lnTo>
                  <a:lnTo>
                    <a:pt x="5005" y="28462"/>
                  </a:lnTo>
                  <a:lnTo>
                    <a:pt x="3128" y="25960"/>
                  </a:lnTo>
                  <a:lnTo>
                    <a:pt x="1564" y="23145"/>
                  </a:lnTo>
                  <a:lnTo>
                    <a:pt x="313" y="20017"/>
                  </a:lnTo>
                  <a:lnTo>
                    <a:pt x="1" y="16577"/>
                  </a:lnTo>
                  <a:lnTo>
                    <a:pt x="1" y="16577"/>
                  </a:lnTo>
                  <a:lnTo>
                    <a:pt x="313" y="13137"/>
                  </a:lnTo>
                  <a:lnTo>
                    <a:pt x="1564" y="10009"/>
                  </a:lnTo>
                  <a:lnTo>
                    <a:pt x="3128" y="7194"/>
                  </a:lnTo>
                  <a:lnTo>
                    <a:pt x="5005" y="4692"/>
                  </a:lnTo>
                  <a:lnTo>
                    <a:pt x="7507" y="2815"/>
                  </a:lnTo>
                  <a:lnTo>
                    <a:pt x="10322" y="1252"/>
                  </a:lnTo>
                  <a:lnTo>
                    <a:pt x="13449" y="313"/>
                  </a:lnTo>
                  <a:lnTo>
                    <a:pt x="16890" y="1"/>
                  </a:lnTo>
                  <a:lnTo>
                    <a:pt x="16890" y="1"/>
                  </a:lnTo>
                  <a:lnTo>
                    <a:pt x="20330" y="313"/>
                  </a:lnTo>
                  <a:lnTo>
                    <a:pt x="23458" y="1252"/>
                  </a:lnTo>
                  <a:lnTo>
                    <a:pt x="26273" y="2815"/>
                  </a:lnTo>
                  <a:lnTo>
                    <a:pt x="28775" y="4692"/>
                  </a:lnTo>
                  <a:lnTo>
                    <a:pt x="30964" y="7194"/>
                  </a:lnTo>
                  <a:lnTo>
                    <a:pt x="32215" y="10009"/>
                  </a:lnTo>
                  <a:lnTo>
                    <a:pt x="33466" y="13137"/>
                  </a:lnTo>
                  <a:lnTo>
                    <a:pt x="33779" y="16577"/>
                  </a:lnTo>
                  <a:lnTo>
                    <a:pt x="33779" y="16577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335"/>
            <p:cNvSpPr/>
            <p:nvPr/>
          </p:nvSpPr>
          <p:spPr>
            <a:xfrm>
              <a:off x="2824775" y="285025"/>
              <a:ext cx="1954775" cy="1211975"/>
            </a:xfrm>
            <a:custGeom>
              <a:rect b="b" l="l" r="r" t="t"/>
              <a:pathLst>
                <a:path extrusionOk="0" fill="none" h="48479" w="78191">
                  <a:moveTo>
                    <a:pt x="39096" y="48479"/>
                  </a:moveTo>
                  <a:lnTo>
                    <a:pt x="39096" y="48479"/>
                  </a:lnTo>
                  <a:lnTo>
                    <a:pt x="72874" y="48479"/>
                  </a:lnTo>
                  <a:lnTo>
                    <a:pt x="72874" y="48479"/>
                  </a:lnTo>
                  <a:lnTo>
                    <a:pt x="73812" y="48166"/>
                  </a:lnTo>
                  <a:lnTo>
                    <a:pt x="75063" y="47853"/>
                  </a:lnTo>
                  <a:lnTo>
                    <a:pt x="75689" y="47540"/>
                  </a:lnTo>
                  <a:lnTo>
                    <a:pt x="76627" y="46915"/>
                  </a:lnTo>
                  <a:lnTo>
                    <a:pt x="77252" y="45976"/>
                  </a:lnTo>
                  <a:lnTo>
                    <a:pt x="77878" y="45038"/>
                  </a:lnTo>
                  <a:lnTo>
                    <a:pt x="78191" y="44100"/>
                  </a:lnTo>
                  <a:lnTo>
                    <a:pt x="78191" y="43162"/>
                  </a:lnTo>
                  <a:lnTo>
                    <a:pt x="78191" y="43162"/>
                  </a:lnTo>
                  <a:lnTo>
                    <a:pt x="78191" y="41911"/>
                  </a:lnTo>
                  <a:lnTo>
                    <a:pt x="77878" y="40972"/>
                  </a:lnTo>
                  <a:lnTo>
                    <a:pt x="77252" y="40034"/>
                  </a:lnTo>
                  <a:lnTo>
                    <a:pt x="76627" y="39408"/>
                  </a:lnTo>
                  <a:lnTo>
                    <a:pt x="75689" y="38783"/>
                  </a:lnTo>
                  <a:lnTo>
                    <a:pt x="75063" y="38157"/>
                  </a:lnTo>
                  <a:lnTo>
                    <a:pt x="73812" y="37845"/>
                  </a:lnTo>
                  <a:lnTo>
                    <a:pt x="72874" y="37845"/>
                  </a:lnTo>
                  <a:lnTo>
                    <a:pt x="72874" y="37845"/>
                  </a:lnTo>
                  <a:lnTo>
                    <a:pt x="70059" y="37845"/>
                  </a:lnTo>
                  <a:lnTo>
                    <a:pt x="70059" y="37845"/>
                  </a:lnTo>
                  <a:lnTo>
                    <a:pt x="69433" y="31902"/>
                  </a:lnTo>
                  <a:lnTo>
                    <a:pt x="68808" y="25960"/>
                  </a:lnTo>
                  <a:lnTo>
                    <a:pt x="67557" y="18766"/>
                  </a:lnTo>
                  <a:lnTo>
                    <a:pt x="66619" y="15326"/>
                  </a:lnTo>
                  <a:lnTo>
                    <a:pt x="65680" y="11885"/>
                  </a:lnTo>
                  <a:lnTo>
                    <a:pt x="64429" y="8758"/>
                  </a:lnTo>
                  <a:lnTo>
                    <a:pt x="62866" y="5943"/>
                  </a:lnTo>
                  <a:lnTo>
                    <a:pt x="61302" y="3441"/>
                  </a:lnTo>
                  <a:lnTo>
                    <a:pt x="59112" y="1564"/>
                  </a:lnTo>
                  <a:lnTo>
                    <a:pt x="58174" y="939"/>
                  </a:lnTo>
                  <a:lnTo>
                    <a:pt x="56923" y="313"/>
                  </a:lnTo>
                  <a:lnTo>
                    <a:pt x="55672" y="1"/>
                  </a:lnTo>
                  <a:lnTo>
                    <a:pt x="54108" y="1"/>
                  </a:lnTo>
                  <a:lnTo>
                    <a:pt x="54108" y="1"/>
                  </a:lnTo>
                  <a:lnTo>
                    <a:pt x="52232" y="1"/>
                  </a:lnTo>
                  <a:lnTo>
                    <a:pt x="50355" y="626"/>
                  </a:lnTo>
                  <a:lnTo>
                    <a:pt x="47540" y="2190"/>
                  </a:lnTo>
                  <a:lnTo>
                    <a:pt x="45976" y="2815"/>
                  </a:lnTo>
                  <a:lnTo>
                    <a:pt x="44100" y="3754"/>
                  </a:lnTo>
                  <a:lnTo>
                    <a:pt x="41911" y="4066"/>
                  </a:lnTo>
                  <a:lnTo>
                    <a:pt x="39096" y="4379"/>
                  </a:lnTo>
                  <a:lnTo>
                    <a:pt x="39096" y="4379"/>
                  </a:lnTo>
                  <a:lnTo>
                    <a:pt x="36281" y="4066"/>
                  </a:lnTo>
                  <a:lnTo>
                    <a:pt x="34092" y="3754"/>
                  </a:lnTo>
                  <a:lnTo>
                    <a:pt x="32215" y="2815"/>
                  </a:lnTo>
                  <a:lnTo>
                    <a:pt x="30651" y="2190"/>
                  </a:lnTo>
                  <a:lnTo>
                    <a:pt x="27836" y="626"/>
                  </a:lnTo>
                  <a:lnTo>
                    <a:pt x="25960" y="1"/>
                  </a:lnTo>
                  <a:lnTo>
                    <a:pt x="24083" y="1"/>
                  </a:lnTo>
                  <a:lnTo>
                    <a:pt x="24083" y="1"/>
                  </a:lnTo>
                  <a:lnTo>
                    <a:pt x="22519" y="1"/>
                  </a:lnTo>
                  <a:lnTo>
                    <a:pt x="21268" y="313"/>
                  </a:lnTo>
                  <a:lnTo>
                    <a:pt x="20017" y="939"/>
                  </a:lnTo>
                  <a:lnTo>
                    <a:pt x="19079" y="1564"/>
                  </a:lnTo>
                  <a:lnTo>
                    <a:pt x="16890" y="3441"/>
                  </a:lnTo>
                  <a:lnTo>
                    <a:pt x="15326" y="5943"/>
                  </a:lnTo>
                  <a:lnTo>
                    <a:pt x="13762" y="8758"/>
                  </a:lnTo>
                  <a:lnTo>
                    <a:pt x="12511" y="11885"/>
                  </a:lnTo>
                  <a:lnTo>
                    <a:pt x="11573" y="15326"/>
                  </a:lnTo>
                  <a:lnTo>
                    <a:pt x="10635" y="18766"/>
                  </a:lnTo>
                  <a:lnTo>
                    <a:pt x="9384" y="25960"/>
                  </a:lnTo>
                  <a:lnTo>
                    <a:pt x="8758" y="31902"/>
                  </a:lnTo>
                  <a:lnTo>
                    <a:pt x="8132" y="37845"/>
                  </a:lnTo>
                  <a:lnTo>
                    <a:pt x="8132" y="37845"/>
                  </a:lnTo>
                  <a:lnTo>
                    <a:pt x="5318" y="37845"/>
                  </a:lnTo>
                  <a:lnTo>
                    <a:pt x="5318" y="37845"/>
                  </a:lnTo>
                  <a:lnTo>
                    <a:pt x="4379" y="37845"/>
                  </a:lnTo>
                  <a:lnTo>
                    <a:pt x="3128" y="38157"/>
                  </a:lnTo>
                  <a:lnTo>
                    <a:pt x="2503" y="38783"/>
                  </a:lnTo>
                  <a:lnTo>
                    <a:pt x="1565" y="39408"/>
                  </a:lnTo>
                  <a:lnTo>
                    <a:pt x="939" y="40034"/>
                  </a:lnTo>
                  <a:lnTo>
                    <a:pt x="313" y="40972"/>
                  </a:lnTo>
                  <a:lnTo>
                    <a:pt x="313" y="41911"/>
                  </a:lnTo>
                  <a:lnTo>
                    <a:pt x="1" y="43162"/>
                  </a:lnTo>
                  <a:lnTo>
                    <a:pt x="1" y="43162"/>
                  </a:lnTo>
                  <a:lnTo>
                    <a:pt x="313" y="44100"/>
                  </a:lnTo>
                  <a:lnTo>
                    <a:pt x="313" y="45038"/>
                  </a:lnTo>
                  <a:lnTo>
                    <a:pt x="939" y="45976"/>
                  </a:lnTo>
                  <a:lnTo>
                    <a:pt x="1565" y="46915"/>
                  </a:lnTo>
                  <a:lnTo>
                    <a:pt x="2503" y="47540"/>
                  </a:lnTo>
                  <a:lnTo>
                    <a:pt x="3128" y="47853"/>
                  </a:lnTo>
                  <a:lnTo>
                    <a:pt x="4379" y="48166"/>
                  </a:lnTo>
                  <a:lnTo>
                    <a:pt x="5318" y="48479"/>
                  </a:lnTo>
                  <a:lnTo>
                    <a:pt x="5318" y="48479"/>
                  </a:lnTo>
                  <a:lnTo>
                    <a:pt x="39096" y="48479"/>
                  </a:lnTo>
                  <a:lnTo>
                    <a:pt x="39096" y="48479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335"/>
            <p:cNvSpPr/>
            <p:nvPr/>
          </p:nvSpPr>
          <p:spPr>
            <a:xfrm>
              <a:off x="1949050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20017" y="76314"/>
                  </a:moveTo>
                  <a:lnTo>
                    <a:pt x="20017" y="76314"/>
                  </a:lnTo>
                  <a:lnTo>
                    <a:pt x="12511" y="69121"/>
                  </a:lnTo>
                  <a:lnTo>
                    <a:pt x="3128" y="59425"/>
                  </a:lnTo>
                  <a:lnTo>
                    <a:pt x="3128" y="59425"/>
                  </a:lnTo>
                  <a:lnTo>
                    <a:pt x="1877" y="58487"/>
                  </a:lnTo>
                  <a:lnTo>
                    <a:pt x="1252" y="57236"/>
                  </a:lnTo>
                  <a:lnTo>
                    <a:pt x="626" y="55672"/>
                  </a:lnTo>
                  <a:lnTo>
                    <a:pt x="1" y="54108"/>
                  </a:lnTo>
                  <a:lnTo>
                    <a:pt x="1" y="51919"/>
                  </a:lnTo>
                  <a:lnTo>
                    <a:pt x="1" y="49730"/>
                  </a:lnTo>
                  <a:lnTo>
                    <a:pt x="313" y="46915"/>
                  </a:lnTo>
                  <a:lnTo>
                    <a:pt x="939" y="43787"/>
                  </a:lnTo>
                  <a:lnTo>
                    <a:pt x="939" y="43787"/>
                  </a:lnTo>
                  <a:lnTo>
                    <a:pt x="8445" y="7820"/>
                  </a:lnTo>
                  <a:lnTo>
                    <a:pt x="8445" y="7820"/>
                  </a:lnTo>
                  <a:lnTo>
                    <a:pt x="8758" y="5630"/>
                  </a:lnTo>
                  <a:lnTo>
                    <a:pt x="9383" y="4066"/>
                  </a:lnTo>
                  <a:lnTo>
                    <a:pt x="10322" y="2815"/>
                  </a:lnTo>
                  <a:lnTo>
                    <a:pt x="11260" y="1877"/>
                  </a:lnTo>
                  <a:lnTo>
                    <a:pt x="12511" y="939"/>
                  </a:lnTo>
                  <a:lnTo>
                    <a:pt x="14075" y="626"/>
                  </a:lnTo>
                  <a:lnTo>
                    <a:pt x="15951" y="313"/>
                  </a:lnTo>
                  <a:lnTo>
                    <a:pt x="17828" y="1"/>
                  </a:lnTo>
                  <a:lnTo>
                    <a:pt x="17828" y="1"/>
                  </a:lnTo>
                  <a:lnTo>
                    <a:pt x="3596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335"/>
            <p:cNvSpPr/>
            <p:nvPr/>
          </p:nvSpPr>
          <p:spPr>
            <a:xfrm>
              <a:off x="2566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33779" y="50980"/>
                  </a:moveTo>
                  <a:lnTo>
                    <a:pt x="1" y="0"/>
                  </a:lnTo>
                  <a:lnTo>
                    <a:pt x="25334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335"/>
            <p:cNvSpPr/>
            <p:nvPr/>
          </p:nvSpPr>
          <p:spPr>
            <a:xfrm>
              <a:off x="29889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7828" y="2721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335"/>
            <p:cNvSpPr/>
            <p:nvPr/>
          </p:nvSpPr>
          <p:spPr>
            <a:xfrm>
              <a:off x="4771725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15951" y="76314"/>
                  </a:moveTo>
                  <a:lnTo>
                    <a:pt x="15951" y="76314"/>
                  </a:lnTo>
                  <a:lnTo>
                    <a:pt x="23457" y="69121"/>
                  </a:lnTo>
                  <a:lnTo>
                    <a:pt x="32840" y="59425"/>
                  </a:lnTo>
                  <a:lnTo>
                    <a:pt x="32840" y="59425"/>
                  </a:lnTo>
                  <a:lnTo>
                    <a:pt x="34091" y="58487"/>
                  </a:lnTo>
                  <a:lnTo>
                    <a:pt x="34716" y="57236"/>
                  </a:lnTo>
                  <a:lnTo>
                    <a:pt x="35342" y="55672"/>
                  </a:lnTo>
                  <a:lnTo>
                    <a:pt x="35967" y="54108"/>
                  </a:lnTo>
                  <a:lnTo>
                    <a:pt x="35967" y="51919"/>
                  </a:lnTo>
                  <a:lnTo>
                    <a:pt x="35967" y="49730"/>
                  </a:lnTo>
                  <a:lnTo>
                    <a:pt x="35655" y="46915"/>
                  </a:lnTo>
                  <a:lnTo>
                    <a:pt x="35029" y="43787"/>
                  </a:lnTo>
                  <a:lnTo>
                    <a:pt x="35029" y="43787"/>
                  </a:lnTo>
                  <a:lnTo>
                    <a:pt x="27523" y="7820"/>
                  </a:lnTo>
                  <a:lnTo>
                    <a:pt x="27523" y="7820"/>
                  </a:lnTo>
                  <a:lnTo>
                    <a:pt x="27210" y="5630"/>
                  </a:lnTo>
                  <a:lnTo>
                    <a:pt x="26585" y="4066"/>
                  </a:lnTo>
                  <a:lnTo>
                    <a:pt x="25646" y="2815"/>
                  </a:lnTo>
                  <a:lnTo>
                    <a:pt x="24708" y="1877"/>
                  </a:lnTo>
                  <a:lnTo>
                    <a:pt x="23457" y="939"/>
                  </a:lnTo>
                  <a:lnTo>
                    <a:pt x="21893" y="626"/>
                  </a:lnTo>
                  <a:lnTo>
                    <a:pt x="20017" y="313"/>
                  </a:lnTo>
                  <a:lnTo>
                    <a:pt x="18140" y="1"/>
                  </a:lnTo>
                  <a:lnTo>
                    <a:pt x="18140" y="1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335"/>
            <p:cNvSpPr/>
            <p:nvPr/>
          </p:nvSpPr>
          <p:spPr>
            <a:xfrm>
              <a:off x="4208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0" y="50980"/>
                  </a:moveTo>
                  <a:lnTo>
                    <a:pt x="33778" y="0"/>
                  </a:lnTo>
                  <a:lnTo>
                    <a:pt x="8445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335"/>
            <p:cNvSpPr/>
            <p:nvPr/>
          </p:nvSpPr>
          <p:spPr>
            <a:xfrm>
              <a:off x="41852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" y="27211"/>
                  </a:moveTo>
                  <a:lnTo>
                    <a:pt x="1782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335"/>
            <p:cNvSpPr/>
            <p:nvPr/>
          </p:nvSpPr>
          <p:spPr>
            <a:xfrm>
              <a:off x="3028075" y="1231125"/>
              <a:ext cx="1548175" cy="25"/>
            </a:xfrm>
            <a:custGeom>
              <a:rect b="b" l="l" r="r" t="t"/>
              <a:pathLst>
                <a:path extrusionOk="0" fill="none" h="1" w="61927">
                  <a:moveTo>
                    <a:pt x="0" y="1"/>
                  </a:moveTo>
                  <a:lnTo>
                    <a:pt x="61927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335"/>
            <p:cNvSpPr/>
            <p:nvPr/>
          </p:nvSpPr>
          <p:spPr>
            <a:xfrm>
              <a:off x="3161000" y="1504800"/>
              <a:ext cx="1282350" cy="1047775"/>
            </a:xfrm>
            <a:custGeom>
              <a:rect b="b" l="l" r="r" t="t"/>
              <a:pathLst>
                <a:path extrusionOk="0" fill="none" h="41911" w="51294">
                  <a:moveTo>
                    <a:pt x="51293" y="0"/>
                  </a:moveTo>
                  <a:lnTo>
                    <a:pt x="51293" y="0"/>
                  </a:lnTo>
                  <a:lnTo>
                    <a:pt x="51293" y="3753"/>
                  </a:lnTo>
                  <a:lnTo>
                    <a:pt x="51293" y="3753"/>
                  </a:lnTo>
                  <a:lnTo>
                    <a:pt x="51293" y="7819"/>
                  </a:lnTo>
                  <a:lnTo>
                    <a:pt x="50980" y="11572"/>
                  </a:lnTo>
                  <a:lnTo>
                    <a:pt x="50355" y="15326"/>
                  </a:lnTo>
                  <a:lnTo>
                    <a:pt x="49417" y="18766"/>
                  </a:lnTo>
                  <a:lnTo>
                    <a:pt x="48165" y="21894"/>
                  </a:lnTo>
                  <a:lnTo>
                    <a:pt x="46914" y="25021"/>
                  </a:lnTo>
                  <a:lnTo>
                    <a:pt x="45663" y="28149"/>
                  </a:lnTo>
                  <a:lnTo>
                    <a:pt x="43787" y="30651"/>
                  </a:lnTo>
                  <a:lnTo>
                    <a:pt x="41910" y="33153"/>
                  </a:lnTo>
                  <a:lnTo>
                    <a:pt x="40034" y="35342"/>
                  </a:lnTo>
                  <a:lnTo>
                    <a:pt x="37844" y="37219"/>
                  </a:lnTo>
                  <a:lnTo>
                    <a:pt x="35655" y="39095"/>
                  </a:lnTo>
                  <a:lnTo>
                    <a:pt x="33466" y="40347"/>
                  </a:lnTo>
                  <a:lnTo>
                    <a:pt x="30964" y="41285"/>
                  </a:lnTo>
                  <a:lnTo>
                    <a:pt x="28149" y="41598"/>
                  </a:lnTo>
                  <a:lnTo>
                    <a:pt x="25647" y="41910"/>
                  </a:lnTo>
                  <a:lnTo>
                    <a:pt x="25647" y="41910"/>
                  </a:lnTo>
                  <a:lnTo>
                    <a:pt x="23145" y="41598"/>
                  </a:lnTo>
                  <a:lnTo>
                    <a:pt x="20330" y="41285"/>
                  </a:lnTo>
                  <a:lnTo>
                    <a:pt x="18141" y="40347"/>
                  </a:lnTo>
                  <a:lnTo>
                    <a:pt x="15638" y="39095"/>
                  </a:lnTo>
                  <a:lnTo>
                    <a:pt x="13449" y="37219"/>
                  </a:lnTo>
                  <a:lnTo>
                    <a:pt x="11260" y="35342"/>
                  </a:lnTo>
                  <a:lnTo>
                    <a:pt x="9383" y="33153"/>
                  </a:lnTo>
                  <a:lnTo>
                    <a:pt x="7507" y="30651"/>
                  </a:lnTo>
                  <a:lnTo>
                    <a:pt x="5630" y="28149"/>
                  </a:lnTo>
                  <a:lnTo>
                    <a:pt x="4379" y="25021"/>
                  </a:lnTo>
                  <a:lnTo>
                    <a:pt x="3128" y="21894"/>
                  </a:lnTo>
                  <a:lnTo>
                    <a:pt x="1877" y="18766"/>
                  </a:lnTo>
                  <a:lnTo>
                    <a:pt x="939" y="15326"/>
                  </a:lnTo>
                  <a:lnTo>
                    <a:pt x="313" y="11572"/>
                  </a:lnTo>
                  <a:lnTo>
                    <a:pt x="0" y="7819"/>
                  </a:lnTo>
                  <a:lnTo>
                    <a:pt x="0" y="3753"/>
                  </a:lnTo>
                  <a:lnTo>
                    <a:pt x="0" y="3753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6" name="Google Shape;3276;p335"/>
          <p:cNvSpPr txBox="1"/>
          <p:nvPr/>
        </p:nvSpPr>
        <p:spPr>
          <a:xfrm>
            <a:off x="457200" y="1149400"/>
            <a:ext cx="4358400" cy="3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Similar to the enumeration process during the Reconnaissance phase, except we are enumerating and searching for data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from inside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the target after it has been exploited.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means we search for any useful information that’s available from inside the target, including: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Current User Context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List of Users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Current User Access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Defensive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Countermeasures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7" name="Google Shape;3277;p3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1450" y="975250"/>
            <a:ext cx="4050150" cy="40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3282;p33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4: Post Exploitation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3" name="Google Shape;3283;p336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Persistence and Privilege Escalation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3284" name="Google Shape;3284;p336"/>
          <p:cNvGrpSpPr/>
          <p:nvPr/>
        </p:nvGrpSpPr>
        <p:grpSpPr>
          <a:xfrm>
            <a:off x="294372" y="207414"/>
            <a:ext cx="325664" cy="499575"/>
            <a:chOff x="1949050" y="285025"/>
            <a:chExt cx="3721875" cy="5144950"/>
          </a:xfrm>
        </p:grpSpPr>
        <p:sp>
          <p:nvSpPr>
            <p:cNvPr id="3285" name="Google Shape;3285;p336"/>
            <p:cNvSpPr/>
            <p:nvPr/>
          </p:nvSpPr>
          <p:spPr>
            <a:xfrm>
              <a:off x="2449475" y="3201525"/>
              <a:ext cx="2705400" cy="1853125"/>
            </a:xfrm>
            <a:custGeom>
              <a:rect b="b" l="l" r="r" t="t"/>
              <a:pathLst>
                <a:path extrusionOk="0" fill="none" h="74125" w="108216">
                  <a:moveTo>
                    <a:pt x="108215" y="74125"/>
                  </a:moveTo>
                  <a:lnTo>
                    <a:pt x="0" y="74125"/>
                  </a:lnTo>
                  <a:lnTo>
                    <a:pt x="0" y="4692"/>
                  </a:lnTo>
                  <a:lnTo>
                    <a:pt x="0" y="4692"/>
                  </a:lnTo>
                  <a:lnTo>
                    <a:pt x="0" y="3754"/>
                  </a:lnTo>
                  <a:lnTo>
                    <a:pt x="313" y="2815"/>
                  </a:lnTo>
                  <a:lnTo>
                    <a:pt x="1251" y="1252"/>
                  </a:lnTo>
                  <a:lnTo>
                    <a:pt x="2815" y="313"/>
                  </a:lnTo>
                  <a:lnTo>
                    <a:pt x="3441" y="0"/>
                  </a:lnTo>
                  <a:lnTo>
                    <a:pt x="4379" y="0"/>
                  </a:lnTo>
                  <a:lnTo>
                    <a:pt x="103837" y="0"/>
                  </a:lnTo>
                  <a:lnTo>
                    <a:pt x="103837" y="0"/>
                  </a:lnTo>
                  <a:lnTo>
                    <a:pt x="104775" y="0"/>
                  </a:lnTo>
                  <a:lnTo>
                    <a:pt x="105400" y="313"/>
                  </a:lnTo>
                  <a:lnTo>
                    <a:pt x="106964" y="1252"/>
                  </a:lnTo>
                  <a:lnTo>
                    <a:pt x="107903" y="2815"/>
                  </a:lnTo>
                  <a:lnTo>
                    <a:pt x="108215" y="3754"/>
                  </a:lnTo>
                  <a:lnTo>
                    <a:pt x="108215" y="4692"/>
                  </a:lnTo>
                  <a:lnTo>
                    <a:pt x="108215" y="74125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336"/>
            <p:cNvSpPr/>
            <p:nvPr/>
          </p:nvSpPr>
          <p:spPr>
            <a:xfrm>
              <a:off x="2285275" y="5054625"/>
              <a:ext cx="3041600" cy="375350"/>
            </a:xfrm>
            <a:custGeom>
              <a:rect b="b" l="l" r="r" t="t"/>
              <a:pathLst>
                <a:path extrusionOk="0" fill="none" h="15014" w="121664">
                  <a:moveTo>
                    <a:pt x="115409" y="15013"/>
                  </a:moveTo>
                  <a:lnTo>
                    <a:pt x="5943" y="15013"/>
                  </a:lnTo>
                  <a:lnTo>
                    <a:pt x="5943" y="15013"/>
                  </a:lnTo>
                  <a:lnTo>
                    <a:pt x="4692" y="15013"/>
                  </a:lnTo>
                  <a:lnTo>
                    <a:pt x="3753" y="14701"/>
                  </a:lnTo>
                  <a:lnTo>
                    <a:pt x="2502" y="14075"/>
                  </a:lnTo>
                  <a:lnTo>
                    <a:pt x="1564" y="13450"/>
                  </a:lnTo>
                  <a:lnTo>
                    <a:pt x="939" y="12511"/>
                  </a:lnTo>
                  <a:lnTo>
                    <a:pt x="313" y="11260"/>
                  </a:lnTo>
                  <a:lnTo>
                    <a:pt x="0" y="10322"/>
                  </a:lnTo>
                  <a:lnTo>
                    <a:pt x="0" y="9071"/>
                  </a:lnTo>
                  <a:lnTo>
                    <a:pt x="0" y="1"/>
                  </a:lnTo>
                  <a:lnTo>
                    <a:pt x="121664" y="1"/>
                  </a:lnTo>
                  <a:lnTo>
                    <a:pt x="121664" y="9071"/>
                  </a:lnTo>
                  <a:lnTo>
                    <a:pt x="121664" y="9071"/>
                  </a:lnTo>
                  <a:lnTo>
                    <a:pt x="121351" y="10322"/>
                  </a:lnTo>
                  <a:lnTo>
                    <a:pt x="121038" y="11260"/>
                  </a:lnTo>
                  <a:lnTo>
                    <a:pt x="120413" y="12511"/>
                  </a:lnTo>
                  <a:lnTo>
                    <a:pt x="119787" y="13450"/>
                  </a:lnTo>
                  <a:lnTo>
                    <a:pt x="118849" y="14075"/>
                  </a:lnTo>
                  <a:lnTo>
                    <a:pt x="117598" y="14701"/>
                  </a:lnTo>
                  <a:lnTo>
                    <a:pt x="116660" y="15013"/>
                  </a:lnTo>
                  <a:lnTo>
                    <a:pt x="115409" y="15013"/>
                  </a:lnTo>
                  <a:lnTo>
                    <a:pt x="115409" y="15013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336"/>
            <p:cNvSpPr/>
            <p:nvPr/>
          </p:nvSpPr>
          <p:spPr>
            <a:xfrm>
              <a:off x="3379925" y="3756675"/>
              <a:ext cx="844475" cy="836650"/>
            </a:xfrm>
            <a:custGeom>
              <a:rect b="b" l="l" r="r" t="t"/>
              <a:pathLst>
                <a:path extrusionOk="0" fill="none" h="33466" w="33779">
                  <a:moveTo>
                    <a:pt x="33779" y="16577"/>
                  </a:moveTo>
                  <a:lnTo>
                    <a:pt x="33779" y="16577"/>
                  </a:lnTo>
                  <a:lnTo>
                    <a:pt x="33466" y="20017"/>
                  </a:lnTo>
                  <a:lnTo>
                    <a:pt x="32215" y="23145"/>
                  </a:lnTo>
                  <a:lnTo>
                    <a:pt x="30964" y="25960"/>
                  </a:lnTo>
                  <a:lnTo>
                    <a:pt x="28775" y="28462"/>
                  </a:lnTo>
                  <a:lnTo>
                    <a:pt x="26273" y="30651"/>
                  </a:lnTo>
                  <a:lnTo>
                    <a:pt x="23458" y="32215"/>
                  </a:lnTo>
                  <a:lnTo>
                    <a:pt x="20330" y="33153"/>
                  </a:lnTo>
                  <a:lnTo>
                    <a:pt x="16890" y="33466"/>
                  </a:lnTo>
                  <a:lnTo>
                    <a:pt x="16890" y="33466"/>
                  </a:lnTo>
                  <a:lnTo>
                    <a:pt x="13449" y="33153"/>
                  </a:lnTo>
                  <a:lnTo>
                    <a:pt x="10322" y="32215"/>
                  </a:lnTo>
                  <a:lnTo>
                    <a:pt x="7507" y="30651"/>
                  </a:lnTo>
                  <a:lnTo>
                    <a:pt x="5005" y="28462"/>
                  </a:lnTo>
                  <a:lnTo>
                    <a:pt x="3128" y="25960"/>
                  </a:lnTo>
                  <a:lnTo>
                    <a:pt x="1564" y="23145"/>
                  </a:lnTo>
                  <a:lnTo>
                    <a:pt x="313" y="20017"/>
                  </a:lnTo>
                  <a:lnTo>
                    <a:pt x="1" y="16577"/>
                  </a:lnTo>
                  <a:lnTo>
                    <a:pt x="1" y="16577"/>
                  </a:lnTo>
                  <a:lnTo>
                    <a:pt x="313" y="13137"/>
                  </a:lnTo>
                  <a:lnTo>
                    <a:pt x="1564" y="10009"/>
                  </a:lnTo>
                  <a:lnTo>
                    <a:pt x="3128" y="7194"/>
                  </a:lnTo>
                  <a:lnTo>
                    <a:pt x="5005" y="4692"/>
                  </a:lnTo>
                  <a:lnTo>
                    <a:pt x="7507" y="2815"/>
                  </a:lnTo>
                  <a:lnTo>
                    <a:pt x="10322" y="1252"/>
                  </a:lnTo>
                  <a:lnTo>
                    <a:pt x="13449" y="313"/>
                  </a:lnTo>
                  <a:lnTo>
                    <a:pt x="16890" y="1"/>
                  </a:lnTo>
                  <a:lnTo>
                    <a:pt x="16890" y="1"/>
                  </a:lnTo>
                  <a:lnTo>
                    <a:pt x="20330" y="313"/>
                  </a:lnTo>
                  <a:lnTo>
                    <a:pt x="23458" y="1252"/>
                  </a:lnTo>
                  <a:lnTo>
                    <a:pt x="26273" y="2815"/>
                  </a:lnTo>
                  <a:lnTo>
                    <a:pt x="28775" y="4692"/>
                  </a:lnTo>
                  <a:lnTo>
                    <a:pt x="30964" y="7194"/>
                  </a:lnTo>
                  <a:lnTo>
                    <a:pt x="32215" y="10009"/>
                  </a:lnTo>
                  <a:lnTo>
                    <a:pt x="33466" y="13137"/>
                  </a:lnTo>
                  <a:lnTo>
                    <a:pt x="33779" y="16577"/>
                  </a:lnTo>
                  <a:lnTo>
                    <a:pt x="33779" y="16577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336"/>
            <p:cNvSpPr/>
            <p:nvPr/>
          </p:nvSpPr>
          <p:spPr>
            <a:xfrm>
              <a:off x="2824775" y="285025"/>
              <a:ext cx="1954775" cy="1211975"/>
            </a:xfrm>
            <a:custGeom>
              <a:rect b="b" l="l" r="r" t="t"/>
              <a:pathLst>
                <a:path extrusionOk="0" fill="none" h="48479" w="78191">
                  <a:moveTo>
                    <a:pt x="39096" y="48479"/>
                  </a:moveTo>
                  <a:lnTo>
                    <a:pt x="39096" y="48479"/>
                  </a:lnTo>
                  <a:lnTo>
                    <a:pt x="72874" y="48479"/>
                  </a:lnTo>
                  <a:lnTo>
                    <a:pt x="72874" y="48479"/>
                  </a:lnTo>
                  <a:lnTo>
                    <a:pt x="73812" y="48166"/>
                  </a:lnTo>
                  <a:lnTo>
                    <a:pt x="75063" y="47853"/>
                  </a:lnTo>
                  <a:lnTo>
                    <a:pt x="75689" y="47540"/>
                  </a:lnTo>
                  <a:lnTo>
                    <a:pt x="76627" y="46915"/>
                  </a:lnTo>
                  <a:lnTo>
                    <a:pt x="77252" y="45976"/>
                  </a:lnTo>
                  <a:lnTo>
                    <a:pt x="77878" y="45038"/>
                  </a:lnTo>
                  <a:lnTo>
                    <a:pt x="78191" y="44100"/>
                  </a:lnTo>
                  <a:lnTo>
                    <a:pt x="78191" y="43162"/>
                  </a:lnTo>
                  <a:lnTo>
                    <a:pt x="78191" y="43162"/>
                  </a:lnTo>
                  <a:lnTo>
                    <a:pt x="78191" y="41911"/>
                  </a:lnTo>
                  <a:lnTo>
                    <a:pt x="77878" y="40972"/>
                  </a:lnTo>
                  <a:lnTo>
                    <a:pt x="77252" y="40034"/>
                  </a:lnTo>
                  <a:lnTo>
                    <a:pt x="76627" y="39408"/>
                  </a:lnTo>
                  <a:lnTo>
                    <a:pt x="75689" y="38783"/>
                  </a:lnTo>
                  <a:lnTo>
                    <a:pt x="75063" y="38157"/>
                  </a:lnTo>
                  <a:lnTo>
                    <a:pt x="73812" y="37845"/>
                  </a:lnTo>
                  <a:lnTo>
                    <a:pt x="72874" y="37845"/>
                  </a:lnTo>
                  <a:lnTo>
                    <a:pt x="72874" y="37845"/>
                  </a:lnTo>
                  <a:lnTo>
                    <a:pt x="70059" y="37845"/>
                  </a:lnTo>
                  <a:lnTo>
                    <a:pt x="70059" y="37845"/>
                  </a:lnTo>
                  <a:lnTo>
                    <a:pt x="69433" y="31902"/>
                  </a:lnTo>
                  <a:lnTo>
                    <a:pt x="68808" y="25960"/>
                  </a:lnTo>
                  <a:lnTo>
                    <a:pt x="67557" y="18766"/>
                  </a:lnTo>
                  <a:lnTo>
                    <a:pt x="66619" y="15326"/>
                  </a:lnTo>
                  <a:lnTo>
                    <a:pt x="65680" y="11885"/>
                  </a:lnTo>
                  <a:lnTo>
                    <a:pt x="64429" y="8758"/>
                  </a:lnTo>
                  <a:lnTo>
                    <a:pt x="62866" y="5943"/>
                  </a:lnTo>
                  <a:lnTo>
                    <a:pt x="61302" y="3441"/>
                  </a:lnTo>
                  <a:lnTo>
                    <a:pt x="59112" y="1564"/>
                  </a:lnTo>
                  <a:lnTo>
                    <a:pt x="58174" y="939"/>
                  </a:lnTo>
                  <a:lnTo>
                    <a:pt x="56923" y="313"/>
                  </a:lnTo>
                  <a:lnTo>
                    <a:pt x="55672" y="1"/>
                  </a:lnTo>
                  <a:lnTo>
                    <a:pt x="54108" y="1"/>
                  </a:lnTo>
                  <a:lnTo>
                    <a:pt x="54108" y="1"/>
                  </a:lnTo>
                  <a:lnTo>
                    <a:pt x="52232" y="1"/>
                  </a:lnTo>
                  <a:lnTo>
                    <a:pt x="50355" y="626"/>
                  </a:lnTo>
                  <a:lnTo>
                    <a:pt x="47540" y="2190"/>
                  </a:lnTo>
                  <a:lnTo>
                    <a:pt x="45976" y="2815"/>
                  </a:lnTo>
                  <a:lnTo>
                    <a:pt x="44100" y="3754"/>
                  </a:lnTo>
                  <a:lnTo>
                    <a:pt x="41911" y="4066"/>
                  </a:lnTo>
                  <a:lnTo>
                    <a:pt x="39096" y="4379"/>
                  </a:lnTo>
                  <a:lnTo>
                    <a:pt x="39096" y="4379"/>
                  </a:lnTo>
                  <a:lnTo>
                    <a:pt x="36281" y="4066"/>
                  </a:lnTo>
                  <a:lnTo>
                    <a:pt x="34092" y="3754"/>
                  </a:lnTo>
                  <a:lnTo>
                    <a:pt x="32215" y="2815"/>
                  </a:lnTo>
                  <a:lnTo>
                    <a:pt x="30651" y="2190"/>
                  </a:lnTo>
                  <a:lnTo>
                    <a:pt x="27836" y="626"/>
                  </a:lnTo>
                  <a:lnTo>
                    <a:pt x="25960" y="1"/>
                  </a:lnTo>
                  <a:lnTo>
                    <a:pt x="24083" y="1"/>
                  </a:lnTo>
                  <a:lnTo>
                    <a:pt x="24083" y="1"/>
                  </a:lnTo>
                  <a:lnTo>
                    <a:pt x="22519" y="1"/>
                  </a:lnTo>
                  <a:lnTo>
                    <a:pt x="21268" y="313"/>
                  </a:lnTo>
                  <a:lnTo>
                    <a:pt x="20017" y="939"/>
                  </a:lnTo>
                  <a:lnTo>
                    <a:pt x="19079" y="1564"/>
                  </a:lnTo>
                  <a:lnTo>
                    <a:pt x="16890" y="3441"/>
                  </a:lnTo>
                  <a:lnTo>
                    <a:pt x="15326" y="5943"/>
                  </a:lnTo>
                  <a:lnTo>
                    <a:pt x="13762" y="8758"/>
                  </a:lnTo>
                  <a:lnTo>
                    <a:pt x="12511" y="11885"/>
                  </a:lnTo>
                  <a:lnTo>
                    <a:pt x="11573" y="15326"/>
                  </a:lnTo>
                  <a:lnTo>
                    <a:pt x="10635" y="18766"/>
                  </a:lnTo>
                  <a:lnTo>
                    <a:pt x="9384" y="25960"/>
                  </a:lnTo>
                  <a:lnTo>
                    <a:pt x="8758" y="31902"/>
                  </a:lnTo>
                  <a:lnTo>
                    <a:pt x="8132" y="37845"/>
                  </a:lnTo>
                  <a:lnTo>
                    <a:pt x="8132" y="37845"/>
                  </a:lnTo>
                  <a:lnTo>
                    <a:pt x="5318" y="37845"/>
                  </a:lnTo>
                  <a:lnTo>
                    <a:pt x="5318" y="37845"/>
                  </a:lnTo>
                  <a:lnTo>
                    <a:pt x="4379" y="37845"/>
                  </a:lnTo>
                  <a:lnTo>
                    <a:pt x="3128" y="38157"/>
                  </a:lnTo>
                  <a:lnTo>
                    <a:pt x="2503" y="38783"/>
                  </a:lnTo>
                  <a:lnTo>
                    <a:pt x="1565" y="39408"/>
                  </a:lnTo>
                  <a:lnTo>
                    <a:pt x="939" y="40034"/>
                  </a:lnTo>
                  <a:lnTo>
                    <a:pt x="313" y="40972"/>
                  </a:lnTo>
                  <a:lnTo>
                    <a:pt x="313" y="41911"/>
                  </a:lnTo>
                  <a:lnTo>
                    <a:pt x="1" y="43162"/>
                  </a:lnTo>
                  <a:lnTo>
                    <a:pt x="1" y="43162"/>
                  </a:lnTo>
                  <a:lnTo>
                    <a:pt x="313" y="44100"/>
                  </a:lnTo>
                  <a:lnTo>
                    <a:pt x="313" y="45038"/>
                  </a:lnTo>
                  <a:lnTo>
                    <a:pt x="939" y="45976"/>
                  </a:lnTo>
                  <a:lnTo>
                    <a:pt x="1565" y="46915"/>
                  </a:lnTo>
                  <a:lnTo>
                    <a:pt x="2503" y="47540"/>
                  </a:lnTo>
                  <a:lnTo>
                    <a:pt x="3128" y="47853"/>
                  </a:lnTo>
                  <a:lnTo>
                    <a:pt x="4379" y="48166"/>
                  </a:lnTo>
                  <a:lnTo>
                    <a:pt x="5318" y="48479"/>
                  </a:lnTo>
                  <a:lnTo>
                    <a:pt x="5318" y="48479"/>
                  </a:lnTo>
                  <a:lnTo>
                    <a:pt x="39096" y="48479"/>
                  </a:lnTo>
                  <a:lnTo>
                    <a:pt x="39096" y="48479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336"/>
            <p:cNvSpPr/>
            <p:nvPr/>
          </p:nvSpPr>
          <p:spPr>
            <a:xfrm>
              <a:off x="1949050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20017" y="76314"/>
                  </a:moveTo>
                  <a:lnTo>
                    <a:pt x="20017" y="76314"/>
                  </a:lnTo>
                  <a:lnTo>
                    <a:pt x="12511" y="69121"/>
                  </a:lnTo>
                  <a:lnTo>
                    <a:pt x="3128" y="59425"/>
                  </a:lnTo>
                  <a:lnTo>
                    <a:pt x="3128" y="59425"/>
                  </a:lnTo>
                  <a:lnTo>
                    <a:pt x="1877" y="58487"/>
                  </a:lnTo>
                  <a:lnTo>
                    <a:pt x="1252" y="57236"/>
                  </a:lnTo>
                  <a:lnTo>
                    <a:pt x="626" y="55672"/>
                  </a:lnTo>
                  <a:lnTo>
                    <a:pt x="1" y="54108"/>
                  </a:lnTo>
                  <a:lnTo>
                    <a:pt x="1" y="51919"/>
                  </a:lnTo>
                  <a:lnTo>
                    <a:pt x="1" y="49730"/>
                  </a:lnTo>
                  <a:lnTo>
                    <a:pt x="313" y="46915"/>
                  </a:lnTo>
                  <a:lnTo>
                    <a:pt x="939" y="43787"/>
                  </a:lnTo>
                  <a:lnTo>
                    <a:pt x="939" y="43787"/>
                  </a:lnTo>
                  <a:lnTo>
                    <a:pt x="8445" y="7820"/>
                  </a:lnTo>
                  <a:lnTo>
                    <a:pt x="8445" y="7820"/>
                  </a:lnTo>
                  <a:lnTo>
                    <a:pt x="8758" y="5630"/>
                  </a:lnTo>
                  <a:lnTo>
                    <a:pt x="9383" y="4066"/>
                  </a:lnTo>
                  <a:lnTo>
                    <a:pt x="10322" y="2815"/>
                  </a:lnTo>
                  <a:lnTo>
                    <a:pt x="11260" y="1877"/>
                  </a:lnTo>
                  <a:lnTo>
                    <a:pt x="12511" y="939"/>
                  </a:lnTo>
                  <a:lnTo>
                    <a:pt x="14075" y="626"/>
                  </a:lnTo>
                  <a:lnTo>
                    <a:pt x="15951" y="313"/>
                  </a:lnTo>
                  <a:lnTo>
                    <a:pt x="17828" y="1"/>
                  </a:lnTo>
                  <a:lnTo>
                    <a:pt x="17828" y="1"/>
                  </a:lnTo>
                  <a:lnTo>
                    <a:pt x="3596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336"/>
            <p:cNvSpPr/>
            <p:nvPr/>
          </p:nvSpPr>
          <p:spPr>
            <a:xfrm>
              <a:off x="2566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33779" y="50980"/>
                  </a:moveTo>
                  <a:lnTo>
                    <a:pt x="1" y="0"/>
                  </a:lnTo>
                  <a:lnTo>
                    <a:pt x="25334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336"/>
            <p:cNvSpPr/>
            <p:nvPr/>
          </p:nvSpPr>
          <p:spPr>
            <a:xfrm>
              <a:off x="29889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7828" y="2721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336"/>
            <p:cNvSpPr/>
            <p:nvPr/>
          </p:nvSpPr>
          <p:spPr>
            <a:xfrm>
              <a:off x="4771725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15951" y="76314"/>
                  </a:moveTo>
                  <a:lnTo>
                    <a:pt x="15951" y="76314"/>
                  </a:lnTo>
                  <a:lnTo>
                    <a:pt x="23457" y="69121"/>
                  </a:lnTo>
                  <a:lnTo>
                    <a:pt x="32840" y="59425"/>
                  </a:lnTo>
                  <a:lnTo>
                    <a:pt x="32840" y="59425"/>
                  </a:lnTo>
                  <a:lnTo>
                    <a:pt x="34091" y="58487"/>
                  </a:lnTo>
                  <a:lnTo>
                    <a:pt x="34716" y="57236"/>
                  </a:lnTo>
                  <a:lnTo>
                    <a:pt x="35342" y="55672"/>
                  </a:lnTo>
                  <a:lnTo>
                    <a:pt x="35967" y="54108"/>
                  </a:lnTo>
                  <a:lnTo>
                    <a:pt x="35967" y="51919"/>
                  </a:lnTo>
                  <a:lnTo>
                    <a:pt x="35967" y="49730"/>
                  </a:lnTo>
                  <a:lnTo>
                    <a:pt x="35655" y="46915"/>
                  </a:lnTo>
                  <a:lnTo>
                    <a:pt x="35029" y="43787"/>
                  </a:lnTo>
                  <a:lnTo>
                    <a:pt x="35029" y="43787"/>
                  </a:lnTo>
                  <a:lnTo>
                    <a:pt x="27523" y="7820"/>
                  </a:lnTo>
                  <a:lnTo>
                    <a:pt x="27523" y="7820"/>
                  </a:lnTo>
                  <a:lnTo>
                    <a:pt x="27210" y="5630"/>
                  </a:lnTo>
                  <a:lnTo>
                    <a:pt x="26585" y="4066"/>
                  </a:lnTo>
                  <a:lnTo>
                    <a:pt x="25646" y="2815"/>
                  </a:lnTo>
                  <a:lnTo>
                    <a:pt x="24708" y="1877"/>
                  </a:lnTo>
                  <a:lnTo>
                    <a:pt x="23457" y="939"/>
                  </a:lnTo>
                  <a:lnTo>
                    <a:pt x="21893" y="626"/>
                  </a:lnTo>
                  <a:lnTo>
                    <a:pt x="20017" y="313"/>
                  </a:lnTo>
                  <a:lnTo>
                    <a:pt x="18140" y="1"/>
                  </a:lnTo>
                  <a:lnTo>
                    <a:pt x="18140" y="1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336"/>
            <p:cNvSpPr/>
            <p:nvPr/>
          </p:nvSpPr>
          <p:spPr>
            <a:xfrm>
              <a:off x="4208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0" y="50980"/>
                  </a:moveTo>
                  <a:lnTo>
                    <a:pt x="33778" y="0"/>
                  </a:lnTo>
                  <a:lnTo>
                    <a:pt x="8445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336"/>
            <p:cNvSpPr/>
            <p:nvPr/>
          </p:nvSpPr>
          <p:spPr>
            <a:xfrm>
              <a:off x="41852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" y="27211"/>
                  </a:moveTo>
                  <a:lnTo>
                    <a:pt x="1782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336"/>
            <p:cNvSpPr/>
            <p:nvPr/>
          </p:nvSpPr>
          <p:spPr>
            <a:xfrm>
              <a:off x="3028075" y="1231125"/>
              <a:ext cx="1548175" cy="25"/>
            </a:xfrm>
            <a:custGeom>
              <a:rect b="b" l="l" r="r" t="t"/>
              <a:pathLst>
                <a:path extrusionOk="0" fill="none" h="1" w="61927">
                  <a:moveTo>
                    <a:pt x="0" y="1"/>
                  </a:moveTo>
                  <a:lnTo>
                    <a:pt x="61927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336"/>
            <p:cNvSpPr/>
            <p:nvPr/>
          </p:nvSpPr>
          <p:spPr>
            <a:xfrm>
              <a:off x="3161000" y="1504800"/>
              <a:ext cx="1282350" cy="1047775"/>
            </a:xfrm>
            <a:custGeom>
              <a:rect b="b" l="l" r="r" t="t"/>
              <a:pathLst>
                <a:path extrusionOk="0" fill="none" h="41911" w="51294">
                  <a:moveTo>
                    <a:pt x="51293" y="0"/>
                  </a:moveTo>
                  <a:lnTo>
                    <a:pt x="51293" y="0"/>
                  </a:lnTo>
                  <a:lnTo>
                    <a:pt x="51293" y="3753"/>
                  </a:lnTo>
                  <a:lnTo>
                    <a:pt x="51293" y="3753"/>
                  </a:lnTo>
                  <a:lnTo>
                    <a:pt x="51293" y="7819"/>
                  </a:lnTo>
                  <a:lnTo>
                    <a:pt x="50980" y="11572"/>
                  </a:lnTo>
                  <a:lnTo>
                    <a:pt x="50355" y="15326"/>
                  </a:lnTo>
                  <a:lnTo>
                    <a:pt x="49417" y="18766"/>
                  </a:lnTo>
                  <a:lnTo>
                    <a:pt x="48165" y="21894"/>
                  </a:lnTo>
                  <a:lnTo>
                    <a:pt x="46914" y="25021"/>
                  </a:lnTo>
                  <a:lnTo>
                    <a:pt x="45663" y="28149"/>
                  </a:lnTo>
                  <a:lnTo>
                    <a:pt x="43787" y="30651"/>
                  </a:lnTo>
                  <a:lnTo>
                    <a:pt x="41910" y="33153"/>
                  </a:lnTo>
                  <a:lnTo>
                    <a:pt x="40034" y="35342"/>
                  </a:lnTo>
                  <a:lnTo>
                    <a:pt x="37844" y="37219"/>
                  </a:lnTo>
                  <a:lnTo>
                    <a:pt x="35655" y="39095"/>
                  </a:lnTo>
                  <a:lnTo>
                    <a:pt x="33466" y="40347"/>
                  </a:lnTo>
                  <a:lnTo>
                    <a:pt x="30964" y="41285"/>
                  </a:lnTo>
                  <a:lnTo>
                    <a:pt x="28149" y="41598"/>
                  </a:lnTo>
                  <a:lnTo>
                    <a:pt x="25647" y="41910"/>
                  </a:lnTo>
                  <a:lnTo>
                    <a:pt x="25647" y="41910"/>
                  </a:lnTo>
                  <a:lnTo>
                    <a:pt x="23145" y="41598"/>
                  </a:lnTo>
                  <a:lnTo>
                    <a:pt x="20330" y="41285"/>
                  </a:lnTo>
                  <a:lnTo>
                    <a:pt x="18141" y="40347"/>
                  </a:lnTo>
                  <a:lnTo>
                    <a:pt x="15638" y="39095"/>
                  </a:lnTo>
                  <a:lnTo>
                    <a:pt x="13449" y="37219"/>
                  </a:lnTo>
                  <a:lnTo>
                    <a:pt x="11260" y="35342"/>
                  </a:lnTo>
                  <a:lnTo>
                    <a:pt x="9383" y="33153"/>
                  </a:lnTo>
                  <a:lnTo>
                    <a:pt x="7507" y="30651"/>
                  </a:lnTo>
                  <a:lnTo>
                    <a:pt x="5630" y="28149"/>
                  </a:lnTo>
                  <a:lnTo>
                    <a:pt x="4379" y="25021"/>
                  </a:lnTo>
                  <a:lnTo>
                    <a:pt x="3128" y="21894"/>
                  </a:lnTo>
                  <a:lnTo>
                    <a:pt x="1877" y="18766"/>
                  </a:lnTo>
                  <a:lnTo>
                    <a:pt x="939" y="15326"/>
                  </a:lnTo>
                  <a:lnTo>
                    <a:pt x="313" y="11572"/>
                  </a:lnTo>
                  <a:lnTo>
                    <a:pt x="0" y="7819"/>
                  </a:lnTo>
                  <a:lnTo>
                    <a:pt x="0" y="3753"/>
                  </a:lnTo>
                  <a:lnTo>
                    <a:pt x="0" y="3753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7" name="Google Shape;3297;p336"/>
          <p:cNvSpPr txBox="1"/>
          <p:nvPr/>
        </p:nvSpPr>
        <p:spPr>
          <a:xfrm>
            <a:off x="4572000" y="1265575"/>
            <a:ext cx="3522300" cy="38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Persistence: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process of attempting to maintain long-term access to your target.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Privilege Escalation: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process of escalating privileges from a less-privileged user to a more-privileged user (or a low-privilege to high-privilege user).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8" name="Google Shape;3298;p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250"/>
            <a:ext cx="4120474" cy="412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337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Privilege Escalation</a:t>
            </a:r>
            <a:endParaRPr/>
          </a:p>
        </p:txBody>
      </p:sp>
      <p:sp>
        <p:nvSpPr>
          <p:cNvPr id="3304" name="Google Shape;3304;p337"/>
          <p:cNvSpPr txBox="1"/>
          <p:nvPr>
            <p:ph idx="4294967295" type="subTitle"/>
          </p:nvPr>
        </p:nvSpPr>
        <p:spPr>
          <a:xfrm>
            <a:off x="0" y="675975"/>
            <a:ext cx="69087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When pen testing, it’s common to land on a machine as a low- or no-privilege user. In this case, an important task for the penetration tester is to perform privilege escalation.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305" name="Google Shape;3305;p337"/>
          <p:cNvSpPr txBox="1"/>
          <p:nvPr>
            <p:ph idx="4294967295" type="body"/>
          </p:nvPr>
        </p:nvSpPr>
        <p:spPr>
          <a:xfrm>
            <a:off x="175" y="1866900"/>
            <a:ext cx="53094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/>
              <a:t>Much like the Reconnaissance phase is split between external and internal recon, the Post Exploitation phase is split between low- and high-privilege post-exploitation tasks.</a:t>
            </a:r>
            <a:endParaRPr sz="1600"/>
          </a:p>
        </p:txBody>
      </p:sp>
      <p:sp>
        <p:nvSpPr>
          <p:cNvPr id="3306" name="Google Shape;3306;p337"/>
          <p:cNvSpPr/>
          <p:nvPr/>
        </p:nvSpPr>
        <p:spPr>
          <a:xfrm>
            <a:off x="4602325" y="3881594"/>
            <a:ext cx="857400" cy="868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b" bIns="18287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Standard user</a:t>
            </a:r>
            <a:endParaRPr b="0" i="0" sz="12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307" name="Google Shape;3307;p337"/>
          <p:cNvSpPr/>
          <p:nvPr/>
        </p:nvSpPr>
        <p:spPr>
          <a:xfrm>
            <a:off x="5459575" y="3300596"/>
            <a:ext cx="857400" cy="14496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8" name="Google Shape;3308;p337"/>
          <p:cNvSpPr/>
          <p:nvPr/>
        </p:nvSpPr>
        <p:spPr>
          <a:xfrm>
            <a:off x="6307300" y="2606250"/>
            <a:ext cx="857400" cy="21438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9" name="Google Shape;3309;p337"/>
          <p:cNvSpPr/>
          <p:nvPr/>
        </p:nvSpPr>
        <p:spPr>
          <a:xfrm>
            <a:off x="7164700" y="1758125"/>
            <a:ext cx="857400" cy="29922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0" name="Google Shape;3310;p337"/>
          <p:cNvSpPr/>
          <p:nvPr/>
        </p:nvSpPr>
        <p:spPr>
          <a:xfrm>
            <a:off x="8012275" y="856975"/>
            <a:ext cx="857400" cy="38931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b" bIns="18287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root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1" name="Google Shape;3311;p337"/>
          <p:cNvCxnSpPr/>
          <p:nvPr/>
        </p:nvCxnSpPr>
        <p:spPr>
          <a:xfrm flipH="1" rot="10800000">
            <a:off x="4572000" y="951100"/>
            <a:ext cx="3207000" cy="2632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2" name="Google Shape;3312;p337"/>
          <p:cNvSpPr/>
          <p:nvPr/>
        </p:nvSpPr>
        <p:spPr>
          <a:xfrm rot="-2400123">
            <a:off x="5184616" y="2141263"/>
            <a:ext cx="1960128" cy="287470"/>
          </a:xfrm>
          <a:prstGeom prst="roundRect">
            <a:avLst>
              <a:gd fmla="val 40220" name="adj"/>
            </a:avLst>
          </a:prstGeom>
          <a:solidFill>
            <a:srgbClr val="F91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Increase in privileges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3" name="Google Shape;3313;p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2825" y="3351000"/>
            <a:ext cx="1607440" cy="144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7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8" name="Google Shape;3318;p3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3413" y="1001025"/>
            <a:ext cx="827450" cy="2535859"/>
          </a:xfrm>
          <a:prstGeom prst="rect">
            <a:avLst/>
          </a:prstGeom>
          <a:noFill/>
          <a:ln>
            <a:noFill/>
          </a:ln>
        </p:spPr>
      </p:pic>
      <p:sp>
        <p:nvSpPr>
          <p:cNvPr id="3319" name="Google Shape;3319;p338"/>
          <p:cNvSpPr/>
          <p:nvPr/>
        </p:nvSpPr>
        <p:spPr>
          <a:xfrm rot="10800000">
            <a:off x="5001232" y="1334192"/>
            <a:ext cx="261029" cy="115083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0" name="Google Shape;3320;p338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High- and Low-Privilege Post Exploitation Tasks </a:t>
            </a:r>
            <a:endParaRPr/>
          </a:p>
        </p:txBody>
      </p:sp>
      <p:sp>
        <p:nvSpPr>
          <p:cNvPr id="3321" name="Google Shape;3321;p338"/>
          <p:cNvSpPr txBox="1"/>
          <p:nvPr>
            <p:ph idx="2" type="title"/>
          </p:nvPr>
        </p:nvSpPr>
        <p:spPr>
          <a:xfrm>
            <a:off x="4964463" y="1359801"/>
            <a:ext cx="3649200" cy="31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High-privilege tasks</a:t>
            </a:r>
            <a:endParaRPr b="1"/>
          </a:p>
        </p:txBody>
      </p:sp>
      <p:sp>
        <p:nvSpPr>
          <p:cNvPr id="3322" name="Google Shape;3322;p338"/>
          <p:cNvSpPr txBox="1"/>
          <p:nvPr>
            <p:ph idx="3" type="title"/>
          </p:nvPr>
        </p:nvSpPr>
        <p:spPr>
          <a:xfrm>
            <a:off x="530450" y="1883850"/>
            <a:ext cx="3762900" cy="19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Require minimal permissions              and include: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Gathering system/OS details.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Gathering services and versions.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Getting a list of users and groups.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23" name="Google Shape;3323;p338"/>
          <p:cNvSpPr txBox="1"/>
          <p:nvPr>
            <p:ph idx="4" type="title"/>
          </p:nvPr>
        </p:nvSpPr>
        <p:spPr>
          <a:xfrm>
            <a:off x="4964475" y="1883850"/>
            <a:ext cx="3860400" cy="18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Require </a:t>
            </a: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sudo</a:t>
            </a:r>
            <a:r>
              <a:rPr lang="en" sz="1800"/>
              <a:t> or </a:t>
            </a:r>
            <a:r>
              <a:rPr b="1" lang="en" sz="1800">
                <a:latin typeface="Inconsolata"/>
                <a:ea typeface="Inconsolata"/>
                <a:cs typeface="Inconsolata"/>
                <a:sym typeface="Inconsolata"/>
              </a:rPr>
              <a:t>root</a:t>
            </a:r>
            <a:r>
              <a:rPr lang="en" sz="1800"/>
              <a:t> privileges          and include: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Reading sensitive files, such as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/etc/shadow </a:t>
            </a:r>
            <a:r>
              <a:rPr lang="en" sz="1800"/>
              <a:t>and SSH keys.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Creating users and assigning them to privileged groups.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Installing new services.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majority of persistence tasks.</a:t>
            </a:r>
            <a:endParaRPr sz="1800"/>
          </a:p>
        </p:txBody>
      </p:sp>
      <p:sp>
        <p:nvSpPr>
          <p:cNvPr id="3324" name="Google Shape;3324;p338"/>
          <p:cNvSpPr txBox="1"/>
          <p:nvPr>
            <p:ph type="title"/>
          </p:nvPr>
        </p:nvSpPr>
        <p:spPr>
          <a:xfrm>
            <a:off x="530438" y="1359788"/>
            <a:ext cx="3649200" cy="31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Low-privilege tasks</a:t>
            </a:r>
            <a:endParaRPr b="1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339"/>
          <p:cNvSpPr txBox="1"/>
          <p:nvPr>
            <p:ph type="title"/>
          </p:nvPr>
        </p:nvSpPr>
        <p:spPr>
          <a:xfrm>
            <a:off x="5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>
                <a:solidFill>
                  <a:schemeClr val="dk2"/>
                </a:solidFill>
              </a:rPr>
              <a:t>Tips for Successful Privilege Escalation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3330" name="Google Shape;3330;p339"/>
          <p:cNvSpPr txBox="1"/>
          <p:nvPr>
            <p:ph idx="4294967295" type="subTitle"/>
          </p:nvPr>
        </p:nvSpPr>
        <p:spPr>
          <a:xfrm>
            <a:off x="518775" y="1937825"/>
            <a:ext cx="23715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Utilize information gathered during enumeration.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1" name="Google Shape;3331;p339"/>
          <p:cNvSpPr txBox="1"/>
          <p:nvPr>
            <p:ph idx="4294967295" type="subTitle"/>
          </p:nvPr>
        </p:nvSpPr>
        <p:spPr>
          <a:xfrm>
            <a:off x="3277725" y="1937837"/>
            <a:ext cx="23715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the path of least resistance.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2" name="Google Shape;3332;p339"/>
          <p:cNvSpPr txBox="1"/>
          <p:nvPr>
            <p:ph idx="4294967295" type="subTitle"/>
          </p:nvPr>
        </p:nvSpPr>
        <p:spPr>
          <a:xfrm>
            <a:off x="6226950" y="1937837"/>
            <a:ext cx="23715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Exploit vulnerable software.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p340"/>
          <p:cNvSpPr/>
          <p:nvPr/>
        </p:nvSpPr>
        <p:spPr>
          <a:xfrm>
            <a:off x="3498975" y="1793475"/>
            <a:ext cx="5324100" cy="92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340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solidFill>
                  <a:schemeClr val="dk2"/>
                </a:solidFill>
              </a:rPr>
              <a:t>Tips for Successful Privilege Escalation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339" name="Google Shape;3339;p340"/>
          <p:cNvSpPr/>
          <p:nvPr/>
        </p:nvSpPr>
        <p:spPr>
          <a:xfrm flipH="1">
            <a:off x="518775" y="1793450"/>
            <a:ext cx="2428500" cy="2720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0" name="Google Shape;3340;p340"/>
          <p:cNvSpPr txBox="1"/>
          <p:nvPr>
            <p:ph idx="4294967295" type="subTitle"/>
          </p:nvPr>
        </p:nvSpPr>
        <p:spPr>
          <a:xfrm>
            <a:off x="518775" y="1812677"/>
            <a:ext cx="2371500" cy="2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Utilize information gathered during enumeration.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41" name="Google Shape;3341;p340"/>
          <p:cNvGrpSpPr/>
          <p:nvPr/>
        </p:nvGrpSpPr>
        <p:grpSpPr>
          <a:xfrm>
            <a:off x="518781" y="1194365"/>
            <a:ext cx="533372" cy="533480"/>
            <a:chOff x="457200" y="1378813"/>
            <a:chExt cx="695400" cy="695450"/>
          </a:xfrm>
        </p:grpSpPr>
        <p:sp>
          <p:nvSpPr>
            <p:cNvPr id="3342" name="Google Shape;3342;p340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43" name="Google Shape;3343;p340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44" name="Google Shape;3344;p340"/>
          <p:cNvSpPr txBox="1"/>
          <p:nvPr/>
        </p:nvSpPr>
        <p:spPr>
          <a:xfrm>
            <a:off x="3685850" y="1889750"/>
            <a:ext cx="50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Gathering information allows us to identify a potential path to privilege escalation. 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5" name="Google Shape;3345;p340"/>
          <p:cNvSpPr/>
          <p:nvPr/>
        </p:nvSpPr>
        <p:spPr>
          <a:xfrm>
            <a:off x="3501225" y="2495639"/>
            <a:ext cx="5324100" cy="201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Common Linux paths of privilege escalation:</a:t>
            </a:r>
            <a:endParaRPr b="1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Abusing current access </a:t>
            </a:r>
            <a:b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.g., sudo group, writable files, read access to</a:t>
            </a: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sensitive files)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Exploitation of software </a:t>
            </a:r>
            <a:b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ome services may run as a higher-privileged user)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Roboto Medium"/>
              <a:buChar char="●"/>
            </a:pPr>
            <a:r>
              <a:rPr b="0" i="0" lang="en" sz="14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Utilizing weak passwords of privileged users</a:t>
            </a:r>
            <a:endParaRPr b="0" i="0" sz="1400" u="none" cap="none" strike="noStrike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p341"/>
          <p:cNvSpPr/>
          <p:nvPr/>
        </p:nvSpPr>
        <p:spPr>
          <a:xfrm>
            <a:off x="3498975" y="1793475"/>
            <a:ext cx="5324100" cy="929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p341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>
                <a:solidFill>
                  <a:schemeClr val="dk2"/>
                </a:solidFill>
              </a:rPr>
              <a:t>Tips for Successful Privilege Escalation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52" name="Google Shape;3352;p341"/>
          <p:cNvSpPr/>
          <p:nvPr/>
        </p:nvSpPr>
        <p:spPr>
          <a:xfrm flipH="1">
            <a:off x="518775" y="1793475"/>
            <a:ext cx="2428500" cy="2843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3" name="Google Shape;3353;p341"/>
          <p:cNvSpPr txBox="1"/>
          <p:nvPr>
            <p:ph idx="4294967295" type="subTitle"/>
          </p:nvPr>
        </p:nvSpPr>
        <p:spPr>
          <a:xfrm>
            <a:off x="518775" y="1793475"/>
            <a:ext cx="2371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the path of least resistance.  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54" name="Google Shape;3354;p341"/>
          <p:cNvGrpSpPr/>
          <p:nvPr/>
        </p:nvGrpSpPr>
        <p:grpSpPr>
          <a:xfrm>
            <a:off x="518781" y="1194377"/>
            <a:ext cx="533372" cy="533480"/>
            <a:chOff x="457200" y="1378813"/>
            <a:chExt cx="695400" cy="695450"/>
          </a:xfrm>
        </p:grpSpPr>
        <p:sp>
          <p:nvSpPr>
            <p:cNvPr id="3355" name="Google Shape;3355;p34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56" name="Google Shape;3356;p34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57" name="Google Shape;3357;p341"/>
          <p:cNvSpPr txBox="1"/>
          <p:nvPr/>
        </p:nvSpPr>
        <p:spPr>
          <a:xfrm>
            <a:off x="3685850" y="1906400"/>
            <a:ext cx="513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 for the easiest possible way to obtain your objective instead of jumping to a difficult task.</a:t>
            </a:r>
            <a:endParaRPr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8" name="Google Shape;3358;p341"/>
          <p:cNvSpPr/>
          <p:nvPr/>
        </p:nvSpPr>
        <p:spPr>
          <a:xfrm>
            <a:off x="3501225" y="2495650"/>
            <a:ext cx="5324100" cy="214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182875" spcFirstLastPara="1" rIns="2743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example:</a:t>
            </a:r>
            <a:endParaRPr b="1" i="0" sz="1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Some users keep passwords in a text file. Instead of hijacking a user’s web browsing session and keylogging their strokes in an attempt to gather passwords, you can just find the text file.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3990" lvl="0" marL="320040" marR="0" rtl="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addition to being easier, finding passwords in files or abusing functionality (e.g., scripts run as root but world-writable) is also stealthier, which is a key component of red teaming.</a:t>
            </a:r>
            <a:endParaRPr b="0" i="0" sz="13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2" name="Shape 3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" name="Google Shape;3363;p342"/>
          <p:cNvSpPr/>
          <p:nvPr/>
        </p:nvSpPr>
        <p:spPr>
          <a:xfrm>
            <a:off x="3498975" y="1792513"/>
            <a:ext cx="53241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4" name="Google Shape;3364;p342"/>
          <p:cNvSpPr txBox="1"/>
          <p:nvPr>
            <p:ph idx="4294967295"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600">
                <a:solidFill>
                  <a:schemeClr val="dk2"/>
                </a:solidFill>
              </a:rPr>
              <a:t>Tips for Successful Privilege Escalation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65" name="Google Shape;3365;p342"/>
          <p:cNvSpPr/>
          <p:nvPr/>
        </p:nvSpPr>
        <p:spPr>
          <a:xfrm flipH="1">
            <a:off x="518775" y="1787050"/>
            <a:ext cx="2428500" cy="2849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6" name="Google Shape;3366;p342"/>
          <p:cNvSpPr txBox="1"/>
          <p:nvPr>
            <p:ph idx="4294967295" type="subTitle"/>
          </p:nvPr>
        </p:nvSpPr>
        <p:spPr>
          <a:xfrm>
            <a:off x="518775" y="1787100"/>
            <a:ext cx="2371500" cy="28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 vulnerable software.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67" name="Google Shape;3367;p342"/>
          <p:cNvGrpSpPr/>
          <p:nvPr/>
        </p:nvGrpSpPr>
        <p:grpSpPr>
          <a:xfrm>
            <a:off x="518781" y="1194377"/>
            <a:ext cx="533372" cy="533480"/>
            <a:chOff x="457200" y="1378813"/>
            <a:chExt cx="695400" cy="695450"/>
          </a:xfrm>
        </p:grpSpPr>
        <p:sp>
          <p:nvSpPr>
            <p:cNvPr id="3368" name="Google Shape;3368;p34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369" name="Google Shape;3369;p34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70" name="Google Shape;3370;p342"/>
          <p:cNvSpPr txBox="1"/>
          <p:nvPr/>
        </p:nvSpPr>
        <p:spPr>
          <a:xfrm>
            <a:off x="3685850" y="1900213"/>
            <a:ext cx="5139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Exploitation of vulnerable software is often suggested as a last step due to the nature of privilege-escalation techniques.</a:t>
            </a:r>
            <a:endParaRPr i="0" sz="1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1" name="Google Shape;3371;p342"/>
          <p:cNvSpPr/>
          <p:nvPr/>
        </p:nvSpPr>
        <p:spPr>
          <a:xfrm>
            <a:off x="3501225" y="2784788"/>
            <a:ext cx="5324100" cy="184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182875" spcFirstLastPara="1" rIns="274300" wrap="square" tIns="91425">
            <a:noAutofit/>
          </a:bodyPr>
          <a:lstStyle/>
          <a:p>
            <a:pPr indent="-18669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Often it involves abusing a service 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</a:t>
            </a: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has the potential to crash and bring down the machine.</a:t>
            </a:r>
            <a:endParaRPr b="0" i="0" sz="1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6690" lvl="0" marL="32004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b="0" i="0" lang="en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this reason, finding as much information as possible on the machine during enumeration is key to help find any other possible privilege-escalation paths.</a:t>
            </a:r>
            <a:endParaRPr b="0" i="0" sz="1500" u="none" cap="none" strike="noStrike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5" name="Shape 3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p34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4: Post Exploitation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7" name="Google Shape;3377;p343"/>
          <p:cNvSpPr txBox="1"/>
          <p:nvPr>
            <p:ph idx="1" type="subTitle"/>
          </p:nvPr>
        </p:nvSpPr>
        <p:spPr>
          <a:xfrm>
            <a:off x="914400" y="548650"/>
            <a:ext cx="811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MITRE &lt;&gt; Privilege Escalation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3378" name="Google Shape;3378;p343"/>
          <p:cNvGrpSpPr/>
          <p:nvPr/>
        </p:nvGrpSpPr>
        <p:grpSpPr>
          <a:xfrm>
            <a:off x="294372" y="207414"/>
            <a:ext cx="325664" cy="499575"/>
            <a:chOff x="1949050" y="285025"/>
            <a:chExt cx="3721875" cy="5144950"/>
          </a:xfrm>
        </p:grpSpPr>
        <p:sp>
          <p:nvSpPr>
            <p:cNvPr id="3379" name="Google Shape;3379;p343"/>
            <p:cNvSpPr/>
            <p:nvPr/>
          </p:nvSpPr>
          <p:spPr>
            <a:xfrm>
              <a:off x="2449475" y="3201525"/>
              <a:ext cx="2705400" cy="1853125"/>
            </a:xfrm>
            <a:custGeom>
              <a:rect b="b" l="l" r="r" t="t"/>
              <a:pathLst>
                <a:path extrusionOk="0" fill="none" h="74125" w="108216">
                  <a:moveTo>
                    <a:pt x="108215" y="74125"/>
                  </a:moveTo>
                  <a:lnTo>
                    <a:pt x="0" y="74125"/>
                  </a:lnTo>
                  <a:lnTo>
                    <a:pt x="0" y="4692"/>
                  </a:lnTo>
                  <a:lnTo>
                    <a:pt x="0" y="4692"/>
                  </a:lnTo>
                  <a:lnTo>
                    <a:pt x="0" y="3754"/>
                  </a:lnTo>
                  <a:lnTo>
                    <a:pt x="313" y="2815"/>
                  </a:lnTo>
                  <a:lnTo>
                    <a:pt x="1251" y="1252"/>
                  </a:lnTo>
                  <a:lnTo>
                    <a:pt x="2815" y="313"/>
                  </a:lnTo>
                  <a:lnTo>
                    <a:pt x="3441" y="0"/>
                  </a:lnTo>
                  <a:lnTo>
                    <a:pt x="4379" y="0"/>
                  </a:lnTo>
                  <a:lnTo>
                    <a:pt x="103837" y="0"/>
                  </a:lnTo>
                  <a:lnTo>
                    <a:pt x="103837" y="0"/>
                  </a:lnTo>
                  <a:lnTo>
                    <a:pt x="104775" y="0"/>
                  </a:lnTo>
                  <a:lnTo>
                    <a:pt x="105400" y="313"/>
                  </a:lnTo>
                  <a:lnTo>
                    <a:pt x="106964" y="1252"/>
                  </a:lnTo>
                  <a:lnTo>
                    <a:pt x="107903" y="2815"/>
                  </a:lnTo>
                  <a:lnTo>
                    <a:pt x="108215" y="3754"/>
                  </a:lnTo>
                  <a:lnTo>
                    <a:pt x="108215" y="4692"/>
                  </a:lnTo>
                  <a:lnTo>
                    <a:pt x="108215" y="74125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343"/>
            <p:cNvSpPr/>
            <p:nvPr/>
          </p:nvSpPr>
          <p:spPr>
            <a:xfrm>
              <a:off x="2285275" y="5054625"/>
              <a:ext cx="3041600" cy="375350"/>
            </a:xfrm>
            <a:custGeom>
              <a:rect b="b" l="l" r="r" t="t"/>
              <a:pathLst>
                <a:path extrusionOk="0" fill="none" h="15014" w="121664">
                  <a:moveTo>
                    <a:pt x="115409" y="15013"/>
                  </a:moveTo>
                  <a:lnTo>
                    <a:pt x="5943" y="15013"/>
                  </a:lnTo>
                  <a:lnTo>
                    <a:pt x="5943" y="15013"/>
                  </a:lnTo>
                  <a:lnTo>
                    <a:pt x="4692" y="15013"/>
                  </a:lnTo>
                  <a:lnTo>
                    <a:pt x="3753" y="14701"/>
                  </a:lnTo>
                  <a:lnTo>
                    <a:pt x="2502" y="14075"/>
                  </a:lnTo>
                  <a:lnTo>
                    <a:pt x="1564" y="13450"/>
                  </a:lnTo>
                  <a:lnTo>
                    <a:pt x="939" y="12511"/>
                  </a:lnTo>
                  <a:lnTo>
                    <a:pt x="313" y="11260"/>
                  </a:lnTo>
                  <a:lnTo>
                    <a:pt x="0" y="10322"/>
                  </a:lnTo>
                  <a:lnTo>
                    <a:pt x="0" y="9071"/>
                  </a:lnTo>
                  <a:lnTo>
                    <a:pt x="0" y="1"/>
                  </a:lnTo>
                  <a:lnTo>
                    <a:pt x="121664" y="1"/>
                  </a:lnTo>
                  <a:lnTo>
                    <a:pt x="121664" y="9071"/>
                  </a:lnTo>
                  <a:lnTo>
                    <a:pt x="121664" y="9071"/>
                  </a:lnTo>
                  <a:lnTo>
                    <a:pt x="121351" y="10322"/>
                  </a:lnTo>
                  <a:lnTo>
                    <a:pt x="121038" y="11260"/>
                  </a:lnTo>
                  <a:lnTo>
                    <a:pt x="120413" y="12511"/>
                  </a:lnTo>
                  <a:lnTo>
                    <a:pt x="119787" y="13450"/>
                  </a:lnTo>
                  <a:lnTo>
                    <a:pt x="118849" y="14075"/>
                  </a:lnTo>
                  <a:lnTo>
                    <a:pt x="117598" y="14701"/>
                  </a:lnTo>
                  <a:lnTo>
                    <a:pt x="116660" y="15013"/>
                  </a:lnTo>
                  <a:lnTo>
                    <a:pt x="115409" y="15013"/>
                  </a:lnTo>
                  <a:lnTo>
                    <a:pt x="115409" y="15013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343"/>
            <p:cNvSpPr/>
            <p:nvPr/>
          </p:nvSpPr>
          <p:spPr>
            <a:xfrm>
              <a:off x="3379925" y="3756675"/>
              <a:ext cx="844475" cy="836650"/>
            </a:xfrm>
            <a:custGeom>
              <a:rect b="b" l="l" r="r" t="t"/>
              <a:pathLst>
                <a:path extrusionOk="0" fill="none" h="33466" w="33779">
                  <a:moveTo>
                    <a:pt x="33779" y="16577"/>
                  </a:moveTo>
                  <a:lnTo>
                    <a:pt x="33779" y="16577"/>
                  </a:lnTo>
                  <a:lnTo>
                    <a:pt x="33466" y="20017"/>
                  </a:lnTo>
                  <a:lnTo>
                    <a:pt x="32215" y="23145"/>
                  </a:lnTo>
                  <a:lnTo>
                    <a:pt x="30964" y="25960"/>
                  </a:lnTo>
                  <a:lnTo>
                    <a:pt x="28775" y="28462"/>
                  </a:lnTo>
                  <a:lnTo>
                    <a:pt x="26273" y="30651"/>
                  </a:lnTo>
                  <a:lnTo>
                    <a:pt x="23458" y="32215"/>
                  </a:lnTo>
                  <a:lnTo>
                    <a:pt x="20330" y="33153"/>
                  </a:lnTo>
                  <a:lnTo>
                    <a:pt x="16890" y="33466"/>
                  </a:lnTo>
                  <a:lnTo>
                    <a:pt x="16890" y="33466"/>
                  </a:lnTo>
                  <a:lnTo>
                    <a:pt x="13449" y="33153"/>
                  </a:lnTo>
                  <a:lnTo>
                    <a:pt x="10322" y="32215"/>
                  </a:lnTo>
                  <a:lnTo>
                    <a:pt x="7507" y="30651"/>
                  </a:lnTo>
                  <a:lnTo>
                    <a:pt x="5005" y="28462"/>
                  </a:lnTo>
                  <a:lnTo>
                    <a:pt x="3128" y="25960"/>
                  </a:lnTo>
                  <a:lnTo>
                    <a:pt x="1564" y="23145"/>
                  </a:lnTo>
                  <a:lnTo>
                    <a:pt x="313" y="20017"/>
                  </a:lnTo>
                  <a:lnTo>
                    <a:pt x="1" y="16577"/>
                  </a:lnTo>
                  <a:lnTo>
                    <a:pt x="1" y="16577"/>
                  </a:lnTo>
                  <a:lnTo>
                    <a:pt x="313" y="13137"/>
                  </a:lnTo>
                  <a:lnTo>
                    <a:pt x="1564" y="10009"/>
                  </a:lnTo>
                  <a:lnTo>
                    <a:pt x="3128" y="7194"/>
                  </a:lnTo>
                  <a:lnTo>
                    <a:pt x="5005" y="4692"/>
                  </a:lnTo>
                  <a:lnTo>
                    <a:pt x="7507" y="2815"/>
                  </a:lnTo>
                  <a:lnTo>
                    <a:pt x="10322" y="1252"/>
                  </a:lnTo>
                  <a:lnTo>
                    <a:pt x="13449" y="313"/>
                  </a:lnTo>
                  <a:lnTo>
                    <a:pt x="16890" y="1"/>
                  </a:lnTo>
                  <a:lnTo>
                    <a:pt x="16890" y="1"/>
                  </a:lnTo>
                  <a:lnTo>
                    <a:pt x="20330" y="313"/>
                  </a:lnTo>
                  <a:lnTo>
                    <a:pt x="23458" y="1252"/>
                  </a:lnTo>
                  <a:lnTo>
                    <a:pt x="26273" y="2815"/>
                  </a:lnTo>
                  <a:lnTo>
                    <a:pt x="28775" y="4692"/>
                  </a:lnTo>
                  <a:lnTo>
                    <a:pt x="30964" y="7194"/>
                  </a:lnTo>
                  <a:lnTo>
                    <a:pt x="32215" y="10009"/>
                  </a:lnTo>
                  <a:lnTo>
                    <a:pt x="33466" y="13137"/>
                  </a:lnTo>
                  <a:lnTo>
                    <a:pt x="33779" y="16577"/>
                  </a:lnTo>
                  <a:lnTo>
                    <a:pt x="33779" y="16577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343"/>
            <p:cNvSpPr/>
            <p:nvPr/>
          </p:nvSpPr>
          <p:spPr>
            <a:xfrm>
              <a:off x="2824775" y="285025"/>
              <a:ext cx="1954775" cy="1211975"/>
            </a:xfrm>
            <a:custGeom>
              <a:rect b="b" l="l" r="r" t="t"/>
              <a:pathLst>
                <a:path extrusionOk="0" fill="none" h="48479" w="78191">
                  <a:moveTo>
                    <a:pt x="39096" y="48479"/>
                  </a:moveTo>
                  <a:lnTo>
                    <a:pt x="39096" y="48479"/>
                  </a:lnTo>
                  <a:lnTo>
                    <a:pt x="72874" y="48479"/>
                  </a:lnTo>
                  <a:lnTo>
                    <a:pt x="72874" y="48479"/>
                  </a:lnTo>
                  <a:lnTo>
                    <a:pt x="73812" y="48166"/>
                  </a:lnTo>
                  <a:lnTo>
                    <a:pt x="75063" y="47853"/>
                  </a:lnTo>
                  <a:lnTo>
                    <a:pt x="75689" y="47540"/>
                  </a:lnTo>
                  <a:lnTo>
                    <a:pt x="76627" y="46915"/>
                  </a:lnTo>
                  <a:lnTo>
                    <a:pt x="77252" y="45976"/>
                  </a:lnTo>
                  <a:lnTo>
                    <a:pt x="77878" y="45038"/>
                  </a:lnTo>
                  <a:lnTo>
                    <a:pt x="78191" y="44100"/>
                  </a:lnTo>
                  <a:lnTo>
                    <a:pt x="78191" y="43162"/>
                  </a:lnTo>
                  <a:lnTo>
                    <a:pt x="78191" y="43162"/>
                  </a:lnTo>
                  <a:lnTo>
                    <a:pt x="78191" y="41911"/>
                  </a:lnTo>
                  <a:lnTo>
                    <a:pt x="77878" y="40972"/>
                  </a:lnTo>
                  <a:lnTo>
                    <a:pt x="77252" y="40034"/>
                  </a:lnTo>
                  <a:lnTo>
                    <a:pt x="76627" y="39408"/>
                  </a:lnTo>
                  <a:lnTo>
                    <a:pt x="75689" y="38783"/>
                  </a:lnTo>
                  <a:lnTo>
                    <a:pt x="75063" y="38157"/>
                  </a:lnTo>
                  <a:lnTo>
                    <a:pt x="73812" y="37845"/>
                  </a:lnTo>
                  <a:lnTo>
                    <a:pt x="72874" y="37845"/>
                  </a:lnTo>
                  <a:lnTo>
                    <a:pt x="72874" y="37845"/>
                  </a:lnTo>
                  <a:lnTo>
                    <a:pt x="70059" y="37845"/>
                  </a:lnTo>
                  <a:lnTo>
                    <a:pt x="70059" y="37845"/>
                  </a:lnTo>
                  <a:lnTo>
                    <a:pt x="69433" y="31902"/>
                  </a:lnTo>
                  <a:lnTo>
                    <a:pt x="68808" y="25960"/>
                  </a:lnTo>
                  <a:lnTo>
                    <a:pt x="67557" y="18766"/>
                  </a:lnTo>
                  <a:lnTo>
                    <a:pt x="66619" y="15326"/>
                  </a:lnTo>
                  <a:lnTo>
                    <a:pt x="65680" y="11885"/>
                  </a:lnTo>
                  <a:lnTo>
                    <a:pt x="64429" y="8758"/>
                  </a:lnTo>
                  <a:lnTo>
                    <a:pt x="62866" y="5943"/>
                  </a:lnTo>
                  <a:lnTo>
                    <a:pt x="61302" y="3441"/>
                  </a:lnTo>
                  <a:lnTo>
                    <a:pt x="59112" y="1564"/>
                  </a:lnTo>
                  <a:lnTo>
                    <a:pt x="58174" y="939"/>
                  </a:lnTo>
                  <a:lnTo>
                    <a:pt x="56923" y="313"/>
                  </a:lnTo>
                  <a:lnTo>
                    <a:pt x="55672" y="1"/>
                  </a:lnTo>
                  <a:lnTo>
                    <a:pt x="54108" y="1"/>
                  </a:lnTo>
                  <a:lnTo>
                    <a:pt x="54108" y="1"/>
                  </a:lnTo>
                  <a:lnTo>
                    <a:pt x="52232" y="1"/>
                  </a:lnTo>
                  <a:lnTo>
                    <a:pt x="50355" y="626"/>
                  </a:lnTo>
                  <a:lnTo>
                    <a:pt x="47540" y="2190"/>
                  </a:lnTo>
                  <a:lnTo>
                    <a:pt x="45976" y="2815"/>
                  </a:lnTo>
                  <a:lnTo>
                    <a:pt x="44100" y="3754"/>
                  </a:lnTo>
                  <a:lnTo>
                    <a:pt x="41911" y="4066"/>
                  </a:lnTo>
                  <a:lnTo>
                    <a:pt x="39096" y="4379"/>
                  </a:lnTo>
                  <a:lnTo>
                    <a:pt x="39096" y="4379"/>
                  </a:lnTo>
                  <a:lnTo>
                    <a:pt x="36281" y="4066"/>
                  </a:lnTo>
                  <a:lnTo>
                    <a:pt x="34092" y="3754"/>
                  </a:lnTo>
                  <a:lnTo>
                    <a:pt x="32215" y="2815"/>
                  </a:lnTo>
                  <a:lnTo>
                    <a:pt x="30651" y="2190"/>
                  </a:lnTo>
                  <a:lnTo>
                    <a:pt x="27836" y="626"/>
                  </a:lnTo>
                  <a:lnTo>
                    <a:pt x="25960" y="1"/>
                  </a:lnTo>
                  <a:lnTo>
                    <a:pt x="24083" y="1"/>
                  </a:lnTo>
                  <a:lnTo>
                    <a:pt x="24083" y="1"/>
                  </a:lnTo>
                  <a:lnTo>
                    <a:pt x="22519" y="1"/>
                  </a:lnTo>
                  <a:lnTo>
                    <a:pt x="21268" y="313"/>
                  </a:lnTo>
                  <a:lnTo>
                    <a:pt x="20017" y="939"/>
                  </a:lnTo>
                  <a:lnTo>
                    <a:pt x="19079" y="1564"/>
                  </a:lnTo>
                  <a:lnTo>
                    <a:pt x="16890" y="3441"/>
                  </a:lnTo>
                  <a:lnTo>
                    <a:pt x="15326" y="5943"/>
                  </a:lnTo>
                  <a:lnTo>
                    <a:pt x="13762" y="8758"/>
                  </a:lnTo>
                  <a:lnTo>
                    <a:pt x="12511" y="11885"/>
                  </a:lnTo>
                  <a:lnTo>
                    <a:pt x="11573" y="15326"/>
                  </a:lnTo>
                  <a:lnTo>
                    <a:pt x="10635" y="18766"/>
                  </a:lnTo>
                  <a:lnTo>
                    <a:pt x="9384" y="25960"/>
                  </a:lnTo>
                  <a:lnTo>
                    <a:pt x="8758" y="31902"/>
                  </a:lnTo>
                  <a:lnTo>
                    <a:pt x="8132" y="37845"/>
                  </a:lnTo>
                  <a:lnTo>
                    <a:pt x="8132" y="37845"/>
                  </a:lnTo>
                  <a:lnTo>
                    <a:pt x="5318" y="37845"/>
                  </a:lnTo>
                  <a:lnTo>
                    <a:pt x="5318" y="37845"/>
                  </a:lnTo>
                  <a:lnTo>
                    <a:pt x="4379" y="37845"/>
                  </a:lnTo>
                  <a:lnTo>
                    <a:pt x="3128" y="38157"/>
                  </a:lnTo>
                  <a:lnTo>
                    <a:pt x="2503" y="38783"/>
                  </a:lnTo>
                  <a:lnTo>
                    <a:pt x="1565" y="39408"/>
                  </a:lnTo>
                  <a:lnTo>
                    <a:pt x="939" y="40034"/>
                  </a:lnTo>
                  <a:lnTo>
                    <a:pt x="313" y="40972"/>
                  </a:lnTo>
                  <a:lnTo>
                    <a:pt x="313" y="41911"/>
                  </a:lnTo>
                  <a:lnTo>
                    <a:pt x="1" y="43162"/>
                  </a:lnTo>
                  <a:lnTo>
                    <a:pt x="1" y="43162"/>
                  </a:lnTo>
                  <a:lnTo>
                    <a:pt x="313" y="44100"/>
                  </a:lnTo>
                  <a:lnTo>
                    <a:pt x="313" y="45038"/>
                  </a:lnTo>
                  <a:lnTo>
                    <a:pt x="939" y="45976"/>
                  </a:lnTo>
                  <a:lnTo>
                    <a:pt x="1565" y="46915"/>
                  </a:lnTo>
                  <a:lnTo>
                    <a:pt x="2503" y="47540"/>
                  </a:lnTo>
                  <a:lnTo>
                    <a:pt x="3128" y="47853"/>
                  </a:lnTo>
                  <a:lnTo>
                    <a:pt x="4379" y="48166"/>
                  </a:lnTo>
                  <a:lnTo>
                    <a:pt x="5318" y="48479"/>
                  </a:lnTo>
                  <a:lnTo>
                    <a:pt x="5318" y="48479"/>
                  </a:lnTo>
                  <a:lnTo>
                    <a:pt x="39096" y="48479"/>
                  </a:lnTo>
                  <a:lnTo>
                    <a:pt x="39096" y="48479"/>
                  </a:lnTo>
                  <a:close/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343"/>
            <p:cNvSpPr/>
            <p:nvPr/>
          </p:nvSpPr>
          <p:spPr>
            <a:xfrm>
              <a:off x="1949050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20017" y="76314"/>
                  </a:moveTo>
                  <a:lnTo>
                    <a:pt x="20017" y="76314"/>
                  </a:lnTo>
                  <a:lnTo>
                    <a:pt x="12511" y="69121"/>
                  </a:lnTo>
                  <a:lnTo>
                    <a:pt x="3128" y="59425"/>
                  </a:lnTo>
                  <a:lnTo>
                    <a:pt x="3128" y="59425"/>
                  </a:lnTo>
                  <a:lnTo>
                    <a:pt x="1877" y="58487"/>
                  </a:lnTo>
                  <a:lnTo>
                    <a:pt x="1252" y="57236"/>
                  </a:lnTo>
                  <a:lnTo>
                    <a:pt x="626" y="55672"/>
                  </a:lnTo>
                  <a:lnTo>
                    <a:pt x="1" y="54108"/>
                  </a:lnTo>
                  <a:lnTo>
                    <a:pt x="1" y="51919"/>
                  </a:lnTo>
                  <a:lnTo>
                    <a:pt x="1" y="49730"/>
                  </a:lnTo>
                  <a:lnTo>
                    <a:pt x="313" y="46915"/>
                  </a:lnTo>
                  <a:lnTo>
                    <a:pt x="939" y="43787"/>
                  </a:lnTo>
                  <a:lnTo>
                    <a:pt x="939" y="43787"/>
                  </a:lnTo>
                  <a:lnTo>
                    <a:pt x="8445" y="7820"/>
                  </a:lnTo>
                  <a:lnTo>
                    <a:pt x="8445" y="7820"/>
                  </a:lnTo>
                  <a:lnTo>
                    <a:pt x="8758" y="5630"/>
                  </a:lnTo>
                  <a:lnTo>
                    <a:pt x="9383" y="4066"/>
                  </a:lnTo>
                  <a:lnTo>
                    <a:pt x="10322" y="2815"/>
                  </a:lnTo>
                  <a:lnTo>
                    <a:pt x="11260" y="1877"/>
                  </a:lnTo>
                  <a:lnTo>
                    <a:pt x="12511" y="939"/>
                  </a:lnTo>
                  <a:lnTo>
                    <a:pt x="14075" y="626"/>
                  </a:lnTo>
                  <a:lnTo>
                    <a:pt x="15951" y="313"/>
                  </a:lnTo>
                  <a:lnTo>
                    <a:pt x="17828" y="1"/>
                  </a:lnTo>
                  <a:lnTo>
                    <a:pt x="17828" y="1"/>
                  </a:lnTo>
                  <a:lnTo>
                    <a:pt x="3596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343"/>
            <p:cNvSpPr/>
            <p:nvPr/>
          </p:nvSpPr>
          <p:spPr>
            <a:xfrm>
              <a:off x="2566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33779" y="50980"/>
                  </a:moveTo>
                  <a:lnTo>
                    <a:pt x="1" y="0"/>
                  </a:lnTo>
                  <a:lnTo>
                    <a:pt x="25334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343"/>
            <p:cNvSpPr/>
            <p:nvPr/>
          </p:nvSpPr>
          <p:spPr>
            <a:xfrm>
              <a:off x="29889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7828" y="2721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343"/>
            <p:cNvSpPr/>
            <p:nvPr/>
          </p:nvSpPr>
          <p:spPr>
            <a:xfrm>
              <a:off x="4771725" y="2349250"/>
              <a:ext cx="899200" cy="1907875"/>
            </a:xfrm>
            <a:custGeom>
              <a:rect b="b" l="l" r="r" t="t"/>
              <a:pathLst>
                <a:path extrusionOk="0" fill="none" h="76315" w="35968">
                  <a:moveTo>
                    <a:pt x="15951" y="76314"/>
                  </a:moveTo>
                  <a:lnTo>
                    <a:pt x="15951" y="76314"/>
                  </a:lnTo>
                  <a:lnTo>
                    <a:pt x="23457" y="69121"/>
                  </a:lnTo>
                  <a:lnTo>
                    <a:pt x="32840" y="59425"/>
                  </a:lnTo>
                  <a:lnTo>
                    <a:pt x="32840" y="59425"/>
                  </a:lnTo>
                  <a:lnTo>
                    <a:pt x="34091" y="58487"/>
                  </a:lnTo>
                  <a:lnTo>
                    <a:pt x="34716" y="57236"/>
                  </a:lnTo>
                  <a:lnTo>
                    <a:pt x="35342" y="55672"/>
                  </a:lnTo>
                  <a:lnTo>
                    <a:pt x="35967" y="54108"/>
                  </a:lnTo>
                  <a:lnTo>
                    <a:pt x="35967" y="51919"/>
                  </a:lnTo>
                  <a:lnTo>
                    <a:pt x="35967" y="49730"/>
                  </a:lnTo>
                  <a:lnTo>
                    <a:pt x="35655" y="46915"/>
                  </a:lnTo>
                  <a:lnTo>
                    <a:pt x="35029" y="43787"/>
                  </a:lnTo>
                  <a:lnTo>
                    <a:pt x="35029" y="43787"/>
                  </a:lnTo>
                  <a:lnTo>
                    <a:pt x="27523" y="7820"/>
                  </a:lnTo>
                  <a:lnTo>
                    <a:pt x="27523" y="7820"/>
                  </a:lnTo>
                  <a:lnTo>
                    <a:pt x="27210" y="5630"/>
                  </a:lnTo>
                  <a:lnTo>
                    <a:pt x="26585" y="4066"/>
                  </a:lnTo>
                  <a:lnTo>
                    <a:pt x="25646" y="2815"/>
                  </a:lnTo>
                  <a:lnTo>
                    <a:pt x="24708" y="1877"/>
                  </a:lnTo>
                  <a:lnTo>
                    <a:pt x="23457" y="939"/>
                  </a:lnTo>
                  <a:lnTo>
                    <a:pt x="21893" y="626"/>
                  </a:lnTo>
                  <a:lnTo>
                    <a:pt x="20017" y="313"/>
                  </a:lnTo>
                  <a:lnTo>
                    <a:pt x="18140" y="1"/>
                  </a:lnTo>
                  <a:lnTo>
                    <a:pt x="18140" y="1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343"/>
            <p:cNvSpPr/>
            <p:nvPr/>
          </p:nvSpPr>
          <p:spPr>
            <a:xfrm>
              <a:off x="4208750" y="1927025"/>
              <a:ext cx="844475" cy="1274525"/>
            </a:xfrm>
            <a:custGeom>
              <a:rect b="b" l="l" r="r" t="t"/>
              <a:pathLst>
                <a:path extrusionOk="0" fill="none" h="50981" w="33779">
                  <a:moveTo>
                    <a:pt x="0" y="50980"/>
                  </a:moveTo>
                  <a:lnTo>
                    <a:pt x="33778" y="0"/>
                  </a:lnTo>
                  <a:lnTo>
                    <a:pt x="8445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343"/>
            <p:cNvSpPr/>
            <p:nvPr/>
          </p:nvSpPr>
          <p:spPr>
            <a:xfrm>
              <a:off x="4185275" y="2145950"/>
              <a:ext cx="445725" cy="680275"/>
            </a:xfrm>
            <a:custGeom>
              <a:rect b="b" l="l" r="r" t="t"/>
              <a:pathLst>
                <a:path extrusionOk="0" fill="none" h="27211" w="17829">
                  <a:moveTo>
                    <a:pt x="1" y="27211"/>
                  </a:moveTo>
                  <a:lnTo>
                    <a:pt x="17828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343"/>
            <p:cNvSpPr/>
            <p:nvPr/>
          </p:nvSpPr>
          <p:spPr>
            <a:xfrm>
              <a:off x="3028075" y="1231125"/>
              <a:ext cx="1548175" cy="25"/>
            </a:xfrm>
            <a:custGeom>
              <a:rect b="b" l="l" r="r" t="t"/>
              <a:pathLst>
                <a:path extrusionOk="0" fill="none" h="1" w="61927">
                  <a:moveTo>
                    <a:pt x="0" y="1"/>
                  </a:moveTo>
                  <a:lnTo>
                    <a:pt x="61927" y="1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343"/>
            <p:cNvSpPr/>
            <p:nvPr/>
          </p:nvSpPr>
          <p:spPr>
            <a:xfrm>
              <a:off x="3161000" y="1504800"/>
              <a:ext cx="1282350" cy="1047775"/>
            </a:xfrm>
            <a:custGeom>
              <a:rect b="b" l="l" r="r" t="t"/>
              <a:pathLst>
                <a:path extrusionOk="0" fill="none" h="41911" w="51294">
                  <a:moveTo>
                    <a:pt x="51293" y="0"/>
                  </a:moveTo>
                  <a:lnTo>
                    <a:pt x="51293" y="0"/>
                  </a:lnTo>
                  <a:lnTo>
                    <a:pt x="51293" y="3753"/>
                  </a:lnTo>
                  <a:lnTo>
                    <a:pt x="51293" y="3753"/>
                  </a:lnTo>
                  <a:lnTo>
                    <a:pt x="51293" y="7819"/>
                  </a:lnTo>
                  <a:lnTo>
                    <a:pt x="50980" y="11572"/>
                  </a:lnTo>
                  <a:lnTo>
                    <a:pt x="50355" y="15326"/>
                  </a:lnTo>
                  <a:lnTo>
                    <a:pt x="49417" y="18766"/>
                  </a:lnTo>
                  <a:lnTo>
                    <a:pt x="48165" y="21894"/>
                  </a:lnTo>
                  <a:lnTo>
                    <a:pt x="46914" y="25021"/>
                  </a:lnTo>
                  <a:lnTo>
                    <a:pt x="45663" y="28149"/>
                  </a:lnTo>
                  <a:lnTo>
                    <a:pt x="43787" y="30651"/>
                  </a:lnTo>
                  <a:lnTo>
                    <a:pt x="41910" y="33153"/>
                  </a:lnTo>
                  <a:lnTo>
                    <a:pt x="40034" y="35342"/>
                  </a:lnTo>
                  <a:lnTo>
                    <a:pt x="37844" y="37219"/>
                  </a:lnTo>
                  <a:lnTo>
                    <a:pt x="35655" y="39095"/>
                  </a:lnTo>
                  <a:lnTo>
                    <a:pt x="33466" y="40347"/>
                  </a:lnTo>
                  <a:lnTo>
                    <a:pt x="30964" y="41285"/>
                  </a:lnTo>
                  <a:lnTo>
                    <a:pt x="28149" y="41598"/>
                  </a:lnTo>
                  <a:lnTo>
                    <a:pt x="25647" y="41910"/>
                  </a:lnTo>
                  <a:lnTo>
                    <a:pt x="25647" y="41910"/>
                  </a:lnTo>
                  <a:lnTo>
                    <a:pt x="23145" y="41598"/>
                  </a:lnTo>
                  <a:lnTo>
                    <a:pt x="20330" y="41285"/>
                  </a:lnTo>
                  <a:lnTo>
                    <a:pt x="18141" y="40347"/>
                  </a:lnTo>
                  <a:lnTo>
                    <a:pt x="15638" y="39095"/>
                  </a:lnTo>
                  <a:lnTo>
                    <a:pt x="13449" y="37219"/>
                  </a:lnTo>
                  <a:lnTo>
                    <a:pt x="11260" y="35342"/>
                  </a:lnTo>
                  <a:lnTo>
                    <a:pt x="9383" y="33153"/>
                  </a:lnTo>
                  <a:lnTo>
                    <a:pt x="7507" y="30651"/>
                  </a:lnTo>
                  <a:lnTo>
                    <a:pt x="5630" y="28149"/>
                  </a:lnTo>
                  <a:lnTo>
                    <a:pt x="4379" y="25021"/>
                  </a:lnTo>
                  <a:lnTo>
                    <a:pt x="3128" y="21894"/>
                  </a:lnTo>
                  <a:lnTo>
                    <a:pt x="1877" y="18766"/>
                  </a:lnTo>
                  <a:lnTo>
                    <a:pt x="939" y="15326"/>
                  </a:lnTo>
                  <a:lnTo>
                    <a:pt x="313" y="11572"/>
                  </a:lnTo>
                  <a:lnTo>
                    <a:pt x="0" y="7819"/>
                  </a:lnTo>
                  <a:lnTo>
                    <a:pt x="0" y="3753"/>
                  </a:lnTo>
                  <a:lnTo>
                    <a:pt x="0" y="3753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1" name="Google Shape;3391;p343"/>
          <p:cNvSpPr txBox="1"/>
          <p:nvPr/>
        </p:nvSpPr>
        <p:spPr>
          <a:xfrm>
            <a:off x="5277875" y="2313125"/>
            <a:ext cx="3597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Privilege escalation has its own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MITRE tactic.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92" name="Google Shape;3392;p3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8324" y="927100"/>
            <a:ext cx="5272936" cy="442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6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p344"/>
          <p:cNvSpPr/>
          <p:nvPr/>
        </p:nvSpPr>
        <p:spPr>
          <a:xfrm>
            <a:off x="226050" y="452125"/>
            <a:ext cx="8714400" cy="3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8" name="Google Shape;3398;p344"/>
          <p:cNvSpPr txBox="1"/>
          <p:nvPr>
            <p:ph idx="4294967295" type="subTitle"/>
          </p:nvPr>
        </p:nvSpPr>
        <p:spPr>
          <a:xfrm>
            <a:off x="0" y="203450"/>
            <a:ext cx="3573300" cy="45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200" spcFirstLastPara="1" rIns="18287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/>
              <a:t>In the next activity, you will attempt to find a way to escalate your privileges from the daemon user to </a:t>
            </a:r>
            <a:br>
              <a:rPr lang="en"/>
            </a:br>
            <a:r>
              <a:rPr lang="en"/>
              <a:t>a h</a:t>
            </a:r>
            <a:r>
              <a:rPr b="1" lang="en"/>
              <a:t>igher-privileged user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first, everyone needs to be at the same starting point on the remote machine.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SzPts val="1800"/>
              <a:buNone/>
            </a:pPr>
            <a:r>
              <a:rPr lang="en"/>
              <a:t>Please follow along with the demonstration to get set up </a:t>
            </a:r>
            <a:br>
              <a:rPr lang="en"/>
            </a:br>
            <a:r>
              <a:rPr lang="en"/>
              <a:t>for the next activity.</a:t>
            </a:r>
            <a:endParaRPr/>
          </a:p>
        </p:txBody>
      </p:sp>
      <p:sp>
        <p:nvSpPr>
          <p:cNvPr id="3399" name="Google Shape;3399;p344"/>
          <p:cNvSpPr txBox="1"/>
          <p:nvPr/>
        </p:nvSpPr>
        <p:spPr>
          <a:xfrm>
            <a:off x="5504500" y="1733550"/>
            <a:ext cx="1220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400" name="Google Shape;3400;p3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412" y="264800"/>
            <a:ext cx="5424287" cy="4481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1" name="Google Shape;3401;p3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00" y="1481050"/>
            <a:ext cx="2048901" cy="20489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5" name="Shape 3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Google Shape;3406;p345"/>
          <p:cNvSpPr txBox="1"/>
          <p:nvPr>
            <p:ph idx="1" type="body"/>
          </p:nvPr>
        </p:nvSpPr>
        <p:spPr>
          <a:xfrm>
            <a:off x="3322025" y="1828800"/>
            <a:ext cx="5633700" cy="2290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demo, leave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current window and Metasploit session open for the next activity.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0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p346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 Exploitation Activity Setup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5" name="Shape 3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6" name="Google Shape;3416;p347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3417" name="Google Shape;3417;p34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Metasploit </a:t>
            </a:r>
            <a:endParaRPr/>
          </a:p>
        </p:txBody>
      </p:sp>
      <p:sp>
        <p:nvSpPr>
          <p:cNvPr id="3418" name="Google Shape;3418;p347"/>
          <p:cNvSpPr txBox="1"/>
          <p:nvPr>
            <p:ph idx="3" type="body"/>
          </p:nvPr>
        </p:nvSpPr>
        <p:spPr>
          <a:xfrm>
            <a:off x="457200" y="1176975"/>
            <a:ext cx="7607700" cy="2358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pen testers conducting an engagement on MegaCorpOne.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</a:t>
            </a:r>
            <a:r>
              <a:rPr lang="en"/>
              <a:t>ou will conduct post-exploitation tasks in order to attempt to gain privilege escalation.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19" name="Google Shape;3419;p3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3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7" name="Shape 34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p350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Post-Exploitation and Reporting</a:t>
            </a:r>
            <a:endParaRPr b="1" baseline="-25000" sz="22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ilogy Bootcamps Theme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