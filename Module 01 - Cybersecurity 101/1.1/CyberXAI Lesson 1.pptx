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Lst>
  <p:sldSz cy="5143500" cx="9144000"/>
  <p:notesSz cx="6858000" cy="9144000"/>
  <p:embeddedFontLst>
    <p:embeddedFont>
      <p:font typeface="Roboto"/>
      <p:regular r:id="rId61"/>
      <p:bold r:id="rId62"/>
      <p:italic r:id="rId63"/>
      <p:boldItalic r:id="rId64"/>
    </p:embeddedFont>
    <p:embeddedFont>
      <p:font typeface="Roboto Medium"/>
      <p:regular r:id="rId65"/>
      <p:bold r:id="rId66"/>
      <p:italic r:id="rId67"/>
      <p:boldItalic r:id="rId68"/>
    </p:embeddedFont>
    <p:embeddedFont>
      <p:font typeface="Roboto Light"/>
      <p:regular r:id="rId69"/>
      <p:bold r:id="rId70"/>
      <p:italic r:id="rId71"/>
      <p:boldItalic r:id="rId7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44">
          <p15:clr>
            <a:srgbClr val="747775"/>
          </p15:clr>
        </p15:guide>
        <p15:guide id="2" orient="horz" pos="1409">
          <p15:clr>
            <a:srgbClr val="747775"/>
          </p15:clr>
        </p15:guide>
      </p15:sldGuideLst>
    </p:ext>
    <p:ext uri="GoogleSlidesCustomDataVersion2">
      <go:slidesCustomData xmlns:go="http://customooxmlschemas.google.com/" r:id="rId73" roundtripDataSignature="AMtx7mhZkgt1Z9EBia3cjb6q9rHnCpfH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8E32D65-B09D-49B2-957E-82A039011DA4}">
  <a:tblStyle styleId="{38E32D65-B09D-49B2-957E-82A039011DA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44" orient="horz"/>
        <p:guide pos="1409"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customschemas.google.com/relationships/presentationmetadata" Target="metadata"/><Relationship Id="rId72" Type="http://schemas.openxmlformats.org/officeDocument/2006/relationships/font" Target="fonts/RobotoLight-boldItalic.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71" Type="http://schemas.openxmlformats.org/officeDocument/2006/relationships/font" Target="fonts/RobotoLight-italic.fntdata"/><Relationship Id="rId70" Type="http://schemas.openxmlformats.org/officeDocument/2006/relationships/font" Target="fonts/RobotoLight-bold.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bold.fntdata"/><Relationship Id="rId61" Type="http://schemas.openxmlformats.org/officeDocument/2006/relationships/font" Target="fonts/Roboto-regular.fntdata"/><Relationship Id="rId20" Type="http://schemas.openxmlformats.org/officeDocument/2006/relationships/slide" Target="slides/slide14.xml"/><Relationship Id="rId64" Type="http://schemas.openxmlformats.org/officeDocument/2006/relationships/font" Target="fonts/Roboto-boldItalic.fntdata"/><Relationship Id="rId63" Type="http://schemas.openxmlformats.org/officeDocument/2006/relationships/font" Target="fonts/Roboto-italic.fntdata"/><Relationship Id="rId22" Type="http://schemas.openxmlformats.org/officeDocument/2006/relationships/slide" Target="slides/slide16.xml"/><Relationship Id="rId66" Type="http://schemas.openxmlformats.org/officeDocument/2006/relationships/font" Target="fonts/RobotoMedium-bold.fntdata"/><Relationship Id="rId21" Type="http://schemas.openxmlformats.org/officeDocument/2006/relationships/slide" Target="slides/slide15.xml"/><Relationship Id="rId65" Type="http://schemas.openxmlformats.org/officeDocument/2006/relationships/font" Target="fonts/RobotoMedium-regular.fntdata"/><Relationship Id="rId24" Type="http://schemas.openxmlformats.org/officeDocument/2006/relationships/slide" Target="slides/slide18.xml"/><Relationship Id="rId68" Type="http://schemas.openxmlformats.org/officeDocument/2006/relationships/font" Target="fonts/RobotoMedium-boldItalic.fntdata"/><Relationship Id="rId23" Type="http://schemas.openxmlformats.org/officeDocument/2006/relationships/slide" Target="slides/slide17.xml"/><Relationship Id="rId67" Type="http://schemas.openxmlformats.org/officeDocument/2006/relationships/font" Target="fonts/RobotoMedium-italic.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RobotoLight-regular.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5" name="Google Shape;415;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2" name="Google Shape;422;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2eee884a559_0_90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2eee884a559_0_90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1" name="Google Shape;45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6" name="Google Shape;456;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2eee884a559_0_9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g2eee884a559_0_9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2eee884a559_0_3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6" name="Google Shape;466;g2eee884a559_0_3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5" name="Google Shape;47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eee884a559_0_4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1" name="Google Shape;481;g2eee884a559_0_43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2eee884a559_0_5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2eee884a559_0_5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eee884a559_0_6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2eee884a559_0_64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shutterstock_650430397</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0" name="Google Shape;500;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6" name="Google Shape;51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2eee884a559_0_7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g2eee884a559_0_76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eee884a559_0_7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3" name="Google Shape;563;g2eee884a559_0_76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eee884a559_0_80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7" name="Google Shape;567;g2eee884a559_0_80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3" name="Google Shape;57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2eee884a559_0_99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2eee884a559_0_99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shutterstock_669170791</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2eee884a559_0_110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8" name="Google Shape;618;g2eee884a559_0_110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2eee884a559_0_120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4" name="Google Shape;624;g2eee884a559_0_120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1" name="Google Shape;63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8" name="Google Shape;63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eee884a559_0_130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2eee884a559_0_130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2eee884a559_0_13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6" name="Google Shape;646;g2eee884a559_0_130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1" name="Google Shape;66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2eee884a559_0_130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2eee884a559_0_130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Shutterstock_792833623 </a:t>
            </a:r>
            <a:r>
              <a:rPr lang="en"/>
              <a:t>shutterstock_693068344 shutterstock_693068344.png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3" name="Google Shape;70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1" name="Shape 731"/>
        <p:cNvGrpSpPr/>
        <p:nvPr/>
      </p:nvGrpSpPr>
      <p:grpSpPr>
        <a:xfrm>
          <a:off x="0" y="0"/>
          <a:ext cx="0" cy="0"/>
          <a:chOff x="0" y="0"/>
          <a:chExt cx="0" cy="0"/>
        </a:xfrm>
      </p:grpSpPr>
      <p:sp>
        <p:nvSpPr>
          <p:cNvPr id="732" name="Google Shape;732;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3" name="Google Shape;73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8" name="Google Shape;73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5" name="Google Shape;74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0" name="Shape 750"/>
        <p:cNvGrpSpPr/>
        <p:nvPr/>
      </p:nvGrpSpPr>
      <p:grpSpPr>
        <a:xfrm>
          <a:off x="0" y="0"/>
          <a:ext cx="0" cy="0"/>
          <a:chOff x="0" y="0"/>
          <a:chExt cx="0" cy="0"/>
        </a:xfrm>
      </p:grpSpPr>
      <p:sp>
        <p:nvSpPr>
          <p:cNvPr id="751" name="Google Shape;75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2" name="Google Shape;75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8" name="Google Shape;79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eee884a559_0_14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g2eee884a559_0_14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6" name="Google Shape;806;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8" name="Shape 808"/>
        <p:cNvGrpSpPr/>
        <p:nvPr/>
      </p:nvGrpSpPr>
      <p:grpSpPr>
        <a:xfrm>
          <a:off x="0" y="0"/>
          <a:ext cx="0" cy="0"/>
          <a:chOff x="0" y="0"/>
          <a:chExt cx="0" cy="0"/>
        </a:xfrm>
      </p:grpSpPr>
      <p:sp>
        <p:nvSpPr>
          <p:cNvPr id="809" name="Google Shape;809;g2eee884a559_0_14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0" name="Google Shape;810;g2eee884a559_0_142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4" name="Shape 814"/>
        <p:cNvGrpSpPr/>
        <p:nvPr/>
      </p:nvGrpSpPr>
      <p:grpSpPr>
        <a:xfrm>
          <a:off x="0" y="0"/>
          <a:ext cx="0" cy="0"/>
          <a:chOff x="0" y="0"/>
          <a:chExt cx="0" cy="0"/>
        </a:xfrm>
      </p:grpSpPr>
      <p:sp>
        <p:nvSpPr>
          <p:cNvPr id="815" name="Google Shape;815;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6" name="Google Shape;816;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9" name="Shape 819"/>
        <p:cNvGrpSpPr/>
        <p:nvPr/>
      </p:nvGrpSpPr>
      <p:grpSpPr>
        <a:xfrm>
          <a:off x="0" y="0"/>
          <a:ext cx="0" cy="0"/>
          <a:chOff x="0" y="0"/>
          <a:chExt cx="0" cy="0"/>
        </a:xfrm>
      </p:grpSpPr>
      <p:sp>
        <p:nvSpPr>
          <p:cNvPr id="820" name="Google Shape;820;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1" name="Google Shape;8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2" name="Shape 832"/>
        <p:cNvGrpSpPr/>
        <p:nvPr/>
      </p:nvGrpSpPr>
      <p:grpSpPr>
        <a:xfrm>
          <a:off x="0" y="0"/>
          <a:ext cx="0" cy="0"/>
          <a:chOff x="0" y="0"/>
          <a:chExt cx="0" cy="0"/>
        </a:xfrm>
      </p:grpSpPr>
      <p:sp>
        <p:nvSpPr>
          <p:cNvPr id="833" name="Google Shape;833;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4" name="Google Shape;834;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g2eee884a559_0_165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4" name="Google Shape;864;g2eee884a559_0_165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2eee884a559_0_142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1" name="Google Shape;871;g2eee884a559_0_142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g2eee884a559_0_1539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8" name="Google Shape;878;g2eee884a559_0_153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3" name="Shape 883"/>
        <p:cNvGrpSpPr/>
        <p:nvPr/>
      </p:nvGrpSpPr>
      <p:grpSpPr>
        <a:xfrm>
          <a:off x="0" y="0"/>
          <a:ext cx="0" cy="0"/>
          <a:chOff x="0" y="0"/>
          <a:chExt cx="0" cy="0"/>
        </a:xfrm>
      </p:grpSpPr>
      <p:sp>
        <p:nvSpPr>
          <p:cNvPr id="884" name="Google Shape;884;g2eee884a559_0_175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5" name="Google Shape;885;g2eee884a559_0_175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g2eee884a559_0_187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2" name="Google Shape;892;g2eee884a559_0_187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2eee884a559_0_198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9" name="Google Shape;899;g2eee884a559_0_198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4" name="Shape 904"/>
        <p:cNvGrpSpPr/>
        <p:nvPr/>
      </p:nvGrpSpPr>
      <p:grpSpPr>
        <a:xfrm>
          <a:off x="0" y="0"/>
          <a:ext cx="0" cy="0"/>
          <a:chOff x="0" y="0"/>
          <a:chExt cx="0" cy="0"/>
        </a:xfrm>
      </p:grpSpPr>
      <p:sp>
        <p:nvSpPr>
          <p:cNvPr id="905" name="Google Shape;905;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6" name="Google Shape;906;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1" name="Google Shape;911;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9" name="Google Shape;919;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1" name="Shape 921"/>
        <p:cNvGrpSpPr/>
        <p:nvPr/>
      </p:nvGrpSpPr>
      <p:grpSpPr>
        <a:xfrm>
          <a:off x="0" y="0"/>
          <a:ext cx="0" cy="0"/>
          <a:chOff x="0" y="0"/>
          <a:chExt cx="0" cy="0"/>
        </a:xfrm>
      </p:grpSpPr>
      <p:sp>
        <p:nvSpPr>
          <p:cNvPr id="922" name="Google Shape;922;g2eee884a559_0_210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3" name="Google Shape;923;g2eee884a559_0_210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5" name="Shape 925"/>
        <p:cNvGrpSpPr/>
        <p:nvPr/>
      </p:nvGrpSpPr>
      <p:grpSpPr>
        <a:xfrm>
          <a:off x="0" y="0"/>
          <a:ext cx="0" cy="0"/>
          <a:chOff x="0" y="0"/>
          <a:chExt cx="0" cy="0"/>
        </a:xfrm>
      </p:grpSpPr>
      <p:sp>
        <p:nvSpPr>
          <p:cNvPr id="926" name="Google Shape;926;p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7" name="Google Shape;927;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9" name="Shape 929"/>
        <p:cNvGrpSpPr/>
        <p:nvPr/>
      </p:nvGrpSpPr>
      <p:grpSpPr>
        <a:xfrm>
          <a:off x="0" y="0"/>
          <a:ext cx="0" cy="0"/>
          <a:chOff x="0" y="0"/>
          <a:chExt cx="0" cy="0"/>
        </a:xfrm>
      </p:grpSpPr>
      <p:sp>
        <p:nvSpPr>
          <p:cNvPr id="930" name="Google Shape;930;g2eee884a559_0_210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1" name="Google Shape;931;g2eee884a559_0_210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g2eee884a559_0_214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5" name="Google Shape;965;g2eee884a559_0_214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eee884a559_0_214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9" name="Google Shape;969;g2eee884a559_0_21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1.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1.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6.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5.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6.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9.png"/><Relationship Id="rId3" Type="http://schemas.openxmlformats.org/officeDocument/2006/relationships/image" Target="../media/image16.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5.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2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33.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1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5.png"/><Relationship Id="rId3" Type="http://schemas.openxmlformats.org/officeDocument/2006/relationships/image" Target="../media/image2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s + Body text">
  <p:cSld name="CUSTOM_11_1_1">
    <p:spTree>
      <p:nvGrpSpPr>
        <p:cNvPr id="9" name="Shape 9"/>
        <p:cNvGrpSpPr/>
        <p:nvPr/>
      </p:nvGrpSpPr>
      <p:grpSpPr>
        <a:xfrm>
          <a:off x="0" y="0"/>
          <a:ext cx="0" cy="0"/>
          <a:chOff x="0" y="0"/>
          <a:chExt cx="0" cy="0"/>
        </a:xfrm>
      </p:grpSpPr>
      <p:sp>
        <p:nvSpPr>
          <p:cNvPr id="10" name="Google Shape;10;g2ee73b4a550_4_371"/>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1" name="Google Shape;11;g2ee73b4a550_4_371"/>
          <p:cNvSpPr txBox="1"/>
          <p:nvPr>
            <p:ph idx="1" type="subTitle"/>
          </p:nvPr>
        </p:nvSpPr>
        <p:spPr>
          <a:xfrm>
            <a:off x="457200"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12" name="Google Shape;12;g2ee73b4a550_4_371"/>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Right image layout">
  <p:cSld name="CUSTOM_6">
    <p:spTree>
      <p:nvGrpSpPr>
        <p:cNvPr id="13" name="Shape 13"/>
        <p:cNvGrpSpPr/>
        <p:nvPr/>
      </p:nvGrpSpPr>
      <p:grpSpPr>
        <a:xfrm>
          <a:off x="0" y="0"/>
          <a:ext cx="0" cy="0"/>
          <a:chOff x="0" y="0"/>
          <a:chExt cx="0" cy="0"/>
        </a:xfrm>
      </p:grpSpPr>
      <p:sp>
        <p:nvSpPr>
          <p:cNvPr id="14" name="Google Shape;14;g2ee73b4a550_4_375"/>
          <p:cNvSpPr/>
          <p:nvPr>
            <p:ph idx="2" type="pic"/>
          </p:nvPr>
        </p:nvSpPr>
        <p:spPr>
          <a:xfrm>
            <a:off x="5943725" y="150"/>
            <a:ext cx="3200100" cy="5143500"/>
          </a:xfrm>
          <a:prstGeom prst="rect">
            <a:avLst/>
          </a:prstGeom>
          <a:noFill/>
          <a:ln>
            <a:noFill/>
          </a:ln>
        </p:spPr>
      </p:sp>
      <p:sp>
        <p:nvSpPr>
          <p:cNvPr id="15" name="Google Shape;15;g2ee73b4a550_4_375"/>
          <p:cNvSpPr txBox="1"/>
          <p:nvPr>
            <p:ph type="title"/>
          </p:nvPr>
        </p:nvSpPr>
        <p:spPr>
          <a:xfrm>
            <a:off x="457200" y="146300"/>
            <a:ext cx="5486400" cy="365700"/>
          </a:xfrm>
          <a:prstGeom prst="rect">
            <a:avLst/>
          </a:prstGeom>
          <a:noFill/>
          <a:ln>
            <a:noFill/>
          </a:ln>
        </p:spPr>
        <p:txBody>
          <a:bodyPr anchorCtr="0" anchor="t" bIns="0" lIns="0" spcFirstLastPara="1" rIns="91425"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g2ee73b4a550_4_375"/>
          <p:cNvSpPr txBox="1"/>
          <p:nvPr>
            <p:ph idx="1"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7" name="Google Shape;17;g2ee73b4a550_4_375"/>
          <p:cNvSpPr txBox="1"/>
          <p:nvPr>
            <p:ph idx="3"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right text layout">
  <p:cSld name="CUSTOM_3_2">
    <p:spTree>
      <p:nvGrpSpPr>
        <p:cNvPr id="18" name="Shape 18"/>
        <p:cNvGrpSpPr/>
        <p:nvPr/>
      </p:nvGrpSpPr>
      <p:grpSpPr>
        <a:xfrm>
          <a:off x="0" y="0"/>
          <a:ext cx="0" cy="0"/>
          <a:chOff x="0" y="0"/>
          <a:chExt cx="0" cy="0"/>
        </a:xfrm>
      </p:grpSpPr>
      <p:sp>
        <p:nvSpPr>
          <p:cNvPr id="19" name="Google Shape;19;g2ee73b4a550_4_380"/>
          <p:cNvSpPr/>
          <p:nvPr/>
        </p:nvSpPr>
        <p:spPr>
          <a:xfrm>
            <a:off x="5943650" y="0"/>
            <a:ext cx="3196500" cy="5143500"/>
          </a:xfrm>
          <a:prstGeom prst="rect">
            <a:avLst/>
          </a:prstGeom>
          <a:solidFill>
            <a:srgbClr val="EEEEE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g2ee73b4a550_4_380"/>
          <p:cNvSpPr txBox="1"/>
          <p:nvPr>
            <p:ph type="title"/>
          </p:nvPr>
        </p:nvSpPr>
        <p:spPr>
          <a:xfrm>
            <a:off x="6400800" y="725688"/>
            <a:ext cx="2286000" cy="6633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2"/>
              </a:buClr>
              <a:buSzPts val="1800"/>
              <a:buNone/>
              <a:defRPr b="1" sz="1800">
                <a:solidFill>
                  <a:schemeClr val="dk2"/>
                </a:solidFill>
              </a:defRPr>
            </a:lvl1pPr>
            <a:lvl2pPr lvl="1"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2pPr>
            <a:lvl3pPr lvl="2"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3pPr>
            <a:lvl4pPr lvl="3"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4pPr>
            <a:lvl5pPr lvl="4"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5pPr>
            <a:lvl6pPr lvl="5"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6pPr>
            <a:lvl7pPr lvl="6"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7pPr>
            <a:lvl8pPr lvl="7"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8pPr>
            <a:lvl9pPr lvl="8" rtl="0" algn="l">
              <a:lnSpc>
                <a:spcPct val="100000"/>
              </a:lnSpc>
              <a:spcBef>
                <a:spcPts val="0"/>
              </a:spcBef>
              <a:spcAft>
                <a:spcPts val="0"/>
              </a:spcAft>
              <a:buClr>
                <a:schemeClr val="dk2"/>
              </a:buClr>
              <a:buSzPts val="1800"/>
              <a:buNone/>
              <a:defRPr b="1" sz="1800">
                <a:solidFill>
                  <a:schemeClr val="dk2"/>
                </a:solidFill>
                <a:latin typeface="Roboto"/>
                <a:ea typeface="Roboto"/>
                <a:cs typeface="Roboto"/>
                <a:sym typeface="Roboto"/>
              </a:defRPr>
            </a:lvl9pPr>
          </a:lstStyle>
          <a:p/>
        </p:txBody>
      </p:sp>
      <p:sp>
        <p:nvSpPr>
          <p:cNvPr id="21" name="Google Shape;21;g2ee73b4a550_4_380"/>
          <p:cNvSpPr txBox="1"/>
          <p:nvPr>
            <p:ph idx="1" type="subTitle"/>
          </p:nvPr>
        </p:nvSpPr>
        <p:spPr>
          <a:xfrm>
            <a:off x="6400800" y="1600088"/>
            <a:ext cx="2349300" cy="2997600"/>
          </a:xfrm>
          <a:prstGeom prst="rect">
            <a:avLst/>
          </a:prstGeom>
          <a:noFill/>
          <a:ln>
            <a:noFill/>
          </a:ln>
        </p:spPr>
        <p:txBody>
          <a:bodyPr anchorCtr="0" anchor="t" bIns="91425" lIns="0" spcFirstLastPara="1" rIns="91425" wrap="square" tIns="0">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a:solidFill>
                  <a:schemeClr val="dk2"/>
                </a:solidFill>
              </a:defRPr>
            </a:lvl2pPr>
            <a:lvl3pPr lvl="2" rtl="0" algn="l">
              <a:lnSpc>
                <a:spcPct val="115000"/>
              </a:lnSpc>
              <a:spcBef>
                <a:spcPts val="0"/>
              </a:spcBef>
              <a:spcAft>
                <a:spcPts val="0"/>
              </a:spcAft>
              <a:buClr>
                <a:schemeClr val="dk2"/>
              </a:buClr>
              <a:buSzPts val="1800"/>
              <a:buNone/>
              <a:defRPr>
                <a:solidFill>
                  <a:schemeClr val="dk2"/>
                </a:solidFill>
              </a:defRPr>
            </a:lvl3pPr>
            <a:lvl4pPr lvl="3" rtl="0" algn="l">
              <a:lnSpc>
                <a:spcPct val="115000"/>
              </a:lnSpc>
              <a:spcBef>
                <a:spcPts val="0"/>
              </a:spcBef>
              <a:spcAft>
                <a:spcPts val="0"/>
              </a:spcAft>
              <a:buClr>
                <a:schemeClr val="dk2"/>
              </a:buClr>
              <a:buSzPts val="1800"/>
              <a:buNone/>
              <a:defRPr>
                <a:solidFill>
                  <a:schemeClr val="dk2"/>
                </a:solidFill>
              </a:defRPr>
            </a:lvl4pPr>
            <a:lvl5pPr lvl="4" rtl="0" algn="l">
              <a:lnSpc>
                <a:spcPct val="115000"/>
              </a:lnSpc>
              <a:spcBef>
                <a:spcPts val="0"/>
              </a:spcBef>
              <a:spcAft>
                <a:spcPts val="0"/>
              </a:spcAft>
              <a:buClr>
                <a:schemeClr val="dk2"/>
              </a:buClr>
              <a:buSzPts val="1800"/>
              <a:buNone/>
              <a:defRPr>
                <a:solidFill>
                  <a:schemeClr val="dk2"/>
                </a:solidFill>
              </a:defRPr>
            </a:lvl5pPr>
            <a:lvl6pPr lvl="5" rtl="0" algn="l">
              <a:lnSpc>
                <a:spcPct val="115000"/>
              </a:lnSpc>
              <a:spcBef>
                <a:spcPts val="0"/>
              </a:spcBef>
              <a:spcAft>
                <a:spcPts val="0"/>
              </a:spcAft>
              <a:buClr>
                <a:schemeClr val="dk2"/>
              </a:buClr>
              <a:buSzPts val="1800"/>
              <a:buNone/>
              <a:defRPr>
                <a:solidFill>
                  <a:schemeClr val="dk2"/>
                </a:solidFill>
              </a:defRPr>
            </a:lvl6pPr>
            <a:lvl7pPr lvl="6" rtl="0" algn="l">
              <a:lnSpc>
                <a:spcPct val="115000"/>
              </a:lnSpc>
              <a:spcBef>
                <a:spcPts val="0"/>
              </a:spcBef>
              <a:spcAft>
                <a:spcPts val="0"/>
              </a:spcAft>
              <a:buClr>
                <a:schemeClr val="dk2"/>
              </a:buClr>
              <a:buSzPts val="1800"/>
              <a:buNone/>
              <a:defRPr>
                <a:solidFill>
                  <a:schemeClr val="dk2"/>
                </a:solidFill>
              </a:defRPr>
            </a:lvl7pPr>
            <a:lvl8pPr lvl="7" rtl="0" algn="l">
              <a:lnSpc>
                <a:spcPct val="115000"/>
              </a:lnSpc>
              <a:spcBef>
                <a:spcPts val="0"/>
              </a:spcBef>
              <a:spcAft>
                <a:spcPts val="0"/>
              </a:spcAft>
              <a:buClr>
                <a:schemeClr val="dk2"/>
              </a:buClr>
              <a:buSzPts val="1800"/>
              <a:buNone/>
              <a:defRPr>
                <a:solidFill>
                  <a:schemeClr val="dk2"/>
                </a:solidFill>
              </a:defRPr>
            </a:lvl8pPr>
            <a:lvl9pPr lvl="8" rtl="0" algn="l">
              <a:lnSpc>
                <a:spcPct val="115000"/>
              </a:lnSpc>
              <a:spcBef>
                <a:spcPts val="0"/>
              </a:spcBef>
              <a:spcAft>
                <a:spcPts val="0"/>
              </a:spcAft>
              <a:buClr>
                <a:schemeClr val="dk2"/>
              </a:buClr>
              <a:buSzPts val="1800"/>
              <a:buNone/>
              <a:defRPr>
                <a:solidFill>
                  <a:schemeClr val="dk2"/>
                </a:solidFill>
              </a:defRPr>
            </a:lvl9pPr>
          </a:lstStyle>
          <a:p/>
        </p:txBody>
      </p:sp>
      <p:sp>
        <p:nvSpPr>
          <p:cNvPr id="22" name="Google Shape;22;g2ee73b4a550_4_380"/>
          <p:cNvSpPr txBox="1"/>
          <p:nvPr>
            <p:ph idx="2" type="body"/>
          </p:nvPr>
        </p:nvSpPr>
        <p:spPr>
          <a:xfrm>
            <a:off x="457200" y="1063525"/>
            <a:ext cx="50292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23" name="Google Shape;23;g2ee73b4a550_4_380"/>
          <p:cNvSpPr txBox="1"/>
          <p:nvPr>
            <p:ph idx="3" type="subTitle"/>
          </p:nvPr>
        </p:nvSpPr>
        <p:spPr>
          <a:xfrm>
            <a:off x="461220" y="548650"/>
            <a:ext cx="5482500" cy="274200"/>
          </a:xfrm>
          <a:prstGeom prst="rect">
            <a:avLst/>
          </a:prstGeom>
          <a:noFill/>
          <a:ln>
            <a:noFill/>
          </a:ln>
        </p:spPr>
        <p:txBody>
          <a:bodyPr anchorCtr="0" anchor="t" bIns="0" lIns="0" spcFirstLastPara="1" rIns="91425"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4" name="Google Shape;24;g2ee73b4a550_4_380"/>
          <p:cNvSpPr txBox="1"/>
          <p:nvPr>
            <p:ph idx="4" type="title"/>
          </p:nvPr>
        </p:nvSpPr>
        <p:spPr>
          <a:xfrm>
            <a:off x="457200" y="146300"/>
            <a:ext cx="54864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With image insert">
  <p:cSld name="CUSTOM_8">
    <p:spTree>
      <p:nvGrpSpPr>
        <p:cNvPr id="25" name="Shape 25"/>
        <p:cNvGrpSpPr/>
        <p:nvPr/>
      </p:nvGrpSpPr>
      <p:grpSpPr>
        <a:xfrm>
          <a:off x="0" y="0"/>
          <a:ext cx="0" cy="0"/>
          <a:chOff x="0" y="0"/>
          <a:chExt cx="0" cy="0"/>
        </a:xfrm>
      </p:grpSpPr>
      <p:cxnSp>
        <p:nvCxnSpPr>
          <p:cNvPr id="26" name="Google Shape;26;g2ee73b4a550_4_387"/>
          <p:cNvCxnSpPr/>
          <p:nvPr/>
        </p:nvCxnSpPr>
        <p:spPr>
          <a:xfrm rot="10800000">
            <a:off x="3453900" y="1729748"/>
            <a:ext cx="585300" cy="0"/>
          </a:xfrm>
          <a:prstGeom prst="straightConnector1">
            <a:avLst/>
          </a:prstGeom>
          <a:noFill/>
          <a:ln cap="rnd" cmpd="sng" w="9525">
            <a:solidFill>
              <a:srgbClr val="2E5E73"/>
            </a:solidFill>
            <a:prstDash val="solid"/>
            <a:round/>
            <a:headEnd len="sm" w="sm" type="none"/>
            <a:tailEnd len="med" w="med" type="oval"/>
          </a:ln>
        </p:spPr>
      </p:cxnSp>
      <p:cxnSp>
        <p:nvCxnSpPr>
          <p:cNvPr id="27" name="Google Shape;27;g2ee73b4a550_4_387"/>
          <p:cNvCxnSpPr/>
          <p:nvPr/>
        </p:nvCxnSpPr>
        <p:spPr>
          <a:xfrm rot="10800000">
            <a:off x="3453900" y="3524825"/>
            <a:ext cx="585300" cy="0"/>
          </a:xfrm>
          <a:prstGeom prst="straightConnector1">
            <a:avLst/>
          </a:prstGeom>
          <a:noFill/>
          <a:ln cap="rnd" cmpd="sng" w="9525">
            <a:solidFill>
              <a:srgbClr val="2E5E73"/>
            </a:solidFill>
            <a:prstDash val="solid"/>
            <a:round/>
            <a:headEnd len="sm" w="sm" type="none"/>
            <a:tailEnd len="med" w="med" type="oval"/>
          </a:ln>
        </p:spPr>
      </p:cxnSp>
      <p:sp>
        <p:nvSpPr>
          <p:cNvPr id="28" name="Google Shape;28;g2ee73b4a550_4_387"/>
          <p:cNvSpPr/>
          <p:nvPr>
            <p:ph idx="2" type="pic"/>
          </p:nvPr>
        </p:nvSpPr>
        <p:spPr>
          <a:xfrm>
            <a:off x="3657600" y="1371600"/>
            <a:ext cx="5029200" cy="2742300"/>
          </a:xfrm>
          <a:prstGeom prst="rect">
            <a:avLst/>
          </a:prstGeom>
          <a:noFill/>
          <a:ln>
            <a:noFill/>
          </a:ln>
          <a:effectLst>
            <a:outerShdw blurRad="57150" rotWithShape="0" algn="bl" dir="5400000" dist="19050">
              <a:srgbClr val="000000">
                <a:alpha val="49803"/>
              </a:srgbClr>
            </a:outerShdw>
          </a:effectLst>
        </p:spPr>
      </p:sp>
      <p:sp>
        <p:nvSpPr>
          <p:cNvPr id="29" name="Google Shape;29;g2ee73b4a550_4_387"/>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0" name="Google Shape;30;g2ee73b4a550_4_387"/>
          <p:cNvSpPr txBox="1"/>
          <p:nvPr>
            <p:ph idx="1"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31" name="Google Shape;31;g2ee73b4a550_4_387"/>
          <p:cNvSpPr txBox="1"/>
          <p:nvPr>
            <p:ph idx="3" type="body"/>
          </p:nvPr>
        </p:nvSpPr>
        <p:spPr>
          <a:xfrm>
            <a:off x="457200" y="1592650"/>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
        <p:nvSpPr>
          <p:cNvPr id="32" name="Google Shape;32;g2ee73b4a550_4_387"/>
          <p:cNvSpPr txBox="1"/>
          <p:nvPr>
            <p:ph idx="4" type="body"/>
          </p:nvPr>
        </p:nvSpPr>
        <p:spPr>
          <a:xfrm>
            <a:off x="457200" y="3413275"/>
            <a:ext cx="3013200" cy="1155600"/>
          </a:xfrm>
          <a:prstGeom prst="rect">
            <a:avLst/>
          </a:prstGeom>
          <a:noFill/>
          <a:ln>
            <a:noFill/>
          </a:ln>
        </p:spPr>
        <p:txBody>
          <a:bodyPr anchorCtr="0" anchor="t" bIns="0" lIns="0" spcFirstLastPara="1" rIns="91425" wrap="square" tIns="0">
            <a:noAutofit/>
          </a:bodyPr>
          <a:lstStyle>
            <a:lvl1pPr indent="-342900" lvl="0" marL="457200" algn="l">
              <a:lnSpc>
                <a:spcPct val="115000"/>
              </a:lnSpc>
              <a:spcBef>
                <a:spcPts val="0"/>
              </a:spcBef>
              <a:spcAft>
                <a:spcPts val="0"/>
              </a:spcAft>
              <a:buSzPts val="1800"/>
              <a:buChar char="●"/>
              <a:defRPr/>
            </a:lvl1pPr>
            <a:lvl2pPr indent="-342900" lvl="1" marL="914400" algn="l">
              <a:lnSpc>
                <a:spcPct val="115000"/>
              </a:lnSpc>
              <a:spcBef>
                <a:spcPts val="0"/>
              </a:spcBef>
              <a:spcAft>
                <a:spcPts val="0"/>
              </a:spcAft>
              <a:buSzPts val="1800"/>
              <a:buChar char="○"/>
              <a:defRPr/>
            </a:lvl2pPr>
            <a:lvl3pPr indent="-342900" lvl="2" marL="1371600" algn="l">
              <a:lnSpc>
                <a:spcPct val="115000"/>
              </a:lnSpc>
              <a:spcBef>
                <a:spcPts val="0"/>
              </a:spcBef>
              <a:spcAft>
                <a:spcPts val="0"/>
              </a:spcAft>
              <a:buSzPts val="1800"/>
              <a:buChar char="■"/>
              <a:defRPr/>
            </a:lvl3pPr>
            <a:lvl4pPr indent="-342900" lvl="3" marL="1828800" algn="l">
              <a:lnSpc>
                <a:spcPct val="115000"/>
              </a:lnSpc>
              <a:spcBef>
                <a:spcPts val="0"/>
              </a:spcBef>
              <a:spcAft>
                <a:spcPts val="0"/>
              </a:spcAft>
              <a:buSzPts val="1800"/>
              <a:buChar char="●"/>
              <a:defRPr/>
            </a:lvl4pPr>
            <a:lvl5pPr indent="-342900" lvl="4" marL="2286000" algn="l">
              <a:lnSpc>
                <a:spcPct val="115000"/>
              </a:lnSpc>
              <a:spcBef>
                <a:spcPts val="0"/>
              </a:spcBef>
              <a:spcAft>
                <a:spcPts val="0"/>
              </a:spcAft>
              <a:buSzPts val="1800"/>
              <a:buChar char="○"/>
              <a:defRPr/>
            </a:lvl5pPr>
            <a:lvl6pPr indent="-342900" lvl="5" marL="2743200" algn="l">
              <a:lnSpc>
                <a:spcPct val="115000"/>
              </a:lnSpc>
              <a:spcBef>
                <a:spcPts val="0"/>
              </a:spcBef>
              <a:spcAft>
                <a:spcPts val="0"/>
              </a:spcAft>
              <a:buSzPts val="1800"/>
              <a:buChar char="■"/>
              <a:defRPr/>
            </a:lvl6pPr>
            <a:lvl7pPr indent="-342900" lvl="6" marL="3200400" algn="l">
              <a:lnSpc>
                <a:spcPct val="115000"/>
              </a:lnSpc>
              <a:spcBef>
                <a:spcPts val="0"/>
              </a:spcBef>
              <a:spcAft>
                <a:spcPts val="0"/>
              </a:spcAft>
              <a:buSzPts val="1800"/>
              <a:buChar char="●"/>
              <a:defRPr/>
            </a:lvl7pPr>
            <a:lvl8pPr indent="-342900" lvl="7" marL="3657600" algn="l">
              <a:lnSpc>
                <a:spcPct val="115000"/>
              </a:lnSpc>
              <a:spcBef>
                <a:spcPts val="0"/>
              </a:spcBef>
              <a:spcAft>
                <a:spcPts val="0"/>
              </a:spcAft>
              <a:buSzPts val="1800"/>
              <a:buChar char="○"/>
              <a:defRPr/>
            </a:lvl8pPr>
            <a:lvl9pPr indent="-342900" lvl="8" marL="4114800" algn="l">
              <a:lnSpc>
                <a:spcPct val="115000"/>
              </a:lnSpc>
              <a:spcBef>
                <a:spcPts val="0"/>
              </a:spcBef>
              <a:spcAft>
                <a:spcPts val="0"/>
              </a:spcAft>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Left image layout">
  <p:cSld name="CUSTOM_7_2">
    <p:spTree>
      <p:nvGrpSpPr>
        <p:cNvPr id="33" name="Shape 33"/>
        <p:cNvGrpSpPr/>
        <p:nvPr/>
      </p:nvGrpSpPr>
      <p:grpSpPr>
        <a:xfrm>
          <a:off x="0" y="0"/>
          <a:ext cx="0" cy="0"/>
          <a:chOff x="0" y="0"/>
          <a:chExt cx="0" cy="0"/>
        </a:xfrm>
      </p:grpSpPr>
      <p:sp>
        <p:nvSpPr>
          <p:cNvPr id="34" name="Google Shape;34;g2ee73b4a550_4_395"/>
          <p:cNvSpPr/>
          <p:nvPr>
            <p:ph idx="2" type="pic"/>
          </p:nvPr>
        </p:nvSpPr>
        <p:spPr>
          <a:xfrm>
            <a:off x="0" y="150"/>
            <a:ext cx="3220500" cy="5143500"/>
          </a:xfrm>
          <a:prstGeom prst="rect">
            <a:avLst/>
          </a:prstGeom>
          <a:noFill/>
          <a:ln>
            <a:noFill/>
          </a:ln>
        </p:spPr>
      </p:sp>
      <p:sp>
        <p:nvSpPr>
          <p:cNvPr id="35" name="Google Shape;35;g2ee73b4a550_4_395"/>
          <p:cNvSpPr txBox="1"/>
          <p:nvPr>
            <p:ph idx="1" type="body"/>
          </p:nvPr>
        </p:nvSpPr>
        <p:spPr>
          <a:xfrm>
            <a:off x="3657600" y="1054550"/>
            <a:ext cx="5025600" cy="34533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6" name="Google Shape;36;g2ee73b4a550_4_395"/>
          <p:cNvSpPr txBox="1"/>
          <p:nvPr>
            <p:ph type="title"/>
          </p:nvPr>
        </p:nvSpPr>
        <p:spPr>
          <a:xfrm>
            <a:off x="3657601" y="146300"/>
            <a:ext cx="50292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7" name="Google Shape;37;g2ee73b4a550_4_395"/>
          <p:cNvSpPr txBox="1"/>
          <p:nvPr>
            <p:ph idx="3" type="subTitle"/>
          </p:nvPr>
        </p:nvSpPr>
        <p:spPr>
          <a:xfrm>
            <a:off x="3661286" y="548650"/>
            <a:ext cx="5025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 + Subheading blank">
  <p:cSld name="CUSTOM_21_2_1">
    <p:spTree>
      <p:nvGrpSpPr>
        <p:cNvPr id="38" name="Shape 38"/>
        <p:cNvGrpSpPr/>
        <p:nvPr/>
      </p:nvGrpSpPr>
      <p:grpSpPr>
        <a:xfrm>
          <a:off x="0" y="0"/>
          <a:ext cx="0" cy="0"/>
          <a:chOff x="0" y="0"/>
          <a:chExt cx="0" cy="0"/>
        </a:xfrm>
      </p:grpSpPr>
      <p:cxnSp>
        <p:nvCxnSpPr>
          <p:cNvPr id="39" name="Google Shape;39;g2ee73b4a550_4_400"/>
          <p:cNvCxnSpPr/>
          <p:nvPr/>
        </p:nvCxnSpPr>
        <p:spPr>
          <a:xfrm>
            <a:off x="-9375" y="929900"/>
            <a:ext cx="7346700" cy="0"/>
          </a:xfrm>
          <a:prstGeom prst="straightConnector1">
            <a:avLst/>
          </a:prstGeom>
          <a:noFill/>
          <a:ln cap="flat" cmpd="sng" w="19050">
            <a:solidFill>
              <a:schemeClr val="dk2"/>
            </a:solidFill>
            <a:prstDash val="solid"/>
            <a:round/>
            <a:headEnd len="sm" w="sm" type="none"/>
            <a:tailEnd len="med" w="med" type="oval"/>
          </a:ln>
        </p:spPr>
      </p:cxnSp>
      <p:sp>
        <p:nvSpPr>
          <p:cNvPr id="40" name="Google Shape;40;g2ee73b4a550_4_40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2ee73b4a550_4_400"/>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2" name="Google Shape;42;g2ee73b4a550_4_400"/>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43" name="Google Shape;43;g2ee73b4a550_4_400"/>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 line (with bullets)">
  <p:cSld name="CUSTOM_21_1">
    <p:spTree>
      <p:nvGrpSpPr>
        <p:cNvPr id="44" name="Shape 44"/>
        <p:cNvGrpSpPr/>
        <p:nvPr/>
      </p:nvGrpSpPr>
      <p:grpSpPr>
        <a:xfrm>
          <a:off x="0" y="0"/>
          <a:ext cx="0" cy="0"/>
          <a:chOff x="0" y="0"/>
          <a:chExt cx="0" cy="0"/>
        </a:xfrm>
      </p:grpSpPr>
      <p:cxnSp>
        <p:nvCxnSpPr>
          <p:cNvPr id="45" name="Google Shape;45;g2ee73b4a550_4_406"/>
          <p:cNvCxnSpPr/>
          <p:nvPr/>
        </p:nvCxnSpPr>
        <p:spPr>
          <a:xfrm>
            <a:off x="-9375" y="929900"/>
            <a:ext cx="7346700" cy="0"/>
          </a:xfrm>
          <a:prstGeom prst="straightConnector1">
            <a:avLst/>
          </a:prstGeom>
          <a:noFill/>
          <a:ln cap="flat" cmpd="sng" w="19050">
            <a:solidFill>
              <a:srgbClr val="2E5E73"/>
            </a:solidFill>
            <a:prstDash val="solid"/>
            <a:round/>
            <a:headEnd len="sm" w="sm" type="none"/>
            <a:tailEnd len="med" w="med" type="oval"/>
          </a:ln>
        </p:spPr>
      </p:cxnSp>
      <p:sp>
        <p:nvSpPr>
          <p:cNvPr id="46" name="Google Shape;46;g2ee73b4a550_4_406"/>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2ee73b4a550_4_406"/>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2ee73b4a550_4_406"/>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g2ee73b4a550_4_406"/>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g2ee73b4a550_4_406"/>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g2ee73b4a550_4_406"/>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52" name="Google Shape;52;g2ee73b4a550_4_406"/>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53" name="Google Shape;53;g2ee73b4a550_4_406"/>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54" name="Google Shape;54;g2ee73b4a550_4_406"/>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55" name="Google Shape;55;g2ee73b4a550_4_406"/>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56" name="Google Shape;56;g2ee73b4a550_4_40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2ee73b4a550_4_406"/>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58" name="Google Shape;58;g2ee73b4a550_4_406"/>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59" name="Google Shape;59;g2ee73b4a550_4_406"/>
          <p:cNvSpPr txBox="1"/>
          <p:nvPr>
            <p:ph idx="2"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0" name="Google Shape;60;g2ee73b4a550_4_406"/>
          <p:cNvSpPr txBox="1"/>
          <p:nvPr>
            <p:ph idx="3" type="body"/>
          </p:nvPr>
        </p:nvSpPr>
        <p:spPr>
          <a:xfrm>
            <a:off x="914400" y="187428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1" name="Google Shape;61;g2ee73b4a550_4_406"/>
          <p:cNvSpPr txBox="1"/>
          <p:nvPr>
            <p:ph idx="4" type="body"/>
          </p:nvPr>
        </p:nvSpPr>
        <p:spPr>
          <a:xfrm>
            <a:off x="914400" y="2559823"/>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2" name="Google Shape;62;g2ee73b4a550_4_406"/>
          <p:cNvSpPr txBox="1"/>
          <p:nvPr>
            <p:ph idx="5" type="body"/>
          </p:nvPr>
        </p:nvSpPr>
        <p:spPr>
          <a:xfrm>
            <a:off x="914400" y="3245360"/>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
        <p:nvSpPr>
          <p:cNvPr id="63" name="Google Shape;63;g2ee73b4a550_4_406"/>
          <p:cNvSpPr txBox="1"/>
          <p:nvPr>
            <p:ph idx="6" type="body"/>
          </p:nvPr>
        </p:nvSpPr>
        <p:spPr>
          <a:xfrm>
            <a:off x="914400" y="3930897"/>
            <a:ext cx="7772400" cy="365700"/>
          </a:xfrm>
          <a:prstGeom prst="rect">
            <a:avLst/>
          </a:prstGeom>
          <a:noFill/>
          <a:ln>
            <a:noFill/>
          </a:ln>
        </p:spPr>
        <p:txBody>
          <a:bodyPr anchorCtr="0" anchor="ctr" bIns="91425" lIns="91425" spcFirstLastPara="1" rIns="91425"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1200"/>
              </a:spcBef>
              <a:spcAft>
                <a:spcPts val="0"/>
              </a:spcAft>
              <a:buSzPts val="1800"/>
              <a:buChar char="○"/>
              <a:defRPr/>
            </a:lvl2pPr>
            <a:lvl3pPr indent="-342900" lvl="2" marL="1371600" rtl="0" algn="l">
              <a:lnSpc>
                <a:spcPct val="115000"/>
              </a:lnSpc>
              <a:spcBef>
                <a:spcPts val="1200"/>
              </a:spcBef>
              <a:spcAft>
                <a:spcPts val="0"/>
              </a:spcAft>
              <a:buSzPts val="1800"/>
              <a:buChar char="■"/>
              <a:defRPr/>
            </a:lvl3pPr>
            <a:lvl4pPr indent="-342900" lvl="3" marL="1828800" rtl="0" algn="l">
              <a:lnSpc>
                <a:spcPct val="115000"/>
              </a:lnSpc>
              <a:spcBef>
                <a:spcPts val="1200"/>
              </a:spcBef>
              <a:spcAft>
                <a:spcPts val="0"/>
              </a:spcAft>
              <a:buSzPts val="1800"/>
              <a:buChar char="●"/>
              <a:defRPr/>
            </a:lvl4pPr>
            <a:lvl5pPr indent="-342900" lvl="4" marL="2286000" rtl="0" algn="l">
              <a:lnSpc>
                <a:spcPct val="115000"/>
              </a:lnSpc>
              <a:spcBef>
                <a:spcPts val="1200"/>
              </a:spcBef>
              <a:spcAft>
                <a:spcPts val="0"/>
              </a:spcAft>
              <a:buSzPts val="1800"/>
              <a:buChar char="○"/>
              <a:defRPr/>
            </a:lvl5pPr>
            <a:lvl6pPr indent="-342900" lvl="5" marL="2743200" rtl="0" algn="l">
              <a:lnSpc>
                <a:spcPct val="115000"/>
              </a:lnSpc>
              <a:spcBef>
                <a:spcPts val="1200"/>
              </a:spcBef>
              <a:spcAft>
                <a:spcPts val="0"/>
              </a:spcAft>
              <a:buSzPts val="1800"/>
              <a:buChar char="■"/>
              <a:defRPr/>
            </a:lvl6pPr>
            <a:lvl7pPr indent="-342900" lvl="6" marL="3200400" rtl="0" algn="l">
              <a:lnSpc>
                <a:spcPct val="115000"/>
              </a:lnSpc>
              <a:spcBef>
                <a:spcPts val="1200"/>
              </a:spcBef>
              <a:spcAft>
                <a:spcPts val="0"/>
              </a:spcAft>
              <a:buSzPts val="1800"/>
              <a:buChar char="●"/>
              <a:defRPr/>
            </a:lvl7pPr>
            <a:lvl8pPr indent="-342900" lvl="7" marL="3657600" rtl="0" algn="l">
              <a:lnSpc>
                <a:spcPct val="115000"/>
              </a:lnSpc>
              <a:spcBef>
                <a:spcPts val="1200"/>
              </a:spcBef>
              <a:spcAft>
                <a:spcPts val="0"/>
              </a:spcAft>
              <a:buSzPts val="1800"/>
              <a:buChar char="○"/>
              <a:defRPr/>
            </a:lvl8pPr>
            <a:lvl9pPr indent="-342900" lvl="8" marL="4114800" rtl="0" algn="l">
              <a:lnSpc>
                <a:spcPct val="115000"/>
              </a:lnSpc>
              <a:spcBef>
                <a:spcPts val="1200"/>
              </a:spcBef>
              <a:spcAft>
                <a:spcPts val="1200"/>
              </a:spcAft>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blank)">
  <p:cSld name="CUSTOM_21_2_1_1">
    <p:spTree>
      <p:nvGrpSpPr>
        <p:cNvPr id="64" name="Shape 64"/>
        <p:cNvGrpSpPr/>
        <p:nvPr/>
      </p:nvGrpSpPr>
      <p:grpSpPr>
        <a:xfrm>
          <a:off x="0" y="0"/>
          <a:ext cx="0" cy="0"/>
          <a:chOff x="0" y="0"/>
          <a:chExt cx="0" cy="0"/>
        </a:xfrm>
      </p:grpSpPr>
      <p:sp>
        <p:nvSpPr>
          <p:cNvPr id="65" name="Google Shape;65;g2ee73b4a550_4_42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g2ee73b4a550_4_426"/>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67" name="Google Shape;67;g2ee73b4a550_4_426"/>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68" name="Google Shape;68;g2ee73b4a550_4_426"/>
          <p:cNvSpPr txBox="1"/>
          <p:nvPr>
            <p:ph idx="2" type="body"/>
          </p:nvPr>
        </p:nvSpPr>
        <p:spPr>
          <a:xfrm>
            <a:off x="461225" y="1063525"/>
            <a:ext cx="8229600" cy="35208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 - Headings without line (With bullets)">
  <p:cSld name="CUSTOM_21_1_2_1">
    <p:spTree>
      <p:nvGrpSpPr>
        <p:cNvPr id="69" name="Shape 69"/>
        <p:cNvGrpSpPr/>
        <p:nvPr/>
      </p:nvGrpSpPr>
      <p:grpSpPr>
        <a:xfrm>
          <a:off x="0" y="0"/>
          <a:ext cx="0" cy="0"/>
          <a:chOff x="0" y="0"/>
          <a:chExt cx="0" cy="0"/>
        </a:xfrm>
      </p:grpSpPr>
      <p:sp>
        <p:nvSpPr>
          <p:cNvPr id="70" name="Google Shape;70;g2ee73b4a550_4_431"/>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g2ee73b4a550_4_431"/>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g2ee73b4a550_4_431"/>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g2ee73b4a550_4_431"/>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g2ee73b4a550_4_431"/>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g2ee73b4a550_4_431"/>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6" name="Google Shape;76;g2ee73b4a550_4_431"/>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7" name="Google Shape;77;g2ee73b4a550_4_431"/>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8" name="Google Shape;78;g2ee73b4a550_4_431"/>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79" name="Google Shape;79;g2ee73b4a550_4_431"/>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80" name="Google Shape;80;g2ee73b4a550_4_431"/>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81" name="Google Shape;81;g2ee73b4a550_4_431"/>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82" name="Google Shape;82;g2ee73b4a550_4_431"/>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83" name="Google Shape;83;g2ee73b4a550_4_431"/>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84" name="Google Shape;84;g2ee73b4a550_4_431"/>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85" name="Google Shape;85;g2ee73b4a550_4_431"/>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2ee73b4a550_4_431"/>
          <p:cNvSpPr txBox="1"/>
          <p:nvPr>
            <p:ph type="title"/>
          </p:nvPr>
        </p:nvSpPr>
        <p:spPr>
          <a:xfrm>
            <a:off x="914400" y="146300"/>
            <a:ext cx="77781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87" name="Google Shape;87;g2ee73b4a550_4_431"/>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extLst>
    <p:ext uri="{DCECCB84-F9BA-43D5-87BE-67443E8EF086}">
      <p15:sldGuideLst>
        <p15:guide id="1" pos="288">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2 - Heading + Subheading blank">
  <p:cSld name="CUSTOM_11">
    <p:spTree>
      <p:nvGrpSpPr>
        <p:cNvPr id="88" name="Shape 88"/>
        <p:cNvGrpSpPr/>
        <p:nvPr/>
      </p:nvGrpSpPr>
      <p:grpSpPr>
        <a:xfrm>
          <a:off x="0" y="0"/>
          <a:ext cx="0" cy="0"/>
          <a:chOff x="0" y="0"/>
          <a:chExt cx="0" cy="0"/>
        </a:xfrm>
      </p:grpSpPr>
      <p:sp>
        <p:nvSpPr>
          <p:cNvPr id="89" name="Google Shape;89;g2ee73b4a550_4_450"/>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5"/>
              </a:buClr>
              <a:buSzPts val="2600"/>
              <a:buNone/>
              <a:defRPr>
                <a:solidFill>
                  <a:schemeClr val="accent5"/>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0" name="Google Shape;90;g2ee73b4a550_4_450"/>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Longer title" type="secHead">
  <p:cSld name="SECTION_HEADER">
    <p:bg>
      <p:bgPr>
        <a:solidFill>
          <a:schemeClr val="dk2"/>
        </a:solidFill>
      </p:bgPr>
    </p:bg>
    <p:spTree>
      <p:nvGrpSpPr>
        <p:cNvPr id="91" name="Shape 91"/>
        <p:cNvGrpSpPr/>
        <p:nvPr/>
      </p:nvGrpSpPr>
      <p:grpSpPr>
        <a:xfrm>
          <a:off x="0" y="0"/>
          <a:ext cx="0" cy="0"/>
          <a:chOff x="0" y="0"/>
          <a:chExt cx="0" cy="0"/>
        </a:xfrm>
      </p:grpSpPr>
      <p:cxnSp>
        <p:nvCxnSpPr>
          <p:cNvPr id="92" name="Google Shape;92;g2ee73b4a550_4_453"/>
          <p:cNvCxnSpPr/>
          <p:nvPr/>
        </p:nvCxnSpPr>
        <p:spPr>
          <a:xfrm>
            <a:off x="4580627" y="16187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93" name="Google Shape;93;g2ee73b4a550_4_453"/>
          <p:cNvSpPr txBox="1"/>
          <p:nvPr>
            <p:ph type="title"/>
          </p:nvPr>
        </p:nvSpPr>
        <p:spPr>
          <a:xfrm>
            <a:off x="4570700" y="1804650"/>
            <a:ext cx="4557900" cy="1215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94" name="Google Shape;94;g2ee73b4a550_4_453"/>
          <p:cNvSpPr txBox="1"/>
          <p:nvPr>
            <p:ph idx="1" type="subTitle"/>
          </p:nvPr>
        </p:nvSpPr>
        <p:spPr>
          <a:xfrm>
            <a:off x="4572000" y="1127800"/>
            <a:ext cx="4572000" cy="185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95" name="Google Shape;95;g2ee73b4a550_4_453"/>
          <p:cNvSpPr txBox="1"/>
          <p:nvPr>
            <p:ph idx="2" type="subTitle"/>
          </p:nvPr>
        </p:nvSpPr>
        <p:spPr>
          <a:xfrm>
            <a:off x="4572000" y="32034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96" name="Google Shape;96;g2ee73b4a550_4_453"/>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extLst>
    <p:ext uri="{DCECCB84-F9BA-43D5-87BE-67443E8EF086}">
      <p15:sldGuideLst>
        <p15:guide id="1" orient="horz" pos="3165">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 Shorter title">
  <p:cSld name="SECTION_HEADER_1_1">
    <p:bg>
      <p:bgPr>
        <a:solidFill>
          <a:schemeClr val="dk2"/>
        </a:solidFill>
      </p:bgPr>
    </p:bg>
    <p:spTree>
      <p:nvGrpSpPr>
        <p:cNvPr id="97" name="Shape 97"/>
        <p:cNvGrpSpPr/>
        <p:nvPr/>
      </p:nvGrpSpPr>
      <p:grpSpPr>
        <a:xfrm>
          <a:off x="0" y="0"/>
          <a:ext cx="0" cy="0"/>
          <a:chOff x="0" y="0"/>
          <a:chExt cx="0" cy="0"/>
        </a:xfrm>
      </p:grpSpPr>
      <p:cxnSp>
        <p:nvCxnSpPr>
          <p:cNvPr id="98" name="Google Shape;98;g2ee73b4a550_4_459"/>
          <p:cNvCxnSpPr/>
          <p:nvPr/>
        </p:nvCxnSpPr>
        <p:spPr>
          <a:xfrm>
            <a:off x="4570695" y="1823650"/>
            <a:ext cx="920700" cy="0"/>
          </a:xfrm>
          <a:prstGeom prst="straightConnector1">
            <a:avLst/>
          </a:prstGeom>
          <a:noFill/>
          <a:ln cap="flat" cmpd="sng" w="19050">
            <a:solidFill>
              <a:srgbClr val="FFFFFF"/>
            </a:solidFill>
            <a:prstDash val="solid"/>
            <a:round/>
            <a:headEnd len="sm" w="sm" type="none"/>
            <a:tailEnd len="sm" w="sm" type="none"/>
          </a:ln>
          <a:effectLst>
            <a:outerShdw blurRad="57150" rotWithShape="0" algn="bl" dir="5400000" dist="19050">
              <a:srgbClr val="000000">
                <a:alpha val="49803"/>
              </a:srgbClr>
            </a:outerShdw>
          </a:effectLst>
        </p:spPr>
      </p:cxnSp>
      <p:cxnSp>
        <p:nvCxnSpPr>
          <p:cNvPr id="99" name="Google Shape;99;g2ee73b4a550_4_459"/>
          <p:cNvCxnSpPr/>
          <p:nvPr/>
        </p:nvCxnSpPr>
        <p:spPr>
          <a:xfrm>
            <a:off x="4580627" y="1823550"/>
            <a:ext cx="5175900" cy="0"/>
          </a:xfrm>
          <a:prstGeom prst="straightConnector1">
            <a:avLst/>
          </a:prstGeom>
          <a:noFill/>
          <a:ln cap="flat" cmpd="sng" w="19050">
            <a:solidFill>
              <a:srgbClr val="FFFFFF"/>
            </a:solidFill>
            <a:prstDash val="solid"/>
            <a:round/>
            <a:headEnd len="sm" w="sm" type="none"/>
            <a:tailEnd len="med" w="med" type="oval"/>
          </a:ln>
          <a:effectLst>
            <a:outerShdw blurRad="57150" rotWithShape="0" algn="bl" dir="5400000" dist="19050">
              <a:srgbClr val="000000">
                <a:alpha val="49803"/>
              </a:srgbClr>
            </a:outerShdw>
          </a:effectLst>
        </p:spPr>
      </p:cxnSp>
      <p:sp>
        <p:nvSpPr>
          <p:cNvPr id="100" name="Google Shape;100;g2ee73b4a550_4_459"/>
          <p:cNvSpPr txBox="1"/>
          <p:nvPr>
            <p:ph type="title"/>
          </p:nvPr>
        </p:nvSpPr>
        <p:spPr>
          <a:xfrm>
            <a:off x="4570700" y="2028900"/>
            <a:ext cx="4557900" cy="7194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noAutofit/>
          </a:bodyPr>
          <a:lstStyle>
            <a:lvl1pPr lvl="0" algn="l">
              <a:lnSpc>
                <a:spcPct val="100000"/>
              </a:lnSpc>
              <a:spcBef>
                <a:spcPts val="0"/>
              </a:spcBef>
              <a:spcAft>
                <a:spcPts val="0"/>
              </a:spcAft>
              <a:buClr>
                <a:schemeClr val="lt1"/>
              </a:buClr>
              <a:buSzPts val="4000"/>
              <a:buNone/>
              <a:defRPr b="0" sz="4000">
                <a:solidFill>
                  <a:schemeClr val="lt1"/>
                </a:solidFill>
              </a:defRPr>
            </a:lvl1pPr>
            <a:lvl2pPr lvl="1"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2pPr>
            <a:lvl3pPr lvl="2"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3pPr>
            <a:lvl4pPr lvl="3"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4pPr>
            <a:lvl5pPr lvl="4"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5pPr>
            <a:lvl6pPr lvl="5"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6pPr>
            <a:lvl7pPr lvl="6"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7pPr>
            <a:lvl8pPr lvl="7"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8pPr>
            <a:lvl9pPr lvl="8" algn="l">
              <a:lnSpc>
                <a:spcPct val="100000"/>
              </a:lnSpc>
              <a:spcBef>
                <a:spcPts val="0"/>
              </a:spcBef>
              <a:spcAft>
                <a:spcPts val="0"/>
              </a:spcAft>
              <a:buClr>
                <a:schemeClr val="lt1"/>
              </a:buClr>
              <a:buSzPts val="4000"/>
              <a:buFont typeface="Roboto"/>
              <a:buNone/>
              <a:defRPr sz="4000">
                <a:solidFill>
                  <a:schemeClr val="lt1"/>
                </a:solidFill>
                <a:latin typeface="Roboto"/>
                <a:ea typeface="Roboto"/>
                <a:cs typeface="Roboto"/>
                <a:sym typeface="Roboto"/>
              </a:defRPr>
            </a:lvl9pPr>
          </a:lstStyle>
          <a:p/>
        </p:txBody>
      </p:sp>
      <p:sp>
        <p:nvSpPr>
          <p:cNvPr id="101" name="Google Shape;101;g2ee73b4a550_4_459"/>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1pPr>
            <a:lvl2pPr lvl="1"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2pPr>
            <a:lvl3pPr lvl="2"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3pPr>
            <a:lvl4pPr lvl="3"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4pPr>
            <a:lvl5pPr lvl="4"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5pPr>
            <a:lvl6pPr lvl="5"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6pPr>
            <a:lvl7pPr lvl="6"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7pPr>
            <a:lvl8pPr lvl="7"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8pPr>
            <a:lvl9pPr lvl="8" algn="l">
              <a:lnSpc>
                <a:spcPct val="115000"/>
              </a:lnSpc>
              <a:spcBef>
                <a:spcPts val="0"/>
              </a:spcBef>
              <a:spcAft>
                <a:spcPts val="0"/>
              </a:spcAft>
              <a:buClr>
                <a:schemeClr val="lt1"/>
              </a:buClr>
              <a:buSzPts val="1800"/>
              <a:buFont typeface="Roboto"/>
              <a:buNone/>
              <a:defRPr>
                <a:solidFill>
                  <a:schemeClr val="lt1"/>
                </a:solidFill>
                <a:latin typeface="Roboto"/>
                <a:ea typeface="Roboto"/>
                <a:cs typeface="Roboto"/>
                <a:sym typeface="Roboto"/>
              </a:defRPr>
            </a:lvl9pPr>
          </a:lstStyle>
          <a:p/>
        </p:txBody>
      </p:sp>
      <p:sp>
        <p:nvSpPr>
          <p:cNvPr id="102" name="Google Shape;102;g2ee73b4a550_4_459"/>
          <p:cNvSpPr txBox="1"/>
          <p:nvPr>
            <p:ph idx="2" type="subTitle"/>
          </p:nvPr>
        </p:nvSpPr>
        <p:spPr>
          <a:xfrm>
            <a:off x="4572000" y="2882050"/>
            <a:ext cx="4557900" cy="244800"/>
          </a:xfrm>
          <a:prstGeom prst="rect">
            <a:avLst/>
          </a:prstGeom>
          <a:noFill/>
          <a:ln>
            <a:noFill/>
          </a:ln>
          <a:effectLst>
            <a:outerShdw blurRad="57150" rotWithShape="0" algn="bl" dir="5400000" dist="19050">
              <a:srgbClr val="000000">
                <a:alpha val="49803"/>
              </a:srgbClr>
            </a:outerShdw>
          </a:effectLst>
        </p:spPr>
        <p:txBody>
          <a:bodyPr anchorCtr="0" anchor="b" bIns="0" lIns="0" spcFirstLastPara="1" rIns="0" wrap="square" tIns="0">
            <a:noAutofit/>
          </a:bodyPr>
          <a:lstStyle>
            <a:lvl1pPr lvl="0" algn="l">
              <a:lnSpc>
                <a:spcPct val="115000"/>
              </a:lnSpc>
              <a:spcBef>
                <a:spcPts val="0"/>
              </a:spcBef>
              <a:spcAft>
                <a:spcPts val="0"/>
              </a:spcAft>
              <a:buClr>
                <a:schemeClr val="lt1"/>
              </a:buClr>
              <a:buSzPts val="1800"/>
              <a:buNone/>
              <a:defRPr>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03" name="Google Shape;103;g2ee73b4a550_4_459"/>
          <p:cNvSpPr txBox="1"/>
          <p:nvPr/>
        </p:nvSpPr>
        <p:spPr>
          <a:xfrm>
            <a:off x="6058325" y="3097550"/>
            <a:ext cx="3095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a:ea typeface="Roboto"/>
              <a:cs typeface="Roboto"/>
              <a:sym typeface="Roboto"/>
            </a:endParaRPr>
          </a:p>
        </p:txBody>
      </p:sp>
      <p:sp>
        <p:nvSpPr>
          <p:cNvPr id="104" name="Google Shape;104;g2ee73b4a550_4_459"/>
          <p:cNvSpPr txBox="1"/>
          <p:nvPr/>
        </p:nvSpPr>
        <p:spPr>
          <a:xfrm>
            <a:off x="414900" y="4911900"/>
            <a:ext cx="5064300" cy="123000"/>
          </a:xfrm>
          <a:prstGeom prst="rect">
            <a:avLst/>
          </a:prstGeom>
          <a:noFill/>
          <a:ln>
            <a:noFill/>
          </a:ln>
        </p:spPr>
        <p:txBody>
          <a:bodyPr anchorCtr="0" anchor="t" bIns="0" lIns="274300" spcFirstLastPara="1" rIns="91425" wrap="square" tIns="0">
            <a:spAutoFit/>
          </a:bodyPr>
          <a:lstStyle/>
          <a:p>
            <a:pPr indent="0" lvl="0" marL="0" marR="0" rtl="0" algn="l">
              <a:lnSpc>
                <a:spcPct val="115000"/>
              </a:lnSpc>
              <a:spcBef>
                <a:spcPts val="0"/>
              </a:spcBef>
              <a:spcAft>
                <a:spcPts val="1600"/>
              </a:spcAft>
              <a:buClr>
                <a:srgbClr val="000000"/>
              </a:buClr>
              <a:buSzPts val="800"/>
              <a:buFont typeface="Arial"/>
              <a:buNone/>
            </a:pPr>
            <a:r>
              <a:rPr b="0" i="0" lang="en" sz="800" u="none" cap="none" strike="noStrike">
                <a:solidFill>
                  <a:srgbClr val="FFFFFF"/>
                </a:solidFill>
                <a:latin typeface="Roboto"/>
                <a:ea typeface="Roboto"/>
                <a:cs typeface="Roboto"/>
                <a:sym typeface="Roboto"/>
              </a:rPr>
              <a:t>© 2024 edX Boot Camps LLC. Confidential and Proprietary. All Rights Reserved.</a:t>
            </a:r>
            <a:endParaRPr b="0" i="0" sz="1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Blank">
  <p:cSld name="CUSTOM_26_1">
    <p:bg>
      <p:bgPr>
        <a:solidFill>
          <a:schemeClr val="dk2"/>
        </a:solidFill>
      </p:bgPr>
    </p:bg>
    <p:spTree>
      <p:nvGrpSpPr>
        <p:cNvPr id="105" name="Shape 105"/>
        <p:cNvGrpSpPr/>
        <p:nvPr/>
      </p:nvGrpSpPr>
      <p:grpSpPr>
        <a:xfrm>
          <a:off x="0" y="0"/>
          <a:ext cx="0" cy="0"/>
          <a:chOff x="0" y="0"/>
          <a:chExt cx="0" cy="0"/>
        </a:xfrm>
      </p:grpSpPr>
      <p:sp>
        <p:nvSpPr>
          <p:cNvPr id="106" name="Google Shape;106;g2ee73b4a550_4_467"/>
          <p:cNvSpPr txBox="1"/>
          <p:nvPr>
            <p:ph type="title"/>
          </p:nvPr>
        </p:nvSpPr>
        <p:spPr>
          <a:xfrm>
            <a:off x="0" y="3073400"/>
            <a:ext cx="9144000" cy="6861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07" name="Google Shape;107;g2ee73b4a550_4_467"/>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2ee73b4a550_4_46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Next class">
  <p:cSld name="CUSTOM_10_1_1_1_2_2_1">
    <p:bg>
      <p:bgPr>
        <a:solidFill>
          <a:schemeClr val="dk2"/>
        </a:solidFill>
      </p:bgPr>
    </p:bg>
    <p:spTree>
      <p:nvGrpSpPr>
        <p:cNvPr id="109" name="Shape 109"/>
        <p:cNvGrpSpPr/>
        <p:nvPr/>
      </p:nvGrpSpPr>
      <p:grpSpPr>
        <a:xfrm>
          <a:off x="0" y="0"/>
          <a:ext cx="0" cy="0"/>
          <a:chOff x="0" y="0"/>
          <a:chExt cx="0" cy="0"/>
        </a:xfrm>
      </p:grpSpPr>
      <p:sp>
        <p:nvSpPr>
          <p:cNvPr id="110" name="Google Shape;110;g2ee73b4a550_4_471"/>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Next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lass</a:t>
            </a:r>
            <a:endParaRPr b="0" i="0" sz="4000" u="none" cap="none" strike="noStrike">
              <a:solidFill>
                <a:schemeClr val="lt1"/>
              </a:solidFill>
              <a:latin typeface="Roboto"/>
              <a:ea typeface="Roboto"/>
              <a:cs typeface="Roboto"/>
              <a:sym typeface="Roboto"/>
            </a:endParaRPr>
          </a:p>
        </p:txBody>
      </p:sp>
      <p:sp>
        <p:nvSpPr>
          <p:cNvPr id="111" name="Google Shape;111;g2ee73b4a550_4_471"/>
          <p:cNvSpPr/>
          <p:nvPr/>
        </p:nvSpPr>
        <p:spPr>
          <a:xfrm>
            <a:off x="36575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2ee73b4a550_4_471"/>
          <p:cNvSpPr/>
          <p:nvPr/>
        </p:nvSpPr>
        <p:spPr>
          <a:xfrm>
            <a:off x="4429130" y="1541930"/>
            <a:ext cx="285844" cy="574072"/>
          </a:xfrm>
          <a:custGeom>
            <a:rect b="b" l="l" r="r" t="t"/>
            <a:pathLst>
              <a:path extrusionOk="0" fill="none" h="206130" w="102637">
                <a:moveTo>
                  <a:pt x="0" y="1"/>
                </a:moveTo>
                <a:lnTo>
                  <a:pt x="102637" y="103065"/>
                </a:lnTo>
                <a:lnTo>
                  <a:pt x="0" y="206129"/>
                </a:lnTo>
              </a:path>
            </a:pathLst>
          </a:custGeom>
          <a:solidFill>
            <a:srgbClr val="FFFFFF"/>
          </a:solid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28363B"/>
              </a:solidFill>
              <a:latin typeface="Arial"/>
              <a:ea typeface="Arial"/>
              <a:cs typeface="Arial"/>
              <a:sym typeface="Arial"/>
            </a:endParaRPr>
          </a:p>
        </p:txBody>
      </p:sp>
      <p:sp>
        <p:nvSpPr>
          <p:cNvPr id="113" name="Google Shape;113;g2ee73b4a550_4_471"/>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Time to Code">
  <p:cSld name="CUSTOM_10_1_1_1_2_2_1_1">
    <p:bg>
      <p:bgPr>
        <a:solidFill>
          <a:schemeClr val="dk2"/>
        </a:solidFill>
      </p:bgPr>
    </p:bg>
    <p:spTree>
      <p:nvGrpSpPr>
        <p:cNvPr id="114" name="Shape 114"/>
        <p:cNvGrpSpPr/>
        <p:nvPr/>
      </p:nvGrpSpPr>
      <p:grpSpPr>
        <a:xfrm>
          <a:off x="0" y="0"/>
          <a:ext cx="0" cy="0"/>
          <a:chOff x="0" y="0"/>
          <a:chExt cx="0" cy="0"/>
        </a:xfrm>
      </p:grpSpPr>
      <p:sp>
        <p:nvSpPr>
          <p:cNvPr id="115" name="Google Shape;115;g2ee73b4a550_4_476"/>
          <p:cNvSpPr txBox="1"/>
          <p:nvPr/>
        </p:nvSpPr>
        <p:spPr>
          <a:xfrm>
            <a:off x="5901175" y="3977950"/>
            <a:ext cx="2785500" cy="434400"/>
          </a:xfrm>
          <a:prstGeom prst="rect">
            <a:avLst/>
          </a:prstGeom>
          <a:noFill/>
          <a:ln>
            <a:noFill/>
          </a:ln>
        </p:spPr>
        <p:txBody>
          <a:bodyPr anchorCtr="0" anchor="ctr" bIns="0" lIns="640075" spcFirstLastPara="1" rIns="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Suggested Time:</a:t>
            </a:r>
            <a:endParaRPr b="1" i="0" sz="1800" u="none" cap="none" strike="noStrike">
              <a:solidFill>
                <a:schemeClr val="lt1"/>
              </a:solidFill>
              <a:latin typeface="Roboto"/>
              <a:ea typeface="Roboto"/>
              <a:cs typeface="Roboto"/>
              <a:sym typeface="Roboto"/>
            </a:endParaRPr>
          </a:p>
        </p:txBody>
      </p:sp>
      <p:sp>
        <p:nvSpPr>
          <p:cNvPr id="116" name="Google Shape;116;g2ee73b4a550_4_476"/>
          <p:cNvSpPr txBox="1"/>
          <p:nvPr/>
        </p:nvSpPr>
        <p:spPr>
          <a:xfrm>
            <a:off x="0" y="3086100"/>
            <a:ext cx="9144000" cy="679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to </a:t>
            </a:r>
            <a:r>
              <a:rPr lang="en" sz="4000">
                <a:solidFill>
                  <a:schemeClr val="lt1"/>
                </a:solidFill>
                <a:latin typeface="Roboto"/>
                <a:ea typeface="Roboto"/>
                <a:cs typeface="Roboto"/>
                <a:sym typeface="Roboto"/>
              </a:rPr>
              <a:t>c</a:t>
            </a:r>
            <a:r>
              <a:rPr b="0" i="0" lang="en" sz="4000" u="none" cap="none" strike="noStrike">
                <a:solidFill>
                  <a:schemeClr val="lt1"/>
                </a:solidFill>
                <a:latin typeface="Roboto"/>
                <a:ea typeface="Roboto"/>
                <a:cs typeface="Roboto"/>
                <a:sym typeface="Roboto"/>
              </a:rPr>
              <a:t>ode</a:t>
            </a:r>
            <a:endParaRPr b="0" i="0" sz="4000" u="none" cap="none" strike="noStrike">
              <a:solidFill>
                <a:schemeClr val="lt1"/>
              </a:solidFill>
              <a:latin typeface="Roboto"/>
              <a:ea typeface="Roboto"/>
              <a:cs typeface="Roboto"/>
              <a:sym typeface="Roboto"/>
            </a:endParaRPr>
          </a:p>
        </p:txBody>
      </p:sp>
      <p:sp>
        <p:nvSpPr>
          <p:cNvPr id="117" name="Google Shape;117;g2ee73b4a550_4_476"/>
          <p:cNvSpPr/>
          <p:nvPr/>
        </p:nvSpPr>
        <p:spPr>
          <a:xfrm>
            <a:off x="3657600" y="914400"/>
            <a:ext cx="1828800" cy="1828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8" name="Google Shape;118;g2ee73b4a550_4_476"/>
          <p:cNvPicPr preferRelativeResize="0"/>
          <p:nvPr/>
        </p:nvPicPr>
        <p:blipFill rotWithShape="1">
          <a:blip r:embed="rId2">
            <a:alphaModFix/>
          </a:blip>
          <a:srcRect b="0" l="0" r="0" t="0"/>
          <a:stretch/>
        </p:blipFill>
        <p:spPr>
          <a:xfrm>
            <a:off x="3994290" y="1424853"/>
            <a:ext cx="1155368" cy="818142"/>
          </a:xfrm>
          <a:prstGeom prst="rect">
            <a:avLst/>
          </a:prstGeom>
          <a:noFill/>
          <a:ln>
            <a:noFill/>
          </a:ln>
        </p:spPr>
      </p:pic>
      <p:sp>
        <p:nvSpPr>
          <p:cNvPr id="119" name="Google Shape;119;g2ee73b4a550_4_476"/>
          <p:cNvSpPr txBox="1"/>
          <p:nvPr>
            <p:ph idx="1" type="subTitle"/>
          </p:nvPr>
        </p:nvSpPr>
        <p:spPr>
          <a:xfrm>
            <a:off x="5029200" y="4245725"/>
            <a:ext cx="3657600" cy="323100"/>
          </a:xfrm>
          <a:prstGeom prst="rect">
            <a:avLst/>
          </a:prstGeom>
          <a:noFill/>
          <a:ln>
            <a:noFill/>
          </a:ln>
        </p:spPr>
        <p:txBody>
          <a:bodyPr anchorCtr="0" anchor="t" bIns="91425" lIns="0" spcFirstLastPara="1" rIns="0" wrap="square" tIns="91425">
            <a:noAutofit/>
          </a:bodyPr>
          <a:lstStyle>
            <a:lvl1pPr lvl="0" rtl="0" algn="r">
              <a:lnSpc>
                <a:spcPct val="115000"/>
              </a:lnSpc>
              <a:spcBef>
                <a:spcPts val="0"/>
              </a:spcBef>
              <a:spcAft>
                <a:spcPts val="0"/>
              </a:spcAft>
              <a:buClr>
                <a:schemeClr val="lt1"/>
              </a:buClr>
              <a:buSzPts val="1800"/>
              <a:buNone/>
              <a:defRPr>
                <a:solidFill>
                  <a:schemeClr val="lt1"/>
                </a:solidFill>
              </a:defRPr>
            </a:lvl1pPr>
            <a:lvl2pPr lvl="1" rtl="0" algn="r">
              <a:lnSpc>
                <a:spcPct val="115000"/>
              </a:lnSpc>
              <a:spcBef>
                <a:spcPts val="0"/>
              </a:spcBef>
              <a:spcAft>
                <a:spcPts val="0"/>
              </a:spcAft>
              <a:buClr>
                <a:schemeClr val="lt1"/>
              </a:buClr>
              <a:buSzPts val="1800"/>
              <a:buNone/>
              <a:defRPr>
                <a:solidFill>
                  <a:schemeClr val="lt1"/>
                </a:solidFill>
              </a:defRPr>
            </a:lvl2pPr>
            <a:lvl3pPr lvl="2" rtl="0" algn="r">
              <a:lnSpc>
                <a:spcPct val="115000"/>
              </a:lnSpc>
              <a:spcBef>
                <a:spcPts val="0"/>
              </a:spcBef>
              <a:spcAft>
                <a:spcPts val="0"/>
              </a:spcAft>
              <a:buClr>
                <a:schemeClr val="lt1"/>
              </a:buClr>
              <a:buSzPts val="1800"/>
              <a:buNone/>
              <a:defRPr>
                <a:solidFill>
                  <a:schemeClr val="lt1"/>
                </a:solidFill>
              </a:defRPr>
            </a:lvl3pPr>
            <a:lvl4pPr lvl="3" rtl="0" algn="r">
              <a:lnSpc>
                <a:spcPct val="115000"/>
              </a:lnSpc>
              <a:spcBef>
                <a:spcPts val="0"/>
              </a:spcBef>
              <a:spcAft>
                <a:spcPts val="0"/>
              </a:spcAft>
              <a:buClr>
                <a:schemeClr val="lt1"/>
              </a:buClr>
              <a:buSzPts val="1800"/>
              <a:buNone/>
              <a:defRPr>
                <a:solidFill>
                  <a:schemeClr val="lt1"/>
                </a:solidFill>
              </a:defRPr>
            </a:lvl4pPr>
            <a:lvl5pPr lvl="4" rtl="0" algn="r">
              <a:lnSpc>
                <a:spcPct val="115000"/>
              </a:lnSpc>
              <a:spcBef>
                <a:spcPts val="0"/>
              </a:spcBef>
              <a:spcAft>
                <a:spcPts val="0"/>
              </a:spcAft>
              <a:buClr>
                <a:schemeClr val="lt1"/>
              </a:buClr>
              <a:buSzPts val="1800"/>
              <a:buNone/>
              <a:defRPr>
                <a:solidFill>
                  <a:schemeClr val="lt1"/>
                </a:solidFill>
              </a:defRPr>
            </a:lvl5pPr>
            <a:lvl6pPr lvl="5" rtl="0" algn="r">
              <a:lnSpc>
                <a:spcPct val="115000"/>
              </a:lnSpc>
              <a:spcBef>
                <a:spcPts val="0"/>
              </a:spcBef>
              <a:spcAft>
                <a:spcPts val="0"/>
              </a:spcAft>
              <a:buClr>
                <a:schemeClr val="lt1"/>
              </a:buClr>
              <a:buSzPts val="1800"/>
              <a:buNone/>
              <a:defRPr>
                <a:solidFill>
                  <a:schemeClr val="lt1"/>
                </a:solidFill>
              </a:defRPr>
            </a:lvl6pPr>
            <a:lvl7pPr lvl="6" rtl="0" algn="r">
              <a:lnSpc>
                <a:spcPct val="115000"/>
              </a:lnSpc>
              <a:spcBef>
                <a:spcPts val="0"/>
              </a:spcBef>
              <a:spcAft>
                <a:spcPts val="0"/>
              </a:spcAft>
              <a:buClr>
                <a:schemeClr val="lt1"/>
              </a:buClr>
              <a:buSzPts val="1800"/>
              <a:buNone/>
              <a:defRPr>
                <a:solidFill>
                  <a:schemeClr val="lt1"/>
                </a:solidFill>
              </a:defRPr>
            </a:lvl7pPr>
            <a:lvl8pPr lvl="7" rtl="0" algn="r">
              <a:lnSpc>
                <a:spcPct val="115000"/>
              </a:lnSpc>
              <a:spcBef>
                <a:spcPts val="0"/>
              </a:spcBef>
              <a:spcAft>
                <a:spcPts val="0"/>
              </a:spcAft>
              <a:buClr>
                <a:schemeClr val="lt1"/>
              </a:buClr>
              <a:buSzPts val="1800"/>
              <a:buNone/>
              <a:defRPr>
                <a:solidFill>
                  <a:schemeClr val="lt1"/>
                </a:solidFill>
              </a:defRPr>
            </a:lvl8pPr>
            <a:lvl9pPr lvl="8" rtl="0" algn="r">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hallenge">
  <p:cSld name="CUSTOM_10_1_1_1_2_1_1">
    <p:bg>
      <p:bgPr>
        <a:solidFill>
          <a:schemeClr val="dk2"/>
        </a:solidFill>
      </p:bgPr>
    </p:bg>
    <p:spTree>
      <p:nvGrpSpPr>
        <p:cNvPr id="120" name="Shape 120"/>
        <p:cNvGrpSpPr/>
        <p:nvPr/>
      </p:nvGrpSpPr>
      <p:grpSpPr>
        <a:xfrm>
          <a:off x="0" y="0"/>
          <a:ext cx="0" cy="0"/>
          <a:chOff x="0" y="0"/>
          <a:chExt cx="0" cy="0"/>
        </a:xfrm>
      </p:grpSpPr>
      <p:sp>
        <p:nvSpPr>
          <p:cNvPr id="121" name="Google Shape;121;g2ee73b4a550_4_482"/>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Challenge</a:t>
            </a:r>
            <a:endParaRPr b="0" i="0" sz="4000" u="none" cap="none" strike="noStrike">
              <a:solidFill>
                <a:schemeClr val="lt1"/>
              </a:solidFill>
              <a:latin typeface="Roboto Light"/>
              <a:ea typeface="Roboto Light"/>
              <a:cs typeface="Roboto Light"/>
              <a:sym typeface="Roboto Light"/>
            </a:endParaRPr>
          </a:p>
        </p:txBody>
      </p:sp>
      <p:sp>
        <p:nvSpPr>
          <p:cNvPr id="122" name="Google Shape;122;g2ee73b4a550_4_482"/>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
        <p:nvSpPr>
          <p:cNvPr id="123" name="Google Shape;123;g2ee73b4a550_4_482"/>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4" name="Google Shape;124;g2ee73b4a550_4_482"/>
          <p:cNvPicPr preferRelativeResize="0"/>
          <p:nvPr/>
        </p:nvPicPr>
        <p:blipFill rotWithShape="1">
          <a:blip r:embed="rId2">
            <a:alphaModFix/>
          </a:blip>
          <a:srcRect b="0" l="0" r="0" t="0"/>
          <a:stretch/>
        </p:blipFill>
        <p:spPr>
          <a:xfrm>
            <a:off x="3872546" y="1094559"/>
            <a:ext cx="1390807" cy="1212461"/>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A - Course overview">
  <p:cSld name="CUSTOM_10_1_1_1_2_1_1_1">
    <p:bg>
      <p:bgPr>
        <a:solidFill>
          <a:schemeClr val="dk2"/>
        </a:solidFill>
      </p:bgPr>
    </p:bg>
    <p:spTree>
      <p:nvGrpSpPr>
        <p:cNvPr id="125" name="Shape 125"/>
        <p:cNvGrpSpPr/>
        <p:nvPr/>
      </p:nvGrpSpPr>
      <p:grpSpPr>
        <a:xfrm>
          <a:off x="0" y="0"/>
          <a:ext cx="0" cy="0"/>
          <a:chOff x="0" y="0"/>
          <a:chExt cx="0" cy="0"/>
        </a:xfrm>
      </p:grpSpPr>
      <p:sp>
        <p:nvSpPr>
          <p:cNvPr id="126" name="Google Shape;126;g2ee73b4a550_4_487"/>
          <p:cNvSpPr txBox="1"/>
          <p:nvPr/>
        </p:nvSpPr>
        <p:spPr>
          <a:xfrm>
            <a:off x="0" y="3086100"/>
            <a:ext cx="9144000" cy="604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a:t>
            </a:r>
            <a:r>
              <a:rPr lang="en" sz="4000">
                <a:solidFill>
                  <a:schemeClr val="lt1"/>
                </a:solidFill>
                <a:latin typeface="Roboto"/>
                <a:ea typeface="Roboto"/>
                <a:cs typeface="Roboto"/>
                <a:sym typeface="Roboto"/>
              </a:rPr>
              <a:t>ourse overview</a:t>
            </a:r>
            <a:endParaRPr b="0" i="0" sz="4000" u="none" cap="none" strike="noStrike">
              <a:solidFill>
                <a:schemeClr val="lt1"/>
              </a:solidFill>
              <a:latin typeface="Roboto Light"/>
              <a:ea typeface="Roboto Light"/>
              <a:cs typeface="Roboto Light"/>
              <a:sym typeface="Roboto Light"/>
            </a:endParaRPr>
          </a:p>
        </p:txBody>
      </p:sp>
      <p:sp>
        <p:nvSpPr>
          <p:cNvPr id="127" name="Google Shape;127;g2ee73b4a550_4_487"/>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
        <p:nvSpPr>
          <p:cNvPr id="128" name="Google Shape;128;g2ee73b4a550_4_487"/>
          <p:cNvSpPr/>
          <p:nvPr/>
        </p:nvSpPr>
        <p:spPr>
          <a:xfrm>
            <a:off x="3657600" y="914400"/>
            <a:ext cx="1820700" cy="18207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29" name="Google Shape;129;g2ee73b4a550_4_487"/>
          <p:cNvPicPr preferRelativeResize="0"/>
          <p:nvPr/>
        </p:nvPicPr>
        <p:blipFill rotWithShape="1">
          <a:blip r:embed="rId2">
            <a:alphaModFix/>
          </a:blip>
          <a:srcRect b="0" l="0" r="0" t="0"/>
          <a:stretch/>
        </p:blipFill>
        <p:spPr>
          <a:xfrm>
            <a:off x="4096605" y="1339647"/>
            <a:ext cx="950800" cy="97022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lank slide">
  <p:cSld name="CUSTOM_26_1_1">
    <p:bg>
      <p:bgPr>
        <a:solidFill>
          <a:schemeClr val="dk2"/>
        </a:solidFill>
      </p:bgPr>
    </p:bg>
    <p:spTree>
      <p:nvGrpSpPr>
        <p:cNvPr id="130" name="Shape 130"/>
        <p:cNvGrpSpPr/>
        <p:nvPr/>
      </p:nvGrpSpPr>
      <p:grpSpPr>
        <a:xfrm>
          <a:off x="0" y="0"/>
          <a:ext cx="0" cy="0"/>
          <a:chOff x="0" y="0"/>
          <a:chExt cx="0" cy="0"/>
        </a:xfrm>
      </p:grpSpPr>
      <p:sp>
        <p:nvSpPr>
          <p:cNvPr id="131" name="Google Shape;131;g2ee73b4a550_4_492"/>
          <p:cNvSpPr txBox="1"/>
          <p:nvPr>
            <p:ph type="title"/>
          </p:nvPr>
        </p:nvSpPr>
        <p:spPr>
          <a:xfrm>
            <a:off x="0" y="3072384"/>
            <a:ext cx="9144000" cy="7047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Clr>
                <a:schemeClr val="lt1"/>
              </a:buClr>
              <a:buSzPts val="4000"/>
              <a:buNone/>
              <a:defRPr b="0" sz="4000">
                <a:solidFill>
                  <a:schemeClr val="lt1"/>
                </a:solidFill>
              </a:defRPr>
            </a:lvl1pPr>
            <a:lvl2pPr lvl="1" algn="ctr">
              <a:lnSpc>
                <a:spcPct val="100000"/>
              </a:lnSpc>
              <a:spcBef>
                <a:spcPts val="0"/>
              </a:spcBef>
              <a:spcAft>
                <a:spcPts val="0"/>
              </a:spcAft>
              <a:buClr>
                <a:schemeClr val="lt1"/>
              </a:buClr>
              <a:buSzPts val="4000"/>
              <a:buNone/>
              <a:defRPr sz="4000">
                <a:solidFill>
                  <a:schemeClr val="lt1"/>
                </a:solidFill>
              </a:defRPr>
            </a:lvl2pPr>
            <a:lvl3pPr lvl="2" algn="ctr">
              <a:lnSpc>
                <a:spcPct val="100000"/>
              </a:lnSpc>
              <a:spcBef>
                <a:spcPts val="0"/>
              </a:spcBef>
              <a:spcAft>
                <a:spcPts val="0"/>
              </a:spcAft>
              <a:buClr>
                <a:schemeClr val="lt1"/>
              </a:buClr>
              <a:buSzPts val="4000"/>
              <a:buNone/>
              <a:defRPr sz="4000">
                <a:solidFill>
                  <a:schemeClr val="lt1"/>
                </a:solidFill>
              </a:defRPr>
            </a:lvl3pPr>
            <a:lvl4pPr lvl="3" algn="ctr">
              <a:lnSpc>
                <a:spcPct val="100000"/>
              </a:lnSpc>
              <a:spcBef>
                <a:spcPts val="0"/>
              </a:spcBef>
              <a:spcAft>
                <a:spcPts val="0"/>
              </a:spcAft>
              <a:buClr>
                <a:schemeClr val="lt1"/>
              </a:buClr>
              <a:buSzPts val="4000"/>
              <a:buNone/>
              <a:defRPr sz="4000">
                <a:solidFill>
                  <a:schemeClr val="lt1"/>
                </a:solidFill>
              </a:defRPr>
            </a:lvl4pPr>
            <a:lvl5pPr lvl="4" algn="ctr">
              <a:lnSpc>
                <a:spcPct val="100000"/>
              </a:lnSpc>
              <a:spcBef>
                <a:spcPts val="0"/>
              </a:spcBef>
              <a:spcAft>
                <a:spcPts val="0"/>
              </a:spcAft>
              <a:buClr>
                <a:schemeClr val="lt1"/>
              </a:buClr>
              <a:buSzPts val="4000"/>
              <a:buNone/>
              <a:defRPr sz="4000">
                <a:solidFill>
                  <a:schemeClr val="lt1"/>
                </a:solidFill>
              </a:defRPr>
            </a:lvl5pPr>
            <a:lvl6pPr lvl="5" algn="ctr">
              <a:lnSpc>
                <a:spcPct val="100000"/>
              </a:lnSpc>
              <a:spcBef>
                <a:spcPts val="0"/>
              </a:spcBef>
              <a:spcAft>
                <a:spcPts val="0"/>
              </a:spcAft>
              <a:buClr>
                <a:schemeClr val="lt1"/>
              </a:buClr>
              <a:buSzPts val="4000"/>
              <a:buNone/>
              <a:defRPr sz="4000">
                <a:solidFill>
                  <a:schemeClr val="lt1"/>
                </a:solidFill>
              </a:defRPr>
            </a:lvl6pPr>
            <a:lvl7pPr lvl="6" algn="ctr">
              <a:lnSpc>
                <a:spcPct val="100000"/>
              </a:lnSpc>
              <a:spcBef>
                <a:spcPts val="0"/>
              </a:spcBef>
              <a:spcAft>
                <a:spcPts val="0"/>
              </a:spcAft>
              <a:buClr>
                <a:schemeClr val="lt1"/>
              </a:buClr>
              <a:buSzPts val="4000"/>
              <a:buNone/>
              <a:defRPr sz="4000">
                <a:solidFill>
                  <a:schemeClr val="lt1"/>
                </a:solidFill>
              </a:defRPr>
            </a:lvl7pPr>
            <a:lvl8pPr lvl="7" algn="ctr">
              <a:lnSpc>
                <a:spcPct val="100000"/>
              </a:lnSpc>
              <a:spcBef>
                <a:spcPts val="0"/>
              </a:spcBef>
              <a:spcAft>
                <a:spcPts val="0"/>
              </a:spcAft>
              <a:buClr>
                <a:schemeClr val="lt1"/>
              </a:buClr>
              <a:buSzPts val="4000"/>
              <a:buNone/>
              <a:defRPr sz="4000">
                <a:solidFill>
                  <a:schemeClr val="lt1"/>
                </a:solidFill>
              </a:defRPr>
            </a:lvl8pPr>
            <a:lvl9pPr lvl="8" algn="ctr">
              <a:lnSpc>
                <a:spcPct val="100000"/>
              </a:lnSpc>
              <a:spcBef>
                <a:spcPts val="0"/>
              </a:spcBef>
              <a:spcAft>
                <a:spcPts val="0"/>
              </a:spcAft>
              <a:buClr>
                <a:schemeClr val="lt1"/>
              </a:buClr>
              <a:buSzPts val="4000"/>
              <a:buNone/>
              <a:defRPr sz="4000">
                <a:solidFill>
                  <a:schemeClr val="lt1"/>
                </a:solidFill>
              </a:defRPr>
            </a:lvl9pPr>
          </a:lstStyle>
          <a:p/>
        </p:txBody>
      </p:sp>
      <p:sp>
        <p:nvSpPr>
          <p:cNvPr id="132" name="Google Shape;132;g2ee73b4a550_4_492"/>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rtl="0" algn="ctr">
              <a:lnSpc>
                <a:spcPct val="115000"/>
              </a:lnSpc>
              <a:spcBef>
                <a:spcPts val="0"/>
              </a:spcBef>
              <a:spcAft>
                <a:spcPts val="0"/>
              </a:spcAft>
              <a:buClr>
                <a:schemeClr val="lt1"/>
              </a:buClr>
              <a:buSzPts val="2800"/>
              <a:buNone/>
              <a:defRPr sz="2800">
                <a:solidFill>
                  <a:schemeClr val="lt1"/>
                </a:solidFill>
              </a:defRPr>
            </a:lvl1pPr>
            <a:lvl2pPr lvl="1" rtl="0" algn="l">
              <a:lnSpc>
                <a:spcPct val="115000"/>
              </a:lnSpc>
              <a:spcBef>
                <a:spcPts val="0"/>
              </a:spcBef>
              <a:spcAft>
                <a:spcPts val="0"/>
              </a:spcAft>
              <a:buClr>
                <a:schemeClr val="lt1"/>
              </a:buClr>
              <a:buSzPts val="1800"/>
              <a:buNone/>
              <a:defRPr>
                <a:solidFill>
                  <a:schemeClr val="lt1"/>
                </a:solidFill>
              </a:defRPr>
            </a:lvl2pPr>
            <a:lvl3pPr lvl="2" rtl="0" algn="l">
              <a:lnSpc>
                <a:spcPct val="115000"/>
              </a:lnSpc>
              <a:spcBef>
                <a:spcPts val="0"/>
              </a:spcBef>
              <a:spcAft>
                <a:spcPts val="0"/>
              </a:spcAft>
              <a:buClr>
                <a:schemeClr val="lt1"/>
              </a:buClr>
              <a:buSzPts val="1800"/>
              <a:buNone/>
              <a:defRPr>
                <a:solidFill>
                  <a:schemeClr val="lt1"/>
                </a:solidFill>
              </a:defRPr>
            </a:lvl3pPr>
            <a:lvl4pPr lvl="3" rtl="0" algn="l">
              <a:lnSpc>
                <a:spcPct val="115000"/>
              </a:lnSpc>
              <a:spcBef>
                <a:spcPts val="0"/>
              </a:spcBef>
              <a:spcAft>
                <a:spcPts val="0"/>
              </a:spcAft>
              <a:buClr>
                <a:schemeClr val="lt1"/>
              </a:buClr>
              <a:buSzPts val="1800"/>
              <a:buNone/>
              <a:defRPr>
                <a:solidFill>
                  <a:schemeClr val="lt1"/>
                </a:solidFill>
              </a:defRPr>
            </a:lvl4pPr>
            <a:lvl5pPr lvl="4" rtl="0" algn="l">
              <a:lnSpc>
                <a:spcPct val="115000"/>
              </a:lnSpc>
              <a:spcBef>
                <a:spcPts val="0"/>
              </a:spcBef>
              <a:spcAft>
                <a:spcPts val="0"/>
              </a:spcAft>
              <a:buClr>
                <a:schemeClr val="lt1"/>
              </a:buClr>
              <a:buSzPts val="1800"/>
              <a:buNone/>
              <a:defRPr>
                <a:solidFill>
                  <a:schemeClr val="lt1"/>
                </a:solidFill>
              </a:defRPr>
            </a:lvl5pPr>
            <a:lvl6pPr lvl="5" rtl="0" algn="l">
              <a:lnSpc>
                <a:spcPct val="115000"/>
              </a:lnSpc>
              <a:spcBef>
                <a:spcPts val="0"/>
              </a:spcBef>
              <a:spcAft>
                <a:spcPts val="0"/>
              </a:spcAft>
              <a:buClr>
                <a:schemeClr val="lt1"/>
              </a:buClr>
              <a:buSzPts val="1800"/>
              <a:buNone/>
              <a:defRPr>
                <a:solidFill>
                  <a:schemeClr val="lt1"/>
                </a:solidFill>
              </a:defRPr>
            </a:lvl6pPr>
            <a:lvl7pPr lvl="6" rtl="0" algn="l">
              <a:lnSpc>
                <a:spcPct val="115000"/>
              </a:lnSpc>
              <a:spcBef>
                <a:spcPts val="0"/>
              </a:spcBef>
              <a:spcAft>
                <a:spcPts val="0"/>
              </a:spcAft>
              <a:buClr>
                <a:schemeClr val="lt1"/>
              </a:buClr>
              <a:buSzPts val="1800"/>
              <a:buNone/>
              <a:defRPr>
                <a:solidFill>
                  <a:schemeClr val="lt1"/>
                </a:solidFill>
              </a:defRPr>
            </a:lvl7pPr>
            <a:lvl8pPr lvl="7" rtl="0" algn="l">
              <a:lnSpc>
                <a:spcPct val="115000"/>
              </a:lnSpc>
              <a:spcBef>
                <a:spcPts val="0"/>
              </a:spcBef>
              <a:spcAft>
                <a:spcPts val="0"/>
              </a:spcAft>
              <a:buClr>
                <a:schemeClr val="lt1"/>
              </a:buClr>
              <a:buSzPts val="1800"/>
              <a:buNone/>
              <a:defRPr>
                <a:solidFill>
                  <a:schemeClr val="lt1"/>
                </a:solidFill>
              </a:defRPr>
            </a:lvl8pPr>
            <a:lvl9pPr lvl="8" rtl="0"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Welcome page">
  <p:cSld name="CUSTOM_26_1_1_1">
    <p:bg>
      <p:bgPr>
        <a:solidFill>
          <a:schemeClr val="dk2"/>
        </a:solidFill>
      </p:bgPr>
    </p:bg>
    <p:spTree>
      <p:nvGrpSpPr>
        <p:cNvPr id="133" name="Shape 133"/>
        <p:cNvGrpSpPr/>
        <p:nvPr/>
      </p:nvGrpSpPr>
      <p:grpSpPr>
        <a:xfrm>
          <a:off x="0" y="0"/>
          <a:ext cx="0" cy="0"/>
          <a:chOff x="0" y="0"/>
          <a:chExt cx="0" cy="0"/>
        </a:xfrm>
      </p:grpSpPr>
      <p:sp>
        <p:nvSpPr>
          <p:cNvPr id="134" name="Google Shape;134;g2ee73b4a550_4_495"/>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chemeClr val="lt1"/>
                </a:solidFill>
                <a:latin typeface="Roboto Light"/>
                <a:ea typeface="Roboto Light"/>
                <a:cs typeface="Roboto Light"/>
                <a:sym typeface="Roboto Light"/>
              </a:rPr>
              <a:t>Welcome</a:t>
            </a:r>
            <a:endParaRPr b="1" i="0" sz="4000" u="none" cap="none" strike="noStrike">
              <a:solidFill>
                <a:schemeClr val="lt1"/>
              </a:solidFill>
              <a:latin typeface="Roboto Light"/>
              <a:ea typeface="Roboto Light"/>
              <a:cs typeface="Roboto Light"/>
              <a:sym typeface="Roboto Light"/>
            </a:endParaRPr>
          </a:p>
        </p:txBody>
      </p:sp>
      <p:pic>
        <p:nvPicPr>
          <p:cNvPr id="135" name="Google Shape;135;g2ee73b4a550_4_495"/>
          <p:cNvPicPr preferRelativeResize="0"/>
          <p:nvPr/>
        </p:nvPicPr>
        <p:blipFill rotWithShape="1">
          <a:blip r:embed="rId2">
            <a:alphaModFix/>
          </a:blip>
          <a:srcRect b="0" l="0" r="0" t="0"/>
          <a:stretch/>
        </p:blipFill>
        <p:spPr>
          <a:xfrm>
            <a:off x="3684112" y="1371590"/>
            <a:ext cx="1776025" cy="132463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Conclusion">
  <p:cSld name="CUSTOM_26_1_1_1_1">
    <p:bg>
      <p:bgPr>
        <a:solidFill>
          <a:schemeClr val="dk2"/>
        </a:solidFill>
      </p:bgPr>
    </p:bg>
    <p:spTree>
      <p:nvGrpSpPr>
        <p:cNvPr id="136" name="Shape 136"/>
        <p:cNvGrpSpPr/>
        <p:nvPr/>
      </p:nvGrpSpPr>
      <p:grpSpPr>
        <a:xfrm>
          <a:off x="0" y="0"/>
          <a:ext cx="0" cy="0"/>
          <a:chOff x="0" y="0"/>
          <a:chExt cx="0" cy="0"/>
        </a:xfrm>
      </p:grpSpPr>
      <p:sp>
        <p:nvSpPr>
          <p:cNvPr id="137" name="Google Shape;137;g2ee73b4a550_4_498"/>
          <p:cNvSpPr txBox="1"/>
          <p:nvPr/>
        </p:nvSpPr>
        <p:spPr>
          <a:xfrm>
            <a:off x="0" y="3073400"/>
            <a:ext cx="9144000" cy="7113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1" lang="en" sz="4000">
                <a:solidFill>
                  <a:schemeClr val="lt1"/>
                </a:solidFill>
                <a:latin typeface="Roboto Light"/>
                <a:ea typeface="Roboto Light"/>
                <a:cs typeface="Roboto Light"/>
                <a:sym typeface="Roboto Light"/>
              </a:rPr>
              <a:t>Conclusion</a:t>
            </a:r>
            <a:endParaRPr b="1" sz="4000">
              <a:solidFill>
                <a:schemeClr val="lt1"/>
              </a:solidFill>
              <a:latin typeface="Roboto Light"/>
              <a:ea typeface="Roboto Light"/>
              <a:cs typeface="Roboto Light"/>
              <a:sym typeface="Roboto Light"/>
            </a:endParaRPr>
          </a:p>
        </p:txBody>
      </p:sp>
      <p:pic>
        <p:nvPicPr>
          <p:cNvPr id="138" name="Google Shape;138;g2ee73b4a550_4_498"/>
          <p:cNvPicPr preferRelativeResize="0"/>
          <p:nvPr/>
        </p:nvPicPr>
        <p:blipFill rotWithShape="1">
          <a:blip r:embed="rId2">
            <a:alphaModFix/>
          </a:blip>
          <a:srcRect b="0" l="0" r="0" t="0"/>
          <a:stretch/>
        </p:blipFill>
        <p:spPr>
          <a:xfrm>
            <a:off x="4048275" y="1452275"/>
            <a:ext cx="1047450" cy="12091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s up! Let's review">
  <p:cSld name="CUSTOM_10_2_1_1_1">
    <p:bg>
      <p:bgPr>
        <a:solidFill>
          <a:schemeClr val="dk2"/>
        </a:solidFill>
      </p:bgPr>
    </p:bg>
    <p:spTree>
      <p:nvGrpSpPr>
        <p:cNvPr id="139" name="Shape 139"/>
        <p:cNvGrpSpPr/>
        <p:nvPr/>
      </p:nvGrpSpPr>
      <p:grpSpPr>
        <a:xfrm>
          <a:off x="0" y="0"/>
          <a:ext cx="0" cy="0"/>
          <a:chOff x="0" y="0"/>
          <a:chExt cx="0" cy="0"/>
        </a:xfrm>
      </p:grpSpPr>
      <p:pic>
        <p:nvPicPr>
          <p:cNvPr id="140" name="Google Shape;140;g2ee73b4a550_4_501"/>
          <p:cNvPicPr preferRelativeResize="0"/>
          <p:nvPr/>
        </p:nvPicPr>
        <p:blipFill rotWithShape="1">
          <a:blip r:embed="rId2">
            <a:alphaModFix/>
          </a:blip>
          <a:srcRect b="0" l="0" r="0" t="0"/>
          <a:stretch/>
        </p:blipFill>
        <p:spPr>
          <a:xfrm>
            <a:off x="3856863" y="1371602"/>
            <a:ext cx="1430525" cy="1376700"/>
          </a:xfrm>
          <a:prstGeom prst="rect">
            <a:avLst/>
          </a:prstGeom>
          <a:noFill/>
          <a:ln>
            <a:noFill/>
          </a:ln>
        </p:spPr>
      </p:pic>
      <p:sp>
        <p:nvSpPr>
          <p:cNvPr id="141" name="Google Shape;141;g2ee73b4a550_4_501"/>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Time’s up!</a:t>
            </a:r>
            <a:endParaRPr b="0" i="0" sz="4000" u="none" cap="none" strike="noStrike">
              <a:solidFill>
                <a:schemeClr val="lt1"/>
              </a:solidFill>
              <a:latin typeface="Roboto"/>
              <a:ea typeface="Roboto"/>
              <a:cs typeface="Roboto"/>
              <a:sym typeface="Roboto"/>
            </a:endParaRPr>
          </a:p>
        </p:txBody>
      </p:sp>
      <p:sp>
        <p:nvSpPr>
          <p:cNvPr id="142" name="Google Shape;142;g2ee73b4a550_4_501"/>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Let’s review</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Break">
  <p:cSld name="CUSTOM_10_1">
    <p:bg>
      <p:bgPr>
        <a:solidFill>
          <a:schemeClr val="dk2"/>
        </a:solidFill>
      </p:bgPr>
    </p:bg>
    <p:spTree>
      <p:nvGrpSpPr>
        <p:cNvPr id="143" name="Shape 143"/>
        <p:cNvGrpSpPr/>
        <p:nvPr/>
      </p:nvGrpSpPr>
      <p:grpSpPr>
        <a:xfrm>
          <a:off x="0" y="0"/>
          <a:ext cx="0" cy="0"/>
          <a:chOff x="0" y="0"/>
          <a:chExt cx="0" cy="0"/>
        </a:xfrm>
      </p:grpSpPr>
      <p:pic>
        <p:nvPicPr>
          <p:cNvPr id="144" name="Google Shape;144;g2ee73b4a550_4_505"/>
          <p:cNvPicPr preferRelativeResize="0"/>
          <p:nvPr/>
        </p:nvPicPr>
        <p:blipFill rotWithShape="1">
          <a:blip r:embed="rId2">
            <a:alphaModFix/>
          </a:blip>
          <a:srcRect b="0" l="0" r="0" t="0"/>
          <a:stretch/>
        </p:blipFill>
        <p:spPr>
          <a:xfrm>
            <a:off x="3861200" y="1371599"/>
            <a:ext cx="1421602" cy="1376700"/>
          </a:xfrm>
          <a:prstGeom prst="rect">
            <a:avLst/>
          </a:prstGeom>
          <a:noFill/>
          <a:ln>
            <a:noFill/>
          </a:ln>
        </p:spPr>
      </p:pic>
      <p:sp>
        <p:nvSpPr>
          <p:cNvPr id="145" name="Google Shape;145;g2ee73b4a550_4_50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Break</a:t>
            </a:r>
            <a:endParaRPr b="0" i="0" sz="4000" u="none" cap="none" strike="noStrike">
              <a:solidFill>
                <a:schemeClr val="lt1"/>
              </a:solidFill>
              <a:latin typeface="Roboto"/>
              <a:ea typeface="Roboto"/>
              <a:cs typeface="Roboto"/>
              <a:sym typeface="Roboto"/>
            </a:endParaRPr>
          </a:p>
        </p:txBody>
      </p:sp>
      <p:sp>
        <p:nvSpPr>
          <p:cNvPr id="146" name="Google Shape;146;g2ee73b4a550_4_505"/>
          <p:cNvSpPr txBox="1"/>
          <p:nvPr/>
        </p:nvSpPr>
        <p:spPr>
          <a:xfrm>
            <a:off x="311700" y="3657600"/>
            <a:ext cx="8520600" cy="637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0" i="0" lang="en" sz="2800" u="none" cap="none" strike="noStrike">
                <a:solidFill>
                  <a:schemeClr val="lt1"/>
                </a:solidFill>
                <a:latin typeface="Roboto"/>
                <a:ea typeface="Roboto"/>
                <a:cs typeface="Roboto"/>
                <a:sym typeface="Roboto"/>
              </a:rPr>
              <a:t>15 mins</a:t>
            </a:r>
            <a:endParaRPr b="0" i="0" sz="28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ime for a quick review">
  <p:cSld name="CUSTOM_10_1_1_2">
    <p:bg>
      <p:bgPr>
        <a:solidFill>
          <a:schemeClr val="dk2"/>
        </a:solidFill>
      </p:bgPr>
    </p:bg>
    <p:spTree>
      <p:nvGrpSpPr>
        <p:cNvPr id="147" name="Shape 147"/>
        <p:cNvGrpSpPr/>
        <p:nvPr/>
      </p:nvGrpSpPr>
      <p:grpSpPr>
        <a:xfrm>
          <a:off x="0" y="0"/>
          <a:ext cx="0" cy="0"/>
          <a:chOff x="0" y="0"/>
          <a:chExt cx="0" cy="0"/>
        </a:xfrm>
      </p:grpSpPr>
      <p:pic>
        <p:nvPicPr>
          <p:cNvPr id="148" name="Google Shape;148;g2ee73b4a550_4_509"/>
          <p:cNvPicPr preferRelativeResize="0"/>
          <p:nvPr/>
        </p:nvPicPr>
        <p:blipFill rotWithShape="1">
          <a:blip r:embed="rId2">
            <a:alphaModFix/>
          </a:blip>
          <a:srcRect b="0" l="0" r="0" t="0"/>
          <a:stretch/>
        </p:blipFill>
        <p:spPr>
          <a:xfrm>
            <a:off x="3722162" y="1448847"/>
            <a:ext cx="1699675" cy="1224853"/>
          </a:xfrm>
          <a:prstGeom prst="rect">
            <a:avLst/>
          </a:prstGeom>
          <a:noFill/>
          <a:ln>
            <a:noFill/>
          </a:ln>
        </p:spPr>
      </p:pic>
      <p:sp>
        <p:nvSpPr>
          <p:cNvPr id="149" name="Google Shape;149;g2ee73b4a550_4_509"/>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Time for a quick video</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Peer review">
  <p:cSld name="CUSTOM_10_1_1_1_3">
    <p:bg>
      <p:bgPr>
        <a:solidFill>
          <a:schemeClr val="dk2"/>
        </a:solidFill>
      </p:bgPr>
    </p:bg>
    <p:spTree>
      <p:nvGrpSpPr>
        <p:cNvPr id="150" name="Shape 150"/>
        <p:cNvGrpSpPr/>
        <p:nvPr/>
      </p:nvGrpSpPr>
      <p:grpSpPr>
        <a:xfrm>
          <a:off x="0" y="0"/>
          <a:ext cx="0" cy="0"/>
          <a:chOff x="0" y="0"/>
          <a:chExt cx="0" cy="0"/>
        </a:xfrm>
      </p:grpSpPr>
      <p:pic>
        <p:nvPicPr>
          <p:cNvPr id="151" name="Google Shape;151;g2ee73b4a550_4_512"/>
          <p:cNvPicPr preferRelativeResize="0"/>
          <p:nvPr/>
        </p:nvPicPr>
        <p:blipFill rotWithShape="1">
          <a:blip r:embed="rId2">
            <a:alphaModFix/>
          </a:blip>
          <a:srcRect b="0" l="0" r="0" t="0"/>
          <a:stretch/>
        </p:blipFill>
        <p:spPr>
          <a:xfrm>
            <a:off x="3926225" y="1453000"/>
            <a:ext cx="1291550" cy="1291550"/>
          </a:xfrm>
          <a:prstGeom prst="rect">
            <a:avLst/>
          </a:prstGeom>
          <a:noFill/>
          <a:ln>
            <a:noFill/>
          </a:ln>
        </p:spPr>
      </p:pic>
      <p:sp>
        <p:nvSpPr>
          <p:cNvPr id="152" name="Google Shape;152;g2ee73b4a550_4_51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Peer review</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Let's recap">
  <p:cSld name="CUSTOM_10_1_1_1_2">
    <p:bg>
      <p:bgPr>
        <a:solidFill>
          <a:schemeClr val="dk2"/>
        </a:solidFill>
      </p:bgPr>
    </p:bg>
    <p:spTree>
      <p:nvGrpSpPr>
        <p:cNvPr id="153" name="Shape 153"/>
        <p:cNvGrpSpPr/>
        <p:nvPr/>
      </p:nvGrpSpPr>
      <p:grpSpPr>
        <a:xfrm>
          <a:off x="0" y="0"/>
          <a:ext cx="0" cy="0"/>
          <a:chOff x="0" y="0"/>
          <a:chExt cx="0" cy="0"/>
        </a:xfrm>
      </p:grpSpPr>
      <p:pic>
        <p:nvPicPr>
          <p:cNvPr id="154" name="Google Shape;154;g2ee73b4a550_4_515"/>
          <p:cNvPicPr preferRelativeResize="0"/>
          <p:nvPr/>
        </p:nvPicPr>
        <p:blipFill rotWithShape="1">
          <a:blip r:embed="rId2">
            <a:alphaModFix/>
          </a:blip>
          <a:srcRect b="0" l="0" r="0" t="0"/>
          <a:stretch/>
        </p:blipFill>
        <p:spPr>
          <a:xfrm>
            <a:off x="3926225" y="1435359"/>
            <a:ext cx="1291550" cy="1326833"/>
          </a:xfrm>
          <a:prstGeom prst="rect">
            <a:avLst/>
          </a:prstGeom>
          <a:noFill/>
          <a:ln>
            <a:noFill/>
          </a:ln>
        </p:spPr>
      </p:pic>
      <p:sp>
        <p:nvSpPr>
          <p:cNvPr id="155" name="Google Shape;155;g2ee73b4a550_4_515"/>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Let’s recap</a:t>
            </a:r>
            <a:endParaRPr b="0" i="0" sz="4000" u="none" cap="none" strike="noStrike">
              <a:solidFill>
                <a:schemeClr val="lt1"/>
              </a:solidFill>
              <a:latin typeface="Roboto"/>
              <a:ea typeface="Roboto"/>
              <a:cs typeface="Roboto"/>
              <a:sym typeface="Roboto"/>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Office hours">
  <p:cSld name="CUSTOM_10_1_1_1_2_3_2">
    <p:bg>
      <p:bgPr>
        <a:solidFill>
          <a:schemeClr val="dk2"/>
        </a:solidFill>
      </p:bgPr>
    </p:bg>
    <p:spTree>
      <p:nvGrpSpPr>
        <p:cNvPr id="156" name="Shape 156"/>
        <p:cNvGrpSpPr/>
        <p:nvPr/>
      </p:nvGrpSpPr>
      <p:grpSpPr>
        <a:xfrm>
          <a:off x="0" y="0"/>
          <a:ext cx="0" cy="0"/>
          <a:chOff x="0" y="0"/>
          <a:chExt cx="0" cy="0"/>
        </a:xfrm>
      </p:grpSpPr>
      <p:pic>
        <p:nvPicPr>
          <p:cNvPr id="157" name="Google Shape;157;g2ee73b4a550_4_518"/>
          <p:cNvPicPr preferRelativeResize="0"/>
          <p:nvPr/>
        </p:nvPicPr>
        <p:blipFill rotWithShape="1">
          <a:blip r:embed="rId2">
            <a:alphaModFix/>
          </a:blip>
          <a:srcRect b="0" l="0" r="0" t="0"/>
          <a:stretch/>
        </p:blipFill>
        <p:spPr>
          <a:xfrm>
            <a:off x="3492850" y="1583850"/>
            <a:ext cx="2158300" cy="1138725"/>
          </a:xfrm>
          <a:prstGeom prst="rect">
            <a:avLst/>
          </a:prstGeom>
          <a:noFill/>
          <a:ln>
            <a:noFill/>
          </a:ln>
        </p:spPr>
      </p:pic>
      <p:sp>
        <p:nvSpPr>
          <p:cNvPr id="158" name="Google Shape;158;g2ee73b4a550_4_518"/>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Office hours</a:t>
            </a:r>
            <a:endParaRPr b="0" i="0" sz="4000" u="none" cap="none" strike="noStrike">
              <a:solidFill>
                <a:schemeClr val="lt1"/>
              </a:solidFill>
              <a:latin typeface="Roboto"/>
              <a:ea typeface="Roboto"/>
              <a:cs typeface="Roboto"/>
              <a:sym typeface="Roboto"/>
            </a:endParaRPr>
          </a:p>
        </p:txBody>
      </p:sp>
      <p:sp>
        <p:nvSpPr>
          <p:cNvPr id="159" name="Google Shape;159;g2ee73b4a550_4_518"/>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Slack slide">
  <p:cSld name="CUSTOM_10_1_1_1_2_3_1">
    <p:bg>
      <p:bgPr>
        <a:solidFill>
          <a:schemeClr val="dk2"/>
        </a:solidFill>
      </p:bgPr>
    </p:bg>
    <p:spTree>
      <p:nvGrpSpPr>
        <p:cNvPr id="160" name="Shape 160"/>
        <p:cNvGrpSpPr/>
        <p:nvPr/>
      </p:nvGrpSpPr>
      <p:grpSpPr>
        <a:xfrm>
          <a:off x="0" y="0"/>
          <a:ext cx="0" cy="0"/>
          <a:chOff x="0" y="0"/>
          <a:chExt cx="0" cy="0"/>
        </a:xfrm>
      </p:grpSpPr>
      <p:sp>
        <p:nvSpPr>
          <p:cNvPr id="161" name="Google Shape;161;g2ee73b4a550_4_522"/>
          <p:cNvSpPr txBox="1"/>
          <p:nvPr/>
        </p:nvSpPr>
        <p:spPr>
          <a:xfrm>
            <a:off x="0" y="3077800"/>
            <a:ext cx="9144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Class Slack Channel:</a:t>
            </a:r>
            <a:endParaRPr b="0" i="0" sz="4000" u="none" cap="none" strike="noStrike">
              <a:solidFill>
                <a:schemeClr val="lt1"/>
              </a:solidFill>
              <a:latin typeface="Roboto"/>
              <a:ea typeface="Roboto"/>
              <a:cs typeface="Roboto"/>
              <a:sym typeface="Roboto"/>
            </a:endParaRPr>
          </a:p>
        </p:txBody>
      </p:sp>
      <p:sp>
        <p:nvSpPr>
          <p:cNvPr id="162" name="Google Shape;162;g2ee73b4a550_4_522"/>
          <p:cNvSpPr txBox="1"/>
          <p:nvPr>
            <p:ph idx="1" type="subTitle"/>
          </p:nvPr>
        </p:nvSpPr>
        <p:spPr>
          <a:xfrm>
            <a:off x="41700" y="3746925"/>
            <a:ext cx="9102300" cy="549000"/>
          </a:xfrm>
          <a:prstGeom prst="rect">
            <a:avLst/>
          </a:prstGeom>
          <a:noFill/>
          <a:ln>
            <a:noFill/>
          </a:ln>
        </p:spPr>
        <p:txBody>
          <a:bodyPr anchorCtr="0" anchor="ctr" bIns="91425" lIns="0" spcFirstLastPara="1" rIns="91425" wrap="square" tIns="0">
            <a:noAutofit/>
          </a:bodyPr>
          <a:lstStyle>
            <a:lvl1pPr lvl="0" algn="ctr">
              <a:lnSpc>
                <a:spcPct val="115000"/>
              </a:lnSpc>
              <a:spcBef>
                <a:spcPts val="0"/>
              </a:spcBef>
              <a:spcAft>
                <a:spcPts val="0"/>
              </a:spcAft>
              <a:buClr>
                <a:schemeClr val="lt1"/>
              </a:buClr>
              <a:buSzPts val="2800"/>
              <a:buNone/>
              <a:defRPr sz="2800">
                <a:solidFill>
                  <a:schemeClr val="lt1"/>
                </a:solidFill>
              </a:defRPr>
            </a:lvl1pPr>
            <a:lvl2pPr lvl="1" algn="l">
              <a:lnSpc>
                <a:spcPct val="115000"/>
              </a:lnSpc>
              <a:spcBef>
                <a:spcPts val="0"/>
              </a:spcBef>
              <a:spcAft>
                <a:spcPts val="0"/>
              </a:spcAft>
              <a:buClr>
                <a:schemeClr val="lt1"/>
              </a:buClr>
              <a:buSzPts val="1800"/>
              <a:buNone/>
              <a:defRPr>
                <a:solidFill>
                  <a:schemeClr val="lt1"/>
                </a:solidFill>
              </a:defRPr>
            </a:lvl2pPr>
            <a:lvl3pPr lvl="2" algn="l">
              <a:lnSpc>
                <a:spcPct val="115000"/>
              </a:lnSpc>
              <a:spcBef>
                <a:spcPts val="0"/>
              </a:spcBef>
              <a:spcAft>
                <a:spcPts val="0"/>
              </a:spcAft>
              <a:buClr>
                <a:schemeClr val="lt1"/>
              </a:buClr>
              <a:buSzPts val="1800"/>
              <a:buNone/>
              <a:defRPr>
                <a:solidFill>
                  <a:schemeClr val="lt1"/>
                </a:solidFill>
              </a:defRPr>
            </a:lvl3pPr>
            <a:lvl4pPr lvl="3" algn="l">
              <a:lnSpc>
                <a:spcPct val="115000"/>
              </a:lnSpc>
              <a:spcBef>
                <a:spcPts val="0"/>
              </a:spcBef>
              <a:spcAft>
                <a:spcPts val="0"/>
              </a:spcAft>
              <a:buClr>
                <a:schemeClr val="lt1"/>
              </a:buClr>
              <a:buSzPts val="1800"/>
              <a:buNone/>
              <a:defRPr>
                <a:solidFill>
                  <a:schemeClr val="lt1"/>
                </a:solidFill>
              </a:defRPr>
            </a:lvl4pPr>
            <a:lvl5pPr lvl="4" algn="l">
              <a:lnSpc>
                <a:spcPct val="115000"/>
              </a:lnSpc>
              <a:spcBef>
                <a:spcPts val="0"/>
              </a:spcBef>
              <a:spcAft>
                <a:spcPts val="0"/>
              </a:spcAft>
              <a:buClr>
                <a:schemeClr val="lt1"/>
              </a:buClr>
              <a:buSzPts val="1800"/>
              <a:buNone/>
              <a:defRPr>
                <a:solidFill>
                  <a:schemeClr val="lt1"/>
                </a:solidFill>
              </a:defRPr>
            </a:lvl5pPr>
            <a:lvl6pPr lvl="5" algn="l">
              <a:lnSpc>
                <a:spcPct val="115000"/>
              </a:lnSpc>
              <a:spcBef>
                <a:spcPts val="0"/>
              </a:spcBef>
              <a:spcAft>
                <a:spcPts val="0"/>
              </a:spcAft>
              <a:buClr>
                <a:schemeClr val="lt1"/>
              </a:buClr>
              <a:buSzPts val="1800"/>
              <a:buNone/>
              <a:defRPr>
                <a:solidFill>
                  <a:schemeClr val="lt1"/>
                </a:solidFill>
              </a:defRPr>
            </a:lvl6pPr>
            <a:lvl7pPr lvl="6" algn="l">
              <a:lnSpc>
                <a:spcPct val="115000"/>
              </a:lnSpc>
              <a:spcBef>
                <a:spcPts val="0"/>
              </a:spcBef>
              <a:spcAft>
                <a:spcPts val="0"/>
              </a:spcAft>
              <a:buClr>
                <a:schemeClr val="lt1"/>
              </a:buClr>
              <a:buSzPts val="1800"/>
              <a:buNone/>
              <a:defRPr>
                <a:solidFill>
                  <a:schemeClr val="lt1"/>
                </a:solidFill>
              </a:defRPr>
            </a:lvl7pPr>
            <a:lvl8pPr lvl="7" algn="l">
              <a:lnSpc>
                <a:spcPct val="115000"/>
              </a:lnSpc>
              <a:spcBef>
                <a:spcPts val="0"/>
              </a:spcBef>
              <a:spcAft>
                <a:spcPts val="0"/>
              </a:spcAft>
              <a:buClr>
                <a:schemeClr val="lt1"/>
              </a:buClr>
              <a:buSzPts val="1800"/>
              <a:buNone/>
              <a:defRPr>
                <a:solidFill>
                  <a:schemeClr val="lt1"/>
                </a:solidFill>
              </a:defRPr>
            </a:lvl8pPr>
            <a:lvl9pPr lvl="8" algn="l">
              <a:lnSpc>
                <a:spcPct val="115000"/>
              </a:lnSpc>
              <a:spcBef>
                <a:spcPts val="0"/>
              </a:spcBef>
              <a:spcAft>
                <a:spcPts val="0"/>
              </a:spcAft>
              <a:buClr>
                <a:schemeClr val="lt1"/>
              </a:buClr>
              <a:buSzPts val="1800"/>
              <a:buNone/>
              <a:defRPr>
                <a:solidFill>
                  <a:schemeClr val="lt1"/>
                </a:solidFill>
              </a:defRPr>
            </a:lvl9pPr>
          </a:lstStyle>
          <a:p/>
        </p:txBody>
      </p:sp>
      <p:pic>
        <p:nvPicPr>
          <p:cNvPr id="163" name="Google Shape;163;g2ee73b4a550_4_522"/>
          <p:cNvPicPr preferRelativeResize="0"/>
          <p:nvPr/>
        </p:nvPicPr>
        <p:blipFill rotWithShape="1">
          <a:blip r:embed="rId2">
            <a:alphaModFix/>
          </a:blip>
          <a:srcRect b="24412" l="9534" r="69121" t="23790"/>
          <a:stretch/>
        </p:blipFill>
        <p:spPr>
          <a:xfrm>
            <a:off x="3876275" y="1390350"/>
            <a:ext cx="1391451" cy="1382525"/>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Thank you">
  <p:cSld name="CUSTOM_10_1_1_1_2_1_2">
    <p:bg>
      <p:bgPr>
        <a:solidFill>
          <a:schemeClr val="dk2"/>
        </a:solidFill>
      </p:bgPr>
    </p:bg>
    <p:spTree>
      <p:nvGrpSpPr>
        <p:cNvPr id="164" name="Shape 164"/>
        <p:cNvGrpSpPr/>
        <p:nvPr/>
      </p:nvGrpSpPr>
      <p:grpSpPr>
        <a:xfrm>
          <a:off x="0" y="0"/>
          <a:ext cx="0" cy="0"/>
          <a:chOff x="0" y="0"/>
          <a:chExt cx="0" cy="0"/>
        </a:xfrm>
      </p:grpSpPr>
      <p:sp>
        <p:nvSpPr>
          <p:cNvPr id="165" name="Google Shape;165;g2ee73b4a550_4_526"/>
          <p:cNvSpPr txBox="1"/>
          <p:nvPr/>
        </p:nvSpPr>
        <p:spPr>
          <a:xfrm>
            <a:off x="0" y="3073400"/>
            <a:ext cx="9144000" cy="723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pic>
        <p:nvPicPr>
          <p:cNvPr id="166" name="Google Shape;166;g2ee73b4a550_4_526"/>
          <p:cNvPicPr preferRelativeResize="0"/>
          <p:nvPr/>
        </p:nvPicPr>
        <p:blipFill rotWithShape="1">
          <a:blip r:embed="rId2">
            <a:alphaModFix/>
          </a:blip>
          <a:srcRect b="0" l="0" r="0" t="0"/>
          <a:stretch/>
        </p:blipFill>
        <p:spPr>
          <a:xfrm>
            <a:off x="3883775" y="1371600"/>
            <a:ext cx="1376700" cy="137670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B - Questions">
  <p:cSld name="CUSTOM_10_1_1_1_1_2">
    <p:bg>
      <p:bgPr>
        <a:solidFill>
          <a:schemeClr val="dk2"/>
        </a:solidFill>
      </p:bgPr>
    </p:bg>
    <p:spTree>
      <p:nvGrpSpPr>
        <p:cNvPr id="167" name="Shape 167"/>
        <p:cNvGrpSpPr/>
        <p:nvPr/>
      </p:nvGrpSpPr>
      <p:grpSpPr>
        <a:xfrm>
          <a:off x="0" y="0"/>
          <a:ext cx="0" cy="0"/>
          <a:chOff x="0" y="0"/>
          <a:chExt cx="0" cy="0"/>
        </a:xfrm>
      </p:grpSpPr>
      <p:sp>
        <p:nvSpPr>
          <p:cNvPr id="168" name="Google Shape;168;g2ee73b4a550_4_529"/>
          <p:cNvSpPr txBox="1"/>
          <p:nvPr/>
        </p:nvSpPr>
        <p:spPr>
          <a:xfrm>
            <a:off x="0" y="3054950"/>
            <a:ext cx="9144000" cy="752400"/>
          </a:xfrm>
          <a:prstGeom prst="rect">
            <a:avLst/>
          </a:prstGeom>
          <a:noFill/>
          <a:ln>
            <a:noFill/>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Questions?</a:t>
            </a:r>
            <a:endParaRPr b="0" i="0" sz="4000" u="none" cap="none" strike="noStrike">
              <a:solidFill>
                <a:schemeClr val="lt1"/>
              </a:solidFill>
              <a:latin typeface="Roboto"/>
              <a:ea typeface="Roboto"/>
              <a:cs typeface="Roboto"/>
              <a:sym typeface="Roboto"/>
            </a:endParaRPr>
          </a:p>
        </p:txBody>
      </p:sp>
      <p:pic>
        <p:nvPicPr>
          <p:cNvPr id="169" name="Google Shape;169;g2ee73b4a550_4_529"/>
          <p:cNvPicPr preferRelativeResize="0"/>
          <p:nvPr/>
        </p:nvPicPr>
        <p:blipFill rotWithShape="1">
          <a:blip r:embed="rId2">
            <a:alphaModFix/>
          </a:blip>
          <a:srcRect b="0" l="0" r="0" t="0"/>
          <a:stretch/>
        </p:blipFill>
        <p:spPr>
          <a:xfrm>
            <a:off x="3726873" y="1589513"/>
            <a:ext cx="1690255" cy="1324800"/>
          </a:xfrm>
          <a:prstGeom prst="rect">
            <a:avLst/>
          </a:prstGeom>
          <a:noFill/>
          <a:ln>
            <a:noFill/>
          </a:ln>
        </p:spPr>
      </p:pic>
      <p:pic>
        <p:nvPicPr>
          <p:cNvPr id="170" name="Google Shape;170;g2ee73b4a550_4_529"/>
          <p:cNvPicPr preferRelativeResize="0"/>
          <p:nvPr/>
        </p:nvPicPr>
        <p:blipFill rotWithShape="1">
          <a:blip r:embed="rId3">
            <a:alphaModFix/>
          </a:blip>
          <a:srcRect b="9853" l="0" r="0" t="0"/>
          <a:stretch/>
        </p:blipFill>
        <p:spPr>
          <a:xfrm>
            <a:off x="653025" y="4126875"/>
            <a:ext cx="870750" cy="1194250"/>
          </a:xfrm>
          <a:prstGeom prst="rect">
            <a:avLst/>
          </a:prstGeom>
          <a:noFill/>
          <a:ln>
            <a:noFill/>
          </a:ln>
        </p:spPr>
      </p:pic>
      <p:pic>
        <p:nvPicPr>
          <p:cNvPr id="171" name="Google Shape;171;g2ee73b4a550_4_529"/>
          <p:cNvPicPr preferRelativeResize="0"/>
          <p:nvPr/>
        </p:nvPicPr>
        <p:blipFill rotWithShape="1">
          <a:blip r:embed="rId3">
            <a:alphaModFix/>
          </a:blip>
          <a:srcRect b="19664" l="0" r="0" t="0"/>
          <a:stretch/>
        </p:blipFill>
        <p:spPr>
          <a:xfrm flipH="1">
            <a:off x="1651350" y="4364000"/>
            <a:ext cx="783075" cy="957125"/>
          </a:xfrm>
          <a:prstGeom prst="rect">
            <a:avLst/>
          </a:prstGeom>
          <a:noFill/>
          <a:ln>
            <a:noFill/>
          </a:ln>
        </p:spPr>
      </p:pic>
      <p:pic>
        <p:nvPicPr>
          <p:cNvPr id="172" name="Google Shape;172;g2ee73b4a550_4_529"/>
          <p:cNvPicPr preferRelativeResize="0"/>
          <p:nvPr/>
        </p:nvPicPr>
        <p:blipFill rotWithShape="1">
          <a:blip r:embed="rId3">
            <a:alphaModFix/>
          </a:blip>
          <a:srcRect b="30598" l="0" r="0" t="0"/>
          <a:stretch/>
        </p:blipFill>
        <p:spPr>
          <a:xfrm flipH="1">
            <a:off x="3638200" y="4387525"/>
            <a:ext cx="712575" cy="752400"/>
          </a:xfrm>
          <a:prstGeom prst="rect">
            <a:avLst/>
          </a:prstGeom>
          <a:noFill/>
          <a:ln>
            <a:noFill/>
          </a:ln>
        </p:spPr>
      </p:pic>
      <p:pic>
        <p:nvPicPr>
          <p:cNvPr id="173" name="Google Shape;173;g2ee73b4a550_4_529"/>
          <p:cNvPicPr preferRelativeResize="0"/>
          <p:nvPr/>
        </p:nvPicPr>
        <p:blipFill rotWithShape="1">
          <a:blip r:embed="rId3">
            <a:alphaModFix/>
          </a:blip>
          <a:srcRect b="9853" l="0" r="0" t="0"/>
          <a:stretch/>
        </p:blipFill>
        <p:spPr>
          <a:xfrm>
            <a:off x="2655487" y="3973275"/>
            <a:ext cx="982713" cy="1347850"/>
          </a:xfrm>
          <a:prstGeom prst="rect">
            <a:avLst/>
          </a:prstGeom>
          <a:noFill/>
          <a:ln>
            <a:noFill/>
          </a:ln>
        </p:spPr>
      </p:pic>
      <p:pic>
        <p:nvPicPr>
          <p:cNvPr id="174" name="Google Shape;174;g2ee73b4a550_4_529"/>
          <p:cNvPicPr preferRelativeResize="0"/>
          <p:nvPr/>
        </p:nvPicPr>
        <p:blipFill rotWithShape="1">
          <a:blip r:embed="rId3">
            <a:alphaModFix/>
          </a:blip>
          <a:srcRect b="9853" l="0" r="0" t="0"/>
          <a:stretch/>
        </p:blipFill>
        <p:spPr>
          <a:xfrm>
            <a:off x="4517888" y="4134937"/>
            <a:ext cx="870750" cy="1194250"/>
          </a:xfrm>
          <a:prstGeom prst="rect">
            <a:avLst/>
          </a:prstGeom>
          <a:noFill/>
          <a:ln>
            <a:noFill/>
          </a:ln>
        </p:spPr>
      </p:pic>
      <p:pic>
        <p:nvPicPr>
          <p:cNvPr id="175" name="Google Shape;175;g2ee73b4a550_4_529"/>
          <p:cNvPicPr preferRelativeResize="0"/>
          <p:nvPr/>
        </p:nvPicPr>
        <p:blipFill rotWithShape="1">
          <a:blip r:embed="rId3">
            <a:alphaModFix/>
          </a:blip>
          <a:srcRect b="5686" l="0" r="0" t="0"/>
          <a:stretch/>
        </p:blipFill>
        <p:spPr>
          <a:xfrm flipH="1">
            <a:off x="5979175" y="4168652"/>
            <a:ext cx="783075" cy="1123675"/>
          </a:xfrm>
          <a:prstGeom prst="rect">
            <a:avLst/>
          </a:prstGeom>
          <a:noFill/>
          <a:ln>
            <a:noFill/>
          </a:ln>
        </p:spPr>
      </p:pic>
      <p:pic>
        <p:nvPicPr>
          <p:cNvPr id="176" name="Google Shape;176;g2ee73b4a550_4_529"/>
          <p:cNvPicPr preferRelativeResize="0"/>
          <p:nvPr/>
        </p:nvPicPr>
        <p:blipFill rotWithShape="1">
          <a:blip r:embed="rId3">
            <a:alphaModFix/>
          </a:blip>
          <a:srcRect b="0" l="0" r="0" t="0"/>
          <a:stretch/>
        </p:blipFill>
        <p:spPr>
          <a:xfrm>
            <a:off x="7223650" y="3973275"/>
            <a:ext cx="870750" cy="132480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C - Instructor Demonstration">
  <p:cSld name="CUSTOM_10_2">
    <p:bg>
      <p:bgPr>
        <a:solidFill>
          <a:schemeClr val="dk2"/>
        </a:solidFill>
      </p:bgPr>
    </p:bg>
    <p:spTree>
      <p:nvGrpSpPr>
        <p:cNvPr id="177" name="Shape 177"/>
        <p:cNvGrpSpPr/>
        <p:nvPr/>
      </p:nvGrpSpPr>
      <p:grpSpPr>
        <a:xfrm>
          <a:off x="0" y="0"/>
          <a:ext cx="0" cy="0"/>
          <a:chOff x="0" y="0"/>
          <a:chExt cx="0" cy="0"/>
        </a:xfrm>
      </p:grpSpPr>
      <p:sp>
        <p:nvSpPr>
          <p:cNvPr id="178" name="Google Shape;178;g2ee73b4a550_4_539"/>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lvl1pPr lvl="0" algn="ctr">
              <a:lnSpc>
                <a:spcPct val="100000"/>
              </a:lnSpc>
              <a:spcBef>
                <a:spcPts val="0"/>
              </a:spcBef>
              <a:spcAft>
                <a:spcPts val="0"/>
              </a:spcAft>
              <a:buClr>
                <a:schemeClr val="accent2"/>
              </a:buClr>
              <a:buSzPts val="2800"/>
              <a:buNone/>
              <a:defRPr sz="2800">
                <a:solidFill>
                  <a:schemeClr val="accent2"/>
                </a:solidFill>
                <a:latin typeface="Roboto Light"/>
                <a:ea typeface="Roboto Light"/>
                <a:cs typeface="Roboto Light"/>
                <a:sym typeface="Roboto Light"/>
              </a:defRPr>
            </a:lvl1pPr>
            <a:lvl2pPr lvl="1" algn="ctr">
              <a:lnSpc>
                <a:spcPct val="100000"/>
              </a:lnSpc>
              <a:spcBef>
                <a:spcPts val="0"/>
              </a:spcBef>
              <a:spcAft>
                <a:spcPts val="0"/>
              </a:spcAft>
              <a:buSzPts val="2800"/>
              <a:buNone/>
              <a:defRPr>
                <a:latin typeface="Roboto Light"/>
                <a:ea typeface="Roboto Light"/>
                <a:cs typeface="Roboto Light"/>
                <a:sym typeface="Roboto Light"/>
              </a:defRPr>
            </a:lvl2pPr>
            <a:lvl3pPr lvl="2" algn="ctr">
              <a:lnSpc>
                <a:spcPct val="100000"/>
              </a:lnSpc>
              <a:spcBef>
                <a:spcPts val="0"/>
              </a:spcBef>
              <a:spcAft>
                <a:spcPts val="0"/>
              </a:spcAft>
              <a:buSzPts val="2800"/>
              <a:buNone/>
              <a:defRPr>
                <a:latin typeface="Roboto Light"/>
                <a:ea typeface="Roboto Light"/>
                <a:cs typeface="Roboto Light"/>
                <a:sym typeface="Roboto Light"/>
              </a:defRPr>
            </a:lvl3pPr>
            <a:lvl4pPr lvl="3" algn="ctr">
              <a:lnSpc>
                <a:spcPct val="100000"/>
              </a:lnSpc>
              <a:spcBef>
                <a:spcPts val="0"/>
              </a:spcBef>
              <a:spcAft>
                <a:spcPts val="0"/>
              </a:spcAft>
              <a:buSzPts val="2800"/>
              <a:buNone/>
              <a:defRPr>
                <a:latin typeface="Roboto Light"/>
                <a:ea typeface="Roboto Light"/>
                <a:cs typeface="Roboto Light"/>
                <a:sym typeface="Roboto Light"/>
              </a:defRPr>
            </a:lvl4pPr>
            <a:lvl5pPr lvl="4" algn="ctr">
              <a:lnSpc>
                <a:spcPct val="100000"/>
              </a:lnSpc>
              <a:spcBef>
                <a:spcPts val="0"/>
              </a:spcBef>
              <a:spcAft>
                <a:spcPts val="0"/>
              </a:spcAft>
              <a:buSzPts val="2800"/>
              <a:buNone/>
              <a:defRPr>
                <a:latin typeface="Roboto Light"/>
                <a:ea typeface="Roboto Light"/>
                <a:cs typeface="Roboto Light"/>
                <a:sym typeface="Roboto Light"/>
              </a:defRPr>
            </a:lvl5pPr>
            <a:lvl6pPr lvl="5" algn="ctr">
              <a:lnSpc>
                <a:spcPct val="100000"/>
              </a:lnSpc>
              <a:spcBef>
                <a:spcPts val="0"/>
              </a:spcBef>
              <a:spcAft>
                <a:spcPts val="0"/>
              </a:spcAft>
              <a:buSzPts val="2800"/>
              <a:buNone/>
              <a:defRPr>
                <a:latin typeface="Roboto Light"/>
                <a:ea typeface="Roboto Light"/>
                <a:cs typeface="Roboto Light"/>
                <a:sym typeface="Roboto Light"/>
              </a:defRPr>
            </a:lvl6pPr>
            <a:lvl7pPr lvl="6" algn="ctr">
              <a:lnSpc>
                <a:spcPct val="100000"/>
              </a:lnSpc>
              <a:spcBef>
                <a:spcPts val="0"/>
              </a:spcBef>
              <a:spcAft>
                <a:spcPts val="0"/>
              </a:spcAft>
              <a:buSzPts val="2800"/>
              <a:buNone/>
              <a:defRPr>
                <a:latin typeface="Roboto Light"/>
                <a:ea typeface="Roboto Light"/>
                <a:cs typeface="Roboto Light"/>
                <a:sym typeface="Roboto Light"/>
              </a:defRPr>
            </a:lvl7pPr>
            <a:lvl8pPr lvl="7" algn="ctr">
              <a:lnSpc>
                <a:spcPct val="100000"/>
              </a:lnSpc>
              <a:spcBef>
                <a:spcPts val="0"/>
              </a:spcBef>
              <a:spcAft>
                <a:spcPts val="0"/>
              </a:spcAft>
              <a:buSzPts val="2800"/>
              <a:buNone/>
              <a:defRPr>
                <a:latin typeface="Roboto Light"/>
                <a:ea typeface="Roboto Light"/>
                <a:cs typeface="Roboto Light"/>
                <a:sym typeface="Roboto Light"/>
              </a:defRPr>
            </a:lvl8pPr>
            <a:lvl9pPr lvl="8" algn="ctr">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179" name="Google Shape;179;g2ee73b4a550_4_539"/>
          <p:cNvSpPr/>
          <p:nvPr/>
        </p:nvSpPr>
        <p:spPr>
          <a:xfrm>
            <a:off x="3657600" y="919500"/>
            <a:ext cx="1828800" cy="18288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g2ee73b4a550_4_539"/>
          <p:cNvSpPr txBox="1"/>
          <p:nvPr/>
        </p:nvSpPr>
        <p:spPr>
          <a:xfrm>
            <a:off x="311700" y="3073125"/>
            <a:ext cx="8520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Instructor</a:t>
            </a:r>
            <a:r>
              <a:rPr i="0" lang="en" sz="4000" u="none" cap="none" strike="noStrike">
                <a:solidFill>
                  <a:schemeClr val="lt1"/>
                </a:solidFill>
                <a:latin typeface="Roboto"/>
                <a:ea typeface="Roboto"/>
                <a:cs typeface="Roboto"/>
                <a:sym typeface="Roboto"/>
              </a:rPr>
              <a:t> Demonstration</a:t>
            </a:r>
            <a:endParaRPr i="0" sz="2400" u="none" cap="none" strike="noStrike">
              <a:solidFill>
                <a:schemeClr val="lt1"/>
              </a:solidFill>
              <a:latin typeface="Roboto Light"/>
              <a:ea typeface="Roboto Light"/>
              <a:cs typeface="Roboto Light"/>
              <a:sym typeface="Roboto Light"/>
            </a:endParaRPr>
          </a:p>
        </p:txBody>
      </p:sp>
      <p:pic>
        <p:nvPicPr>
          <p:cNvPr id="181" name="Google Shape;181;g2ee73b4a550_4_539"/>
          <p:cNvPicPr preferRelativeResize="0"/>
          <p:nvPr/>
        </p:nvPicPr>
        <p:blipFill rotWithShape="1">
          <a:blip r:embed="rId2">
            <a:alphaModFix/>
          </a:blip>
          <a:srcRect b="0" l="0" r="0" t="0"/>
          <a:stretch/>
        </p:blipFill>
        <p:spPr>
          <a:xfrm>
            <a:off x="3934596" y="1424818"/>
            <a:ext cx="1274808" cy="818164"/>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D - Blank chapter title slide">
  <p:cSld name="CUSTOM_26_2">
    <p:bg>
      <p:bgPr>
        <a:solidFill>
          <a:schemeClr val="accent2"/>
        </a:solidFill>
      </p:bgPr>
    </p:bg>
    <p:spTree>
      <p:nvGrpSpPr>
        <p:cNvPr id="182" name="Shape 182"/>
        <p:cNvGrpSpPr/>
        <p:nvPr/>
      </p:nvGrpSpPr>
      <p:grpSpPr>
        <a:xfrm>
          <a:off x="0" y="0"/>
          <a:ext cx="0" cy="0"/>
          <a:chOff x="0" y="0"/>
          <a:chExt cx="0" cy="0"/>
        </a:xfrm>
      </p:grpSpPr>
      <p:sp>
        <p:nvSpPr>
          <p:cNvPr id="183" name="Google Shape;183;g2ee73b4a550_4_544"/>
          <p:cNvSpPr txBox="1"/>
          <p:nvPr>
            <p:ph type="title"/>
          </p:nvPr>
        </p:nvSpPr>
        <p:spPr>
          <a:xfrm>
            <a:off x="0" y="2628900"/>
            <a:ext cx="9144000" cy="806400"/>
          </a:xfrm>
          <a:prstGeom prst="rect">
            <a:avLst/>
          </a:prstGeom>
          <a:noFill/>
          <a:ln>
            <a:noFill/>
          </a:ln>
        </p:spPr>
        <p:txBody>
          <a:bodyPr anchorCtr="0" anchor="t" bIns="91425" lIns="0" spcFirstLastPara="1" rIns="0" wrap="square" tIns="91425">
            <a:noAutofit/>
          </a:bodyPr>
          <a:lstStyle>
            <a:lvl1pPr lvl="0" algn="ctr">
              <a:lnSpc>
                <a:spcPct val="100000"/>
              </a:lnSpc>
              <a:spcBef>
                <a:spcPts val="0"/>
              </a:spcBef>
              <a:spcAft>
                <a:spcPts val="0"/>
              </a:spcAft>
              <a:buSzPts val="4000"/>
              <a:buNone/>
              <a:defRPr sz="4000">
                <a:latin typeface="Roboto Light"/>
                <a:ea typeface="Roboto Light"/>
                <a:cs typeface="Roboto Light"/>
                <a:sym typeface="Roboto Light"/>
              </a:defRPr>
            </a:lvl1pPr>
            <a:lvl2pPr lvl="1" algn="l">
              <a:lnSpc>
                <a:spcPct val="100000"/>
              </a:lnSpc>
              <a:spcBef>
                <a:spcPts val="0"/>
              </a:spcBef>
              <a:spcAft>
                <a:spcPts val="0"/>
              </a:spcAft>
              <a:buSzPts val="2800"/>
              <a:buNone/>
              <a:defRPr>
                <a:latin typeface="Roboto Light"/>
                <a:ea typeface="Roboto Light"/>
                <a:cs typeface="Roboto Light"/>
                <a:sym typeface="Roboto Light"/>
              </a:defRPr>
            </a:lvl2pPr>
            <a:lvl3pPr lvl="2" algn="l">
              <a:lnSpc>
                <a:spcPct val="100000"/>
              </a:lnSpc>
              <a:spcBef>
                <a:spcPts val="0"/>
              </a:spcBef>
              <a:spcAft>
                <a:spcPts val="0"/>
              </a:spcAft>
              <a:buSzPts val="2800"/>
              <a:buNone/>
              <a:defRPr>
                <a:latin typeface="Roboto Light"/>
                <a:ea typeface="Roboto Light"/>
                <a:cs typeface="Roboto Light"/>
                <a:sym typeface="Roboto Light"/>
              </a:defRPr>
            </a:lvl3pPr>
            <a:lvl4pPr lvl="3" algn="l">
              <a:lnSpc>
                <a:spcPct val="100000"/>
              </a:lnSpc>
              <a:spcBef>
                <a:spcPts val="0"/>
              </a:spcBef>
              <a:spcAft>
                <a:spcPts val="0"/>
              </a:spcAft>
              <a:buSzPts val="2800"/>
              <a:buNone/>
              <a:defRPr>
                <a:latin typeface="Roboto Light"/>
                <a:ea typeface="Roboto Light"/>
                <a:cs typeface="Roboto Light"/>
                <a:sym typeface="Roboto Light"/>
              </a:defRPr>
            </a:lvl4pPr>
            <a:lvl5pPr lvl="4" algn="l">
              <a:lnSpc>
                <a:spcPct val="100000"/>
              </a:lnSpc>
              <a:spcBef>
                <a:spcPts val="0"/>
              </a:spcBef>
              <a:spcAft>
                <a:spcPts val="0"/>
              </a:spcAft>
              <a:buSzPts val="2800"/>
              <a:buNone/>
              <a:defRPr>
                <a:latin typeface="Roboto Light"/>
                <a:ea typeface="Roboto Light"/>
                <a:cs typeface="Roboto Light"/>
                <a:sym typeface="Roboto Light"/>
              </a:defRPr>
            </a:lvl5pPr>
            <a:lvl6pPr lvl="5" algn="l">
              <a:lnSpc>
                <a:spcPct val="100000"/>
              </a:lnSpc>
              <a:spcBef>
                <a:spcPts val="0"/>
              </a:spcBef>
              <a:spcAft>
                <a:spcPts val="0"/>
              </a:spcAft>
              <a:buSzPts val="2800"/>
              <a:buNone/>
              <a:defRPr>
                <a:latin typeface="Roboto Light"/>
                <a:ea typeface="Roboto Light"/>
                <a:cs typeface="Roboto Light"/>
                <a:sym typeface="Roboto Light"/>
              </a:defRPr>
            </a:lvl6pPr>
            <a:lvl7pPr lvl="6" algn="l">
              <a:lnSpc>
                <a:spcPct val="100000"/>
              </a:lnSpc>
              <a:spcBef>
                <a:spcPts val="0"/>
              </a:spcBef>
              <a:spcAft>
                <a:spcPts val="0"/>
              </a:spcAft>
              <a:buSzPts val="2800"/>
              <a:buNone/>
              <a:defRPr>
                <a:latin typeface="Roboto Light"/>
                <a:ea typeface="Roboto Light"/>
                <a:cs typeface="Roboto Light"/>
                <a:sym typeface="Roboto Light"/>
              </a:defRPr>
            </a:lvl7pPr>
            <a:lvl8pPr lvl="7" algn="l">
              <a:lnSpc>
                <a:spcPct val="100000"/>
              </a:lnSpc>
              <a:spcBef>
                <a:spcPts val="0"/>
              </a:spcBef>
              <a:spcAft>
                <a:spcPts val="0"/>
              </a:spcAft>
              <a:buSzPts val="2800"/>
              <a:buNone/>
              <a:defRPr>
                <a:latin typeface="Roboto Light"/>
                <a:ea typeface="Roboto Light"/>
                <a:cs typeface="Roboto Light"/>
                <a:sym typeface="Roboto Light"/>
              </a:defRPr>
            </a:lvl8pPr>
            <a:lvl9pPr lvl="8"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blank)">
  <p:cSld name="CUSTOM_21_2_2">
    <p:spTree>
      <p:nvGrpSpPr>
        <p:cNvPr id="184" name="Shape 184"/>
        <p:cNvGrpSpPr/>
        <p:nvPr/>
      </p:nvGrpSpPr>
      <p:grpSpPr>
        <a:xfrm>
          <a:off x="0" y="0"/>
          <a:ext cx="0" cy="0"/>
          <a:chOff x="0" y="0"/>
          <a:chExt cx="0" cy="0"/>
        </a:xfrm>
      </p:grpSpPr>
      <p:cxnSp>
        <p:nvCxnSpPr>
          <p:cNvPr id="185" name="Google Shape;185;g2ee73b4a550_4_54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86" name="Google Shape;186;g2ee73b4a550_4_54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7" name="Google Shape;187;g2ee73b4a550_4_546"/>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88" name="Google Shape;188;g2ee73b4a550_4_546"/>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189" name="Google Shape;189;g2ee73b4a550_4_546"/>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cap (with bullets)">
  <p:cSld name="CUSTOM_21_2_3">
    <p:spTree>
      <p:nvGrpSpPr>
        <p:cNvPr id="190" name="Shape 190"/>
        <p:cNvGrpSpPr/>
        <p:nvPr/>
      </p:nvGrpSpPr>
      <p:grpSpPr>
        <a:xfrm>
          <a:off x="0" y="0"/>
          <a:ext cx="0" cy="0"/>
          <a:chOff x="0" y="0"/>
          <a:chExt cx="0" cy="0"/>
        </a:xfrm>
      </p:grpSpPr>
      <p:cxnSp>
        <p:nvCxnSpPr>
          <p:cNvPr id="191" name="Google Shape;191;g2ee73b4a550_4_552"/>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192" name="Google Shape;192;g2ee73b4a550_4_552"/>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3" name="Google Shape;193;g2ee73b4a550_4_552"/>
          <p:cNvPicPr preferRelativeResize="0"/>
          <p:nvPr/>
        </p:nvPicPr>
        <p:blipFill rotWithShape="1">
          <a:blip r:embed="rId2">
            <a:alphaModFix/>
          </a:blip>
          <a:srcRect b="0" l="0" r="0" t="0"/>
          <a:stretch/>
        </p:blipFill>
        <p:spPr>
          <a:xfrm>
            <a:off x="227700" y="248025"/>
            <a:ext cx="459000" cy="471541"/>
          </a:xfrm>
          <a:prstGeom prst="rect">
            <a:avLst/>
          </a:prstGeom>
          <a:noFill/>
          <a:ln>
            <a:noFill/>
          </a:ln>
        </p:spPr>
      </p:pic>
      <p:sp>
        <p:nvSpPr>
          <p:cNvPr id="194" name="Google Shape;194;g2ee73b4a550_4_552"/>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Recap</a:t>
            </a:r>
            <a:endParaRPr b="1" i="0" sz="2600" u="none" cap="none" strike="noStrike">
              <a:solidFill>
                <a:schemeClr val="dk2"/>
              </a:solidFill>
              <a:latin typeface="Roboto"/>
              <a:ea typeface="Roboto"/>
              <a:cs typeface="Roboto"/>
              <a:sym typeface="Roboto"/>
            </a:endParaRPr>
          </a:p>
        </p:txBody>
      </p:sp>
      <p:sp>
        <p:nvSpPr>
          <p:cNvPr id="195" name="Google Shape;195;g2ee73b4a550_4_552"/>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g2ee73b4a550_4_552"/>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2ee73b4a550_4_552"/>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ee73b4a550_4_552"/>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ee73b4a550_4_552"/>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g2ee73b4a550_4_552"/>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1" name="Google Shape;201;g2ee73b4a550_4_552"/>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2" name="Google Shape;202;g2ee73b4a550_4_552"/>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3" name="Google Shape;203;g2ee73b4a550_4_552"/>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4" name="Google Shape;204;g2ee73b4a550_4_552"/>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05" name="Google Shape;205;g2ee73b4a550_4_552"/>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06" name="Google Shape;206;g2ee73b4a550_4_552"/>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07" name="Google Shape;207;g2ee73b4a550_4_552"/>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08" name="Google Shape;208;g2ee73b4a550_4_552"/>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09" name="Google Shape;209;g2ee73b4a550_4_552"/>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10" name="Google Shape;210;g2ee73b4a550_4_552"/>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blank)">
  <p:cSld name="CUSTOM_21_2_2_1">
    <p:spTree>
      <p:nvGrpSpPr>
        <p:cNvPr id="211" name="Shape 211"/>
        <p:cNvGrpSpPr/>
        <p:nvPr/>
      </p:nvGrpSpPr>
      <p:grpSpPr>
        <a:xfrm>
          <a:off x="0" y="0"/>
          <a:ext cx="0" cy="0"/>
          <a:chOff x="0" y="0"/>
          <a:chExt cx="0" cy="0"/>
        </a:xfrm>
      </p:grpSpPr>
      <p:cxnSp>
        <p:nvCxnSpPr>
          <p:cNvPr id="212" name="Google Shape;212;g2ee73b4a550_4_57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3" name="Google Shape;213;g2ee73b4a550_4_57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g2ee73b4a550_4_573"/>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15" name="Google Shape;215;g2ee73b4a550_4_573"/>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16" name="Google Shape;216;g2ee73b4a550_4_573"/>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arning Objectives (with bullets)">
  <p:cSld name="CUSTOM_21_2_2_1_1">
    <p:spTree>
      <p:nvGrpSpPr>
        <p:cNvPr id="217" name="Shape 217"/>
        <p:cNvGrpSpPr/>
        <p:nvPr/>
      </p:nvGrpSpPr>
      <p:grpSpPr>
        <a:xfrm>
          <a:off x="0" y="0"/>
          <a:ext cx="0" cy="0"/>
          <a:chOff x="0" y="0"/>
          <a:chExt cx="0" cy="0"/>
        </a:xfrm>
      </p:grpSpPr>
      <p:cxnSp>
        <p:nvCxnSpPr>
          <p:cNvPr id="218" name="Google Shape;218;g2ee73b4a550_4_579"/>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19" name="Google Shape;219;g2ee73b4a550_4_579"/>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20" name="Google Shape;220;g2ee73b4a550_4_579"/>
          <p:cNvPicPr preferRelativeResize="0"/>
          <p:nvPr/>
        </p:nvPicPr>
        <p:blipFill rotWithShape="1">
          <a:blip r:embed="rId2">
            <a:alphaModFix/>
          </a:blip>
          <a:srcRect b="0" l="0" r="0" t="0"/>
          <a:stretch/>
        </p:blipFill>
        <p:spPr>
          <a:xfrm>
            <a:off x="208763" y="235363"/>
            <a:ext cx="496875" cy="496875"/>
          </a:xfrm>
          <a:prstGeom prst="rect">
            <a:avLst/>
          </a:prstGeom>
          <a:noFill/>
          <a:ln>
            <a:noFill/>
          </a:ln>
        </p:spPr>
      </p:pic>
      <p:sp>
        <p:nvSpPr>
          <p:cNvPr id="221" name="Google Shape;221;g2ee73b4a550_4_579"/>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g2ee73b4a550_4_579"/>
          <p:cNvSpPr/>
          <p:nvPr/>
        </p:nvSpPr>
        <p:spPr>
          <a:xfrm>
            <a:off x="607675" y="38857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g2ee73b4a550_4_579"/>
          <p:cNvSpPr/>
          <p:nvPr/>
        </p:nvSpPr>
        <p:spPr>
          <a:xfrm>
            <a:off x="607675" y="31998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g2ee73b4a550_4_579"/>
          <p:cNvSpPr/>
          <p:nvPr/>
        </p:nvSpPr>
        <p:spPr>
          <a:xfrm>
            <a:off x="607675" y="25138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5" name="Google Shape;225;g2ee73b4a550_4_579"/>
          <p:cNvSpPr/>
          <p:nvPr/>
        </p:nvSpPr>
        <p:spPr>
          <a:xfrm>
            <a:off x="607675" y="18279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2ee73b4a550_4_579"/>
          <p:cNvSpPr txBox="1"/>
          <p:nvPr>
            <p:ph idx="1" type="subTitle"/>
          </p:nvPr>
        </p:nvSpPr>
        <p:spPr>
          <a:xfrm>
            <a:off x="916200" y="11528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7" name="Google Shape;227;g2ee73b4a550_4_579"/>
          <p:cNvSpPr txBox="1"/>
          <p:nvPr>
            <p:ph idx="2" type="subTitle"/>
          </p:nvPr>
        </p:nvSpPr>
        <p:spPr>
          <a:xfrm>
            <a:off x="916200" y="183877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8" name="Google Shape;228;g2ee73b4a550_4_579"/>
          <p:cNvSpPr txBox="1"/>
          <p:nvPr>
            <p:ph idx="3" type="subTitle"/>
          </p:nvPr>
        </p:nvSpPr>
        <p:spPr>
          <a:xfrm>
            <a:off x="916200" y="252470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29" name="Google Shape;229;g2ee73b4a550_4_579"/>
          <p:cNvSpPr txBox="1"/>
          <p:nvPr>
            <p:ph idx="4" type="subTitle"/>
          </p:nvPr>
        </p:nvSpPr>
        <p:spPr>
          <a:xfrm>
            <a:off x="916200" y="3210625"/>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0" name="Google Shape;230;g2ee73b4a550_4_579"/>
          <p:cNvSpPr txBox="1"/>
          <p:nvPr>
            <p:ph idx="5" type="subTitle"/>
          </p:nvPr>
        </p:nvSpPr>
        <p:spPr>
          <a:xfrm>
            <a:off x="916200" y="3896550"/>
            <a:ext cx="7770600" cy="437400"/>
          </a:xfrm>
          <a:prstGeom prst="rect">
            <a:avLst/>
          </a:prstGeom>
          <a:noFill/>
          <a:ln>
            <a:noFill/>
          </a:ln>
        </p:spPr>
        <p:txBody>
          <a:bodyPr anchorCtr="0" anchor="ctr" bIns="91425" lIns="91425" spcFirstLastPara="1" rIns="91425" wrap="square" tIns="91425">
            <a:noAutofit/>
          </a:bodyPr>
          <a:lstStyle>
            <a:lvl1pPr lvl="0" algn="l">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sz="1800">
                <a:solidFill>
                  <a:schemeClr val="dk2"/>
                </a:solidFill>
              </a:defRPr>
            </a:lvl2pPr>
            <a:lvl3pPr lvl="2" algn="l">
              <a:lnSpc>
                <a:spcPct val="115000"/>
              </a:lnSpc>
              <a:spcBef>
                <a:spcPts val="0"/>
              </a:spcBef>
              <a:spcAft>
                <a:spcPts val="0"/>
              </a:spcAft>
              <a:buClr>
                <a:schemeClr val="dk2"/>
              </a:buClr>
              <a:buSzPts val="1800"/>
              <a:buNone/>
              <a:defRPr sz="1800">
                <a:solidFill>
                  <a:schemeClr val="dk2"/>
                </a:solidFill>
              </a:defRPr>
            </a:lvl3pPr>
            <a:lvl4pPr lvl="3" algn="l">
              <a:lnSpc>
                <a:spcPct val="115000"/>
              </a:lnSpc>
              <a:spcBef>
                <a:spcPts val="0"/>
              </a:spcBef>
              <a:spcAft>
                <a:spcPts val="0"/>
              </a:spcAft>
              <a:buClr>
                <a:schemeClr val="dk2"/>
              </a:buClr>
              <a:buSzPts val="1800"/>
              <a:buNone/>
              <a:defRPr sz="1800">
                <a:solidFill>
                  <a:schemeClr val="dk2"/>
                </a:solidFill>
              </a:defRPr>
            </a:lvl4pPr>
            <a:lvl5pPr lvl="4" algn="l">
              <a:lnSpc>
                <a:spcPct val="115000"/>
              </a:lnSpc>
              <a:spcBef>
                <a:spcPts val="0"/>
              </a:spcBef>
              <a:spcAft>
                <a:spcPts val="0"/>
              </a:spcAft>
              <a:buClr>
                <a:schemeClr val="dk2"/>
              </a:buClr>
              <a:buSzPts val="1800"/>
              <a:buNone/>
              <a:defRPr sz="1800">
                <a:solidFill>
                  <a:schemeClr val="dk2"/>
                </a:solidFill>
              </a:defRPr>
            </a:lvl5pPr>
            <a:lvl6pPr lvl="5" algn="l">
              <a:lnSpc>
                <a:spcPct val="115000"/>
              </a:lnSpc>
              <a:spcBef>
                <a:spcPts val="0"/>
              </a:spcBef>
              <a:spcAft>
                <a:spcPts val="0"/>
              </a:spcAft>
              <a:buClr>
                <a:schemeClr val="dk2"/>
              </a:buClr>
              <a:buSzPts val="1800"/>
              <a:buNone/>
              <a:defRPr sz="1800">
                <a:solidFill>
                  <a:schemeClr val="dk2"/>
                </a:solidFill>
              </a:defRPr>
            </a:lvl6pPr>
            <a:lvl7pPr lvl="6" algn="l">
              <a:lnSpc>
                <a:spcPct val="115000"/>
              </a:lnSpc>
              <a:spcBef>
                <a:spcPts val="0"/>
              </a:spcBef>
              <a:spcAft>
                <a:spcPts val="0"/>
              </a:spcAft>
              <a:buClr>
                <a:schemeClr val="dk2"/>
              </a:buClr>
              <a:buSzPts val="1800"/>
              <a:buNone/>
              <a:defRPr sz="1800">
                <a:solidFill>
                  <a:schemeClr val="dk2"/>
                </a:solidFill>
              </a:defRPr>
            </a:lvl7pPr>
            <a:lvl8pPr lvl="7" algn="l">
              <a:lnSpc>
                <a:spcPct val="115000"/>
              </a:lnSpc>
              <a:spcBef>
                <a:spcPts val="0"/>
              </a:spcBef>
              <a:spcAft>
                <a:spcPts val="0"/>
              </a:spcAft>
              <a:buClr>
                <a:schemeClr val="dk2"/>
              </a:buClr>
              <a:buSzPts val="1800"/>
              <a:buNone/>
              <a:defRPr sz="1800">
                <a:solidFill>
                  <a:schemeClr val="dk2"/>
                </a:solidFill>
              </a:defRPr>
            </a:lvl8pPr>
            <a:lvl9pPr lvl="8" algn="l">
              <a:lnSpc>
                <a:spcPct val="115000"/>
              </a:lnSpc>
              <a:spcBef>
                <a:spcPts val="0"/>
              </a:spcBef>
              <a:spcAft>
                <a:spcPts val="0"/>
              </a:spcAft>
              <a:buClr>
                <a:schemeClr val="dk2"/>
              </a:buClr>
              <a:buSzPts val="1800"/>
              <a:buNone/>
              <a:defRPr sz="1800">
                <a:solidFill>
                  <a:schemeClr val="dk2"/>
                </a:solidFill>
              </a:defRPr>
            </a:lvl9pPr>
          </a:lstStyle>
          <a:p/>
        </p:txBody>
      </p:sp>
      <p:sp>
        <p:nvSpPr>
          <p:cNvPr id="231" name="Google Shape;231;g2ee73b4a550_4_579"/>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232" name="Google Shape;232;g2ee73b4a550_4_579"/>
          <p:cNvSpPr/>
          <p:nvPr/>
        </p:nvSpPr>
        <p:spPr>
          <a:xfrm>
            <a:off x="457200" y="18280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233" name="Google Shape;233;g2ee73b4a550_4_579"/>
          <p:cNvSpPr/>
          <p:nvPr/>
        </p:nvSpPr>
        <p:spPr>
          <a:xfrm>
            <a:off x="457200" y="25139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234" name="Google Shape;234;g2ee73b4a550_4_579"/>
          <p:cNvSpPr/>
          <p:nvPr/>
        </p:nvSpPr>
        <p:spPr>
          <a:xfrm>
            <a:off x="457200" y="31998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235" name="Google Shape;235;g2ee73b4a550_4_579"/>
          <p:cNvSpPr/>
          <p:nvPr/>
        </p:nvSpPr>
        <p:spPr>
          <a:xfrm>
            <a:off x="457200" y="38857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236" name="Google Shape;236;g2ee73b4a550_4_579"/>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Learning Objectives</a:t>
            </a:r>
            <a:endParaRPr b="1" i="0" sz="2600" u="none" cap="none" strike="noStrike">
              <a:solidFill>
                <a:schemeClr val="dk2"/>
              </a:solidFill>
              <a:latin typeface="Roboto"/>
              <a:ea typeface="Roboto"/>
              <a:cs typeface="Roboto"/>
              <a:sym typeface="Roboto"/>
            </a:endParaRPr>
          </a:p>
        </p:txBody>
      </p:sp>
      <p:sp>
        <p:nvSpPr>
          <p:cNvPr id="237" name="Google Shape;237;g2ee73b4a550_4_579"/>
          <p:cNvSpPr txBox="1"/>
          <p:nvPr>
            <p:ph idx="6"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238" name="Shape 238"/>
        <p:cNvGrpSpPr/>
        <p:nvPr/>
      </p:nvGrpSpPr>
      <p:grpSpPr>
        <a:xfrm>
          <a:off x="0" y="0"/>
          <a:ext cx="0" cy="0"/>
          <a:chOff x="0" y="0"/>
          <a:chExt cx="0" cy="0"/>
        </a:xfrm>
      </p:grpSpPr>
      <p:sp>
        <p:nvSpPr>
          <p:cNvPr id="239" name="Google Shape;239;g2ee73b4a550_4_600"/>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2ee73b4a550_4_600"/>
          <p:cNvSpPr txBox="1"/>
          <p:nvPr/>
        </p:nvSpPr>
        <p:spPr>
          <a:xfrm>
            <a:off x="4572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01.</a:t>
            </a:r>
            <a:endParaRPr b="1" i="0" sz="1800" u="none" cap="none" strike="noStrike">
              <a:solidFill>
                <a:schemeClr val="dk2"/>
              </a:solidFill>
              <a:latin typeface="Roboto"/>
              <a:ea typeface="Roboto"/>
              <a:cs typeface="Roboto"/>
              <a:sym typeface="Roboto"/>
            </a:endParaRPr>
          </a:p>
        </p:txBody>
      </p:sp>
      <p:sp>
        <p:nvSpPr>
          <p:cNvPr id="241" name="Google Shape;241;g2ee73b4a550_4_600"/>
          <p:cNvSpPr txBox="1"/>
          <p:nvPr/>
        </p:nvSpPr>
        <p:spPr>
          <a:xfrm>
            <a:off x="457197" y="206217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02.</a:t>
            </a:r>
            <a:endParaRPr b="1" i="0" sz="1800" u="none" cap="none" strike="noStrike">
              <a:solidFill>
                <a:schemeClr val="dk2"/>
              </a:solidFill>
              <a:latin typeface="Roboto"/>
              <a:ea typeface="Roboto"/>
              <a:cs typeface="Roboto"/>
              <a:sym typeface="Roboto"/>
            </a:endParaRPr>
          </a:p>
        </p:txBody>
      </p:sp>
      <p:sp>
        <p:nvSpPr>
          <p:cNvPr id="242" name="Google Shape;242;g2ee73b4a550_4_600"/>
          <p:cNvSpPr txBox="1"/>
          <p:nvPr/>
        </p:nvSpPr>
        <p:spPr>
          <a:xfrm>
            <a:off x="457204" y="253925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03.</a:t>
            </a:r>
            <a:endParaRPr b="1" i="0" sz="1800" u="none" cap="none" strike="noStrike">
              <a:solidFill>
                <a:schemeClr val="dk2"/>
              </a:solidFill>
              <a:latin typeface="Roboto"/>
              <a:ea typeface="Roboto"/>
              <a:cs typeface="Roboto"/>
              <a:sym typeface="Roboto"/>
            </a:endParaRPr>
          </a:p>
        </p:txBody>
      </p:sp>
      <p:sp>
        <p:nvSpPr>
          <p:cNvPr id="243" name="Google Shape;243;g2ee73b4a550_4_600"/>
          <p:cNvSpPr txBox="1"/>
          <p:nvPr/>
        </p:nvSpPr>
        <p:spPr>
          <a:xfrm>
            <a:off x="457197" y="298165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04.</a:t>
            </a:r>
            <a:endParaRPr b="1" i="0" sz="1800" u="none" cap="none" strike="noStrike">
              <a:solidFill>
                <a:schemeClr val="dk2"/>
              </a:solidFill>
              <a:latin typeface="Roboto"/>
              <a:ea typeface="Roboto"/>
              <a:cs typeface="Roboto"/>
              <a:sym typeface="Roboto"/>
            </a:endParaRPr>
          </a:p>
        </p:txBody>
      </p:sp>
      <p:sp>
        <p:nvSpPr>
          <p:cNvPr id="244" name="Google Shape;244;g2ee73b4a550_4_600"/>
          <p:cNvSpPr txBox="1"/>
          <p:nvPr/>
        </p:nvSpPr>
        <p:spPr>
          <a:xfrm>
            <a:off x="457200" y="344330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05.</a:t>
            </a:r>
            <a:endParaRPr b="1" i="0" sz="1800" u="none" cap="none" strike="noStrike">
              <a:solidFill>
                <a:schemeClr val="dk2"/>
              </a:solidFill>
              <a:latin typeface="Roboto"/>
              <a:ea typeface="Roboto"/>
              <a:cs typeface="Roboto"/>
              <a:sym typeface="Roboto"/>
            </a:endParaRPr>
          </a:p>
        </p:txBody>
      </p:sp>
      <p:sp>
        <p:nvSpPr>
          <p:cNvPr id="245" name="Google Shape;245;g2ee73b4a550_4_600"/>
          <p:cNvSpPr txBox="1"/>
          <p:nvPr/>
        </p:nvSpPr>
        <p:spPr>
          <a:xfrm>
            <a:off x="4563800" y="1600200"/>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06.</a:t>
            </a:r>
            <a:endParaRPr b="1" i="0" sz="1800" u="none" cap="none" strike="noStrike">
              <a:solidFill>
                <a:schemeClr val="dk2"/>
              </a:solidFill>
              <a:latin typeface="Roboto"/>
              <a:ea typeface="Roboto"/>
              <a:cs typeface="Roboto"/>
              <a:sym typeface="Roboto"/>
            </a:endParaRPr>
          </a:p>
        </p:txBody>
      </p:sp>
      <p:sp>
        <p:nvSpPr>
          <p:cNvPr id="246" name="Google Shape;246;g2ee73b4a550_4_600"/>
          <p:cNvSpPr txBox="1"/>
          <p:nvPr/>
        </p:nvSpPr>
        <p:spPr>
          <a:xfrm>
            <a:off x="4563800" y="2064886"/>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07.</a:t>
            </a:r>
            <a:endParaRPr b="1" i="0" sz="1800" u="none" cap="none" strike="noStrike">
              <a:solidFill>
                <a:schemeClr val="dk2"/>
              </a:solidFill>
              <a:latin typeface="Roboto"/>
              <a:ea typeface="Roboto"/>
              <a:cs typeface="Roboto"/>
              <a:sym typeface="Roboto"/>
            </a:endParaRPr>
          </a:p>
        </p:txBody>
      </p:sp>
      <p:sp>
        <p:nvSpPr>
          <p:cNvPr id="247" name="Google Shape;247;g2ee73b4a550_4_600"/>
          <p:cNvSpPr txBox="1"/>
          <p:nvPr/>
        </p:nvSpPr>
        <p:spPr>
          <a:xfrm>
            <a:off x="4563800" y="2529587"/>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08.</a:t>
            </a:r>
            <a:endParaRPr b="1" i="0" sz="1800" u="none" cap="none" strike="noStrike">
              <a:solidFill>
                <a:schemeClr val="dk2"/>
              </a:solidFill>
              <a:latin typeface="Roboto"/>
              <a:ea typeface="Roboto"/>
              <a:cs typeface="Roboto"/>
              <a:sym typeface="Roboto"/>
            </a:endParaRPr>
          </a:p>
        </p:txBody>
      </p:sp>
      <p:sp>
        <p:nvSpPr>
          <p:cNvPr id="248" name="Google Shape;248;g2ee73b4a550_4_600"/>
          <p:cNvSpPr txBox="1"/>
          <p:nvPr/>
        </p:nvSpPr>
        <p:spPr>
          <a:xfrm>
            <a:off x="4563800" y="2981625"/>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09.</a:t>
            </a:r>
            <a:endParaRPr b="1" i="0" sz="1800" u="none" cap="none" strike="noStrike">
              <a:solidFill>
                <a:schemeClr val="dk2"/>
              </a:solidFill>
              <a:latin typeface="Roboto"/>
              <a:ea typeface="Roboto"/>
              <a:cs typeface="Roboto"/>
              <a:sym typeface="Roboto"/>
            </a:endParaRPr>
          </a:p>
        </p:txBody>
      </p:sp>
      <p:sp>
        <p:nvSpPr>
          <p:cNvPr id="249" name="Google Shape;249;g2ee73b4a550_4_600"/>
          <p:cNvSpPr txBox="1"/>
          <p:nvPr/>
        </p:nvSpPr>
        <p:spPr>
          <a:xfrm>
            <a:off x="4563800" y="3444731"/>
            <a:ext cx="451500" cy="27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10.</a:t>
            </a:r>
            <a:endParaRPr b="1" i="0" sz="1800" u="none" cap="none" strike="noStrike">
              <a:solidFill>
                <a:schemeClr val="dk2"/>
              </a:solidFill>
              <a:latin typeface="Roboto"/>
              <a:ea typeface="Roboto"/>
              <a:cs typeface="Roboto"/>
              <a:sym typeface="Roboto"/>
            </a:endParaRPr>
          </a:p>
        </p:txBody>
      </p:sp>
      <p:pic>
        <p:nvPicPr>
          <p:cNvPr id="250" name="Google Shape;250;g2ee73b4a550_4_600"/>
          <p:cNvPicPr preferRelativeResize="0"/>
          <p:nvPr/>
        </p:nvPicPr>
        <p:blipFill rotWithShape="1">
          <a:blip r:embed="rId2">
            <a:alphaModFix/>
          </a:blip>
          <a:srcRect b="0" l="0" r="0" t="0"/>
          <a:stretch/>
        </p:blipFill>
        <p:spPr>
          <a:xfrm>
            <a:off x="313425" y="301475"/>
            <a:ext cx="287550" cy="364650"/>
          </a:xfrm>
          <a:prstGeom prst="rect">
            <a:avLst/>
          </a:prstGeom>
          <a:noFill/>
          <a:ln>
            <a:noFill/>
          </a:ln>
        </p:spPr>
      </p:pic>
      <p:cxnSp>
        <p:nvCxnSpPr>
          <p:cNvPr id="251" name="Google Shape;251;g2ee73b4a550_4_600"/>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52" name="Google Shape;252;g2ee73b4a550_4_600"/>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53" name="Google Shape;253;g2ee73b4a550_4_600"/>
          <p:cNvSpPr txBox="1"/>
          <p:nvPr/>
        </p:nvSpPr>
        <p:spPr>
          <a:xfrm>
            <a:off x="916200" y="146300"/>
            <a:ext cx="7770600" cy="365700"/>
          </a:xfrm>
          <a:prstGeom prst="rect">
            <a:avLst/>
          </a:prstGeom>
          <a:noFill/>
          <a:ln>
            <a:noFill/>
          </a:ln>
        </p:spPr>
        <p:txBody>
          <a:bodyPr anchorCtr="0" anchor="t" bIns="91425"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Table of Contents</a:t>
            </a:r>
            <a:endParaRPr b="1" i="0" sz="2600" u="none" cap="none" strike="noStrike">
              <a:solidFill>
                <a:schemeClr val="dk2"/>
              </a:solidFill>
              <a:latin typeface="Roboto"/>
              <a:ea typeface="Roboto"/>
              <a:cs typeface="Roboto"/>
              <a:sym typeface="Roboto"/>
            </a:endParaRPr>
          </a:p>
        </p:txBody>
      </p:sp>
      <p:sp>
        <p:nvSpPr>
          <p:cNvPr id="254" name="Google Shape;254;g2ee73b4a550_4_600"/>
          <p:cNvSpPr txBox="1"/>
          <p:nvPr>
            <p:ph idx="2" type="body"/>
          </p:nvPr>
        </p:nvSpPr>
        <p:spPr>
          <a:xfrm>
            <a:off x="914400" y="160934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5" name="Google Shape;255;g2ee73b4a550_4_600"/>
          <p:cNvSpPr txBox="1"/>
          <p:nvPr>
            <p:ph idx="3" type="body"/>
          </p:nvPr>
        </p:nvSpPr>
        <p:spPr>
          <a:xfrm>
            <a:off x="914400" y="343556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6" name="Google Shape;256;g2ee73b4a550_4_600"/>
          <p:cNvSpPr txBox="1"/>
          <p:nvPr>
            <p:ph idx="4" type="body"/>
          </p:nvPr>
        </p:nvSpPr>
        <p:spPr>
          <a:xfrm>
            <a:off x="914400" y="2065902"/>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7" name="Google Shape;257;g2ee73b4a550_4_600"/>
          <p:cNvSpPr txBox="1"/>
          <p:nvPr>
            <p:ph idx="5" type="body"/>
          </p:nvPr>
        </p:nvSpPr>
        <p:spPr>
          <a:xfrm>
            <a:off x="914400" y="2522456"/>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8" name="Google Shape;258;g2ee73b4a550_4_600"/>
          <p:cNvSpPr txBox="1"/>
          <p:nvPr>
            <p:ph idx="6" type="body"/>
          </p:nvPr>
        </p:nvSpPr>
        <p:spPr>
          <a:xfrm>
            <a:off x="914400" y="2979009"/>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59" name="Google Shape;259;g2ee73b4a550_4_600"/>
          <p:cNvSpPr txBox="1"/>
          <p:nvPr>
            <p:ph idx="7" type="body"/>
          </p:nvPr>
        </p:nvSpPr>
        <p:spPr>
          <a:xfrm>
            <a:off x="5029200" y="16093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0" name="Google Shape;260;g2ee73b4a550_4_600"/>
          <p:cNvSpPr txBox="1"/>
          <p:nvPr>
            <p:ph idx="8" type="body"/>
          </p:nvPr>
        </p:nvSpPr>
        <p:spPr>
          <a:xfrm>
            <a:off x="5029200" y="343555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1" name="Google Shape;261;g2ee73b4a550_4_600"/>
          <p:cNvSpPr txBox="1"/>
          <p:nvPr>
            <p:ph idx="9" type="body"/>
          </p:nvPr>
        </p:nvSpPr>
        <p:spPr>
          <a:xfrm>
            <a:off x="5029200" y="20659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2" name="Google Shape;262;g2ee73b4a550_4_600"/>
          <p:cNvSpPr txBox="1"/>
          <p:nvPr>
            <p:ph idx="13" type="body"/>
          </p:nvPr>
        </p:nvSpPr>
        <p:spPr>
          <a:xfrm>
            <a:off x="5029200" y="2522451"/>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
        <p:nvSpPr>
          <p:cNvPr id="263" name="Google Shape;263;g2ee73b4a550_4_600"/>
          <p:cNvSpPr txBox="1"/>
          <p:nvPr>
            <p:ph idx="14" type="body"/>
          </p:nvPr>
        </p:nvSpPr>
        <p:spPr>
          <a:xfrm>
            <a:off x="5029200" y="2979000"/>
            <a:ext cx="3200400" cy="274200"/>
          </a:xfrm>
          <a:prstGeom prst="rect">
            <a:avLst/>
          </a:prstGeom>
        </p:spPr>
        <p:txBody>
          <a:bodyPr anchorCtr="0" anchor="t" bIns="0" lIns="0" spcFirstLastPara="1" rIns="0" wrap="square" tIns="0">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extLst>
    <p:ext uri="{DCECCB84-F9BA-43D5-87BE-67443E8EF086}">
      <p15:sldGuideLst>
        <p15:guide id="1" pos="572">
          <p15:clr>
            <a:srgbClr val="E46962"/>
          </p15:clr>
        </p15:guide>
        <p15:guide id="2" pos="2884">
          <p15:clr>
            <a:srgbClr val="E46962"/>
          </p15:clr>
        </p15:guide>
        <p15:guide id="3" pos="3168">
          <p15:clr>
            <a:srgbClr val="E46962"/>
          </p15:clr>
        </p15:guide>
        <p15:guide id="4" orient="horz" pos="288">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CUSTOM_23">
    <p:bg>
      <p:bgPr>
        <a:solidFill>
          <a:srgbClr val="F2F2F2"/>
        </a:solidFill>
      </p:bgPr>
    </p:bg>
    <p:spTree>
      <p:nvGrpSpPr>
        <p:cNvPr id="264" name="Shape 264"/>
        <p:cNvGrpSpPr/>
        <p:nvPr/>
      </p:nvGrpSpPr>
      <p:grpSpPr>
        <a:xfrm>
          <a:off x="0" y="0"/>
          <a:ext cx="0" cy="0"/>
          <a:chOff x="0" y="0"/>
          <a:chExt cx="0" cy="0"/>
        </a:xfrm>
      </p:grpSpPr>
      <p:sp>
        <p:nvSpPr>
          <p:cNvPr id="265" name="Google Shape;265;g2ee73b4a550_4_62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ee73b4a550_4_626"/>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67" name="Google Shape;267;g2ee73b4a550_4_626"/>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68" name="Google Shape;268;g2ee73b4a550_4_626"/>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69" name="Google Shape;269;g2ee73b4a550_4_62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70" name="Google Shape;270;g2ee73b4a550_4_626"/>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algn="r">
              <a:lnSpc>
                <a:spcPct val="115000"/>
              </a:lnSpc>
              <a:spcBef>
                <a:spcPts val="0"/>
              </a:spcBef>
              <a:spcAft>
                <a:spcPts val="0"/>
              </a:spcAft>
              <a:buClr>
                <a:schemeClr val="dk2"/>
              </a:buClr>
              <a:buSzPts val="1800"/>
              <a:buNone/>
              <a:defRPr>
                <a:solidFill>
                  <a:schemeClr val="dk2"/>
                </a:solidFill>
              </a:defRPr>
            </a:lvl1pPr>
            <a:lvl2pPr lvl="1" algn="r">
              <a:lnSpc>
                <a:spcPct val="115000"/>
              </a:lnSpc>
              <a:spcBef>
                <a:spcPts val="0"/>
              </a:spcBef>
              <a:spcAft>
                <a:spcPts val="0"/>
              </a:spcAft>
              <a:buClr>
                <a:schemeClr val="dk2"/>
              </a:buClr>
              <a:buSzPts val="1800"/>
              <a:buNone/>
              <a:defRPr>
                <a:solidFill>
                  <a:schemeClr val="dk2"/>
                </a:solidFill>
              </a:defRPr>
            </a:lvl2pPr>
            <a:lvl3pPr lvl="2" algn="r">
              <a:lnSpc>
                <a:spcPct val="115000"/>
              </a:lnSpc>
              <a:spcBef>
                <a:spcPts val="0"/>
              </a:spcBef>
              <a:spcAft>
                <a:spcPts val="0"/>
              </a:spcAft>
              <a:buClr>
                <a:schemeClr val="dk2"/>
              </a:buClr>
              <a:buSzPts val="1800"/>
              <a:buNone/>
              <a:defRPr>
                <a:solidFill>
                  <a:schemeClr val="dk2"/>
                </a:solidFill>
              </a:defRPr>
            </a:lvl3pPr>
            <a:lvl4pPr lvl="3" algn="r">
              <a:lnSpc>
                <a:spcPct val="115000"/>
              </a:lnSpc>
              <a:spcBef>
                <a:spcPts val="0"/>
              </a:spcBef>
              <a:spcAft>
                <a:spcPts val="0"/>
              </a:spcAft>
              <a:buClr>
                <a:schemeClr val="dk2"/>
              </a:buClr>
              <a:buSzPts val="1800"/>
              <a:buNone/>
              <a:defRPr>
                <a:solidFill>
                  <a:schemeClr val="dk2"/>
                </a:solidFill>
              </a:defRPr>
            </a:lvl4pPr>
            <a:lvl5pPr lvl="4" algn="r">
              <a:lnSpc>
                <a:spcPct val="115000"/>
              </a:lnSpc>
              <a:spcBef>
                <a:spcPts val="0"/>
              </a:spcBef>
              <a:spcAft>
                <a:spcPts val="0"/>
              </a:spcAft>
              <a:buClr>
                <a:schemeClr val="dk2"/>
              </a:buClr>
              <a:buSzPts val="1800"/>
              <a:buNone/>
              <a:defRPr>
                <a:solidFill>
                  <a:schemeClr val="dk2"/>
                </a:solidFill>
              </a:defRPr>
            </a:lvl5pPr>
            <a:lvl6pPr lvl="5" algn="r">
              <a:lnSpc>
                <a:spcPct val="115000"/>
              </a:lnSpc>
              <a:spcBef>
                <a:spcPts val="0"/>
              </a:spcBef>
              <a:spcAft>
                <a:spcPts val="0"/>
              </a:spcAft>
              <a:buClr>
                <a:schemeClr val="dk2"/>
              </a:buClr>
              <a:buSzPts val="1800"/>
              <a:buNone/>
              <a:defRPr>
                <a:solidFill>
                  <a:schemeClr val="dk2"/>
                </a:solidFill>
              </a:defRPr>
            </a:lvl6pPr>
            <a:lvl7pPr lvl="6" algn="r">
              <a:lnSpc>
                <a:spcPct val="115000"/>
              </a:lnSpc>
              <a:spcBef>
                <a:spcPts val="0"/>
              </a:spcBef>
              <a:spcAft>
                <a:spcPts val="0"/>
              </a:spcAft>
              <a:buClr>
                <a:schemeClr val="dk2"/>
              </a:buClr>
              <a:buSzPts val="1800"/>
              <a:buNone/>
              <a:defRPr>
                <a:solidFill>
                  <a:schemeClr val="dk2"/>
                </a:solidFill>
              </a:defRPr>
            </a:lvl7pPr>
            <a:lvl8pPr lvl="7" algn="r">
              <a:lnSpc>
                <a:spcPct val="115000"/>
              </a:lnSpc>
              <a:spcBef>
                <a:spcPts val="0"/>
              </a:spcBef>
              <a:spcAft>
                <a:spcPts val="0"/>
              </a:spcAft>
              <a:buClr>
                <a:schemeClr val="dk2"/>
              </a:buClr>
              <a:buSzPts val="1800"/>
              <a:buNone/>
              <a:defRPr>
                <a:solidFill>
                  <a:schemeClr val="dk2"/>
                </a:solidFill>
              </a:defRPr>
            </a:lvl8pPr>
            <a:lvl9pPr lvl="8" algn="r">
              <a:lnSpc>
                <a:spcPct val="115000"/>
              </a:lnSpc>
              <a:spcBef>
                <a:spcPts val="0"/>
              </a:spcBef>
              <a:spcAft>
                <a:spcPts val="0"/>
              </a:spcAft>
              <a:buClr>
                <a:schemeClr val="dk2"/>
              </a:buClr>
              <a:buSzPts val="1800"/>
              <a:buNone/>
              <a:defRPr>
                <a:solidFill>
                  <a:schemeClr val="dk2"/>
                </a:solidFill>
              </a:defRPr>
            </a:lvl9pPr>
          </a:lstStyle>
          <a:p/>
        </p:txBody>
      </p:sp>
      <p:pic>
        <p:nvPicPr>
          <p:cNvPr id="271" name="Google Shape;271;g2ee73b4a550_4_626"/>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72" name="Google Shape;272;g2ee73b4a550_4_626"/>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SzPts val="1800"/>
              <a:buNone/>
              <a:defRPr/>
            </a:lvl1pPr>
            <a:lvl2pPr lvl="1" algn="l">
              <a:lnSpc>
                <a:spcPct val="115000"/>
              </a:lnSpc>
              <a:spcBef>
                <a:spcPts val="0"/>
              </a:spcBef>
              <a:spcAft>
                <a:spcPts val="0"/>
              </a:spcAft>
              <a:buSzPts val="1800"/>
              <a:buNone/>
              <a:defRPr/>
            </a:lvl2pPr>
            <a:lvl3pPr lvl="2" algn="l">
              <a:lnSpc>
                <a:spcPct val="115000"/>
              </a:lnSpc>
              <a:spcBef>
                <a:spcPts val="0"/>
              </a:spcBef>
              <a:spcAft>
                <a:spcPts val="0"/>
              </a:spcAft>
              <a:buSzPts val="1800"/>
              <a:buNone/>
              <a:defRPr/>
            </a:lvl3pPr>
            <a:lvl4pPr lvl="3" algn="l">
              <a:lnSpc>
                <a:spcPct val="115000"/>
              </a:lnSpc>
              <a:spcBef>
                <a:spcPts val="0"/>
              </a:spcBef>
              <a:spcAft>
                <a:spcPts val="0"/>
              </a:spcAft>
              <a:buSzPts val="1800"/>
              <a:buNone/>
              <a:defRPr/>
            </a:lvl4pPr>
            <a:lvl5pPr lvl="4" algn="l">
              <a:lnSpc>
                <a:spcPct val="115000"/>
              </a:lnSpc>
              <a:spcBef>
                <a:spcPts val="0"/>
              </a:spcBef>
              <a:spcAft>
                <a:spcPts val="0"/>
              </a:spcAft>
              <a:buSzPts val="1800"/>
              <a:buNone/>
              <a:defRPr/>
            </a:lvl5pPr>
            <a:lvl6pPr lvl="5" algn="l">
              <a:lnSpc>
                <a:spcPct val="115000"/>
              </a:lnSpc>
              <a:spcBef>
                <a:spcPts val="0"/>
              </a:spcBef>
              <a:spcAft>
                <a:spcPts val="0"/>
              </a:spcAft>
              <a:buSzPts val="1800"/>
              <a:buNone/>
              <a:defRPr/>
            </a:lvl6pPr>
            <a:lvl7pPr lvl="6" algn="l">
              <a:lnSpc>
                <a:spcPct val="115000"/>
              </a:lnSpc>
              <a:spcBef>
                <a:spcPts val="0"/>
              </a:spcBef>
              <a:spcAft>
                <a:spcPts val="0"/>
              </a:spcAft>
              <a:buSzPts val="1800"/>
              <a:buNone/>
              <a:defRPr/>
            </a:lvl7pPr>
            <a:lvl8pPr lvl="7" algn="l">
              <a:lnSpc>
                <a:spcPct val="115000"/>
              </a:lnSpc>
              <a:spcBef>
                <a:spcPts val="0"/>
              </a:spcBef>
              <a:spcAft>
                <a:spcPts val="0"/>
              </a:spcAft>
              <a:buSzPts val="1800"/>
              <a:buNone/>
              <a:defRPr/>
            </a:lvl8pPr>
            <a:lvl9pPr lvl="8" algn="l">
              <a:lnSpc>
                <a:spcPct val="115000"/>
              </a:lnSpc>
              <a:spcBef>
                <a:spcPts val="0"/>
              </a:spcBef>
              <a:spcAft>
                <a:spcPts val="0"/>
              </a:spcAft>
              <a:buSzPts val="1800"/>
              <a:buNone/>
              <a:defRPr/>
            </a:lvl9pPr>
          </a:lstStyle>
          <a:p/>
        </p:txBody>
      </p:sp>
      <p:sp>
        <p:nvSpPr>
          <p:cNvPr id="273" name="Google Shape;273;g2ee73b4a550_4_626"/>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Class activity)">
  <p:cSld name="CUSTOM_23_2">
    <p:bg>
      <p:bgPr>
        <a:solidFill>
          <a:srgbClr val="F2F2F2"/>
        </a:solidFill>
      </p:bgPr>
    </p:bg>
    <p:spTree>
      <p:nvGrpSpPr>
        <p:cNvPr id="274" name="Shape 274"/>
        <p:cNvGrpSpPr/>
        <p:nvPr/>
      </p:nvGrpSpPr>
      <p:grpSpPr>
        <a:xfrm>
          <a:off x="0" y="0"/>
          <a:ext cx="0" cy="0"/>
          <a:chOff x="0" y="0"/>
          <a:chExt cx="0" cy="0"/>
        </a:xfrm>
      </p:grpSpPr>
      <p:sp>
        <p:nvSpPr>
          <p:cNvPr id="275" name="Google Shape;275;g2ee73b4a550_4_636"/>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2ee73b4a550_4_636"/>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Class </a:t>
            </a: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277" name="Google Shape;277;g2ee73b4a550_4_636"/>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278" name="Google Shape;278;g2ee73b4a550_4_636"/>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279" name="Google Shape;279;g2ee73b4a550_4_636"/>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280" name="Google Shape;280;g2ee73b4a550_4_636"/>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281" name="Google Shape;281;g2ee73b4a550_4_636"/>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282" name="Google Shape;282;g2ee73b4a550_4_636"/>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283" name="Google Shape;283;g2ee73b4a550_4_636"/>
          <p:cNvSpPr txBox="1"/>
          <p:nvPr>
            <p:ph idx="3" type="body"/>
          </p:nvPr>
        </p:nvSpPr>
        <p:spPr>
          <a:xfrm>
            <a:off x="912725" y="1516225"/>
            <a:ext cx="7337400" cy="2597400"/>
          </a:xfrm>
          <a:prstGeom prst="rect">
            <a:avLst/>
          </a:prstGeom>
        </p:spPr>
        <p:txBody>
          <a:bodyPr anchorCtr="0" anchor="t" bIns="0" lIns="0" spcFirstLastPara="1" rIns="0" wrap="square" tIns="91425">
            <a:noAutofit/>
          </a:bodyPr>
          <a:lstStyle>
            <a:lvl1pPr indent="-342900" lvl="0" marL="457200" rtl="0">
              <a:spcBef>
                <a:spcPts val="0"/>
              </a:spcBef>
              <a:spcAft>
                <a:spcPts val="0"/>
              </a:spcAft>
              <a:buSzPts val="1800"/>
              <a:buChar char="●"/>
              <a:defRPr/>
            </a:lvl1pPr>
            <a:lvl2pPr indent="-342900" lvl="1" marL="914400" rtl="0">
              <a:spcBef>
                <a:spcPts val="0"/>
              </a:spcBef>
              <a:spcAft>
                <a:spcPts val="0"/>
              </a:spcAft>
              <a:buSzPts val="1800"/>
              <a:buChar char="○"/>
              <a:defRPr/>
            </a:lvl2pPr>
            <a:lvl3pPr indent="-342900" lvl="2" marL="1371600" rtl="0">
              <a:spcBef>
                <a:spcPts val="0"/>
              </a:spcBef>
              <a:spcAft>
                <a:spcPts val="0"/>
              </a:spcAft>
              <a:buSzPts val="18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a:lvl5pPr>
            <a:lvl6pPr indent="-342900" lvl="5" marL="2743200" rtl="0">
              <a:spcBef>
                <a:spcPts val="0"/>
              </a:spcBef>
              <a:spcAft>
                <a:spcPts val="0"/>
              </a:spcAft>
              <a:buSzPts val="1800"/>
              <a:buChar char="■"/>
              <a:defRPr/>
            </a:lvl6pPr>
            <a:lvl7pPr indent="-342900" lvl="6" marL="3200400" rtl="0">
              <a:spcBef>
                <a:spcPts val="0"/>
              </a:spcBef>
              <a:spcAft>
                <a:spcPts val="0"/>
              </a:spcAft>
              <a:buSzPts val="1800"/>
              <a:buChar char="●"/>
              <a:defRPr/>
            </a:lvl7pPr>
            <a:lvl8pPr indent="-342900" lvl="7" marL="3657600" rtl="0">
              <a:spcBef>
                <a:spcPts val="0"/>
              </a:spcBef>
              <a:spcAft>
                <a:spcPts val="0"/>
              </a:spcAft>
              <a:buSzPts val="1800"/>
              <a:buChar char="○"/>
              <a:defRPr/>
            </a:lvl8pPr>
            <a:lvl9pPr indent="-342900" lvl="8" marL="4114800" rtl="0">
              <a:spcBef>
                <a:spcPts val="0"/>
              </a:spcBef>
              <a:spcAft>
                <a:spcPts val="0"/>
              </a:spcAft>
              <a:buSzPts val="18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s">
  <p:cSld name="CUSTOM_22_1_1">
    <p:bg>
      <p:bgPr>
        <a:solidFill>
          <a:schemeClr val="lt2"/>
        </a:solidFill>
      </p:bgPr>
    </p:bg>
    <p:spTree>
      <p:nvGrpSpPr>
        <p:cNvPr id="284" name="Shape 284"/>
        <p:cNvGrpSpPr/>
        <p:nvPr/>
      </p:nvGrpSpPr>
      <p:grpSpPr>
        <a:xfrm>
          <a:off x="0" y="0"/>
          <a:ext cx="0" cy="0"/>
          <a:chOff x="0" y="0"/>
          <a:chExt cx="0" cy="0"/>
        </a:xfrm>
      </p:grpSpPr>
      <p:sp>
        <p:nvSpPr>
          <p:cNvPr id="285" name="Google Shape;285;g2ee73b4a550_4_646"/>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2ee73b4a550_4_646"/>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87" name="Google Shape;287;g2ee73b4a550_4_646"/>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288" name="Google Shape;288;g2ee73b4a550_4_646"/>
          <p:cNvSpPr txBox="1"/>
          <p:nvPr>
            <p:ph idx="1" type="body"/>
          </p:nvPr>
        </p:nvSpPr>
        <p:spPr>
          <a:xfrm>
            <a:off x="1450375" y="1039700"/>
            <a:ext cx="6244200" cy="3131700"/>
          </a:xfrm>
          <a:prstGeom prst="rect">
            <a:avLst/>
          </a:prstGeom>
        </p:spPr>
        <p:txBody>
          <a:bodyPr anchorCtr="0" anchor="ctr" bIns="91425" lIns="365750" spcFirstLastPara="1" rIns="91425" wrap="square" tIns="91425">
            <a:noAutofit/>
          </a:bodyPr>
          <a:lstStyle>
            <a:lvl1pPr indent="-444500" lvl="0" marL="457200" rtl="0">
              <a:spcBef>
                <a:spcPts val="0"/>
              </a:spcBef>
              <a:spcAft>
                <a:spcPts val="0"/>
              </a:spcAft>
              <a:buSzPts val="3400"/>
              <a:buChar char="●"/>
              <a:defRPr sz="3400"/>
            </a:lvl1pPr>
            <a:lvl2pPr indent="-444500" lvl="1" marL="914400" rtl="0">
              <a:spcBef>
                <a:spcPts val="0"/>
              </a:spcBef>
              <a:spcAft>
                <a:spcPts val="0"/>
              </a:spcAft>
              <a:buSzPts val="3400"/>
              <a:buChar char="○"/>
              <a:defRPr sz="3400"/>
            </a:lvl2pPr>
            <a:lvl3pPr indent="-444500" lvl="2" marL="1371600" rtl="0">
              <a:spcBef>
                <a:spcPts val="0"/>
              </a:spcBef>
              <a:spcAft>
                <a:spcPts val="0"/>
              </a:spcAft>
              <a:buSzPts val="3400"/>
              <a:buChar char="■"/>
              <a:defRPr sz="3400"/>
            </a:lvl3pPr>
            <a:lvl4pPr indent="-444500" lvl="3" marL="1828800" rtl="0">
              <a:spcBef>
                <a:spcPts val="0"/>
              </a:spcBef>
              <a:spcAft>
                <a:spcPts val="0"/>
              </a:spcAft>
              <a:buSzPts val="3400"/>
              <a:buChar char="●"/>
              <a:defRPr sz="3400"/>
            </a:lvl4pPr>
            <a:lvl5pPr indent="-444500" lvl="4" marL="2286000" rtl="0">
              <a:spcBef>
                <a:spcPts val="0"/>
              </a:spcBef>
              <a:spcAft>
                <a:spcPts val="0"/>
              </a:spcAft>
              <a:buSzPts val="3400"/>
              <a:buChar char="○"/>
              <a:defRPr sz="3400"/>
            </a:lvl5pPr>
            <a:lvl6pPr indent="-444500" lvl="5" marL="2743200" rtl="0">
              <a:spcBef>
                <a:spcPts val="0"/>
              </a:spcBef>
              <a:spcAft>
                <a:spcPts val="0"/>
              </a:spcAft>
              <a:buSzPts val="3400"/>
              <a:buChar char="■"/>
              <a:defRPr sz="3400"/>
            </a:lvl6pPr>
            <a:lvl7pPr indent="-444500" lvl="6" marL="3200400" rtl="0">
              <a:spcBef>
                <a:spcPts val="0"/>
              </a:spcBef>
              <a:spcAft>
                <a:spcPts val="0"/>
              </a:spcAft>
              <a:buSzPts val="3400"/>
              <a:buChar char="●"/>
              <a:defRPr sz="3400"/>
            </a:lvl7pPr>
            <a:lvl8pPr indent="-444500" lvl="7" marL="3657600" rtl="0">
              <a:spcBef>
                <a:spcPts val="0"/>
              </a:spcBef>
              <a:spcAft>
                <a:spcPts val="0"/>
              </a:spcAft>
              <a:buSzPts val="3400"/>
              <a:buChar char="○"/>
              <a:defRPr sz="3400"/>
            </a:lvl8pPr>
            <a:lvl9pPr indent="-444500" lvl="8" marL="4114800" rtl="0">
              <a:spcBef>
                <a:spcPts val="0"/>
              </a:spcBef>
              <a:spcAft>
                <a:spcPts val="0"/>
              </a:spcAft>
              <a:buSzPts val="3400"/>
              <a:buChar char="■"/>
              <a:defRPr sz="3400"/>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p:cSld name="CUSTOM_4">
    <p:bg>
      <p:bgPr>
        <a:solidFill>
          <a:schemeClr val="lt2"/>
        </a:solidFill>
      </p:bgPr>
    </p:bg>
    <p:spTree>
      <p:nvGrpSpPr>
        <p:cNvPr id="289" name="Shape 289"/>
        <p:cNvGrpSpPr/>
        <p:nvPr/>
      </p:nvGrpSpPr>
      <p:grpSpPr>
        <a:xfrm>
          <a:off x="0" y="0"/>
          <a:ext cx="0" cy="0"/>
          <a:chOff x="0" y="0"/>
          <a:chExt cx="0" cy="0"/>
        </a:xfrm>
      </p:grpSpPr>
      <p:sp>
        <p:nvSpPr>
          <p:cNvPr id="290" name="Google Shape;290;g2ee73b4a550_4_651"/>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1" name="Google Shape;291;g2ee73b4a550_4_651"/>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292" name="Google Shape;292;g2ee73b4a550_4_65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
        <p:nvSpPr>
          <p:cNvPr id="293" name="Google Shape;293;g2ee73b4a550_4_651"/>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estion">
  <p:cSld name="CUSTOM_4_1_2_1">
    <p:bg>
      <p:bgPr>
        <a:solidFill>
          <a:schemeClr val="lt2"/>
        </a:solidFill>
      </p:bgPr>
    </p:bg>
    <p:spTree>
      <p:nvGrpSpPr>
        <p:cNvPr id="294" name="Shape 294"/>
        <p:cNvGrpSpPr/>
        <p:nvPr/>
      </p:nvGrpSpPr>
      <p:grpSpPr>
        <a:xfrm>
          <a:off x="0" y="0"/>
          <a:ext cx="0" cy="0"/>
          <a:chOff x="0" y="0"/>
          <a:chExt cx="0" cy="0"/>
        </a:xfrm>
      </p:grpSpPr>
      <p:sp>
        <p:nvSpPr>
          <p:cNvPr id="295" name="Google Shape;295;g2ee73b4a550_4_656"/>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6" name="Google Shape;296;g2ee73b4a550_4_656"/>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297" name="Google Shape;297;g2ee73b4a550_4_656"/>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298" name="Google Shape;298;g2ee73b4a550_4_656"/>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Quotation">
  <p:cSld name="CUSTOM_4_1_1">
    <p:bg>
      <p:bgPr>
        <a:solidFill>
          <a:schemeClr val="lt2"/>
        </a:solidFill>
      </p:bgPr>
    </p:bg>
    <p:spTree>
      <p:nvGrpSpPr>
        <p:cNvPr id="299" name="Shape 299"/>
        <p:cNvGrpSpPr/>
        <p:nvPr/>
      </p:nvGrpSpPr>
      <p:grpSpPr>
        <a:xfrm>
          <a:off x="0" y="0"/>
          <a:ext cx="0" cy="0"/>
          <a:chOff x="0" y="0"/>
          <a:chExt cx="0" cy="0"/>
        </a:xfrm>
      </p:grpSpPr>
      <p:sp>
        <p:nvSpPr>
          <p:cNvPr id="300" name="Google Shape;300;g2ee73b4a550_4_661"/>
          <p:cNvSpPr/>
          <p:nvPr/>
        </p:nvSpPr>
        <p:spPr>
          <a:xfrm>
            <a:off x="459100" y="1377600"/>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301" name="Google Shape;301;g2ee73b4a550_4_661"/>
          <p:cNvGrpSpPr/>
          <p:nvPr/>
        </p:nvGrpSpPr>
        <p:grpSpPr>
          <a:xfrm>
            <a:off x="1074625" y="2258150"/>
            <a:ext cx="1473491" cy="980288"/>
            <a:chOff x="1074625" y="2258150"/>
            <a:chExt cx="1473491" cy="980288"/>
          </a:xfrm>
        </p:grpSpPr>
        <p:sp>
          <p:nvSpPr>
            <p:cNvPr id="302" name="Google Shape;302;g2ee73b4a550_4_661"/>
            <p:cNvSpPr/>
            <p:nvPr/>
          </p:nvSpPr>
          <p:spPr>
            <a:xfrm>
              <a:off x="1074625" y="2258150"/>
              <a:ext cx="704970" cy="980288"/>
            </a:xfrm>
            <a:custGeom>
              <a:rect b="b" l="l" r="r" t="t"/>
              <a:pathLst>
                <a:path extrusionOk="0" fill="none" h="79682" w="57303">
                  <a:moveTo>
                    <a:pt x="12677" y="79681"/>
                  </a:moveTo>
                  <a:lnTo>
                    <a:pt x="12677" y="79681"/>
                  </a:lnTo>
                  <a:lnTo>
                    <a:pt x="15652" y="75283"/>
                  </a:lnTo>
                  <a:lnTo>
                    <a:pt x="17980" y="71403"/>
                  </a:lnTo>
                  <a:lnTo>
                    <a:pt x="19920" y="67910"/>
                  </a:lnTo>
                  <a:lnTo>
                    <a:pt x="21343" y="64806"/>
                  </a:lnTo>
                  <a:lnTo>
                    <a:pt x="22378" y="62090"/>
                  </a:lnTo>
                  <a:lnTo>
                    <a:pt x="23025" y="59891"/>
                  </a:lnTo>
                  <a:lnTo>
                    <a:pt x="23413" y="58080"/>
                  </a:lnTo>
                  <a:lnTo>
                    <a:pt x="23542" y="56786"/>
                  </a:lnTo>
                  <a:lnTo>
                    <a:pt x="23542" y="56786"/>
                  </a:lnTo>
                  <a:lnTo>
                    <a:pt x="21084" y="56139"/>
                  </a:lnTo>
                  <a:lnTo>
                    <a:pt x="18627" y="55363"/>
                  </a:lnTo>
                  <a:lnTo>
                    <a:pt x="16428" y="54458"/>
                  </a:lnTo>
                  <a:lnTo>
                    <a:pt x="14229" y="53294"/>
                  </a:lnTo>
                  <a:lnTo>
                    <a:pt x="12159" y="52000"/>
                  </a:lnTo>
                  <a:lnTo>
                    <a:pt x="10219" y="50448"/>
                  </a:lnTo>
                  <a:lnTo>
                    <a:pt x="8408" y="48896"/>
                  </a:lnTo>
                  <a:lnTo>
                    <a:pt x="6726" y="47085"/>
                  </a:lnTo>
                  <a:lnTo>
                    <a:pt x="5304" y="45144"/>
                  </a:lnTo>
                  <a:lnTo>
                    <a:pt x="4010" y="43075"/>
                  </a:lnTo>
                  <a:lnTo>
                    <a:pt x="2846" y="40876"/>
                  </a:lnTo>
                  <a:lnTo>
                    <a:pt x="1811" y="38547"/>
                  </a:lnTo>
                  <a:lnTo>
                    <a:pt x="1035" y="36219"/>
                  </a:lnTo>
                  <a:lnTo>
                    <a:pt x="518" y="33761"/>
                  </a:lnTo>
                  <a:lnTo>
                    <a:pt x="129" y="31174"/>
                  </a:lnTo>
                  <a:lnTo>
                    <a:pt x="0" y="28587"/>
                  </a:lnTo>
                  <a:lnTo>
                    <a:pt x="0" y="28587"/>
                  </a:lnTo>
                  <a:lnTo>
                    <a:pt x="259" y="25742"/>
                  </a:lnTo>
                  <a:lnTo>
                    <a:pt x="647" y="22896"/>
                  </a:lnTo>
                  <a:lnTo>
                    <a:pt x="1294" y="20050"/>
                  </a:lnTo>
                  <a:lnTo>
                    <a:pt x="2328" y="17463"/>
                  </a:lnTo>
                  <a:lnTo>
                    <a:pt x="3493" y="15005"/>
                  </a:lnTo>
                  <a:lnTo>
                    <a:pt x="4915" y="12677"/>
                  </a:lnTo>
                  <a:lnTo>
                    <a:pt x="6597" y="10478"/>
                  </a:lnTo>
                  <a:lnTo>
                    <a:pt x="8408" y="8409"/>
                  </a:lnTo>
                  <a:lnTo>
                    <a:pt x="10478" y="6598"/>
                  </a:lnTo>
                  <a:lnTo>
                    <a:pt x="12677" y="4916"/>
                  </a:lnTo>
                  <a:lnTo>
                    <a:pt x="15005" y="3493"/>
                  </a:lnTo>
                  <a:lnTo>
                    <a:pt x="17592" y="2200"/>
                  </a:lnTo>
                  <a:lnTo>
                    <a:pt x="20179" y="1294"/>
                  </a:lnTo>
                  <a:lnTo>
                    <a:pt x="22895" y="647"/>
                  </a:lnTo>
                  <a:lnTo>
                    <a:pt x="25741" y="130"/>
                  </a:lnTo>
                  <a:lnTo>
                    <a:pt x="28716" y="1"/>
                  </a:lnTo>
                  <a:lnTo>
                    <a:pt x="28716" y="1"/>
                  </a:lnTo>
                  <a:lnTo>
                    <a:pt x="31562" y="130"/>
                  </a:lnTo>
                  <a:lnTo>
                    <a:pt x="34408" y="647"/>
                  </a:lnTo>
                  <a:lnTo>
                    <a:pt x="37124" y="1294"/>
                  </a:lnTo>
                  <a:lnTo>
                    <a:pt x="39840" y="2200"/>
                  </a:lnTo>
                  <a:lnTo>
                    <a:pt x="42298" y="3493"/>
                  </a:lnTo>
                  <a:lnTo>
                    <a:pt x="44626" y="4916"/>
                  </a:lnTo>
                  <a:lnTo>
                    <a:pt x="46825" y="6598"/>
                  </a:lnTo>
                  <a:lnTo>
                    <a:pt x="48895" y="8409"/>
                  </a:lnTo>
                  <a:lnTo>
                    <a:pt x="50706" y="10478"/>
                  </a:lnTo>
                  <a:lnTo>
                    <a:pt x="52388" y="12677"/>
                  </a:lnTo>
                  <a:lnTo>
                    <a:pt x="53810" y="15005"/>
                  </a:lnTo>
                  <a:lnTo>
                    <a:pt x="54975" y="17463"/>
                  </a:lnTo>
                  <a:lnTo>
                    <a:pt x="56009" y="20050"/>
                  </a:lnTo>
                  <a:lnTo>
                    <a:pt x="56656" y="22896"/>
                  </a:lnTo>
                  <a:lnTo>
                    <a:pt x="57174" y="25742"/>
                  </a:lnTo>
                  <a:lnTo>
                    <a:pt x="57303" y="28587"/>
                  </a:lnTo>
                  <a:lnTo>
                    <a:pt x="57303" y="28587"/>
                  </a:lnTo>
                  <a:lnTo>
                    <a:pt x="57174" y="31562"/>
                  </a:lnTo>
                  <a:lnTo>
                    <a:pt x="56915" y="34279"/>
                  </a:lnTo>
                  <a:lnTo>
                    <a:pt x="56398" y="37125"/>
                  </a:lnTo>
                  <a:lnTo>
                    <a:pt x="55751" y="39712"/>
                  </a:lnTo>
                  <a:lnTo>
                    <a:pt x="54845" y="42299"/>
                  </a:lnTo>
                  <a:lnTo>
                    <a:pt x="53940" y="44886"/>
                  </a:lnTo>
                  <a:lnTo>
                    <a:pt x="52776" y="47214"/>
                  </a:lnTo>
                  <a:lnTo>
                    <a:pt x="51611" y="49542"/>
                  </a:lnTo>
                  <a:lnTo>
                    <a:pt x="50189" y="51871"/>
                  </a:lnTo>
                  <a:lnTo>
                    <a:pt x="48766" y="54070"/>
                  </a:lnTo>
                  <a:lnTo>
                    <a:pt x="47214" y="56139"/>
                  </a:lnTo>
                  <a:lnTo>
                    <a:pt x="45532" y="58209"/>
                  </a:lnTo>
                  <a:lnTo>
                    <a:pt x="43850" y="60020"/>
                  </a:lnTo>
                  <a:lnTo>
                    <a:pt x="42039" y="61960"/>
                  </a:lnTo>
                  <a:lnTo>
                    <a:pt x="40229" y="63642"/>
                  </a:lnTo>
                  <a:lnTo>
                    <a:pt x="38288" y="65323"/>
                  </a:lnTo>
                  <a:lnTo>
                    <a:pt x="36477" y="66876"/>
                  </a:lnTo>
                  <a:lnTo>
                    <a:pt x="34537" y="68428"/>
                  </a:lnTo>
                  <a:lnTo>
                    <a:pt x="30786" y="71144"/>
                  </a:lnTo>
                  <a:lnTo>
                    <a:pt x="27035" y="73472"/>
                  </a:lnTo>
                  <a:lnTo>
                    <a:pt x="23413" y="75413"/>
                  </a:lnTo>
                  <a:lnTo>
                    <a:pt x="20050" y="77094"/>
                  </a:lnTo>
                  <a:lnTo>
                    <a:pt x="17204" y="78388"/>
                  </a:lnTo>
                  <a:lnTo>
                    <a:pt x="14617" y="79164"/>
                  </a:lnTo>
                  <a:lnTo>
                    <a:pt x="12677" y="79681"/>
                  </a:lnTo>
                  <a:lnTo>
                    <a:pt x="12677"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ee73b4a550_4_661"/>
            <p:cNvSpPr/>
            <p:nvPr/>
          </p:nvSpPr>
          <p:spPr>
            <a:xfrm>
              <a:off x="1844733" y="2258150"/>
              <a:ext cx="703383" cy="980288"/>
            </a:xfrm>
            <a:custGeom>
              <a:rect b="b" l="l" r="r" t="t"/>
              <a:pathLst>
                <a:path extrusionOk="0" fill="none" h="79682" w="57174">
                  <a:moveTo>
                    <a:pt x="12548" y="79681"/>
                  </a:moveTo>
                  <a:lnTo>
                    <a:pt x="12548" y="79681"/>
                  </a:lnTo>
                  <a:lnTo>
                    <a:pt x="15523" y="75283"/>
                  </a:lnTo>
                  <a:lnTo>
                    <a:pt x="17980" y="71403"/>
                  </a:lnTo>
                  <a:lnTo>
                    <a:pt x="19791" y="67910"/>
                  </a:lnTo>
                  <a:lnTo>
                    <a:pt x="21214" y="64806"/>
                  </a:lnTo>
                  <a:lnTo>
                    <a:pt x="22249" y="62090"/>
                  </a:lnTo>
                  <a:lnTo>
                    <a:pt x="22896" y="59891"/>
                  </a:lnTo>
                  <a:lnTo>
                    <a:pt x="23284" y="58080"/>
                  </a:lnTo>
                  <a:lnTo>
                    <a:pt x="23413" y="56786"/>
                  </a:lnTo>
                  <a:lnTo>
                    <a:pt x="23413" y="56786"/>
                  </a:lnTo>
                  <a:lnTo>
                    <a:pt x="20955" y="56139"/>
                  </a:lnTo>
                  <a:lnTo>
                    <a:pt x="18498" y="55363"/>
                  </a:lnTo>
                  <a:lnTo>
                    <a:pt x="16299" y="54458"/>
                  </a:lnTo>
                  <a:lnTo>
                    <a:pt x="14100" y="53294"/>
                  </a:lnTo>
                  <a:lnTo>
                    <a:pt x="12030" y="52000"/>
                  </a:lnTo>
                  <a:lnTo>
                    <a:pt x="10090" y="50448"/>
                  </a:lnTo>
                  <a:lnTo>
                    <a:pt x="8279" y="48896"/>
                  </a:lnTo>
                  <a:lnTo>
                    <a:pt x="6727" y="47085"/>
                  </a:lnTo>
                  <a:lnTo>
                    <a:pt x="5174" y="45144"/>
                  </a:lnTo>
                  <a:lnTo>
                    <a:pt x="3881" y="43075"/>
                  </a:lnTo>
                  <a:lnTo>
                    <a:pt x="2717" y="40876"/>
                  </a:lnTo>
                  <a:lnTo>
                    <a:pt x="1811" y="38547"/>
                  </a:lnTo>
                  <a:lnTo>
                    <a:pt x="1035" y="36219"/>
                  </a:lnTo>
                  <a:lnTo>
                    <a:pt x="388" y="33761"/>
                  </a:lnTo>
                  <a:lnTo>
                    <a:pt x="130" y="31174"/>
                  </a:lnTo>
                  <a:lnTo>
                    <a:pt x="0" y="28587"/>
                  </a:lnTo>
                  <a:lnTo>
                    <a:pt x="0" y="28587"/>
                  </a:lnTo>
                  <a:lnTo>
                    <a:pt x="130" y="25742"/>
                  </a:lnTo>
                  <a:lnTo>
                    <a:pt x="518" y="22896"/>
                  </a:lnTo>
                  <a:lnTo>
                    <a:pt x="1294" y="20050"/>
                  </a:lnTo>
                  <a:lnTo>
                    <a:pt x="2199" y="17463"/>
                  </a:lnTo>
                  <a:lnTo>
                    <a:pt x="3364" y="15005"/>
                  </a:lnTo>
                  <a:lnTo>
                    <a:pt x="4786" y="12677"/>
                  </a:lnTo>
                  <a:lnTo>
                    <a:pt x="6468" y="10478"/>
                  </a:lnTo>
                  <a:lnTo>
                    <a:pt x="8279" y="8409"/>
                  </a:lnTo>
                  <a:lnTo>
                    <a:pt x="10349" y="6598"/>
                  </a:lnTo>
                  <a:lnTo>
                    <a:pt x="12548" y="4916"/>
                  </a:lnTo>
                  <a:lnTo>
                    <a:pt x="14876" y="3493"/>
                  </a:lnTo>
                  <a:lnTo>
                    <a:pt x="17463" y="2200"/>
                  </a:lnTo>
                  <a:lnTo>
                    <a:pt x="20050" y="1294"/>
                  </a:lnTo>
                  <a:lnTo>
                    <a:pt x="22766" y="647"/>
                  </a:lnTo>
                  <a:lnTo>
                    <a:pt x="25612" y="130"/>
                  </a:lnTo>
                  <a:lnTo>
                    <a:pt x="28587" y="1"/>
                  </a:lnTo>
                  <a:lnTo>
                    <a:pt x="28587" y="1"/>
                  </a:lnTo>
                  <a:lnTo>
                    <a:pt x="31433" y="130"/>
                  </a:lnTo>
                  <a:lnTo>
                    <a:pt x="34279" y="647"/>
                  </a:lnTo>
                  <a:lnTo>
                    <a:pt x="37124" y="1294"/>
                  </a:lnTo>
                  <a:lnTo>
                    <a:pt x="39711" y="2200"/>
                  </a:lnTo>
                  <a:lnTo>
                    <a:pt x="42169" y="3493"/>
                  </a:lnTo>
                  <a:lnTo>
                    <a:pt x="44627" y="4916"/>
                  </a:lnTo>
                  <a:lnTo>
                    <a:pt x="46826" y="6598"/>
                  </a:lnTo>
                  <a:lnTo>
                    <a:pt x="48766" y="8409"/>
                  </a:lnTo>
                  <a:lnTo>
                    <a:pt x="50706" y="10478"/>
                  </a:lnTo>
                  <a:lnTo>
                    <a:pt x="52259" y="12677"/>
                  </a:lnTo>
                  <a:lnTo>
                    <a:pt x="53681" y="15005"/>
                  </a:lnTo>
                  <a:lnTo>
                    <a:pt x="54975" y="17463"/>
                  </a:lnTo>
                  <a:lnTo>
                    <a:pt x="55880" y="20050"/>
                  </a:lnTo>
                  <a:lnTo>
                    <a:pt x="56657" y="22896"/>
                  </a:lnTo>
                  <a:lnTo>
                    <a:pt x="57045" y="25742"/>
                  </a:lnTo>
                  <a:lnTo>
                    <a:pt x="57174" y="28587"/>
                  </a:lnTo>
                  <a:lnTo>
                    <a:pt x="57174" y="28587"/>
                  </a:lnTo>
                  <a:lnTo>
                    <a:pt x="57045" y="31562"/>
                  </a:lnTo>
                  <a:lnTo>
                    <a:pt x="56786" y="34279"/>
                  </a:lnTo>
                  <a:lnTo>
                    <a:pt x="56268" y="37125"/>
                  </a:lnTo>
                  <a:lnTo>
                    <a:pt x="55622" y="39712"/>
                  </a:lnTo>
                  <a:lnTo>
                    <a:pt x="54846" y="42299"/>
                  </a:lnTo>
                  <a:lnTo>
                    <a:pt x="53811" y="44886"/>
                  </a:lnTo>
                  <a:lnTo>
                    <a:pt x="52776" y="47214"/>
                  </a:lnTo>
                  <a:lnTo>
                    <a:pt x="51482" y="49542"/>
                  </a:lnTo>
                  <a:lnTo>
                    <a:pt x="50060" y="51871"/>
                  </a:lnTo>
                  <a:lnTo>
                    <a:pt x="48637" y="54070"/>
                  </a:lnTo>
                  <a:lnTo>
                    <a:pt x="47084" y="56139"/>
                  </a:lnTo>
                  <a:lnTo>
                    <a:pt x="45403" y="58209"/>
                  </a:lnTo>
                  <a:lnTo>
                    <a:pt x="43721" y="60020"/>
                  </a:lnTo>
                  <a:lnTo>
                    <a:pt x="41910" y="61960"/>
                  </a:lnTo>
                  <a:lnTo>
                    <a:pt x="40099" y="63642"/>
                  </a:lnTo>
                  <a:lnTo>
                    <a:pt x="38289" y="65323"/>
                  </a:lnTo>
                  <a:lnTo>
                    <a:pt x="36348" y="66876"/>
                  </a:lnTo>
                  <a:lnTo>
                    <a:pt x="34408" y="68428"/>
                  </a:lnTo>
                  <a:lnTo>
                    <a:pt x="30657" y="71144"/>
                  </a:lnTo>
                  <a:lnTo>
                    <a:pt x="26906" y="73472"/>
                  </a:lnTo>
                  <a:lnTo>
                    <a:pt x="23284" y="75413"/>
                  </a:lnTo>
                  <a:lnTo>
                    <a:pt x="20050" y="77094"/>
                  </a:lnTo>
                  <a:lnTo>
                    <a:pt x="17075" y="78388"/>
                  </a:lnTo>
                  <a:lnTo>
                    <a:pt x="14488" y="79164"/>
                  </a:lnTo>
                  <a:lnTo>
                    <a:pt x="12548" y="79681"/>
                  </a:lnTo>
                  <a:lnTo>
                    <a:pt x="12548" y="79681"/>
                  </a:lnTo>
                  <a:close/>
                </a:path>
              </a:pathLst>
            </a:custGeom>
            <a:noFill/>
            <a:ln cap="rnd" cmpd="sng" w="28575">
              <a:solidFill>
                <a:srgbClr val="28363B"/>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4" name="Google Shape;304;g2ee73b4a550_4_661"/>
          <p:cNvSpPr txBox="1"/>
          <p:nvPr>
            <p:ph idx="1" type="subTitle"/>
          </p:nvPr>
        </p:nvSpPr>
        <p:spPr>
          <a:xfrm>
            <a:off x="459100" y="4189950"/>
            <a:ext cx="2741400" cy="546900"/>
          </a:xfrm>
          <a:prstGeom prst="rect">
            <a:avLst/>
          </a:prstGeom>
          <a:noFill/>
          <a:ln>
            <a:noFill/>
          </a:ln>
        </p:spPr>
        <p:txBody>
          <a:bodyPr anchorCtr="0" anchor="t" bIns="91425" lIns="0" spcFirstLastPara="1" rIns="91425" wrap="square" tIns="0">
            <a:noAutofit/>
          </a:bodyPr>
          <a:lstStyle>
            <a:lvl1pPr lvl="0" algn="ctr">
              <a:lnSpc>
                <a:spcPct val="115000"/>
              </a:lnSpc>
              <a:spcBef>
                <a:spcPts val="0"/>
              </a:spcBef>
              <a:spcAft>
                <a:spcPts val="0"/>
              </a:spcAft>
              <a:buClr>
                <a:schemeClr val="dk2"/>
              </a:buClr>
              <a:buSzPts val="1800"/>
              <a:buNone/>
              <a:defRPr>
                <a:solidFill>
                  <a:schemeClr val="dk2"/>
                </a:solidFill>
              </a:defRPr>
            </a:lvl1pPr>
            <a:lvl2pPr lvl="1" algn="l">
              <a:lnSpc>
                <a:spcPct val="115000"/>
              </a:lnSpc>
              <a:spcBef>
                <a:spcPts val="0"/>
              </a:spcBef>
              <a:spcAft>
                <a:spcPts val="0"/>
              </a:spcAft>
              <a:buClr>
                <a:schemeClr val="dk2"/>
              </a:buClr>
              <a:buSzPts val="1800"/>
              <a:buNone/>
              <a:defRPr>
                <a:solidFill>
                  <a:schemeClr val="dk2"/>
                </a:solidFill>
              </a:defRPr>
            </a:lvl2pPr>
            <a:lvl3pPr lvl="2" algn="l">
              <a:lnSpc>
                <a:spcPct val="115000"/>
              </a:lnSpc>
              <a:spcBef>
                <a:spcPts val="0"/>
              </a:spcBef>
              <a:spcAft>
                <a:spcPts val="0"/>
              </a:spcAft>
              <a:buClr>
                <a:schemeClr val="dk2"/>
              </a:buClr>
              <a:buSzPts val="1800"/>
              <a:buNone/>
              <a:defRPr>
                <a:solidFill>
                  <a:schemeClr val="dk2"/>
                </a:solidFill>
              </a:defRPr>
            </a:lvl3pPr>
            <a:lvl4pPr lvl="3" algn="l">
              <a:lnSpc>
                <a:spcPct val="115000"/>
              </a:lnSpc>
              <a:spcBef>
                <a:spcPts val="0"/>
              </a:spcBef>
              <a:spcAft>
                <a:spcPts val="0"/>
              </a:spcAft>
              <a:buClr>
                <a:schemeClr val="dk2"/>
              </a:buClr>
              <a:buSzPts val="1800"/>
              <a:buNone/>
              <a:defRPr>
                <a:solidFill>
                  <a:schemeClr val="dk2"/>
                </a:solidFill>
              </a:defRPr>
            </a:lvl4pPr>
            <a:lvl5pPr lvl="4" algn="l">
              <a:lnSpc>
                <a:spcPct val="115000"/>
              </a:lnSpc>
              <a:spcBef>
                <a:spcPts val="0"/>
              </a:spcBef>
              <a:spcAft>
                <a:spcPts val="0"/>
              </a:spcAft>
              <a:buClr>
                <a:schemeClr val="dk2"/>
              </a:buClr>
              <a:buSzPts val="1800"/>
              <a:buNone/>
              <a:defRPr>
                <a:solidFill>
                  <a:schemeClr val="dk2"/>
                </a:solidFill>
              </a:defRPr>
            </a:lvl5pPr>
            <a:lvl6pPr lvl="5" algn="l">
              <a:lnSpc>
                <a:spcPct val="115000"/>
              </a:lnSpc>
              <a:spcBef>
                <a:spcPts val="0"/>
              </a:spcBef>
              <a:spcAft>
                <a:spcPts val="0"/>
              </a:spcAft>
              <a:buClr>
                <a:schemeClr val="dk2"/>
              </a:buClr>
              <a:buSzPts val="1800"/>
              <a:buNone/>
              <a:defRPr>
                <a:solidFill>
                  <a:schemeClr val="dk2"/>
                </a:solidFill>
              </a:defRPr>
            </a:lvl6pPr>
            <a:lvl7pPr lvl="6" algn="l">
              <a:lnSpc>
                <a:spcPct val="115000"/>
              </a:lnSpc>
              <a:spcBef>
                <a:spcPts val="0"/>
              </a:spcBef>
              <a:spcAft>
                <a:spcPts val="0"/>
              </a:spcAft>
              <a:buClr>
                <a:schemeClr val="dk2"/>
              </a:buClr>
              <a:buSzPts val="1800"/>
              <a:buNone/>
              <a:defRPr>
                <a:solidFill>
                  <a:schemeClr val="dk2"/>
                </a:solidFill>
              </a:defRPr>
            </a:lvl7pPr>
            <a:lvl8pPr lvl="7" algn="l">
              <a:lnSpc>
                <a:spcPct val="115000"/>
              </a:lnSpc>
              <a:spcBef>
                <a:spcPts val="0"/>
              </a:spcBef>
              <a:spcAft>
                <a:spcPts val="0"/>
              </a:spcAft>
              <a:buClr>
                <a:schemeClr val="dk2"/>
              </a:buClr>
              <a:buSzPts val="1800"/>
              <a:buNone/>
              <a:defRPr>
                <a:solidFill>
                  <a:schemeClr val="dk2"/>
                </a:solidFill>
              </a:defRPr>
            </a:lvl8pPr>
            <a:lvl9pPr lvl="8" algn="l">
              <a:lnSpc>
                <a:spcPct val="115000"/>
              </a:lnSpc>
              <a:spcBef>
                <a:spcPts val="0"/>
              </a:spcBef>
              <a:spcAft>
                <a:spcPts val="0"/>
              </a:spcAft>
              <a:buClr>
                <a:schemeClr val="dk2"/>
              </a:buClr>
              <a:buSzPts val="1800"/>
              <a:buNone/>
              <a:defRPr>
                <a:solidFill>
                  <a:schemeClr val="dk2"/>
                </a:solidFill>
              </a:defRPr>
            </a:lvl9pPr>
          </a:lstStyle>
          <a:p/>
        </p:txBody>
      </p:sp>
      <p:pic>
        <p:nvPicPr>
          <p:cNvPr id="305" name="Google Shape;305;g2ee73b4a550_4_661"/>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06" name="Google Shape;306;g2ee73b4a550_4_661"/>
          <p:cNvSpPr txBox="1"/>
          <p:nvPr>
            <p:ph idx="2"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Tip or Answer">
  <p:cSld name="CUSTOM_4_1_1_1">
    <p:bg>
      <p:bgPr>
        <a:solidFill>
          <a:schemeClr val="lt2"/>
        </a:solidFill>
      </p:bgPr>
    </p:bg>
    <p:spTree>
      <p:nvGrpSpPr>
        <p:cNvPr id="307" name="Shape 307"/>
        <p:cNvGrpSpPr/>
        <p:nvPr/>
      </p:nvGrpSpPr>
      <p:grpSpPr>
        <a:xfrm>
          <a:off x="0" y="0"/>
          <a:ext cx="0" cy="0"/>
          <a:chOff x="0" y="0"/>
          <a:chExt cx="0" cy="0"/>
        </a:xfrm>
      </p:grpSpPr>
      <p:sp>
        <p:nvSpPr>
          <p:cNvPr id="308" name="Google Shape;308;g2ee73b4a550_4_669"/>
          <p:cNvSpPr/>
          <p:nvPr/>
        </p:nvSpPr>
        <p:spPr>
          <a:xfrm>
            <a:off x="459100" y="1380744"/>
            <a:ext cx="2741400" cy="274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9" name="Google Shape;309;g2ee73b4a550_4_669"/>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10" name="Google Shape;310;g2ee73b4a550_4_669"/>
          <p:cNvPicPr preferRelativeResize="0"/>
          <p:nvPr/>
        </p:nvPicPr>
        <p:blipFill rotWithShape="1">
          <a:blip r:embed="rId3">
            <a:alphaModFix/>
          </a:blip>
          <a:srcRect b="0" l="0" r="0" t="0"/>
          <a:stretch/>
        </p:blipFill>
        <p:spPr>
          <a:xfrm>
            <a:off x="967670" y="1896525"/>
            <a:ext cx="1724260" cy="1620450"/>
          </a:xfrm>
          <a:prstGeom prst="rect">
            <a:avLst/>
          </a:prstGeom>
          <a:noFill/>
          <a:ln>
            <a:noFill/>
          </a:ln>
        </p:spPr>
      </p:pic>
      <p:sp>
        <p:nvSpPr>
          <p:cNvPr id="311" name="Google Shape;311;g2ee73b4a550_4_669"/>
          <p:cNvSpPr txBox="1"/>
          <p:nvPr>
            <p:ph idx="1" type="body"/>
          </p:nvPr>
        </p:nvSpPr>
        <p:spPr>
          <a:xfrm>
            <a:off x="3647875" y="1377600"/>
            <a:ext cx="5038800" cy="2741400"/>
          </a:xfrm>
          <a:prstGeom prst="rect">
            <a:avLst/>
          </a:prstGeom>
        </p:spPr>
        <p:txBody>
          <a:bodyPr anchorCtr="0" anchor="ctr" bIns="91425" lIns="0" spcFirstLastPara="1" rIns="0" wrap="square" tIns="91425">
            <a:noAutofit/>
          </a:bodyPr>
          <a:lstStyle>
            <a:lvl1pPr indent="-457200" lvl="0" marL="457200" rtl="0">
              <a:spcBef>
                <a:spcPts val="0"/>
              </a:spcBef>
              <a:spcAft>
                <a:spcPts val="0"/>
              </a:spcAft>
              <a:buSzPts val="3600"/>
              <a:buChar char="●"/>
              <a:defRPr sz="3600"/>
            </a:lvl1pPr>
            <a:lvl2pPr indent="-457200" lvl="1" marL="914400" rtl="0">
              <a:spcBef>
                <a:spcPts val="0"/>
              </a:spcBef>
              <a:spcAft>
                <a:spcPts val="0"/>
              </a:spcAft>
              <a:buSzPts val="3600"/>
              <a:buChar char="○"/>
              <a:defRPr sz="3600"/>
            </a:lvl2pPr>
            <a:lvl3pPr indent="-457200" lvl="2" marL="1371600" rtl="0">
              <a:spcBef>
                <a:spcPts val="0"/>
              </a:spcBef>
              <a:spcAft>
                <a:spcPts val="0"/>
              </a:spcAft>
              <a:buSzPts val="3600"/>
              <a:buChar char="■"/>
              <a:defRPr sz="3600"/>
            </a:lvl3pPr>
            <a:lvl4pPr indent="-457200" lvl="3" marL="1828800" rtl="0">
              <a:spcBef>
                <a:spcPts val="0"/>
              </a:spcBef>
              <a:spcAft>
                <a:spcPts val="0"/>
              </a:spcAft>
              <a:buSzPts val="3600"/>
              <a:buChar char="●"/>
              <a:defRPr sz="3600"/>
            </a:lvl4pPr>
            <a:lvl5pPr indent="-457200" lvl="4" marL="2286000" rtl="0">
              <a:spcBef>
                <a:spcPts val="0"/>
              </a:spcBef>
              <a:spcAft>
                <a:spcPts val="0"/>
              </a:spcAft>
              <a:buSzPts val="3600"/>
              <a:buChar char="○"/>
              <a:defRPr sz="3600"/>
            </a:lvl5pPr>
            <a:lvl6pPr indent="-457200" lvl="5" marL="2743200" rtl="0">
              <a:spcBef>
                <a:spcPts val="0"/>
              </a:spcBef>
              <a:spcAft>
                <a:spcPts val="0"/>
              </a:spcAft>
              <a:buSzPts val="3600"/>
              <a:buChar char="■"/>
              <a:defRPr sz="3600"/>
            </a:lvl6pPr>
            <a:lvl7pPr indent="-457200" lvl="6" marL="3200400" rtl="0">
              <a:spcBef>
                <a:spcPts val="0"/>
              </a:spcBef>
              <a:spcAft>
                <a:spcPts val="0"/>
              </a:spcAft>
              <a:buSzPts val="3600"/>
              <a:buChar char="●"/>
              <a:defRPr sz="3600"/>
            </a:lvl7pPr>
            <a:lvl8pPr indent="-457200" lvl="7" marL="3657600" rtl="0">
              <a:spcBef>
                <a:spcPts val="0"/>
              </a:spcBef>
              <a:spcAft>
                <a:spcPts val="0"/>
              </a:spcAft>
              <a:buSzPts val="3600"/>
              <a:buChar char="○"/>
              <a:defRPr sz="3600"/>
            </a:lvl8pPr>
            <a:lvl9pPr indent="-457200" lvl="8" marL="4114800" rtl="0">
              <a:spcBef>
                <a:spcPts val="0"/>
              </a:spcBef>
              <a:spcAft>
                <a:spcPts val="0"/>
              </a:spcAft>
              <a:buSzPts val="3600"/>
              <a:buChar char="■"/>
              <a:defRPr sz="3600"/>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hare Your Answers">
  <p:cSld name="CUSTOM_10_1_1_1_1_1_2">
    <p:bg>
      <p:bgPr>
        <a:solidFill>
          <a:srgbClr val="F2F2F2"/>
        </a:solidFill>
      </p:bgPr>
    </p:bg>
    <p:spTree>
      <p:nvGrpSpPr>
        <p:cNvPr id="312" name="Shape 312"/>
        <p:cNvGrpSpPr/>
        <p:nvPr/>
      </p:nvGrpSpPr>
      <p:grpSpPr>
        <a:xfrm>
          <a:off x="0" y="0"/>
          <a:ext cx="0" cy="0"/>
          <a:chOff x="0" y="0"/>
          <a:chExt cx="0" cy="0"/>
        </a:xfrm>
      </p:grpSpPr>
      <p:sp>
        <p:nvSpPr>
          <p:cNvPr id="313" name="Google Shape;313;g2ee73b4a550_4_674"/>
          <p:cNvSpPr/>
          <p:nvPr/>
        </p:nvSpPr>
        <p:spPr>
          <a:xfrm flipH="1">
            <a:off x="1251238" y="1174875"/>
            <a:ext cx="2443200" cy="2443500"/>
          </a:xfrm>
          <a:prstGeom prst="wedgeEllipseCallout">
            <a:avLst>
              <a:gd fmla="val -20833" name="adj1"/>
              <a:gd fmla="val 62500" name="adj2"/>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2ee73b4a550_4_674"/>
          <p:cNvSpPr/>
          <p:nvPr/>
        </p:nvSpPr>
        <p:spPr>
          <a:xfrm>
            <a:off x="5449563" y="1174875"/>
            <a:ext cx="2443200" cy="2443500"/>
          </a:xfrm>
          <a:prstGeom prst="wedgeEllipseCallout">
            <a:avLst>
              <a:gd fmla="val -20833" name="adj1"/>
              <a:gd fmla="val 62500" name="adj2"/>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g2ee73b4a550_4_674"/>
          <p:cNvSpPr/>
          <p:nvPr/>
        </p:nvSpPr>
        <p:spPr>
          <a:xfrm>
            <a:off x="3586938" y="1399275"/>
            <a:ext cx="1994400" cy="1994700"/>
          </a:xfrm>
          <a:prstGeom prst="wedgeEllipseCallout">
            <a:avLst>
              <a:gd fmla="val -20833" name="adj1"/>
              <a:gd fmla="val 62500" name="adj2"/>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g2ee73b4a550_4_674"/>
          <p:cNvSpPr txBox="1"/>
          <p:nvPr/>
        </p:nvSpPr>
        <p:spPr>
          <a:xfrm>
            <a:off x="14183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Share</a:t>
            </a:r>
            <a:endParaRPr b="1" i="0" sz="4000" u="none" cap="none" strike="noStrike">
              <a:solidFill>
                <a:srgbClr val="FFFFFF"/>
              </a:solidFill>
              <a:latin typeface="Roboto"/>
              <a:ea typeface="Roboto"/>
              <a:cs typeface="Roboto"/>
              <a:sym typeface="Roboto"/>
            </a:endParaRPr>
          </a:p>
        </p:txBody>
      </p:sp>
      <p:sp>
        <p:nvSpPr>
          <p:cNvPr id="317" name="Google Shape;317;g2ee73b4a550_4_674"/>
          <p:cNvSpPr txBox="1"/>
          <p:nvPr/>
        </p:nvSpPr>
        <p:spPr>
          <a:xfrm>
            <a:off x="3529638" y="2020425"/>
            <a:ext cx="21090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Your</a:t>
            </a:r>
            <a:endParaRPr b="1" i="0" sz="4000" u="none" cap="none" strike="noStrike">
              <a:solidFill>
                <a:srgbClr val="FFFFFF"/>
              </a:solidFill>
              <a:latin typeface="Roboto"/>
              <a:ea typeface="Roboto"/>
              <a:cs typeface="Roboto"/>
              <a:sym typeface="Roboto"/>
            </a:endParaRPr>
          </a:p>
        </p:txBody>
      </p:sp>
      <p:sp>
        <p:nvSpPr>
          <p:cNvPr id="318" name="Google Shape;318;g2ee73b4a550_4_674"/>
          <p:cNvSpPr txBox="1"/>
          <p:nvPr/>
        </p:nvSpPr>
        <p:spPr>
          <a:xfrm>
            <a:off x="5469363" y="2020425"/>
            <a:ext cx="2403600" cy="752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FFFFFF"/>
                </a:solidFill>
                <a:latin typeface="Roboto"/>
                <a:ea typeface="Roboto"/>
                <a:cs typeface="Roboto"/>
                <a:sym typeface="Roboto"/>
              </a:rPr>
              <a:t>Answers</a:t>
            </a:r>
            <a:endParaRPr b="1" i="0" sz="4000" u="none" cap="none" strike="noStrike">
              <a:solidFill>
                <a:srgbClr val="FFFFFF"/>
              </a:solidFill>
              <a:latin typeface="Roboto"/>
              <a:ea typeface="Roboto"/>
              <a:cs typeface="Roboto"/>
              <a:sym typeface="Roboto"/>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member">
  <p:cSld name="CUSTOM_10_1_1_1_1_1_1">
    <p:bg>
      <p:bgPr>
        <a:solidFill>
          <a:srgbClr val="F2F2F2"/>
        </a:solidFill>
      </p:bgPr>
    </p:bg>
    <p:spTree>
      <p:nvGrpSpPr>
        <p:cNvPr id="319" name="Shape 319"/>
        <p:cNvGrpSpPr/>
        <p:nvPr/>
      </p:nvGrpSpPr>
      <p:grpSpPr>
        <a:xfrm>
          <a:off x="0" y="0"/>
          <a:ext cx="0" cy="0"/>
          <a:chOff x="0" y="0"/>
          <a:chExt cx="0" cy="0"/>
        </a:xfrm>
      </p:grpSpPr>
      <p:sp>
        <p:nvSpPr>
          <p:cNvPr id="320" name="Google Shape;320;g2ee73b4a550_4_681"/>
          <p:cNvSpPr txBox="1"/>
          <p:nvPr/>
        </p:nvSpPr>
        <p:spPr>
          <a:xfrm>
            <a:off x="4869500" y="1501000"/>
            <a:ext cx="3901200" cy="740100"/>
          </a:xfrm>
          <a:prstGeom prst="rect">
            <a:avLst/>
          </a:prstGeom>
          <a:noFill/>
          <a:ln>
            <a:noFill/>
          </a:ln>
        </p:spPr>
        <p:txBody>
          <a:bodyPr anchorCtr="0" anchor="t" bIns="0" lIns="457200" spcFirstLastPara="1" rIns="457200" wrap="square" tIns="91425">
            <a:noAutofit/>
          </a:bodyPr>
          <a:lstStyle/>
          <a:p>
            <a:pPr indent="0" lvl="0" marL="0" marR="0" rtl="0" algn="l">
              <a:lnSpc>
                <a:spcPct val="100000"/>
              </a:lnSpc>
              <a:spcBef>
                <a:spcPts val="0"/>
              </a:spcBef>
              <a:spcAft>
                <a:spcPts val="0"/>
              </a:spcAft>
              <a:buClr>
                <a:srgbClr val="000000"/>
              </a:buClr>
              <a:buSzPts val="5200"/>
              <a:buFont typeface="Arial"/>
              <a:buNone/>
            </a:pPr>
            <a:r>
              <a:rPr b="1" i="0" lang="en" sz="4500" u="none" cap="none" strike="noStrike">
                <a:solidFill>
                  <a:schemeClr val="dk2"/>
                </a:solidFill>
                <a:latin typeface="Roboto"/>
                <a:ea typeface="Roboto"/>
                <a:cs typeface="Roboto"/>
                <a:sym typeface="Roboto"/>
              </a:rPr>
              <a:t>Remember, </a:t>
            </a:r>
            <a:endParaRPr b="1" i="0" sz="4500" u="none" cap="none" strike="noStrike">
              <a:solidFill>
                <a:schemeClr val="dk2"/>
              </a:solidFill>
              <a:latin typeface="Roboto"/>
              <a:ea typeface="Roboto"/>
              <a:cs typeface="Roboto"/>
              <a:sym typeface="Roboto"/>
            </a:endParaRPr>
          </a:p>
        </p:txBody>
      </p:sp>
      <p:pic>
        <p:nvPicPr>
          <p:cNvPr id="321" name="Google Shape;321;g2ee73b4a550_4_681"/>
          <p:cNvPicPr preferRelativeResize="0"/>
          <p:nvPr/>
        </p:nvPicPr>
        <p:blipFill rotWithShape="1">
          <a:blip r:embed="rId2">
            <a:alphaModFix/>
          </a:blip>
          <a:srcRect b="0" l="0" r="0" t="0"/>
          <a:stretch/>
        </p:blipFill>
        <p:spPr>
          <a:xfrm flipH="1">
            <a:off x="-556324" y="1502075"/>
            <a:ext cx="5962899" cy="2537225"/>
          </a:xfrm>
          <a:prstGeom prst="rect">
            <a:avLst/>
          </a:prstGeom>
          <a:noFill/>
          <a:ln>
            <a:noFill/>
          </a:ln>
        </p:spPr>
      </p:pic>
      <p:grpSp>
        <p:nvGrpSpPr>
          <p:cNvPr id="322" name="Google Shape;322;g2ee73b4a550_4_681"/>
          <p:cNvGrpSpPr/>
          <p:nvPr/>
        </p:nvGrpSpPr>
        <p:grpSpPr>
          <a:xfrm>
            <a:off x="3972318" y="1206125"/>
            <a:ext cx="1051285" cy="920372"/>
            <a:chOff x="587700" y="-13400"/>
            <a:chExt cx="5735325" cy="5021125"/>
          </a:xfrm>
        </p:grpSpPr>
        <p:sp>
          <p:nvSpPr>
            <p:cNvPr id="323" name="Google Shape;323;g2ee73b4a550_4_681"/>
            <p:cNvSpPr/>
            <p:nvPr/>
          </p:nvSpPr>
          <p:spPr>
            <a:xfrm>
              <a:off x="3126550" y="3129550"/>
              <a:ext cx="449525" cy="1850775"/>
            </a:xfrm>
            <a:custGeom>
              <a:rect b="b" l="l" r="r" t="t"/>
              <a:pathLst>
                <a:path extrusionOk="0" fill="none" h="74031" w="17981">
                  <a:moveTo>
                    <a:pt x="1" y="68541"/>
                  </a:moveTo>
                  <a:cubicBezTo>
                    <a:pt x="7486" y="74031"/>
                    <a:pt x="17981" y="42278"/>
                    <a:pt x="5491" y="0"/>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ee73b4a550_4_681"/>
            <p:cNvSpPr/>
            <p:nvPr/>
          </p:nvSpPr>
          <p:spPr>
            <a:xfrm>
              <a:off x="3253475" y="3038050"/>
              <a:ext cx="1008375" cy="1969675"/>
            </a:xfrm>
            <a:custGeom>
              <a:rect b="b" l="l" r="r" t="t"/>
              <a:pathLst>
                <a:path extrusionOk="0" fill="none" h="78787" w="40335">
                  <a:moveTo>
                    <a:pt x="0" y="69792"/>
                  </a:moveTo>
                  <a:cubicBezTo>
                    <a:pt x="16481" y="78787"/>
                    <a:pt x="40334" y="34844"/>
                    <a:pt x="28206" y="11125"/>
                  </a:cubicBezTo>
                  <a:cubicBezTo>
                    <a:pt x="22519" y="0"/>
                    <a:pt x="1541" y="5118"/>
                    <a:pt x="1913" y="9099"/>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g2ee73b4a550_4_681"/>
            <p:cNvSpPr/>
            <p:nvPr/>
          </p:nvSpPr>
          <p:spPr>
            <a:xfrm>
              <a:off x="587700" y="131875"/>
              <a:ext cx="2878775" cy="2997700"/>
            </a:xfrm>
            <a:custGeom>
              <a:rect b="b" l="l" r="r" t="t"/>
              <a:pathLst>
                <a:path extrusionOk="0" fill="none" h="119908" w="115151">
                  <a:moveTo>
                    <a:pt x="115151" y="119907"/>
                  </a:moveTo>
                  <a:cubicBezTo>
                    <a:pt x="50602" y="114789"/>
                    <a:pt x="1" y="75106"/>
                    <a:pt x="30926" y="48761"/>
                  </a:cubicBezTo>
                  <a:cubicBezTo>
                    <a:pt x="88165" y="0"/>
                    <a:pt x="115151" y="119907"/>
                    <a:pt x="115151" y="119907"/>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2ee73b4a550_4_681"/>
            <p:cNvSpPr/>
            <p:nvPr/>
          </p:nvSpPr>
          <p:spPr>
            <a:xfrm>
              <a:off x="3408550" y="-13400"/>
              <a:ext cx="1796500" cy="3142975"/>
            </a:xfrm>
            <a:custGeom>
              <a:rect b="b" l="l" r="r" t="t"/>
              <a:pathLst>
                <a:path extrusionOk="0" fill="none" h="125719" w="71860">
                  <a:moveTo>
                    <a:pt x="2317" y="125718"/>
                  </a:moveTo>
                  <a:cubicBezTo>
                    <a:pt x="1" y="63568"/>
                    <a:pt x="64974" y="1"/>
                    <a:pt x="69492" y="63568"/>
                  </a:cubicBezTo>
                  <a:cubicBezTo>
                    <a:pt x="71860" y="96850"/>
                    <a:pt x="2317" y="125718"/>
                    <a:pt x="2317" y="125718"/>
                  </a:cubicBezTo>
                  <a:close/>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7" name="Google Shape;327;g2ee73b4a550_4_681"/>
            <p:cNvSpPr/>
            <p:nvPr/>
          </p:nvSpPr>
          <p:spPr>
            <a:xfrm>
              <a:off x="3466450" y="2580250"/>
              <a:ext cx="2856575" cy="1271275"/>
            </a:xfrm>
            <a:custGeom>
              <a:rect b="b" l="l" r="r" t="t"/>
              <a:pathLst>
                <a:path extrusionOk="0" fill="none" h="50851" w="114263">
                  <a:moveTo>
                    <a:pt x="1" y="21972"/>
                  </a:moveTo>
                  <a:cubicBezTo>
                    <a:pt x="52732" y="1"/>
                    <a:pt x="75965" y="50850"/>
                    <a:pt x="114262" y="13184"/>
                  </a:cubicBezTo>
                </a:path>
              </a:pathLst>
            </a:custGeom>
            <a:noFill/>
            <a:ln cap="rnd"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28" name="Google Shape;328;g2ee73b4a550_4_681"/>
          <p:cNvSpPr txBox="1"/>
          <p:nvPr/>
        </p:nvSpPr>
        <p:spPr>
          <a:xfrm>
            <a:off x="5345350" y="2338950"/>
            <a:ext cx="3524400" cy="2471400"/>
          </a:xfrm>
          <a:prstGeom prst="rect">
            <a:avLst/>
          </a:prstGeom>
          <a:noFill/>
          <a:ln>
            <a:noFill/>
          </a:ln>
        </p:spPr>
        <p:txBody>
          <a:bodyPr anchorCtr="0" anchor="t" bIns="0" lIns="0" spcFirstLastPara="1" rIns="45720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E5E73"/>
              </a:solidFill>
              <a:latin typeface="Roboto"/>
              <a:ea typeface="Roboto"/>
              <a:cs typeface="Roboto"/>
              <a:sym typeface="Roboto"/>
            </a:endParaRPr>
          </a:p>
        </p:txBody>
      </p:sp>
      <p:pic>
        <p:nvPicPr>
          <p:cNvPr id="329" name="Google Shape;329;g2ee73b4a550_4_681"/>
          <p:cNvPicPr preferRelativeResize="0"/>
          <p:nvPr/>
        </p:nvPicPr>
        <p:blipFill rotWithShape="1">
          <a:blip r:embed="rId3">
            <a:alphaModFix amt="11000"/>
          </a:blip>
          <a:srcRect b="7135" l="-6410" r="6410" t="-3050"/>
          <a:stretch/>
        </p:blipFill>
        <p:spPr>
          <a:xfrm>
            <a:off x="5157740" y="2672100"/>
            <a:ext cx="3986260" cy="2471400"/>
          </a:xfrm>
          <a:prstGeom prst="rect">
            <a:avLst/>
          </a:prstGeom>
          <a:noFill/>
          <a:ln>
            <a:noFill/>
          </a:ln>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Large icon: Key Idea">
  <p:cSld name="CUSTOM_4_1_2_2">
    <p:bg>
      <p:bgPr>
        <a:solidFill>
          <a:schemeClr val="lt2"/>
        </a:solidFill>
      </p:bgPr>
    </p:bg>
    <p:spTree>
      <p:nvGrpSpPr>
        <p:cNvPr id="331" name="Shape 331"/>
        <p:cNvGrpSpPr/>
        <p:nvPr/>
      </p:nvGrpSpPr>
      <p:grpSpPr>
        <a:xfrm>
          <a:off x="0" y="0"/>
          <a:ext cx="0" cy="0"/>
          <a:chOff x="0" y="0"/>
          <a:chExt cx="0" cy="0"/>
        </a:xfrm>
      </p:grpSpPr>
      <p:sp>
        <p:nvSpPr>
          <p:cNvPr id="332" name="Google Shape;332;g2ee73b4a550_4_693"/>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3" name="Google Shape;333;g2ee73b4a550_4_693"/>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334" name="Google Shape;334;g2ee73b4a550_4_693"/>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35" name="Google Shape;335;g2ee73b4a550_4_693"/>
          <p:cNvSpPr txBox="1"/>
          <p:nvPr>
            <p:ph type="title"/>
          </p:nvPr>
        </p:nvSpPr>
        <p:spPr>
          <a:xfrm>
            <a:off x="3657600" y="1377600"/>
            <a:ext cx="5038800" cy="2741400"/>
          </a:xfrm>
          <a:prstGeom prst="rect">
            <a:avLst/>
          </a:prstGeom>
          <a:noFill/>
          <a:ln>
            <a:noFill/>
          </a:ln>
        </p:spPr>
        <p:txBody>
          <a:bodyPr anchorCtr="0" anchor="ctr" bIns="91425" lIns="0" spcFirstLastPara="1" rIns="91425" wrap="square" tIns="91425">
            <a:noAutofit/>
          </a:bodyPr>
          <a:lstStyle>
            <a:lvl1pPr lvl="0" rtl="0" algn="l">
              <a:lnSpc>
                <a:spcPct val="100000"/>
              </a:lnSpc>
              <a:spcBef>
                <a:spcPts val="0"/>
              </a:spcBef>
              <a:spcAft>
                <a:spcPts val="0"/>
              </a:spcAft>
              <a:buClr>
                <a:schemeClr val="dk2"/>
              </a:buClr>
              <a:buSzPts val="3800"/>
              <a:buNone/>
              <a:defRPr sz="38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slide - Large icon: Question">
  <p:cSld name="CUSTOM_4_1_2_1_1">
    <p:bg>
      <p:bgPr>
        <a:solidFill>
          <a:schemeClr val="lt2"/>
        </a:solidFill>
      </p:bgPr>
    </p:bg>
    <p:spTree>
      <p:nvGrpSpPr>
        <p:cNvPr id="336" name="Shape 336"/>
        <p:cNvGrpSpPr/>
        <p:nvPr/>
      </p:nvGrpSpPr>
      <p:grpSpPr>
        <a:xfrm>
          <a:off x="0" y="0"/>
          <a:ext cx="0" cy="0"/>
          <a:chOff x="0" y="0"/>
          <a:chExt cx="0" cy="0"/>
        </a:xfrm>
      </p:grpSpPr>
      <p:sp>
        <p:nvSpPr>
          <p:cNvPr id="337" name="Google Shape;337;g2ee73b4a550_4_698"/>
          <p:cNvSpPr/>
          <p:nvPr/>
        </p:nvSpPr>
        <p:spPr>
          <a:xfrm>
            <a:off x="459100" y="1377600"/>
            <a:ext cx="2741400" cy="2741400"/>
          </a:xfrm>
          <a:prstGeom prst="ellips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38" name="Google Shape;338;g2ee73b4a550_4_698"/>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pic>
        <p:nvPicPr>
          <p:cNvPr id="339" name="Google Shape;339;g2ee73b4a550_4_698"/>
          <p:cNvPicPr preferRelativeResize="0"/>
          <p:nvPr/>
        </p:nvPicPr>
        <p:blipFill rotWithShape="1">
          <a:blip r:embed="rId3">
            <a:alphaModFix/>
          </a:blip>
          <a:srcRect b="0" l="0" r="0" t="0"/>
          <a:stretch/>
        </p:blipFill>
        <p:spPr>
          <a:xfrm>
            <a:off x="1327875" y="2012779"/>
            <a:ext cx="1003696" cy="1489696"/>
          </a:xfrm>
          <a:prstGeom prst="rect">
            <a:avLst/>
          </a:prstGeom>
          <a:noFill/>
          <a:ln>
            <a:noFill/>
          </a:ln>
        </p:spPr>
      </p:pic>
      <p:sp>
        <p:nvSpPr>
          <p:cNvPr id="340" name="Google Shape;340;g2ee73b4a550_4_698"/>
          <p:cNvSpPr txBox="1"/>
          <p:nvPr>
            <p:ph type="title"/>
          </p:nvPr>
        </p:nvSpPr>
        <p:spPr>
          <a:xfrm>
            <a:off x="3657600" y="1377600"/>
            <a:ext cx="5038800" cy="2741400"/>
          </a:xfrm>
          <a:prstGeom prst="rect">
            <a:avLst/>
          </a:prstGeom>
          <a:noFill/>
          <a:ln>
            <a:noFill/>
          </a:ln>
        </p:spPr>
        <p:txBody>
          <a:bodyPr anchorCtr="0" anchor="ctr" bIns="91425" lIns="0" spcFirstLastPara="1" rIns="91425" wrap="square" tIns="91425">
            <a:noAutofit/>
          </a:bodyPr>
          <a:lstStyle>
            <a:lvl1pPr lvl="0" rtl="0" algn="l">
              <a:lnSpc>
                <a:spcPct val="100000"/>
              </a:lnSpc>
              <a:spcBef>
                <a:spcPts val="0"/>
              </a:spcBef>
              <a:spcAft>
                <a:spcPts val="0"/>
              </a:spcAft>
              <a:buClr>
                <a:schemeClr val="dk2"/>
              </a:buClr>
              <a:buSzPts val="3800"/>
              <a:buNone/>
              <a:defRPr sz="3800">
                <a:solidFill>
                  <a:schemeClr val="dk2"/>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slide">
  <p:cSld name="CUSTOM_23_3">
    <p:bg>
      <p:bgPr>
        <a:solidFill>
          <a:srgbClr val="F2F2F2"/>
        </a:solidFill>
      </p:bgPr>
    </p:bg>
    <p:spTree>
      <p:nvGrpSpPr>
        <p:cNvPr id="341" name="Shape 341"/>
        <p:cNvGrpSpPr/>
        <p:nvPr/>
      </p:nvGrpSpPr>
      <p:grpSpPr>
        <a:xfrm>
          <a:off x="0" y="0"/>
          <a:ext cx="0" cy="0"/>
          <a:chOff x="0" y="0"/>
          <a:chExt cx="0" cy="0"/>
        </a:xfrm>
      </p:grpSpPr>
      <p:sp>
        <p:nvSpPr>
          <p:cNvPr id="342" name="Google Shape;342;g2ee73b4a550_4_70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2ee73b4a550_4_703"/>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344" name="Google Shape;344;g2ee73b4a550_4_703"/>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345" name="Google Shape;345;g2ee73b4a550_4_703"/>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346" name="Google Shape;346;g2ee73b4a550_4_703"/>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347" name="Google Shape;347;g2ee73b4a550_4_703"/>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lvl1pPr lvl="0" rtl="0" algn="l">
              <a:lnSpc>
                <a:spcPct val="115000"/>
              </a:lnSpc>
              <a:spcBef>
                <a:spcPts val="0"/>
              </a:spcBef>
              <a:spcAft>
                <a:spcPts val="0"/>
              </a:spcAft>
              <a:buClr>
                <a:schemeClr val="dk2"/>
              </a:buClr>
              <a:buSzPts val="1800"/>
              <a:buNone/>
              <a:defRPr>
                <a:solidFill>
                  <a:schemeClr val="dk2"/>
                </a:solidFill>
              </a:defRPr>
            </a:lvl1pPr>
            <a:lvl2pPr lvl="1" rtl="0" algn="l">
              <a:lnSpc>
                <a:spcPct val="115000"/>
              </a:lnSpc>
              <a:spcBef>
                <a:spcPts val="0"/>
              </a:spcBef>
              <a:spcAft>
                <a:spcPts val="0"/>
              </a:spcAft>
              <a:buClr>
                <a:schemeClr val="dk2"/>
              </a:buClr>
              <a:buSzPts val="1800"/>
              <a:buNone/>
              <a:defRPr sz="1800">
                <a:solidFill>
                  <a:schemeClr val="dk2"/>
                </a:solidFill>
              </a:defRPr>
            </a:lvl2pPr>
            <a:lvl3pPr lvl="2" rtl="0" algn="l">
              <a:lnSpc>
                <a:spcPct val="115000"/>
              </a:lnSpc>
              <a:spcBef>
                <a:spcPts val="0"/>
              </a:spcBef>
              <a:spcAft>
                <a:spcPts val="0"/>
              </a:spcAft>
              <a:buClr>
                <a:schemeClr val="dk2"/>
              </a:buClr>
              <a:buSzPts val="1800"/>
              <a:buNone/>
              <a:defRPr sz="1800">
                <a:solidFill>
                  <a:schemeClr val="dk2"/>
                </a:solidFill>
              </a:defRPr>
            </a:lvl3pPr>
            <a:lvl4pPr lvl="3" rtl="0" algn="l">
              <a:lnSpc>
                <a:spcPct val="115000"/>
              </a:lnSpc>
              <a:spcBef>
                <a:spcPts val="0"/>
              </a:spcBef>
              <a:spcAft>
                <a:spcPts val="0"/>
              </a:spcAft>
              <a:buClr>
                <a:schemeClr val="dk2"/>
              </a:buClr>
              <a:buSzPts val="1800"/>
              <a:buNone/>
              <a:defRPr sz="1800">
                <a:solidFill>
                  <a:schemeClr val="dk2"/>
                </a:solidFill>
              </a:defRPr>
            </a:lvl4pPr>
            <a:lvl5pPr lvl="4" rtl="0" algn="l">
              <a:lnSpc>
                <a:spcPct val="115000"/>
              </a:lnSpc>
              <a:spcBef>
                <a:spcPts val="0"/>
              </a:spcBef>
              <a:spcAft>
                <a:spcPts val="0"/>
              </a:spcAft>
              <a:buClr>
                <a:schemeClr val="dk2"/>
              </a:buClr>
              <a:buSzPts val="1800"/>
              <a:buNone/>
              <a:defRPr sz="1800">
                <a:solidFill>
                  <a:schemeClr val="dk2"/>
                </a:solidFill>
              </a:defRPr>
            </a:lvl5pPr>
            <a:lvl6pPr lvl="5" rtl="0" algn="l">
              <a:lnSpc>
                <a:spcPct val="115000"/>
              </a:lnSpc>
              <a:spcBef>
                <a:spcPts val="0"/>
              </a:spcBef>
              <a:spcAft>
                <a:spcPts val="0"/>
              </a:spcAft>
              <a:buClr>
                <a:schemeClr val="dk2"/>
              </a:buClr>
              <a:buSzPts val="1800"/>
              <a:buNone/>
              <a:defRPr sz="1800">
                <a:solidFill>
                  <a:schemeClr val="dk2"/>
                </a:solidFill>
              </a:defRPr>
            </a:lvl6pPr>
            <a:lvl7pPr lvl="6" rtl="0" algn="l">
              <a:lnSpc>
                <a:spcPct val="115000"/>
              </a:lnSpc>
              <a:spcBef>
                <a:spcPts val="0"/>
              </a:spcBef>
              <a:spcAft>
                <a:spcPts val="0"/>
              </a:spcAft>
              <a:buClr>
                <a:schemeClr val="dk2"/>
              </a:buClr>
              <a:buSzPts val="1800"/>
              <a:buNone/>
              <a:defRPr sz="1800">
                <a:solidFill>
                  <a:schemeClr val="dk2"/>
                </a:solidFill>
              </a:defRPr>
            </a:lvl7pPr>
            <a:lvl8pPr lvl="7" rtl="0" algn="l">
              <a:lnSpc>
                <a:spcPct val="115000"/>
              </a:lnSpc>
              <a:spcBef>
                <a:spcPts val="0"/>
              </a:spcBef>
              <a:spcAft>
                <a:spcPts val="0"/>
              </a:spcAft>
              <a:buClr>
                <a:schemeClr val="dk2"/>
              </a:buClr>
              <a:buSzPts val="1800"/>
              <a:buNone/>
              <a:defRPr sz="1800">
                <a:solidFill>
                  <a:schemeClr val="dk2"/>
                </a:solidFill>
              </a:defRPr>
            </a:lvl8pPr>
            <a:lvl9pPr lvl="8" rtl="0" algn="l">
              <a:lnSpc>
                <a:spcPct val="115000"/>
              </a:lnSpc>
              <a:spcBef>
                <a:spcPts val="0"/>
              </a:spcBef>
              <a:spcAft>
                <a:spcPts val="0"/>
              </a:spcAft>
              <a:buClr>
                <a:schemeClr val="dk2"/>
              </a:buClr>
              <a:buSzPts val="1800"/>
              <a:buNone/>
              <a:defRPr sz="1800">
                <a:solidFill>
                  <a:schemeClr val="dk2"/>
                </a:solidFill>
              </a:defRPr>
            </a:lvl9pPr>
          </a:lstStyle>
          <a:p/>
        </p:txBody>
      </p:sp>
      <p:sp>
        <p:nvSpPr>
          <p:cNvPr id="348" name="Google Shape;348;g2ee73b4a550_4_703"/>
          <p:cNvSpPr txBox="1"/>
          <p:nvPr>
            <p:ph idx="2"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349" name="Google Shape;349;g2ee73b4a550_4_703"/>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350" name="Google Shape;350;g2ee73b4a550_4_703"/>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3">
  <p:cSld name="CUSTOM_2">
    <p:spTree>
      <p:nvGrpSpPr>
        <p:cNvPr id="351" name="Shape 351"/>
        <p:cNvGrpSpPr/>
        <p:nvPr/>
      </p:nvGrpSpPr>
      <p:grpSpPr>
        <a:xfrm>
          <a:off x="0" y="0"/>
          <a:ext cx="0" cy="0"/>
          <a:chOff x="0" y="0"/>
          <a:chExt cx="0" cy="0"/>
        </a:xfrm>
      </p:grpSpPr>
      <p:sp>
        <p:nvSpPr>
          <p:cNvPr id="352" name="Google Shape;352;g2ee73b4a550_4_713"/>
          <p:cNvSpPr txBox="1"/>
          <p:nvPr/>
        </p:nvSpPr>
        <p:spPr>
          <a:xfrm>
            <a:off x="1172100" y="4916650"/>
            <a:ext cx="7971900" cy="226800"/>
          </a:xfrm>
          <a:prstGeom prst="rect">
            <a:avLst/>
          </a:prstGeom>
          <a:noFill/>
          <a:ln>
            <a:noFill/>
          </a:ln>
        </p:spPr>
        <p:txBody>
          <a:bodyPr anchorCtr="0" anchor="t" bIns="0" lIns="274300" spcFirstLastPara="1" rIns="0" wrap="square" tIns="45700">
            <a:noAutofit/>
          </a:bodyPr>
          <a:lstStyle/>
          <a:p>
            <a:pPr indent="0" lvl="0" marL="0" marR="0" rtl="0" algn="r">
              <a:lnSpc>
                <a:spcPct val="100000"/>
              </a:lnSpc>
              <a:spcBef>
                <a:spcPts val="0"/>
              </a:spcBef>
              <a:spcAft>
                <a:spcPts val="0"/>
              </a:spcAft>
              <a:buClr>
                <a:srgbClr val="000000"/>
              </a:buClr>
              <a:buSzPts val="900"/>
              <a:buFont typeface="Arial"/>
              <a:buNone/>
            </a:pPr>
            <a:r>
              <a:t/>
            </a:r>
            <a:endParaRPr b="0" i="0" sz="900" u="none" cap="none" strike="noStrike">
              <a:solidFill>
                <a:srgbClr val="2E5E73"/>
              </a:solidFill>
              <a:latin typeface="Roboto"/>
              <a:ea typeface="Roboto"/>
              <a:cs typeface="Roboto"/>
              <a:sym typeface="Roboto"/>
            </a:endParaRPr>
          </a:p>
        </p:txBody>
      </p:sp>
      <p:sp>
        <p:nvSpPr>
          <p:cNvPr id="353" name="Google Shape;353;g2ee73b4a550_4_713"/>
          <p:cNvSpPr txBox="1"/>
          <p:nvPr>
            <p:ph idx="1" type="body"/>
          </p:nvPr>
        </p:nvSpPr>
        <p:spPr>
          <a:xfrm>
            <a:off x="0" y="1063525"/>
            <a:ext cx="8686800" cy="3520800"/>
          </a:xfrm>
          <a:prstGeom prst="rect">
            <a:avLst/>
          </a:prstGeom>
          <a:noFill/>
          <a:ln>
            <a:noFill/>
          </a:ln>
        </p:spPr>
        <p:txBody>
          <a:bodyPr anchorCtr="0" anchor="t" bIns="91425" lIns="137150" spcFirstLastPara="1" rIns="91425" wrap="square" tIns="91425">
            <a:noAutofit/>
          </a:bodyPr>
          <a:lstStyle>
            <a:lvl1pPr indent="-342900" lvl="0" marL="457200" rtl="0" algn="l">
              <a:lnSpc>
                <a:spcPct val="115000"/>
              </a:lnSpc>
              <a:spcBef>
                <a:spcPts val="0"/>
              </a:spcBef>
              <a:spcAft>
                <a:spcPts val="0"/>
              </a:spcAft>
              <a:buClr>
                <a:schemeClr val="dk2"/>
              </a:buClr>
              <a:buSzPts val="1800"/>
              <a:buChar char="●"/>
              <a:defRPr>
                <a:solidFill>
                  <a:schemeClr val="dk2"/>
                </a:solidFill>
              </a:defRPr>
            </a:lvl1pPr>
            <a:lvl2pPr indent="-342900" lvl="1" marL="914400" rtl="0" algn="l">
              <a:lnSpc>
                <a:spcPct val="115000"/>
              </a:lnSpc>
              <a:spcBef>
                <a:spcPts val="0"/>
              </a:spcBef>
              <a:spcAft>
                <a:spcPts val="0"/>
              </a:spcAft>
              <a:buClr>
                <a:schemeClr val="dk2"/>
              </a:buClr>
              <a:buSzPts val="1800"/>
              <a:buChar char="○"/>
              <a:defRPr>
                <a:solidFill>
                  <a:schemeClr val="dk2"/>
                </a:solidFill>
              </a:defRPr>
            </a:lvl2pPr>
            <a:lvl3pPr indent="-342900" lvl="2" marL="1371600" rtl="0" algn="l">
              <a:lnSpc>
                <a:spcPct val="115000"/>
              </a:lnSpc>
              <a:spcBef>
                <a:spcPts val="0"/>
              </a:spcBef>
              <a:spcAft>
                <a:spcPts val="0"/>
              </a:spcAft>
              <a:buClr>
                <a:schemeClr val="dk2"/>
              </a:buClr>
              <a:buSzPts val="1800"/>
              <a:buChar char="■"/>
              <a:defRPr>
                <a:solidFill>
                  <a:schemeClr val="dk2"/>
                </a:solidFill>
              </a:defRPr>
            </a:lvl3pPr>
            <a:lvl4pPr indent="-342900" lvl="3" marL="1828800" rtl="0" algn="l">
              <a:lnSpc>
                <a:spcPct val="115000"/>
              </a:lnSpc>
              <a:spcBef>
                <a:spcPts val="0"/>
              </a:spcBef>
              <a:spcAft>
                <a:spcPts val="0"/>
              </a:spcAft>
              <a:buClr>
                <a:schemeClr val="dk2"/>
              </a:buClr>
              <a:buSzPts val="1800"/>
              <a:buChar char="●"/>
              <a:defRPr>
                <a:solidFill>
                  <a:schemeClr val="dk2"/>
                </a:solidFill>
              </a:defRPr>
            </a:lvl4pPr>
            <a:lvl5pPr indent="-342900" lvl="4" marL="2286000" rtl="0" algn="l">
              <a:lnSpc>
                <a:spcPct val="115000"/>
              </a:lnSpc>
              <a:spcBef>
                <a:spcPts val="0"/>
              </a:spcBef>
              <a:spcAft>
                <a:spcPts val="0"/>
              </a:spcAft>
              <a:buClr>
                <a:schemeClr val="dk2"/>
              </a:buClr>
              <a:buSzPts val="1800"/>
              <a:buChar char="○"/>
              <a:defRPr>
                <a:solidFill>
                  <a:schemeClr val="dk2"/>
                </a:solidFill>
              </a:defRPr>
            </a:lvl5pPr>
            <a:lvl6pPr indent="-342900" lvl="5" marL="2743200" rtl="0" algn="l">
              <a:lnSpc>
                <a:spcPct val="115000"/>
              </a:lnSpc>
              <a:spcBef>
                <a:spcPts val="0"/>
              </a:spcBef>
              <a:spcAft>
                <a:spcPts val="0"/>
              </a:spcAft>
              <a:buClr>
                <a:schemeClr val="dk2"/>
              </a:buClr>
              <a:buSzPts val="1800"/>
              <a:buChar char="■"/>
              <a:defRPr>
                <a:solidFill>
                  <a:schemeClr val="dk2"/>
                </a:solidFill>
              </a:defRPr>
            </a:lvl6pPr>
            <a:lvl7pPr indent="-342900" lvl="6" marL="3200400" rtl="0" algn="l">
              <a:lnSpc>
                <a:spcPct val="115000"/>
              </a:lnSpc>
              <a:spcBef>
                <a:spcPts val="0"/>
              </a:spcBef>
              <a:spcAft>
                <a:spcPts val="0"/>
              </a:spcAft>
              <a:buClr>
                <a:schemeClr val="dk2"/>
              </a:buClr>
              <a:buSzPts val="1800"/>
              <a:buChar char="●"/>
              <a:defRPr>
                <a:solidFill>
                  <a:schemeClr val="dk2"/>
                </a:solidFill>
              </a:defRPr>
            </a:lvl7pPr>
            <a:lvl8pPr indent="-342900" lvl="7" marL="3657600" rtl="0" algn="l">
              <a:lnSpc>
                <a:spcPct val="115000"/>
              </a:lnSpc>
              <a:spcBef>
                <a:spcPts val="0"/>
              </a:spcBef>
              <a:spcAft>
                <a:spcPts val="0"/>
              </a:spcAft>
              <a:buClr>
                <a:schemeClr val="dk2"/>
              </a:buClr>
              <a:buSzPts val="1800"/>
              <a:buChar char="○"/>
              <a:defRPr>
                <a:solidFill>
                  <a:schemeClr val="dk2"/>
                </a:solidFill>
              </a:defRPr>
            </a:lvl8pPr>
            <a:lvl9pPr indent="-342900" lvl="8" marL="4114800" rtl="0" algn="l">
              <a:lnSpc>
                <a:spcPct val="115000"/>
              </a:lnSpc>
              <a:spcBef>
                <a:spcPts val="0"/>
              </a:spcBef>
              <a:spcAft>
                <a:spcPts val="0"/>
              </a:spcAft>
              <a:buClr>
                <a:schemeClr val="dk2"/>
              </a:buClr>
              <a:buSzPts val="1800"/>
              <a:buChar char="■"/>
              <a:defRPr>
                <a:solidFill>
                  <a:schemeClr val="dk2"/>
                </a:solidFill>
              </a:defRPr>
            </a:lvl9pPr>
          </a:lstStyle>
          <a:p/>
        </p:txBody>
      </p:sp>
      <p:sp>
        <p:nvSpPr>
          <p:cNvPr id="354" name="Google Shape;354;g2ee73b4a550_4_713"/>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accent5"/>
              </a:buClr>
              <a:buSzPts val="2600"/>
              <a:buNone/>
              <a:defRPr>
                <a:solidFill>
                  <a:schemeClr val="accent5"/>
                </a:solidFill>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355" name="Google Shape;355;g2ee73b4a550_4_713"/>
          <p:cNvSpPr txBox="1"/>
          <p:nvPr>
            <p:ph idx="2" type="subTitle"/>
          </p:nvPr>
        </p:nvSpPr>
        <p:spPr>
          <a:xfrm>
            <a:off x="463231" y="548650"/>
            <a:ext cx="82236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1">
  <p:cSld name="CUSTOM_23_2_1">
    <p:bg>
      <p:bgPr>
        <a:solidFill>
          <a:srgbClr val="F2F2F2"/>
        </a:solidFill>
      </p:bgPr>
    </p:bg>
    <p:spTree>
      <p:nvGrpSpPr>
        <p:cNvPr id="356" name="Shape 356"/>
        <p:cNvGrpSpPr/>
        <p:nvPr/>
      </p:nvGrpSpPr>
      <p:grpSpPr>
        <a:xfrm>
          <a:off x="0" y="0"/>
          <a:ext cx="0" cy="0"/>
          <a:chOff x="0" y="0"/>
          <a:chExt cx="0" cy="0"/>
        </a:xfrm>
      </p:grpSpPr>
      <p:sp>
        <p:nvSpPr>
          <p:cNvPr id="357" name="Google Shape;357;g2ee73b4a550_4_718"/>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8" name="Google Shape;358;g2ee73b4a550_4_718"/>
          <p:cNvSpPr txBox="1"/>
          <p:nvPr/>
        </p:nvSpPr>
        <p:spPr>
          <a:xfrm>
            <a:off x="914400" y="146300"/>
            <a:ext cx="7772400" cy="3657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600"/>
              <a:buFont typeface="Arial"/>
              <a:buNone/>
            </a:pPr>
            <a:r>
              <a:rPr b="1" i="0" lang="en" sz="2600" u="none" cap="none" strike="noStrike">
                <a:solidFill>
                  <a:schemeClr val="dk2"/>
                </a:solidFill>
                <a:latin typeface="Roboto"/>
                <a:ea typeface="Roboto"/>
                <a:cs typeface="Roboto"/>
                <a:sym typeface="Roboto"/>
              </a:rPr>
              <a:t>Activity: </a:t>
            </a:r>
            <a:endParaRPr b="1" i="0" sz="2600" u="none" cap="none" strike="noStrike">
              <a:solidFill>
                <a:schemeClr val="dk2"/>
              </a:solidFill>
              <a:latin typeface="Roboto"/>
              <a:ea typeface="Roboto"/>
              <a:cs typeface="Roboto"/>
              <a:sym typeface="Roboto"/>
            </a:endParaRPr>
          </a:p>
        </p:txBody>
      </p:sp>
      <p:sp>
        <p:nvSpPr>
          <p:cNvPr id="359" name="Google Shape;359;g2ee73b4a550_4_718"/>
          <p:cNvSpPr txBox="1"/>
          <p:nvPr/>
        </p:nvSpPr>
        <p:spPr>
          <a:xfrm>
            <a:off x="5901175" y="4263275"/>
            <a:ext cx="3242700" cy="434400"/>
          </a:xfrm>
          <a:prstGeom prst="rect">
            <a:avLst/>
          </a:prstGeom>
          <a:noFill/>
          <a:ln>
            <a:noFill/>
          </a:ln>
        </p:spPr>
        <p:txBody>
          <a:bodyPr anchorCtr="0" anchor="ctr" bIns="0" lIns="640075" spcFirstLastPara="1" rIns="457200" wrap="square" tIns="0">
            <a:noAutofit/>
          </a:bodyPr>
          <a:lstStyle/>
          <a:p>
            <a:pPr indent="0" lvl="0" marL="0" marR="0" rtl="0" algn="r">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Suggested Time:</a:t>
            </a:r>
            <a:endParaRPr b="1" i="0" sz="1800" u="none" cap="none" strike="noStrike">
              <a:solidFill>
                <a:schemeClr val="dk2"/>
              </a:solidFill>
              <a:latin typeface="Roboto"/>
              <a:ea typeface="Roboto"/>
              <a:cs typeface="Roboto"/>
              <a:sym typeface="Roboto"/>
            </a:endParaRPr>
          </a:p>
        </p:txBody>
      </p:sp>
      <p:pic>
        <p:nvPicPr>
          <p:cNvPr id="360" name="Google Shape;360;g2ee73b4a550_4_718"/>
          <p:cNvPicPr preferRelativeResize="0"/>
          <p:nvPr/>
        </p:nvPicPr>
        <p:blipFill rotWithShape="1">
          <a:blip r:embed="rId2">
            <a:alphaModFix amt="12000"/>
          </a:blip>
          <a:srcRect b="41054" l="-3280" r="-37524" t="-19179"/>
          <a:stretch/>
        </p:blipFill>
        <p:spPr>
          <a:xfrm>
            <a:off x="0" y="3069475"/>
            <a:ext cx="3716100" cy="2074025"/>
          </a:xfrm>
          <a:prstGeom prst="rect">
            <a:avLst/>
          </a:prstGeom>
          <a:noFill/>
          <a:ln>
            <a:noFill/>
          </a:ln>
        </p:spPr>
      </p:pic>
      <p:cxnSp>
        <p:nvCxnSpPr>
          <p:cNvPr id="361" name="Google Shape;361;g2ee73b4a550_4_718"/>
          <p:cNvCxnSpPr/>
          <p:nvPr/>
        </p:nvCxnSpPr>
        <p:spPr>
          <a:xfrm>
            <a:off x="0" y="929900"/>
            <a:ext cx="7337400" cy="0"/>
          </a:xfrm>
          <a:prstGeom prst="straightConnector1">
            <a:avLst/>
          </a:prstGeom>
          <a:noFill/>
          <a:ln cap="flat" cmpd="sng" w="19050">
            <a:solidFill>
              <a:schemeClr val="dk2"/>
            </a:solidFill>
            <a:prstDash val="solid"/>
            <a:round/>
            <a:headEnd len="sm" w="sm" type="none"/>
            <a:tailEnd len="med" w="med" type="oval"/>
          </a:ln>
        </p:spPr>
      </p:cxnSp>
      <p:sp>
        <p:nvSpPr>
          <p:cNvPr id="362" name="Google Shape;362;g2ee73b4a550_4_718"/>
          <p:cNvSpPr txBox="1"/>
          <p:nvPr>
            <p:ph idx="1" type="subTitle"/>
          </p:nvPr>
        </p:nvSpPr>
        <p:spPr>
          <a:xfrm>
            <a:off x="0" y="4568875"/>
            <a:ext cx="9144000" cy="323100"/>
          </a:xfrm>
          <a:prstGeom prst="rect">
            <a:avLst/>
          </a:prstGeom>
          <a:noFill/>
          <a:ln>
            <a:noFill/>
          </a:ln>
        </p:spPr>
        <p:txBody>
          <a:bodyPr anchorCtr="0" anchor="t" bIns="91425" lIns="91425" spcFirstLastPara="1" rIns="457200" wrap="square" tIns="91425">
            <a:noAutofit/>
          </a:bodyPr>
          <a:lstStyle>
            <a:lvl1pPr lvl="0" rtl="0" algn="r">
              <a:lnSpc>
                <a:spcPct val="115000"/>
              </a:lnSpc>
              <a:spcBef>
                <a:spcPts val="0"/>
              </a:spcBef>
              <a:spcAft>
                <a:spcPts val="0"/>
              </a:spcAft>
              <a:buClr>
                <a:schemeClr val="dk2"/>
              </a:buClr>
              <a:buSzPts val="1800"/>
              <a:buNone/>
              <a:defRPr>
                <a:solidFill>
                  <a:schemeClr val="dk2"/>
                </a:solidFill>
              </a:defRPr>
            </a:lvl1pPr>
            <a:lvl2pPr lvl="1" rtl="0" algn="r">
              <a:lnSpc>
                <a:spcPct val="115000"/>
              </a:lnSpc>
              <a:spcBef>
                <a:spcPts val="0"/>
              </a:spcBef>
              <a:spcAft>
                <a:spcPts val="0"/>
              </a:spcAft>
              <a:buClr>
                <a:schemeClr val="dk2"/>
              </a:buClr>
              <a:buSzPts val="1800"/>
              <a:buNone/>
              <a:defRPr>
                <a:solidFill>
                  <a:schemeClr val="dk2"/>
                </a:solidFill>
              </a:defRPr>
            </a:lvl2pPr>
            <a:lvl3pPr lvl="2" rtl="0" algn="r">
              <a:lnSpc>
                <a:spcPct val="115000"/>
              </a:lnSpc>
              <a:spcBef>
                <a:spcPts val="0"/>
              </a:spcBef>
              <a:spcAft>
                <a:spcPts val="0"/>
              </a:spcAft>
              <a:buClr>
                <a:schemeClr val="dk2"/>
              </a:buClr>
              <a:buSzPts val="1800"/>
              <a:buNone/>
              <a:defRPr>
                <a:solidFill>
                  <a:schemeClr val="dk2"/>
                </a:solidFill>
              </a:defRPr>
            </a:lvl3pPr>
            <a:lvl4pPr lvl="3" rtl="0" algn="r">
              <a:lnSpc>
                <a:spcPct val="115000"/>
              </a:lnSpc>
              <a:spcBef>
                <a:spcPts val="0"/>
              </a:spcBef>
              <a:spcAft>
                <a:spcPts val="0"/>
              </a:spcAft>
              <a:buClr>
                <a:schemeClr val="dk2"/>
              </a:buClr>
              <a:buSzPts val="1800"/>
              <a:buNone/>
              <a:defRPr>
                <a:solidFill>
                  <a:schemeClr val="dk2"/>
                </a:solidFill>
              </a:defRPr>
            </a:lvl4pPr>
            <a:lvl5pPr lvl="4" rtl="0" algn="r">
              <a:lnSpc>
                <a:spcPct val="115000"/>
              </a:lnSpc>
              <a:spcBef>
                <a:spcPts val="0"/>
              </a:spcBef>
              <a:spcAft>
                <a:spcPts val="0"/>
              </a:spcAft>
              <a:buClr>
                <a:schemeClr val="dk2"/>
              </a:buClr>
              <a:buSzPts val="1800"/>
              <a:buNone/>
              <a:defRPr>
                <a:solidFill>
                  <a:schemeClr val="dk2"/>
                </a:solidFill>
              </a:defRPr>
            </a:lvl5pPr>
            <a:lvl6pPr lvl="5" rtl="0" algn="r">
              <a:lnSpc>
                <a:spcPct val="115000"/>
              </a:lnSpc>
              <a:spcBef>
                <a:spcPts val="0"/>
              </a:spcBef>
              <a:spcAft>
                <a:spcPts val="0"/>
              </a:spcAft>
              <a:buClr>
                <a:schemeClr val="dk2"/>
              </a:buClr>
              <a:buSzPts val="1800"/>
              <a:buNone/>
              <a:defRPr>
                <a:solidFill>
                  <a:schemeClr val="dk2"/>
                </a:solidFill>
              </a:defRPr>
            </a:lvl6pPr>
            <a:lvl7pPr lvl="6" rtl="0" algn="r">
              <a:lnSpc>
                <a:spcPct val="115000"/>
              </a:lnSpc>
              <a:spcBef>
                <a:spcPts val="0"/>
              </a:spcBef>
              <a:spcAft>
                <a:spcPts val="0"/>
              </a:spcAft>
              <a:buClr>
                <a:schemeClr val="dk2"/>
              </a:buClr>
              <a:buSzPts val="1800"/>
              <a:buNone/>
              <a:defRPr>
                <a:solidFill>
                  <a:schemeClr val="dk2"/>
                </a:solidFill>
              </a:defRPr>
            </a:lvl7pPr>
            <a:lvl8pPr lvl="7" rtl="0" algn="r">
              <a:lnSpc>
                <a:spcPct val="115000"/>
              </a:lnSpc>
              <a:spcBef>
                <a:spcPts val="0"/>
              </a:spcBef>
              <a:spcAft>
                <a:spcPts val="0"/>
              </a:spcAft>
              <a:buClr>
                <a:schemeClr val="dk2"/>
              </a:buClr>
              <a:buSzPts val="1800"/>
              <a:buNone/>
              <a:defRPr>
                <a:solidFill>
                  <a:schemeClr val="dk2"/>
                </a:solidFill>
              </a:defRPr>
            </a:lvl8pPr>
            <a:lvl9pPr lvl="8" rtl="0" algn="r">
              <a:lnSpc>
                <a:spcPct val="115000"/>
              </a:lnSpc>
              <a:spcBef>
                <a:spcPts val="0"/>
              </a:spcBef>
              <a:spcAft>
                <a:spcPts val="0"/>
              </a:spcAft>
              <a:buClr>
                <a:schemeClr val="dk2"/>
              </a:buClr>
              <a:buSzPts val="1800"/>
              <a:buNone/>
              <a:defRPr>
                <a:solidFill>
                  <a:schemeClr val="dk2"/>
                </a:solidFill>
              </a:defRPr>
            </a:lvl9pPr>
          </a:lstStyle>
          <a:p/>
        </p:txBody>
      </p:sp>
      <p:pic>
        <p:nvPicPr>
          <p:cNvPr id="363" name="Google Shape;363;g2ee73b4a550_4_718"/>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364" name="Google Shape;364;g2ee73b4a550_4_718"/>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lvl1pPr lvl="0" rtl="0" algn="l">
              <a:lnSpc>
                <a:spcPct val="115000"/>
              </a:lnSpc>
              <a:spcBef>
                <a:spcPts val="0"/>
              </a:spcBef>
              <a:spcAft>
                <a:spcPts val="0"/>
              </a:spcAft>
              <a:buSzPts val="1800"/>
              <a:buNone/>
              <a:defRPr/>
            </a:lvl1pPr>
            <a:lvl2pPr lvl="1" rtl="0" algn="l">
              <a:lnSpc>
                <a:spcPct val="115000"/>
              </a:lnSpc>
              <a:spcBef>
                <a:spcPts val="0"/>
              </a:spcBef>
              <a:spcAft>
                <a:spcPts val="0"/>
              </a:spcAft>
              <a:buSzPts val="1800"/>
              <a:buNone/>
              <a:defRPr/>
            </a:lvl2pPr>
            <a:lvl3pPr lvl="2" rtl="0" algn="l">
              <a:lnSpc>
                <a:spcPct val="115000"/>
              </a:lnSpc>
              <a:spcBef>
                <a:spcPts val="0"/>
              </a:spcBef>
              <a:spcAft>
                <a:spcPts val="0"/>
              </a:spcAft>
              <a:buSzPts val="1800"/>
              <a:buNone/>
              <a:defRPr/>
            </a:lvl3pPr>
            <a:lvl4pPr lvl="3" rtl="0" algn="l">
              <a:lnSpc>
                <a:spcPct val="115000"/>
              </a:lnSpc>
              <a:spcBef>
                <a:spcPts val="0"/>
              </a:spcBef>
              <a:spcAft>
                <a:spcPts val="0"/>
              </a:spcAft>
              <a:buSzPts val="1800"/>
              <a:buNone/>
              <a:defRPr/>
            </a:lvl4pPr>
            <a:lvl5pPr lvl="4" rtl="0" algn="l">
              <a:lnSpc>
                <a:spcPct val="115000"/>
              </a:lnSpc>
              <a:spcBef>
                <a:spcPts val="0"/>
              </a:spcBef>
              <a:spcAft>
                <a:spcPts val="0"/>
              </a:spcAft>
              <a:buSzPts val="1800"/>
              <a:buNone/>
              <a:defRPr/>
            </a:lvl5pPr>
            <a:lvl6pPr lvl="5" rtl="0" algn="l">
              <a:lnSpc>
                <a:spcPct val="115000"/>
              </a:lnSpc>
              <a:spcBef>
                <a:spcPts val="0"/>
              </a:spcBef>
              <a:spcAft>
                <a:spcPts val="0"/>
              </a:spcAft>
              <a:buSzPts val="1800"/>
              <a:buNone/>
              <a:defRPr/>
            </a:lvl6pPr>
            <a:lvl7pPr lvl="6" rtl="0" algn="l">
              <a:lnSpc>
                <a:spcPct val="115000"/>
              </a:lnSpc>
              <a:spcBef>
                <a:spcPts val="0"/>
              </a:spcBef>
              <a:spcAft>
                <a:spcPts val="0"/>
              </a:spcAft>
              <a:buSzPts val="1800"/>
              <a:buNone/>
              <a:defRPr/>
            </a:lvl7pPr>
            <a:lvl8pPr lvl="7" rtl="0" algn="l">
              <a:lnSpc>
                <a:spcPct val="115000"/>
              </a:lnSpc>
              <a:spcBef>
                <a:spcPts val="0"/>
              </a:spcBef>
              <a:spcAft>
                <a:spcPts val="0"/>
              </a:spcAft>
              <a:buSzPts val="1800"/>
              <a:buNone/>
              <a:defRPr/>
            </a:lvl8pPr>
            <a:lvl9pPr lvl="8" rtl="0" algn="l">
              <a:lnSpc>
                <a:spcPct val="115000"/>
              </a:lnSpc>
              <a:spcBef>
                <a:spcPts val="0"/>
              </a:spcBef>
              <a:spcAft>
                <a:spcPts val="0"/>
              </a:spcAft>
              <a:buSzPts val="1800"/>
              <a:buNone/>
              <a:defRPr/>
            </a:lvl9pPr>
          </a:lstStyle>
          <a:p/>
        </p:txBody>
      </p:sp>
      <p:sp>
        <p:nvSpPr>
          <p:cNvPr id="365" name="Google Shape;365;g2ee73b4a550_4_718"/>
          <p:cNvSpPr txBox="1"/>
          <p:nvPr>
            <p:ph idx="3" type="body"/>
          </p:nvPr>
        </p:nvSpPr>
        <p:spPr>
          <a:xfrm>
            <a:off x="912725" y="1516225"/>
            <a:ext cx="7337400" cy="2597400"/>
          </a:xfrm>
          <a:prstGeom prst="rect">
            <a:avLst/>
          </a:prstGeom>
          <a:noFill/>
          <a:ln>
            <a:noFill/>
          </a:ln>
        </p:spPr>
        <p:txBody>
          <a:bodyPr anchorCtr="0" anchor="t" bIns="0" lIns="0" spcFirstLastPara="1" rIns="0" wrap="square" tIns="91425">
            <a:noAutofit/>
          </a:bodyPr>
          <a:lstStyle>
            <a:lvl1pPr indent="-342900" lvl="0" marL="457200" rtl="0" algn="l">
              <a:lnSpc>
                <a:spcPct val="115000"/>
              </a:lnSpc>
              <a:spcBef>
                <a:spcPts val="0"/>
              </a:spcBef>
              <a:spcAft>
                <a:spcPts val="0"/>
              </a:spcAft>
              <a:buSzPts val="1800"/>
              <a:buChar char="●"/>
              <a:defRPr/>
            </a:lvl1pPr>
            <a:lvl2pPr indent="-342900" lvl="1" marL="914400" rtl="0" algn="l">
              <a:lnSpc>
                <a:spcPct val="115000"/>
              </a:lnSpc>
              <a:spcBef>
                <a:spcPts val="0"/>
              </a:spcBef>
              <a:spcAft>
                <a:spcPts val="0"/>
              </a:spcAft>
              <a:buSzPts val="1800"/>
              <a:buChar char="○"/>
              <a:defRPr/>
            </a:lvl2pPr>
            <a:lvl3pPr indent="-342900" lvl="2" marL="1371600" rtl="0" algn="l">
              <a:lnSpc>
                <a:spcPct val="115000"/>
              </a:lnSpc>
              <a:spcBef>
                <a:spcPts val="0"/>
              </a:spcBef>
              <a:spcAft>
                <a:spcPts val="0"/>
              </a:spcAft>
              <a:buSzPts val="1800"/>
              <a:buChar char="■"/>
              <a:defRPr/>
            </a:lvl3pPr>
            <a:lvl4pPr indent="-342900" lvl="3" marL="1828800" rtl="0" algn="l">
              <a:lnSpc>
                <a:spcPct val="115000"/>
              </a:lnSpc>
              <a:spcBef>
                <a:spcPts val="0"/>
              </a:spcBef>
              <a:spcAft>
                <a:spcPts val="0"/>
              </a:spcAft>
              <a:buSzPts val="1800"/>
              <a:buChar char="●"/>
              <a:defRPr/>
            </a:lvl4pPr>
            <a:lvl5pPr indent="-342900" lvl="4" marL="2286000" rtl="0" algn="l">
              <a:lnSpc>
                <a:spcPct val="115000"/>
              </a:lnSpc>
              <a:spcBef>
                <a:spcPts val="0"/>
              </a:spcBef>
              <a:spcAft>
                <a:spcPts val="0"/>
              </a:spcAft>
              <a:buSzPts val="1800"/>
              <a:buChar char="○"/>
              <a:defRPr/>
            </a:lvl5pPr>
            <a:lvl6pPr indent="-342900" lvl="5" marL="2743200" rtl="0" algn="l">
              <a:lnSpc>
                <a:spcPct val="115000"/>
              </a:lnSpc>
              <a:spcBef>
                <a:spcPts val="0"/>
              </a:spcBef>
              <a:spcAft>
                <a:spcPts val="0"/>
              </a:spcAft>
              <a:buSzPts val="1800"/>
              <a:buChar char="■"/>
              <a:defRPr/>
            </a:lvl6pPr>
            <a:lvl7pPr indent="-342900" lvl="6" marL="3200400" rtl="0" algn="l">
              <a:lnSpc>
                <a:spcPct val="115000"/>
              </a:lnSpc>
              <a:spcBef>
                <a:spcPts val="0"/>
              </a:spcBef>
              <a:spcAft>
                <a:spcPts val="0"/>
              </a:spcAft>
              <a:buSzPts val="1800"/>
              <a:buChar char="●"/>
              <a:defRPr/>
            </a:lvl7pPr>
            <a:lvl8pPr indent="-342900" lvl="7" marL="3657600" rtl="0" algn="l">
              <a:lnSpc>
                <a:spcPct val="115000"/>
              </a:lnSpc>
              <a:spcBef>
                <a:spcPts val="0"/>
              </a:spcBef>
              <a:spcAft>
                <a:spcPts val="0"/>
              </a:spcAft>
              <a:buSzPts val="1800"/>
              <a:buChar char="○"/>
              <a:defRPr/>
            </a:lvl8pPr>
            <a:lvl9pPr indent="-342900" lvl="8" marL="4114800" rtl="0" algn="l">
              <a:lnSpc>
                <a:spcPct val="115000"/>
              </a:lnSpc>
              <a:spcBef>
                <a:spcPts val="0"/>
              </a:spcBef>
              <a:spcAft>
                <a:spcPts val="0"/>
              </a:spcAft>
              <a:buSzPts val="1800"/>
              <a:buChar char="■"/>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arge icons - Key Idea 1">
  <p:cSld name="CUSTOM_4_1_2_2_1">
    <p:bg>
      <p:bgPr>
        <a:solidFill>
          <a:schemeClr val="lt2"/>
        </a:solidFill>
      </p:bgPr>
    </p:bg>
    <p:spTree>
      <p:nvGrpSpPr>
        <p:cNvPr id="366" name="Shape 366"/>
        <p:cNvGrpSpPr/>
        <p:nvPr/>
      </p:nvGrpSpPr>
      <p:grpSpPr>
        <a:xfrm>
          <a:off x="0" y="0"/>
          <a:ext cx="0" cy="0"/>
          <a:chOff x="0" y="0"/>
          <a:chExt cx="0" cy="0"/>
        </a:xfrm>
      </p:grpSpPr>
      <p:sp>
        <p:nvSpPr>
          <p:cNvPr id="367" name="Google Shape;367;g2ee73b4a550_4_728"/>
          <p:cNvSpPr/>
          <p:nvPr/>
        </p:nvSpPr>
        <p:spPr>
          <a:xfrm>
            <a:off x="459100" y="1377600"/>
            <a:ext cx="2741400" cy="274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68" name="Google Shape;368;g2ee73b4a550_4_728"/>
          <p:cNvPicPr preferRelativeResize="0"/>
          <p:nvPr/>
        </p:nvPicPr>
        <p:blipFill rotWithShape="1">
          <a:blip r:embed="rId2">
            <a:alphaModFix/>
          </a:blip>
          <a:srcRect b="0" l="0" r="0" t="0"/>
          <a:stretch/>
        </p:blipFill>
        <p:spPr>
          <a:xfrm>
            <a:off x="900550" y="1861613"/>
            <a:ext cx="1856475" cy="1856475"/>
          </a:xfrm>
          <a:prstGeom prst="rect">
            <a:avLst/>
          </a:prstGeom>
          <a:noFill/>
          <a:ln>
            <a:noFill/>
          </a:ln>
        </p:spPr>
      </p:pic>
      <p:pic>
        <p:nvPicPr>
          <p:cNvPr id="369" name="Google Shape;369;g2ee73b4a550_4_728"/>
          <p:cNvPicPr preferRelativeResize="0"/>
          <p:nvPr/>
        </p:nvPicPr>
        <p:blipFill rotWithShape="1">
          <a:blip r:embed="rId3">
            <a:alphaModFix amt="11000"/>
          </a:blip>
          <a:srcRect b="7136" l="-6410" r="6410" t="-3050"/>
          <a:stretch/>
        </p:blipFill>
        <p:spPr>
          <a:xfrm>
            <a:off x="5157740" y="2672100"/>
            <a:ext cx="3986260" cy="2471400"/>
          </a:xfrm>
          <a:prstGeom prst="rect">
            <a:avLst/>
          </a:prstGeom>
          <a:noFill/>
          <a:ln>
            <a:noFill/>
          </a:ln>
        </p:spPr>
      </p:pic>
      <p:sp>
        <p:nvSpPr>
          <p:cNvPr id="370" name="Google Shape;370;g2ee73b4a550_4_728"/>
          <p:cNvSpPr txBox="1"/>
          <p:nvPr>
            <p:ph idx="1" type="body"/>
          </p:nvPr>
        </p:nvSpPr>
        <p:spPr>
          <a:xfrm>
            <a:off x="3647875" y="1377600"/>
            <a:ext cx="5038800" cy="2741400"/>
          </a:xfrm>
          <a:prstGeom prst="rect">
            <a:avLst/>
          </a:prstGeom>
          <a:noFill/>
          <a:ln>
            <a:noFill/>
          </a:ln>
        </p:spPr>
        <p:txBody>
          <a:bodyPr anchorCtr="0" anchor="ctr" bIns="91425" lIns="0" spcFirstLastPara="1" rIns="0" wrap="square" tIns="91425">
            <a:noAutofit/>
          </a:bodyPr>
          <a:lstStyle>
            <a:lvl1pPr indent="-457200" lvl="0" marL="457200" rtl="0" algn="l">
              <a:lnSpc>
                <a:spcPct val="115000"/>
              </a:lnSpc>
              <a:spcBef>
                <a:spcPts val="0"/>
              </a:spcBef>
              <a:spcAft>
                <a:spcPts val="0"/>
              </a:spcAft>
              <a:buSzPts val="3600"/>
              <a:buChar char="●"/>
              <a:defRPr sz="3600"/>
            </a:lvl1pPr>
            <a:lvl2pPr indent="-457200" lvl="1" marL="914400" rtl="0" algn="l">
              <a:lnSpc>
                <a:spcPct val="115000"/>
              </a:lnSpc>
              <a:spcBef>
                <a:spcPts val="0"/>
              </a:spcBef>
              <a:spcAft>
                <a:spcPts val="0"/>
              </a:spcAft>
              <a:buSzPts val="3600"/>
              <a:buChar char="○"/>
              <a:defRPr sz="3600"/>
            </a:lvl2pPr>
            <a:lvl3pPr indent="-457200" lvl="2" marL="1371600" rtl="0" algn="l">
              <a:lnSpc>
                <a:spcPct val="115000"/>
              </a:lnSpc>
              <a:spcBef>
                <a:spcPts val="0"/>
              </a:spcBef>
              <a:spcAft>
                <a:spcPts val="0"/>
              </a:spcAft>
              <a:buSzPts val="3600"/>
              <a:buChar char="■"/>
              <a:defRPr sz="3600"/>
            </a:lvl3pPr>
            <a:lvl4pPr indent="-457200" lvl="3" marL="1828800" rtl="0" algn="l">
              <a:lnSpc>
                <a:spcPct val="115000"/>
              </a:lnSpc>
              <a:spcBef>
                <a:spcPts val="0"/>
              </a:spcBef>
              <a:spcAft>
                <a:spcPts val="0"/>
              </a:spcAft>
              <a:buSzPts val="3600"/>
              <a:buChar char="●"/>
              <a:defRPr sz="3600"/>
            </a:lvl4pPr>
            <a:lvl5pPr indent="-457200" lvl="4" marL="2286000" rtl="0" algn="l">
              <a:lnSpc>
                <a:spcPct val="115000"/>
              </a:lnSpc>
              <a:spcBef>
                <a:spcPts val="0"/>
              </a:spcBef>
              <a:spcAft>
                <a:spcPts val="0"/>
              </a:spcAft>
              <a:buSzPts val="3600"/>
              <a:buChar char="○"/>
              <a:defRPr sz="3600"/>
            </a:lvl5pPr>
            <a:lvl6pPr indent="-457200" lvl="5" marL="2743200" rtl="0" algn="l">
              <a:lnSpc>
                <a:spcPct val="115000"/>
              </a:lnSpc>
              <a:spcBef>
                <a:spcPts val="0"/>
              </a:spcBef>
              <a:spcAft>
                <a:spcPts val="0"/>
              </a:spcAft>
              <a:buSzPts val="3600"/>
              <a:buChar char="■"/>
              <a:defRPr sz="3600"/>
            </a:lvl6pPr>
            <a:lvl7pPr indent="-457200" lvl="6" marL="3200400" rtl="0" algn="l">
              <a:lnSpc>
                <a:spcPct val="115000"/>
              </a:lnSpc>
              <a:spcBef>
                <a:spcPts val="0"/>
              </a:spcBef>
              <a:spcAft>
                <a:spcPts val="0"/>
              </a:spcAft>
              <a:buSzPts val="3600"/>
              <a:buChar char="●"/>
              <a:defRPr sz="3600"/>
            </a:lvl7pPr>
            <a:lvl8pPr indent="-457200" lvl="7" marL="3657600" rtl="0" algn="l">
              <a:lnSpc>
                <a:spcPct val="115000"/>
              </a:lnSpc>
              <a:spcBef>
                <a:spcPts val="0"/>
              </a:spcBef>
              <a:spcAft>
                <a:spcPts val="0"/>
              </a:spcAft>
              <a:buSzPts val="3600"/>
              <a:buChar char="○"/>
              <a:defRPr sz="3600"/>
            </a:lvl8pPr>
            <a:lvl9pPr indent="-457200" lvl="8" marL="4114800" rtl="0" algn="l">
              <a:lnSpc>
                <a:spcPct val="115000"/>
              </a:lnSpc>
              <a:spcBef>
                <a:spcPts val="0"/>
              </a:spcBef>
              <a:spcAft>
                <a:spcPts val="0"/>
              </a:spcAft>
              <a:buSzPts val="3600"/>
              <a:buChar char="■"/>
              <a:defRPr sz="3600"/>
            </a:lvl9pPr>
          </a:lstStyle>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2">
  <p:cSld name="CUSTOM_26_1_2">
    <p:bg>
      <p:bgPr>
        <a:solidFill>
          <a:schemeClr val="dk2"/>
        </a:solidFill>
      </p:bgPr>
    </p:bg>
    <p:spTree>
      <p:nvGrpSpPr>
        <p:cNvPr id="371" name="Shape 371"/>
        <p:cNvGrpSpPr/>
        <p:nvPr/>
      </p:nvGrpSpPr>
      <p:grpSpPr>
        <a:xfrm>
          <a:off x="0" y="0"/>
          <a:ext cx="0" cy="0"/>
          <a:chOff x="0" y="0"/>
          <a:chExt cx="0" cy="0"/>
        </a:xfrm>
      </p:grpSpPr>
      <p:sp>
        <p:nvSpPr>
          <p:cNvPr id="372" name="Google Shape;372;g2eee884a559_0_987"/>
          <p:cNvSpPr txBox="1"/>
          <p:nvPr>
            <p:ph type="title"/>
          </p:nvPr>
        </p:nvSpPr>
        <p:spPr>
          <a:xfrm>
            <a:off x="0" y="2922900"/>
            <a:ext cx="9144000" cy="740700"/>
          </a:xfrm>
          <a:prstGeom prst="rect">
            <a:avLst/>
          </a:prstGeom>
          <a:noFill/>
          <a:ln>
            <a:noFill/>
          </a:ln>
        </p:spPr>
        <p:txBody>
          <a:bodyPr anchorCtr="0" anchor="t" bIns="91425" lIns="0" spcFirstLastPara="1" rIns="0" wrap="square" tIns="91425">
            <a:noAutofit/>
          </a:bodyPr>
          <a:lstStyle>
            <a:lvl1pPr lvl="0" rtl="0" algn="ctr">
              <a:lnSpc>
                <a:spcPct val="100000"/>
              </a:lnSpc>
              <a:spcBef>
                <a:spcPts val="0"/>
              </a:spcBef>
              <a:spcAft>
                <a:spcPts val="0"/>
              </a:spcAft>
              <a:buClr>
                <a:schemeClr val="lt1"/>
              </a:buClr>
              <a:buSzPts val="4000"/>
              <a:buNone/>
              <a:defRPr sz="4000">
                <a:solidFill>
                  <a:schemeClr val="lt1"/>
                </a:solidFill>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73" name="Google Shape;373;g2eee884a559_0_987"/>
          <p:cNvSpPr/>
          <p:nvPr/>
        </p:nvSpPr>
        <p:spPr>
          <a:xfrm>
            <a:off x="3731100" y="1119050"/>
            <a:ext cx="1681800" cy="16818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1 1">
  <p:cSld name="CUSTOM_22_1_1_1">
    <p:bg>
      <p:bgPr>
        <a:solidFill>
          <a:schemeClr val="lt2"/>
        </a:solidFill>
      </p:bgPr>
    </p:bg>
    <p:spTree>
      <p:nvGrpSpPr>
        <p:cNvPr id="374" name="Shape 374"/>
        <p:cNvGrpSpPr/>
        <p:nvPr/>
      </p:nvGrpSpPr>
      <p:grpSpPr>
        <a:xfrm>
          <a:off x="0" y="0"/>
          <a:ext cx="0" cy="0"/>
          <a:chOff x="0" y="0"/>
          <a:chExt cx="0" cy="0"/>
        </a:xfrm>
      </p:grpSpPr>
      <p:pic>
        <p:nvPicPr>
          <p:cNvPr id="375" name="Google Shape;375;g2eee884a559_0_1974"/>
          <p:cNvPicPr preferRelativeResize="0"/>
          <p:nvPr/>
        </p:nvPicPr>
        <p:blipFill rotWithShape="1">
          <a:blip r:embed="rId2">
            <a:alphaModFix amt="7000"/>
          </a:blip>
          <a:srcRect b="0" l="0" r="0" t="0"/>
          <a:stretch/>
        </p:blipFill>
        <p:spPr>
          <a:xfrm>
            <a:off x="5484975" y="2744075"/>
            <a:ext cx="4044599" cy="2622600"/>
          </a:xfrm>
          <a:prstGeom prst="rect">
            <a:avLst/>
          </a:prstGeom>
          <a:noFill/>
          <a:ln>
            <a:noFill/>
          </a:ln>
        </p:spPr>
      </p:pic>
      <p:sp>
        <p:nvSpPr>
          <p:cNvPr id="376" name="Google Shape;376;g2eee884a559_0_1974"/>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77" name="Google Shape;377;g2eee884a559_0_1974"/>
          <p:cNvSpPr/>
          <p:nvPr/>
        </p:nvSpPr>
        <p:spPr>
          <a:xfrm flipH="1" rot="10800000">
            <a:off x="688800" y="692100"/>
            <a:ext cx="7766400" cy="3759300"/>
          </a:xfrm>
          <a:prstGeom prst="bracePair">
            <a:avLst/>
          </a:prstGeom>
          <a:noFill/>
          <a:ln cap="flat" cmpd="sng" w="76200">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2eee884a559_0_1974"/>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g2eee884a559_0_1974"/>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Text Only">
  <p:cSld name="CUSTOM_2_7_2_2">
    <p:spTree>
      <p:nvGrpSpPr>
        <p:cNvPr id="380" name="Shape 380"/>
        <p:cNvGrpSpPr/>
        <p:nvPr/>
      </p:nvGrpSpPr>
      <p:grpSpPr>
        <a:xfrm>
          <a:off x="0" y="0"/>
          <a:ext cx="0" cy="0"/>
          <a:chOff x="0" y="0"/>
          <a:chExt cx="0" cy="0"/>
        </a:xfrm>
      </p:grpSpPr>
      <p:sp>
        <p:nvSpPr>
          <p:cNvPr id="381" name="Google Shape;381;g2eee884a559_0_3141"/>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82" name="Google Shape;382;g2eee884a559_0_3141"/>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83" name="Google Shape;383;g2eee884a559_0_3141"/>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84" name="Google Shape;384;g2eee884a559_0_3141"/>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85" name="Google Shape;385;g2eee884a559_0_3141"/>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atin typeface="Roboto"/>
                <a:ea typeface="Roboto"/>
                <a:cs typeface="Roboto"/>
                <a:sym typeface="Roboto"/>
              </a:defRPr>
            </a:lvl1pPr>
            <a:lvl2pPr lvl="1" rtl="0">
              <a:spcBef>
                <a:spcPts val="0"/>
              </a:spcBef>
              <a:spcAft>
                <a:spcPts val="0"/>
              </a:spcAft>
              <a:buNone/>
              <a:defRPr>
                <a:latin typeface="Roboto"/>
                <a:ea typeface="Roboto"/>
                <a:cs typeface="Roboto"/>
                <a:sym typeface="Roboto"/>
              </a:defRPr>
            </a:lvl2pPr>
            <a:lvl3pPr lvl="2" rtl="0">
              <a:spcBef>
                <a:spcPts val="0"/>
              </a:spcBef>
              <a:spcAft>
                <a:spcPts val="0"/>
              </a:spcAft>
              <a:buNone/>
              <a:defRPr>
                <a:latin typeface="Roboto"/>
                <a:ea typeface="Roboto"/>
                <a:cs typeface="Roboto"/>
                <a:sym typeface="Roboto"/>
              </a:defRPr>
            </a:lvl3pPr>
            <a:lvl4pPr lvl="3" rtl="0">
              <a:spcBef>
                <a:spcPts val="0"/>
              </a:spcBef>
              <a:spcAft>
                <a:spcPts val="0"/>
              </a:spcAft>
              <a:buNone/>
              <a:defRPr>
                <a:latin typeface="Roboto"/>
                <a:ea typeface="Roboto"/>
                <a:cs typeface="Roboto"/>
                <a:sym typeface="Roboto"/>
              </a:defRPr>
            </a:lvl4pPr>
            <a:lvl5pPr lvl="4" rtl="0">
              <a:spcBef>
                <a:spcPts val="0"/>
              </a:spcBef>
              <a:spcAft>
                <a:spcPts val="0"/>
              </a:spcAft>
              <a:buNone/>
              <a:defRPr>
                <a:latin typeface="Roboto"/>
                <a:ea typeface="Roboto"/>
                <a:cs typeface="Roboto"/>
                <a:sym typeface="Roboto"/>
              </a:defRPr>
            </a:lvl5pPr>
            <a:lvl6pPr lvl="5" rtl="0">
              <a:spcBef>
                <a:spcPts val="0"/>
              </a:spcBef>
              <a:spcAft>
                <a:spcPts val="0"/>
              </a:spcAft>
              <a:buNone/>
              <a:defRPr>
                <a:latin typeface="Roboto"/>
                <a:ea typeface="Roboto"/>
                <a:cs typeface="Roboto"/>
                <a:sym typeface="Roboto"/>
              </a:defRPr>
            </a:lvl6pPr>
            <a:lvl7pPr lvl="6" rtl="0">
              <a:spcBef>
                <a:spcPts val="0"/>
              </a:spcBef>
              <a:spcAft>
                <a:spcPts val="0"/>
              </a:spcAft>
              <a:buNone/>
              <a:defRPr>
                <a:latin typeface="Roboto"/>
                <a:ea typeface="Roboto"/>
                <a:cs typeface="Roboto"/>
                <a:sym typeface="Roboto"/>
              </a:defRPr>
            </a:lvl7pPr>
            <a:lvl8pPr lvl="7" rtl="0">
              <a:spcBef>
                <a:spcPts val="0"/>
              </a:spcBef>
              <a:spcAft>
                <a:spcPts val="0"/>
              </a:spcAft>
              <a:buNone/>
              <a:defRPr>
                <a:latin typeface="Roboto"/>
                <a:ea typeface="Roboto"/>
                <a:cs typeface="Roboto"/>
                <a:sym typeface="Roboto"/>
              </a:defRPr>
            </a:lvl8pPr>
            <a:lvl9pPr lvl="8" rtl="0">
              <a:spcBef>
                <a:spcPts val="0"/>
              </a:spcBef>
              <a:spcAft>
                <a:spcPts val="0"/>
              </a:spcAft>
              <a:buNone/>
              <a:defRPr>
                <a:latin typeface="Roboto"/>
                <a:ea typeface="Roboto"/>
                <a:cs typeface="Roboto"/>
                <a:sym typeface="Roboto"/>
              </a:defRPr>
            </a:lvl9pPr>
          </a:lstStyle>
          <a:p/>
        </p:txBody>
      </p:sp>
      <p:sp>
        <p:nvSpPr>
          <p:cNvPr id="386" name="Google Shape;386;g2eee884a559_0_3141"/>
          <p:cNvSpPr txBox="1"/>
          <p:nvPr>
            <p:ph idx="3" type="body"/>
          </p:nvPr>
        </p:nvSpPr>
        <p:spPr>
          <a:xfrm>
            <a:off x="175" y="1284250"/>
            <a:ext cx="9144000" cy="36222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 Text Only">
  <p:cSld name="CUSTOM_2_7_2_3">
    <p:spTree>
      <p:nvGrpSpPr>
        <p:cNvPr id="387" name="Shape 387"/>
        <p:cNvGrpSpPr/>
        <p:nvPr/>
      </p:nvGrpSpPr>
      <p:grpSpPr>
        <a:xfrm>
          <a:off x="0" y="0"/>
          <a:ext cx="0" cy="0"/>
          <a:chOff x="0" y="0"/>
          <a:chExt cx="0" cy="0"/>
        </a:xfrm>
      </p:grpSpPr>
      <p:sp>
        <p:nvSpPr>
          <p:cNvPr id="388" name="Google Shape;388;g2eee884a559_0_4307"/>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lvl1pPr lvl="0" rtl="0">
              <a:spcBef>
                <a:spcPts val="0"/>
              </a:spcBef>
              <a:spcAft>
                <a:spcPts val="0"/>
              </a:spcAft>
              <a:buNone/>
              <a:defRPr sz="2400">
                <a:latin typeface="Roboto Medium"/>
                <a:ea typeface="Roboto Medium"/>
                <a:cs typeface="Roboto Medium"/>
                <a:sym typeface="Roboto Medium"/>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89" name="Google Shape;389;g2eee884a559_0_4307"/>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lvl1pPr lvl="0" rtl="0">
              <a:spcBef>
                <a:spcPts val="0"/>
              </a:spcBef>
              <a:spcAft>
                <a:spcPts val="0"/>
              </a:spcAft>
              <a:buNone/>
              <a:defRPr sz="1800">
                <a:latin typeface="Roboto"/>
                <a:ea typeface="Roboto"/>
                <a:cs typeface="Roboto"/>
                <a:sym typeface="Roboto"/>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0" name="Google Shape;390;g2eee884a559_0_4307"/>
          <p:cNvSpPr txBox="1"/>
          <p:nvPr>
            <p:ph idx="12" type="sldNum"/>
          </p:nvPr>
        </p:nvSpPr>
        <p:spPr>
          <a:xfrm>
            <a:off x="8607775" y="4957200"/>
            <a:ext cx="261900" cy="105600"/>
          </a:xfrm>
          <a:prstGeom prst="rect">
            <a:avLst/>
          </a:prstGeom>
          <a:noFill/>
          <a:ln>
            <a:noFill/>
          </a:ln>
        </p:spPr>
        <p:txBody>
          <a:bodyPr anchorCtr="0" anchor="t" bIns="91425" lIns="0" spcFirstLastPara="1" rIns="0" wrap="square" tIns="0">
            <a:noAutofit/>
          </a:bodyPr>
          <a:lstStyle>
            <a:lvl1pPr lvl="0" rtl="0">
              <a:buNone/>
              <a:defRPr sz="600">
                <a:solidFill>
                  <a:srgbClr val="000000"/>
                </a:solidFill>
              </a:defRPr>
            </a:lvl1pPr>
            <a:lvl2pPr lvl="1" rtl="0">
              <a:buNone/>
              <a:defRPr sz="600">
                <a:solidFill>
                  <a:srgbClr val="000000"/>
                </a:solidFill>
              </a:defRPr>
            </a:lvl2pPr>
            <a:lvl3pPr lvl="2" rtl="0">
              <a:buNone/>
              <a:defRPr sz="600">
                <a:solidFill>
                  <a:srgbClr val="000000"/>
                </a:solidFill>
              </a:defRPr>
            </a:lvl3pPr>
            <a:lvl4pPr lvl="3" rtl="0">
              <a:buNone/>
              <a:defRPr sz="600">
                <a:solidFill>
                  <a:srgbClr val="000000"/>
                </a:solidFill>
              </a:defRPr>
            </a:lvl4pPr>
            <a:lvl5pPr lvl="4" rtl="0">
              <a:buNone/>
              <a:defRPr sz="600">
                <a:solidFill>
                  <a:srgbClr val="000000"/>
                </a:solidFill>
              </a:defRPr>
            </a:lvl5pPr>
            <a:lvl6pPr lvl="5" rtl="0">
              <a:buNone/>
              <a:defRPr sz="600">
                <a:solidFill>
                  <a:srgbClr val="000000"/>
                </a:solidFill>
              </a:defRPr>
            </a:lvl6pPr>
            <a:lvl7pPr lvl="6" rtl="0">
              <a:buNone/>
              <a:defRPr sz="600">
                <a:solidFill>
                  <a:srgbClr val="000000"/>
                </a:solidFill>
              </a:defRPr>
            </a:lvl7pPr>
            <a:lvl8pPr lvl="7" rtl="0">
              <a:buNone/>
              <a:defRPr sz="600">
                <a:solidFill>
                  <a:srgbClr val="000000"/>
                </a:solidFill>
              </a:defRPr>
            </a:lvl8pPr>
            <a:lvl9pPr lvl="8" rtl="0">
              <a:buNone/>
              <a:defRPr sz="600">
                <a:solidFill>
                  <a:srgbClr val="000000"/>
                </a:solidFill>
              </a:defRPr>
            </a:lvl9pPr>
          </a:lstStyle>
          <a:p>
            <a:pPr indent="0" lvl="0" marL="0" rtl="0" algn="l">
              <a:spcBef>
                <a:spcPts val="0"/>
              </a:spcBef>
              <a:spcAft>
                <a:spcPts val="0"/>
              </a:spcAft>
              <a:buNone/>
            </a:pPr>
            <a:fld id="{00000000-1234-1234-1234-123412341234}" type="slidenum">
              <a:rPr lang="en"/>
              <a:t>‹#›</a:t>
            </a:fld>
            <a:endParaRPr/>
          </a:p>
        </p:txBody>
      </p:sp>
      <p:cxnSp>
        <p:nvCxnSpPr>
          <p:cNvPr id="391" name="Google Shape;391;g2eee884a559_0_4307"/>
          <p:cNvCxnSpPr/>
          <p:nvPr/>
        </p:nvCxnSpPr>
        <p:spPr>
          <a:xfrm>
            <a:off x="274320" y="4906455"/>
            <a:ext cx="8595600" cy="10200"/>
          </a:xfrm>
          <a:prstGeom prst="straightConnector1">
            <a:avLst/>
          </a:prstGeom>
          <a:noFill/>
          <a:ln cap="flat" cmpd="sng" w="9525">
            <a:solidFill>
              <a:srgbClr val="A9B7C0"/>
            </a:solidFill>
            <a:prstDash val="solid"/>
            <a:round/>
            <a:headEnd len="med" w="med" type="none"/>
            <a:tailEnd len="med" w="med" type="none"/>
          </a:ln>
        </p:spPr>
      </p:cxnSp>
      <p:sp>
        <p:nvSpPr>
          <p:cNvPr id="392" name="Google Shape;392;g2eee884a559_0_4307"/>
          <p:cNvSpPr txBox="1"/>
          <p:nvPr>
            <p:ph idx="2" type="subTitle"/>
          </p:nvPr>
        </p:nvSpPr>
        <p:spPr>
          <a:xfrm>
            <a:off x="-12300" y="4916650"/>
            <a:ext cx="7971900" cy="226800"/>
          </a:xfrm>
          <a:prstGeom prst="rect">
            <a:avLst/>
          </a:prstGeom>
        </p:spPr>
        <p:txBody>
          <a:bodyPr anchorCtr="0" anchor="t" bIns="0" lIns="274300" spcFirstLastPara="1" rIns="0" wrap="square" tIns="45700">
            <a:noAutofit/>
          </a:bodyPr>
          <a:lstStyle>
            <a:lvl1pPr lvl="0" rtl="0">
              <a:spcBef>
                <a:spcPts val="0"/>
              </a:spcBef>
              <a:spcAft>
                <a:spcPts val="0"/>
              </a:spcAft>
              <a:buNone/>
              <a:defRPr sz="700"/>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393" name="Google Shape;393;g2eee884a559_0_4307"/>
          <p:cNvSpPr txBox="1"/>
          <p:nvPr>
            <p:ph idx="3" type="body"/>
          </p:nvPr>
        </p:nvSpPr>
        <p:spPr>
          <a:xfrm>
            <a:off x="175" y="1284250"/>
            <a:ext cx="9144000" cy="3462600"/>
          </a:xfrm>
          <a:prstGeom prst="rect">
            <a:avLst/>
          </a:prstGeom>
        </p:spPr>
        <p:txBody>
          <a:bodyPr anchorCtr="0" anchor="t" bIns="914400" lIns="457200" spcFirstLastPara="1" rIns="457200" wrap="square" tIns="0">
            <a:noAutofit/>
          </a:bodyPr>
          <a:lstStyle>
            <a:lvl1pPr indent="-342900" lvl="0" marL="457200" rtl="0">
              <a:spcBef>
                <a:spcPts val="0"/>
              </a:spcBef>
              <a:spcAft>
                <a:spcPts val="0"/>
              </a:spcAft>
              <a:buSzPts val="1800"/>
              <a:buFont typeface="Roboto"/>
              <a:buChar char="●"/>
              <a:defRPr>
                <a:latin typeface="Roboto"/>
                <a:ea typeface="Roboto"/>
                <a:cs typeface="Roboto"/>
                <a:sym typeface="Roboto"/>
              </a:defRPr>
            </a:lvl1pPr>
            <a:lvl2pPr indent="-342900" lvl="1" marL="914400" rtl="0">
              <a:spcBef>
                <a:spcPts val="800"/>
              </a:spcBef>
              <a:spcAft>
                <a:spcPts val="0"/>
              </a:spcAft>
              <a:buSzPts val="1800"/>
              <a:buFont typeface="Roboto"/>
              <a:buChar char="○"/>
              <a:defRPr>
                <a:latin typeface="Roboto"/>
                <a:ea typeface="Roboto"/>
                <a:cs typeface="Roboto"/>
                <a:sym typeface="Roboto"/>
              </a:defRPr>
            </a:lvl2pPr>
            <a:lvl3pPr indent="-342900" lvl="2" marL="1371600" rtl="0">
              <a:spcBef>
                <a:spcPts val="800"/>
              </a:spcBef>
              <a:spcAft>
                <a:spcPts val="0"/>
              </a:spcAft>
              <a:buSzPts val="1800"/>
              <a:buFont typeface="Roboto"/>
              <a:buChar char="■"/>
              <a:defRPr>
                <a:latin typeface="Roboto"/>
                <a:ea typeface="Roboto"/>
                <a:cs typeface="Roboto"/>
                <a:sym typeface="Roboto"/>
              </a:defRPr>
            </a:lvl3pPr>
            <a:lvl4pPr indent="-342900" lvl="3" marL="1828800" rtl="0">
              <a:spcBef>
                <a:spcPts val="800"/>
              </a:spcBef>
              <a:spcAft>
                <a:spcPts val="0"/>
              </a:spcAft>
              <a:buSzPts val="1800"/>
              <a:buFont typeface="Roboto"/>
              <a:buChar char="●"/>
              <a:defRPr>
                <a:latin typeface="Roboto"/>
                <a:ea typeface="Roboto"/>
                <a:cs typeface="Roboto"/>
                <a:sym typeface="Roboto"/>
              </a:defRPr>
            </a:lvl4pPr>
            <a:lvl5pPr indent="-342900" lvl="4" marL="2286000" rtl="0">
              <a:spcBef>
                <a:spcPts val="800"/>
              </a:spcBef>
              <a:spcAft>
                <a:spcPts val="0"/>
              </a:spcAft>
              <a:buSzPts val="1800"/>
              <a:buFont typeface="Roboto"/>
              <a:buChar char="○"/>
              <a:defRPr>
                <a:latin typeface="Roboto"/>
                <a:ea typeface="Roboto"/>
                <a:cs typeface="Roboto"/>
                <a:sym typeface="Roboto"/>
              </a:defRPr>
            </a:lvl5pPr>
            <a:lvl6pPr indent="-342900" lvl="5" marL="2743200" rtl="0">
              <a:spcBef>
                <a:spcPts val="800"/>
              </a:spcBef>
              <a:spcAft>
                <a:spcPts val="0"/>
              </a:spcAft>
              <a:buSzPts val="1800"/>
              <a:buFont typeface="Roboto"/>
              <a:buChar char="■"/>
              <a:defRPr>
                <a:latin typeface="Roboto"/>
                <a:ea typeface="Roboto"/>
                <a:cs typeface="Roboto"/>
                <a:sym typeface="Roboto"/>
              </a:defRPr>
            </a:lvl6pPr>
            <a:lvl7pPr indent="-342900" lvl="6" marL="3200400" rtl="0">
              <a:spcBef>
                <a:spcPts val="800"/>
              </a:spcBef>
              <a:spcAft>
                <a:spcPts val="0"/>
              </a:spcAft>
              <a:buSzPts val="1800"/>
              <a:buFont typeface="Roboto"/>
              <a:buChar char="●"/>
              <a:defRPr>
                <a:latin typeface="Roboto"/>
                <a:ea typeface="Roboto"/>
                <a:cs typeface="Roboto"/>
                <a:sym typeface="Roboto"/>
              </a:defRPr>
            </a:lvl7pPr>
            <a:lvl8pPr indent="-342900" lvl="7" marL="3657600" rtl="0">
              <a:spcBef>
                <a:spcPts val="800"/>
              </a:spcBef>
              <a:spcAft>
                <a:spcPts val="0"/>
              </a:spcAft>
              <a:buSzPts val="1800"/>
              <a:buFont typeface="Roboto"/>
              <a:buChar char="○"/>
              <a:defRPr>
                <a:latin typeface="Roboto"/>
                <a:ea typeface="Roboto"/>
                <a:cs typeface="Roboto"/>
                <a:sym typeface="Roboto"/>
              </a:defRPr>
            </a:lvl8pPr>
            <a:lvl9pPr indent="-342900" lvl="8" marL="4114800" rtl="0">
              <a:spcBef>
                <a:spcPts val="800"/>
              </a:spcBef>
              <a:spcAft>
                <a:spcPts val="800"/>
              </a:spcAft>
              <a:buSzPts val="1800"/>
              <a:buFont typeface="Roboto"/>
              <a:buChar char="■"/>
              <a:defRPr>
                <a:latin typeface="Roboto"/>
                <a:ea typeface="Roboto"/>
                <a:cs typeface="Roboto"/>
                <a:sym typeface="Roboto"/>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inition slide">
  <p:cSld name="CUSTOM_22">
    <p:bg>
      <p:bgPr>
        <a:solidFill>
          <a:srgbClr val="F2F2F2"/>
        </a:solidFill>
      </p:bgPr>
    </p:bg>
    <p:spTree>
      <p:nvGrpSpPr>
        <p:cNvPr id="394" name="Shape 394"/>
        <p:cNvGrpSpPr/>
        <p:nvPr/>
      </p:nvGrpSpPr>
      <p:grpSpPr>
        <a:xfrm>
          <a:off x="0" y="0"/>
          <a:ext cx="0" cy="0"/>
          <a:chOff x="0" y="0"/>
          <a:chExt cx="0" cy="0"/>
        </a:xfrm>
      </p:grpSpPr>
      <p:pic>
        <p:nvPicPr>
          <p:cNvPr id="395" name="Google Shape;395;g2eee884a559_0_5297"/>
          <p:cNvPicPr preferRelativeResize="0"/>
          <p:nvPr/>
        </p:nvPicPr>
        <p:blipFill rotWithShape="1">
          <a:blip r:embed="rId2">
            <a:alphaModFix amt="11000"/>
          </a:blip>
          <a:srcRect b="7136" l="-6410" r="6410" t="-3050"/>
          <a:stretch/>
        </p:blipFill>
        <p:spPr>
          <a:xfrm>
            <a:off x="5157740" y="2672100"/>
            <a:ext cx="3986260" cy="2471400"/>
          </a:xfrm>
          <a:prstGeom prst="rect">
            <a:avLst/>
          </a:prstGeom>
          <a:noFill/>
          <a:ln>
            <a:noFill/>
          </a:ln>
        </p:spPr>
      </p:pic>
      <p:sp>
        <p:nvSpPr>
          <p:cNvPr id="396" name="Google Shape;396;g2eee884a559_0_5297"/>
          <p:cNvSpPr txBox="1"/>
          <p:nvPr>
            <p:ph type="title"/>
          </p:nvPr>
        </p:nvSpPr>
        <p:spPr>
          <a:xfrm>
            <a:off x="1959725" y="1641200"/>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
        <p:nvSpPr>
          <p:cNvPr id="397" name="Google Shape;397;g2eee884a559_0_5297"/>
          <p:cNvSpPr/>
          <p:nvPr/>
        </p:nvSpPr>
        <p:spPr>
          <a:xfrm flipH="1" rot="10800000">
            <a:off x="688800" y="692100"/>
            <a:ext cx="7766400" cy="3759300"/>
          </a:xfrm>
          <a:prstGeom prst="bracePair">
            <a:avLst/>
          </a:prstGeom>
          <a:noFill/>
          <a:ln cap="flat" cmpd="sng" w="76200">
            <a:solidFill>
              <a:srgbClr val="FCB9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2eee884a559_0_5297"/>
          <p:cNvSpPr/>
          <p:nvPr/>
        </p:nvSpPr>
        <p:spPr>
          <a:xfrm>
            <a:off x="1104268" y="1039688"/>
            <a:ext cx="6935464" cy="3131678"/>
          </a:xfrm>
          <a:custGeom>
            <a:rect b="b" l="l" r="r" t="t"/>
            <a:pathLst>
              <a:path extrusionOk="0" h="128611" w="284824">
                <a:moveTo>
                  <a:pt x="26676" y="0"/>
                </a:moveTo>
                <a:cubicBezTo>
                  <a:pt x="22180" y="0"/>
                  <a:pt x="18965" y="1390"/>
                  <a:pt x="17030" y="4169"/>
                </a:cubicBezTo>
                <a:cubicBezTo>
                  <a:pt x="15068" y="6948"/>
                  <a:pt x="14114" y="11035"/>
                  <a:pt x="14114" y="16431"/>
                </a:cubicBezTo>
                <a:lnTo>
                  <a:pt x="14114" y="45150"/>
                </a:lnTo>
                <a:cubicBezTo>
                  <a:pt x="14114" y="50191"/>
                  <a:pt x="12807" y="54360"/>
                  <a:pt x="10191" y="57684"/>
                </a:cubicBezTo>
                <a:cubicBezTo>
                  <a:pt x="7684" y="60981"/>
                  <a:pt x="4060" y="63242"/>
                  <a:pt x="0" y="64087"/>
                </a:cubicBezTo>
                <a:lnTo>
                  <a:pt x="0" y="64305"/>
                </a:lnTo>
                <a:cubicBezTo>
                  <a:pt x="4332" y="65368"/>
                  <a:pt x="7766" y="67548"/>
                  <a:pt x="10300" y="70817"/>
                </a:cubicBezTo>
                <a:cubicBezTo>
                  <a:pt x="12834" y="74087"/>
                  <a:pt x="14114" y="78283"/>
                  <a:pt x="14114" y="83460"/>
                </a:cubicBezTo>
                <a:lnTo>
                  <a:pt x="14114" y="112180"/>
                </a:lnTo>
                <a:cubicBezTo>
                  <a:pt x="14114" y="117684"/>
                  <a:pt x="15068" y="121798"/>
                  <a:pt x="17030" y="124523"/>
                </a:cubicBezTo>
                <a:cubicBezTo>
                  <a:pt x="18992" y="127248"/>
                  <a:pt x="22207" y="128610"/>
                  <a:pt x="26676" y="128610"/>
                </a:cubicBezTo>
                <a:lnTo>
                  <a:pt x="258148" y="128610"/>
                </a:lnTo>
                <a:cubicBezTo>
                  <a:pt x="262644" y="128610"/>
                  <a:pt x="265832" y="127248"/>
                  <a:pt x="267794" y="124523"/>
                </a:cubicBezTo>
                <a:cubicBezTo>
                  <a:pt x="269728" y="121798"/>
                  <a:pt x="270709" y="117684"/>
                  <a:pt x="270709" y="112180"/>
                </a:cubicBezTo>
                <a:lnTo>
                  <a:pt x="270709" y="83460"/>
                </a:lnTo>
                <a:cubicBezTo>
                  <a:pt x="270709" y="78283"/>
                  <a:pt x="271990" y="74087"/>
                  <a:pt x="274497" y="70817"/>
                </a:cubicBezTo>
                <a:cubicBezTo>
                  <a:pt x="277058" y="67548"/>
                  <a:pt x="280491" y="65395"/>
                  <a:pt x="284824" y="64305"/>
                </a:cubicBezTo>
                <a:lnTo>
                  <a:pt x="284824" y="64087"/>
                </a:lnTo>
                <a:cubicBezTo>
                  <a:pt x="280764" y="63242"/>
                  <a:pt x="277140" y="60981"/>
                  <a:pt x="274606" y="57684"/>
                </a:cubicBezTo>
                <a:cubicBezTo>
                  <a:pt x="272017" y="54360"/>
                  <a:pt x="270709" y="50191"/>
                  <a:pt x="270709" y="45150"/>
                </a:cubicBezTo>
                <a:lnTo>
                  <a:pt x="270709" y="16431"/>
                </a:lnTo>
                <a:cubicBezTo>
                  <a:pt x="270709" y="11035"/>
                  <a:pt x="269728" y="6948"/>
                  <a:pt x="267794" y="4169"/>
                </a:cubicBezTo>
                <a:cubicBezTo>
                  <a:pt x="265832" y="1417"/>
                  <a:pt x="262616" y="27"/>
                  <a:pt x="2581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2eee884a559_0_5297"/>
          <p:cNvSpPr txBox="1"/>
          <p:nvPr>
            <p:ph idx="2" type="title"/>
          </p:nvPr>
        </p:nvSpPr>
        <p:spPr>
          <a:xfrm>
            <a:off x="1450375" y="1039700"/>
            <a:ext cx="6244200" cy="3131700"/>
          </a:xfrm>
          <a:prstGeom prst="rect">
            <a:avLst/>
          </a:prstGeom>
          <a:noFill/>
          <a:ln>
            <a:noFill/>
          </a:ln>
        </p:spPr>
        <p:txBody>
          <a:bodyPr anchorCtr="0" anchor="ctr" bIns="91425" lIns="365750" spcFirstLastPara="1" rIns="91425" wrap="square" tIns="91425">
            <a:noAutofit/>
          </a:bodyPr>
          <a:lstStyle>
            <a:lvl1pPr lvl="0" rtl="0" algn="l">
              <a:lnSpc>
                <a:spcPct val="100000"/>
              </a:lnSpc>
              <a:spcBef>
                <a:spcPts val="0"/>
              </a:spcBef>
              <a:spcAft>
                <a:spcPts val="0"/>
              </a:spcAft>
              <a:buSzPts val="3400"/>
              <a:buNone/>
              <a:defRPr sz="3400">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400"/>
              <a:buNone/>
              <a:defRPr sz="3400">
                <a:solidFill>
                  <a:srgbClr val="2E5E73"/>
                </a:solidFill>
                <a:latin typeface="Roboto Light"/>
                <a:ea typeface="Roboto Light"/>
                <a:cs typeface="Roboto Light"/>
                <a:sym typeface="Roboto Light"/>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01">
  <p:cSld name="CUSTOM_26_3">
    <p:bg>
      <p:bgPr>
        <a:solidFill>
          <a:schemeClr val="accent2"/>
        </a:solidFill>
      </p:bgPr>
    </p:bg>
    <p:spTree>
      <p:nvGrpSpPr>
        <p:cNvPr id="400" name="Shape 400"/>
        <p:cNvGrpSpPr/>
        <p:nvPr/>
      </p:nvGrpSpPr>
      <p:grpSpPr>
        <a:xfrm>
          <a:off x="0" y="0"/>
          <a:ext cx="0" cy="0"/>
          <a:chOff x="0" y="0"/>
          <a:chExt cx="0" cy="0"/>
        </a:xfrm>
      </p:grpSpPr>
      <p:sp>
        <p:nvSpPr>
          <p:cNvPr id="401" name="Google Shape;401;g2eee884a559_0_9029"/>
          <p:cNvSpPr txBox="1"/>
          <p:nvPr>
            <p:ph type="title"/>
          </p:nvPr>
        </p:nvSpPr>
        <p:spPr>
          <a:xfrm>
            <a:off x="0" y="2694300"/>
            <a:ext cx="9144000" cy="740700"/>
          </a:xfrm>
          <a:prstGeom prst="rect">
            <a:avLst/>
          </a:prstGeom>
          <a:noFill/>
          <a:ln>
            <a:noFill/>
          </a:ln>
        </p:spPr>
        <p:txBody>
          <a:bodyPr anchorCtr="0" anchor="t" bIns="91425" lIns="0" spcFirstLastPara="1" rIns="0" wrap="square" tIns="91425">
            <a:noAutofit/>
          </a:bodyPr>
          <a:lstStyle>
            <a:lvl1pPr lvl="0" rtl="0" algn="ctr">
              <a:lnSpc>
                <a:spcPct val="100000"/>
              </a:lnSpc>
              <a:spcBef>
                <a:spcPts val="0"/>
              </a:spcBef>
              <a:spcAft>
                <a:spcPts val="0"/>
              </a:spcAft>
              <a:buClr>
                <a:schemeClr val="dk1"/>
              </a:buClr>
              <a:buSzPts val="4000"/>
              <a:buNone/>
              <a:defRPr sz="4000">
                <a:solidFill>
                  <a:schemeClr val="dk1"/>
                </a:solidFill>
                <a:latin typeface="Roboto Light"/>
                <a:ea typeface="Roboto Light"/>
                <a:cs typeface="Roboto Light"/>
                <a:sym typeface="Roboto Light"/>
              </a:defRPr>
            </a:lvl1pPr>
            <a:lvl2pPr lvl="1" rtl="0" algn="l">
              <a:lnSpc>
                <a:spcPct val="100000"/>
              </a:lnSpc>
              <a:spcBef>
                <a:spcPts val="0"/>
              </a:spcBef>
              <a:spcAft>
                <a:spcPts val="0"/>
              </a:spcAft>
              <a:buSzPts val="2800"/>
              <a:buNone/>
              <a:defRPr>
                <a:latin typeface="Roboto Light"/>
                <a:ea typeface="Roboto Light"/>
                <a:cs typeface="Roboto Light"/>
                <a:sym typeface="Roboto Light"/>
              </a:defRPr>
            </a:lvl2pPr>
            <a:lvl3pPr lvl="2" rtl="0" algn="l">
              <a:lnSpc>
                <a:spcPct val="100000"/>
              </a:lnSpc>
              <a:spcBef>
                <a:spcPts val="0"/>
              </a:spcBef>
              <a:spcAft>
                <a:spcPts val="0"/>
              </a:spcAft>
              <a:buSzPts val="2800"/>
              <a:buNone/>
              <a:defRPr>
                <a:latin typeface="Roboto Light"/>
                <a:ea typeface="Roboto Light"/>
                <a:cs typeface="Roboto Light"/>
                <a:sym typeface="Roboto Light"/>
              </a:defRPr>
            </a:lvl3pPr>
            <a:lvl4pPr lvl="3" rtl="0" algn="l">
              <a:lnSpc>
                <a:spcPct val="100000"/>
              </a:lnSpc>
              <a:spcBef>
                <a:spcPts val="0"/>
              </a:spcBef>
              <a:spcAft>
                <a:spcPts val="0"/>
              </a:spcAft>
              <a:buSzPts val="2800"/>
              <a:buNone/>
              <a:defRPr>
                <a:latin typeface="Roboto Light"/>
                <a:ea typeface="Roboto Light"/>
                <a:cs typeface="Roboto Light"/>
                <a:sym typeface="Roboto Light"/>
              </a:defRPr>
            </a:lvl4pPr>
            <a:lvl5pPr lvl="4" rtl="0" algn="l">
              <a:lnSpc>
                <a:spcPct val="100000"/>
              </a:lnSpc>
              <a:spcBef>
                <a:spcPts val="0"/>
              </a:spcBef>
              <a:spcAft>
                <a:spcPts val="0"/>
              </a:spcAft>
              <a:buSzPts val="2800"/>
              <a:buNone/>
              <a:defRPr>
                <a:latin typeface="Roboto Light"/>
                <a:ea typeface="Roboto Light"/>
                <a:cs typeface="Roboto Light"/>
                <a:sym typeface="Roboto Light"/>
              </a:defRPr>
            </a:lvl5pPr>
            <a:lvl6pPr lvl="5" rtl="0" algn="l">
              <a:lnSpc>
                <a:spcPct val="100000"/>
              </a:lnSpc>
              <a:spcBef>
                <a:spcPts val="0"/>
              </a:spcBef>
              <a:spcAft>
                <a:spcPts val="0"/>
              </a:spcAft>
              <a:buSzPts val="2800"/>
              <a:buNone/>
              <a:defRPr>
                <a:latin typeface="Roboto Light"/>
                <a:ea typeface="Roboto Light"/>
                <a:cs typeface="Roboto Light"/>
                <a:sym typeface="Roboto Light"/>
              </a:defRPr>
            </a:lvl6pPr>
            <a:lvl7pPr lvl="6" rtl="0" algn="l">
              <a:lnSpc>
                <a:spcPct val="100000"/>
              </a:lnSpc>
              <a:spcBef>
                <a:spcPts val="0"/>
              </a:spcBef>
              <a:spcAft>
                <a:spcPts val="0"/>
              </a:spcAft>
              <a:buSzPts val="2800"/>
              <a:buNone/>
              <a:defRPr>
                <a:latin typeface="Roboto Light"/>
                <a:ea typeface="Roboto Light"/>
                <a:cs typeface="Roboto Light"/>
                <a:sym typeface="Roboto Light"/>
              </a:defRPr>
            </a:lvl7pPr>
            <a:lvl8pPr lvl="7" rtl="0" algn="l">
              <a:lnSpc>
                <a:spcPct val="100000"/>
              </a:lnSpc>
              <a:spcBef>
                <a:spcPts val="0"/>
              </a:spcBef>
              <a:spcAft>
                <a:spcPts val="0"/>
              </a:spcAft>
              <a:buSzPts val="2800"/>
              <a:buNone/>
              <a:defRPr>
                <a:latin typeface="Roboto Light"/>
                <a:ea typeface="Roboto Light"/>
                <a:cs typeface="Roboto Light"/>
                <a:sym typeface="Roboto Light"/>
              </a:defRPr>
            </a:lvl8pPr>
            <a:lvl9pPr lvl="8" rtl="0" algn="l">
              <a:lnSpc>
                <a:spcPct val="100000"/>
              </a:lnSpc>
              <a:spcBef>
                <a:spcPts val="0"/>
              </a:spcBef>
              <a:spcAft>
                <a:spcPts val="0"/>
              </a:spcAft>
              <a:buSzPts val="2800"/>
              <a:buNone/>
              <a:defRPr>
                <a:latin typeface="Roboto Light"/>
                <a:ea typeface="Roboto Light"/>
                <a:cs typeface="Roboto Light"/>
                <a:sym typeface="Roboto Light"/>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1">
  <p:cSld name="CUSTOM_24">
    <p:spTree>
      <p:nvGrpSpPr>
        <p:cNvPr id="402" name="Shape 402"/>
        <p:cNvGrpSpPr/>
        <p:nvPr/>
      </p:nvGrpSpPr>
      <p:grpSpPr>
        <a:xfrm>
          <a:off x="0" y="0"/>
          <a:ext cx="0" cy="0"/>
          <a:chOff x="0" y="0"/>
          <a:chExt cx="0" cy="0"/>
        </a:xfrm>
      </p:grpSpPr>
      <p:sp>
        <p:nvSpPr>
          <p:cNvPr id="403" name="Google Shape;403;g2eee884a559_0_947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rtl="0">
              <a:buNone/>
              <a:defRPr sz="1300">
                <a:solidFill>
                  <a:srgbClr val="2E5E73"/>
                </a:solidFill>
                <a:latin typeface="Roboto Light"/>
                <a:ea typeface="Roboto Light"/>
                <a:cs typeface="Roboto Light"/>
                <a:sym typeface="Roboto Light"/>
              </a:defRPr>
            </a:lvl1pPr>
            <a:lvl2pPr lvl="1" rtl="0">
              <a:buNone/>
              <a:defRPr sz="1300">
                <a:solidFill>
                  <a:srgbClr val="2E5E73"/>
                </a:solidFill>
                <a:latin typeface="Roboto Light"/>
                <a:ea typeface="Roboto Light"/>
                <a:cs typeface="Roboto Light"/>
                <a:sym typeface="Roboto Light"/>
              </a:defRPr>
            </a:lvl2pPr>
            <a:lvl3pPr lvl="2" rtl="0">
              <a:buNone/>
              <a:defRPr sz="1300">
                <a:solidFill>
                  <a:srgbClr val="2E5E73"/>
                </a:solidFill>
                <a:latin typeface="Roboto Light"/>
                <a:ea typeface="Roboto Light"/>
                <a:cs typeface="Roboto Light"/>
                <a:sym typeface="Roboto Light"/>
              </a:defRPr>
            </a:lvl3pPr>
            <a:lvl4pPr lvl="3" rtl="0">
              <a:buNone/>
              <a:defRPr sz="1300">
                <a:solidFill>
                  <a:srgbClr val="2E5E73"/>
                </a:solidFill>
                <a:latin typeface="Roboto Light"/>
                <a:ea typeface="Roboto Light"/>
                <a:cs typeface="Roboto Light"/>
                <a:sym typeface="Roboto Light"/>
              </a:defRPr>
            </a:lvl4pPr>
            <a:lvl5pPr lvl="4" rtl="0">
              <a:buNone/>
              <a:defRPr sz="1300">
                <a:solidFill>
                  <a:srgbClr val="2E5E73"/>
                </a:solidFill>
                <a:latin typeface="Roboto Light"/>
                <a:ea typeface="Roboto Light"/>
                <a:cs typeface="Roboto Light"/>
                <a:sym typeface="Roboto Light"/>
              </a:defRPr>
            </a:lvl5pPr>
            <a:lvl6pPr lvl="5" rtl="0">
              <a:buNone/>
              <a:defRPr sz="1300">
                <a:solidFill>
                  <a:srgbClr val="2E5E73"/>
                </a:solidFill>
                <a:latin typeface="Roboto Light"/>
                <a:ea typeface="Roboto Light"/>
                <a:cs typeface="Roboto Light"/>
                <a:sym typeface="Roboto Light"/>
              </a:defRPr>
            </a:lvl6pPr>
            <a:lvl7pPr lvl="6" rtl="0">
              <a:buNone/>
              <a:defRPr sz="1300">
                <a:solidFill>
                  <a:srgbClr val="2E5E73"/>
                </a:solidFill>
                <a:latin typeface="Roboto Light"/>
                <a:ea typeface="Roboto Light"/>
                <a:cs typeface="Roboto Light"/>
                <a:sym typeface="Roboto Light"/>
              </a:defRPr>
            </a:lvl7pPr>
            <a:lvl8pPr lvl="7" rtl="0">
              <a:buNone/>
              <a:defRPr sz="1300">
                <a:solidFill>
                  <a:srgbClr val="2E5E73"/>
                </a:solidFill>
                <a:latin typeface="Roboto Light"/>
                <a:ea typeface="Roboto Light"/>
                <a:cs typeface="Roboto Light"/>
                <a:sym typeface="Roboto Light"/>
              </a:defRPr>
            </a:lvl8pPr>
            <a:lvl9pPr lvl="8" rtl="0">
              <a:buNone/>
              <a:defRPr sz="1300">
                <a:solidFill>
                  <a:srgbClr val="2E5E73"/>
                </a:solidFill>
                <a:latin typeface="Roboto Light"/>
                <a:ea typeface="Roboto Light"/>
                <a:cs typeface="Roboto Light"/>
                <a:sym typeface="Roboto Light"/>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404" name="Shape 404"/>
        <p:cNvGrpSpPr/>
        <p:nvPr/>
      </p:nvGrpSpPr>
      <p:grpSpPr>
        <a:xfrm>
          <a:off x="0" y="0"/>
          <a:ext cx="0" cy="0"/>
          <a:chOff x="0" y="0"/>
          <a:chExt cx="0" cy="0"/>
        </a:xfrm>
      </p:grpSpPr>
      <p:sp>
        <p:nvSpPr>
          <p:cNvPr id="405" name="Google Shape;405;g2eee884a559_0_12046"/>
          <p:cNvSpPr txBox="1"/>
          <p:nvPr>
            <p:ph type="title"/>
          </p:nvPr>
        </p:nvSpPr>
        <p:spPr>
          <a:xfrm>
            <a:off x="311700" y="445025"/>
            <a:ext cx="8520600" cy="572700"/>
          </a:xfrm>
          <a:prstGeom prst="rect">
            <a:avLst/>
          </a:prstGeom>
          <a:noFill/>
          <a:ln>
            <a:noFill/>
          </a:ln>
        </p:spPr>
        <p:txBody>
          <a:bodyPr anchorCtr="0" anchor="t" bIns="91425" lIns="365750" spcFirstLastPara="1" rIns="91425" wrap="square" tIns="91425">
            <a:noAutofit/>
          </a:bodyPr>
          <a:lstStyle>
            <a:lvl1pPr lvl="0" rtl="0" algn="l">
              <a:lnSpc>
                <a:spcPct val="100000"/>
              </a:lnSpc>
              <a:spcBef>
                <a:spcPts val="0"/>
              </a:spcBef>
              <a:spcAft>
                <a:spcPts val="0"/>
              </a:spcAft>
              <a:buSzPts val="24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406" name="Google Shape;406;g2eee884a559_0_1204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sp>
        <p:nvSpPr>
          <p:cNvPr id="407" name="Google Shape;407;g2eee884a559_0_120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estion slide 1">
  <p:cSld name="CUSTOM_4_1_2_3">
    <p:bg>
      <p:bgPr>
        <a:solidFill>
          <a:schemeClr val="dk2"/>
        </a:solidFill>
      </p:bgPr>
    </p:bg>
    <p:spTree>
      <p:nvGrpSpPr>
        <p:cNvPr id="408" name="Shape 408"/>
        <p:cNvGrpSpPr/>
        <p:nvPr/>
      </p:nvGrpSpPr>
      <p:grpSpPr>
        <a:xfrm>
          <a:off x="0" y="0"/>
          <a:ext cx="0" cy="0"/>
          <a:chOff x="0" y="0"/>
          <a:chExt cx="0" cy="0"/>
        </a:xfrm>
      </p:grpSpPr>
      <p:sp>
        <p:nvSpPr>
          <p:cNvPr id="409" name="Google Shape;409;g2eee884a559_0_17539"/>
          <p:cNvSpPr/>
          <p:nvPr/>
        </p:nvSpPr>
        <p:spPr>
          <a:xfrm>
            <a:off x="459099" y="1336050"/>
            <a:ext cx="2471400" cy="24714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2eee884a559_0_17539"/>
          <p:cNvSpPr txBox="1"/>
          <p:nvPr>
            <p:ph type="title"/>
          </p:nvPr>
        </p:nvSpPr>
        <p:spPr>
          <a:xfrm>
            <a:off x="3141250" y="1925250"/>
            <a:ext cx="5555100" cy="1304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3800"/>
              <a:buNone/>
              <a:defRPr sz="3800">
                <a:solidFill>
                  <a:schemeClr val="lt1"/>
                </a:solidFill>
                <a:latin typeface="Roboto Light"/>
                <a:ea typeface="Roboto Light"/>
                <a:cs typeface="Roboto Light"/>
                <a:sym typeface="Roboto Light"/>
              </a:defRPr>
            </a:lvl1pPr>
            <a:lvl2pPr lvl="1"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2pPr>
            <a:lvl3pPr lvl="2"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3pPr>
            <a:lvl4pPr lvl="3"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4pPr>
            <a:lvl5pPr lvl="4"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5pPr>
            <a:lvl6pPr lvl="5"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6pPr>
            <a:lvl7pPr lvl="6"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7pPr>
            <a:lvl8pPr lvl="7"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8pPr>
            <a:lvl9pPr lvl="8" rtl="0" algn="l">
              <a:lnSpc>
                <a:spcPct val="100000"/>
              </a:lnSpc>
              <a:spcBef>
                <a:spcPts val="0"/>
              </a:spcBef>
              <a:spcAft>
                <a:spcPts val="0"/>
              </a:spcAft>
              <a:buClr>
                <a:srgbClr val="2E5E73"/>
              </a:buClr>
              <a:buSzPts val="3800"/>
              <a:buNone/>
              <a:defRPr sz="3800">
                <a:solidFill>
                  <a:srgbClr val="2E5E73"/>
                </a:solidFill>
                <a:latin typeface="Roboto Light"/>
                <a:ea typeface="Roboto Light"/>
                <a:cs typeface="Roboto Light"/>
                <a:sym typeface="Roboto Light"/>
              </a:defRPr>
            </a:lvl9pPr>
          </a:lstStyle>
          <a:p/>
        </p:txBody>
      </p:sp>
      <p:pic>
        <p:nvPicPr>
          <p:cNvPr id="411" name="Google Shape;411;g2eee884a559_0_17539"/>
          <p:cNvPicPr preferRelativeResize="0"/>
          <p:nvPr/>
        </p:nvPicPr>
        <p:blipFill rotWithShape="1">
          <a:blip r:embed="rId2">
            <a:alphaModFix/>
          </a:blip>
          <a:srcRect b="0" l="0" r="0" t="0"/>
          <a:stretch/>
        </p:blipFill>
        <p:spPr>
          <a:xfrm>
            <a:off x="1242338" y="1946150"/>
            <a:ext cx="904875" cy="1343025"/>
          </a:xfrm>
          <a:prstGeom prst="rect">
            <a:avLst/>
          </a:prstGeom>
          <a:noFill/>
          <a:ln>
            <a:noFill/>
          </a:ln>
        </p:spPr>
      </p:pic>
      <p:pic>
        <p:nvPicPr>
          <p:cNvPr id="412" name="Google Shape;412;g2eee884a559_0_17539"/>
          <p:cNvPicPr preferRelativeResize="0"/>
          <p:nvPr/>
        </p:nvPicPr>
        <p:blipFill rotWithShape="1">
          <a:blip r:embed="rId3">
            <a:alphaModFix amt="7000"/>
          </a:blip>
          <a:srcRect b="0" l="0" r="0" t="0"/>
          <a:stretch/>
        </p:blipFill>
        <p:spPr>
          <a:xfrm>
            <a:off x="5484975" y="2744075"/>
            <a:ext cx="4044599" cy="26226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62" Type="http://schemas.openxmlformats.org/officeDocument/2006/relationships/theme" Target="../theme/theme1.xml"/><Relationship Id="rId61" Type="http://schemas.openxmlformats.org/officeDocument/2006/relationships/slideLayout" Target="../slideLayouts/slideLayout61.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60" Type="http://schemas.openxmlformats.org/officeDocument/2006/relationships/slideLayout" Target="../slideLayouts/slideLayout60.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55" Type="http://schemas.openxmlformats.org/officeDocument/2006/relationships/slideLayout" Target="../slideLayouts/slideLayout55.xml"/><Relationship Id="rId10" Type="http://schemas.openxmlformats.org/officeDocument/2006/relationships/slideLayout" Target="../slideLayouts/slideLayout10.xml"/><Relationship Id="rId54" Type="http://schemas.openxmlformats.org/officeDocument/2006/relationships/slideLayout" Target="../slideLayouts/slideLayout54.xml"/><Relationship Id="rId13" Type="http://schemas.openxmlformats.org/officeDocument/2006/relationships/slideLayout" Target="../slideLayouts/slideLayout13.xml"/><Relationship Id="rId57" Type="http://schemas.openxmlformats.org/officeDocument/2006/relationships/slideLayout" Target="../slideLayouts/slideLayout57.xml"/><Relationship Id="rId12" Type="http://schemas.openxmlformats.org/officeDocument/2006/relationships/slideLayout" Target="../slideLayouts/slideLayout12.xml"/><Relationship Id="rId56" Type="http://schemas.openxmlformats.org/officeDocument/2006/relationships/slideLayout" Target="../slideLayouts/slideLayout56.xml"/><Relationship Id="rId15" Type="http://schemas.openxmlformats.org/officeDocument/2006/relationships/slideLayout" Target="../slideLayouts/slideLayout15.xml"/><Relationship Id="rId59" Type="http://schemas.openxmlformats.org/officeDocument/2006/relationships/slideLayout" Target="../slideLayouts/slideLayout59.xml"/><Relationship Id="rId14" Type="http://schemas.openxmlformats.org/officeDocument/2006/relationships/slideLayout" Target="../slideLayouts/slideLayout14.xml"/><Relationship Id="rId58" Type="http://schemas.openxmlformats.org/officeDocument/2006/relationships/slideLayout" Target="../slideLayouts/slideLayout5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g2ee73b4a550_4_367"/>
          <p:cNvSpPr txBox="1"/>
          <p:nvPr>
            <p:ph type="title"/>
          </p:nvPr>
        </p:nvSpPr>
        <p:spPr>
          <a:xfrm>
            <a:off x="457200" y="640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2600"/>
              <a:buFont typeface="Roboto"/>
              <a:buNone/>
              <a:defRPr b="1" i="0" sz="26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7" name="Google Shape;7;g2ee73b4a550_4_367"/>
          <p:cNvSpPr txBox="1"/>
          <p:nvPr>
            <p:ph idx="1" type="body"/>
          </p:nvPr>
        </p:nvSpPr>
        <p:spPr>
          <a:xfrm>
            <a:off x="457125" y="1143000"/>
            <a:ext cx="8229600" cy="3499500"/>
          </a:xfrm>
          <a:prstGeom prst="rect">
            <a:avLst/>
          </a:prstGeom>
          <a:noFill/>
          <a:ln>
            <a:noFill/>
          </a:ln>
        </p:spPr>
        <p:txBody>
          <a:bodyPr anchorCtr="0" anchor="t" bIns="91425" lIns="0" spcFirstLastPara="1" rIns="91425" wrap="square" tIns="0">
            <a:noAutofit/>
          </a:bodyPr>
          <a:lstStyle>
            <a:lvl1pPr indent="-342900" lvl="0" marL="457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1pPr>
            <a:lvl2pPr indent="-342900" lvl="1" marL="914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2pPr>
            <a:lvl3pPr indent="-342900" lvl="2" marL="1371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3pPr>
            <a:lvl4pPr indent="-342900" lvl="3" marL="1828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4pPr>
            <a:lvl5pPr indent="-342900" lvl="4" marL="22860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5pPr>
            <a:lvl6pPr indent="-342900" lvl="5" marL="27432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6pPr>
            <a:lvl7pPr indent="-342900" lvl="6" marL="32004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7pPr>
            <a:lvl8pPr indent="-342900" lvl="7" marL="36576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8pPr>
            <a:lvl9pPr indent="-342900" lvl="8" marL="4114800" marR="0" rtl="0" algn="l">
              <a:lnSpc>
                <a:spcPct val="115000"/>
              </a:lnSpc>
              <a:spcBef>
                <a:spcPts val="0"/>
              </a:spcBef>
              <a:spcAft>
                <a:spcPts val="0"/>
              </a:spcAft>
              <a:buClr>
                <a:schemeClr val="dk2"/>
              </a:buClr>
              <a:buSzPts val="1800"/>
              <a:buFont typeface="Roboto"/>
              <a:buChar char="■"/>
              <a:defRPr b="0" i="0" sz="1800" u="none" cap="none" strike="noStrike">
                <a:solidFill>
                  <a:schemeClr val="dk2"/>
                </a:solidFill>
                <a:latin typeface="Roboto"/>
                <a:ea typeface="Roboto"/>
                <a:cs typeface="Roboto"/>
                <a:sym typeface="Roboto"/>
              </a:defRPr>
            </a:lvl9pPr>
          </a:lstStyle>
          <a:p/>
        </p:txBody>
      </p:sp>
      <p:sp>
        <p:nvSpPr>
          <p:cNvPr id="8" name="Google Shape;8;g2ee73b4a550_4_367"/>
          <p:cNvSpPr txBox="1"/>
          <p:nvPr>
            <p:ph idx="2" type="title"/>
          </p:nvPr>
        </p:nvSpPr>
        <p:spPr>
          <a:xfrm>
            <a:off x="457200" y="457200"/>
            <a:ext cx="8229600" cy="39900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chemeClr val="dk2"/>
              </a:buClr>
              <a:buSzPts val="1800"/>
              <a:buFont typeface="Roboto"/>
              <a:buNone/>
              <a:defRPr b="0" i="0" sz="1800" u="none" cap="none" strike="noStrike">
                <a:solidFill>
                  <a:schemeClr val="dk2"/>
                </a:solidFill>
                <a:latin typeface="Roboto"/>
                <a:ea typeface="Roboto"/>
                <a:cs typeface="Roboto"/>
                <a:sym typeface="Roboto"/>
              </a:defRPr>
            </a:lvl1pPr>
            <a:lvl2pPr lvl="1"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2pPr>
            <a:lvl3pPr lvl="2"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3pPr>
            <a:lvl4pPr lvl="3"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4pPr>
            <a:lvl5pPr lvl="4"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5pPr>
            <a:lvl6pPr lvl="5"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6pPr>
            <a:lvl7pPr lvl="6"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7pPr>
            <a:lvl8pPr lvl="7"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8pPr>
            <a:lvl9pPr lvl="8" marR="0" rtl="0" algn="l">
              <a:lnSpc>
                <a:spcPct val="100000"/>
              </a:lnSpc>
              <a:spcBef>
                <a:spcPts val="0"/>
              </a:spcBef>
              <a:spcAft>
                <a:spcPts val="0"/>
              </a:spcAft>
              <a:buClr>
                <a:schemeClr val="dk2"/>
              </a:buClr>
              <a:buSzPts val="1800"/>
              <a:buFont typeface="Arial"/>
              <a:buNone/>
              <a:defRPr b="1" i="0" sz="18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orient="horz" pos="288">
          <p15:clr>
            <a:srgbClr val="E46962"/>
          </p15:clr>
        </p15:guide>
        <p15:guide id="3" pos="5472">
          <p15:clr>
            <a:srgbClr val="E46962"/>
          </p15:clr>
        </p15:guide>
        <p15:guide id="4" orient="horz" pos="2878">
          <p15:clr>
            <a:srgbClr val="E46962"/>
          </p15:clr>
        </p15:guide>
        <p15:guide id="5" orient="horz" pos="864">
          <p15:clr>
            <a:srgbClr val="E46962"/>
          </p15:clr>
        </p15:guide>
        <p15:guide id="6" pos="576">
          <p15:clr>
            <a:srgbClr val="E46962"/>
          </p15:clr>
        </p15:guide>
        <p15:guide id="7" pos="864">
          <p15:clr>
            <a:srgbClr val="E46962"/>
          </p15:clr>
        </p15:guide>
        <p15:guide id="8" pos="1152">
          <p15:clr>
            <a:srgbClr val="E46962"/>
          </p15:clr>
        </p15:guide>
        <p15:guide id="9" pos="1440">
          <p15:clr>
            <a:srgbClr val="E46962"/>
          </p15:clr>
        </p15:guide>
        <p15:guide id="10" pos="1728">
          <p15:clr>
            <a:srgbClr val="E46962"/>
          </p15:clr>
        </p15:guide>
        <p15:guide id="11" pos="2016">
          <p15:clr>
            <a:srgbClr val="E46962"/>
          </p15:clr>
        </p15:guide>
        <p15:guide id="12" pos="2304">
          <p15:clr>
            <a:srgbClr val="E46962"/>
          </p15:clr>
        </p15:guide>
        <p15:guide id="13" pos="2592">
          <p15:clr>
            <a:srgbClr val="E46962"/>
          </p15:clr>
        </p15:guide>
        <p15:guide id="14" pos="2880">
          <p15:clr>
            <a:srgbClr val="E46962"/>
          </p15:clr>
        </p15:guide>
        <p15:guide id="15" pos="3168">
          <p15:clr>
            <a:srgbClr val="E46962"/>
          </p15:clr>
        </p15:guide>
        <p15:guide id="16" pos="3456">
          <p15:clr>
            <a:srgbClr val="E46962"/>
          </p15:clr>
        </p15:guide>
        <p15:guide id="17" pos="3744">
          <p15:clr>
            <a:srgbClr val="E46962"/>
          </p15:clr>
        </p15:guide>
        <p15:guide id="18" pos="4032">
          <p15:clr>
            <a:srgbClr val="E46962"/>
          </p15:clr>
        </p15:guide>
        <p15:guide id="19" pos="4320">
          <p15:clr>
            <a:srgbClr val="E46962"/>
          </p15:clr>
        </p15:guide>
        <p15:guide id="20" pos="4608">
          <p15:clr>
            <a:srgbClr val="E46962"/>
          </p15:clr>
        </p15:guide>
        <p15:guide id="21" pos="4896">
          <p15:clr>
            <a:srgbClr val="E46962"/>
          </p15:clr>
        </p15:guide>
        <p15:guide id="22" pos="5184">
          <p15:clr>
            <a:srgbClr val="E46962"/>
          </p15:clr>
        </p15:guide>
        <p15:guide id="23" orient="horz" pos="584">
          <p15:clr>
            <a:srgbClr val="E46962"/>
          </p15:clr>
        </p15:guide>
        <p15:guide id="24" orient="horz" pos="1152">
          <p15:clr>
            <a:srgbClr val="E46962"/>
          </p15:clr>
        </p15:guide>
        <p15:guide id="25" orient="horz" pos="1440">
          <p15:clr>
            <a:srgbClr val="E46962"/>
          </p15:clr>
        </p15:guide>
        <p15:guide id="26" orient="horz" pos="1731">
          <p15:clr>
            <a:srgbClr val="E46962"/>
          </p15:clr>
        </p15:guide>
        <p15:guide id="27" orient="horz" pos="2018">
          <p15:clr>
            <a:srgbClr val="E46962"/>
          </p15:clr>
        </p15:guide>
        <p15:guide id="28" orient="horz" pos="2305">
          <p15:clr>
            <a:srgbClr val="E46962"/>
          </p15:clr>
        </p15:guide>
        <p15:guide id="29" orient="horz" pos="2591">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xml"/><Relationship Id="rId3" Type="http://schemas.openxmlformats.org/officeDocument/2006/relationships/image" Target="../media/image6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7.xml"/><Relationship Id="rId3" Type="http://schemas.openxmlformats.org/officeDocument/2006/relationships/image" Target="../media/image4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0.xml"/><Relationship Id="rId3" Type="http://schemas.openxmlformats.org/officeDocument/2006/relationships/image" Target="../media/image38.jpg"/><Relationship Id="rId4" Type="http://schemas.openxmlformats.org/officeDocument/2006/relationships/image" Target="../media/image5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1.xml"/><Relationship Id="rId3" Type="http://schemas.openxmlformats.org/officeDocument/2006/relationships/image" Target="../media/image7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2.xml"/><Relationship Id="rId3" Type="http://schemas.openxmlformats.org/officeDocument/2006/relationships/image" Target="../media/image4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 Id="rId3" Type="http://schemas.openxmlformats.org/officeDocument/2006/relationships/image" Target="../media/image3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18.xml"/><Relationship Id="rId3" Type="http://schemas.openxmlformats.org/officeDocument/2006/relationships/image" Target="../media/image70.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20.xml"/><Relationship Id="rId3" Type="http://schemas.openxmlformats.org/officeDocument/2006/relationships/image" Target="../media/image7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24.xml"/><Relationship Id="rId3" Type="http://schemas.openxmlformats.org/officeDocument/2006/relationships/image" Target="../media/image51.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25.xml"/><Relationship Id="rId3" Type="http://schemas.openxmlformats.org/officeDocument/2006/relationships/image" Target="../media/image49.png"/><Relationship Id="rId4" Type="http://schemas.openxmlformats.org/officeDocument/2006/relationships/image" Target="../media/image5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 Id="rId3"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notesSlide" Target="../notesSlides/notesSlide27.xml"/><Relationship Id="rId3" Type="http://schemas.openxmlformats.org/officeDocument/2006/relationships/image" Target="../media/image44.jpg"/><Relationship Id="rId4" Type="http://schemas.openxmlformats.org/officeDocument/2006/relationships/image" Target="../media/image57.jpg"/><Relationship Id="rId5" Type="http://schemas.openxmlformats.org/officeDocument/2006/relationships/image" Target="../media/image66.png"/><Relationship Id="rId6" Type="http://schemas.openxmlformats.org/officeDocument/2006/relationships/image" Target="../media/image46.png"/><Relationship Id="rId7" Type="http://schemas.openxmlformats.org/officeDocument/2006/relationships/image" Target="../media/image5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5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6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notesSlide" Target="../notesSlides/notesSlide37.xml"/><Relationship Id="rId3" Type="http://schemas.openxmlformats.org/officeDocument/2006/relationships/image" Target="../media/image6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1.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2.xml"/><Relationship Id="rId3" Type="http://schemas.openxmlformats.org/officeDocument/2006/relationships/image" Target="../media/image5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3.xml"/><Relationship Id="rId3" Type="http://schemas.openxmlformats.org/officeDocument/2006/relationships/image" Target="../media/image6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4.xml"/><Relationship Id="rId3" Type="http://schemas.openxmlformats.org/officeDocument/2006/relationships/image" Target="../media/image6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5.xml"/><Relationship Id="rId3" Type="http://schemas.openxmlformats.org/officeDocument/2006/relationships/image" Target="../media/image6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46.xml"/><Relationship Id="rId3" Type="http://schemas.openxmlformats.org/officeDocument/2006/relationships/image" Target="../media/image6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48.xml"/><Relationship Id="rId3"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52.xml"/><Relationship Id="rId3" Type="http://schemas.openxmlformats.org/officeDocument/2006/relationships/image" Target="../media/image1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1"/>
          <p:cNvSpPr txBox="1"/>
          <p:nvPr>
            <p:ph type="title"/>
          </p:nvPr>
        </p:nvSpPr>
        <p:spPr>
          <a:xfrm>
            <a:off x="4271275" y="2028900"/>
            <a:ext cx="4857600" cy="719400"/>
          </a:xfrm>
          <a:prstGeom prst="rect">
            <a:avLst/>
          </a:prstGeom>
          <a:noFill/>
          <a:ln>
            <a:noFill/>
          </a:ln>
          <a:effectLst>
            <a:outerShdw blurRad="57150" rotWithShape="0" algn="bl" dir="5400000" dist="19050">
              <a:srgbClr val="000000">
                <a:alpha val="49411"/>
              </a:srgbClr>
            </a:outerShdw>
          </a:effectLst>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
              <a:t>Machine Learning &amp; Artificial Intelligence</a:t>
            </a:r>
            <a:endParaRPr/>
          </a:p>
        </p:txBody>
      </p:sp>
      <p:sp>
        <p:nvSpPr>
          <p:cNvPr id="418" name="Google Shape;418;p1"/>
          <p:cNvSpPr txBox="1"/>
          <p:nvPr>
            <p:ph idx="1" type="subTitle"/>
          </p:nvPr>
        </p:nvSpPr>
        <p:spPr>
          <a:xfrm>
            <a:off x="4572000" y="1533250"/>
            <a:ext cx="4572000" cy="180900"/>
          </a:xfrm>
          <a:prstGeom prst="rect">
            <a:avLst/>
          </a:prstGeom>
          <a:noFill/>
          <a:ln>
            <a:noFill/>
          </a:ln>
          <a:effectLst>
            <a:outerShdw blurRad="57150" rotWithShape="0" algn="bl" dir="5400000" dist="19050">
              <a:srgbClr val="000000">
                <a:alpha val="49411"/>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SzPts val="1800"/>
              <a:buNone/>
            </a:pPr>
            <a:r>
              <a:rPr lang="en"/>
              <a:t>Cybersecurity</a:t>
            </a:r>
            <a:endParaRPr/>
          </a:p>
        </p:txBody>
      </p:sp>
      <p:sp>
        <p:nvSpPr>
          <p:cNvPr id="419" name="Google Shape;419;p1"/>
          <p:cNvSpPr txBox="1"/>
          <p:nvPr>
            <p:ph idx="2" type="subTitle"/>
          </p:nvPr>
        </p:nvSpPr>
        <p:spPr>
          <a:xfrm>
            <a:off x="4570700" y="3307350"/>
            <a:ext cx="4557900" cy="244800"/>
          </a:xfrm>
          <a:prstGeom prst="rect">
            <a:avLst/>
          </a:prstGeom>
          <a:noFill/>
          <a:ln>
            <a:noFill/>
          </a:ln>
          <a:effectLst>
            <a:outerShdw blurRad="57150" rotWithShape="0" algn="bl" dir="5400000" dist="19050">
              <a:srgbClr val="000000">
                <a:alpha val="49411"/>
              </a:srgbClr>
            </a:outerShdw>
          </a:effectLst>
        </p:spPr>
        <p:txBody>
          <a:bodyPr anchorCtr="0" anchor="b" bIns="0" lIns="0" spcFirstLastPara="1" rIns="0" wrap="square" tIns="0">
            <a:noAutofit/>
          </a:bodyPr>
          <a:lstStyle/>
          <a:p>
            <a:pPr indent="0" lvl="0" marL="0" rtl="0" algn="l">
              <a:lnSpc>
                <a:spcPct val="115000"/>
              </a:lnSpc>
              <a:spcBef>
                <a:spcPts val="0"/>
              </a:spcBef>
              <a:spcAft>
                <a:spcPts val="0"/>
              </a:spcAft>
              <a:buSzPts val="1800"/>
              <a:buNone/>
            </a:pPr>
            <a:r>
              <a:rPr lang="en"/>
              <a:t>Lesson 2.1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2"/>
          <p:cNvSpPr/>
          <p:nvPr/>
        </p:nvSpPr>
        <p:spPr>
          <a:xfrm>
            <a:off x="607675" y="1142050"/>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2"/>
          <p:cNvSpPr/>
          <p:nvPr/>
        </p:nvSpPr>
        <p:spPr>
          <a:xfrm>
            <a:off x="607675" y="358094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p2"/>
          <p:cNvSpPr/>
          <p:nvPr/>
        </p:nvSpPr>
        <p:spPr>
          <a:xfrm>
            <a:off x="607675" y="297122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p2"/>
          <p:cNvSpPr/>
          <p:nvPr/>
        </p:nvSpPr>
        <p:spPr>
          <a:xfrm>
            <a:off x="607675" y="2361499"/>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p2"/>
          <p:cNvSpPr/>
          <p:nvPr/>
        </p:nvSpPr>
        <p:spPr>
          <a:xfrm>
            <a:off x="607675" y="1751775"/>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p2"/>
          <p:cNvSpPr/>
          <p:nvPr/>
        </p:nvSpPr>
        <p:spPr>
          <a:xfrm>
            <a:off x="457200" y="1142102"/>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1</a:t>
            </a:r>
            <a:endParaRPr b="0" i="0" sz="1800" u="none" cap="none" strike="noStrike">
              <a:solidFill>
                <a:srgbClr val="082D49"/>
              </a:solidFill>
              <a:latin typeface="Arial"/>
              <a:ea typeface="Arial"/>
              <a:cs typeface="Arial"/>
              <a:sym typeface="Arial"/>
            </a:endParaRPr>
          </a:p>
        </p:txBody>
      </p:sp>
      <p:sp>
        <p:nvSpPr>
          <p:cNvPr id="430" name="Google Shape;430;p2"/>
          <p:cNvSpPr/>
          <p:nvPr/>
        </p:nvSpPr>
        <p:spPr>
          <a:xfrm>
            <a:off x="457200" y="175181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2</a:t>
            </a:r>
            <a:endParaRPr b="0" i="0" sz="1800" u="none" cap="none" strike="noStrike">
              <a:solidFill>
                <a:srgbClr val="082D49"/>
              </a:solidFill>
              <a:latin typeface="Arial"/>
              <a:ea typeface="Arial"/>
              <a:cs typeface="Arial"/>
              <a:sym typeface="Arial"/>
            </a:endParaRPr>
          </a:p>
        </p:txBody>
      </p:sp>
      <p:sp>
        <p:nvSpPr>
          <p:cNvPr id="431" name="Google Shape;431;p2"/>
          <p:cNvSpPr/>
          <p:nvPr/>
        </p:nvSpPr>
        <p:spPr>
          <a:xfrm>
            <a:off x="457200" y="2361525"/>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3</a:t>
            </a:r>
            <a:endParaRPr b="0" i="0" sz="1800" u="none" cap="none" strike="noStrike">
              <a:solidFill>
                <a:srgbClr val="082D49"/>
              </a:solidFill>
              <a:latin typeface="Arial"/>
              <a:ea typeface="Arial"/>
              <a:cs typeface="Arial"/>
              <a:sym typeface="Arial"/>
            </a:endParaRPr>
          </a:p>
        </p:txBody>
      </p:sp>
      <p:sp>
        <p:nvSpPr>
          <p:cNvPr id="432" name="Google Shape;432;p2"/>
          <p:cNvSpPr/>
          <p:nvPr/>
        </p:nvSpPr>
        <p:spPr>
          <a:xfrm>
            <a:off x="457200" y="2971237"/>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4</a:t>
            </a:r>
            <a:endParaRPr b="0" i="0" sz="1800" u="none" cap="none" strike="noStrike">
              <a:solidFill>
                <a:srgbClr val="082D49"/>
              </a:solidFill>
              <a:latin typeface="Arial"/>
              <a:ea typeface="Arial"/>
              <a:cs typeface="Arial"/>
              <a:sym typeface="Arial"/>
            </a:endParaRPr>
          </a:p>
        </p:txBody>
      </p:sp>
      <p:sp>
        <p:nvSpPr>
          <p:cNvPr id="433" name="Google Shape;433;p2"/>
          <p:cNvSpPr/>
          <p:nvPr/>
        </p:nvSpPr>
        <p:spPr>
          <a:xfrm>
            <a:off x="457200" y="3580949"/>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5</a:t>
            </a:r>
            <a:endParaRPr b="0" i="0" sz="1800" u="none" cap="none" strike="noStrike">
              <a:solidFill>
                <a:srgbClr val="082D49"/>
              </a:solidFill>
              <a:latin typeface="Arial"/>
              <a:ea typeface="Arial"/>
              <a:cs typeface="Arial"/>
              <a:sym typeface="Arial"/>
            </a:endParaRPr>
          </a:p>
        </p:txBody>
      </p:sp>
      <p:sp>
        <p:nvSpPr>
          <p:cNvPr id="434" name="Google Shape;434;p2"/>
          <p:cNvSpPr txBox="1"/>
          <p:nvPr>
            <p:ph idx="4294967295" type="body"/>
          </p:nvPr>
        </p:nvSpPr>
        <p:spPr>
          <a:xfrm>
            <a:off x="914400" y="118875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Definition of AI and ML</a:t>
            </a:r>
            <a:endParaRPr/>
          </a:p>
        </p:txBody>
      </p:sp>
      <p:sp>
        <p:nvSpPr>
          <p:cNvPr id="435" name="Google Shape;435;p2"/>
          <p:cNvSpPr txBox="1"/>
          <p:nvPr>
            <p:ph idx="4294967295" type="body"/>
          </p:nvPr>
        </p:nvSpPr>
        <p:spPr>
          <a:xfrm>
            <a:off x="914400" y="1798087"/>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Differences between AI and traditional programming</a:t>
            </a:r>
            <a:endParaRPr/>
          </a:p>
        </p:txBody>
      </p:sp>
      <p:sp>
        <p:nvSpPr>
          <p:cNvPr id="436" name="Google Shape;436;p2"/>
          <p:cNvSpPr txBox="1"/>
          <p:nvPr>
            <p:ph idx="4294967295" type="body"/>
          </p:nvPr>
        </p:nvSpPr>
        <p:spPr>
          <a:xfrm>
            <a:off x="914400" y="2407423"/>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Types of AI (narrow AI vs. general AI)</a:t>
            </a:r>
            <a:endParaRPr/>
          </a:p>
        </p:txBody>
      </p:sp>
      <p:sp>
        <p:nvSpPr>
          <p:cNvPr id="437" name="Google Shape;437;p2"/>
          <p:cNvSpPr txBox="1"/>
          <p:nvPr>
            <p:ph idx="4294967295" type="body"/>
          </p:nvPr>
        </p:nvSpPr>
        <p:spPr>
          <a:xfrm>
            <a:off x="914400" y="301676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Importance of AI and ML in cybersecurity</a:t>
            </a:r>
            <a:endParaRPr/>
          </a:p>
        </p:txBody>
      </p:sp>
      <p:sp>
        <p:nvSpPr>
          <p:cNvPr id="438" name="Google Shape;438;p2"/>
          <p:cNvSpPr txBox="1"/>
          <p:nvPr>
            <p:ph idx="4294967295" type="body"/>
          </p:nvPr>
        </p:nvSpPr>
        <p:spPr>
          <a:xfrm>
            <a:off x="914400" y="3626097"/>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Ethics and bias in AI</a:t>
            </a:r>
            <a:endParaRPr/>
          </a:p>
        </p:txBody>
      </p:sp>
      <p:sp>
        <p:nvSpPr>
          <p:cNvPr id="439" name="Google Shape;439;p2"/>
          <p:cNvSpPr txBox="1"/>
          <p:nvPr>
            <p:ph idx="1"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By the end of today’s class, you will understand the following concepts:</a:t>
            </a:r>
            <a:endParaRPr/>
          </a:p>
        </p:txBody>
      </p:sp>
      <p:sp>
        <p:nvSpPr>
          <p:cNvPr id="440" name="Google Shape;440;p2"/>
          <p:cNvSpPr/>
          <p:nvPr/>
        </p:nvSpPr>
        <p:spPr>
          <a:xfrm>
            <a:off x="607675" y="4190674"/>
            <a:ext cx="80790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2"/>
          <p:cNvSpPr/>
          <p:nvPr/>
        </p:nvSpPr>
        <p:spPr>
          <a:xfrm>
            <a:off x="457200" y="4190674"/>
            <a:ext cx="459000" cy="4590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800" u="none" cap="none" strike="noStrike">
                <a:solidFill>
                  <a:srgbClr val="082D49"/>
                </a:solidFill>
                <a:latin typeface="Arial"/>
                <a:ea typeface="Arial"/>
                <a:cs typeface="Arial"/>
                <a:sym typeface="Arial"/>
              </a:rPr>
              <a:t>6</a:t>
            </a:r>
            <a:endParaRPr b="0" i="0" sz="1800" u="none" cap="none" strike="noStrike">
              <a:solidFill>
                <a:srgbClr val="082D49"/>
              </a:solidFill>
              <a:latin typeface="Arial"/>
              <a:ea typeface="Arial"/>
              <a:cs typeface="Arial"/>
              <a:sym typeface="Arial"/>
            </a:endParaRPr>
          </a:p>
        </p:txBody>
      </p:sp>
      <p:sp>
        <p:nvSpPr>
          <p:cNvPr id="442" name="Google Shape;442;p2"/>
          <p:cNvSpPr txBox="1"/>
          <p:nvPr>
            <p:ph idx="4294967295" type="body"/>
          </p:nvPr>
        </p:nvSpPr>
        <p:spPr>
          <a:xfrm>
            <a:off x="914400" y="423582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ChatGPT and </a:t>
            </a:r>
            <a:r>
              <a:rPr lang="en"/>
              <a:t>similar tools in cybersecurity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446" name="Shape 446"/>
        <p:cNvGrpSpPr/>
        <p:nvPr/>
      </p:nvGrpSpPr>
      <p:grpSpPr>
        <a:xfrm>
          <a:off x="0" y="0"/>
          <a:ext cx="0" cy="0"/>
          <a:chOff x="0" y="0"/>
          <a:chExt cx="0" cy="0"/>
        </a:xfrm>
      </p:grpSpPr>
      <p:sp>
        <p:nvSpPr>
          <p:cNvPr id="447" name="Google Shape;447;g2eee884a559_0_9032"/>
          <p:cNvSpPr txBox="1"/>
          <p:nvPr>
            <p:ph type="title"/>
          </p:nvPr>
        </p:nvSpPr>
        <p:spPr>
          <a:xfrm>
            <a:off x="0" y="2694300"/>
            <a:ext cx="9144000" cy="15168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0" lang="en">
                <a:solidFill>
                  <a:schemeClr val="dk2"/>
                </a:solidFill>
                <a:latin typeface="Roboto"/>
                <a:ea typeface="Roboto"/>
                <a:cs typeface="Roboto"/>
                <a:sym typeface="Roboto"/>
              </a:rPr>
              <a:t>Artificial Intelligence </a:t>
            </a:r>
            <a:br>
              <a:rPr b="0" lang="en">
                <a:solidFill>
                  <a:schemeClr val="dk2"/>
                </a:solidFill>
                <a:latin typeface="Roboto"/>
                <a:ea typeface="Roboto"/>
                <a:cs typeface="Roboto"/>
                <a:sym typeface="Roboto"/>
              </a:rPr>
            </a:br>
            <a:r>
              <a:rPr b="0" lang="en">
                <a:solidFill>
                  <a:schemeClr val="dk2"/>
                </a:solidFill>
                <a:latin typeface="Roboto"/>
                <a:ea typeface="Roboto"/>
                <a:cs typeface="Roboto"/>
                <a:sym typeface="Roboto"/>
              </a:rPr>
              <a:t>And </a:t>
            </a:r>
            <a:r>
              <a:rPr lang="en">
                <a:solidFill>
                  <a:schemeClr val="dk2"/>
                </a:solidFill>
                <a:latin typeface="Roboto"/>
                <a:ea typeface="Roboto"/>
                <a:cs typeface="Roboto"/>
                <a:sym typeface="Roboto"/>
              </a:rPr>
              <a:t>Machine Learning</a:t>
            </a:r>
            <a:endParaRPr>
              <a:solidFill>
                <a:schemeClr val="dk2"/>
              </a:solidFill>
              <a:latin typeface="Roboto"/>
              <a:ea typeface="Roboto"/>
              <a:cs typeface="Roboto"/>
              <a:sym typeface="Roboto"/>
            </a:endParaRPr>
          </a:p>
          <a:p>
            <a:pPr indent="0" lvl="0" marL="0" rtl="0" algn="ctr">
              <a:lnSpc>
                <a:spcPct val="100000"/>
              </a:lnSpc>
              <a:spcBef>
                <a:spcPts val="0"/>
              </a:spcBef>
              <a:spcAft>
                <a:spcPts val="0"/>
              </a:spcAft>
              <a:buSzPts val="4000"/>
              <a:buNone/>
            </a:pPr>
            <a:r>
              <a:t/>
            </a:r>
            <a:endParaRPr b="0">
              <a:solidFill>
                <a:schemeClr val="dk2"/>
              </a:solidFill>
              <a:latin typeface="Roboto"/>
              <a:ea typeface="Roboto"/>
              <a:cs typeface="Roboto"/>
              <a:sym typeface="Roboto"/>
            </a:endParaRPr>
          </a:p>
        </p:txBody>
      </p:sp>
      <p:pic>
        <p:nvPicPr>
          <p:cNvPr id="448" name="Google Shape;448;g2eee884a559_0_9032"/>
          <p:cNvPicPr preferRelativeResize="0"/>
          <p:nvPr/>
        </p:nvPicPr>
        <p:blipFill>
          <a:blip r:embed="rId3">
            <a:alphaModFix/>
          </a:blip>
          <a:stretch>
            <a:fillRect/>
          </a:stretch>
        </p:blipFill>
        <p:spPr>
          <a:xfrm>
            <a:off x="3805533" y="1470775"/>
            <a:ext cx="1532933" cy="10668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
          <p:cNvSpPr txBox="1"/>
          <p:nvPr/>
        </p:nvSpPr>
        <p:spPr>
          <a:xfrm>
            <a:off x="3657600" y="1564775"/>
            <a:ext cx="5486400" cy="2607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1" i="0" lang="en" sz="3300" u="none" cap="none" strike="noStrike">
                <a:solidFill>
                  <a:schemeClr val="dk2"/>
                </a:solidFill>
                <a:latin typeface="Roboto"/>
                <a:ea typeface="Roboto"/>
                <a:cs typeface="Roboto"/>
                <a:sym typeface="Roboto"/>
              </a:rPr>
              <a:t>Logic Theorist</a:t>
            </a:r>
            <a:r>
              <a:rPr i="0" lang="en" sz="3300" u="none" cap="none" strike="noStrike">
                <a:solidFill>
                  <a:schemeClr val="dk2"/>
                </a:solidFill>
                <a:latin typeface="Roboto"/>
                <a:ea typeface="Roboto"/>
                <a:cs typeface="Roboto"/>
                <a:sym typeface="Roboto"/>
              </a:rPr>
              <a:t>, </a:t>
            </a:r>
            <a:endParaRPr i="0" sz="33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3600"/>
              <a:buFont typeface="Arial"/>
              <a:buNone/>
            </a:pPr>
            <a:r>
              <a:rPr i="0" lang="en" sz="3300" u="none" cap="none" strike="noStrike">
                <a:solidFill>
                  <a:schemeClr val="dk2"/>
                </a:solidFill>
                <a:latin typeface="Roboto"/>
                <a:ea typeface="Roboto"/>
                <a:cs typeface="Roboto"/>
                <a:sym typeface="Roboto"/>
              </a:rPr>
              <a:t>developed in the 1950s, </a:t>
            </a:r>
            <a:endParaRPr i="0" sz="33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3600"/>
              <a:buFont typeface="Arial"/>
              <a:buNone/>
            </a:pPr>
            <a:r>
              <a:rPr i="0" lang="en" sz="3300" u="none" cap="none" strike="noStrike">
                <a:solidFill>
                  <a:schemeClr val="dk2"/>
                </a:solidFill>
                <a:latin typeface="Roboto"/>
                <a:ea typeface="Roboto"/>
                <a:cs typeface="Roboto"/>
                <a:sym typeface="Roboto"/>
              </a:rPr>
              <a:t>simulates how</a:t>
            </a:r>
            <a:r>
              <a:rPr lang="en" sz="3300">
                <a:solidFill>
                  <a:schemeClr val="dk2"/>
                </a:solidFill>
                <a:latin typeface="Roboto"/>
                <a:ea typeface="Roboto"/>
                <a:cs typeface="Roboto"/>
                <a:sym typeface="Roboto"/>
              </a:rPr>
              <a:t> </a:t>
            </a:r>
            <a:r>
              <a:rPr i="0" lang="en" sz="3300" u="none" cap="none" strike="noStrike">
                <a:solidFill>
                  <a:schemeClr val="dk2"/>
                </a:solidFill>
                <a:latin typeface="Roboto"/>
                <a:ea typeface="Roboto"/>
                <a:cs typeface="Roboto"/>
                <a:sym typeface="Roboto"/>
              </a:rPr>
              <a:t>individuals </a:t>
            </a:r>
            <a:r>
              <a:rPr b="1" i="0" lang="en" sz="3300" u="none" cap="none" strike="noStrike">
                <a:solidFill>
                  <a:schemeClr val="dk2"/>
                </a:solidFill>
                <a:latin typeface="Roboto"/>
                <a:ea typeface="Roboto"/>
                <a:cs typeface="Roboto"/>
                <a:sym typeface="Roboto"/>
              </a:rPr>
              <a:t>solve complex problems.</a:t>
            </a:r>
            <a:endParaRPr b="1" i="0" sz="33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3600"/>
              <a:buFont typeface="Arial"/>
              <a:buNone/>
            </a:pPr>
            <a:r>
              <a:t/>
            </a:r>
            <a:endParaRPr b="0" i="0" sz="3300" u="none" cap="none" strike="noStrike">
              <a:solidFill>
                <a:schemeClr val="dk2"/>
              </a:solidFill>
              <a:latin typeface="Roboto Light"/>
              <a:ea typeface="Roboto Light"/>
              <a:cs typeface="Roboto Light"/>
              <a:sym typeface="Roboto 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4"/>
          <p:cNvSpPr txBox="1"/>
          <p:nvPr>
            <p:ph type="title"/>
          </p:nvPr>
        </p:nvSpPr>
        <p:spPr>
          <a:xfrm>
            <a:off x="3657600" y="1377600"/>
            <a:ext cx="5038800" cy="2741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800"/>
              <a:buNone/>
            </a:pPr>
            <a:r>
              <a:rPr b="0" lang="en">
                <a:latin typeface="Roboto"/>
                <a:ea typeface="Roboto"/>
                <a:cs typeface="Roboto"/>
                <a:sym typeface="Roboto"/>
              </a:rPr>
              <a:t>What is </a:t>
            </a:r>
            <a:r>
              <a:rPr lang="en">
                <a:latin typeface="Roboto"/>
                <a:ea typeface="Roboto"/>
                <a:cs typeface="Roboto"/>
                <a:sym typeface="Roboto"/>
              </a:rPr>
              <a:t>a</a:t>
            </a:r>
            <a:r>
              <a:rPr lang="en">
                <a:latin typeface="Roboto"/>
                <a:ea typeface="Roboto"/>
                <a:cs typeface="Roboto"/>
                <a:sym typeface="Roboto"/>
              </a:rPr>
              <a:t>rtificial intelligence</a:t>
            </a:r>
            <a:r>
              <a:rPr b="0" lang="en"/>
              <a:t> </a:t>
            </a:r>
            <a:r>
              <a:rPr lang="en">
                <a:latin typeface="Roboto"/>
                <a:ea typeface="Roboto"/>
                <a:cs typeface="Roboto"/>
                <a:sym typeface="Roboto"/>
              </a:rPr>
              <a:t>(AI)</a:t>
            </a:r>
            <a:r>
              <a:rPr b="0" lang="en"/>
              <a:t>?</a:t>
            </a:r>
            <a:endParaRPr b="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462" name="Shape 462"/>
        <p:cNvGrpSpPr/>
        <p:nvPr/>
      </p:nvGrpSpPr>
      <p:grpSpPr>
        <a:xfrm>
          <a:off x="0" y="0"/>
          <a:ext cx="0" cy="0"/>
          <a:chOff x="0" y="0"/>
          <a:chExt cx="0" cy="0"/>
        </a:xfrm>
      </p:grpSpPr>
      <p:sp>
        <p:nvSpPr>
          <p:cNvPr id="463" name="Google Shape;463;g2eee884a559_0_991"/>
          <p:cNvSpPr txBox="1"/>
          <p:nvPr/>
        </p:nvSpPr>
        <p:spPr>
          <a:xfrm>
            <a:off x="1752600" y="1039700"/>
            <a:ext cx="5366700" cy="3131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 sz="3400">
                <a:solidFill>
                  <a:schemeClr val="dk2"/>
                </a:solidFill>
                <a:latin typeface="Roboto"/>
                <a:ea typeface="Roboto"/>
                <a:cs typeface="Roboto"/>
                <a:sym typeface="Roboto"/>
              </a:rPr>
              <a:t>Artificial</a:t>
            </a:r>
            <a:r>
              <a:rPr b="1" lang="en" sz="3400">
                <a:solidFill>
                  <a:schemeClr val="dk2"/>
                </a:solidFill>
                <a:latin typeface="Roboto"/>
                <a:ea typeface="Roboto"/>
                <a:cs typeface="Roboto"/>
                <a:sym typeface="Roboto"/>
              </a:rPr>
              <a:t> Intelligence </a:t>
            </a:r>
            <a:r>
              <a:rPr lang="en" sz="3400">
                <a:solidFill>
                  <a:schemeClr val="dk2"/>
                </a:solidFill>
                <a:latin typeface="Roboto"/>
                <a:ea typeface="Roboto"/>
                <a:cs typeface="Roboto"/>
                <a:sym typeface="Roboto"/>
              </a:rPr>
              <a:t>is the simulation of human intelligence processes by machines, particularly computer systems.</a:t>
            </a:r>
            <a:endParaRPr i="0" sz="3400" u="none" cap="none" strike="noStrike">
              <a:solidFill>
                <a:schemeClr val="dk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67" name="Shape 467"/>
        <p:cNvGrpSpPr/>
        <p:nvPr/>
      </p:nvGrpSpPr>
      <p:grpSpPr>
        <a:xfrm>
          <a:off x="0" y="0"/>
          <a:ext cx="0" cy="0"/>
          <a:chOff x="0" y="0"/>
          <a:chExt cx="0" cy="0"/>
        </a:xfrm>
      </p:grpSpPr>
      <p:sp>
        <p:nvSpPr>
          <p:cNvPr id="468" name="Google Shape;468;g2eee884a559_0_3148"/>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Artificial Intelligence</a:t>
            </a:r>
            <a:endParaRPr/>
          </a:p>
        </p:txBody>
      </p:sp>
      <p:sp>
        <p:nvSpPr>
          <p:cNvPr id="469" name="Google Shape;469;g2eee884a559_0_3148"/>
          <p:cNvSpPr txBox="1"/>
          <p:nvPr>
            <p:ph idx="1" type="subTitle"/>
          </p:nvPr>
        </p:nvSpPr>
        <p:spPr>
          <a:xfrm>
            <a:off x="0" y="675975"/>
            <a:ext cx="7772400" cy="5745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None/>
            </a:pPr>
            <a:r>
              <a:rPr lang="en"/>
              <a:t>It enables machines to perform tasks that typically require human intelligence, such as learning, reasoning, and problem-solving.</a:t>
            </a:r>
            <a:endParaRPr/>
          </a:p>
        </p:txBody>
      </p:sp>
      <p:sp>
        <p:nvSpPr>
          <p:cNvPr id="470" name="Google Shape;470;g2eee884a559_0_3148"/>
          <p:cNvSpPr txBox="1"/>
          <p:nvPr>
            <p:ph idx="3" type="body"/>
          </p:nvPr>
        </p:nvSpPr>
        <p:spPr>
          <a:xfrm>
            <a:off x="345575" y="1571550"/>
            <a:ext cx="3973200" cy="2808900"/>
          </a:xfrm>
          <a:prstGeom prst="rect">
            <a:avLst/>
          </a:prstGeom>
        </p:spPr>
        <p:txBody>
          <a:bodyPr anchorCtr="0" anchor="t" bIns="91425" lIns="91425" spcFirstLastPara="1" rIns="0" wrap="square" tIns="91425">
            <a:noAutofit/>
          </a:bodyPr>
          <a:lstStyle/>
          <a:p>
            <a:pPr indent="0" lvl="0" marL="0" rtl="0" algn="l">
              <a:lnSpc>
                <a:spcPct val="115000"/>
              </a:lnSpc>
              <a:spcBef>
                <a:spcPts val="0"/>
              </a:spcBef>
              <a:spcAft>
                <a:spcPts val="0"/>
              </a:spcAft>
              <a:buNone/>
            </a:pPr>
            <a:r>
              <a:rPr b="1" lang="en" sz="1600"/>
              <a:t>Common applications:</a:t>
            </a:r>
            <a:endParaRPr b="1" sz="1600"/>
          </a:p>
          <a:p>
            <a:pPr indent="-330200" lvl="0" marL="457200" rtl="0" algn="l">
              <a:lnSpc>
                <a:spcPct val="115000"/>
              </a:lnSpc>
              <a:spcBef>
                <a:spcPts val="800"/>
              </a:spcBef>
              <a:spcAft>
                <a:spcPts val="0"/>
              </a:spcAft>
              <a:buSzPts val="1600"/>
              <a:buChar char="●"/>
            </a:pPr>
            <a:r>
              <a:rPr b="1" lang="en" sz="1600"/>
              <a:t>Voice assistants: </a:t>
            </a:r>
            <a:r>
              <a:rPr lang="en" sz="1600"/>
              <a:t>Siri and Alexa use AI to understand and respond to voice commands.</a:t>
            </a:r>
            <a:endParaRPr sz="1600"/>
          </a:p>
          <a:p>
            <a:pPr indent="-330200" lvl="0" marL="457200" rtl="0" algn="l">
              <a:lnSpc>
                <a:spcPct val="115000"/>
              </a:lnSpc>
              <a:spcBef>
                <a:spcPts val="0"/>
              </a:spcBef>
              <a:spcAft>
                <a:spcPts val="0"/>
              </a:spcAft>
              <a:buSzPts val="1600"/>
              <a:buChar char="●"/>
            </a:pPr>
            <a:r>
              <a:rPr b="1" lang="en" sz="1600"/>
              <a:t>Self-driving cars: </a:t>
            </a:r>
            <a:r>
              <a:rPr lang="en" sz="1600"/>
              <a:t>These vehicles use AI to navigate and make driving decisions autonomously.</a:t>
            </a:r>
            <a:endParaRPr sz="1600"/>
          </a:p>
          <a:p>
            <a:pPr indent="-330200" lvl="0" marL="457200" rtl="0" algn="l">
              <a:lnSpc>
                <a:spcPct val="115000"/>
              </a:lnSpc>
              <a:spcBef>
                <a:spcPts val="0"/>
              </a:spcBef>
              <a:spcAft>
                <a:spcPts val="0"/>
              </a:spcAft>
              <a:buSzPts val="1600"/>
              <a:buChar char="●"/>
            </a:pPr>
            <a:r>
              <a:rPr b="1" lang="en" sz="1600"/>
              <a:t>Recommendation systems:</a:t>
            </a:r>
            <a:r>
              <a:rPr lang="en" sz="1600"/>
              <a:t> AI powers the algorithms that suggest shows on Netflix or products on Amazon based on your preferences.</a:t>
            </a:r>
            <a:endParaRPr sz="1600"/>
          </a:p>
        </p:txBody>
      </p:sp>
      <p:sp>
        <p:nvSpPr>
          <p:cNvPr id="471" name="Google Shape;471;g2eee884a559_0_3148"/>
          <p:cNvSpPr/>
          <p:nvPr/>
        </p:nvSpPr>
        <p:spPr>
          <a:xfrm>
            <a:off x="187775" y="4882250"/>
            <a:ext cx="8841900" cy="130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pic>
        <p:nvPicPr>
          <p:cNvPr id="472" name="Google Shape;472;g2eee884a559_0_3148"/>
          <p:cNvPicPr preferRelativeResize="0"/>
          <p:nvPr/>
        </p:nvPicPr>
        <p:blipFill rotWithShape="1">
          <a:blip r:embed="rId3">
            <a:alphaModFix/>
          </a:blip>
          <a:srcRect b="3549" l="7889" r="5702" t="0"/>
          <a:stretch/>
        </p:blipFill>
        <p:spPr>
          <a:xfrm>
            <a:off x="4765150" y="1620550"/>
            <a:ext cx="4378849" cy="31718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6"/>
          <p:cNvSpPr txBox="1"/>
          <p:nvPr>
            <p:ph type="title"/>
          </p:nvPr>
        </p:nvSpPr>
        <p:spPr>
          <a:xfrm>
            <a:off x="3657600" y="1377600"/>
            <a:ext cx="5038800" cy="2741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3800"/>
              <a:buNone/>
            </a:pPr>
            <a:r>
              <a:rPr b="0" lang="en">
                <a:latin typeface="Roboto"/>
                <a:ea typeface="Roboto"/>
                <a:cs typeface="Roboto"/>
                <a:sym typeface="Roboto"/>
              </a:rPr>
              <a:t>What is </a:t>
            </a:r>
            <a:r>
              <a:rPr lang="en">
                <a:latin typeface="Roboto"/>
                <a:ea typeface="Roboto"/>
                <a:cs typeface="Roboto"/>
                <a:sym typeface="Roboto"/>
              </a:rPr>
              <a:t>m</a:t>
            </a:r>
            <a:r>
              <a:rPr lang="en">
                <a:latin typeface="Roboto"/>
                <a:ea typeface="Roboto"/>
                <a:cs typeface="Roboto"/>
                <a:sym typeface="Roboto"/>
              </a:rPr>
              <a:t>achine learning (ML)</a:t>
            </a:r>
            <a:r>
              <a:rPr b="0" lang="en"/>
              <a:t>?</a:t>
            </a:r>
            <a:endParaRPr b="0"/>
          </a:p>
        </p:txBody>
      </p:sp>
      <p:sp>
        <p:nvSpPr>
          <p:cNvPr id="478" name="Google Shape;478;p6"/>
          <p:cNvSpPr txBox="1"/>
          <p:nvPr/>
        </p:nvSpPr>
        <p:spPr>
          <a:xfrm>
            <a:off x="8607775" y="4957200"/>
            <a:ext cx="261900" cy="105600"/>
          </a:xfrm>
          <a:prstGeom prst="rect">
            <a:avLst/>
          </a:prstGeom>
          <a:noFill/>
          <a:ln>
            <a:noFill/>
          </a:ln>
        </p:spPr>
        <p:txBody>
          <a:bodyPr anchorCtr="0" anchor="t" bIns="91425" lIns="0" spcFirstLastPara="1" rIns="0" wrap="square" tIns="0">
            <a:noAutofit/>
          </a:bodyPr>
          <a:lstStyle/>
          <a:p>
            <a:pPr indent="0" lvl="0" marL="0" marR="0" rtl="0" algn="r">
              <a:lnSpc>
                <a:spcPct val="100000"/>
              </a:lnSpc>
              <a:spcBef>
                <a:spcPts val="0"/>
              </a:spcBef>
              <a:spcAft>
                <a:spcPts val="0"/>
              </a:spcAft>
              <a:buClr>
                <a:srgbClr val="000000"/>
              </a:buClr>
              <a:buSzPts val="600"/>
              <a:buFont typeface="Arial"/>
              <a:buNone/>
            </a:pPr>
            <a:fld id="{00000000-1234-1234-1234-123412341234}" type="slidenum">
              <a:rPr b="0" i="0" lang="en" sz="600" u="none" cap="none" strike="noStrike">
                <a:solidFill>
                  <a:srgbClr val="000000"/>
                </a:solidFill>
                <a:latin typeface="Roboto"/>
                <a:ea typeface="Roboto"/>
                <a:cs typeface="Roboto"/>
                <a:sym typeface="Roboto"/>
              </a:rPr>
              <a:t>‹#›</a:t>
            </a:fld>
            <a:endParaRPr b="0" i="0" sz="600" u="none" cap="none" strike="noStrike">
              <a:solidFill>
                <a:srgbClr val="000000"/>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g2eee884a559_0_4314"/>
          <p:cNvSpPr txBox="1"/>
          <p:nvPr/>
        </p:nvSpPr>
        <p:spPr>
          <a:xfrm>
            <a:off x="1730346" y="956856"/>
            <a:ext cx="5655900" cy="32835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lang="en" sz="3050">
                <a:solidFill>
                  <a:schemeClr val="dk2"/>
                </a:solidFill>
                <a:latin typeface="Roboto"/>
                <a:ea typeface="Roboto"/>
                <a:cs typeface="Roboto"/>
                <a:sym typeface="Roboto"/>
              </a:rPr>
              <a:t>Machine Learning</a:t>
            </a:r>
            <a:r>
              <a:rPr lang="en" sz="3050">
                <a:solidFill>
                  <a:schemeClr val="dk2"/>
                </a:solidFill>
                <a:latin typeface="Roboto"/>
                <a:ea typeface="Roboto"/>
                <a:cs typeface="Roboto"/>
                <a:sym typeface="Roboto"/>
              </a:rPr>
              <a:t> </a:t>
            </a:r>
            <a:br>
              <a:rPr lang="en" sz="3050">
                <a:solidFill>
                  <a:schemeClr val="dk2"/>
                </a:solidFill>
                <a:latin typeface="Roboto"/>
                <a:ea typeface="Roboto"/>
                <a:cs typeface="Roboto"/>
                <a:sym typeface="Roboto"/>
              </a:rPr>
            </a:br>
            <a:r>
              <a:rPr lang="en" sz="3050">
                <a:solidFill>
                  <a:schemeClr val="dk2"/>
                </a:solidFill>
                <a:latin typeface="Roboto"/>
                <a:ea typeface="Roboto"/>
                <a:cs typeface="Roboto"/>
                <a:sym typeface="Roboto"/>
              </a:rPr>
              <a:t>enables computer algorithms to learn from data and then make decisions or predictions about future data.</a:t>
            </a:r>
            <a:endParaRPr b="0" i="0" sz="3050" u="none" cap="none" strike="noStrike">
              <a:solidFill>
                <a:schemeClr val="dk2"/>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87" name="Shape 487"/>
        <p:cNvGrpSpPr/>
        <p:nvPr/>
      </p:nvGrpSpPr>
      <p:grpSpPr>
        <a:xfrm>
          <a:off x="0" y="0"/>
          <a:ext cx="0" cy="0"/>
          <a:chOff x="0" y="0"/>
          <a:chExt cx="0" cy="0"/>
        </a:xfrm>
      </p:grpSpPr>
      <p:sp>
        <p:nvSpPr>
          <p:cNvPr id="488" name="Google Shape;488;g2eee884a559_0_5304"/>
          <p:cNvSpPr txBox="1"/>
          <p:nvPr>
            <p:ph type="title"/>
          </p:nvPr>
        </p:nvSpPr>
        <p:spPr>
          <a:xfrm>
            <a:off x="-12300"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Machine Learning</a:t>
            </a:r>
            <a:endParaRPr/>
          </a:p>
        </p:txBody>
      </p:sp>
      <p:sp>
        <p:nvSpPr>
          <p:cNvPr id="489" name="Google Shape;489;g2eee884a559_0_5304"/>
          <p:cNvSpPr txBox="1"/>
          <p:nvPr>
            <p:ph idx="3" type="body"/>
          </p:nvPr>
        </p:nvSpPr>
        <p:spPr>
          <a:xfrm>
            <a:off x="2825900" y="931750"/>
            <a:ext cx="6580200" cy="3680100"/>
          </a:xfrm>
          <a:prstGeom prst="rect">
            <a:avLst/>
          </a:prstGeom>
        </p:spPr>
        <p:txBody>
          <a:bodyPr anchorCtr="0" anchor="t" bIns="914400" lIns="457200" spcFirstLastPara="1" rIns="457200" wrap="square" tIns="0">
            <a:noAutofit/>
          </a:bodyPr>
          <a:lstStyle/>
          <a:p>
            <a:pPr indent="-330200" lvl="0" marL="457200" rtl="0" algn="l">
              <a:lnSpc>
                <a:spcPct val="150000"/>
              </a:lnSpc>
              <a:spcBef>
                <a:spcPts val="0"/>
              </a:spcBef>
              <a:spcAft>
                <a:spcPts val="0"/>
              </a:spcAft>
              <a:buSzPts val="1600"/>
              <a:buChar char="●"/>
            </a:pPr>
            <a:r>
              <a:rPr lang="en" sz="1600"/>
              <a:t>Produces</a:t>
            </a:r>
            <a:r>
              <a:rPr lang="en" sz="1600"/>
              <a:t> predictive models and makes predictions</a:t>
            </a:r>
            <a:endParaRPr sz="1600"/>
          </a:p>
          <a:p>
            <a:pPr indent="-330200" lvl="0" marL="457200" rtl="0" algn="l">
              <a:lnSpc>
                <a:spcPct val="150000"/>
              </a:lnSpc>
              <a:spcBef>
                <a:spcPts val="0"/>
              </a:spcBef>
              <a:spcAft>
                <a:spcPts val="0"/>
              </a:spcAft>
              <a:buSzPts val="1600"/>
              <a:buChar char="●"/>
            </a:pPr>
            <a:r>
              <a:rPr lang="en" sz="1600"/>
              <a:t>Develops rule-based programs with enough data</a:t>
            </a:r>
            <a:endParaRPr sz="1600"/>
          </a:p>
          <a:p>
            <a:pPr indent="-330200" lvl="0" marL="457200" rtl="0" algn="l">
              <a:lnSpc>
                <a:spcPct val="150000"/>
              </a:lnSpc>
              <a:spcBef>
                <a:spcPts val="0"/>
              </a:spcBef>
              <a:spcAft>
                <a:spcPts val="0"/>
              </a:spcAft>
              <a:buSzPts val="1600"/>
              <a:buChar char="●"/>
            </a:pPr>
            <a:r>
              <a:rPr lang="en" sz="1600"/>
              <a:t>Crafts and trains models based on </a:t>
            </a:r>
            <a:br>
              <a:rPr lang="en" sz="1600"/>
            </a:br>
            <a:r>
              <a:rPr lang="en" sz="1600"/>
              <a:t>real-world data</a:t>
            </a:r>
            <a:endParaRPr sz="1600"/>
          </a:p>
          <a:p>
            <a:pPr indent="-330200" lvl="0" marL="457200" rtl="0" algn="l">
              <a:lnSpc>
                <a:spcPct val="150000"/>
              </a:lnSpc>
              <a:spcBef>
                <a:spcPts val="0"/>
              </a:spcBef>
              <a:spcAft>
                <a:spcPts val="0"/>
              </a:spcAft>
              <a:buSzPts val="1600"/>
              <a:buChar char="●"/>
            </a:pPr>
            <a:r>
              <a:rPr lang="en" sz="1600"/>
              <a:t>Improves by identifying and disregarding outliers</a:t>
            </a:r>
            <a:endParaRPr sz="1600"/>
          </a:p>
          <a:p>
            <a:pPr indent="-330200" lvl="0" marL="457200" rtl="0" algn="l">
              <a:lnSpc>
                <a:spcPct val="150000"/>
              </a:lnSpc>
              <a:spcBef>
                <a:spcPts val="0"/>
              </a:spcBef>
              <a:spcAft>
                <a:spcPts val="0"/>
              </a:spcAft>
              <a:buSzPts val="1600"/>
              <a:buChar char="●"/>
            </a:pPr>
            <a:r>
              <a:rPr lang="en" sz="1600"/>
              <a:t>Integrates knowledge to make better predictions </a:t>
            </a:r>
            <a:br>
              <a:rPr lang="en" sz="1600"/>
            </a:br>
            <a:r>
              <a:rPr lang="en" sz="1600"/>
              <a:t>or decisions</a:t>
            </a:r>
            <a:endParaRPr sz="1600"/>
          </a:p>
          <a:p>
            <a:pPr indent="-330200" lvl="0" marL="457200" rtl="0" algn="l">
              <a:lnSpc>
                <a:spcPct val="150000"/>
              </a:lnSpc>
              <a:spcBef>
                <a:spcPts val="0"/>
              </a:spcBef>
              <a:spcAft>
                <a:spcPts val="0"/>
              </a:spcAft>
              <a:buSzPts val="1600"/>
              <a:buChar char="●"/>
            </a:pPr>
            <a:r>
              <a:rPr lang="en" sz="1600"/>
              <a:t>Does not rely on programmers to manually instruct the computer on how to improve</a:t>
            </a:r>
            <a:endParaRPr sz="1600"/>
          </a:p>
        </p:txBody>
      </p:sp>
      <p:pic>
        <p:nvPicPr>
          <p:cNvPr id="490" name="Google Shape;490;g2eee884a559_0_5304" title="Machine Learning Matrix Images | Free Photos, PNG Stickers ..."/>
          <p:cNvPicPr preferRelativeResize="0"/>
          <p:nvPr/>
        </p:nvPicPr>
        <p:blipFill>
          <a:blip r:embed="rId3">
            <a:alphaModFix/>
          </a:blip>
          <a:stretch>
            <a:fillRect/>
          </a:stretch>
        </p:blipFill>
        <p:spPr>
          <a:xfrm>
            <a:off x="-3357725" y="995350"/>
            <a:ext cx="3152800" cy="3152800"/>
          </a:xfrm>
          <a:prstGeom prst="rect">
            <a:avLst/>
          </a:prstGeom>
          <a:noFill/>
          <a:ln>
            <a:noFill/>
          </a:ln>
        </p:spPr>
      </p:pic>
      <p:pic>
        <p:nvPicPr>
          <p:cNvPr id="491" name="Google Shape;491;g2eee884a559_0_5304"/>
          <p:cNvPicPr preferRelativeResize="0"/>
          <p:nvPr/>
        </p:nvPicPr>
        <p:blipFill rotWithShape="1">
          <a:blip r:embed="rId4">
            <a:alphaModFix/>
          </a:blip>
          <a:srcRect b="13117" l="22716" r="23670" t="14049"/>
          <a:stretch/>
        </p:blipFill>
        <p:spPr>
          <a:xfrm>
            <a:off x="270075" y="1071550"/>
            <a:ext cx="2930335" cy="2741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5" name="Shape 495"/>
        <p:cNvGrpSpPr/>
        <p:nvPr/>
      </p:nvGrpSpPr>
      <p:grpSpPr>
        <a:xfrm>
          <a:off x="0" y="0"/>
          <a:ext cx="0" cy="0"/>
          <a:chOff x="0" y="0"/>
          <a:chExt cx="0" cy="0"/>
        </a:xfrm>
      </p:grpSpPr>
      <p:pic>
        <p:nvPicPr>
          <p:cNvPr id="496" name="Google Shape;496;g2eee884a559_0_6462"/>
          <p:cNvPicPr preferRelativeResize="0"/>
          <p:nvPr/>
        </p:nvPicPr>
        <p:blipFill>
          <a:blip r:embed="rId3">
            <a:alphaModFix/>
          </a:blip>
          <a:stretch>
            <a:fillRect/>
          </a:stretch>
        </p:blipFill>
        <p:spPr>
          <a:xfrm>
            <a:off x="0" y="0"/>
            <a:ext cx="9144001" cy="5143501"/>
          </a:xfrm>
          <a:prstGeom prst="rect">
            <a:avLst/>
          </a:prstGeom>
          <a:noFill/>
          <a:ln>
            <a:noFill/>
          </a:ln>
        </p:spPr>
      </p:pic>
      <p:sp>
        <p:nvSpPr>
          <p:cNvPr id="497" name="Google Shape;497;g2eee884a559_0_6462"/>
          <p:cNvSpPr txBox="1"/>
          <p:nvPr>
            <p:ph idx="1" type="subTitle"/>
          </p:nvPr>
        </p:nvSpPr>
        <p:spPr>
          <a:xfrm>
            <a:off x="-83075" y="463650"/>
            <a:ext cx="5193300" cy="2578500"/>
          </a:xfrm>
          <a:prstGeom prst="rect">
            <a:avLst/>
          </a:prstGeom>
        </p:spPr>
        <p:txBody>
          <a:bodyPr anchorCtr="0" anchor="t" bIns="91425" lIns="457200" spcFirstLastPara="1" rIns="0" wrap="square" tIns="0">
            <a:noAutofit/>
          </a:bodyPr>
          <a:lstStyle/>
          <a:p>
            <a:pPr indent="0" lvl="0" marL="0" rtl="0" algn="l">
              <a:lnSpc>
                <a:spcPct val="115000"/>
              </a:lnSpc>
              <a:spcBef>
                <a:spcPts val="0"/>
              </a:spcBef>
              <a:spcAft>
                <a:spcPts val="0"/>
              </a:spcAft>
              <a:buNone/>
            </a:pPr>
            <a:r>
              <a:rPr b="1" lang="en" sz="3100"/>
              <a:t>Narrow AI vs. General AI</a:t>
            </a:r>
            <a:endParaRPr sz="31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id="502" name="Google Shape;502;p7"/>
          <p:cNvPicPr preferRelativeResize="0"/>
          <p:nvPr/>
        </p:nvPicPr>
        <p:blipFill rotWithShape="1">
          <a:blip r:embed="rId3">
            <a:alphaModFix/>
          </a:blip>
          <a:srcRect b="0" l="0" r="0" t="0"/>
          <a:stretch/>
        </p:blipFill>
        <p:spPr>
          <a:xfrm>
            <a:off x="4252538" y="1183050"/>
            <a:ext cx="827470" cy="3662574"/>
          </a:xfrm>
          <a:prstGeom prst="rect">
            <a:avLst/>
          </a:prstGeom>
          <a:noFill/>
          <a:ln>
            <a:noFill/>
          </a:ln>
        </p:spPr>
      </p:pic>
      <p:grpSp>
        <p:nvGrpSpPr>
          <p:cNvPr id="503" name="Google Shape;503;p7"/>
          <p:cNvGrpSpPr/>
          <p:nvPr/>
        </p:nvGrpSpPr>
        <p:grpSpPr>
          <a:xfrm>
            <a:off x="457151" y="1129775"/>
            <a:ext cx="3649200" cy="533475"/>
            <a:chOff x="457151" y="1129775"/>
            <a:chExt cx="3649200" cy="533475"/>
          </a:xfrm>
        </p:grpSpPr>
        <p:sp>
          <p:nvSpPr>
            <p:cNvPr id="504" name="Google Shape;504;p7"/>
            <p:cNvSpPr/>
            <p:nvPr/>
          </p:nvSpPr>
          <p:spPr>
            <a:xfrm>
              <a:off x="457151" y="1129775"/>
              <a:ext cx="3649200" cy="4767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505" name="Google Shape;505;p7"/>
            <p:cNvSpPr/>
            <p:nvPr/>
          </p:nvSpPr>
          <p:spPr>
            <a:xfrm rot="10800000">
              <a:off x="593369" y="1518556"/>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grpSp>
        <p:nvGrpSpPr>
          <p:cNvPr id="506" name="Google Shape;506;p7"/>
          <p:cNvGrpSpPr/>
          <p:nvPr/>
        </p:nvGrpSpPr>
        <p:grpSpPr>
          <a:xfrm>
            <a:off x="5029150" y="1129775"/>
            <a:ext cx="3657600" cy="533487"/>
            <a:chOff x="5029150" y="1129775"/>
            <a:chExt cx="3657600" cy="533487"/>
          </a:xfrm>
        </p:grpSpPr>
        <p:sp>
          <p:nvSpPr>
            <p:cNvPr id="507" name="Google Shape;507;p7"/>
            <p:cNvSpPr/>
            <p:nvPr/>
          </p:nvSpPr>
          <p:spPr>
            <a:xfrm>
              <a:off x="5029150" y="1129775"/>
              <a:ext cx="36576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508" name="Google Shape;508;p7"/>
            <p:cNvSpPr/>
            <p:nvPr/>
          </p:nvSpPr>
          <p:spPr>
            <a:xfrm rot="10800000">
              <a:off x="5165369" y="1518568"/>
              <a:ext cx="261029" cy="144694"/>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9" name="Google Shape;509;p7"/>
          <p:cNvSpPr txBox="1"/>
          <p:nvPr>
            <p:ph idx="4294967295" type="body"/>
          </p:nvPr>
        </p:nvSpPr>
        <p:spPr>
          <a:xfrm>
            <a:off x="457150" y="1840226"/>
            <a:ext cx="3657600" cy="27288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SzPts val="1600"/>
              <a:buChar char="●"/>
            </a:pPr>
            <a:r>
              <a:rPr lang="en" sz="1600"/>
              <a:t>Refers to “intelligent” algorithms designed to perform predetermined tasks</a:t>
            </a:r>
            <a:endParaRPr sz="1600"/>
          </a:p>
          <a:p>
            <a:pPr indent="-330200" lvl="0" marL="457200" rtl="0" algn="l">
              <a:lnSpc>
                <a:spcPct val="115000"/>
              </a:lnSpc>
              <a:spcBef>
                <a:spcPts val="0"/>
              </a:spcBef>
              <a:spcAft>
                <a:spcPts val="0"/>
              </a:spcAft>
              <a:buSzPts val="1600"/>
              <a:buChar char="●"/>
            </a:pPr>
            <a:r>
              <a:rPr lang="en" sz="1600"/>
              <a:t>Performs specific tasks</a:t>
            </a:r>
            <a:endParaRPr sz="1600"/>
          </a:p>
          <a:p>
            <a:pPr indent="-330200" lvl="0" marL="457200" rtl="0" algn="l">
              <a:lnSpc>
                <a:spcPct val="115000"/>
              </a:lnSpc>
              <a:spcBef>
                <a:spcPts val="0"/>
              </a:spcBef>
              <a:spcAft>
                <a:spcPts val="0"/>
              </a:spcAft>
              <a:buSzPts val="1600"/>
              <a:buChar char="●"/>
            </a:pPr>
            <a:r>
              <a:rPr lang="en" sz="1600"/>
              <a:t>Unable to transfer knowledge</a:t>
            </a:r>
            <a:endParaRPr sz="1600"/>
          </a:p>
          <a:p>
            <a:pPr indent="-330200" lvl="0" marL="457200" rtl="0" algn="l">
              <a:lnSpc>
                <a:spcPct val="115000"/>
              </a:lnSpc>
              <a:spcBef>
                <a:spcPts val="0"/>
              </a:spcBef>
              <a:spcAft>
                <a:spcPts val="0"/>
              </a:spcAft>
              <a:buSzPts val="1600"/>
              <a:buChar char="●"/>
            </a:pPr>
            <a:r>
              <a:rPr lang="en" sz="1600"/>
              <a:t>Simulates human consciousness but is not conscious</a:t>
            </a:r>
            <a:endParaRPr sz="1600"/>
          </a:p>
        </p:txBody>
      </p:sp>
      <p:sp>
        <p:nvSpPr>
          <p:cNvPr id="510" name="Google Shape;510;p7"/>
          <p:cNvSpPr txBox="1"/>
          <p:nvPr>
            <p:ph idx="1" type="subTitle"/>
          </p:nvPr>
        </p:nvSpPr>
        <p:spPr>
          <a:xfrm>
            <a:off x="5029200" y="1840226"/>
            <a:ext cx="3657600" cy="2728800"/>
          </a:xfrm>
          <a:prstGeom prst="rect">
            <a:avLst/>
          </a:prstGeom>
          <a:noFill/>
          <a:ln>
            <a:noFill/>
          </a:ln>
        </p:spPr>
        <p:txBody>
          <a:bodyPr anchorCtr="0" anchor="t" bIns="0" lIns="0" spcFirstLastPara="1" rIns="0" wrap="square" tIns="0">
            <a:noAutofit/>
          </a:bodyPr>
          <a:lstStyle/>
          <a:p>
            <a:pPr indent="-330200" lvl="0" marL="457200" rtl="0" algn="l">
              <a:lnSpc>
                <a:spcPct val="115000"/>
              </a:lnSpc>
              <a:spcBef>
                <a:spcPts val="0"/>
              </a:spcBef>
              <a:spcAft>
                <a:spcPts val="0"/>
              </a:spcAft>
              <a:buSzPts val="1600"/>
              <a:buChar char="●"/>
            </a:pPr>
            <a:r>
              <a:rPr lang="en" sz="1600"/>
              <a:t>The self-aware, independent entities of science fiction stories</a:t>
            </a:r>
            <a:endParaRPr sz="1600"/>
          </a:p>
          <a:p>
            <a:pPr indent="-330200" lvl="0" marL="457200" rtl="0" algn="l">
              <a:lnSpc>
                <a:spcPct val="115000"/>
              </a:lnSpc>
              <a:spcBef>
                <a:spcPts val="0"/>
              </a:spcBef>
              <a:spcAft>
                <a:spcPts val="0"/>
              </a:spcAft>
              <a:buSzPts val="1600"/>
              <a:buChar char="●"/>
            </a:pPr>
            <a:r>
              <a:rPr lang="en" sz="1600"/>
              <a:t>Performs general tasks with minimal oversight </a:t>
            </a:r>
            <a:endParaRPr sz="1600"/>
          </a:p>
          <a:p>
            <a:pPr indent="-330200" lvl="0" marL="457200" rtl="0" algn="l">
              <a:lnSpc>
                <a:spcPct val="115000"/>
              </a:lnSpc>
              <a:spcBef>
                <a:spcPts val="0"/>
              </a:spcBef>
              <a:spcAft>
                <a:spcPts val="0"/>
              </a:spcAft>
              <a:buSzPts val="1600"/>
              <a:buChar char="●"/>
            </a:pPr>
            <a:r>
              <a:rPr lang="en" sz="1600"/>
              <a:t>Knowledge is transferable</a:t>
            </a:r>
            <a:endParaRPr sz="1600"/>
          </a:p>
          <a:p>
            <a:pPr indent="-330200" lvl="0" marL="457200" rtl="0" algn="l">
              <a:lnSpc>
                <a:spcPct val="115000"/>
              </a:lnSpc>
              <a:spcBef>
                <a:spcPts val="0"/>
              </a:spcBef>
              <a:spcAft>
                <a:spcPts val="0"/>
              </a:spcAft>
              <a:buSzPts val="1600"/>
              <a:buChar char="●"/>
            </a:pPr>
            <a:r>
              <a:rPr lang="en" sz="1600"/>
              <a:t>Has human-like consciousness</a:t>
            </a:r>
            <a:endParaRPr sz="1600"/>
          </a:p>
          <a:p>
            <a:pPr indent="-330200" lvl="0" marL="457200" rtl="0" algn="l">
              <a:lnSpc>
                <a:spcPct val="115000"/>
              </a:lnSpc>
              <a:spcBef>
                <a:spcPts val="0"/>
              </a:spcBef>
              <a:spcAft>
                <a:spcPts val="0"/>
              </a:spcAft>
              <a:buSzPts val="1600"/>
              <a:buChar char="●"/>
            </a:pPr>
            <a:r>
              <a:rPr lang="en" sz="1600"/>
              <a:t>May become possible in the future</a:t>
            </a:r>
            <a:endParaRPr sz="1600"/>
          </a:p>
        </p:txBody>
      </p:sp>
      <p:sp>
        <p:nvSpPr>
          <p:cNvPr id="511" name="Google Shape;511;p7"/>
          <p:cNvSpPr txBox="1"/>
          <p:nvPr>
            <p:ph idx="4294967295" type="title"/>
          </p:nvPr>
        </p:nvSpPr>
        <p:spPr>
          <a:xfrm>
            <a:off x="542175" y="1166625"/>
            <a:ext cx="34743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lang="en" sz="1800">
                <a:solidFill>
                  <a:schemeClr val="lt1"/>
                </a:solidFill>
              </a:rPr>
              <a:t>Narrow AI</a:t>
            </a:r>
            <a:endParaRPr sz="1800">
              <a:solidFill>
                <a:schemeClr val="lt1"/>
              </a:solidFill>
            </a:endParaRPr>
          </a:p>
        </p:txBody>
      </p:sp>
      <p:sp>
        <p:nvSpPr>
          <p:cNvPr id="512" name="Google Shape;512;p7"/>
          <p:cNvSpPr txBox="1"/>
          <p:nvPr>
            <p:ph idx="4294967295" type="title"/>
          </p:nvPr>
        </p:nvSpPr>
        <p:spPr>
          <a:xfrm>
            <a:off x="5128600" y="1166625"/>
            <a:ext cx="3474300" cy="39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lang="en" sz="1800">
                <a:solidFill>
                  <a:schemeClr val="lt1"/>
                </a:solidFill>
              </a:rPr>
              <a:t>General AI</a:t>
            </a:r>
            <a:endParaRPr sz="1800">
              <a:solidFill>
                <a:schemeClr val="lt1"/>
              </a:solidFill>
            </a:endParaRPr>
          </a:p>
        </p:txBody>
      </p:sp>
      <p:sp>
        <p:nvSpPr>
          <p:cNvPr id="513" name="Google Shape;513;p7"/>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 sz="3100">
                <a:solidFill>
                  <a:schemeClr val="dk2"/>
                </a:solidFill>
              </a:rPr>
              <a:t>Narrow AI vs. General AI</a:t>
            </a:r>
            <a:endParaRPr b="0" sz="3100">
              <a:solidFill>
                <a:schemeClr val="dk2"/>
              </a:solidFill>
            </a:endParaRPr>
          </a:p>
          <a:p>
            <a:pPr indent="0" lvl="0" marL="0" rtl="0" algn="l">
              <a:lnSpc>
                <a:spcPct val="100000"/>
              </a:lnSpc>
              <a:spcBef>
                <a:spcPts val="0"/>
              </a:spcBef>
              <a:spcAft>
                <a:spcPts val="0"/>
              </a:spcAft>
              <a:buSzPts val="26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
          <p:cNvSpPr/>
          <p:nvPr/>
        </p:nvSpPr>
        <p:spPr>
          <a:xfrm>
            <a:off x="1299938" y="1113255"/>
            <a:ext cx="3733500" cy="53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8"/>
          <p:cNvSpPr/>
          <p:nvPr/>
        </p:nvSpPr>
        <p:spPr>
          <a:xfrm>
            <a:off x="1299938" y="3498121"/>
            <a:ext cx="3733500" cy="53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0" name="Google Shape;520;p8"/>
          <p:cNvSpPr/>
          <p:nvPr/>
        </p:nvSpPr>
        <p:spPr>
          <a:xfrm>
            <a:off x="1299938" y="2707900"/>
            <a:ext cx="3733500" cy="507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1" name="Google Shape;521;p8"/>
          <p:cNvSpPr/>
          <p:nvPr/>
        </p:nvSpPr>
        <p:spPr>
          <a:xfrm>
            <a:off x="1299938" y="1895969"/>
            <a:ext cx="3733500" cy="53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22" name="Google Shape;522;p8"/>
          <p:cNvGrpSpPr/>
          <p:nvPr/>
        </p:nvGrpSpPr>
        <p:grpSpPr>
          <a:xfrm>
            <a:off x="452888" y="1113170"/>
            <a:ext cx="776900" cy="532158"/>
            <a:chOff x="457200" y="1466425"/>
            <a:chExt cx="776900" cy="486300"/>
          </a:xfrm>
        </p:grpSpPr>
        <p:sp>
          <p:nvSpPr>
            <p:cNvPr id="523" name="Google Shape;523;p8"/>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524" name="Google Shape;524;p8"/>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525" name="Google Shape;525;p8"/>
          <p:cNvGrpSpPr/>
          <p:nvPr/>
        </p:nvGrpSpPr>
        <p:grpSpPr>
          <a:xfrm>
            <a:off x="452888" y="1872520"/>
            <a:ext cx="776900" cy="563816"/>
            <a:chOff x="457200" y="1466425"/>
            <a:chExt cx="776900" cy="486300"/>
          </a:xfrm>
        </p:grpSpPr>
        <p:sp>
          <p:nvSpPr>
            <p:cNvPr id="526" name="Google Shape;526;p8"/>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527" name="Google Shape;527;p8"/>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528" name="Google Shape;528;p8"/>
          <p:cNvGrpSpPr/>
          <p:nvPr/>
        </p:nvGrpSpPr>
        <p:grpSpPr>
          <a:xfrm>
            <a:off x="452888" y="2703552"/>
            <a:ext cx="776900" cy="507065"/>
            <a:chOff x="457200" y="1466425"/>
            <a:chExt cx="776900" cy="486300"/>
          </a:xfrm>
        </p:grpSpPr>
        <p:sp>
          <p:nvSpPr>
            <p:cNvPr id="529" name="Google Shape;529;p8"/>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530" name="Google Shape;530;p8"/>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531" name="Google Shape;531;p8"/>
          <p:cNvGrpSpPr/>
          <p:nvPr/>
        </p:nvGrpSpPr>
        <p:grpSpPr>
          <a:xfrm>
            <a:off x="452888" y="3495977"/>
            <a:ext cx="776900" cy="532158"/>
            <a:chOff x="457200" y="1466425"/>
            <a:chExt cx="776900" cy="486300"/>
          </a:xfrm>
        </p:grpSpPr>
        <p:sp>
          <p:nvSpPr>
            <p:cNvPr id="532" name="Google Shape;532;p8"/>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533" name="Google Shape;533;p8"/>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534" name="Google Shape;534;p8"/>
          <p:cNvSpPr txBox="1"/>
          <p:nvPr>
            <p:ph idx="4294967295" type="body"/>
          </p:nvPr>
        </p:nvSpPr>
        <p:spPr>
          <a:xfrm>
            <a:off x="1300025" y="1138050"/>
            <a:ext cx="36813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Analysis of vast amounts of data</a:t>
            </a:r>
            <a:endParaRPr/>
          </a:p>
        </p:txBody>
      </p:sp>
      <p:sp>
        <p:nvSpPr>
          <p:cNvPr id="535" name="Google Shape;535;p8"/>
          <p:cNvSpPr txBox="1"/>
          <p:nvPr>
            <p:ph idx="1" type="subTitle"/>
          </p:nvPr>
        </p:nvSpPr>
        <p:spPr>
          <a:xfrm>
            <a:off x="1300024" y="1920845"/>
            <a:ext cx="35148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Threat-detection applications</a:t>
            </a:r>
            <a:endParaRPr/>
          </a:p>
        </p:txBody>
      </p:sp>
      <p:sp>
        <p:nvSpPr>
          <p:cNvPr id="536" name="Google Shape;536;p8"/>
          <p:cNvSpPr txBox="1"/>
          <p:nvPr>
            <p:ph idx="4294967295" type="body"/>
          </p:nvPr>
        </p:nvSpPr>
        <p:spPr>
          <a:xfrm>
            <a:off x="1300024" y="2713669"/>
            <a:ext cx="35148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Malware analysis</a:t>
            </a:r>
            <a:endParaRPr/>
          </a:p>
        </p:txBody>
      </p:sp>
      <p:sp>
        <p:nvSpPr>
          <p:cNvPr id="537" name="Google Shape;537;p8"/>
          <p:cNvSpPr txBox="1"/>
          <p:nvPr>
            <p:ph idx="4294967295" type="body"/>
          </p:nvPr>
        </p:nvSpPr>
        <p:spPr>
          <a:xfrm>
            <a:off x="1300024" y="3504029"/>
            <a:ext cx="35148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Fraud prevention</a:t>
            </a:r>
            <a:endParaRPr/>
          </a:p>
        </p:txBody>
      </p:sp>
      <p:sp>
        <p:nvSpPr>
          <p:cNvPr id="538" name="Google Shape;538;p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Importance of AI and ML in Cybersecurity</a:t>
            </a:r>
            <a:endParaRPr/>
          </a:p>
        </p:txBody>
      </p:sp>
      <p:pic>
        <p:nvPicPr>
          <p:cNvPr id="539" name="Google Shape;539;p8"/>
          <p:cNvPicPr preferRelativeResize="0"/>
          <p:nvPr/>
        </p:nvPicPr>
        <p:blipFill rotWithShape="1">
          <a:blip r:embed="rId3">
            <a:alphaModFix/>
          </a:blip>
          <a:srcRect b="0" l="12616" r="13604" t="0"/>
          <a:stretch/>
        </p:blipFill>
        <p:spPr>
          <a:xfrm>
            <a:off x="4891025" y="602213"/>
            <a:ext cx="4220074" cy="393908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2eee884a559_0_7620"/>
          <p:cNvSpPr/>
          <p:nvPr/>
        </p:nvSpPr>
        <p:spPr>
          <a:xfrm>
            <a:off x="1299938" y="1113255"/>
            <a:ext cx="3733500" cy="53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2eee884a559_0_7620"/>
          <p:cNvSpPr/>
          <p:nvPr/>
        </p:nvSpPr>
        <p:spPr>
          <a:xfrm>
            <a:off x="1299938" y="2707900"/>
            <a:ext cx="3733500" cy="507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6" name="Google Shape;546;g2eee884a559_0_7620"/>
          <p:cNvSpPr/>
          <p:nvPr/>
        </p:nvSpPr>
        <p:spPr>
          <a:xfrm>
            <a:off x="1299938" y="1895969"/>
            <a:ext cx="3733500" cy="532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47" name="Google Shape;547;g2eee884a559_0_7620"/>
          <p:cNvGrpSpPr/>
          <p:nvPr/>
        </p:nvGrpSpPr>
        <p:grpSpPr>
          <a:xfrm>
            <a:off x="452888" y="1113170"/>
            <a:ext cx="776900" cy="532158"/>
            <a:chOff x="457200" y="1466425"/>
            <a:chExt cx="776900" cy="486300"/>
          </a:xfrm>
        </p:grpSpPr>
        <p:sp>
          <p:nvSpPr>
            <p:cNvPr id="548" name="Google Shape;548;g2eee884a559_0_7620"/>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a:t>
              </a:r>
              <a:r>
                <a:rPr lang="en" sz="3000">
                  <a:solidFill>
                    <a:srgbClr val="082D49"/>
                  </a:solidFill>
                  <a:latin typeface="Roboto"/>
                  <a:ea typeface="Roboto"/>
                  <a:cs typeface="Roboto"/>
                  <a:sym typeface="Roboto"/>
                </a:rPr>
                <a:t>5</a:t>
              </a:r>
              <a:endParaRPr b="0" i="0" sz="3000" u="none" cap="none" strike="noStrike">
                <a:solidFill>
                  <a:srgbClr val="082D49"/>
                </a:solidFill>
                <a:latin typeface="Roboto"/>
                <a:ea typeface="Roboto"/>
                <a:cs typeface="Roboto"/>
                <a:sym typeface="Roboto"/>
              </a:endParaRPr>
            </a:p>
          </p:txBody>
        </p:sp>
        <p:sp>
          <p:nvSpPr>
            <p:cNvPr id="549" name="Google Shape;549;g2eee884a559_0_7620"/>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550" name="Google Shape;550;g2eee884a559_0_7620"/>
          <p:cNvGrpSpPr/>
          <p:nvPr/>
        </p:nvGrpSpPr>
        <p:grpSpPr>
          <a:xfrm>
            <a:off x="452888" y="1872520"/>
            <a:ext cx="776900" cy="563816"/>
            <a:chOff x="457200" y="1466425"/>
            <a:chExt cx="776900" cy="486300"/>
          </a:xfrm>
        </p:grpSpPr>
        <p:sp>
          <p:nvSpPr>
            <p:cNvPr id="551" name="Google Shape;551;g2eee884a559_0_7620"/>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a:t>
              </a:r>
              <a:r>
                <a:rPr lang="en" sz="3000">
                  <a:solidFill>
                    <a:srgbClr val="FFFFFF"/>
                  </a:solidFill>
                  <a:latin typeface="Roboto"/>
                  <a:ea typeface="Roboto"/>
                  <a:cs typeface="Roboto"/>
                  <a:sym typeface="Roboto"/>
                </a:rPr>
                <a:t>6</a:t>
              </a:r>
              <a:endParaRPr b="0" i="0" sz="3000" u="none" cap="none" strike="noStrike">
                <a:solidFill>
                  <a:srgbClr val="FFFFFF"/>
                </a:solidFill>
                <a:latin typeface="Roboto"/>
                <a:ea typeface="Roboto"/>
                <a:cs typeface="Roboto"/>
                <a:sym typeface="Roboto"/>
              </a:endParaRPr>
            </a:p>
          </p:txBody>
        </p:sp>
        <p:sp>
          <p:nvSpPr>
            <p:cNvPr id="552" name="Google Shape;552;g2eee884a559_0_7620"/>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553" name="Google Shape;553;g2eee884a559_0_7620"/>
          <p:cNvGrpSpPr/>
          <p:nvPr/>
        </p:nvGrpSpPr>
        <p:grpSpPr>
          <a:xfrm>
            <a:off x="452888" y="2703552"/>
            <a:ext cx="776900" cy="507065"/>
            <a:chOff x="457200" y="1466425"/>
            <a:chExt cx="776900" cy="486300"/>
          </a:xfrm>
        </p:grpSpPr>
        <p:sp>
          <p:nvSpPr>
            <p:cNvPr id="554" name="Google Shape;554;g2eee884a559_0_7620"/>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a:t>
              </a:r>
              <a:r>
                <a:rPr lang="en" sz="3000">
                  <a:solidFill>
                    <a:srgbClr val="FFFFFF"/>
                  </a:solidFill>
                  <a:latin typeface="Roboto"/>
                  <a:ea typeface="Roboto"/>
                  <a:cs typeface="Roboto"/>
                  <a:sym typeface="Roboto"/>
                </a:rPr>
                <a:t>7</a:t>
              </a:r>
              <a:endParaRPr b="0" i="0" sz="3000" u="none" cap="none" strike="noStrike">
                <a:solidFill>
                  <a:srgbClr val="FFFFFF"/>
                </a:solidFill>
                <a:latin typeface="Roboto"/>
                <a:ea typeface="Roboto"/>
                <a:cs typeface="Roboto"/>
                <a:sym typeface="Roboto"/>
              </a:endParaRPr>
            </a:p>
          </p:txBody>
        </p:sp>
        <p:sp>
          <p:nvSpPr>
            <p:cNvPr id="555" name="Google Shape;555;g2eee884a559_0_7620"/>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556" name="Google Shape;556;g2eee884a559_0_7620"/>
          <p:cNvSpPr txBox="1"/>
          <p:nvPr>
            <p:ph idx="4294967295" type="body"/>
          </p:nvPr>
        </p:nvSpPr>
        <p:spPr>
          <a:xfrm>
            <a:off x="1300026" y="1138050"/>
            <a:ext cx="39102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Enhancement of real-time </a:t>
            </a:r>
            <a:r>
              <a:rPr lang="en"/>
              <a:t>response</a:t>
            </a:r>
            <a:endParaRPr/>
          </a:p>
        </p:txBody>
      </p:sp>
      <p:sp>
        <p:nvSpPr>
          <p:cNvPr id="557" name="Google Shape;557;g2eee884a559_0_7620"/>
          <p:cNvSpPr txBox="1"/>
          <p:nvPr>
            <p:ph idx="1" type="subTitle"/>
          </p:nvPr>
        </p:nvSpPr>
        <p:spPr>
          <a:xfrm>
            <a:off x="1300013" y="1920838"/>
            <a:ext cx="37335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Automation of routine tasks</a:t>
            </a:r>
            <a:endParaRPr/>
          </a:p>
        </p:txBody>
      </p:sp>
      <p:sp>
        <p:nvSpPr>
          <p:cNvPr id="558" name="Google Shape;558;g2eee884a559_0_7620"/>
          <p:cNvSpPr txBox="1"/>
          <p:nvPr>
            <p:ph idx="4294967295" type="body"/>
          </p:nvPr>
        </p:nvSpPr>
        <p:spPr>
          <a:xfrm>
            <a:off x="1300013" y="2713668"/>
            <a:ext cx="3733500" cy="507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Predictive</a:t>
            </a:r>
            <a:r>
              <a:rPr lang="en"/>
              <a:t> capabilities</a:t>
            </a:r>
            <a:endParaRPr/>
          </a:p>
        </p:txBody>
      </p:sp>
      <p:sp>
        <p:nvSpPr>
          <p:cNvPr id="559" name="Google Shape;559;g2eee884a559_0_7620"/>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Importance of AI and ML in Cybersecurity</a:t>
            </a:r>
            <a:endParaRPr/>
          </a:p>
        </p:txBody>
      </p:sp>
      <p:pic>
        <p:nvPicPr>
          <p:cNvPr id="560" name="Google Shape;560;g2eee884a559_0_7620"/>
          <p:cNvPicPr preferRelativeResize="0"/>
          <p:nvPr/>
        </p:nvPicPr>
        <p:blipFill rotWithShape="1">
          <a:blip r:embed="rId3">
            <a:alphaModFix/>
          </a:blip>
          <a:srcRect b="0" l="16229" r="18171" t="0"/>
          <a:stretch/>
        </p:blipFill>
        <p:spPr>
          <a:xfrm>
            <a:off x="5210350" y="568150"/>
            <a:ext cx="3581725" cy="376002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568" name="Shape 568"/>
        <p:cNvGrpSpPr/>
        <p:nvPr/>
      </p:nvGrpSpPr>
      <p:grpSpPr>
        <a:xfrm>
          <a:off x="0" y="0"/>
          <a:ext cx="0" cy="0"/>
          <a:chOff x="0" y="0"/>
          <a:chExt cx="0" cy="0"/>
        </a:xfrm>
      </p:grpSpPr>
      <p:sp>
        <p:nvSpPr>
          <p:cNvPr id="569" name="Google Shape;569;g2eee884a559_0_8045"/>
          <p:cNvSpPr txBox="1"/>
          <p:nvPr>
            <p:ph type="title"/>
          </p:nvPr>
        </p:nvSpPr>
        <p:spPr>
          <a:xfrm>
            <a:off x="0" y="2694300"/>
            <a:ext cx="9144000" cy="740700"/>
          </a:xfrm>
          <a:prstGeom prst="rect">
            <a:avLst/>
          </a:prstGeom>
          <a:noFill/>
          <a:ln>
            <a:noFill/>
          </a:ln>
        </p:spPr>
        <p:txBody>
          <a:bodyPr anchorCtr="0" anchor="t" bIns="91425" lIns="0" spcFirstLastPara="1" rIns="0" wrap="square" tIns="91425">
            <a:noAutofit/>
          </a:bodyPr>
          <a:lstStyle/>
          <a:p>
            <a:pPr indent="0" lvl="0" marL="0" rtl="0" algn="ctr">
              <a:lnSpc>
                <a:spcPct val="100000"/>
              </a:lnSpc>
              <a:spcBef>
                <a:spcPts val="0"/>
              </a:spcBef>
              <a:spcAft>
                <a:spcPts val="0"/>
              </a:spcAft>
              <a:buSzPts val="4000"/>
              <a:buNone/>
            </a:pPr>
            <a:r>
              <a:rPr lang="en">
                <a:solidFill>
                  <a:schemeClr val="dk2"/>
                </a:solidFill>
                <a:latin typeface="Roboto"/>
                <a:ea typeface="Roboto"/>
                <a:cs typeface="Roboto"/>
                <a:sym typeface="Roboto"/>
              </a:rPr>
              <a:t>Bias and Ethics </a:t>
            </a:r>
            <a:br>
              <a:rPr b="0" lang="en">
                <a:solidFill>
                  <a:schemeClr val="dk2"/>
                </a:solidFill>
                <a:latin typeface="Roboto"/>
                <a:ea typeface="Roboto"/>
                <a:cs typeface="Roboto"/>
                <a:sym typeface="Roboto"/>
              </a:rPr>
            </a:br>
            <a:r>
              <a:rPr b="0" lang="en">
                <a:solidFill>
                  <a:schemeClr val="dk2"/>
                </a:solidFill>
                <a:latin typeface="Roboto"/>
                <a:ea typeface="Roboto"/>
                <a:cs typeface="Roboto"/>
                <a:sym typeface="Roboto"/>
              </a:rPr>
              <a:t>in AI and ML</a:t>
            </a:r>
            <a:endParaRPr b="0">
              <a:solidFill>
                <a:schemeClr val="dk2"/>
              </a:solidFill>
              <a:latin typeface="Roboto"/>
              <a:ea typeface="Roboto"/>
              <a:cs typeface="Roboto"/>
              <a:sym typeface="Roboto"/>
            </a:endParaRPr>
          </a:p>
        </p:txBody>
      </p:sp>
      <p:pic>
        <p:nvPicPr>
          <p:cNvPr id="570" name="Google Shape;570;g2eee884a559_0_8045"/>
          <p:cNvPicPr preferRelativeResize="0"/>
          <p:nvPr/>
        </p:nvPicPr>
        <p:blipFill>
          <a:blip r:embed="rId3">
            <a:alphaModFix/>
          </a:blip>
          <a:stretch>
            <a:fillRect/>
          </a:stretch>
        </p:blipFill>
        <p:spPr>
          <a:xfrm>
            <a:off x="3926764" y="1355437"/>
            <a:ext cx="1290473" cy="10991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grpSp>
        <p:nvGrpSpPr>
          <p:cNvPr id="575" name="Google Shape;575;p10"/>
          <p:cNvGrpSpPr/>
          <p:nvPr/>
        </p:nvGrpSpPr>
        <p:grpSpPr>
          <a:xfrm>
            <a:off x="-3" y="1426488"/>
            <a:ext cx="8686828" cy="400200"/>
            <a:chOff x="-3" y="1185750"/>
            <a:chExt cx="8686828" cy="400200"/>
          </a:xfrm>
        </p:grpSpPr>
        <p:cxnSp>
          <p:nvCxnSpPr>
            <p:cNvPr id="576" name="Google Shape;576;p10"/>
            <p:cNvCxnSpPr/>
            <p:nvPr/>
          </p:nvCxnSpPr>
          <p:spPr>
            <a:xfrm>
              <a:off x="-3" y="1385850"/>
              <a:ext cx="686400" cy="0"/>
            </a:xfrm>
            <a:prstGeom prst="straightConnector1">
              <a:avLst/>
            </a:prstGeom>
            <a:noFill/>
            <a:ln cap="flat" cmpd="sng" w="19050">
              <a:solidFill>
                <a:schemeClr val="accent6"/>
              </a:solidFill>
              <a:prstDash val="solid"/>
              <a:round/>
              <a:headEnd len="sm" w="sm" type="none"/>
              <a:tailEnd len="med" w="med" type="oval"/>
            </a:ln>
          </p:spPr>
        </p:cxnSp>
        <p:sp>
          <p:nvSpPr>
            <p:cNvPr id="577" name="Google Shape;577;p10"/>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8" name="Google Shape;578;p10"/>
            <p:cNvSpPr/>
            <p:nvPr/>
          </p:nvSpPr>
          <p:spPr>
            <a:xfrm>
              <a:off x="513600" y="122430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79" name="Google Shape;579;p10"/>
            <p:cNvSpPr/>
            <p:nvPr/>
          </p:nvSpPr>
          <p:spPr>
            <a:xfrm>
              <a:off x="593400" y="1304100"/>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580" name="Google Shape;580;p10"/>
          <p:cNvGrpSpPr/>
          <p:nvPr/>
        </p:nvGrpSpPr>
        <p:grpSpPr>
          <a:xfrm>
            <a:off x="-3" y="2112217"/>
            <a:ext cx="8686828" cy="400200"/>
            <a:chOff x="-3" y="1885788"/>
            <a:chExt cx="8686828" cy="400200"/>
          </a:xfrm>
        </p:grpSpPr>
        <p:cxnSp>
          <p:nvCxnSpPr>
            <p:cNvPr id="581" name="Google Shape;581;p10"/>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582" name="Google Shape;582;p10"/>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583" name="Google Shape;583;p10"/>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4" name="Google Shape;584;p10"/>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85" name="Google Shape;585;p10"/>
            <p:cNvSpPr/>
            <p:nvPr/>
          </p:nvSpPr>
          <p:spPr>
            <a:xfrm>
              <a:off x="593400" y="2004138"/>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586" name="Google Shape;586;p10"/>
          <p:cNvGrpSpPr/>
          <p:nvPr/>
        </p:nvGrpSpPr>
        <p:grpSpPr>
          <a:xfrm>
            <a:off x="-3" y="2797959"/>
            <a:ext cx="8686828" cy="400200"/>
            <a:chOff x="-3" y="2566213"/>
            <a:chExt cx="8686828" cy="400200"/>
          </a:xfrm>
        </p:grpSpPr>
        <p:cxnSp>
          <p:nvCxnSpPr>
            <p:cNvPr id="587" name="Google Shape;587;p10"/>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588" name="Google Shape;588;p10"/>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9" name="Google Shape;589;p10"/>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90" name="Google Shape;590;p10"/>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591" name="Google Shape;591;p10"/>
          <p:cNvGrpSpPr/>
          <p:nvPr/>
        </p:nvGrpSpPr>
        <p:grpSpPr>
          <a:xfrm>
            <a:off x="-3" y="3483701"/>
            <a:ext cx="8684268" cy="402300"/>
            <a:chOff x="-3" y="3236976"/>
            <a:chExt cx="8684268" cy="402300"/>
          </a:xfrm>
        </p:grpSpPr>
        <p:cxnSp>
          <p:nvCxnSpPr>
            <p:cNvPr id="592" name="Google Shape;592;p10"/>
            <p:cNvCxnSpPr/>
            <p:nvPr/>
          </p:nvCxnSpPr>
          <p:spPr>
            <a:xfrm>
              <a:off x="-3" y="3438126"/>
              <a:ext cx="686400" cy="0"/>
            </a:xfrm>
            <a:prstGeom prst="straightConnector1">
              <a:avLst/>
            </a:prstGeom>
            <a:noFill/>
            <a:ln cap="flat" cmpd="sng" w="19050">
              <a:solidFill>
                <a:schemeClr val="accent6"/>
              </a:solidFill>
              <a:prstDash val="solid"/>
              <a:round/>
              <a:headEnd len="sm" w="sm" type="none"/>
              <a:tailEnd len="med" w="med" type="oval"/>
            </a:ln>
          </p:spPr>
        </p:cxnSp>
        <p:sp>
          <p:nvSpPr>
            <p:cNvPr id="593" name="Google Shape;593;p10"/>
            <p:cNvSpPr/>
            <p:nvPr/>
          </p:nvSpPr>
          <p:spPr>
            <a:xfrm>
              <a:off x="593565" y="3236976"/>
              <a:ext cx="8090700" cy="4023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10"/>
            <p:cNvSpPr/>
            <p:nvPr/>
          </p:nvSpPr>
          <p:spPr>
            <a:xfrm>
              <a:off x="511040" y="3275676"/>
              <a:ext cx="323100" cy="3249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595" name="Google Shape;595;p10"/>
            <p:cNvSpPr/>
            <p:nvPr/>
          </p:nvSpPr>
          <p:spPr>
            <a:xfrm>
              <a:off x="590840" y="3355926"/>
              <a:ext cx="163500" cy="164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596" name="Google Shape;596;p10"/>
          <p:cNvGrpSpPr/>
          <p:nvPr/>
        </p:nvGrpSpPr>
        <p:grpSpPr>
          <a:xfrm>
            <a:off x="-3" y="4168622"/>
            <a:ext cx="8686828" cy="400200"/>
            <a:chOff x="-3" y="2566213"/>
            <a:chExt cx="8686828" cy="400200"/>
          </a:xfrm>
        </p:grpSpPr>
        <p:cxnSp>
          <p:nvCxnSpPr>
            <p:cNvPr id="597" name="Google Shape;597;p10"/>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598" name="Google Shape;598;p10"/>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10"/>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600" name="Google Shape;600;p10"/>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601" name="Google Shape;601;p10"/>
          <p:cNvSpPr txBox="1"/>
          <p:nvPr>
            <p:ph idx="4294967295" type="body"/>
          </p:nvPr>
        </p:nvSpPr>
        <p:spPr>
          <a:xfrm>
            <a:off x="914400" y="144372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Use AI for data analysis.</a:t>
            </a:r>
            <a:endParaRPr/>
          </a:p>
        </p:txBody>
      </p:sp>
      <p:sp>
        <p:nvSpPr>
          <p:cNvPr id="602" name="Google Shape;602;p10"/>
          <p:cNvSpPr txBox="1"/>
          <p:nvPr>
            <p:ph idx="4294967295" type="body"/>
          </p:nvPr>
        </p:nvSpPr>
        <p:spPr>
          <a:xfrm>
            <a:off x="914400" y="212926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Generate original insights.</a:t>
            </a:r>
            <a:endParaRPr/>
          </a:p>
        </p:txBody>
      </p:sp>
      <p:sp>
        <p:nvSpPr>
          <p:cNvPr id="603" name="Google Shape;603;p10"/>
          <p:cNvSpPr txBox="1"/>
          <p:nvPr>
            <p:ph idx="4294967295" type="body"/>
          </p:nvPr>
        </p:nvSpPr>
        <p:spPr>
          <a:xfrm>
            <a:off x="914400" y="281479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Cross-verify information.</a:t>
            </a:r>
            <a:endParaRPr/>
          </a:p>
        </p:txBody>
      </p:sp>
      <p:sp>
        <p:nvSpPr>
          <p:cNvPr id="604" name="Google Shape;604;p10"/>
          <p:cNvSpPr txBox="1"/>
          <p:nvPr>
            <p:ph idx="4294967295" type="body"/>
          </p:nvPr>
        </p:nvSpPr>
        <p:spPr>
          <a:xfrm>
            <a:off x="914400" y="350033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Draft with care.</a:t>
            </a:r>
            <a:endParaRPr/>
          </a:p>
        </p:txBody>
      </p:sp>
      <p:sp>
        <p:nvSpPr>
          <p:cNvPr id="605" name="Google Shape;605;p10"/>
          <p:cNvSpPr txBox="1"/>
          <p:nvPr>
            <p:ph idx="4294967295" type="body"/>
          </p:nvPr>
        </p:nvSpPr>
        <p:spPr>
          <a:xfrm>
            <a:off x="914400" y="418587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Maintain academic integrity.</a:t>
            </a:r>
            <a:endParaRPr/>
          </a:p>
        </p:txBody>
      </p:sp>
      <p:sp>
        <p:nvSpPr>
          <p:cNvPr id="606" name="Google Shape;606;p10"/>
          <p:cNvSpPr txBox="1"/>
          <p:nvPr>
            <p:ph type="title"/>
          </p:nvPr>
        </p:nvSpPr>
        <p:spPr>
          <a:xfrm>
            <a:off x="460225" y="8955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Research with AI</a:t>
            </a:r>
            <a:endParaRPr/>
          </a:p>
        </p:txBody>
      </p:sp>
      <p:sp>
        <p:nvSpPr>
          <p:cNvPr id="607" name="Google Shape;607;p10"/>
          <p:cNvSpPr txBox="1"/>
          <p:nvPr>
            <p:ph idx="1" type="subTitle"/>
          </p:nvPr>
        </p:nvSpPr>
        <p:spPr>
          <a:xfrm>
            <a:off x="463231" y="548650"/>
            <a:ext cx="82296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200"/>
              </a:spcAft>
              <a:buSzPts val="1800"/>
              <a:buNone/>
            </a:pPr>
            <a:r>
              <a:rPr lang="en"/>
              <a:t>Plagiarism involves copying and using another person's ideas, words, or work without proper acknowledgment. Avoid plagiarism by using AI as follows: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pic>
        <p:nvPicPr>
          <p:cNvPr id="612" name="Google Shape;612;g2eee884a559_0_9902"/>
          <p:cNvPicPr preferRelativeResize="0"/>
          <p:nvPr/>
        </p:nvPicPr>
        <p:blipFill rotWithShape="1">
          <a:blip r:embed="rId3">
            <a:alphaModFix/>
          </a:blip>
          <a:srcRect b="0" l="3440" r="-3439" t="0"/>
          <a:stretch/>
        </p:blipFill>
        <p:spPr>
          <a:xfrm flipH="1">
            <a:off x="0" y="5300"/>
            <a:ext cx="9144000" cy="5143500"/>
          </a:xfrm>
          <a:prstGeom prst="rect">
            <a:avLst/>
          </a:prstGeom>
          <a:noFill/>
          <a:ln>
            <a:noFill/>
          </a:ln>
          <a:effectLst>
            <a:outerShdw blurRad="57150" rotWithShape="0" algn="bl" dir="5400000" dist="19050">
              <a:srgbClr val="000000">
                <a:alpha val="50000"/>
              </a:srgbClr>
            </a:outerShdw>
          </a:effectLst>
        </p:spPr>
      </p:pic>
      <p:sp>
        <p:nvSpPr>
          <p:cNvPr id="613" name="Google Shape;613;g2eee884a559_0_9902"/>
          <p:cNvSpPr/>
          <p:nvPr/>
        </p:nvSpPr>
        <p:spPr>
          <a:xfrm rot="-5400000">
            <a:off x="62250" y="-55900"/>
            <a:ext cx="5141400" cy="5265900"/>
          </a:xfrm>
          <a:prstGeom prst="rect">
            <a:avLst/>
          </a:prstGeom>
          <a:gradFill>
            <a:gsLst>
              <a:gs pos="0">
                <a:srgbClr val="073763"/>
              </a:gs>
              <a:gs pos="50000">
                <a:srgbClr val="365C8B"/>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g2eee884a559_0_9902"/>
          <p:cNvSpPr/>
          <p:nvPr/>
        </p:nvSpPr>
        <p:spPr>
          <a:xfrm>
            <a:off x="642300" y="509525"/>
            <a:ext cx="3822900" cy="38229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t/>
            </a:r>
            <a:endParaRPr b="0" i="0" sz="2300" u="none" cap="none" strike="noStrike">
              <a:solidFill>
                <a:schemeClr val="lt1"/>
              </a:solidFill>
              <a:latin typeface="Roboto"/>
              <a:ea typeface="Roboto"/>
              <a:cs typeface="Roboto"/>
              <a:sym typeface="Roboto"/>
            </a:endParaRPr>
          </a:p>
        </p:txBody>
      </p:sp>
      <p:sp>
        <p:nvSpPr>
          <p:cNvPr id="615" name="Google Shape;615;g2eee884a559_0_9902"/>
          <p:cNvSpPr txBox="1"/>
          <p:nvPr/>
        </p:nvSpPr>
        <p:spPr>
          <a:xfrm>
            <a:off x="642300" y="1125648"/>
            <a:ext cx="3822900" cy="2770500"/>
          </a:xfrm>
          <a:prstGeom prst="rect">
            <a:avLst/>
          </a:prstGeom>
          <a:noFill/>
          <a:ln>
            <a:noFill/>
          </a:ln>
        </p:spPr>
        <p:txBody>
          <a:bodyPr anchorCtr="0" anchor="t" bIns="91425" lIns="91425" spcFirstLastPara="1" rIns="91425" wrap="square" tIns="91425">
            <a:spAutoFit/>
          </a:bodyPr>
          <a:lstStyle/>
          <a:p>
            <a:pPr indent="0" lvl="0" marL="0" rtl="0" algn="ctr">
              <a:lnSpc>
                <a:spcPct val="100000"/>
              </a:lnSpc>
              <a:spcBef>
                <a:spcPts val="0"/>
              </a:spcBef>
              <a:spcAft>
                <a:spcPts val="0"/>
              </a:spcAft>
              <a:buNone/>
            </a:pPr>
            <a:r>
              <a:rPr lang="en" sz="2400">
                <a:solidFill>
                  <a:schemeClr val="accent5"/>
                </a:solidFill>
                <a:latin typeface="Roboto"/>
                <a:ea typeface="Roboto"/>
                <a:cs typeface="Roboto"/>
                <a:sym typeface="Roboto"/>
              </a:rPr>
              <a:t>Bias in AI can </a:t>
            </a:r>
            <a:endParaRPr sz="2400">
              <a:solidFill>
                <a:schemeClr val="accent5"/>
              </a:solidFill>
              <a:latin typeface="Roboto"/>
              <a:ea typeface="Roboto"/>
              <a:cs typeface="Roboto"/>
              <a:sym typeface="Roboto"/>
            </a:endParaRPr>
          </a:p>
          <a:p>
            <a:pPr indent="0" lvl="0" marL="0" rtl="0" algn="ctr">
              <a:lnSpc>
                <a:spcPct val="100000"/>
              </a:lnSpc>
              <a:spcBef>
                <a:spcPts val="0"/>
              </a:spcBef>
              <a:spcAft>
                <a:spcPts val="0"/>
              </a:spcAft>
              <a:buNone/>
            </a:pPr>
            <a:r>
              <a:rPr lang="en" sz="2400">
                <a:solidFill>
                  <a:schemeClr val="accent5"/>
                </a:solidFill>
                <a:latin typeface="Roboto"/>
                <a:ea typeface="Roboto"/>
                <a:cs typeface="Roboto"/>
                <a:sym typeface="Roboto"/>
              </a:rPr>
              <a:t>occur when AI systems make decisions that </a:t>
            </a:r>
            <a:r>
              <a:rPr b="1" lang="en" sz="2400">
                <a:solidFill>
                  <a:schemeClr val="accent5"/>
                </a:solidFill>
                <a:latin typeface="Roboto"/>
                <a:ea typeface="Roboto"/>
                <a:cs typeface="Roboto"/>
                <a:sym typeface="Roboto"/>
              </a:rPr>
              <a:t>reflect human prejudices</a:t>
            </a:r>
            <a:r>
              <a:rPr lang="en" sz="2400">
                <a:solidFill>
                  <a:schemeClr val="accent5"/>
                </a:solidFill>
                <a:latin typeface="Roboto"/>
                <a:ea typeface="Roboto"/>
                <a:cs typeface="Roboto"/>
                <a:sym typeface="Roboto"/>
              </a:rPr>
              <a:t>, leading to unfair or discriminatory </a:t>
            </a:r>
            <a:endParaRPr sz="2400">
              <a:solidFill>
                <a:schemeClr val="accent5"/>
              </a:solidFill>
              <a:latin typeface="Roboto"/>
              <a:ea typeface="Roboto"/>
              <a:cs typeface="Roboto"/>
              <a:sym typeface="Roboto"/>
            </a:endParaRPr>
          </a:p>
          <a:p>
            <a:pPr indent="0" lvl="0" marL="0" rtl="0" algn="ctr">
              <a:lnSpc>
                <a:spcPct val="100000"/>
              </a:lnSpc>
              <a:spcBef>
                <a:spcPts val="0"/>
              </a:spcBef>
              <a:spcAft>
                <a:spcPts val="0"/>
              </a:spcAft>
              <a:buNone/>
            </a:pPr>
            <a:r>
              <a:rPr lang="en" sz="2400">
                <a:solidFill>
                  <a:schemeClr val="accent5"/>
                </a:solidFill>
                <a:latin typeface="Roboto"/>
                <a:ea typeface="Roboto"/>
                <a:cs typeface="Roboto"/>
                <a:sym typeface="Roboto"/>
              </a:rPr>
              <a:t>outcomes.</a:t>
            </a:r>
            <a:endParaRPr sz="2400">
              <a:solidFill>
                <a:schemeClr val="accent5"/>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graphicFrame>
        <p:nvGraphicFramePr>
          <p:cNvPr id="620" name="Google Shape;620;g2eee884a559_0_11061"/>
          <p:cNvGraphicFramePr/>
          <p:nvPr/>
        </p:nvGraphicFramePr>
        <p:xfrm>
          <a:off x="457190" y="977525"/>
          <a:ext cx="3000000" cy="3000000"/>
        </p:xfrm>
        <a:graphic>
          <a:graphicData uri="http://schemas.openxmlformats.org/drawingml/2006/table">
            <a:tbl>
              <a:tblPr>
                <a:noFill/>
                <a:tableStyleId>{38E32D65-B09D-49B2-957E-82A039011DA4}</a:tableStyleId>
              </a:tblPr>
              <a:tblGrid>
                <a:gridCol w="2064800"/>
                <a:gridCol w="6215825"/>
              </a:tblGrid>
              <a:tr h="1276675">
                <a:tc>
                  <a:txBody>
                    <a:bodyPr/>
                    <a:lstStyle/>
                    <a:p>
                      <a:pPr indent="0" lvl="0" marL="0" rtl="0" algn="ctr">
                        <a:spcBef>
                          <a:spcPts val="0"/>
                        </a:spcBef>
                        <a:spcAft>
                          <a:spcPts val="200"/>
                        </a:spcAft>
                        <a:buNone/>
                      </a:pPr>
                      <a:r>
                        <a:rPr lang="en" sz="1600">
                          <a:solidFill>
                            <a:schemeClr val="lt1"/>
                          </a:solidFill>
                          <a:latin typeface="Roboto Medium"/>
                          <a:ea typeface="Roboto Medium"/>
                          <a:cs typeface="Roboto Medium"/>
                          <a:sym typeface="Roboto Medium"/>
                        </a:rPr>
                        <a:t>Biased </a:t>
                      </a:r>
                      <a:br>
                        <a:rPr lang="en" sz="1600">
                          <a:solidFill>
                            <a:schemeClr val="lt1"/>
                          </a:solidFill>
                          <a:latin typeface="Roboto Medium"/>
                          <a:ea typeface="Roboto Medium"/>
                          <a:cs typeface="Roboto Medium"/>
                          <a:sym typeface="Roboto Medium"/>
                        </a:rPr>
                      </a:br>
                      <a:r>
                        <a:rPr lang="en" sz="1600">
                          <a:solidFill>
                            <a:schemeClr val="lt1"/>
                          </a:solidFill>
                          <a:latin typeface="Roboto Medium"/>
                          <a:ea typeface="Roboto Medium"/>
                          <a:cs typeface="Roboto Medium"/>
                          <a:sym typeface="Roboto Medium"/>
                        </a:rPr>
                        <a:t>training data</a:t>
                      </a:r>
                      <a:endParaRPr sz="1800">
                        <a:solidFill>
                          <a:schemeClr val="lt1"/>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accent5"/>
                          </a:solidFill>
                          <a:latin typeface="Roboto"/>
                          <a:ea typeface="Roboto"/>
                          <a:cs typeface="Roboto"/>
                          <a:sym typeface="Roboto"/>
                        </a:rPr>
                        <a:t>Data used to train AI systems may contain inherent </a:t>
                      </a:r>
                      <a:br>
                        <a:rPr lang="en" sz="1800">
                          <a:solidFill>
                            <a:schemeClr val="accent5"/>
                          </a:solidFill>
                          <a:latin typeface="Roboto"/>
                          <a:ea typeface="Roboto"/>
                          <a:cs typeface="Roboto"/>
                          <a:sym typeface="Roboto"/>
                        </a:rPr>
                      </a:br>
                      <a:r>
                        <a:rPr lang="en" sz="1800">
                          <a:solidFill>
                            <a:schemeClr val="accent5"/>
                          </a:solidFill>
                          <a:latin typeface="Roboto"/>
                          <a:ea typeface="Roboto"/>
                          <a:cs typeface="Roboto"/>
                          <a:sym typeface="Roboto"/>
                        </a:rPr>
                        <a:t>biases, which can skew the AI's decision-making process.</a:t>
                      </a:r>
                      <a:endParaRPr sz="1800" u="none" cap="none" strike="noStrike">
                        <a:solidFill>
                          <a:schemeClr val="accent5"/>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r h="1276675">
                <a:tc>
                  <a:txBody>
                    <a:bodyPr/>
                    <a:lstStyle/>
                    <a:p>
                      <a:pPr indent="0" lvl="0" marL="0" rtl="0" algn="ctr">
                        <a:spcBef>
                          <a:spcPts val="0"/>
                        </a:spcBef>
                        <a:spcAft>
                          <a:spcPts val="200"/>
                        </a:spcAft>
                        <a:buNone/>
                      </a:pPr>
                      <a:r>
                        <a:rPr lang="en" sz="1600">
                          <a:solidFill>
                            <a:schemeClr val="lt1"/>
                          </a:solidFill>
                          <a:latin typeface="Roboto Medium"/>
                          <a:ea typeface="Roboto Medium"/>
                          <a:cs typeface="Roboto Medium"/>
                          <a:sym typeface="Roboto Medium"/>
                        </a:rPr>
                        <a:t>Biased </a:t>
                      </a:r>
                      <a:br>
                        <a:rPr lang="en" sz="1600">
                          <a:solidFill>
                            <a:schemeClr val="lt1"/>
                          </a:solidFill>
                          <a:latin typeface="Roboto Medium"/>
                          <a:ea typeface="Roboto Medium"/>
                          <a:cs typeface="Roboto Medium"/>
                          <a:sym typeface="Roboto Medium"/>
                        </a:rPr>
                      </a:br>
                      <a:r>
                        <a:rPr lang="en" sz="1600">
                          <a:solidFill>
                            <a:schemeClr val="lt1"/>
                          </a:solidFill>
                          <a:latin typeface="Roboto Medium"/>
                          <a:ea typeface="Roboto Medium"/>
                          <a:cs typeface="Roboto Medium"/>
                          <a:sym typeface="Roboto Medium"/>
                        </a:rPr>
                        <a:t>algorithms</a:t>
                      </a:r>
                      <a:endParaRPr sz="1800">
                        <a:solidFill>
                          <a:schemeClr val="lt1"/>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400"/>
                        </a:spcBef>
                        <a:spcAft>
                          <a:spcPts val="0"/>
                        </a:spcAft>
                        <a:buNone/>
                      </a:pPr>
                      <a:r>
                        <a:rPr lang="en" sz="1800">
                          <a:solidFill>
                            <a:schemeClr val="accent5"/>
                          </a:solidFill>
                          <a:latin typeface="Roboto"/>
                          <a:ea typeface="Roboto"/>
                          <a:cs typeface="Roboto"/>
                          <a:sym typeface="Roboto"/>
                        </a:rPr>
                        <a:t>The algorithms themselves can introduce or amplify </a:t>
                      </a:r>
                      <a:br>
                        <a:rPr lang="en" sz="1800">
                          <a:solidFill>
                            <a:schemeClr val="accent5"/>
                          </a:solidFill>
                          <a:latin typeface="Roboto"/>
                          <a:ea typeface="Roboto"/>
                          <a:cs typeface="Roboto"/>
                          <a:sym typeface="Roboto"/>
                        </a:rPr>
                      </a:br>
                      <a:r>
                        <a:rPr lang="en" sz="1800">
                          <a:solidFill>
                            <a:schemeClr val="accent5"/>
                          </a:solidFill>
                          <a:latin typeface="Roboto"/>
                          <a:ea typeface="Roboto"/>
                          <a:cs typeface="Roboto"/>
                          <a:sym typeface="Roboto"/>
                        </a:rPr>
                        <a:t>bias, affecting the AI's outputs.</a:t>
                      </a:r>
                      <a:endParaRPr sz="1800">
                        <a:solidFill>
                          <a:schemeClr val="accent5"/>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1"/>
                    </a:solidFill>
                  </a:tcPr>
                </a:tc>
              </a:tr>
              <a:tr h="1276675">
                <a:tc>
                  <a:txBody>
                    <a:bodyPr/>
                    <a:lstStyle/>
                    <a:p>
                      <a:pPr indent="0" lvl="0" marL="0" rtl="0" algn="ctr">
                        <a:spcBef>
                          <a:spcPts val="0"/>
                        </a:spcBef>
                        <a:spcAft>
                          <a:spcPts val="200"/>
                        </a:spcAft>
                        <a:buNone/>
                      </a:pPr>
                      <a:r>
                        <a:rPr lang="en" sz="1600">
                          <a:solidFill>
                            <a:schemeClr val="lt1"/>
                          </a:solidFill>
                          <a:latin typeface="Roboto Medium"/>
                          <a:ea typeface="Roboto Medium"/>
                          <a:cs typeface="Roboto Medium"/>
                          <a:sym typeface="Roboto Medium"/>
                        </a:rPr>
                        <a:t>Biased </a:t>
                      </a:r>
                      <a:br>
                        <a:rPr lang="en" sz="1600">
                          <a:solidFill>
                            <a:schemeClr val="lt1"/>
                          </a:solidFill>
                          <a:latin typeface="Roboto Medium"/>
                          <a:ea typeface="Roboto Medium"/>
                          <a:cs typeface="Roboto Medium"/>
                          <a:sym typeface="Roboto Medium"/>
                        </a:rPr>
                      </a:br>
                      <a:r>
                        <a:rPr lang="en" sz="1600">
                          <a:solidFill>
                            <a:schemeClr val="lt1"/>
                          </a:solidFill>
                          <a:latin typeface="Roboto Medium"/>
                          <a:ea typeface="Roboto Medium"/>
                          <a:cs typeface="Roboto Medium"/>
                          <a:sym typeface="Roboto Medium"/>
                        </a:rPr>
                        <a:t>human decisions</a:t>
                      </a:r>
                      <a:endParaRPr sz="1800">
                        <a:solidFill>
                          <a:schemeClr val="lt1"/>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dk2"/>
                    </a:solidFill>
                  </a:tcPr>
                </a:tc>
                <a:tc>
                  <a:txBody>
                    <a:bodyPr/>
                    <a:lstStyle/>
                    <a:p>
                      <a:pPr indent="0" lvl="0" marL="0" rtl="0" algn="l">
                        <a:lnSpc>
                          <a:spcPct val="100000"/>
                        </a:lnSpc>
                        <a:spcBef>
                          <a:spcPts val="0"/>
                        </a:spcBef>
                        <a:spcAft>
                          <a:spcPts val="0"/>
                        </a:spcAft>
                        <a:buNone/>
                      </a:pPr>
                      <a:r>
                        <a:rPr lang="en" sz="1800">
                          <a:solidFill>
                            <a:srgbClr val="082D49"/>
                          </a:solidFill>
                          <a:latin typeface="Roboto"/>
                          <a:ea typeface="Roboto"/>
                          <a:cs typeface="Roboto"/>
                          <a:sym typeface="Roboto"/>
                        </a:rPr>
                        <a:t>Human choices in designing and implementing AI can </a:t>
                      </a:r>
                      <a:br>
                        <a:rPr lang="en" sz="1800">
                          <a:solidFill>
                            <a:srgbClr val="082D49"/>
                          </a:solidFill>
                          <a:latin typeface="Roboto"/>
                          <a:ea typeface="Roboto"/>
                          <a:cs typeface="Roboto"/>
                          <a:sym typeface="Roboto"/>
                        </a:rPr>
                      </a:br>
                      <a:r>
                        <a:rPr lang="en" sz="1800">
                          <a:solidFill>
                            <a:srgbClr val="082D49"/>
                          </a:solidFill>
                          <a:latin typeface="Roboto"/>
                          <a:ea typeface="Roboto"/>
                          <a:cs typeface="Roboto"/>
                          <a:sym typeface="Roboto"/>
                        </a:rPr>
                        <a:t>lead to biased systems if not carefully managed.</a:t>
                      </a:r>
                      <a:endParaRPr sz="1800">
                        <a:solidFill>
                          <a:srgbClr val="082D49"/>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sz="1800">
                        <a:solidFill>
                          <a:srgbClr val="082D49"/>
                        </a:solidFill>
                        <a:latin typeface="Roboto"/>
                        <a:ea typeface="Roboto"/>
                        <a:cs typeface="Roboto"/>
                        <a:sym typeface="Roboto"/>
                      </a:endParaRPr>
                    </a:p>
                  </a:txBody>
                  <a:tcPr marT="91425" marB="91425" marR="91425" marL="182875" anchor="ctr">
                    <a:lnL cap="flat" cmpd="sng" w="19050">
                      <a:solidFill>
                        <a:schemeClr val="lt1"/>
                      </a:solidFill>
                      <a:prstDash val="solid"/>
                      <a:round/>
                      <a:headEnd len="sm" w="sm" type="none"/>
                      <a:tailEnd len="sm" w="sm" type="none"/>
                    </a:lnL>
                    <a:lnR cap="flat" cmpd="sng" w="19050">
                      <a:solidFill>
                        <a:schemeClr val="lt1"/>
                      </a:solidFill>
                      <a:prstDash val="solid"/>
                      <a:round/>
                      <a:headEnd len="sm" w="sm" type="none"/>
                      <a:tailEnd len="sm" w="sm" type="none"/>
                    </a:lnR>
                    <a:lnT cap="flat" cmpd="sng" w="19050">
                      <a:solidFill>
                        <a:schemeClr val="lt1"/>
                      </a:solidFill>
                      <a:prstDash val="solid"/>
                      <a:round/>
                      <a:headEnd len="sm" w="sm" type="none"/>
                      <a:tailEnd len="sm" w="sm" type="none"/>
                    </a:lnT>
                    <a:lnB cap="flat" cmpd="sng" w="19050">
                      <a:solidFill>
                        <a:schemeClr val="lt1"/>
                      </a:solidFill>
                      <a:prstDash val="solid"/>
                      <a:round/>
                      <a:headEnd len="sm" w="sm" type="none"/>
                      <a:tailEnd len="sm" w="sm" type="none"/>
                    </a:lnB>
                    <a:solidFill>
                      <a:schemeClr val="lt2"/>
                    </a:solidFill>
                  </a:tcPr>
                </a:tc>
              </a:tr>
            </a:tbl>
          </a:graphicData>
        </a:graphic>
      </p:graphicFrame>
      <p:sp>
        <p:nvSpPr>
          <p:cNvPr id="621" name="Google Shape;621;g2eee884a559_0_11061"/>
          <p:cNvSpPr txBox="1"/>
          <p:nvPr>
            <p:ph type="title"/>
          </p:nvPr>
        </p:nvSpPr>
        <p:spPr>
          <a:xfrm>
            <a:off x="50" y="127400"/>
            <a:ext cx="9144000" cy="393600"/>
          </a:xfrm>
          <a:prstGeom prst="rect">
            <a:avLst/>
          </a:prstGeom>
          <a:noFill/>
          <a:ln>
            <a:noFill/>
          </a:ln>
        </p:spPr>
        <p:txBody>
          <a:bodyPr anchorCtr="0" anchor="t" bIns="91425" lIns="457200" spcFirstLastPara="1" rIns="91425" wrap="square" tIns="91425">
            <a:noAutofit/>
          </a:bodyPr>
          <a:lstStyle/>
          <a:p>
            <a:pPr indent="0" lvl="0" marL="0" rtl="0" algn="l">
              <a:lnSpc>
                <a:spcPct val="100000"/>
              </a:lnSpc>
              <a:spcBef>
                <a:spcPts val="0"/>
              </a:spcBef>
              <a:spcAft>
                <a:spcPts val="0"/>
              </a:spcAft>
              <a:buSzPts val="2400"/>
              <a:buNone/>
            </a:pPr>
            <a:r>
              <a:rPr lang="en"/>
              <a:t>Bias in AI</a:t>
            </a:r>
            <a:endParaRPr sz="26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5" name="Shape 625"/>
        <p:cNvGrpSpPr/>
        <p:nvPr/>
      </p:nvGrpSpPr>
      <p:grpSpPr>
        <a:xfrm>
          <a:off x="0" y="0"/>
          <a:ext cx="0" cy="0"/>
          <a:chOff x="0" y="0"/>
          <a:chExt cx="0" cy="0"/>
        </a:xfrm>
      </p:grpSpPr>
      <p:pic>
        <p:nvPicPr>
          <p:cNvPr id="626" name="Google Shape;626;g2eee884a559_0_12051"/>
          <p:cNvPicPr preferRelativeResize="0"/>
          <p:nvPr/>
        </p:nvPicPr>
        <p:blipFill rotWithShape="1">
          <a:blip r:embed="rId3">
            <a:alphaModFix/>
          </a:blip>
          <a:srcRect b="0" l="7147" r="24848" t="0"/>
          <a:stretch/>
        </p:blipFill>
        <p:spPr>
          <a:xfrm>
            <a:off x="4016825" y="3700"/>
            <a:ext cx="5144674" cy="5143499"/>
          </a:xfrm>
          <a:prstGeom prst="rect">
            <a:avLst/>
          </a:prstGeom>
          <a:noFill/>
          <a:ln>
            <a:noFill/>
          </a:ln>
        </p:spPr>
      </p:pic>
      <p:sp>
        <p:nvSpPr>
          <p:cNvPr id="627" name="Google Shape;627;g2eee884a559_0_12051"/>
          <p:cNvSpPr txBox="1"/>
          <p:nvPr/>
        </p:nvSpPr>
        <p:spPr>
          <a:xfrm>
            <a:off x="-439275" y="843075"/>
            <a:ext cx="4146000" cy="3647400"/>
          </a:xfrm>
          <a:prstGeom prst="rect">
            <a:avLst/>
          </a:prstGeom>
          <a:noFill/>
          <a:ln>
            <a:noFill/>
          </a:ln>
        </p:spPr>
        <p:txBody>
          <a:bodyPr anchorCtr="0" anchor="t" bIns="91425" lIns="457200" spcFirstLastPara="1" rIns="91425" wrap="square" tIns="91425">
            <a:noAutofit/>
          </a:bodyPr>
          <a:lstStyle/>
          <a:p>
            <a:pPr indent="-228600" lvl="0" marL="457200" marR="0" rtl="0" algn="l">
              <a:lnSpc>
                <a:spcPct val="115000"/>
              </a:lnSpc>
              <a:spcBef>
                <a:spcPts val="0"/>
              </a:spcBef>
              <a:spcAft>
                <a:spcPts val="0"/>
              </a:spcAft>
              <a:buClr>
                <a:schemeClr val="dk2"/>
              </a:buClr>
              <a:buSzPts val="1800"/>
              <a:buFont typeface="Roboto"/>
              <a:buChar char="●"/>
            </a:pPr>
            <a:r>
              <a:rPr b="1" lang="en" sz="1800">
                <a:solidFill>
                  <a:schemeClr val="dk2"/>
                </a:solidFill>
                <a:highlight>
                  <a:srgbClr val="FFFFFF"/>
                </a:highlight>
                <a:latin typeface="Roboto"/>
                <a:ea typeface="Roboto"/>
                <a:cs typeface="Roboto"/>
                <a:sym typeface="Roboto"/>
              </a:rPr>
              <a:t>Facial recognition systems: </a:t>
            </a:r>
            <a:r>
              <a:rPr lang="en" sz="1800">
                <a:solidFill>
                  <a:schemeClr val="dk2"/>
                </a:solidFill>
                <a:highlight>
                  <a:srgbClr val="FFFFFF"/>
                </a:highlight>
                <a:latin typeface="Roboto"/>
                <a:ea typeface="Roboto"/>
                <a:cs typeface="Roboto"/>
                <a:sym typeface="Roboto"/>
              </a:rPr>
              <a:t>Certain ethnic groups can be m</a:t>
            </a:r>
            <a:r>
              <a:rPr lang="en" sz="1800">
                <a:solidFill>
                  <a:schemeClr val="dk2"/>
                </a:solidFill>
                <a:highlight>
                  <a:srgbClr val="FFFFFF"/>
                </a:highlight>
                <a:latin typeface="Roboto"/>
                <a:ea typeface="Roboto"/>
                <a:cs typeface="Roboto"/>
                <a:sym typeface="Roboto"/>
              </a:rPr>
              <a:t>isidentified due to biased training data.</a:t>
            </a:r>
            <a:endParaRPr b="0" i="0" sz="1800" u="none" cap="none" strike="noStrike">
              <a:solidFill>
                <a:schemeClr val="dk2"/>
              </a:solidFill>
              <a:highlight>
                <a:srgbClr val="FFFFFF"/>
              </a:highlight>
              <a:latin typeface="Roboto"/>
              <a:ea typeface="Roboto"/>
              <a:cs typeface="Roboto"/>
              <a:sym typeface="Roboto"/>
            </a:endParaRPr>
          </a:p>
          <a:p>
            <a:pPr indent="342900" lvl="0" marL="0" marR="0" rtl="0" algn="l">
              <a:lnSpc>
                <a:spcPct val="115000"/>
              </a:lnSpc>
              <a:spcBef>
                <a:spcPts val="1000"/>
              </a:spcBef>
              <a:spcAft>
                <a:spcPts val="0"/>
              </a:spcAft>
              <a:buClr>
                <a:srgbClr val="000000"/>
              </a:buClr>
              <a:buSzPts val="100"/>
              <a:buFont typeface="Arial"/>
              <a:buNone/>
            </a:pPr>
            <a:r>
              <a:t/>
            </a:r>
            <a:endParaRPr b="0" i="0" sz="100" u="none" cap="none" strike="noStrike">
              <a:solidFill>
                <a:schemeClr val="dk2"/>
              </a:solidFill>
              <a:highlight>
                <a:srgbClr val="FFFFFF"/>
              </a:highlight>
              <a:latin typeface="Roboto"/>
              <a:ea typeface="Roboto"/>
              <a:cs typeface="Roboto"/>
              <a:sym typeface="Roboto"/>
            </a:endParaRPr>
          </a:p>
          <a:p>
            <a:pPr indent="-228600" lvl="0" marL="457200" marR="0" rtl="0" algn="l">
              <a:lnSpc>
                <a:spcPct val="115000"/>
              </a:lnSpc>
              <a:spcBef>
                <a:spcPts val="1000"/>
              </a:spcBef>
              <a:spcAft>
                <a:spcPts val="0"/>
              </a:spcAft>
              <a:buClr>
                <a:schemeClr val="dk1"/>
              </a:buClr>
              <a:buSzPts val="1800"/>
              <a:buFont typeface="Roboto"/>
              <a:buChar char="●"/>
            </a:pPr>
            <a:r>
              <a:rPr b="1" lang="en" sz="1800">
                <a:solidFill>
                  <a:schemeClr val="dk2"/>
                </a:solidFill>
                <a:highlight>
                  <a:srgbClr val="FFFFFF"/>
                </a:highlight>
                <a:latin typeface="Roboto"/>
                <a:ea typeface="Roboto"/>
                <a:cs typeface="Roboto"/>
                <a:sym typeface="Roboto"/>
              </a:rPr>
              <a:t>Hiring systems: </a:t>
            </a:r>
            <a:r>
              <a:rPr lang="en" sz="1800">
                <a:solidFill>
                  <a:schemeClr val="dk2"/>
                </a:solidFill>
                <a:highlight>
                  <a:srgbClr val="FFFFFF"/>
                </a:highlight>
                <a:latin typeface="Roboto"/>
                <a:ea typeface="Roboto"/>
                <a:cs typeface="Roboto"/>
                <a:sym typeface="Roboto"/>
              </a:rPr>
              <a:t>Biased hiring algorithms that favor certain demographics can lead to unequal opportunities.</a:t>
            </a:r>
            <a:r>
              <a:rPr b="0" i="0" lang="en" sz="1800" u="none" cap="none" strike="noStrike">
                <a:solidFill>
                  <a:schemeClr val="dk1"/>
                </a:solidFill>
                <a:highlight>
                  <a:srgbClr val="FFFFFF"/>
                </a:highlight>
                <a:latin typeface="Roboto"/>
                <a:ea typeface="Roboto"/>
                <a:cs typeface="Roboto"/>
                <a:sym typeface="Roboto"/>
              </a:rPr>
              <a:t> </a:t>
            </a:r>
            <a:endParaRPr b="1" i="0" sz="1800" u="none" cap="none" strike="noStrike">
              <a:solidFill>
                <a:srgbClr val="2E5E73"/>
              </a:solidFill>
              <a:latin typeface="Roboto"/>
              <a:ea typeface="Roboto"/>
              <a:cs typeface="Roboto"/>
              <a:sym typeface="Roboto"/>
            </a:endParaRPr>
          </a:p>
        </p:txBody>
      </p:sp>
      <p:sp>
        <p:nvSpPr>
          <p:cNvPr id="628" name="Google Shape;628;g2eee884a559_0_12051"/>
          <p:cNvSpPr txBox="1"/>
          <p:nvPr>
            <p:ph type="title"/>
          </p:nvPr>
        </p:nvSpPr>
        <p:spPr>
          <a:xfrm>
            <a:off x="50" y="127400"/>
            <a:ext cx="9144000" cy="393600"/>
          </a:xfrm>
          <a:prstGeom prst="rect">
            <a:avLst/>
          </a:prstGeom>
          <a:noFill/>
          <a:ln>
            <a:noFill/>
          </a:ln>
        </p:spPr>
        <p:txBody>
          <a:bodyPr anchorCtr="0" anchor="t" bIns="91425" lIns="457200" spcFirstLastPara="1" rIns="91425" wrap="square" tIns="91425">
            <a:noAutofit/>
          </a:bodyPr>
          <a:lstStyle/>
          <a:p>
            <a:pPr indent="0" lvl="0" marL="0" rtl="0" algn="l">
              <a:spcBef>
                <a:spcPts val="0"/>
              </a:spcBef>
              <a:spcAft>
                <a:spcPts val="0"/>
              </a:spcAft>
              <a:buNone/>
            </a:pPr>
            <a:r>
              <a:rPr lang="en"/>
              <a:t>Real-World Examples</a:t>
            </a:r>
            <a:endParaRPr/>
          </a:p>
          <a:p>
            <a:pPr indent="0" lvl="0" marL="0" rtl="0" algn="l">
              <a:spcBef>
                <a:spcPts val="0"/>
              </a:spcBef>
              <a:spcAft>
                <a:spcPts val="0"/>
              </a:spcAft>
              <a:buNone/>
            </a:pPr>
            <a:r>
              <a:t/>
            </a:r>
            <a:endParaRPr/>
          </a:p>
          <a:p>
            <a:pPr indent="0" lvl="0" marL="0" rtl="0" algn="l">
              <a:lnSpc>
                <a:spcPct val="100000"/>
              </a:lnSpc>
              <a:spcBef>
                <a:spcPts val="0"/>
              </a:spcBef>
              <a:spcAft>
                <a:spcPts val="0"/>
              </a:spcAft>
              <a:buSzPts val="24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2"/>
          <p:cNvSpPr txBox="1"/>
          <p:nvPr>
            <p:ph idx="1" type="subTitle"/>
          </p:nvPr>
        </p:nvSpPr>
        <p:spPr>
          <a:xfrm>
            <a:off x="914400" y="1523200"/>
            <a:ext cx="7315200" cy="2590500"/>
          </a:xfrm>
          <a:prstGeom prst="rect">
            <a:avLst/>
          </a:prstGeom>
          <a:noFill/>
          <a:ln>
            <a:noFill/>
          </a:ln>
        </p:spPr>
        <p:txBody>
          <a:bodyPr anchorCtr="0" anchor="t" bIns="91425" lIns="0" spcFirstLastPara="1" rIns="91425" wrap="square" tIns="91425">
            <a:noAutofit/>
          </a:bodyPr>
          <a:lstStyle/>
          <a:p>
            <a:pPr indent="0" lvl="0" marL="0" rtl="0" algn="l">
              <a:lnSpc>
                <a:spcPct val="115000"/>
              </a:lnSpc>
              <a:spcBef>
                <a:spcPts val="0"/>
              </a:spcBef>
              <a:spcAft>
                <a:spcPts val="0"/>
              </a:spcAft>
              <a:buSzPts val="1800"/>
              <a:buNone/>
            </a:pPr>
            <a:r>
              <a:rPr lang="en"/>
              <a:t>In this activity, you will be using the internet to research recent examples of AI problems in accuracy and bias in the news.</a:t>
            </a:r>
            <a:endParaRPr/>
          </a:p>
        </p:txBody>
      </p:sp>
      <p:sp>
        <p:nvSpPr>
          <p:cNvPr id="634" name="Google Shape;634;p12"/>
          <p:cNvSpPr txBox="1"/>
          <p:nvPr>
            <p:ph idx="3"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Examining Accuracy and Bias in AI</a:t>
            </a:r>
            <a:endParaRPr/>
          </a:p>
        </p:txBody>
      </p:sp>
      <p:sp>
        <p:nvSpPr>
          <p:cNvPr id="635" name="Google Shape;635;p12"/>
          <p:cNvSpPr txBox="1"/>
          <p:nvPr/>
        </p:nvSpPr>
        <p:spPr>
          <a:xfrm>
            <a:off x="7179225" y="4612700"/>
            <a:ext cx="1615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20 Minutes</a:t>
            </a:r>
            <a:endParaRPr sz="1800">
              <a:solidFill>
                <a:schemeClr val="dk2"/>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647" name="Shape 647"/>
        <p:cNvGrpSpPr/>
        <p:nvPr/>
      </p:nvGrpSpPr>
      <p:grpSpPr>
        <a:xfrm>
          <a:off x="0" y="0"/>
          <a:ext cx="0" cy="0"/>
          <a:chOff x="0" y="0"/>
          <a:chExt cx="0" cy="0"/>
        </a:xfrm>
      </p:grpSpPr>
      <p:sp>
        <p:nvSpPr>
          <p:cNvPr id="648" name="Google Shape;648;g2eee884a559_0_13047"/>
          <p:cNvSpPr txBox="1"/>
          <p:nvPr>
            <p:ph type="title"/>
          </p:nvPr>
        </p:nvSpPr>
        <p:spPr>
          <a:xfrm>
            <a:off x="0" y="2694300"/>
            <a:ext cx="9144000" cy="7407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b="0" lang="en">
                <a:solidFill>
                  <a:schemeClr val="dk2"/>
                </a:solidFill>
                <a:latin typeface="Roboto"/>
                <a:ea typeface="Roboto"/>
                <a:cs typeface="Roboto"/>
                <a:sym typeface="Roboto"/>
              </a:rPr>
              <a:t>AI and ML in </a:t>
            </a:r>
            <a:br>
              <a:rPr b="0" lang="en">
                <a:solidFill>
                  <a:schemeClr val="dk2"/>
                </a:solidFill>
                <a:latin typeface="Roboto"/>
                <a:ea typeface="Roboto"/>
                <a:cs typeface="Roboto"/>
                <a:sym typeface="Roboto"/>
              </a:rPr>
            </a:br>
            <a:r>
              <a:rPr lang="en">
                <a:solidFill>
                  <a:schemeClr val="dk2"/>
                </a:solidFill>
                <a:latin typeface="Roboto"/>
                <a:ea typeface="Roboto"/>
                <a:cs typeface="Roboto"/>
                <a:sym typeface="Roboto"/>
              </a:rPr>
              <a:t>Data Analysis</a:t>
            </a:r>
            <a:endParaRPr>
              <a:solidFill>
                <a:schemeClr val="dk2"/>
              </a:solidFill>
              <a:latin typeface="Roboto"/>
              <a:ea typeface="Roboto"/>
              <a:cs typeface="Roboto"/>
              <a:sym typeface="Roboto"/>
            </a:endParaRPr>
          </a:p>
          <a:p>
            <a:pPr indent="0" lvl="0" marL="0" rtl="0" algn="ctr">
              <a:spcBef>
                <a:spcPts val="0"/>
              </a:spcBef>
              <a:spcAft>
                <a:spcPts val="0"/>
              </a:spcAft>
              <a:buNone/>
            </a:pPr>
            <a:r>
              <a:t/>
            </a:r>
            <a:endParaRPr b="0">
              <a:solidFill>
                <a:schemeClr val="dk2"/>
              </a:solidFill>
              <a:latin typeface="Roboto"/>
              <a:ea typeface="Roboto"/>
              <a:cs typeface="Roboto"/>
              <a:sym typeface="Roboto"/>
            </a:endParaRPr>
          </a:p>
          <a:p>
            <a:pPr indent="0" lvl="0" marL="0" rtl="0" algn="ctr">
              <a:spcBef>
                <a:spcPts val="0"/>
              </a:spcBef>
              <a:spcAft>
                <a:spcPts val="0"/>
              </a:spcAft>
              <a:buNone/>
            </a:pPr>
            <a:r>
              <a:t/>
            </a:r>
            <a:endParaRPr b="0">
              <a:solidFill>
                <a:schemeClr val="dk2"/>
              </a:solidFill>
              <a:latin typeface="Roboto"/>
              <a:ea typeface="Roboto"/>
              <a:cs typeface="Roboto"/>
              <a:sym typeface="Roboto"/>
            </a:endParaRPr>
          </a:p>
        </p:txBody>
      </p:sp>
      <p:pic>
        <p:nvPicPr>
          <p:cNvPr id="649" name="Google Shape;649;g2eee884a559_0_13047"/>
          <p:cNvPicPr preferRelativeResize="0"/>
          <p:nvPr/>
        </p:nvPicPr>
        <p:blipFill>
          <a:blip r:embed="rId3">
            <a:alphaModFix/>
          </a:blip>
          <a:stretch>
            <a:fillRect/>
          </a:stretch>
        </p:blipFill>
        <p:spPr>
          <a:xfrm>
            <a:off x="9694501" y="1246851"/>
            <a:ext cx="1924450" cy="1539548"/>
          </a:xfrm>
          <a:prstGeom prst="rect">
            <a:avLst/>
          </a:prstGeom>
          <a:noFill/>
          <a:ln>
            <a:noFill/>
          </a:ln>
        </p:spPr>
      </p:pic>
      <p:pic>
        <p:nvPicPr>
          <p:cNvPr id="650" name="Google Shape;650;g2eee884a559_0_13047"/>
          <p:cNvPicPr preferRelativeResize="0"/>
          <p:nvPr/>
        </p:nvPicPr>
        <p:blipFill>
          <a:blip r:embed="rId4">
            <a:alphaModFix/>
          </a:blip>
          <a:stretch>
            <a:fillRect/>
          </a:stretch>
        </p:blipFill>
        <p:spPr>
          <a:xfrm>
            <a:off x="3977249" y="1399450"/>
            <a:ext cx="1355475" cy="10819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14"/>
          <p:cNvSpPr txBox="1"/>
          <p:nvPr>
            <p:ph idx="1" type="body"/>
          </p:nvPr>
        </p:nvSpPr>
        <p:spPr>
          <a:xfrm>
            <a:off x="1811875" y="1139725"/>
            <a:ext cx="7023600" cy="3520800"/>
          </a:xfrm>
          <a:prstGeom prst="rect">
            <a:avLst/>
          </a:prstGeom>
          <a:noFill/>
          <a:ln>
            <a:noFill/>
          </a:ln>
        </p:spPr>
        <p:txBody>
          <a:bodyPr anchorCtr="0" anchor="t" bIns="91425" lIns="91425" spcFirstLastPara="1" rIns="91425" wrap="square" tIns="91425">
            <a:noAutofit/>
          </a:bodyPr>
          <a:lstStyle/>
          <a:p>
            <a:pPr indent="-251458" lvl="0" marL="365760" rtl="0" algn="l">
              <a:lnSpc>
                <a:spcPct val="115000"/>
              </a:lnSpc>
              <a:spcBef>
                <a:spcPts val="0"/>
              </a:spcBef>
              <a:spcAft>
                <a:spcPts val="0"/>
              </a:spcAft>
              <a:buSzPts val="1800"/>
              <a:buFont typeface="Arial"/>
              <a:buChar char="●"/>
            </a:pPr>
            <a:r>
              <a:rPr b="1" lang="en">
                <a:latin typeface="Arial"/>
                <a:ea typeface="Arial"/>
                <a:cs typeface="Arial"/>
                <a:sym typeface="Arial"/>
              </a:rPr>
              <a:t>AI and ML revolutionize data analysis.</a:t>
            </a:r>
            <a:endParaRPr b="1">
              <a:latin typeface="Arial"/>
              <a:ea typeface="Arial"/>
              <a:cs typeface="Arial"/>
              <a:sym typeface="Arial"/>
            </a:endParaRPr>
          </a:p>
          <a:p>
            <a:pPr indent="-251460" lvl="1" marL="822960" rtl="0" algn="l">
              <a:lnSpc>
                <a:spcPct val="115000"/>
              </a:lnSpc>
              <a:spcBef>
                <a:spcPts val="0"/>
              </a:spcBef>
              <a:spcAft>
                <a:spcPts val="0"/>
              </a:spcAft>
              <a:buSzPts val="1800"/>
              <a:buFont typeface="Arial"/>
              <a:buChar char="○"/>
            </a:pPr>
            <a:r>
              <a:rPr lang="en">
                <a:latin typeface="Arial"/>
                <a:ea typeface="Arial"/>
                <a:cs typeface="Arial"/>
                <a:sym typeface="Arial"/>
              </a:rPr>
              <a:t>Identification of patterns</a:t>
            </a:r>
            <a:endParaRPr>
              <a:latin typeface="Arial"/>
              <a:ea typeface="Arial"/>
              <a:cs typeface="Arial"/>
              <a:sym typeface="Arial"/>
            </a:endParaRPr>
          </a:p>
          <a:p>
            <a:pPr indent="-251460" lvl="1" marL="822960" rtl="0" algn="l">
              <a:lnSpc>
                <a:spcPct val="115000"/>
              </a:lnSpc>
              <a:spcBef>
                <a:spcPts val="0"/>
              </a:spcBef>
              <a:spcAft>
                <a:spcPts val="0"/>
              </a:spcAft>
              <a:buSzPts val="1800"/>
              <a:buFont typeface="Arial"/>
              <a:buChar char="○"/>
            </a:pPr>
            <a:r>
              <a:rPr lang="en">
                <a:latin typeface="Arial"/>
                <a:ea typeface="Arial"/>
                <a:cs typeface="Arial"/>
                <a:sym typeface="Arial"/>
              </a:rPr>
              <a:t>Prediction of outcomes</a:t>
            </a:r>
            <a:endParaRPr>
              <a:latin typeface="Arial"/>
              <a:ea typeface="Arial"/>
              <a:cs typeface="Arial"/>
              <a:sym typeface="Arial"/>
            </a:endParaRPr>
          </a:p>
          <a:p>
            <a:pPr indent="-251460" lvl="1" marL="822960" rtl="0" algn="l">
              <a:lnSpc>
                <a:spcPct val="115000"/>
              </a:lnSpc>
              <a:spcBef>
                <a:spcPts val="0"/>
              </a:spcBef>
              <a:spcAft>
                <a:spcPts val="0"/>
              </a:spcAft>
              <a:buSzPts val="1800"/>
              <a:buFont typeface="Arial"/>
              <a:buChar char="○"/>
            </a:pPr>
            <a:r>
              <a:rPr lang="en">
                <a:latin typeface="Arial"/>
                <a:ea typeface="Arial"/>
                <a:cs typeface="Arial"/>
                <a:sym typeface="Arial"/>
              </a:rPr>
              <a:t>Detection of anomalies</a:t>
            </a:r>
            <a:endParaRPr>
              <a:latin typeface="Arial"/>
              <a:ea typeface="Arial"/>
              <a:cs typeface="Arial"/>
              <a:sym typeface="Arial"/>
            </a:endParaRPr>
          </a:p>
          <a:p>
            <a:pPr indent="0" lvl="0" marL="0" rtl="0" algn="l">
              <a:lnSpc>
                <a:spcPct val="115000"/>
              </a:lnSpc>
              <a:spcBef>
                <a:spcPts val="0"/>
              </a:spcBef>
              <a:spcAft>
                <a:spcPts val="0"/>
              </a:spcAft>
              <a:buSzPts val="1800"/>
              <a:buNone/>
            </a:pPr>
            <a:r>
              <a:t/>
            </a:r>
            <a:endParaRPr>
              <a:latin typeface="Arial"/>
              <a:ea typeface="Arial"/>
              <a:cs typeface="Arial"/>
              <a:sym typeface="Arial"/>
            </a:endParaRPr>
          </a:p>
          <a:p>
            <a:pPr indent="0" lvl="0" marL="0" rtl="0" algn="l">
              <a:lnSpc>
                <a:spcPct val="115000"/>
              </a:lnSpc>
              <a:spcBef>
                <a:spcPts val="0"/>
              </a:spcBef>
              <a:spcAft>
                <a:spcPts val="0"/>
              </a:spcAft>
              <a:buSzPts val="1800"/>
              <a:buNone/>
            </a:pPr>
            <a:r>
              <a:t/>
            </a:r>
            <a:endParaRPr>
              <a:latin typeface="Arial"/>
              <a:ea typeface="Arial"/>
              <a:cs typeface="Arial"/>
              <a:sym typeface="Arial"/>
            </a:endParaRPr>
          </a:p>
          <a:p>
            <a:pPr indent="-251458" lvl="0" marL="365760" rtl="0" algn="l">
              <a:lnSpc>
                <a:spcPct val="115000"/>
              </a:lnSpc>
              <a:spcBef>
                <a:spcPts val="0"/>
              </a:spcBef>
              <a:spcAft>
                <a:spcPts val="0"/>
              </a:spcAft>
              <a:buSzPts val="1800"/>
              <a:buFont typeface="Arial"/>
              <a:buChar char="●"/>
            </a:pPr>
            <a:r>
              <a:rPr b="1" lang="en">
                <a:latin typeface="Arial"/>
                <a:ea typeface="Arial"/>
                <a:cs typeface="Arial"/>
                <a:sym typeface="Arial"/>
              </a:rPr>
              <a:t>Data is the foundation of AI and ML.</a:t>
            </a:r>
            <a:endParaRPr b="1">
              <a:latin typeface="Arial"/>
              <a:ea typeface="Arial"/>
              <a:cs typeface="Arial"/>
              <a:sym typeface="Arial"/>
            </a:endParaRPr>
          </a:p>
          <a:p>
            <a:pPr indent="-342900" lvl="1" marL="914400" rtl="0" algn="l">
              <a:lnSpc>
                <a:spcPct val="115000"/>
              </a:lnSpc>
              <a:spcBef>
                <a:spcPts val="0"/>
              </a:spcBef>
              <a:spcAft>
                <a:spcPts val="0"/>
              </a:spcAft>
              <a:buSzPts val="1800"/>
              <a:buFont typeface="Arial"/>
              <a:buChar char="○"/>
            </a:pPr>
            <a:r>
              <a:rPr lang="en">
                <a:latin typeface="Arial"/>
                <a:ea typeface="Arial"/>
                <a:cs typeface="Arial"/>
                <a:sym typeface="Arial"/>
              </a:rPr>
              <a:t>Quality and quantity of data impacts AI performance.</a:t>
            </a:r>
            <a:endParaRPr>
              <a:latin typeface="Arial"/>
              <a:ea typeface="Arial"/>
              <a:cs typeface="Arial"/>
              <a:sym typeface="Arial"/>
            </a:endParaRPr>
          </a:p>
          <a:p>
            <a:pPr indent="-342900" lvl="1" marL="914400" rtl="0" algn="l">
              <a:lnSpc>
                <a:spcPct val="115000"/>
              </a:lnSpc>
              <a:spcBef>
                <a:spcPts val="0"/>
              </a:spcBef>
              <a:spcAft>
                <a:spcPts val="0"/>
              </a:spcAft>
              <a:buSzPts val="1800"/>
              <a:buFont typeface="Arial"/>
              <a:buChar char="○"/>
            </a:pPr>
            <a:r>
              <a:rPr lang="en">
                <a:latin typeface="Arial"/>
                <a:ea typeface="Arial"/>
                <a:cs typeface="Arial"/>
                <a:sym typeface="Arial"/>
              </a:rPr>
              <a:t>Algorithms perform better with high-quality data.</a:t>
            </a:r>
            <a:endParaRPr/>
          </a:p>
        </p:txBody>
      </p:sp>
      <p:sp>
        <p:nvSpPr>
          <p:cNvPr id="656" name="Google Shape;656;p14"/>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AI and ML in Data Analysis</a:t>
            </a:r>
            <a:endParaRPr/>
          </a:p>
        </p:txBody>
      </p:sp>
      <p:pic>
        <p:nvPicPr>
          <p:cNvPr id="657" name="Google Shape;657;p14"/>
          <p:cNvPicPr preferRelativeResize="0"/>
          <p:nvPr/>
        </p:nvPicPr>
        <p:blipFill rotWithShape="1">
          <a:blip r:embed="rId3">
            <a:alphaModFix/>
          </a:blip>
          <a:srcRect b="0" l="0" r="0" t="0"/>
          <a:stretch/>
        </p:blipFill>
        <p:spPr>
          <a:xfrm>
            <a:off x="596327" y="1331308"/>
            <a:ext cx="1020400" cy="821175"/>
          </a:xfrm>
          <a:prstGeom prst="rect">
            <a:avLst/>
          </a:prstGeom>
          <a:noFill/>
          <a:ln>
            <a:noFill/>
          </a:ln>
        </p:spPr>
      </p:pic>
      <p:pic>
        <p:nvPicPr>
          <p:cNvPr id="658" name="Google Shape;658;p14"/>
          <p:cNvPicPr preferRelativeResize="0"/>
          <p:nvPr/>
        </p:nvPicPr>
        <p:blipFill rotWithShape="1">
          <a:blip r:embed="rId4">
            <a:alphaModFix/>
          </a:blip>
          <a:srcRect b="0" l="0" r="0" t="0"/>
          <a:stretch/>
        </p:blipFill>
        <p:spPr>
          <a:xfrm>
            <a:off x="589885" y="3249767"/>
            <a:ext cx="1085534" cy="6966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pic>
        <p:nvPicPr>
          <p:cNvPr id="663" name="Google Shape;663;p15"/>
          <p:cNvPicPr preferRelativeResize="0"/>
          <p:nvPr/>
        </p:nvPicPr>
        <p:blipFill rotWithShape="1">
          <a:blip r:embed="rId3">
            <a:alphaModFix/>
          </a:blip>
          <a:srcRect b="0" l="0" r="0" t="0"/>
          <a:stretch/>
        </p:blipFill>
        <p:spPr>
          <a:xfrm>
            <a:off x="4252538" y="1183050"/>
            <a:ext cx="827470" cy="3662574"/>
          </a:xfrm>
          <a:prstGeom prst="rect">
            <a:avLst/>
          </a:prstGeom>
          <a:noFill/>
          <a:ln>
            <a:noFill/>
          </a:ln>
        </p:spPr>
      </p:pic>
      <p:grpSp>
        <p:nvGrpSpPr>
          <p:cNvPr id="664" name="Google Shape;664;p15"/>
          <p:cNvGrpSpPr/>
          <p:nvPr/>
        </p:nvGrpSpPr>
        <p:grpSpPr>
          <a:xfrm>
            <a:off x="457151" y="1129775"/>
            <a:ext cx="3649200" cy="533475"/>
            <a:chOff x="457151" y="1129775"/>
            <a:chExt cx="3649200" cy="533475"/>
          </a:xfrm>
        </p:grpSpPr>
        <p:sp>
          <p:nvSpPr>
            <p:cNvPr id="665" name="Google Shape;665;p15"/>
            <p:cNvSpPr/>
            <p:nvPr/>
          </p:nvSpPr>
          <p:spPr>
            <a:xfrm>
              <a:off x="457151" y="1129775"/>
              <a:ext cx="3649200" cy="476700"/>
            </a:xfrm>
            <a:prstGeom prst="roundRect">
              <a:avLst>
                <a:gd fmla="val 16667" name="adj"/>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FFFFFF"/>
                </a:solidFill>
                <a:latin typeface="Roboto Light"/>
                <a:ea typeface="Roboto Light"/>
                <a:cs typeface="Roboto Light"/>
                <a:sym typeface="Roboto Light"/>
              </a:endParaRPr>
            </a:p>
          </p:txBody>
        </p:sp>
        <p:sp>
          <p:nvSpPr>
            <p:cNvPr id="666" name="Google Shape;666;p15"/>
            <p:cNvSpPr/>
            <p:nvPr/>
          </p:nvSpPr>
          <p:spPr>
            <a:xfrm rot="10800000">
              <a:off x="593369" y="1518556"/>
              <a:ext cx="261029" cy="144694"/>
            </a:xfrm>
            <a:prstGeom prst="flowChartExtra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grpSp>
      <p:grpSp>
        <p:nvGrpSpPr>
          <p:cNvPr id="667" name="Google Shape;667;p15"/>
          <p:cNvGrpSpPr/>
          <p:nvPr/>
        </p:nvGrpSpPr>
        <p:grpSpPr>
          <a:xfrm>
            <a:off x="5029150" y="1129775"/>
            <a:ext cx="3657600" cy="533487"/>
            <a:chOff x="5029150" y="1129775"/>
            <a:chExt cx="3657600" cy="533487"/>
          </a:xfrm>
        </p:grpSpPr>
        <p:sp>
          <p:nvSpPr>
            <p:cNvPr id="668" name="Google Shape;668;p15"/>
            <p:cNvSpPr/>
            <p:nvPr/>
          </p:nvSpPr>
          <p:spPr>
            <a:xfrm>
              <a:off x="5029150" y="1129775"/>
              <a:ext cx="3657600" cy="4767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t/>
              </a:r>
              <a:endParaRPr b="0" i="0" sz="2100" u="none" cap="none" strike="noStrike">
                <a:solidFill>
                  <a:srgbClr val="000000"/>
                </a:solidFill>
                <a:latin typeface="Roboto Light"/>
                <a:ea typeface="Roboto Light"/>
                <a:cs typeface="Roboto Light"/>
                <a:sym typeface="Roboto Light"/>
              </a:endParaRPr>
            </a:p>
          </p:txBody>
        </p:sp>
        <p:sp>
          <p:nvSpPr>
            <p:cNvPr id="669" name="Google Shape;669;p15"/>
            <p:cNvSpPr/>
            <p:nvPr/>
          </p:nvSpPr>
          <p:spPr>
            <a:xfrm rot="10800000">
              <a:off x="5165369" y="1518568"/>
              <a:ext cx="261029" cy="144694"/>
            </a:xfrm>
            <a:prstGeom prst="flowChartExtra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70" name="Google Shape;670;p15"/>
          <p:cNvSpPr txBox="1"/>
          <p:nvPr>
            <p:ph idx="4294967295" type="body"/>
          </p:nvPr>
        </p:nvSpPr>
        <p:spPr>
          <a:xfrm>
            <a:off x="457150" y="1840226"/>
            <a:ext cx="3657600" cy="27288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Char char="●"/>
            </a:pPr>
            <a:r>
              <a:rPr lang="en"/>
              <a:t>AI and ML models excel at identifying regular patterns within data. </a:t>
            </a:r>
            <a:endParaRPr/>
          </a:p>
          <a:p>
            <a:pPr indent="-342900" lvl="1" marL="914400" rtl="0" algn="l">
              <a:lnSpc>
                <a:spcPct val="115000"/>
              </a:lnSpc>
              <a:spcBef>
                <a:spcPts val="0"/>
              </a:spcBef>
              <a:spcAft>
                <a:spcPts val="0"/>
              </a:spcAft>
              <a:buSzPts val="1800"/>
              <a:buChar char="○"/>
            </a:pPr>
            <a:r>
              <a:rPr lang="en"/>
              <a:t>Behavior of users in network e.g., login times, access patterns, and commonly used apps.</a:t>
            </a:r>
            <a:endParaRPr/>
          </a:p>
          <a:p>
            <a:pPr indent="-342900" lvl="0" marL="457200" rtl="0" algn="l">
              <a:lnSpc>
                <a:spcPct val="115000"/>
              </a:lnSpc>
              <a:spcBef>
                <a:spcPts val="0"/>
              </a:spcBef>
              <a:spcAft>
                <a:spcPts val="0"/>
              </a:spcAft>
              <a:buSzPts val="1800"/>
              <a:buChar char="●"/>
            </a:pPr>
            <a:r>
              <a:rPr lang="en"/>
              <a:t>AI can detect deviation easily.</a:t>
            </a:r>
            <a:endParaRPr/>
          </a:p>
          <a:p>
            <a:pPr indent="0" lvl="0" marL="0" rtl="0" algn="l">
              <a:lnSpc>
                <a:spcPct val="115000"/>
              </a:lnSpc>
              <a:spcBef>
                <a:spcPts val="1200"/>
              </a:spcBef>
              <a:spcAft>
                <a:spcPts val="1200"/>
              </a:spcAft>
              <a:buSzPts val="1800"/>
              <a:buNone/>
            </a:pPr>
            <a:r>
              <a:t/>
            </a:r>
            <a:endParaRPr/>
          </a:p>
        </p:txBody>
      </p:sp>
      <p:sp>
        <p:nvSpPr>
          <p:cNvPr id="671" name="Google Shape;671;p15"/>
          <p:cNvSpPr txBox="1"/>
          <p:nvPr>
            <p:ph idx="1" type="subTitle"/>
          </p:nvPr>
        </p:nvSpPr>
        <p:spPr>
          <a:xfrm>
            <a:off x="5029200" y="1840226"/>
            <a:ext cx="3657600" cy="2728800"/>
          </a:xfrm>
          <a:prstGeom prst="rect">
            <a:avLst/>
          </a:prstGeom>
          <a:noFill/>
          <a:ln>
            <a:noFill/>
          </a:ln>
        </p:spPr>
        <p:txBody>
          <a:bodyPr anchorCtr="0" anchor="t" bIns="0" lIns="0" spcFirstLastPara="1" rIns="0" wrap="square" tIns="0">
            <a:noAutofit/>
          </a:bodyPr>
          <a:lstStyle/>
          <a:p>
            <a:pPr indent="-342900" lvl="0" marL="457200" rtl="0" algn="l">
              <a:lnSpc>
                <a:spcPct val="115000"/>
              </a:lnSpc>
              <a:spcBef>
                <a:spcPts val="0"/>
              </a:spcBef>
              <a:spcAft>
                <a:spcPts val="0"/>
              </a:spcAft>
              <a:buSzPts val="1800"/>
              <a:buChar char="●"/>
            </a:pPr>
            <a:r>
              <a:rPr lang="en"/>
              <a:t>AI and ML are adept at detecting deviation from normal patterns.</a:t>
            </a:r>
            <a:endParaRPr/>
          </a:p>
          <a:p>
            <a:pPr indent="-342900" lvl="1" marL="914400" rtl="0" algn="l">
              <a:lnSpc>
                <a:spcPct val="115000"/>
              </a:lnSpc>
              <a:spcBef>
                <a:spcPts val="0"/>
              </a:spcBef>
              <a:spcAft>
                <a:spcPts val="0"/>
              </a:spcAft>
              <a:buSzPts val="1800"/>
              <a:buChar char="○"/>
            </a:pPr>
            <a:r>
              <a:rPr lang="en"/>
              <a:t>Potential security threats</a:t>
            </a:r>
            <a:endParaRPr/>
          </a:p>
          <a:p>
            <a:pPr indent="-342900" lvl="1" marL="914400" rtl="0" algn="l">
              <a:lnSpc>
                <a:spcPct val="115000"/>
              </a:lnSpc>
              <a:spcBef>
                <a:spcPts val="0"/>
              </a:spcBef>
              <a:spcAft>
                <a:spcPts val="0"/>
              </a:spcAft>
              <a:buSzPts val="1800"/>
              <a:buChar char="○"/>
            </a:pPr>
            <a:r>
              <a:rPr lang="en"/>
              <a:t>Fraudulent activities</a:t>
            </a:r>
            <a:endParaRPr/>
          </a:p>
          <a:p>
            <a:pPr indent="-342900" lvl="1" marL="914400" rtl="0" algn="l">
              <a:lnSpc>
                <a:spcPct val="115000"/>
              </a:lnSpc>
              <a:spcBef>
                <a:spcPts val="0"/>
              </a:spcBef>
              <a:spcAft>
                <a:spcPts val="0"/>
              </a:spcAft>
              <a:buSzPts val="1800"/>
              <a:buChar char="○"/>
            </a:pPr>
            <a:r>
              <a:rPr lang="en"/>
              <a:t>Spike in traffic (potential DDoS attack)</a:t>
            </a:r>
            <a:endParaRPr/>
          </a:p>
        </p:txBody>
      </p:sp>
      <p:sp>
        <p:nvSpPr>
          <p:cNvPr id="672" name="Google Shape;672;p15"/>
          <p:cNvSpPr txBox="1"/>
          <p:nvPr>
            <p:ph idx="4294967295" type="title"/>
          </p:nvPr>
        </p:nvSpPr>
        <p:spPr>
          <a:xfrm>
            <a:off x="542175" y="1166625"/>
            <a:ext cx="34743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lang="en" sz="1800">
                <a:solidFill>
                  <a:schemeClr val="lt1"/>
                </a:solidFill>
              </a:rPr>
              <a:t>Pattern recognition</a:t>
            </a:r>
            <a:endParaRPr sz="1800">
              <a:solidFill>
                <a:schemeClr val="lt1"/>
              </a:solidFill>
            </a:endParaRPr>
          </a:p>
        </p:txBody>
      </p:sp>
      <p:sp>
        <p:nvSpPr>
          <p:cNvPr id="673" name="Google Shape;673;p15"/>
          <p:cNvSpPr txBox="1"/>
          <p:nvPr>
            <p:ph idx="4294967295" type="title"/>
          </p:nvPr>
        </p:nvSpPr>
        <p:spPr>
          <a:xfrm>
            <a:off x="5128600" y="1166625"/>
            <a:ext cx="3474300" cy="39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600"/>
              <a:buNone/>
            </a:pPr>
            <a:r>
              <a:rPr lang="en" sz="1800">
                <a:solidFill>
                  <a:schemeClr val="lt1"/>
                </a:solidFill>
              </a:rPr>
              <a:t>Anomaly detection</a:t>
            </a:r>
            <a:endParaRPr b="0" sz="1800">
              <a:solidFill>
                <a:schemeClr val="lt1"/>
              </a:solidFill>
            </a:endParaRPr>
          </a:p>
        </p:txBody>
      </p:sp>
      <p:sp>
        <p:nvSpPr>
          <p:cNvPr id="674" name="Google Shape;674;p15"/>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Pattern Recognition and Anomaly Detection: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noFill/>
      </p:bgPr>
    </p:bg>
    <p:spTree>
      <p:nvGrpSpPr>
        <p:cNvPr id="678" name="Shape 678"/>
        <p:cNvGrpSpPr/>
        <p:nvPr/>
      </p:nvGrpSpPr>
      <p:grpSpPr>
        <a:xfrm>
          <a:off x="0" y="0"/>
          <a:ext cx="0" cy="0"/>
          <a:chOff x="0" y="0"/>
          <a:chExt cx="0" cy="0"/>
        </a:xfrm>
      </p:grpSpPr>
      <p:sp>
        <p:nvSpPr>
          <p:cNvPr id="679" name="Google Shape;679;g2eee884a559_0_13054"/>
          <p:cNvSpPr/>
          <p:nvPr/>
        </p:nvSpPr>
        <p:spPr>
          <a:xfrm flipH="1">
            <a:off x="724275" y="20901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g2eee884a559_0_13054"/>
          <p:cNvSpPr txBox="1"/>
          <p:nvPr/>
        </p:nvSpPr>
        <p:spPr>
          <a:xfrm>
            <a:off x="724275" y="2090225"/>
            <a:ext cx="24666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None/>
            </a:pPr>
            <a:r>
              <a:rPr b="1" lang="en" sz="1500">
                <a:solidFill>
                  <a:schemeClr val="dk2"/>
                </a:solidFill>
              </a:rPr>
              <a:t>Intrusion detection systems</a:t>
            </a:r>
            <a:endParaRPr>
              <a:solidFill>
                <a:schemeClr val="dk2"/>
              </a:solidFill>
              <a:latin typeface="Roboto"/>
              <a:ea typeface="Roboto"/>
              <a:cs typeface="Roboto"/>
              <a:sym typeface="Roboto"/>
            </a:endParaRPr>
          </a:p>
        </p:txBody>
      </p:sp>
      <p:grpSp>
        <p:nvGrpSpPr>
          <p:cNvPr id="681" name="Google Shape;681;g2eee884a559_0_13054"/>
          <p:cNvGrpSpPr/>
          <p:nvPr/>
        </p:nvGrpSpPr>
        <p:grpSpPr>
          <a:xfrm>
            <a:off x="457181" y="1497503"/>
            <a:ext cx="533372" cy="533480"/>
            <a:chOff x="457200" y="1378813"/>
            <a:chExt cx="695400" cy="695450"/>
          </a:xfrm>
        </p:grpSpPr>
        <p:sp>
          <p:nvSpPr>
            <p:cNvPr id="682" name="Google Shape;682;g2eee884a559_0_13054"/>
            <p:cNvSpPr/>
            <p:nvPr/>
          </p:nvSpPr>
          <p:spPr>
            <a:xfrm>
              <a:off x="457200" y="1378813"/>
              <a:ext cx="695400" cy="621300"/>
            </a:xfrm>
            <a:prstGeom prst="roundRect">
              <a:avLst>
                <a:gd fmla="val 16667" name="adj"/>
              </a:avLst>
            </a:prstGeom>
            <a:solidFill>
              <a:srgbClr val="00D6CB"/>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latin typeface="Roboto Light"/>
                  <a:ea typeface="Roboto Light"/>
                  <a:cs typeface="Roboto Light"/>
                  <a:sym typeface="Roboto Light"/>
                </a:rPr>
                <a:t>01</a:t>
              </a:r>
              <a:endParaRPr sz="2100">
                <a:latin typeface="Roboto Light"/>
                <a:ea typeface="Roboto Light"/>
                <a:cs typeface="Roboto Light"/>
                <a:sym typeface="Roboto Light"/>
              </a:endParaRPr>
            </a:p>
          </p:txBody>
        </p:sp>
        <p:sp>
          <p:nvSpPr>
            <p:cNvPr id="683" name="Google Shape;683;g2eee884a559_0_13054"/>
            <p:cNvSpPr/>
            <p:nvPr/>
          </p:nvSpPr>
          <p:spPr>
            <a:xfrm rot="10800000">
              <a:off x="634726" y="1885638"/>
              <a:ext cx="340325" cy="188625"/>
            </a:xfrm>
            <a:prstGeom prst="flowChartExtract">
              <a:avLst/>
            </a:prstGeom>
            <a:solidFill>
              <a:srgbClr val="00D6C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g2eee884a559_0_13054"/>
          <p:cNvGrpSpPr/>
          <p:nvPr/>
        </p:nvGrpSpPr>
        <p:grpSpPr>
          <a:xfrm>
            <a:off x="3228956" y="1497503"/>
            <a:ext cx="533372" cy="533480"/>
            <a:chOff x="457200" y="1378813"/>
            <a:chExt cx="695400" cy="695450"/>
          </a:xfrm>
        </p:grpSpPr>
        <p:sp>
          <p:nvSpPr>
            <p:cNvPr id="685" name="Google Shape;685;g2eee884a559_0_13054"/>
            <p:cNvSpPr/>
            <p:nvPr/>
          </p:nvSpPr>
          <p:spPr>
            <a:xfrm>
              <a:off x="457200" y="1378813"/>
              <a:ext cx="695400" cy="621300"/>
            </a:xfrm>
            <a:prstGeom prst="roundRect">
              <a:avLst>
                <a:gd fmla="val 16667" name="adj"/>
              </a:avLst>
            </a:prstGeom>
            <a:solidFill>
              <a:srgbClr val="1475D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02</a:t>
              </a:r>
              <a:endParaRPr sz="2100">
                <a:solidFill>
                  <a:srgbClr val="FFFFFF"/>
                </a:solidFill>
                <a:latin typeface="Roboto Light"/>
                <a:ea typeface="Roboto Light"/>
                <a:cs typeface="Roboto Light"/>
                <a:sym typeface="Roboto Light"/>
              </a:endParaRPr>
            </a:p>
          </p:txBody>
        </p:sp>
        <p:sp>
          <p:nvSpPr>
            <p:cNvPr id="686" name="Google Shape;686;g2eee884a559_0_13054"/>
            <p:cNvSpPr/>
            <p:nvPr/>
          </p:nvSpPr>
          <p:spPr>
            <a:xfrm rot="10800000">
              <a:off x="634726" y="1885638"/>
              <a:ext cx="340325" cy="188625"/>
            </a:xfrm>
            <a:prstGeom prst="flowChartExtract">
              <a:avLst/>
            </a:prstGeom>
            <a:solidFill>
              <a:srgbClr val="1475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687" name="Google Shape;687;g2eee884a559_0_13054"/>
          <p:cNvSpPr/>
          <p:nvPr/>
        </p:nvSpPr>
        <p:spPr>
          <a:xfrm flipH="1">
            <a:off x="3496050" y="209017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g2eee884a559_0_13054"/>
          <p:cNvSpPr txBox="1"/>
          <p:nvPr/>
        </p:nvSpPr>
        <p:spPr>
          <a:xfrm>
            <a:off x="3496050" y="2090229"/>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dk2"/>
                </a:solidFill>
              </a:rPr>
              <a:t>Malware detection</a:t>
            </a:r>
            <a:endParaRPr>
              <a:solidFill>
                <a:schemeClr val="dk2"/>
              </a:solidFill>
              <a:latin typeface="Roboto"/>
              <a:ea typeface="Roboto"/>
              <a:cs typeface="Roboto"/>
              <a:sym typeface="Roboto"/>
            </a:endParaRPr>
          </a:p>
        </p:txBody>
      </p:sp>
      <p:grpSp>
        <p:nvGrpSpPr>
          <p:cNvPr id="689" name="Google Shape;689;g2eee884a559_0_13054"/>
          <p:cNvGrpSpPr/>
          <p:nvPr/>
        </p:nvGrpSpPr>
        <p:grpSpPr>
          <a:xfrm>
            <a:off x="6134081" y="1498253"/>
            <a:ext cx="533372" cy="533480"/>
            <a:chOff x="457200" y="1378813"/>
            <a:chExt cx="695400" cy="695450"/>
          </a:xfrm>
        </p:grpSpPr>
        <p:sp>
          <p:nvSpPr>
            <p:cNvPr id="690" name="Google Shape;690;g2eee884a559_0_13054"/>
            <p:cNvSpPr/>
            <p:nvPr/>
          </p:nvSpPr>
          <p:spPr>
            <a:xfrm>
              <a:off x="457200" y="1378813"/>
              <a:ext cx="695400" cy="621300"/>
            </a:xfrm>
            <a:prstGeom prst="roundRect">
              <a:avLst>
                <a:gd fmla="val 16667" name="adj"/>
              </a:avLst>
            </a:prstGeom>
            <a:solidFill>
              <a:srgbClr val="04346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100">
                  <a:solidFill>
                    <a:srgbClr val="FFFFFF"/>
                  </a:solidFill>
                  <a:latin typeface="Roboto Light"/>
                  <a:ea typeface="Roboto Light"/>
                  <a:cs typeface="Roboto Light"/>
                  <a:sym typeface="Roboto Light"/>
                </a:rPr>
                <a:t>03</a:t>
              </a:r>
              <a:endParaRPr sz="2100">
                <a:solidFill>
                  <a:srgbClr val="FFFFFF"/>
                </a:solidFill>
                <a:latin typeface="Roboto Light"/>
                <a:ea typeface="Roboto Light"/>
                <a:cs typeface="Roboto Light"/>
                <a:sym typeface="Roboto Light"/>
              </a:endParaRPr>
            </a:p>
          </p:txBody>
        </p:sp>
        <p:sp>
          <p:nvSpPr>
            <p:cNvPr id="691" name="Google Shape;691;g2eee884a559_0_13054"/>
            <p:cNvSpPr/>
            <p:nvPr/>
          </p:nvSpPr>
          <p:spPr>
            <a:xfrm rot="10800000">
              <a:off x="634726" y="1885638"/>
              <a:ext cx="340325" cy="188625"/>
            </a:xfrm>
            <a:prstGeom prst="flowChartExtract">
              <a:avLst/>
            </a:prstGeom>
            <a:solidFill>
              <a:srgbClr val="04346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FFFFFF"/>
                </a:solidFill>
              </a:endParaRPr>
            </a:p>
          </p:txBody>
        </p:sp>
      </p:grpSp>
      <p:sp>
        <p:nvSpPr>
          <p:cNvPr id="692" name="Google Shape;692;g2eee884a559_0_13054"/>
          <p:cNvSpPr/>
          <p:nvPr/>
        </p:nvSpPr>
        <p:spPr>
          <a:xfrm flipH="1">
            <a:off x="6401175" y="2090925"/>
            <a:ext cx="2428500" cy="2662800"/>
          </a:xfrm>
          <a:prstGeom prst="round2DiagRect">
            <a:avLst>
              <a:gd fmla="val 16667" name="adj1"/>
              <a:gd fmla="val 0" name="adj2"/>
            </a:avLst>
          </a:prstGeom>
          <a:solidFill>
            <a:srgbClr val="F3F3F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g2eee884a559_0_13054"/>
          <p:cNvSpPr txBox="1"/>
          <p:nvPr/>
        </p:nvSpPr>
        <p:spPr>
          <a:xfrm>
            <a:off x="6401175" y="2090458"/>
            <a:ext cx="2371500" cy="815700"/>
          </a:xfrm>
          <a:prstGeom prst="rect">
            <a:avLst/>
          </a:prstGeom>
          <a:noFill/>
          <a:ln>
            <a:noFill/>
          </a:ln>
        </p:spPr>
        <p:txBody>
          <a:bodyPr anchorCtr="0" anchor="t" bIns="182875" lIns="182875" spcFirstLastPara="1" rIns="182875" wrap="square" tIns="182875">
            <a:noAutofit/>
          </a:bodyPr>
          <a:lstStyle/>
          <a:p>
            <a:pPr indent="0" lvl="0" marL="0" rtl="0" algn="l">
              <a:lnSpc>
                <a:spcPct val="105000"/>
              </a:lnSpc>
              <a:spcBef>
                <a:spcPts val="0"/>
              </a:spcBef>
              <a:spcAft>
                <a:spcPts val="0"/>
              </a:spcAft>
              <a:buClr>
                <a:schemeClr val="dk1"/>
              </a:buClr>
              <a:buSzPts val="1100"/>
              <a:buFont typeface="Arial"/>
              <a:buNone/>
            </a:pPr>
            <a:r>
              <a:rPr b="1" lang="en" sz="1500">
                <a:solidFill>
                  <a:schemeClr val="dk2"/>
                </a:solidFill>
              </a:rPr>
              <a:t>Fraud detection</a:t>
            </a:r>
            <a:endParaRPr>
              <a:solidFill>
                <a:schemeClr val="dk2"/>
              </a:solidFill>
              <a:latin typeface="Roboto"/>
              <a:ea typeface="Roboto"/>
              <a:cs typeface="Roboto"/>
              <a:sym typeface="Roboto"/>
            </a:endParaRPr>
          </a:p>
        </p:txBody>
      </p:sp>
      <p:sp>
        <p:nvSpPr>
          <p:cNvPr id="694" name="Google Shape;694;g2eee884a559_0_13054"/>
          <p:cNvSpPr txBox="1"/>
          <p:nvPr>
            <p:ph type="title"/>
          </p:nvPr>
        </p:nvSpPr>
        <p:spPr>
          <a:xfrm>
            <a:off x="-12125" y="0"/>
            <a:ext cx="9168600" cy="533700"/>
          </a:xfrm>
          <a:prstGeom prst="rect">
            <a:avLst/>
          </a:prstGeom>
        </p:spPr>
        <p:txBody>
          <a:bodyPr anchorCtr="0" anchor="t" bIns="91425" lIns="457200" spcFirstLastPara="1" rIns="274300" wrap="square" tIns="182875">
            <a:noAutofit/>
          </a:bodyPr>
          <a:lstStyle/>
          <a:p>
            <a:pPr indent="0" lvl="0" marL="0" rtl="0" algn="l">
              <a:spcBef>
                <a:spcPts val="0"/>
              </a:spcBef>
              <a:spcAft>
                <a:spcPts val="0"/>
              </a:spcAft>
              <a:buNone/>
            </a:pPr>
            <a:r>
              <a:rPr lang="en"/>
              <a:t>AI and ML Applications in Cybersecurity</a:t>
            </a:r>
            <a:endParaRPr/>
          </a:p>
        </p:txBody>
      </p:sp>
      <p:sp>
        <p:nvSpPr>
          <p:cNvPr id="695" name="Google Shape;695;g2eee884a559_0_13054"/>
          <p:cNvSpPr txBox="1"/>
          <p:nvPr>
            <p:ph idx="1" type="subTitle"/>
          </p:nvPr>
        </p:nvSpPr>
        <p:spPr>
          <a:xfrm>
            <a:off x="0" y="675975"/>
            <a:ext cx="9144000" cy="364800"/>
          </a:xfrm>
          <a:prstGeom prst="rect">
            <a:avLst/>
          </a:prstGeom>
        </p:spPr>
        <p:txBody>
          <a:bodyPr anchorCtr="0" anchor="t" bIns="0" lIns="457200" spcFirstLastPara="1" rIns="457200" wrap="square" tIns="91425">
            <a:noAutofit/>
          </a:bodyPr>
          <a:lstStyle/>
          <a:p>
            <a:pPr indent="0" lvl="0" marL="0" rtl="0" algn="l">
              <a:spcBef>
                <a:spcPts val="0"/>
              </a:spcBef>
              <a:spcAft>
                <a:spcPts val="0"/>
              </a:spcAft>
              <a:buClr>
                <a:schemeClr val="dk1"/>
              </a:buClr>
              <a:buSzPts val="1100"/>
              <a:buFont typeface="Arial"/>
              <a:buNone/>
            </a:pPr>
            <a:r>
              <a:rPr lang="en" sz="1400"/>
              <a:t>Some of the applications in cybersecurity we will be discussing in later modules include:</a:t>
            </a:r>
            <a:endParaRPr sz="1400"/>
          </a:p>
        </p:txBody>
      </p:sp>
      <p:pic>
        <p:nvPicPr>
          <p:cNvPr id="696" name="Google Shape;696;g2eee884a559_0_13054" title="snort IDS | Snort IDS | Linux Screenshots | Flickr"/>
          <p:cNvPicPr preferRelativeResize="0"/>
          <p:nvPr/>
        </p:nvPicPr>
        <p:blipFill>
          <a:blip r:embed="rId3">
            <a:alphaModFix/>
          </a:blip>
          <a:stretch>
            <a:fillRect/>
          </a:stretch>
        </p:blipFill>
        <p:spPr>
          <a:xfrm>
            <a:off x="877344" y="2758269"/>
            <a:ext cx="2065175" cy="1744454"/>
          </a:xfrm>
          <a:prstGeom prst="rect">
            <a:avLst/>
          </a:prstGeom>
          <a:noFill/>
          <a:ln>
            <a:noFill/>
          </a:ln>
        </p:spPr>
      </p:pic>
      <p:pic>
        <p:nvPicPr>
          <p:cNvPr id="697" name="Google Shape;697;g2eee884a559_0_13054" title="Fraud Detection - Free of Charge Creative Commons Keyboard image"/>
          <p:cNvPicPr preferRelativeResize="0"/>
          <p:nvPr/>
        </p:nvPicPr>
        <p:blipFill>
          <a:blip r:embed="rId4">
            <a:alphaModFix/>
          </a:blip>
          <a:stretch>
            <a:fillRect/>
          </a:stretch>
        </p:blipFill>
        <p:spPr>
          <a:xfrm>
            <a:off x="11923225" y="3072825"/>
            <a:ext cx="1874925" cy="1249950"/>
          </a:xfrm>
          <a:prstGeom prst="rect">
            <a:avLst/>
          </a:prstGeom>
          <a:noFill/>
          <a:ln>
            <a:noFill/>
          </a:ln>
        </p:spPr>
      </p:pic>
      <p:pic>
        <p:nvPicPr>
          <p:cNvPr id="698" name="Google Shape;698;g2eee884a559_0_13054"/>
          <p:cNvPicPr preferRelativeResize="0"/>
          <p:nvPr/>
        </p:nvPicPr>
        <p:blipFill rotWithShape="1">
          <a:blip r:embed="rId5">
            <a:alphaModFix/>
          </a:blip>
          <a:srcRect b="0" l="17257" r="17250" t="0"/>
          <a:stretch/>
        </p:blipFill>
        <p:spPr>
          <a:xfrm>
            <a:off x="6888524" y="2688050"/>
            <a:ext cx="1453801" cy="1528749"/>
          </a:xfrm>
          <a:prstGeom prst="rect">
            <a:avLst/>
          </a:prstGeom>
          <a:noFill/>
          <a:ln>
            <a:noFill/>
          </a:ln>
        </p:spPr>
      </p:pic>
      <p:pic>
        <p:nvPicPr>
          <p:cNvPr id="699" name="Google Shape;699;g2eee884a559_0_13054"/>
          <p:cNvPicPr preferRelativeResize="0"/>
          <p:nvPr/>
        </p:nvPicPr>
        <p:blipFill rotWithShape="1">
          <a:blip r:embed="rId6">
            <a:alphaModFix/>
          </a:blip>
          <a:srcRect b="0" l="19955" r="19955" t="0"/>
          <a:stretch/>
        </p:blipFill>
        <p:spPr>
          <a:xfrm>
            <a:off x="4110026" y="2688059"/>
            <a:ext cx="1333901" cy="1528740"/>
          </a:xfrm>
          <a:prstGeom prst="rect">
            <a:avLst/>
          </a:prstGeom>
          <a:noFill/>
          <a:ln>
            <a:noFill/>
          </a:ln>
        </p:spPr>
      </p:pic>
      <p:pic>
        <p:nvPicPr>
          <p:cNvPr id="700" name="Google Shape;700;g2eee884a559_0_13054"/>
          <p:cNvPicPr preferRelativeResize="0"/>
          <p:nvPr/>
        </p:nvPicPr>
        <p:blipFill>
          <a:blip r:embed="rId7">
            <a:alphaModFix/>
          </a:blip>
          <a:stretch>
            <a:fillRect/>
          </a:stretch>
        </p:blipFill>
        <p:spPr>
          <a:xfrm>
            <a:off x="12249108" y="2758286"/>
            <a:ext cx="1164744" cy="122478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17"/>
          <p:cNvSpPr/>
          <p:nvPr/>
        </p:nvSpPr>
        <p:spPr>
          <a:xfrm>
            <a:off x="1287175" y="11528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6" name="Google Shape;706;p17"/>
          <p:cNvSpPr/>
          <p:nvPr/>
        </p:nvSpPr>
        <p:spPr>
          <a:xfrm>
            <a:off x="1287175" y="3894700"/>
            <a:ext cx="7399500" cy="6741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7" name="Google Shape;707;p17"/>
          <p:cNvSpPr/>
          <p:nvPr/>
        </p:nvSpPr>
        <p:spPr>
          <a:xfrm>
            <a:off x="1287175" y="32098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8" name="Google Shape;708;p17"/>
          <p:cNvSpPr/>
          <p:nvPr/>
        </p:nvSpPr>
        <p:spPr>
          <a:xfrm>
            <a:off x="1287175" y="2528213"/>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9" name="Google Shape;709;p17"/>
          <p:cNvSpPr/>
          <p:nvPr/>
        </p:nvSpPr>
        <p:spPr>
          <a:xfrm>
            <a:off x="1287175" y="18279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10" name="Google Shape;710;p17"/>
          <p:cNvGrpSpPr/>
          <p:nvPr/>
        </p:nvGrpSpPr>
        <p:grpSpPr>
          <a:xfrm>
            <a:off x="457200" y="1152830"/>
            <a:ext cx="776900" cy="459019"/>
            <a:chOff x="457200" y="1466425"/>
            <a:chExt cx="776900" cy="486300"/>
          </a:xfrm>
        </p:grpSpPr>
        <p:sp>
          <p:nvSpPr>
            <p:cNvPr id="711" name="Google Shape;711;p17"/>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712" name="Google Shape;712;p17"/>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13" name="Google Shape;713;p17"/>
          <p:cNvGrpSpPr/>
          <p:nvPr/>
        </p:nvGrpSpPr>
        <p:grpSpPr>
          <a:xfrm>
            <a:off x="457200" y="1807705"/>
            <a:ext cx="776900" cy="486300"/>
            <a:chOff x="457200" y="1466425"/>
            <a:chExt cx="776900" cy="486300"/>
          </a:xfrm>
        </p:grpSpPr>
        <p:sp>
          <p:nvSpPr>
            <p:cNvPr id="714" name="Google Shape;714;p17"/>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715" name="Google Shape;715;p17"/>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16" name="Google Shape;716;p17"/>
          <p:cNvGrpSpPr/>
          <p:nvPr/>
        </p:nvGrpSpPr>
        <p:grpSpPr>
          <a:xfrm>
            <a:off x="457200" y="2524560"/>
            <a:ext cx="776900" cy="437378"/>
            <a:chOff x="457200" y="1466425"/>
            <a:chExt cx="776900" cy="486300"/>
          </a:xfrm>
        </p:grpSpPr>
        <p:sp>
          <p:nvSpPr>
            <p:cNvPr id="717" name="Google Shape;717;p17"/>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718" name="Google Shape;718;p17"/>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19" name="Google Shape;719;p17"/>
          <p:cNvGrpSpPr/>
          <p:nvPr/>
        </p:nvGrpSpPr>
        <p:grpSpPr>
          <a:xfrm>
            <a:off x="457200" y="3208030"/>
            <a:ext cx="776900" cy="459019"/>
            <a:chOff x="457200" y="1466425"/>
            <a:chExt cx="776900" cy="486300"/>
          </a:xfrm>
        </p:grpSpPr>
        <p:sp>
          <p:nvSpPr>
            <p:cNvPr id="720" name="Google Shape;720;p17"/>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721" name="Google Shape;721;p17"/>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722" name="Google Shape;722;p17"/>
          <p:cNvGrpSpPr/>
          <p:nvPr/>
        </p:nvGrpSpPr>
        <p:grpSpPr>
          <a:xfrm>
            <a:off x="457200" y="3896585"/>
            <a:ext cx="776900" cy="437378"/>
            <a:chOff x="457200" y="1466425"/>
            <a:chExt cx="776900" cy="486300"/>
          </a:xfrm>
        </p:grpSpPr>
        <p:sp>
          <p:nvSpPr>
            <p:cNvPr id="723" name="Google Shape;723;p17"/>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724" name="Google Shape;724;p17"/>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725" name="Google Shape;725;p17"/>
          <p:cNvSpPr txBox="1"/>
          <p:nvPr>
            <p:ph idx="4294967295" type="body"/>
          </p:nvPr>
        </p:nvSpPr>
        <p:spPr>
          <a:xfrm>
            <a:off x="1287250" y="1174200"/>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t>Speed</a:t>
            </a:r>
            <a:r>
              <a:rPr lang="en"/>
              <a:t>: Analyzes large volumes quickly with timely insights</a:t>
            </a:r>
            <a:endParaRPr/>
          </a:p>
        </p:txBody>
      </p:sp>
      <p:sp>
        <p:nvSpPr>
          <p:cNvPr id="726" name="Google Shape;726;p17"/>
          <p:cNvSpPr txBox="1"/>
          <p:nvPr>
            <p:ph idx="1" type="subTitle"/>
          </p:nvPr>
        </p:nvSpPr>
        <p:spPr>
          <a:xfrm>
            <a:off x="1287250" y="1849378"/>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t>Accuracy</a:t>
            </a:r>
            <a:r>
              <a:rPr lang="en"/>
              <a:t>: Improves threat detection accuracy through data analysis</a:t>
            </a:r>
            <a:endParaRPr/>
          </a:p>
        </p:txBody>
      </p:sp>
      <p:sp>
        <p:nvSpPr>
          <p:cNvPr id="727" name="Google Shape;727;p17"/>
          <p:cNvSpPr txBox="1"/>
          <p:nvPr>
            <p:ph idx="4294967295" type="body"/>
          </p:nvPr>
        </p:nvSpPr>
        <p:spPr>
          <a:xfrm>
            <a:off x="1287250" y="253320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t>Scalability</a:t>
            </a:r>
            <a:r>
              <a:rPr lang="en"/>
              <a:t>: Handles increasing amounts of data</a:t>
            </a:r>
            <a:endParaRPr/>
          </a:p>
        </p:txBody>
      </p:sp>
      <p:sp>
        <p:nvSpPr>
          <p:cNvPr id="728" name="Google Shape;728;p17"/>
          <p:cNvSpPr txBox="1"/>
          <p:nvPr>
            <p:ph idx="4294967295" type="body"/>
          </p:nvPr>
        </p:nvSpPr>
        <p:spPr>
          <a:xfrm>
            <a:off x="1287250" y="3214896"/>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t>Adaptability</a:t>
            </a:r>
            <a:r>
              <a:rPr lang="en"/>
              <a:t>: Learns and adapts to new data and potential threats</a:t>
            </a:r>
            <a:endParaRPr/>
          </a:p>
        </p:txBody>
      </p:sp>
      <p:sp>
        <p:nvSpPr>
          <p:cNvPr id="729" name="Google Shape;729;p17"/>
          <p:cNvSpPr txBox="1"/>
          <p:nvPr>
            <p:ph idx="4294967295" type="body"/>
          </p:nvPr>
        </p:nvSpPr>
        <p:spPr>
          <a:xfrm>
            <a:off x="1287250" y="3908000"/>
            <a:ext cx="7399500" cy="570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b="1" lang="en"/>
              <a:t>Proactive threat hunting</a:t>
            </a:r>
            <a:r>
              <a:rPr lang="en"/>
              <a:t>: Analyzes patterns and predicts security incidents</a:t>
            </a:r>
            <a:endParaRPr/>
          </a:p>
        </p:txBody>
      </p:sp>
      <p:sp>
        <p:nvSpPr>
          <p:cNvPr id="730" name="Google Shape;730;p17"/>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Benefits of AI and ML in Data Analysis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4" name="Shape 734"/>
        <p:cNvGrpSpPr/>
        <p:nvPr/>
      </p:nvGrpSpPr>
      <p:grpSpPr>
        <a:xfrm>
          <a:off x="0" y="0"/>
          <a:ext cx="0" cy="0"/>
          <a:chOff x="0" y="0"/>
          <a:chExt cx="0" cy="0"/>
        </a:xfrm>
      </p:grpSpPr>
      <p:sp>
        <p:nvSpPr>
          <p:cNvPr id="735" name="Google Shape;735;p18"/>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a:t>Analysis of Logins and Application Access Patterns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19"/>
          <p:cNvSpPr txBox="1"/>
          <p:nvPr>
            <p:ph type="title"/>
          </p:nvPr>
        </p:nvSpPr>
        <p:spPr>
          <a:xfrm>
            <a:off x="457200" y="146300"/>
            <a:ext cx="8452800" cy="8553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2600"/>
              <a:buNone/>
            </a:pPr>
            <a:r>
              <a:rPr lang="en"/>
              <a:t>Analysis of Logins and Application Access Patterns: Step 1 – Creating a dataset</a:t>
            </a:r>
            <a:endParaRPr/>
          </a:p>
          <a:p>
            <a:pPr indent="0" lvl="0" marL="0" rtl="0" algn="l">
              <a:lnSpc>
                <a:spcPct val="100000"/>
              </a:lnSpc>
              <a:spcBef>
                <a:spcPts val="0"/>
              </a:spcBef>
              <a:spcAft>
                <a:spcPts val="0"/>
              </a:spcAft>
              <a:buSzPts val="2600"/>
              <a:buNone/>
            </a:pPr>
            <a:r>
              <a:t/>
            </a:r>
            <a:endParaRPr/>
          </a:p>
        </p:txBody>
      </p:sp>
      <p:sp>
        <p:nvSpPr>
          <p:cNvPr id="741" name="Google Shape;741;p19"/>
          <p:cNvSpPr txBox="1"/>
          <p:nvPr>
            <p:ph idx="3" type="body"/>
          </p:nvPr>
        </p:nvSpPr>
        <p:spPr>
          <a:xfrm>
            <a:off x="280650" y="1154575"/>
            <a:ext cx="4010700" cy="3520800"/>
          </a:xfrm>
          <a:prstGeom prst="rect">
            <a:avLst/>
          </a:prstGeom>
          <a:noFill/>
          <a:ln>
            <a:noFill/>
          </a:ln>
        </p:spPr>
        <p:txBody>
          <a:bodyPr anchorCtr="0" anchor="t" bIns="91425" lIns="137150" spcFirstLastPara="1" rIns="91425" wrap="square" tIns="91425">
            <a:noAutofit/>
          </a:bodyPr>
          <a:lstStyle/>
          <a:p>
            <a:pPr indent="0" lvl="0" marL="0" rtl="0" algn="l">
              <a:lnSpc>
                <a:spcPct val="115000"/>
              </a:lnSpc>
              <a:spcBef>
                <a:spcPts val="0"/>
              </a:spcBef>
              <a:spcAft>
                <a:spcPts val="0"/>
              </a:spcAft>
              <a:buSzPts val="1800"/>
              <a:buNone/>
            </a:pPr>
            <a:r>
              <a:rPr lang="en"/>
              <a:t>Create a dataset of user login times and application access patterns for a network. Include normal behavior (logins between 8am and 6pm, access to specific applications) and a few instances of abnormal behavior (logins at 2am, access to sensitive applications at unusual times). Display the output of this dataset in tabular format highlighting abnormal results.</a:t>
            </a:r>
            <a:endParaRPr/>
          </a:p>
        </p:txBody>
      </p:sp>
      <p:pic>
        <p:nvPicPr>
          <p:cNvPr id="742" name="Google Shape;742;p19"/>
          <p:cNvPicPr preferRelativeResize="0"/>
          <p:nvPr/>
        </p:nvPicPr>
        <p:blipFill rotWithShape="1">
          <a:blip r:embed="rId3">
            <a:alphaModFix/>
          </a:blip>
          <a:srcRect b="0" l="0" r="0" t="0"/>
          <a:stretch/>
        </p:blipFill>
        <p:spPr>
          <a:xfrm>
            <a:off x="4467075" y="1245563"/>
            <a:ext cx="4506600" cy="280528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sp>
        <p:nvSpPr>
          <p:cNvPr id="747" name="Google Shape;747;p20"/>
          <p:cNvSpPr txBox="1"/>
          <p:nvPr>
            <p:ph type="title"/>
          </p:nvPr>
        </p:nvSpPr>
        <p:spPr>
          <a:xfrm>
            <a:off x="457200" y="146300"/>
            <a:ext cx="8534400" cy="8682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2600"/>
              <a:buNone/>
            </a:pPr>
            <a:r>
              <a:rPr lang="en"/>
              <a:t>Analysis of Logins and Application Access Patterns: Step 2 </a:t>
            </a:r>
            <a:r>
              <a:rPr lang="en">
                <a:solidFill>
                  <a:schemeClr val="dk2"/>
                </a:solidFill>
              </a:rPr>
              <a:t>–</a:t>
            </a:r>
            <a:r>
              <a:rPr lang="en"/>
              <a:t> Identifying regular patterns and deviations</a:t>
            </a:r>
            <a:endParaRPr/>
          </a:p>
          <a:p>
            <a:pPr indent="0" lvl="0" marL="0" rtl="0" algn="l">
              <a:lnSpc>
                <a:spcPct val="100000"/>
              </a:lnSpc>
              <a:spcBef>
                <a:spcPts val="0"/>
              </a:spcBef>
              <a:spcAft>
                <a:spcPts val="0"/>
              </a:spcAft>
              <a:buSzPts val="2600"/>
              <a:buNone/>
            </a:pPr>
            <a:r>
              <a:t/>
            </a:r>
            <a:endParaRPr/>
          </a:p>
        </p:txBody>
      </p:sp>
      <p:sp>
        <p:nvSpPr>
          <p:cNvPr id="748" name="Google Shape;748;p20"/>
          <p:cNvSpPr txBox="1"/>
          <p:nvPr>
            <p:ph idx="3" type="body"/>
          </p:nvPr>
        </p:nvSpPr>
        <p:spPr>
          <a:xfrm>
            <a:off x="280650" y="1371600"/>
            <a:ext cx="4010700" cy="3771900"/>
          </a:xfrm>
          <a:prstGeom prst="rect">
            <a:avLst/>
          </a:prstGeom>
          <a:noFill/>
          <a:ln>
            <a:noFill/>
          </a:ln>
        </p:spPr>
        <p:txBody>
          <a:bodyPr anchorCtr="0" anchor="t" bIns="91425" lIns="137150" spcFirstLastPara="1" rIns="91425" wrap="square" tIns="91425">
            <a:noAutofit/>
          </a:bodyPr>
          <a:lstStyle/>
          <a:p>
            <a:pPr indent="0" lvl="0" marL="0" rtl="0" algn="l">
              <a:lnSpc>
                <a:spcPct val="115000"/>
              </a:lnSpc>
              <a:spcBef>
                <a:spcPts val="0"/>
              </a:spcBef>
              <a:spcAft>
                <a:spcPts val="0"/>
              </a:spcAft>
              <a:buSzPts val="1800"/>
              <a:buNone/>
            </a:pPr>
            <a:r>
              <a:rPr lang="en"/>
              <a:t>Analyze the provided dataset to identify regular user behavior patterns. Highlight any instances where user behavior deviates from these patterns, such as logins at unusual times or access to sensitive applications. Present results in tabular format.</a:t>
            </a:r>
            <a:endParaRPr/>
          </a:p>
        </p:txBody>
      </p:sp>
      <p:pic>
        <p:nvPicPr>
          <p:cNvPr id="749" name="Google Shape;749;p20"/>
          <p:cNvPicPr preferRelativeResize="0"/>
          <p:nvPr/>
        </p:nvPicPr>
        <p:blipFill rotWithShape="1">
          <a:blip r:embed="rId3">
            <a:alphaModFix/>
          </a:blip>
          <a:srcRect b="0" l="0" r="0" t="0"/>
          <a:stretch/>
        </p:blipFill>
        <p:spPr>
          <a:xfrm>
            <a:off x="4443750" y="1371600"/>
            <a:ext cx="4547851" cy="35453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3" name="Shape 753"/>
        <p:cNvGrpSpPr/>
        <p:nvPr/>
      </p:nvGrpSpPr>
      <p:grpSpPr>
        <a:xfrm>
          <a:off x="0" y="0"/>
          <a:ext cx="0" cy="0"/>
          <a:chOff x="0" y="0"/>
          <a:chExt cx="0" cy="0"/>
        </a:xfrm>
      </p:grpSpPr>
      <p:sp>
        <p:nvSpPr>
          <p:cNvPr id="754" name="Google Shape;754;p21"/>
          <p:cNvSpPr txBox="1"/>
          <p:nvPr>
            <p:ph type="title"/>
          </p:nvPr>
        </p:nvSpPr>
        <p:spPr>
          <a:xfrm>
            <a:off x="457200" y="146300"/>
            <a:ext cx="8534400" cy="868200"/>
          </a:xfrm>
          <a:prstGeom prst="rect">
            <a:avLst/>
          </a:prstGeom>
          <a:noFill/>
          <a:ln>
            <a:noFill/>
          </a:ln>
        </p:spPr>
        <p:txBody>
          <a:bodyPr anchorCtr="0" anchor="t" bIns="0" lIns="0" spcFirstLastPara="1" rIns="91425" wrap="square" tIns="0">
            <a:noAutofit/>
          </a:bodyPr>
          <a:lstStyle/>
          <a:p>
            <a:pPr indent="0" lvl="0" marL="0" rtl="0" algn="l">
              <a:lnSpc>
                <a:spcPct val="100000"/>
              </a:lnSpc>
              <a:spcBef>
                <a:spcPts val="0"/>
              </a:spcBef>
              <a:spcAft>
                <a:spcPts val="0"/>
              </a:spcAft>
              <a:buSzPts val="2600"/>
              <a:buNone/>
            </a:pPr>
            <a:r>
              <a:rPr lang="en"/>
              <a:t>Analysis of Logins and Application Access Patterns: Step 3 </a:t>
            </a:r>
            <a:r>
              <a:rPr lang="en">
                <a:solidFill>
                  <a:schemeClr val="dk2"/>
                </a:solidFill>
              </a:rPr>
              <a:t>–</a:t>
            </a:r>
            <a:r>
              <a:rPr lang="en"/>
              <a:t> Providing a summary of the deviations </a:t>
            </a:r>
            <a:endParaRPr/>
          </a:p>
        </p:txBody>
      </p:sp>
      <p:sp>
        <p:nvSpPr>
          <p:cNvPr id="755" name="Google Shape;755;p21"/>
          <p:cNvSpPr txBox="1"/>
          <p:nvPr>
            <p:ph idx="3" type="body"/>
          </p:nvPr>
        </p:nvSpPr>
        <p:spPr>
          <a:xfrm>
            <a:off x="280650" y="1167450"/>
            <a:ext cx="6392100" cy="562500"/>
          </a:xfrm>
          <a:prstGeom prst="rect">
            <a:avLst/>
          </a:prstGeom>
          <a:noFill/>
          <a:ln>
            <a:noFill/>
          </a:ln>
        </p:spPr>
        <p:txBody>
          <a:bodyPr anchorCtr="0" anchor="t" bIns="91425" lIns="137150" spcFirstLastPara="1" rIns="91425" wrap="square" tIns="91425">
            <a:noAutofit/>
          </a:bodyPr>
          <a:lstStyle/>
          <a:p>
            <a:pPr indent="0" lvl="0" marL="0" rtl="0" algn="just">
              <a:lnSpc>
                <a:spcPct val="115000"/>
              </a:lnSpc>
              <a:spcBef>
                <a:spcPts val="0"/>
              </a:spcBef>
              <a:spcAft>
                <a:spcPts val="0"/>
              </a:spcAft>
              <a:buSzPts val="1800"/>
              <a:buNone/>
            </a:pPr>
            <a:r>
              <a:rPr lang="en"/>
              <a:t>Summarize the deviations in tabular format:</a:t>
            </a:r>
            <a:endParaRPr/>
          </a:p>
        </p:txBody>
      </p:sp>
      <p:grpSp>
        <p:nvGrpSpPr>
          <p:cNvPr id="756" name="Google Shape;756;p21"/>
          <p:cNvGrpSpPr/>
          <p:nvPr/>
        </p:nvGrpSpPr>
        <p:grpSpPr>
          <a:xfrm>
            <a:off x="-3" y="1750325"/>
            <a:ext cx="8686828" cy="400200"/>
            <a:chOff x="-3" y="1185750"/>
            <a:chExt cx="8686828" cy="400200"/>
          </a:xfrm>
        </p:grpSpPr>
        <p:cxnSp>
          <p:nvCxnSpPr>
            <p:cNvPr id="757" name="Google Shape;757;p21"/>
            <p:cNvCxnSpPr/>
            <p:nvPr/>
          </p:nvCxnSpPr>
          <p:spPr>
            <a:xfrm>
              <a:off x="-3" y="1385850"/>
              <a:ext cx="686400" cy="0"/>
            </a:xfrm>
            <a:prstGeom prst="straightConnector1">
              <a:avLst/>
            </a:prstGeom>
            <a:noFill/>
            <a:ln cap="flat" cmpd="sng" w="19050">
              <a:solidFill>
                <a:schemeClr val="accent6"/>
              </a:solidFill>
              <a:prstDash val="solid"/>
              <a:round/>
              <a:headEnd len="sm" w="sm" type="none"/>
              <a:tailEnd len="med" w="med" type="oval"/>
            </a:ln>
          </p:spPr>
        </p:cxnSp>
        <p:sp>
          <p:nvSpPr>
            <p:cNvPr id="758" name="Google Shape;758;p21"/>
            <p:cNvSpPr/>
            <p:nvPr/>
          </p:nvSpPr>
          <p:spPr>
            <a:xfrm>
              <a:off x="596125" y="1185750"/>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9" name="Google Shape;759;p21"/>
            <p:cNvSpPr/>
            <p:nvPr/>
          </p:nvSpPr>
          <p:spPr>
            <a:xfrm>
              <a:off x="513600" y="1224300"/>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60" name="Google Shape;760;p21"/>
            <p:cNvSpPr/>
            <p:nvPr/>
          </p:nvSpPr>
          <p:spPr>
            <a:xfrm>
              <a:off x="593400" y="1304100"/>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61" name="Google Shape;761;p21"/>
          <p:cNvGrpSpPr/>
          <p:nvPr/>
        </p:nvGrpSpPr>
        <p:grpSpPr>
          <a:xfrm>
            <a:off x="-3" y="2436067"/>
            <a:ext cx="8686828" cy="400200"/>
            <a:chOff x="-3" y="1885788"/>
            <a:chExt cx="8686828" cy="400200"/>
          </a:xfrm>
        </p:grpSpPr>
        <p:cxnSp>
          <p:nvCxnSpPr>
            <p:cNvPr id="762" name="Google Shape;762;p21"/>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763" name="Google Shape;763;p21"/>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764" name="Google Shape;764;p21"/>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21"/>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66" name="Google Shape;766;p21"/>
            <p:cNvSpPr/>
            <p:nvPr/>
          </p:nvSpPr>
          <p:spPr>
            <a:xfrm>
              <a:off x="593400" y="2004138"/>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67" name="Google Shape;767;p21"/>
          <p:cNvGrpSpPr/>
          <p:nvPr/>
        </p:nvGrpSpPr>
        <p:grpSpPr>
          <a:xfrm>
            <a:off x="-3" y="3121809"/>
            <a:ext cx="8686828" cy="400200"/>
            <a:chOff x="-3" y="2566213"/>
            <a:chExt cx="8686828" cy="400200"/>
          </a:xfrm>
        </p:grpSpPr>
        <p:cxnSp>
          <p:nvCxnSpPr>
            <p:cNvPr id="768" name="Google Shape;768;p21"/>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769" name="Google Shape;769;p21"/>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0" name="Google Shape;770;p21"/>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71" name="Google Shape;771;p21"/>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72" name="Google Shape;772;p21"/>
          <p:cNvSpPr txBox="1"/>
          <p:nvPr>
            <p:ph idx="4294967295" type="body"/>
          </p:nvPr>
        </p:nvSpPr>
        <p:spPr>
          <a:xfrm>
            <a:off x="914400" y="1767575"/>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Speed and efficiency</a:t>
            </a:r>
            <a:endParaRPr/>
          </a:p>
        </p:txBody>
      </p:sp>
      <p:sp>
        <p:nvSpPr>
          <p:cNvPr id="773" name="Google Shape;773;p21"/>
          <p:cNvSpPr txBox="1"/>
          <p:nvPr>
            <p:ph idx="1" type="subTitle"/>
          </p:nvPr>
        </p:nvSpPr>
        <p:spPr>
          <a:xfrm>
            <a:off x="914400" y="2453112"/>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Accuracy</a:t>
            </a:r>
            <a:endParaRPr/>
          </a:p>
        </p:txBody>
      </p:sp>
      <p:sp>
        <p:nvSpPr>
          <p:cNvPr id="774" name="Google Shape;774;p21"/>
          <p:cNvSpPr txBox="1"/>
          <p:nvPr>
            <p:ph idx="4294967295" type="body"/>
          </p:nvPr>
        </p:nvSpPr>
        <p:spPr>
          <a:xfrm>
            <a:off x="914400" y="3138648"/>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Consistency</a:t>
            </a:r>
            <a:endParaRPr/>
          </a:p>
        </p:txBody>
      </p:sp>
      <p:grpSp>
        <p:nvGrpSpPr>
          <p:cNvPr id="775" name="Google Shape;775;p21"/>
          <p:cNvGrpSpPr/>
          <p:nvPr/>
        </p:nvGrpSpPr>
        <p:grpSpPr>
          <a:xfrm>
            <a:off x="-3" y="3807555"/>
            <a:ext cx="8686828" cy="400200"/>
            <a:chOff x="-3" y="1885788"/>
            <a:chExt cx="8686828" cy="400200"/>
          </a:xfrm>
        </p:grpSpPr>
        <p:cxnSp>
          <p:nvCxnSpPr>
            <p:cNvPr id="776" name="Google Shape;776;p21"/>
            <p:cNvCxnSpPr/>
            <p:nvPr/>
          </p:nvCxnSpPr>
          <p:spPr>
            <a:xfrm>
              <a:off x="-3" y="2085888"/>
              <a:ext cx="662400" cy="0"/>
            </a:xfrm>
            <a:prstGeom prst="straightConnector1">
              <a:avLst/>
            </a:prstGeom>
            <a:noFill/>
            <a:ln cap="flat" cmpd="sng" w="19050">
              <a:solidFill>
                <a:schemeClr val="accent6"/>
              </a:solidFill>
              <a:prstDash val="solid"/>
              <a:round/>
              <a:headEnd len="sm" w="sm" type="none"/>
              <a:tailEnd len="med" w="med" type="oval"/>
            </a:ln>
          </p:spPr>
        </p:cxnSp>
        <p:cxnSp>
          <p:nvCxnSpPr>
            <p:cNvPr id="777" name="Google Shape;777;p21"/>
            <p:cNvCxnSpPr/>
            <p:nvPr/>
          </p:nvCxnSpPr>
          <p:spPr>
            <a:xfrm>
              <a:off x="-3" y="2085888"/>
              <a:ext cx="672900" cy="0"/>
            </a:xfrm>
            <a:prstGeom prst="straightConnector1">
              <a:avLst/>
            </a:prstGeom>
            <a:noFill/>
            <a:ln cap="flat" cmpd="sng" w="19050">
              <a:solidFill>
                <a:schemeClr val="accent6"/>
              </a:solidFill>
              <a:prstDash val="solid"/>
              <a:round/>
              <a:headEnd len="sm" w="sm" type="none"/>
              <a:tailEnd len="med" w="med" type="oval"/>
            </a:ln>
          </p:spPr>
        </p:cxnSp>
        <p:sp>
          <p:nvSpPr>
            <p:cNvPr id="778" name="Google Shape;778;p21"/>
            <p:cNvSpPr/>
            <p:nvPr/>
          </p:nvSpPr>
          <p:spPr>
            <a:xfrm>
              <a:off x="596125" y="1885788"/>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21"/>
            <p:cNvSpPr/>
            <p:nvPr/>
          </p:nvSpPr>
          <p:spPr>
            <a:xfrm>
              <a:off x="513600" y="1924338"/>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80" name="Google Shape;780;p21"/>
            <p:cNvSpPr/>
            <p:nvPr/>
          </p:nvSpPr>
          <p:spPr>
            <a:xfrm>
              <a:off x="593400" y="2004138"/>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grpSp>
        <p:nvGrpSpPr>
          <p:cNvPr id="781" name="Google Shape;781;p21"/>
          <p:cNvGrpSpPr/>
          <p:nvPr/>
        </p:nvGrpSpPr>
        <p:grpSpPr>
          <a:xfrm>
            <a:off x="-3" y="4493297"/>
            <a:ext cx="8686828" cy="400200"/>
            <a:chOff x="-3" y="2566213"/>
            <a:chExt cx="8686828" cy="400200"/>
          </a:xfrm>
        </p:grpSpPr>
        <p:cxnSp>
          <p:nvCxnSpPr>
            <p:cNvPr id="782" name="Google Shape;782;p21"/>
            <p:cNvCxnSpPr/>
            <p:nvPr/>
          </p:nvCxnSpPr>
          <p:spPr>
            <a:xfrm>
              <a:off x="-3" y="2766313"/>
              <a:ext cx="666300" cy="0"/>
            </a:xfrm>
            <a:prstGeom prst="straightConnector1">
              <a:avLst/>
            </a:prstGeom>
            <a:noFill/>
            <a:ln cap="flat" cmpd="sng" w="19050">
              <a:solidFill>
                <a:schemeClr val="accent6"/>
              </a:solidFill>
              <a:prstDash val="solid"/>
              <a:round/>
              <a:headEnd len="sm" w="sm" type="none"/>
              <a:tailEnd len="med" w="med" type="oval"/>
            </a:ln>
          </p:spPr>
        </p:cxnSp>
        <p:sp>
          <p:nvSpPr>
            <p:cNvPr id="783" name="Google Shape;783;p21"/>
            <p:cNvSpPr/>
            <p:nvPr/>
          </p:nvSpPr>
          <p:spPr>
            <a:xfrm>
              <a:off x="596125" y="2566213"/>
              <a:ext cx="8090700" cy="4002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4" name="Google Shape;784;p21"/>
            <p:cNvSpPr/>
            <p:nvPr/>
          </p:nvSpPr>
          <p:spPr>
            <a:xfrm>
              <a:off x="513600" y="2604763"/>
              <a:ext cx="323100" cy="323100"/>
            </a:xfrm>
            <a:prstGeom prst="ellipse">
              <a:avLst/>
            </a:prstGeom>
            <a:solidFill>
              <a:schemeClr val="lt2"/>
            </a:solidFill>
            <a:ln cap="flat" cmpd="sng" w="762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82D49"/>
                </a:solidFill>
                <a:latin typeface="Arial"/>
                <a:ea typeface="Arial"/>
                <a:cs typeface="Arial"/>
                <a:sym typeface="Arial"/>
              </a:endParaRPr>
            </a:p>
          </p:txBody>
        </p:sp>
        <p:sp>
          <p:nvSpPr>
            <p:cNvPr id="785" name="Google Shape;785;p21"/>
            <p:cNvSpPr/>
            <p:nvPr/>
          </p:nvSpPr>
          <p:spPr>
            <a:xfrm>
              <a:off x="593400" y="2684563"/>
              <a:ext cx="163500" cy="1635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grpSp>
      <p:sp>
        <p:nvSpPr>
          <p:cNvPr id="786" name="Google Shape;786;p21"/>
          <p:cNvSpPr txBox="1"/>
          <p:nvPr>
            <p:ph idx="4294967295" type="body"/>
          </p:nvPr>
        </p:nvSpPr>
        <p:spPr>
          <a:xfrm>
            <a:off x="914400" y="3824600"/>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Scalability</a:t>
            </a:r>
            <a:endParaRPr/>
          </a:p>
        </p:txBody>
      </p:sp>
      <p:sp>
        <p:nvSpPr>
          <p:cNvPr id="787" name="Google Shape;787;p21"/>
          <p:cNvSpPr txBox="1"/>
          <p:nvPr>
            <p:ph idx="4294967295" type="body"/>
          </p:nvPr>
        </p:nvSpPr>
        <p:spPr>
          <a:xfrm>
            <a:off x="914400" y="4510136"/>
            <a:ext cx="7772400" cy="36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Real-time analysis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p22"/>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Exploring AI and ML in Anomaly Detection</a:t>
            </a:r>
            <a:endParaRPr/>
          </a:p>
        </p:txBody>
      </p:sp>
      <p:sp>
        <p:nvSpPr>
          <p:cNvPr id="793" name="Google Shape;793;p22"/>
          <p:cNvSpPr txBox="1"/>
          <p:nvPr>
            <p:ph idx="3" type="body"/>
          </p:nvPr>
        </p:nvSpPr>
        <p:spPr>
          <a:xfrm>
            <a:off x="912725" y="1516225"/>
            <a:ext cx="7337400" cy="2597400"/>
          </a:xfrm>
          <a:prstGeom prst="rect">
            <a:avLst/>
          </a:prstGeom>
          <a:noFill/>
          <a:ln>
            <a:noFill/>
          </a:ln>
        </p:spPr>
        <p:txBody>
          <a:bodyPr anchorCtr="0" anchor="t" bIns="0" lIns="0" spcFirstLastPara="1" rIns="0" wrap="square" tIns="91425">
            <a:noAutofit/>
          </a:bodyPr>
          <a:lstStyle/>
          <a:p>
            <a:pPr indent="0" lvl="0" marL="0" rtl="0" algn="l">
              <a:lnSpc>
                <a:spcPct val="115000"/>
              </a:lnSpc>
              <a:spcBef>
                <a:spcPts val="0"/>
              </a:spcBef>
              <a:spcAft>
                <a:spcPts val="0"/>
              </a:spcAft>
              <a:buSzPts val="1800"/>
              <a:buNone/>
            </a:pPr>
            <a:r>
              <a:rPr lang="en"/>
              <a:t>In this activity, you will use AI to research how AI can detect </a:t>
            </a:r>
            <a:br>
              <a:rPr lang="en"/>
            </a:br>
            <a:r>
              <a:rPr lang="en"/>
              <a:t>anomalies using AI.</a:t>
            </a:r>
            <a:endParaRPr/>
          </a:p>
        </p:txBody>
      </p:sp>
      <p:pic>
        <p:nvPicPr>
          <p:cNvPr id="794" name="Google Shape;794;p22"/>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795" name="Google Shape;795;p22"/>
          <p:cNvSpPr txBox="1"/>
          <p:nvPr/>
        </p:nvSpPr>
        <p:spPr>
          <a:xfrm>
            <a:off x="7252275" y="4568825"/>
            <a:ext cx="1510800" cy="3405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800">
                <a:solidFill>
                  <a:schemeClr val="dk2"/>
                </a:solidFill>
                <a:latin typeface="Roboto"/>
                <a:ea typeface="Roboto"/>
                <a:cs typeface="Roboto"/>
                <a:sym typeface="Roboto"/>
              </a:rPr>
              <a:t>20 Minutes</a:t>
            </a:r>
            <a:endParaRPr sz="1800">
              <a:solidFill>
                <a:schemeClr val="dk2"/>
              </a:solidFill>
              <a:latin typeface="Roboto"/>
              <a:ea typeface="Roboto"/>
              <a:cs typeface="Roboto"/>
              <a:sym typeface="Roboto"/>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11" name="Shape 811"/>
        <p:cNvGrpSpPr/>
        <p:nvPr/>
      </p:nvGrpSpPr>
      <p:grpSpPr>
        <a:xfrm>
          <a:off x="0" y="0"/>
          <a:ext cx="0" cy="0"/>
          <a:chOff x="0" y="0"/>
          <a:chExt cx="0" cy="0"/>
        </a:xfrm>
      </p:grpSpPr>
      <p:sp>
        <p:nvSpPr>
          <p:cNvPr id="812" name="Google Shape;812;g2eee884a559_0_14232"/>
          <p:cNvSpPr txBox="1"/>
          <p:nvPr>
            <p:ph type="title"/>
          </p:nvPr>
        </p:nvSpPr>
        <p:spPr>
          <a:xfrm>
            <a:off x="0" y="2694300"/>
            <a:ext cx="9144000" cy="740700"/>
          </a:xfrm>
          <a:prstGeom prst="rect">
            <a:avLst/>
          </a:prstGeom>
          <a:noFill/>
          <a:ln>
            <a:noFill/>
          </a:ln>
        </p:spPr>
        <p:txBody>
          <a:bodyPr anchorCtr="0" anchor="t" bIns="91425" lIns="0" spcFirstLastPara="1" rIns="0" wrap="square" tIns="91425">
            <a:noAutofit/>
          </a:bodyPr>
          <a:lstStyle/>
          <a:p>
            <a:pPr indent="0" lvl="0" marL="0" rtl="0" algn="ctr">
              <a:spcBef>
                <a:spcPts val="0"/>
              </a:spcBef>
              <a:spcAft>
                <a:spcPts val="0"/>
              </a:spcAft>
              <a:buNone/>
            </a:pPr>
            <a:r>
              <a:rPr lang="en">
                <a:solidFill>
                  <a:schemeClr val="dk2"/>
                </a:solidFill>
                <a:latin typeface="Roboto"/>
                <a:ea typeface="Roboto"/>
                <a:cs typeface="Roboto"/>
                <a:sym typeface="Roboto"/>
              </a:rPr>
              <a:t>Practical </a:t>
            </a:r>
            <a:r>
              <a:rPr b="0" lang="en">
                <a:solidFill>
                  <a:schemeClr val="dk2"/>
                </a:solidFill>
                <a:latin typeface="Roboto"/>
                <a:ea typeface="Roboto"/>
                <a:cs typeface="Roboto"/>
                <a:sym typeface="Roboto"/>
              </a:rPr>
              <a:t>GPT</a:t>
            </a:r>
            <a:endParaRPr b="0">
              <a:solidFill>
                <a:schemeClr val="dk2"/>
              </a:solidFill>
              <a:latin typeface="Roboto"/>
              <a:ea typeface="Roboto"/>
              <a:cs typeface="Roboto"/>
              <a:sym typeface="Roboto"/>
            </a:endParaRPr>
          </a:p>
          <a:p>
            <a:pPr indent="0" lvl="0" marL="0" rtl="0" algn="ctr">
              <a:spcBef>
                <a:spcPts val="0"/>
              </a:spcBef>
              <a:spcAft>
                <a:spcPts val="0"/>
              </a:spcAft>
              <a:buNone/>
            </a:pPr>
            <a:r>
              <a:t/>
            </a:r>
            <a:endParaRPr b="0">
              <a:solidFill>
                <a:schemeClr val="dk2"/>
              </a:solidFill>
              <a:latin typeface="Roboto"/>
              <a:ea typeface="Roboto"/>
              <a:cs typeface="Roboto"/>
              <a:sym typeface="Roboto"/>
            </a:endParaRPr>
          </a:p>
          <a:p>
            <a:pPr indent="0" lvl="0" marL="0" rtl="0" algn="ctr">
              <a:spcBef>
                <a:spcPts val="0"/>
              </a:spcBef>
              <a:spcAft>
                <a:spcPts val="0"/>
              </a:spcAft>
              <a:buNone/>
            </a:pPr>
            <a:r>
              <a:t/>
            </a:r>
            <a:endParaRPr b="0">
              <a:solidFill>
                <a:schemeClr val="dk2"/>
              </a:solidFill>
              <a:latin typeface="Roboto"/>
              <a:ea typeface="Roboto"/>
              <a:cs typeface="Roboto"/>
              <a:sym typeface="Roboto"/>
            </a:endParaRPr>
          </a:p>
        </p:txBody>
      </p:sp>
      <p:pic>
        <p:nvPicPr>
          <p:cNvPr id="813" name="Google Shape;813;g2eee884a559_0_14232"/>
          <p:cNvPicPr preferRelativeResize="0"/>
          <p:nvPr/>
        </p:nvPicPr>
        <p:blipFill>
          <a:blip r:embed="rId3">
            <a:alphaModFix/>
          </a:blip>
          <a:stretch>
            <a:fillRect/>
          </a:stretch>
        </p:blipFill>
        <p:spPr>
          <a:xfrm>
            <a:off x="4015850" y="1467800"/>
            <a:ext cx="1112299" cy="112765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7" name="Shape 817"/>
        <p:cNvGrpSpPr/>
        <p:nvPr/>
      </p:nvGrpSpPr>
      <p:grpSpPr>
        <a:xfrm>
          <a:off x="0" y="0"/>
          <a:ext cx="0" cy="0"/>
          <a:chOff x="0" y="0"/>
          <a:chExt cx="0" cy="0"/>
        </a:xfrm>
      </p:grpSpPr>
      <p:sp>
        <p:nvSpPr>
          <p:cNvPr id="818" name="Google Shape;818;p26"/>
          <p:cNvSpPr txBox="1"/>
          <p:nvPr>
            <p:ph idx="1" type="body"/>
          </p:nvPr>
        </p:nvSpPr>
        <p:spPr>
          <a:xfrm>
            <a:off x="3537925" y="325175"/>
            <a:ext cx="5148900" cy="4695600"/>
          </a:xfrm>
          <a:prstGeom prst="rect">
            <a:avLst/>
          </a:prstGeom>
          <a:noFill/>
          <a:ln>
            <a:noFill/>
          </a:ln>
        </p:spPr>
        <p:txBody>
          <a:bodyPr anchorCtr="0" anchor="ctr" bIns="91425" lIns="0" spcFirstLastPara="1" rIns="0" wrap="square" tIns="91425">
            <a:noAutofit/>
          </a:bodyPr>
          <a:lstStyle/>
          <a:p>
            <a:pPr indent="0" lvl="0" marL="0" rtl="0" algn="l">
              <a:lnSpc>
                <a:spcPct val="115000"/>
              </a:lnSpc>
              <a:spcBef>
                <a:spcPts val="0"/>
              </a:spcBef>
              <a:spcAft>
                <a:spcPts val="0"/>
              </a:spcAft>
              <a:buSzPts val="3600"/>
              <a:buNone/>
            </a:pPr>
            <a:r>
              <a:rPr b="1" lang="en" sz="2400"/>
              <a:t>ChatGPT</a:t>
            </a:r>
            <a:r>
              <a:rPr lang="en" sz="2400"/>
              <a:t>, developed by OpenAI, </a:t>
            </a:r>
            <a:br>
              <a:rPr lang="en" sz="2400"/>
            </a:br>
            <a:r>
              <a:rPr lang="en" sz="2400"/>
              <a:t>is a type of artificial intelligence model that excels in </a:t>
            </a:r>
            <a:r>
              <a:rPr b="1" lang="en" sz="2400"/>
              <a:t>generating human-like text</a:t>
            </a:r>
            <a:r>
              <a:rPr lang="en" sz="2400"/>
              <a:t> based on </a:t>
            </a:r>
            <a:br>
              <a:rPr lang="en" sz="2400"/>
            </a:br>
            <a:r>
              <a:rPr lang="en" sz="2400"/>
              <a:t>the input it receives.</a:t>
            </a:r>
            <a:endParaRPr b="1" sz="24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2" name="Shape 822"/>
        <p:cNvGrpSpPr/>
        <p:nvPr/>
      </p:nvGrpSpPr>
      <p:grpSpPr>
        <a:xfrm>
          <a:off x="0" y="0"/>
          <a:ext cx="0" cy="0"/>
          <a:chOff x="0" y="0"/>
          <a:chExt cx="0" cy="0"/>
        </a:xfrm>
      </p:grpSpPr>
      <p:sp>
        <p:nvSpPr>
          <p:cNvPr id="823" name="Google Shape;823;p27"/>
          <p:cNvSpPr/>
          <p:nvPr/>
        </p:nvSpPr>
        <p:spPr>
          <a:xfrm>
            <a:off x="4572000" y="1366875"/>
            <a:ext cx="4170900" cy="1569600"/>
          </a:xfrm>
          <a:prstGeom prst="round2DiagRect">
            <a:avLst>
              <a:gd fmla="val 0" name="adj1"/>
              <a:gd fmla="val 1339" name="adj2"/>
            </a:avLst>
          </a:prstGeom>
          <a:solidFill>
            <a:schemeClr val="accent4"/>
          </a:solidFill>
          <a:ln>
            <a:noFill/>
          </a:ln>
        </p:spPr>
        <p:txBody>
          <a:bodyPr anchorCtr="0" anchor="t" bIns="365750" lIns="73150" spcFirstLastPara="1" rIns="73150" wrap="square" tIns="182875">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dk2"/>
                </a:solidFill>
                <a:latin typeface="Roboto"/>
                <a:ea typeface="Roboto"/>
                <a:cs typeface="Roboto"/>
                <a:sym typeface="Roboto"/>
              </a:rPr>
              <a:t>Pre-trained: </a:t>
            </a:r>
            <a:r>
              <a:rPr b="0" i="0" lang="en" sz="1800" u="none" cap="none" strike="noStrike">
                <a:solidFill>
                  <a:schemeClr val="dk2"/>
                </a:solidFill>
                <a:latin typeface="Roboto"/>
                <a:ea typeface="Roboto"/>
                <a:cs typeface="Roboto"/>
                <a:sym typeface="Roboto"/>
              </a:rPr>
              <a:t>Trained on a large dataset with sources from the internet. Training helps it understand language patterns, grammar, facts, and even some reasoning abilities.</a:t>
            </a:r>
            <a:endParaRPr b="0" i="0" sz="1800" u="none" cap="none" strike="noStrike">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2"/>
              </a:solidFill>
              <a:latin typeface="Roboto"/>
              <a:ea typeface="Roboto"/>
              <a:cs typeface="Roboto"/>
              <a:sym typeface="Roboto"/>
            </a:endParaRPr>
          </a:p>
        </p:txBody>
      </p:sp>
      <p:sp>
        <p:nvSpPr>
          <p:cNvPr id="824" name="Google Shape;824;p27"/>
          <p:cNvSpPr/>
          <p:nvPr/>
        </p:nvSpPr>
        <p:spPr>
          <a:xfrm>
            <a:off x="459425" y="2999374"/>
            <a:ext cx="3998100" cy="1569600"/>
          </a:xfrm>
          <a:prstGeom prst="round2DiagRect">
            <a:avLst>
              <a:gd fmla="val 0" name="adj1"/>
              <a:gd fmla="val 0" name="adj2"/>
            </a:avLst>
          </a:prstGeom>
          <a:solidFill>
            <a:schemeClr val="dk1"/>
          </a:solidFill>
          <a:ln>
            <a:noFill/>
          </a:ln>
        </p:spPr>
        <p:txBody>
          <a:bodyPr anchorCtr="0" anchor="t" bIns="182875" lIns="73150" spcFirstLastPara="1" rIns="73150" wrap="square" tIns="36575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chemeClr val="lt1"/>
                </a:solidFill>
                <a:latin typeface="Roboto"/>
                <a:ea typeface="Roboto"/>
                <a:cs typeface="Roboto"/>
                <a:sym typeface="Roboto"/>
              </a:rPr>
              <a:t>Transformer: </a:t>
            </a:r>
            <a:r>
              <a:rPr b="0" i="0" lang="en" sz="1800" u="none" cap="none" strike="noStrike">
                <a:solidFill>
                  <a:schemeClr val="lt1"/>
                </a:solidFill>
                <a:latin typeface="Roboto"/>
                <a:ea typeface="Roboto"/>
                <a:cs typeface="Roboto"/>
                <a:sym typeface="Roboto"/>
              </a:rPr>
              <a:t>Architecture used in GPT</a:t>
            </a:r>
            <a:r>
              <a:rPr lang="en" sz="1800">
                <a:solidFill>
                  <a:schemeClr val="lt1"/>
                </a:solidFill>
                <a:latin typeface="Roboto"/>
                <a:ea typeface="Roboto"/>
                <a:cs typeface="Roboto"/>
                <a:sym typeface="Roboto"/>
              </a:rPr>
              <a:t> is</a:t>
            </a:r>
            <a:r>
              <a:rPr b="0" i="0" lang="en" sz="1800" u="none" cap="none" strike="noStrike">
                <a:solidFill>
                  <a:schemeClr val="lt1"/>
                </a:solidFill>
                <a:latin typeface="Roboto"/>
                <a:ea typeface="Roboto"/>
                <a:cs typeface="Roboto"/>
                <a:sym typeface="Roboto"/>
              </a:rPr>
              <a:t> effective for processing sequences of data, like text. </a:t>
            </a:r>
            <a:endParaRPr b="0" i="0" sz="1100" u="none" cap="none" strike="noStrike">
              <a:solidFill>
                <a:schemeClr val="lt1"/>
              </a:solidFill>
              <a:latin typeface="Roboto"/>
              <a:ea typeface="Roboto"/>
              <a:cs typeface="Roboto"/>
              <a:sym typeface="Roboto"/>
            </a:endParaRPr>
          </a:p>
        </p:txBody>
      </p:sp>
      <p:sp>
        <p:nvSpPr>
          <p:cNvPr id="825" name="Google Shape;825;p27"/>
          <p:cNvSpPr/>
          <p:nvPr/>
        </p:nvSpPr>
        <p:spPr>
          <a:xfrm flipH="1">
            <a:off x="4571996" y="2999370"/>
            <a:ext cx="4170900" cy="1569600"/>
          </a:xfrm>
          <a:prstGeom prst="round2DiagRect">
            <a:avLst>
              <a:gd fmla="val 0" name="adj1"/>
              <a:gd fmla="val 0" name="adj2"/>
            </a:avLst>
          </a:prstGeom>
          <a:solidFill>
            <a:schemeClr val="accent1"/>
          </a:solidFill>
          <a:ln>
            <a:noFill/>
          </a:ln>
        </p:spPr>
        <p:txBody>
          <a:bodyPr anchorCtr="0" anchor="t" bIns="182875" lIns="73150" spcFirstLastPara="1" rIns="73150" wrap="square" tIns="365750">
            <a:noAutofit/>
          </a:bodyPr>
          <a:lstStyle/>
          <a:p>
            <a:pPr indent="0" lvl="0" marL="0" marR="0" rtl="0" algn="l">
              <a:lnSpc>
                <a:spcPct val="100000"/>
              </a:lnSpc>
              <a:spcBef>
                <a:spcPts val="0"/>
              </a:spcBef>
              <a:spcAft>
                <a:spcPts val="0"/>
              </a:spcAft>
              <a:buClr>
                <a:srgbClr val="000000"/>
              </a:buClr>
              <a:buSzPts val="1800"/>
              <a:buFont typeface="Arial"/>
              <a:buNone/>
            </a:pPr>
            <a:r>
              <a:rPr b="1" i="0" lang="en" sz="1800" u="none" cap="none" strike="noStrike">
                <a:solidFill>
                  <a:srgbClr val="082D49"/>
                </a:solidFill>
                <a:latin typeface="Roboto"/>
                <a:ea typeface="Roboto"/>
                <a:cs typeface="Roboto"/>
                <a:sym typeface="Roboto"/>
              </a:rPr>
              <a:t>Applications:</a:t>
            </a:r>
            <a:r>
              <a:rPr b="0" i="0" lang="en" sz="1800" u="none" cap="none" strike="noStrike">
                <a:solidFill>
                  <a:srgbClr val="082D49"/>
                </a:solidFill>
                <a:latin typeface="Roboto"/>
                <a:ea typeface="Roboto"/>
                <a:cs typeface="Roboto"/>
                <a:sym typeface="Roboto"/>
              </a:rPr>
              <a:t> GPT can be used for a wide range of applications, including chatbots, language translation, content creation, summarization, and more.</a:t>
            </a:r>
            <a:endParaRPr b="0" i="0" sz="1100" u="none" cap="none" strike="noStrike">
              <a:solidFill>
                <a:srgbClr val="082D49"/>
              </a:solidFill>
              <a:latin typeface="Roboto"/>
              <a:ea typeface="Roboto"/>
              <a:cs typeface="Roboto"/>
              <a:sym typeface="Roboto"/>
            </a:endParaRPr>
          </a:p>
        </p:txBody>
      </p:sp>
      <p:sp>
        <p:nvSpPr>
          <p:cNvPr id="826" name="Google Shape;826;p27"/>
          <p:cNvSpPr/>
          <p:nvPr/>
        </p:nvSpPr>
        <p:spPr>
          <a:xfrm flipH="1">
            <a:off x="457174" y="1366875"/>
            <a:ext cx="3998100" cy="1569600"/>
          </a:xfrm>
          <a:prstGeom prst="round2DiagRect">
            <a:avLst>
              <a:gd fmla="val 0" name="adj1"/>
              <a:gd fmla="val 0" name="adj2"/>
            </a:avLst>
          </a:prstGeom>
          <a:solidFill>
            <a:schemeClr val="accent2"/>
          </a:solidFill>
          <a:ln>
            <a:noFill/>
          </a:ln>
        </p:spPr>
        <p:txBody>
          <a:bodyPr anchorCtr="0" anchor="t" bIns="365750" lIns="73150" spcFirstLastPara="1" rIns="73150" wrap="square" tIns="182875">
            <a:noAutofit/>
          </a:bodyPr>
          <a:lstStyle/>
          <a:p>
            <a:pPr indent="0" lvl="0" marL="0" marR="0" rtl="0" algn="l">
              <a:lnSpc>
                <a:spcPct val="100000"/>
              </a:lnSpc>
              <a:spcBef>
                <a:spcPts val="0"/>
              </a:spcBef>
              <a:spcAft>
                <a:spcPts val="0"/>
              </a:spcAft>
              <a:buClr>
                <a:srgbClr val="000000"/>
              </a:buClr>
              <a:buSzPts val="1100"/>
              <a:buFont typeface="Arial"/>
              <a:buNone/>
            </a:pPr>
            <a:r>
              <a:rPr b="1" i="0" lang="en" sz="1800" u="none" cap="none" strike="noStrike">
                <a:solidFill>
                  <a:schemeClr val="dk2"/>
                </a:solidFill>
                <a:latin typeface="Roboto"/>
                <a:ea typeface="Roboto"/>
                <a:cs typeface="Roboto"/>
                <a:sym typeface="Roboto"/>
              </a:rPr>
              <a:t>Generative:</a:t>
            </a:r>
            <a:r>
              <a:rPr b="0" i="0" lang="en" sz="1800" u="none" cap="none" strike="noStrike">
                <a:solidFill>
                  <a:schemeClr val="dk2"/>
                </a:solidFill>
                <a:latin typeface="Roboto"/>
                <a:ea typeface="Roboto"/>
                <a:cs typeface="Roboto"/>
                <a:sym typeface="Roboto"/>
              </a:rPr>
              <a:t> </a:t>
            </a:r>
            <a:r>
              <a:rPr b="0" i="0" lang="en" sz="1800" u="none" cap="none" strike="noStrike">
                <a:solidFill>
                  <a:schemeClr val="dk2"/>
                </a:solidFill>
                <a:latin typeface="Roboto"/>
                <a:ea typeface="Roboto"/>
                <a:cs typeface="Roboto"/>
                <a:sym typeface="Roboto"/>
              </a:rPr>
              <a:t>GPT can create new content. E.g., it can write essays, generate code, compose poetry, and even answer questions.</a:t>
            </a:r>
            <a:endParaRPr b="0" i="0" sz="1800" u="none" cap="none" strike="noStrike">
              <a:solidFill>
                <a:schemeClr val="dk2"/>
              </a:solidFill>
              <a:latin typeface="Roboto"/>
              <a:ea typeface="Roboto"/>
              <a:cs typeface="Roboto"/>
              <a:sym typeface="Roboto"/>
            </a:endParaRPr>
          </a:p>
        </p:txBody>
      </p:sp>
      <p:sp>
        <p:nvSpPr>
          <p:cNvPr id="827" name="Google Shape;827;p27"/>
          <p:cNvSpPr/>
          <p:nvPr/>
        </p:nvSpPr>
        <p:spPr>
          <a:xfrm>
            <a:off x="3857625" y="2427075"/>
            <a:ext cx="658200" cy="53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2"/>
                </a:solidFill>
                <a:latin typeface="Roboto"/>
                <a:ea typeface="Roboto"/>
                <a:cs typeface="Roboto"/>
                <a:sym typeface="Roboto"/>
              </a:rPr>
              <a:t>01</a:t>
            </a:r>
            <a:endParaRPr b="1" i="0" sz="2400" u="none" cap="none" strike="noStrike">
              <a:solidFill>
                <a:schemeClr val="dk2"/>
              </a:solidFill>
              <a:latin typeface="Roboto"/>
              <a:ea typeface="Roboto"/>
              <a:cs typeface="Roboto"/>
              <a:sym typeface="Roboto"/>
            </a:endParaRPr>
          </a:p>
        </p:txBody>
      </p:sp>
      <p:sp>
        <p:nvSpPr>
          <p:cNvPr id="828" name="Google Shape;828;p27"/>
          <p:cNvSpPr/>
          <p:nvPr/>
        </p:nvSpPr>
        <p:spPr>
          <a:xfrm>
            <a:off x="8142900" y="2427075"/>
            <a:ext cx="600000" cy="53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dk2"/>
                </a:solidFill>
                <a:latin typeface="Roboto"/>
                <a:ea typeface="Roboto"/>
                <a:cs typeface="Roboto"/>
                <a:sym typeface="Roboto"/>
              </a:rPr>
              <a:t>02</a:t>
            </a:r>
            <a:endParaRPr b="1" i="0" sz="2400" u="none" cap="none" strike="noStrike">
              <a:solidFill>
                <a:schemeClr val="dk2"/>
              </a:solidFill>
              <a:latin typeface="Roboto"/>
              <a:ea typeface="Roboto"/>
              <a:cs typeface="Roboto"/>
              <a:sym typeface="Roboto"/>
            </a:endParaRPr>
          </a:p>
        </p:txBody>
      </p:sp>
      <p:sp>
        <p:nvSpPr>
          <p:cNvPr id="829" name="Google Shape;829;p27"/>
          <p:cNvSpPr/>
          <p:nvPr/>
        </p:nvSpPr>
        <p:spPr>
          <a:xfrm>
            <a:off x="8113800" y="4035125"/>
            <a:ext cx="658200" cy="53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rgbClr val="082D49"/>
                </a:solidFill>
                <a:latin typeface="Roboto"/>
                <a:ea typeface="Roboto"/>
                <a:cs typeface="Roboto"/>
                <a:sym typeface="Roboto"/>
              </a:rPr>
              <a:t>04</a:t>
            </a:r>
            <a:endParaRPr b="1" i="0" sz="2400" u="none" cap="none" strike="noStrike">
              <a:solidFill>
                <a:srgbClr val="082D49"/>
              </a:solidFill>
              <a:latin typeface="Roboto"/>
              <a:ea typeface="Roboto"/>
              <a:cs typeface="Roboto"/>
              <a:sym typeface="Roboto"/>
            </a:endParaRPr>
          </a:p>
        </p:txBody>
      </p:sp>
      <p:sp>
        <p:nvSpPr>
          <p:cNvPr id="830" name="Google Shape;830;p27"/>
          <p:cNvSpPr/>
          <p:nvPr/>
        </p:nvSpPr>
        <p:spPr>
          <a:xfrm>
            <a:off x="3814800" y="4035125"/>
            <a:ext cx="600000" cy="533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1" i="0" lang="en" sz="2400" u="none" cap="none" strike="noStrike">
                <a:solidFill>
                  <a:schemeClr val="lt1"/>
                </a:solidFill>
                <a:latin typeface="Roboto"/>
                <a:ea typeface="Roboto"/>
                <a:cs typeface="Roboto"/>
                <a:sym typeface="Roboto"/>
              </a:rPr>
              <a:t>03</a:t>
            </a:r>
            <a:endParaRPr b="1" i="0" sz="2400" u="none" cap="none" strike="noStrike">
              <a:solidFill>
                <a:schemeClr val="lt1"/>
              </a:solidFill>
              <a:latin typeface="Roboto"/>
              <a:ea typeface="Roboto"/>
              <a:cs typeface="Roboto"/>
              <a:sym typeface="Roboto"/>
            </a:endParaRPr>
          </a:p>
        </p:txBody>
      </p:sp>
      <p:sp>
        <p:nvSpPr>
          <p:cNvPr id="831" name="Google Shape;831;p27"/>
          <p:cNvSpPr txBox="1"/>
          <p:nvPr>
            <p:ph type="title"/>
          </p:nvPr>
        </p:nvSpPr>
        <p:spPr>
          <a:xfrm>
            <a:off x="457200" y="146300"/>
            <a:ext cx="8229600" cy="365700"/>
          </a:xfrm>
          <a:prstGeom prst="rect">
            <a:avLst/>
          </a:prstGeom>
          <a:no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2600"/>
              <a:buNone/>
            </a:pPr>
            <a:r>
              <a:rPr lang="en"/>
              <a:t>Key Aspects of GPT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5" name="Shape 835"/>
        <p:cNvGrpSpPr/>
        <p:nvPr/>
      </p:nvGrpSpPr>
      <p:grpSpPr>
        <a:xfrm>
          <a:off x="0" y="0"/>
          <a:ext cx="0" cy="0"/>
          <a:chOff x="0" y="0"/>
          <a:chExt cx="0" cy="0"/>
        </a:xfrm>
      </p:grpSpPr>
      <p:sp>
        <p:nvSpPr>
          <p:cNvPr id="836" name="Google Shape;836;p28"/>
          <p:cNvSpPr/>
          <p:nvPr/>
        </p:nvSpPr>
        <p:spPr>
          <a:xfrm>
            <a:off x="1287175" y="11528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7" name="Google Shape;837;p28"/>
          <p:cNvSpPr/>
          <p:nvPr/>
        </p:nvSpPr>
        <p:spPr>
          <a:xfrm>
            <a:off x="1287175" y="3894700"/>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8" name="Google Shape;838;p28"/>
          <p:cNvSpPr/>
          <p:nvPr/>
        </p:nvSpPr>
        <p:spPr>
          <a:xfrm>
            <a:off x="1287175" y="32098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9" name="Google Shape;839;p28"/>
          <p:cNvSpPr/>
          <p:nvPr/>
        </p:nvSpPr>
        <p:spPr>
          <a:xfrm>
            <a:off x="1287175" y="2528213"/>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0" name="Google Shape;840;p28"/>
          <p:cNvSpPr/>
          <p:nvPr/>
        </p:nvSpPr>
        <p:spPr>
          <a:xfrm>
            <a:off x="1287175" y="182792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841" name="Google Shape;841;p28"/>
          <p:cNvGrpSpPr/>
          <p:nvPr/>
        </p:nvGrpSpPr>
        <p:grpSpPr>
          <a:xfrm>
            <a:off x="457200" y="1152830"/>
            <a:ext cx="776900" cy="459019"/>
            <a:chOff x="457200" y="1466425"/>
            <a:chExt cx="776900" cy="486300"/>
          </a:xfrm>
        </p:grpSpPr>
        <p:sp>
          <p:nvSpPr>
            <p:cNvPr id="842" name="Google Shape;842;p28"/>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843" name="Google Shape;843;p28"/>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44" name="Google Shape;844;p28"/>
          <p:cNvGrpSpPr/>
          <p:nvPr/>
        </p:nvGrpSpPr>
        <p:grpSpPr>
          <a:xfrm>
            <a:off x="457200" y="1807705"/>
            <a:ext cx="776900" cy="486300"/>
            <a:chOff x="457200" y="1466425"/>
            <a:chExt cx="776900" cy="486300"/>
          </a:xfrm>
        </p:grpSpPr>
        <p:sp>
          <p:nvSpPr>
            <p:cNvPr id="845" name="Google Shape;845;p28"/>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846" name="Google Shape;846;p28"/>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47" name="Google Shape;847;p28"/>
          <p:cNvGrpSpPr/>
          <p:nvPr/>
        </p:nvGrpSpPr>
        <p:grpSpPr>
          <a:xfrm>
            <a:off x="457200" y="2524560"/>
            <a:ext cx="776900" cy="437378"/>
            <a:chOff x="457200" y="1466425"/>
            <a:chExt cx="776900" cy="486300"/>
          </a:xfrm>
        </p:grpSpPr>
        <p:sp>
          <p:nvSpPr>
            <p:cNvPr id="848" name="Google Shape;848;p28"/>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849" name="Google Shape;849;p28"/>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0" name="Google Shape;850;p28"/>
          <p:cNvGrpSpPr/>
          <p:nvPr/>
        </p:nvGrpSpPr>
        <p:grpSpPr>
          <a:xfrm>
            <a:off x="457200" y="3208030"/>
            <a:ext cx="776900" cy="459019"/>
            <a:chOff x="457200" y="1466425"/>
            <a:chExt cx="776900" cy="486300"/>
          </a:xfrm>
        </p:grpSpPr>
        <p:sp>
          <p:nvSpPr>
            <p:cNvPr id="851" name="Google Shape;851;p28"/>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852" name="Google Shape;852;p28"/>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853" name="Google Shape;853;p28"/>
          <p:cNvGrpSpPr/>
          <p:nvPr/>
        </p:nvGrpSpPr>
        <p:grpSpPr>
          <a:xfrm>
            <a:off x="457200" y="3896585"/>
            <a:ext cx="776900" cy="437378"/>
            <a:chOff x="457200" y="1466425"/>
            <a:chExt cx="776900" cy="486300"/>
          </a:xfrm>
        </p:grpSpPr>
        <p:sp>
          <p:nvSpPr>
            <p:cNvPr id="854" name="Google Shape;854;p28"/>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855" name="Google Shape;855;p28"/>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856" name="Google Shape;856;p28"/>
          <p:cNvSpPr txBox="1"/>
          <p:nvPr>
            <p:ph idx="4294967295" type="body"/>
          </p:nvPr>
        </p:nvSpPr>
        <p:spPr>
          <a:xfrm>
            <a:off x="1287250" y="1174200"/>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Automated threat intelligence</a:t>
            </a:r>
            <a:endParaRPr/>
          </a:p>
        </p:txBody>
      </p:sp>
      <p:sp>
        <p:nvSpPr>
          <p:cNvPr id="857" name="Google Shape;857;p28"/>
          <p:cNvSpPr txBox="1"/>
          <p:nvPr>
            <p:ph idx="1" type="subTitle"/>
          </p:nvPr>
        </p:nvSpPr>
        <p:spPr>
          <a:xfrm>
            <a:off x="1287250" y="1849378"/>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Anomaly-detection assistance</a:t>
            </a:r>
            <a:endParaRPr/>
          </a:p>
        </p:txBody>
      </p:sp>
      <p:sp>
        <p:nvSpPr>
          <p:cNvPr id="858" name="Google Shape;858;p28"/>
          <p:cNvSpPr txBox="1"/>
          <p:nvPr>
            <p:ph idx="4294967295" type="body"/>
          </p:nvPr>
        </p:nvSpPr>
        <p:spPr>
          <a:xfrm>
            <a:off x="1287250" y="2533205"/>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Incident report generation</a:t>
            </a:r>
            <a:endParaRPr/>
          </a:p>
        </p:txBody>
      </p:sp>
      <p:sp>
        <p:nvSpPr>
          <p:cNvPr id="859" name="Google Shape;859;p28"/>
          <p:cNvSpPr txBox="1"/>
          <p:nvPr>
            <p:ph idx="4294967295" type="body"/>
          </p:nvPr>
        </p:nvSpPr>
        <p:spPr>
          <a:xfrm>
            <a:off x="1287250" y="3214896"/>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On-demand training</a:t>
            </a:r>
            <a:endParaRPr/>
          </a:p>
        </p:txBody>
      </p:sp>
      <p:sp>
        <p:nvSpPr>
          <p:cNvPr id="860" name="Google Shape;860;p28"/>
          <p:cNvSpPr txBox="1"/>
          <p:nvPr>
            <p:ph idx="4294967295" type="body"/>
          </p:nvPr>
        </p:nvSpPr>
        <p:spPr>
          <a:xfrm>
            <a:off x="1287250" y="3907998"/>
            <a:ext cx="73995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SzPts val="1800"/>
              <a:buNone/>
            </a:pPr>
            <a:r>
              <a:rPr lang="en"/>
              <a:t>Knowledge base maintenance</a:t>
            </a:r>
            <a:endParaRPr/>
          </a:p>
        </p:txBody>
      </p:sp>
      <p:sp>
        <p:nvSpPr>
          <p:cNvPr id="861" name="Google Shape;861;p28"/>
          <p:cNvSpPr txBox="1"/>
          <p:nvPr>
            <p:ph type="title"/>
          </p:nvPr>
        </p:nvSpPr>
        <p:spPr>
          <a:xfrm>
            <a:off x="457200" y="146300"/>
            <a:ext cx="8229600" cy="3657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2600"/>
              <a:buNone/>
            </a:pPr>
            <a:r>
              <a:rPr lang="en"/>
              <a:t>Examples of How ChatGPT Can Help Cybersecurity</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65" name="Shape 865"/>
        <p:cNvGrpSpPr/>
        <p:nvPr/>
      </p:nvGrpSpPr>
      <p:grpSpPr>
        <a:xfrm>
          <a:off x="0" y="0"/>
          <a:ext cx="0" cy="0"/>
          <a:chOff x="0" y="0"/>
          <a:chExt cx="0" cy="0"/>
        </a:xfrm>
      </p:grpSpPr>
      <p:sp>
        <p:nvSpPr>
          <p:cNvPr id="866" name="Google Shape;866;g2eee884a559_0_16554"/>
          <p:cNvSpPr/>
          <p:nvPr/>
        </p:nvSpPr>
        <p:spPr>
          <a:xfrm>
            <a:off x="459099" y="1336050"/>
            <a:ext cx="2471400" cy="2471400"/>
          </a:xfrm>
          <a:prstGeom prst="ellips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g2eee884a559_0_16554"/>
          <p:cNvSpPr txBox="1"/>
          <p:nvPr/>
        </p:nvSpPr>
        <p:spPr>
          <a:xfrm>
            <a:off x="3050375" y="1903650"/>
            <a:ext cx="5712600" cy="1336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lang="en" sz="2600">
                <a:solidFill>
                  <a:schemeClr val="dk2"/>
                </a:solidFill>
                <a:latin typeface="Roboto"/>
                <a:ea typeface="Roboto"/>
                <a:cs typeface="Roboto"/>
                <a:sym typeface="Roboto"/>
              </a:rPr>
              <a:t>ChatGPT</a:t>
            </a:r>
            <a:r>
              <a:rPr lang="en" sz="2600">
                <a:solidFill>
                  <a:schemeClr val="dk2"/>
                </a:solidFill>
                <a:latin typeface="Roboto"/>
                <a:ea typeface="Roboto"/>
                <a:cs typeface="Roboto"/>
                <a:sym typeface="Roboto"/>
              </a:rPr>
              <a:t> is a tool used by cybersecurity </a:t>
            </a:r>
            <a:r>
              <a:rPr lang="en" sz="2600">
                <a:solidFill>
                  <a:schemeClr val="dk2"/>
                </a:solidFill>
                <a:latin typeface="Roboto"/>
                <a:ea typeface="Roboto"/>
                <a:cs typeface="Roboto"/>
                <a:sym typeface="Roboto"/>
              </a:rPr>
              <a:t>professionals</a:t>
            </a:r>
            <a:r>
              <a:rPr lang="en" sz="2600">
                <a:solidFill>
                  <a:schemeClr val="dk2"/>
                </a:solidFill>
                <a:latin typeface="Roboto"/>
                <a:ea typeface="Roboto"/>
                <a:cs typeface="Roboto"/>
                <a:sym typeface="Roboto"/>
              </a:rPr>
              <a:t> and </a:t>
            </a:r>
            <a:endParaRPr sz="26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600"/>
              <a:buFont typeface="Arial"/>
              <a:buNone/>
            </a:pPr>
            <a:r>
              <a:rPr lang="en" sz="2600">
                <a:solidFill>
                  <a:schemeClr val="dk2"/>
                </a:solidFill>
                <a:latin typeface="Roboto"/>
                <a:ea typeface="Roboto"/>
                <a:cs typeface="Roboto"/>
                <a:sym typeface="Roboto"/>
              </a:rPr>
              <a:t>can assist in the following areas:</a:t>
            </a:r>
            <a:endParaRPr b="1" i="0" sz="2600" u="none" cap="none" strike="noStrike">
              <a:solidFill>
                <a:schemeClr val="dk2"/>
              </a:solidFill>
              <a:latin typeface="Roboto"/>
              <a:ea typeface="Roboto"/>
              <a:cs typeface="Roboto"/>
              <a:sym typeface="Roboto"/>
            </a:endParaRPr>
          </a:p>
        </p:txBody>
      </p:sp>
      <p:pic>
        <p:nvPicPr>
          <p:cNvPr id="868" name="Google Shape;868;g2eee884a559_0_16554"/>
          <p:cNvPicPr preferRelativeResize="0"/>
          <p:nvPr/>
        </p:nvPicPr>
        <p:blipFill rotWithShape="1">
          <a:blip r:embed="rId3">
            <a:alphaModFix/>
          </a:blip>
          <a:srcRect b="0" l="0" r="0" t="0"/>
          <a:stretch/>
        </p:blipFill>
        <p:spPr>
          <a:xfrm>
            <a:off x="832674" y="1761525"/>
            <a:ext cx="1724260" cy="1620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2" name="Shape 872"/>
        <p:cNvGrpSpPr/>
        <p:nvPr/>
      </p:nvGrpSpPr>
      <p:grpSpPr>
        <a:xfrm>
          <a:off x="0" y="0"/>
          <a:ext cx="0" cy="0"/>
          <a:chOff x="0" y="0"/>
          <a:chExt cx="0" cy="0"/>
        </a:xfrm>
      </p:grpSpPr>
      <p:sp>
        <p:nvSpPr>
          <p:cNvPr id="873" name="Google Shape;873;g2eee884a559_0_14237"/>
          <p:cNvSpPr txBox="1"/>
          <p:nvPr/>
        </p:nvSpPr>
        <p:spPr>
          <a:xfrm>
            <a:off x="0" y="127400"/>
            <a:ext cx="8832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Automated Threat Intelligence</a:t>
            </a:r>
            <a:endParaRPr b="1" i="0" sz="2400" u="none" cap="none" strike="noStrike">
              <a:solidFill>
                <a:schemeClr val="dk2"/>
              </a:solidFill>
              <a:latin typeface="Roboto"/>
              <a:ea typeface="Roboto"/>
              <a:cs typeface="Roboto"/>
              <a:sym typeface="Roboto"/>
            </a:endParaRPr>
          </a:p>
        </p:txBody>
      </p:sp>
      <p:sp>
        <p:nvSpPr>
          <p:cNvPr id="874" name="Google Shape;874;g2eee884a559_0_14237"/>
          <p:cNvSpPr txBox="1"/>
          <p:nvPr/>
        </p:nvSpPr>
        <p:spPr>
          <a:xfrm>
            <a:off x="0" y="930550"/>
            <a:ext cx="5577600" cy="4089300"/>
          </a:xfrm>
          <a:prstGeom prst="rect">
            <a:avLst/>
          </a:prstGeom>
          <a:noFill/>
          <a:ln>
            <a:noFill/>
          </a:ln>
        </p:spPr>
        <p:txBody>
          <a:bodyPr anchorCtr="0" anchor="t" bIns="91425" lIns="365750" spcFirstLastPara="1" rIns="91425" wrap="square" tIns="91425">
            <a:noAutofit/>
          </a:bodyPr>
          <a:lstStyle/>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Processes vast amounts of data</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S</a:t>
            </a:r>
            <a:r>
              <a:rPr lang="en" sz="1900">
                <a:solidFill>
                  <a:schemeClr val="dk2"/>
                </a:solidFill>
                <a:latin typeface="Roboto"/>
                <a:ea typeface="Roboto"/>
                <a:cs typeface="Roboto"/>
                <a:sym typeface="Roboto"/>
              </a:rPr>
              <a:t>ummarizes threat intelligence reports</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Stays updated with the latest threats </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Extracts key information from threat reports</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Presents summaries</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Highlights critical details and trends</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875" name="Google Shape;875;g2eee884a559_0_14237"/>
          <p:cNvPicPr preferRelativeResize="0"/>
          <p:nvPr/>
        </p:nvPicPr>
        <p:blipFill rotWithShape="1">
          <a:blip r:embed="rId3">
            <a:alphaModFix/>
          </a:blip>
          <a:srcRect b="0" l="19060" r="19054" t="0"/>
          <a:stretch/>
        </p:blipFill>
        <p:spPr>
          <a:xfrm>
            <a:off x="5626850" y="550925"/>
            <a:ext cx="2814550" cy="313207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sp>
        <p:nvSpPr>
          <p:cNvPr id="880" name="Google Shape;880;g2eee884a559_0_15396"/>
          <p:cNvSpPr txBox="1"/>
          <p:nvPr/>
        </p:nvSpPr>
        <p:spPr>
          <a:xfrm>
            <a:off x="0" y="127400"/>
            <a:ext cx="8832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Anomaly-Detection Assistance</a:t>
            </a:r>
            <a:endParaRPr b="1" i="0" sz="2400" u="none" cap="none" strike="noStrike">
              <a:solidFill>
                <a:schemeClr val="dk2"/>
              </a:solidFill>
              <a:latin typeface="Roboto"/>
              <a:ea typeface="Roboto"/>
              <a:cs typeface="Roboto"/>
              <a:sym typeface="Roboto"/>
            </a:endParaRPr>
          </a:p>
        </p:txBody>
      </p:sp>
      <p:sp>
        <p:nvSpPr>
          <p:cNvPr id="881" name="Google Shape;881;g2eee884a559_0_15396"/>
          <p:cNvSpPr txBox="1"/>
          <p:nvPr/>
        </p:nvSpPr>
        <p:spPr>
          <a:xfrm>
            <a:off x="159900" y="1433425"/>
            <a:ext cx="4869300" cy="4975500"/>
          </a:xfrm>
          <a:prstGeom prst="rect">
            <a:avLst/>
          </a:prstGeom>
          <a:noFill/>
          <a:ln>
            <a:noFill/>
          </a:ln>
        </p:spPr>
        <p:txBody>
          <a:bodyPr anchorCtr="0" anchor="t" bIns="91425" lIns="365750" spcFirstLastPara="1" rIns="91425" wrap="square" tIns="91425">
            <a:noAutofit/>
          </a:bodyPr>
          <a:lstStyle/>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A</a:t>
            </a:r>
            <a:r>
              <a:rPr lang="en" sz="1900">
                <a:solidFill>
                  <a:schemeClr val="dk2"/>
                </a:solidFill>
                <a:latin typeface="Roboto"/>
                <a:ea typeface="Roboto"/>
                <a:cs typeface="Roboto"/>
                <a:sym typeface="Roboto"/>
              </a:rPr>
              <a:t>ssists in identifying unusual patterns and anomalies</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Analyzes user behavior that might indicate a security breach</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Saves time and improves accuracy</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882" name="Google Shape;882;g2eee884a559_0_15396"/>
          <p:cNvPicPr preferRelativeResize="0"/>
          <p:nvPr/>
        </p:nvPicPr>
        <p:blipFill>
          <a:blip r:embed="rId3">
            <a:alphaModFix/>
          </a:blip>
          <a:stretch>
            <a:fillRect/>
          </a:stretch>
        </p:blipFill>
        <p:spPr>
          <a:xfrm>
            <a:off x="4331550" y="550375"/>
            <a:ext cx="5258875" cy="3621601"/>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6" name="Shape 886"/>
        <p:cNvGrpSpPr/>
        <p:nvPr/>
      </p:nvGrpSpPr>
      <p:grpSpPr>
        <a:xfrm>
          <a:off x="0" y="0"/>
          <a:ext cx="0" cy="0"/>
          <a:chOff x="0" y="0"/>
          <a:chExt cx="0" cy="0"/>
        </a:xfrm>
      </p:grpSpPr>
      <p:sp>
        <p:nvSpPr>
          <p:cNvPr id="887" name="Google Shape;887;g2eee884a559_0_17546"/>
          <p:cNvSpPr txBox="1"/>
          <p:nvPr/>
        </p:nvSpPr>
        <p:spPr>
          <a:xfrm>
            <a:off x="0" y="127400"/>
            <a:ext cx="8832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Incident Report Generation</a:t>
            </a:r>
            <a:endParaRPr b="1" i="0" sz="2400" u="none" cap="none" strike="noStrike">
              <a:solidFill>
                <a:schemeClr val="dk2"/>
              </a:solidFill>
              <a:latin typeface="Roboto"/>
              <a:ea typeface="Roboto"/>
              <a:cs typeface="Roboto"/>
              <a:sym typeface="Roboto"/>
            </a:endParaRPr>
          </a:p>
        </p:txBody>
      </p:sp>
      <p:sp>
        <p:nvSpPr>
          <p:cNvPr id="888" name="Google Shape;888;g2eee884a559_0_17546"/>
          <p:cNvSpPr txBox="1"/>
          <p:nvPr/>
        </p:nvSpPr>
        <p:spPr>
          <a:xfrm>
            <a:off x="4202125" y="1687050"/>
            <a:ext cx="5029200" cy="1769400"/>
          </a:xfrm>
          <a:prstGeom prst="rect">
            <a:avLst/>
          </a:prstGeom>
          <a:noFill/>
          <a:ln>
            <a:noFill/>
          </a:ln>
        </p:spPr>
        <p:txBody>
          <a:bodyPr anchorCtr="0" anchor="t" bIns="91425" lIns="365750" spcFirstLastPara="1" rIns="91425" wrap="square" tIns="91425">
            <a:noAutofit/>
          </a:bodyPr>
          <a:lstStyle/>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H</a:t>
            </a:r>
            <a:r>
              <a:rPr lang="en" sz="1900">
                <a:solidFill>
                  <a:schemeClr val="dk2"/>
                </a:solidFill>
                <a:latin typeface="Roboto"/>
                <a:ea typeface="Roboto"/>
                <a:cs typeface="Roboto"/>
                <a:sym typeface="Roboto"/>
              </a:rPr>
              <a:t>elps draft detailed incident reports </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Organizes and summarizes event details, steps taken, and outcomes</a:t>
            </a:r>
            <a:endParaRPr sz="1900">
              <a:solidFill>
                <a:schemeClr val="dk2"/>
              </a:solidFill>
              <a:latin typeface="Roboto"/>
              <a:ea typeface="Roboto"/>
              <a:cs typeface="Roboto"/>
              <a:sym typeface="Roboto"/>
            </a:endParaRPr>
          </a:p>
          <a:p>
            <a:pPr indent="-349250" lvl="0" marL="457200" rtl="0" algn="l">
              <a:lnSpc>
                <a:spcPct val="150000"/>
              </a:lnSpc>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Generates </a:t>
            </a:r>
            <a:r>
              <a:rPr lang="en" sz="1900">
                <a:solidFill>
                  <a:schemeClr val="dk2"/>
                </a:solidFill>
                <a:latin typeface="Roboto"/>
                <a:ea typeface="Roboto"/>
                <a:cs typeface="Roboto"/>
                <a:sym typeface="Roboto"/>
              </a:rPr>
              <a:t>structured report</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889" name="Google Shape;889;g2eee884a559_0_17546"/>
          <p:cNvPicPr preferRelativeResize="0"/>
          <p:nvPr/>
        </p:nvPicPr>
        <p:blipFill>
          <a:blip r:embed="rId3">
            <a:alphaModFix/>
          </a:blip>
          <a:stretch>
            <a:fillRect/>
          </a:stretch>
        </p:blipFill>
        <p:spPr>
          <a:xfrm>
            <a:off x="-264625" y="542375"/>
            <a:ext cx="5396421" cy="371632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g2eee884a559_0_18704"/>
          <p:cNvSpPr txBox="1"/>
          <p:nvPr/>
        </p:nvSpPr>
        <p:spPr>
          <a:xfrm>
            <a:off x="0" y="127400"/>
            <a:ext cx="8832300" cy="572700"/>
          </a:xfrm>
          <a:prstGeom prst="rect">
            <a:avLst/>
          </a:prstGeom>
          <a:noFill/>
          <a:ln>
            <a:noFill/>
          </a:ln>
        </p:spPr>
        <p:txBody>
          <a:bodyPr anchorCtr="0" anchor="t" bIns="91425" lIns="365750"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lang="en" sz="2400">
                <a:solidFill>
                  <a:schemeClr val="dk2"/>
                </a:solidFill>
                <a:latin typeface="Roboto"/>
                <a:ea typeface="Roboto"/>
                <a:cs typeface="Roboto"/>
                <a:sym typeface="Roboto"/>
              </a:rPr>
              <a:t>On-Demand Training</a:t>
            </a:r>
            <a:endParaRPr b="1" i="0" sz="2400" u="none" cap="none" strike="noStrike">
              <a:solidFill>
                <a:schemeClr val="dk2"/>
              </a:solidFill>
              <a:latin typeface="Roboto"/>
              <a:ea typeface="Roboto"/>
              <a:cs typeface="Roboto"/>
              <a:sym typeface="Roboto"/>
            </a:endParaRPr>
          </a:p>
        </p:txBody>
      </p:sp>
      <p:sp>
        <p:nvSpPr>
          <p:cNvPr id="895" name="Google Shape;895;g2eee884a559_0_18704"/>
          <p:cNvSpPr txBox="1"/>
          <p:nvPr/>
        </p:nvSpPr>
        <p:spPr>
          <a:xfrm>
            <a:off x="4510075" y="1084725"/>
            <a:ext cx="4869300" cy="4590900"/>
          </a:xfrm>
          <a:prstGeom prst="rect">
            <a:avLst/>
          </a:prstGeom>
          <a:noFill/>
          <a:ln>
            <a:noFill/>
          </a:ln>
        </p:spPr>
        <p:txBody>
          <a:bodyPr anchorCtr="0" anchor="t" bIns="91425" lIns="365750" spcFirstLastPara="1" rIns="91425" wrap="square" tIns="91425">
            <a:noAutofit/>
          </a:bodyPr>
          <a:lstStyle/>
          <a:p>
            <a:pPr indent="-349250" lvl="0" marL="4572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P</a:t>
            </a:r>
            <a:r>
              <a:rPr lang="en" sz="1900">
                <a:solidFill>
                  <a:schemeClr val="dk2"/>
                </a:solidFill>
                <a:latin typeface="Roboto"/>
                <a:ea typeface="Roboto"/>
                <a:cs typeface="Roboto"/>
                <a:sym typeface="Roboto"/>
              </a:rPr>
              <a:t>rovides explanations and answers to complex security concepts and procedures</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0" lvl="0" marL="0" rtl="0" algn="l">
              <a:spcBef>
                <a:spcPts val="0"/>
              </a:spcBef>
              <a:spcAft>
                <a:spcPts val="0"/>
              </a:spcAft>
              <a:buNone/>
            </a:pPr>
            <a:r>
              <a:t/>
            </a:r>
            <a:endParaRPr sz="1900">
              <a:solidFill>
                <a:schemeClr val="dk2"/>
              </a:solidFill>
              <a:latin typeface="Roboto"/>
              <a:ea typeface="Roboto"/>
              <a:cs typeface="Roboto"/>
              <a:sym typeface="Roboto"/>
            </a:endParaRPr>
          </a:p>
          <a:p>
            <a:pPr indent="-349250" lvl="0" marL="4572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Instructs new personnel on: </a:t>
            </a:r>
            <a:endParaRPr sz="1900">
              <a:solidFill>
                <a:schemeClr val="dk2"/>
              </a:solidFill>
              <a:latin typeface="Roboto"/>
              <a:ea typeface="Roboto"/>
              <a:cs typeface="Roboto"/>
              <a:sym typeface="Roboto"/>
            </a:endParaRPr>
          </a:p>
          <a:p>
            <a:pPr indent="-349250" lvl="1" marL="9144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Cybersecurity best practices;</a:t>
            </a:r>
            <a:endParaRPr sz="1900">
              <a:solidFill>
                <a:schemeClr val="dk2"/>
              </a:solidFill>
              <a:latin typeface="Roboto"/>
              <a:ea typeface="Roboto"/>
              <a:cs typeface="Roboto"/>
              <a:sym typeface="Roboto"/>
            </a:endParaRPr>
          </a:p>
          <a:p>
            <a:pPr indent="-349250" lvl="1" marL="9144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Protocols; and</a:t>
            </a:r>
            <a:endParaRPr sz="1900">
              <a:solidFill>
                <a:schemeClr val="dk2"/>
              </a:solidFill>
              <a:latin typeface="Roboto"/>
              <a:ea typeface="Roboto"/>
              <a:cs typeface="Roboto"/>
              <a:sym typeface="Roboto"/>
            </a:endParaRPr>
          </a:p>
          <a:p>
            <a:pPr indent="-349250" lvl="1" marL="9144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Terminologies</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896" name="Google Shape;896;g2eee884a559_0_18704"/>
          <p:cNvPicPr preferRelativeResize="0"/>
          <p:nvPr/>
        </p:nvPicPr>
        <p:blipFill>
          <a:blip r:embed="rId3">
            <a:alphaModFix/>
          </a:blip>
          <a:stretch>
            <a:fillRect/>
          </a:stretch>
        </p:blipFill>
        <p:spPr>
          <a:xfrm>
            <a:off x="-279650" y="1084727"/>
            <a:ext cx="5308859" cy="365602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0" name="Shape 900"/>
        <p:cNvGrpSpPr/>
        <p:nvPr/>
      </p:nvGrpSpPr>
      <p:grpSpPr>
        <a:xfrm>
          <a:off x="0" y="0"/>
          <a:ext cx="0" cy="0"/>
          <a:chOff x="0" y="0"/>
          <a:chExt cx="0" cy="0"/>
        </a:xfrm>
      </p:grpSpPr>
      <p:sp>
        <p:nvSpPr>
          <p:cNvPr id="901" name="Google Shape;901;g2eee884a559_0_19862"/>
          <p:cNvSpPr txBox="1"/>
          <p:nvPr/>
        </p:nvSpPr>
        <p:spPr>
          <a:xfrm>
            <a:off x="0" y="127400"/>
            <a:ext cx="8832300" cy="572700"/>
          </a:xfrm>
          <a:prstGeom prst="rect">
            <a:avLst/>
          </a:prstGeom>
          <a:noFill/>
          <a:ln>
            <a:noFill/>
          </a:ln>
        </p:spPr>
        <p:txBody>
          <a:bodyPr anchorCtr="0" anchor="t" bIns="91425" lIns="365750" spcFirstLastPara="1" rIns="91425" wrap="square" tIns="91425">
            <a:noAutofit/>
          </a:bodyPr>
          <a:lstStyle/>
          <a:p>
            <a:pPr indent="0" lvl="0" marL="0" rtl="0" algn="l">
              <a:spcBef>
                <a:spcPts val="0"/>
              </a:spcBef>
              <a:spcAft>
                <a:spcPts val="0"/>
              </a:spcAft>
              <a:buNone/>
            </a:pPr>
            <a:r>
              <a:rPr b="1" lang="en" sz="2400">
                <a:solidFill>
                  <a:schemeClr val="dk2"/>
                </a:solidFill>
                <a:latin typeface="Roboto"/>
                <a:ea typeface="Roboto"/>
                <a:cs typeface="Roboto"/>
                <a:sym typeface="Roboto"/>
              </a:rPr>
              <a:t>Knowledge Base Maintenance</a:t>
            </a:r>
            <a:endParaRPr b="1" sz="2400">
              <a:solidFill>
                <a:schemeClr val="dk2"/>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2400"/>
              <a:buFont typeface="Arial"/>
              <a:buNone/>
            </a:pPr>
            <a:r>
              <a:t/>
            </a:r>
            <a:endParaRPr b="1" sz="2400">
              <a:solidFill>
                <a:schemeClr val="dk2"/>
              </a:solidFill>
              <a:latin typeface="Roboto"/>
              <a:ea typeface="Roboto"/>
              <a:cs typeface="Roboto"/>
              <a:sym typeface="Roboto"/>
            </a:endParaRPr>
          </a:p>
        </p:txBody>
      </p:sp>
      <p:sp>
        <p:nvSpPr>
          <p:cNvPr id="902" name="Google Shape;902;g2eee884a559_0_19862"/>
          <p:cNvSpPr txBox="1"/>
          <p:nvPr/>
        </p:nvSpPr>
        <p:spPr>
          <a:xfrm>
            <a:off x="-281500" y="1368825"/>
            <a:ext cx="4869300" cy="4975500"/>
          </a:xfrm>
          <a:prstGeom prst="rect">
            <a:avLst/>
          </a:prstGeom>
          <a:noFill/>
          <a:ln>
            <a:noFill/>
          </a:ln>
        </p:spPr>
        <p:txBody>
          <a:bodyPr anchorCtr="0" anchor="t" bIns="91425" lIns="365750" spcFirstLastPara="1" rIns="91425" wrap="square" tIns="91425">
            <a:noAutofit/>
          </a:bodyPr>
          <a:lstStyle/>
          <a:p>
            <a:pPr indent="-349250" lvl="0" marL="4572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H</a:t>
            </a:r>
            <a:r>
              <a:rPr lang="en" sz="1900">
                <a:solidFill>
                  <a:schemeClr val="dk2"/>
                </a:solidFill>
                <a:latin typeface="Roboto"/>
                <a:ea typeface="Roboto"/>
                <a:cs typeface="Roboto"/>
                <a:sym typeface="Roboto"/>
              </a:rPr>
              <a:t>elps maintain and update an organization’s knowledge base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349250" lvl="0" marL="457200" rtl="0" algn="l">
              <a:spcBef>
                <a:spcPts val="0"/>
              </a:spcBef>
              <a:spcAft>
                <a:spcPts val="0"/>
              </a:spcAft>
              <a:buClr>
                <a:schemeClr val="dk2"/>
              </a:buClr>
              <a:buSzPts val="1900"/>
              <a:buFont typeface="Roboto"/>
              <a:buChar char="●"/>
            </a:pPr>
            <a:r>
              <a:rPr lang="en" sz="1900">
                <a:solidFill>
                  <a:schemeClr val="dk2"/>
                </a:solidFill>
                <a:latin typeface="Roboto"/>
                <a:ea typeface="Roboto"/>
                <a:cs typeface="Roboto"/>
                <a:sym typeface="Roboto"/>
              </a:rPr>
              <a:t>Ensures access to the latest information and resources through </a:t>
            </a:r>
            <a:r>
              <a:rPr lang="en" sz="1900">
                <a:solidFill>
                  <a:schemeClr val="dk2"/>
                </a:solidFill>
                <a:latin typeface="Roboto"/>
                <a:ea typeface="Roboto"/>
                <a:cs typeface="Roboto"/>
                <a:sym typeface="Roboto"/>
              </a:rPr>
              <a:t>regular</a:t>
            </a:r>
            <a:r>
              <a:rPr lang="en" sz="1900">
                <a:solidFill>
                  <a:schemeClr val="dk2"/>
                </a:solidFill>
                <a:latin typeface="Roboto"/>
                <a:ea typeface="Roboto"/>
                <a:cs typeface="Roboto"/>
                <a:sym typeface="Roboto"/>
              </a:rPr>
              <a:t> updates</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rtl="0" algn="l">
              <a:spcBef>
                <a:spcPts val="0"/>
              </a:spcBef>
              <a:spcAft>
                <a:spcPts val="0"/>
              </a:spcAft>
              <a:buNone/>
            </a:pPr>
            <a:r>
              <a:t/>
            </a:r>
            <a:endParaRPr sz="1900">
              <a:solidFill>
                <a:schemeClr val="dk2"/>
              </a:solidFill>
              <a:latin typeface="Roboto"/>
              <a:ea typeface="Roboto"/>
              <a:cs typeface="Roboto"/>
              <a:sym typeface="Roboto"/>
            </a:endParaRPr>
          </a:p>
          <a:p>
            <a:pPr indent="0" lvl="0" marL="457200" marR="0" rtl="0" algn="l">
              <a:lnSpc>
                <a:spcPct val="100000"/>
              </a:lnSpc>
              <a:spcBef>
                <a:spcPts val="0"/>
              </a:spcBef>
              <a:spcAft>
                <a:spcPts val="0"/>
              </a:spcAft>
              <a:buNone/>
            </a:pPr>
            <a:r>
              <a:t/>
            </a:r>
            <a:endParaRPr sz="1600">
              <a:solidFill>
                <a:schemeClr val="dk2"/>
              </a:solidFill>
              <a:latin typeface="Roboto"/>
              <a:ea typeface="Roboto"/>
              <a:cs typeface="Roboto"/>
              <a:sym typeface="Roboto"/>
            </a:endParaRPr>
          </a:p>
        </p:txBody>
      </p:sp>
      <p:pic>
        <p:nvPicPr>
          <p:cNvPr id="903" name="Google Shape;903;g2eee884a559_0_19862"/>
          <p:cNvPicPr preferRelativeResize="0"/>
          <p:nvPr/>
        </p:nvPicPr>
        <p:blipFill>
          <a:blip r:embed="rId3">
            <a:alphaModFix/>
          </a:blip>
          <a:stretch>
            <a:fillRect/>
          </a:stretch>
        </p:blipFill>
        <p:spPr>
          <a:xfrm>
            <a:off x="3907775" y="1002328"/>
            <a:ext cx="5556899" cy="382685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7" name="Shape 907"/>
        <p:cNvGrpSpPr/>
        <p:nvPr/>
      </p:nvGrpSpPr>
      <p:grpSpPr>
        <a:xfrm>
          <a:off x="0" y="0"/>
          <a:ext cx="0" cy="0"/>
          <a:chOff x="0" y="0"/>
          <a:chExt cx="0" cy="0"/>
        </a:xfrm>
      </p:grpSpPr>
      <p:sp>
        <p:nvSpPr>
          <p:cNvPr id="908" name="Google Shape;908;p29"/>
          <p:cNvSpPr txBox="1"/>
          <p:nvPr>
            <p:ph type="title"/>
          </p:nvPr>
        </p:nvSpPr>
        <p:spPr>
          <a:xfrm>
            <a:off x="0" y="3772475"/>
            <a:ext cx="9144000" cy="4614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2800"/>
              <a:buNone/>
            </a:pPr>
            <a:r>
              <a:rPr lang="en"/>
              <a:t>ChatGPT Demo</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30"/>
          <p:cNvSpPr txBox="1"/>
          <p:nvPr>
            <p:ph idx="2" type="subTitle"/>
          </p:nvPr>
        </p:nvSpPr>
        <p:spPr>
          <a:xfrm>
            <a:off x="914400" y="548650"/>
            <a:ext cx="7772400" cy="27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1800"/>
              <a:buNone/>
            </a:pPr>
            <a:r>
              <a:rPr lang="en"/>
              <a:t>ChatGPT in Cybersecurity</a:t>
            </a:r>
            <a:endParaRPr/>
          </a:p>
        </p:txBody>
      </p:sp>
      <p:sp>
        <p:nvSpPr>
          <p:cNvPr id="914" name="Google Shape;914;p30"/>
          <p:cNvSpPr txBox="1"/>
          <p:nvPr>
            <p:ph idx="3" type="body"/>
          </p:nvPr>
        </p:nvSpPr>
        <p:spPr>
          <a:xfrm>
            <a:off x="912725" y="1516225"/>
            <a:ext cx="7337400" cy="2597400"/>
          </a:xfrm>
          <a:prstGeom prst="rect">
            <a:avLst/>
          </a:prstGeom>
          <a:noFill/>
          <a:ln>
            <a:noFill/>
          </a:ln>
        </p:spPr>
        <p:txBody>
          <a:bodyPr anchorCtr="0" anchor="t" bIns="0" lIns="0" spcFirstLastPara="1" rIns="0" wrap="square" tIns="91425">
            <a:noAutofit/>
          </a:bodyPr>
          <a:lstStyle/>
          <a:p>
            <a:pPr indent="0" lvl="0" marL="0" rtl="0" algn="l">
              <a:lnSpc>
                <a:spcPct val="115000"/>
              </a:lnSpc>
              <a:spcBef>
                <a:spcPts val="0"/>
              </a:spcBef>
              <a:spcAft>
                <a:spcPts val="0"/>
              </a:spcAft>
              <a:buSzPts val="1800"/>
              <a:buNone/>
            </a:pPr>
            <a:r>
              <a:rPr lang="en"/>
              <a:t>In this activity, you will explore various prompts within ChatGPT and discuss the responses within your groups.</a:t>
            </a:r>
            <a:endParaRPr/>
          </a:p>
        </p:txBody>
      </p:sp>
      <p:pic>
        <p:nvPicPr>
          <p:cNvPr id="915" name="Google Shape;915;p30"/>
          <p:cNvPicPr preferRelativeResize="0"/>
          <p:nvPr/>
        </p:nvPicPr>
        <p:blipFill rotWithShape="1">
          <a:blip r:embed="rId3">
            <a:alphaModFix/>
          </a:blip>
          <a:srcRect b="0" l="0" r="0" t="0"/>
          <a:stretch/>
        </p:blipFill>
        <p:spPr>
          <a:xfrm>
            <a:off x="257646" y="287000"/>
            <a:ext cx="399107" cy="393600"/>
          </a:xfrm>
          <a:prstGeom prst="rect">
            <a:avLst/>
          </a:prstGeom>
          <a:noFill/>
          <a:ln>
            <a:noFill/>
          </a:ln>
        </p:spPr>
      </p:pic>
      <p:sp>
        <p:nvSpPr>
          <p:cNvPr id="916" name="Google Shape;916;p30"/>
          <p:cNvSpPr txBox="1"/>
          <p:nvPr/>
        </p:nvSpPr>
        <p:spPr>
          <a:xfrm>
            <a:off x="7179225" y="4612700"/>
            <a:ext cx="1615500" cy="34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latin typeface="Roboto"/>
                <a:ea typeface="Roboto"/>
                <a:cs typeface="Roboto"/>
                <a:sym typeface="Roboto"/>
              </a:rPr>
              <a:t>20 Minutes</a:t>
            </a:r>
            <a:endParaRPr sz="1800">
              <a:solidFill>
                <a:schemeClr val="dk2"/>
              </a:solidFill>
              <a:latin typeface="Roboto"/>
              <a:ea typeface="Roboto"/>
              <a:cs typeface="Roboto"/>
              <a:sym typeface="Roboto"/>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4" name="Shape 924"/>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8" name="Shape 928"/>
        <p:cNvGrpSpPr/>
        <p:nvPr/>
      </p:nvGrpSpPr>
      <p:grpSpPr>
        <a:xfrm>
          <a:off x="0" y="0"/>
          <a:ext cx="0" cy="0"/>
          <a:chOff x="0" y="0"/>
          <a:chExt cx="0" cy="0"/>
        </a:xfrm>
      </p:grpSpPr>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2" name="Shape 932"/>
        <p:cNvGrpSpPr/>
        <p:nvPr/>
      </p:nvGrpSpPr>
      <p:grpSpPr>
        <a:xfrm>
          <a:off x="0" y="0"/>
          <a:ext cx="0" cy="0"/>
          <a:chOff x="0" y="0"/>
          <a:chExt cx="0" cy="0"/>
        </a:xfrm>
      </p:grpSpPr>
      <p:sp>
        <p:nvSpPr>
          <p:cNvPr id="933" name="Google Shape;933;g2eee884a559_0_21023"/>
          <p:cNvSpPr/>
          <p:nvPr/>
        </p:nvSpPr>
        <p:spPr>
          <a:xfrm>
            <a:off x="170850" y="197450"/>
            <a:ext cx="572700" cy="572700"/>
          </a:xfrm>
          <a:prstGeom prst="ellipse">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934" name="Google Shape;934;g2eee884a559_0_21023"/>
          <p:cNvCxnSpPr/>
          <p:nvPr/>
        </p:nvCxnSpPr>
        <p:spPr>
          <a:xfrm>
            <a:off x="0" y="929900"/>
            <a:ext cx="7337400" cy="0"/>
          </a:xfrm>
          <a:prstGeom prst="straightConnector1">
            <a:avLst/>
          </a:prstGeom>
          <a:noFill/>
          <a:ln cap="flat" cmpd="sng" w="19050">
            <a:solidFill>
              <a:srgbClr val="082D49"/>
            </a:solidFill>
            <a:prstDash val="solid"/>
            <a:round/>
            <a:headEnd len="sm" w="sm" type="none"/>
            <a:tailEnd len="med" w="med" type="oval"/>
          </a:ln>
        </p:spPr>
      </p:cxnSp>
      <p:pic>
        <p:nvPicPr>
          <p:cNvPr id="935" name="Google Shape;935;g2eee884a559_0_21023"/>
          <p:cNvPicPr preferRelativeResize="0"/>
          <p:nvPr/>
        </p:nvPicPr>
        <p:blipFill rotWithShape="1">
          <a:blip r:embed="rId3">
            <a:alphaModFix/>
          </a:blip>
          <a:srcRect b="0" l="0" r="0" t="0"/>
          <a:stretch/>
        </p:blipFill>
        <p:spPr>
          <a:xfrm>
            <a:off x="227700" y="248025"/>
            <a:ext cx="459000" cy="471541"/>
          </a:xfrm>
          <a:prstGeom prst="rect">
            <a:avLst/>
          </a:prstGeom>
          <a:noFill/>
          <a:ln>
            <a:noFill/>
          </a:ln>
        </p:spPr>
      </p:pic>
      <p:sp>
        <p:nvSpPr>
          <p:cNvPr id="936" name="Google Shape;936;g2eee884a559_0_21023"/>
          <p:cNvSpPr txBox="1"/>
          <p:nvPr>
            <p:ph idx="4294967295" type="title"/>
          </p:nvPr>
        </p:nvSpPr>
        <p:spPr>
          <a:xfrm>
            <a:off x="914400" y="146300"/>
            <a:ext cx="7778100" cy="365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Recap</a:t>
            </a:r>
            <a:endParaRPr/>
          </a:p>
        </p:txBody>
      </p:sp>
      <p:sp>
        <p:nvSpPr>
          <p:cNvPr id="937" name="Google Shape;937;g2eee884a559_0_21023"/>
          <p:cNvSpPr txBox="1"/>
          <p:nvPr>
            <p:ph idx="4294967295" type="subTitle"/>
          </p:nvPr>
        </p:nvSpPr>
        <p:spPr>
          <a:xfrm>
            <a:off x="914400" y="548650"/>
            <a:ext cx="7772400" cy="2742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Artificial Intelligence (AI) and Machine Learning (ML)</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938" name="Google Shape;938;g2eee884a559_0_21023"/>
          <p:cNvSpPr/>
          <p:nvPr/>
        </p:nvSpPr>
        <p:spPr>
          <a:xfrm>
            <a:off x="1287175" y="13716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9" name="Google Shape;939;g2eee884a559_0_21023"/>
          <p:cNvSpPr/>
          <p:nvPr/>
        </p:nvSpPr>
        <p:spPr>
          <a:xfrm>
            <a:off x="1287175" y="4113475"/>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g2eee884a559_0_21023"/>
          <p:cNvSpPr/>
          <p:nvPr/>
        </p:nvSpPr>
        <p:spPr>
          <a:xfrm>
            <a:off x="1287175" y="3428575"/>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g2eee884a559_0_21023"/>
          <p:cNvSpPr/>
          <p:nvPr/>
        </p:nvSpPr>
        <p:spPr>
          <a:xfrm>
            <a:off x="1287175" y="2746988"/>
            <a:ext cx="7399500" cy="4374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2eee884a559_0_21023"/>
          <p:cNvSpPr/>
          <p:nvPr/>
        </p:nvSpPr>
        <p:spPr>
          <a:xfrm>
            <a:off x="1287175" y="2046700"/>
            <a:ext cx="7399500" cy="459000"/>
          </a:xfrm>
          <a:prstGeom prst="roundRect">
            <a:avLst>
              <a:gd fmla="val 16667" name="adj"/>
            </a:avLst>
          </a:prstGeom>
          <a:solidFill>
            <a:srgbClr val="F2F2F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943" name="Google Shape;943;g2eee884a559_0_21023"/>
          <p:cNvGrpSpPr/>
          <p:nvPr/>
        </p:nvGrpSpPr>
        <p:grpSpPr>
          <a:xfrm>
            <a:off x="457200" y="1371604"/>
            <a:ext cx="776900" cy="459019"/>
            <a:chOff x="457200" y="1466425"/>
            <a:chExt cx="776900" cy="486300"/>
          </a:xfrm>
        </p:grpSpPr>
        <p:sp>
          <p:nvSpPr>
            <p:cNvPr id="944" name="Google Shape;944;g2eee884a559_0_21023"/>
            <p:cNvSpPr/>
            <p:nvPr/>
          </p:nvSpPr>
          <p:spPr>
            <a:xfrm>
              <a:off x="457200" y="1466425"/>
              <a:ext cx="695400" cy="486300"/>
            </a:xfrm>
            <a:prstGeom prst="roundRect">
              <a:avLst>
                <a:gd fmla="val 16667" name="adj"/>
              </a:avLst>
            </a:prstGeom>
            <a:solidFill>
              <a:srgbClr val="FCB91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01</a:t>
              </a:r>
              <a:endParaRPr b="0" i="0" sz="3000" u="none" cap="none" strike="noStrike">
                <a:solidFill>
                  <a:srgbClr val="082D49"/>
                </a:solidFill>
                <a:latin typeface="Roboto"/>
                <a:ea typeface="Roboto"/>
                <a:cs typeface="Roboto"/>
                <a:sym typeface="Roboto"/>
              </a:endParaRPr>
            </a:p>
          </p:txBody>
        </p:sp>
        <p:sp>
          <p:nvSpPr>
            <p:cNvPr id="945" name="Google Shape;945;g2eee884a559_0_21023"/>
            <p:cNvSpPr/>
            <p:nvPr/>
          </p:nvSpPr>
          <p:spPr>
            <a:xfrm rot="5400000">
              <a:off x="973100" y="1624950"/>
              <a:ext cx="333375" cy="188625"/>
            </a:xfrm>
            <a:prstGeom prst="flowChartExtract">
              <a:avLst/>
            </a:prstGeom>
            <a:solidFill>
              <a:srgbClr val="FCB91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46" name="Google Shape;946;g2eee884a559_0_21023"/>
          <p:cNvGrpSpPr/>
          <p:nvPr/>
        </p:nvGrpSpPr>
        <p:grpSpPr>
          <a:xfrm>
            <a:off x="457200" y="2026480"/>
            <a:ext cx="776900" cy="486300"/>
            <a:chOff x="457200" y="1466425"/>
            <a:chExt cx="776900" cy="486300"/>
          </a:xfrm>
        </p:grpSpPr>
        <p:sp>
          <p:nvSpPr>
            <p:cNvPr id="947" name="Google Shape;947;g2eee884a559_0_21023"/>
            <p:cNvSpPr/>
            <p:nvPr/>
          </p:nvSpPr>
          <p:spPr>
            <a:xfrm>
              <a:off x="457200" y="1466425"/>
              <a:ext cx="695400" cy="486300"/>
            </a:xfrm>
            <a:prstGeom prst="roundRect">
              <a:avLst>
                <a:gd fmla="val 16667" name="adj"/>
              </a:avLst>
            </a:prstGeom>
            <a:solidFill>
              <a:srgbClr val="082D49"/>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02</a:t>
              </a:r>
              <a:endParaRPr b="0" i="0" sz="3000" u="none" cap="none" strike="noStrike">
                <a:solidFill>
                  <a:srgbClr val="FFFFFF"/>
                </a:solidFill>
                <a:latin typeface="Roboto"/>
                <a:ea typeface="Roboto"/>
                <a:cs typeface="Roboto"/>
                <a:sym typeface="Roboto"/>
              </a:endParaRPr>
            </a:p>
          </p:txBody>
        </p:sp>
        <p:sp>
          <p:nvSpPr>
            <p:cNvPr id="948" name="Google Shape;948;g2eee884a559_0_21023"/>
            <p:cNvSpPr/>
            <p:nvPr/>
          </p:nvSpPr>
          <p:spPr>
            <a:xfrm rot="5400000">
              <a:off x="973100" y="1624950"/>
              <a:ext cx="333375" cy="188625"/>
            </a:xfrm>
            <a:prstGeom prst="flowChartExtract">
              <a:avLst/>
            </a:prstGeom>
            <a:solidFill>
              <a:srgbClr val="082D4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49" name="Google Shape;949;g2eee884a559_0_21023"/>
          <p:cNvGrpSpPr/>
          <p:nvPr/>
        </p:nvGrpSpPr>
        <p:grpSpPr>
          <a:xfrm>
            <a:off x="457200" y="2743336"/>
            <a:ext cx="776900" cy="437378"/>
            <a:chOff x="457200" y="1466425"/>
            <a:chExt cx="776900" cy="486300"/>
          </a:xfrm>
        </p:grpSpPr>
        <p:sp>
          <p:nvSpPr>
            <p:cNvPr id="950" name="Google Shape;950;g2eee884a559_0_21023"/>
            <p:cNvSpPr/>
            <p:nvPr/>
          </p:nvSpPr>
          <p:spPr>
            <a:xfrm>
              <a:off x="457200" y="1466425"/>
              <a:ext cx="695400" cy="486300"/>
            </a:xfrm>
            <a:prstGeom prst="roundRect">
              <a:avLst>
                <a:gd fmla="val 16667" name="adj"/>
              </a:avLst>
            </a:prstGeom>
            <a:solidFill>
              <a:srgbClr val="0077D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03</a:t>
              </a:r>
              <a:endParaRPr b="0" i="0" sz="3000" u="none" cap="none" strike="noStrike">
                <a:solidFill>
                  <a:srgbClr val="FFFFFF"/>
                </a:solidFill>
                <a:latin typeface="Roboto"/>
                <a:ea typeface="Roboto"/>
                <a:cs typeface="Roboto"/>
                <a:sym typeface="Roboto"/>
              </a:endParaRPr>
            </a:p>
          </p:txBody>
        </p:sp>
        <p:sp>
          <p:nvSpPr>
            <p:cNvPr id="951" name="Google Shape;951;g2eee884a559_0_21023"/>
            <p:cNvSpPr/>
            <p:nvPr/>
          </p:nvSpPr>
          <p:spPr>
            <a:xfrm rot="5400000">
              <a:off x="973100" y="1624950"/>
              <a:ext cx="333375" cy="188625"/>
            </a:xfrm>
            <a:prstGeom prst="flowChartExtract">
              <a:avLst/>
            </a:prstGeom>
            <a:solidFill>
              <a:srgbClr val="0077D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52" name="Google Shape;952;g2eee884a559_0_21023"/>
          <p:cNvGrpSpPr/>
          <p:nvPr/>
        </p:nvGrpSpPr>
        <p:grpSpPr>
          <a:xfrm>
            <a:off x="457200" y="3426804"/>
            <a:ext cx="776900" cy="459019"/>
            <a:chOff x="457200" y="1466425"/>
            <a:chExt cx="776900" cy="486300"/>
          </a:xfrm>
        </p:grpSpPr>
        <p:sp>
          <p:nvSpPr>
            <p:cNvPr id="953" name="Google Shape;953;g2eee884a559_0_21023"/>
            <p:cNvSpPr/>
            <p:nvPr/>
          </p:nvSpPr>
          <p:spPr>
            <a:xfrm>
              <a:off x="457200" y="1466425"/>
              <a:ext cx="695400" cy="486300"/>
            </a:xfrm>
            <a:prstGeom prst="roundRect">
              <a:avLst>
                <a:gd fmla="val 16667" name="adj"/>
              </a:avLst>
            </a:prstGeom>
            <a:solidFill>
              <a:srgbClr val="00C7CC"/>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082D49"/>
                  </a:solidFill>
                  <a:latin typeface="Roboto"/>
                  <a:ea typeface="Roboto"/>
                  <a:cs typeface="Roboto"/>
                  <a:sym typeface="Roboto"/>
                </a:rPr>
                <a:t>04</a:t>
              </a:r>
              <a:endParaRPr b="0" i="0" sz="3000" u="none" cap="none" strike="noStrike">
                <a:solidFill>
                  <a:srgbClr val="082D49"/>
                </a:solidFill>
                <a:latin typeface="Roboto"/>
                <a:ea typeface="Roboto"/>
                <a:cs typeface="Roboto"/>
                <a:sym typeface="Roboto"/>
              </a:endParaRPr>
            </a:p>
          </p:txBody>
        </p:sp>
        <p:sp>
          <p:nvSpPr>
            <p:cNvPr id="954" name="Google Shape;954;g2eee884a559_0_21023"/>
            <p:cNvSpPr/>
            <p:nvPr/>
          </p:nvSpPr>
          <p:spPr>
            <a:xfrm rot="5400000">
              <a:off x="973100" y="1624950"/>
              <a:ext cx="333375" cy="188625"/>
            </a:xfrm>
            <a:prstGeom prst="flowChartExtract">
              <a:avLst/>
            </a:prstGeom>
            <a:solidFill>
              <a:srgbClr val="00C7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grpSp>
        <p:nvGrpSpPr>
          <p:cNvPr id="955" name="Google Shape;955;g2eee884a559_0_21023"/>
          <p:cNvGrpSpPr/>
          <p:nvPr/>
        </p:nvGrpSpPr>
        <p:grpSpPr>
          <a:xfrm>
            <a:off x="457200" y="4115361"/>
            <a:ext cx="776900" cy="437378"/>
            <a:chOff x="457200" y="1466425"/>
            <a:chExt cx="776900" cy="486300"/>
          </a:xfrm>
        </p:grpSpPr>
        <p:sp>
          <p:nvSpPr>
            <p:cNvPr id="956" name="Google Shape;956;g2eee884a559_0_21023"/>
            <p:cNvSpPr/>
            <p:nvPr/>
          </p:nvSpPr>
          <p:spPr>
            <a:xfrm>
              <a:off x="457200" y="1466425"/>
              <a:ext cx="695400" cy="486300"/>
            </a:xfrm>
            <a:prstGeom prst="roundRect">
              <a:avLst>
                <a:gd fmla="val 16667" name="adj"/>
              </a:avLst>
            </a:prstGeom>
            <a:solidFill>
              <a:srgbClr val="2E5E7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n" sz="3000" u="none" cap="none" strike="noStrike">
                  <a:solidFill>
                    <a:srgbClr val="FFFFFF"/>
                  </a:solidFill>
                  <a:latin typeface="Roboto"/>
                  <a:ea typeface="Roboto"/>
                  <a:cs typeface="Roboto"/>
                  <a:sym typeface="Roboto"/>
                </a:rPr>
                <a:t>05</a:t>
              </a:r>
              <a:endParaRPr b="0" i="0" sz="3000" u="none" cap="none" strike="noStrike">
                <a:solidFill>
                  <a:srgbClr val="FFFFFF"/>
                </a:solidFill>
                <a:latin typeface="Roboto"/>
                <a:ea typeface="Roboto"/>
                <a:cs typeface="Roboto"/>
                <a:sym typeface="Roboto"/>
              </a:endParaRPr>
            </a:p>
          </p:txBody>
        </p:sp>
        <p:sp>
          <p:nvSpPr>
            <p:cNvPr id="957" name="Google Shape;957;g2eee884a559_0_21023"/>
            <p:cNvSpPr/>
            <p:nvPr/>
          </p:nvSpPr>
          <p:spPr>
            <a:xfrm rot="5400000">
              <a:off x="973100" y="1624950"/>
              <a:ext cx="333375" cy="188625"/>
            </a:xfrm>
            <a:prstGeom prst="flowChartExtract">
              <a:avLst/>
            </a:prstGeom>
            <a:solidFill>
              <a:srgbClr val="2E5E7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Light"/>
                <a:ea typeface="Roboto Light"/>
                <a:cs typeface="Roboto Light"/>
                <a:sym typeface="Roboto Light"/>
              </a:endParaRPr>
            </a:p>
          </p:txBody>
        </p:sp>
      </p:grpSp>
      <p:sp>
        <p:nvSpPr>
          <p:cNvPr id="958" name="Google Shape;958;g2eee884a559_0_21023"/>
          <p:cNvSpPr txBox="1"/>
          <p:nvPr/>
        </p:nvSpPr>
        <p:spPr>
          <a:xfrm>
            <a:off x="1287250" y="1392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Differences between AI and traditional programming</a:t>
            </a:r>
            <a:endParaRPr sz="1800">
              <a:solidFill>
                <a:srgbClr val="082D49"/>
              </a:solidFill>
              <a:latin typeface="Roboto"/>
              <a:ea typeface="Roboto"/>
              <a:cs typeface="Roboto"/>
              <a:sym typeface="Roboto"/>
            </a:endParaRPr>
          </a:p>
        </p:txBody>
      </p:sp>
      <p:sp>
        <p:nvSpPr>
          <p:cNvPr id="959" name="Google Shape;959;g2eee884a559_0_21023"/>
          <p:cNvSpPr txBox="1"/>
          <p:nvPr/>
        </p:nvSpPr>
        <p:spPr>
          <a:xfrm>
            <a:off x="1287250" y="2068150"/>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chemeClr val="dk2"/>
                </a:solidFill>
                <a:latin typeface="Roboto"/>
                <a:ea typeface="Roboto"/>
                <a:cs typeface="Roboto"/>
                <a:sym typeface="Roboto"/>
              </a:rPr>
              <a:t>Narrow vs. general AI</a:t>
            </a:r>
            <a:endParaRPr sz="1800">
              <a:solidFill>
                <a:srgbClr val="082D49"/>
              </a:solidFill>
              <a:latin typeface="Roboto"/>
              <a:ea typeface="Roboto"/>
              <a:cs typeface="Roboto"/>
              <a:sym typeface="Roboto"/>
            </a:endParaRPr>
          </a:p>
        </p:txBody>
      </p:sp>
      <p:sp>
        <p:nvSpPr>
          <p:cNvPr id="960" name="Google Shape;960;g2eee884a559_0_21023"/>
          <p:cNvSpPr txBox="1"/>
          <p:nvPr/>
        </p:nvSpPr>
        <p:spPr>
          <a:xfrm>
            <a:off x="1287250" y="27519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chemeClr val="dk2"/>
                </a:solidFill>
                <a:latin typeface="Roboto"/>
                <a:ea typeface="Roboto"/>
                <a:cs typeface="Roboto"/>
                <a:sym typeface="Roboto"/>
              </a:rPr>
              <a:t>Importance of AI and ML in cybersecurity</a:t>
            </a:r>
            <a:endParaRPr sz="1800">
              <a:solidFill>
                <a:srgbClr val="082D49"/>
              </a:solidFill>
              <a:latin typeface="Roboto"/>
              <a:ea typeface="Roboto"/>
              <a:cs typeface="Roboto"/>
              <a:sym typeface="Roboto"/>
            </a:endParaRPr>
          </a:p>
        </p:txBody>
      </p:sp>
      <p:sp>
        <p:nvSpPr>
          <p:cNvPr id="961" name="Google Shape;961;g2eee884a559_0_21023"/>
          <p:cNvSpPr txBox="1"/>
          <p:nvPr/>
        </p:nvSpPr>
        <p:spPr>
          <a:xfrm>
            <a:off x="1287250" y="34336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50">
                <a:solidFill>
                  <a:srgbClr val="082D49"/>
                </a:solidFill>
                <a:latin typeface="Roboto"/>
                <a:ea typeface="Roboto"/>
                <a:cs typeface="Roboto"/>
                <a:sym typeface="Roboto"/>
              </a:rPr>
              <a:t>Ethics and bias in AI</a:t>
            </a:r>
            <a:endParaRPr sz="1850">
              <a:solidFill>
                <a:srgbClr val="082D49"/>
              </a:solidFill>
              <a:latin typeface="Roboto"/>
              <a:ea typeface="Roboto"/>
              <a:cs typeface="Roboto"/>
              <a:sym typeface="Roboto"/>
            </a:endParaRPr>
          </a:p>
        </p:txBody>
      </p:sp>
      <p:sp>
        <p:nvSpPr>
          <p:cNvPr id="962" name="Google Shape;962;g2eee884a559_0_21023"/>
          <p:cNvSpPr txBox="1"/>
          <p:nvPr/>
        </p:nvSpPr>
        <p:spPr>
          <a:xfrm>
            <a:off x="1287250" y="4126775"/>
            <a:ext cx="6485100" cy="4374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1800">
                <a:solidFill>
                  <a:srgbClr val="082D49"/>
                </a:solidFill>
                <a:latin typeface="Roboto"/>
                <a:ea typeface="Roboto"/>
                <a:cs typeface="Roboto"/>
                <a:sym typeface="Roboto"/>
              </a:rPr>
              <a:t>ChatGPT and similar tools in the cybersecurity industry</a:t>
            </a:r>
            <a:endParaRPr sz="1800">
              <a:solidFill>
                <a:srgbClr val="082D49"/>
              </a:solidFill>
              <a:latin typeface="Roboto"/>
              <a:ea typeface="Roboto"/>
              <a:cs typeface="Roboto"/>
              <a:sym typeface="Roboto"/>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970" name="Shape 970"/>
        <p:cNvGrpSpPr/>
        <p:nvPr/>
      </p:nvGrpSpPr>
      <p:grpSpPr>
        <a:xfrm>
          <a:off x="0" y="0"/>
          <a:ext cx="0" cy="0"/>
          <a:chOff x="0" y="0"/>
          <a:chExt cx="0" cy="0"/>
        </a:xfrm>
      </p:grpSpPr>
      <p:sp>
        <p:nvSpPr>
          <p:cNvPr id="971" name="Google Shape;971;g2eee884a559_0_21462"/>
          <p:cNvSpPr txBox="1"/>
          <p:nvPr/>
        </p:nvSpPr>
        <p:spPr>
          <a:xfrm>
            <a:off x="311700" y="2866577"/>
            <a:ext cx="8520600" cy="986400"/>
          </a:xfrm>
          <a:prstGeom prst="rect">
            <a:avLst/>
          </a:prstGeom>
          <a:solidFill>
            <a:schemeClr val="dk2"/>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n" sz="4000" u="none" cap="none" strike="noStrike">
                <a:solidFill>
                  <a:schemeClr val="lt1"/>
                </a:solidFill>
                <a:latin typeface="Roboto"/>
                <a:ea typeface="Roboto"/>
                <a:cs typeface="Roboto"/>
                <a:sym typeface="Roboto"/>
              </a:rPr>
              <a:t>Thank you</a:t>
            </a:r>
            <a:endParaRPr b="0" i="0" sz="4000" u="none" cap="none" strike="noStrike">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Bootcamp Slides New Theme - July 2024">
  <a:themeElements>
    <a:clrScheme name="Simple Light">
      <a:dk1>
        <a:srgbClr val="2E5E73"/>
      </a:dk1>
      <a:lt1>
        <a:srgbClr val="FFFFFF"/>
      </a:lt1>
      <a:dk2>
        <a:srgbClr val="082D49"/>
      </a:dk2>
      <a:lt2>
        <a:srgbClr val="F2F2F2"/>
      </a:lt2>
      <a:accent1>
        <a:srgbClr val="FCB912"/>
      </a:accent1>
      <a:accent2>
        <a:srgbClr val="AADCF2"/>
      </a:accent2>
      <a:accent3>
        <a:srgbClr val="1475D4"/>
      </a:accent3>
      <a:accent4>
        <a:srgbClr val="00C7CC"/>
      </a:accent4>
      <a:accent5>
        <a:srgbClr val="082D49"/>
      </a:accent5>
      <a:accent6>
        <a:srgbClr val="2E5E73"/>
      </a:accent6>
      <a:hlink>
        <a:srgbClr val="2E5E7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