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702" r:id="rId4"/>
    <p:sldMasterId id="2147483761" r:id="rId5"/>
    <p:sldMasterId id="214748381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5143500" cx="9144000"/>
  <p:notesSz cx="6858000" cy="9144000"/>
  <p:embeddedFontLst>
    <p:embeddedFont>
      <p:font typeface="Inconsolata ExtraBold"/>
      <p:bold r:id="rId48"/>
    </p:embeddedFont>
    <p:embeddedFont>
      <p:font typeface="Roboto"/>
      <p:regular r:id="rId49"/>
      <p:bold r:id="rId50"/>
      <p:italic r:id="rId51"/>
      <p:boldItalic r:id="rId52"/>
    </p:embeddedFont>
    <p:embeddedFont>
      <p:font typeface="Roboto Medium"/>
      <p:regular r:id="rId53"/>
      <p:bold r:id="rId54"/>
      <p:italic r:id="rId55"/>
      <p:boldItalic r:id="rId56"/>
    </p:embeddedFont>
    <p:embeddedFont>
      <p:font typeface="Inconsolata"/>
      <p:regular r:id="rId57"/>
      <p:bold r:id="rId58"/>
    </p:embeddedFont>
    <p:embeddedFont>
      <p:font typeface="Nunito ExtraBold"/>
      <p:bold r:id="rId59"/>
      <p:boldItalic r:id="rId60"/>
    </p:embeddedFont>
    <p:embeddedFont>
      <p:font typeface="Roboto Light"/>
      <p:regular r:id="rId61"/>
      <p:bold r:id="rId62"/>
      <p:italic r:id="rId63"/>
      <p:boldItalic r:id="rId64"/>
    </p:embeddedFont>
    <p:embeddedFont>
      <p:font typeface="Inconsolata Medium"/>
      <p:regular r:id="rId65"/>
      <p:bold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7" roundtripDataSignature="AMtx7mho7KL2icXbSq0A2epH0gizHwGt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font" Target="fonts/InconsolataExtraBold-bold.fntdata"/><Relationship Id="rId47" Type="http://schemas.openxmlformats.org/officeDocument/2006/relationships/slide" Target="slides/slide40.xml"/><Relationship Id="rId49" Type="http://schemas.openxmlformats.org/officeDocument/2006/relationships/font" Target="fonts/Roboto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obotoLight-bold.fntdata"/><Relationship Id="rId61" Type="http://schemas.openxmlformats.org/officeDocument/2006/relationships/font" Target="fonts/RobotoLight-regular.fntdata"/><Relationship Id="rId20" Type="http://schemas.openxmlformats.org/officeDocument/2006/relationships/slide" Target="slides/slide13.xml"/><Relationship Id="rId64" Type="http://schemas.openxmlformats.org/officeDocument/2006/relationships/font" Target="fonts/RobotoLight-boldItalic.fntdata"/><Relationship Id="rId63" Type="http://schemas.openxmlformats.org/officeDocument/2006/relationships/font" Target="fonts/RobotoLight-italic.fntdata"/><Relationship Id="rId22" Type="http://schemas.openxmlformats.org/officeDocument/2006/relationships/slide" Target="slides/slide15.xml"/><Relationship Id="rId66" Type="http://schemas.openxmlformats.org/officeDocument/2006/relationships/font" Target="fonts/InconsolataMedium-bold.fntdata"/><Relationship Id="rId21" Type="http://schemas.openxmlformats.org/officeDocument/2006/relationships/slide" Target="slides/slide14.xml"/><Relationship Id="rId65" Type="http://schemas.openxmlformats.org/officeDocument/2006/relationships/font" Target="fonts/InconsolataMedium-regular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7" Type="http://customschemas.google.com/relationships/presentationmetadata" Target="metadata"/><Relationship Id="rId60" Type="http://schemas.openxmlformats.org/officeDocument/2006/relationships/font" Target="fonts/NunitoExtraBold-bold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RobotoMedium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4.xml"/><Relationship Id="rId55" Type="http://schemas.openxmlformats.org/officeDocument/2006/relationships/font" Target="fonts/RobotoMedium-italic.fntdata"/><Relationship Id="rId10" Type="http://schemas.openxmlformats.org/officeDocument/2006/relationships/slide" Target="slides/slide3.xml"/><Relationship Id="rId54" Type="http://schemas.openxmlformats.org/officeDocument/2006/relationships/font" Target="fonts/RobotoMedium-bold.fntdata"/><Relationship Id="rId13" Type="http://schemas.openxmlformats.org/officeDocument/2006/relationships/slide" Target="slides/slide6.xml"/><Relationship Id="rId57" Type="http://schemas.openxmlformats.org/officeDocument/2006/relationships/font" Target="fonts/Inconsolata-regular.fntdata"/><Relationship Id="rId12" Type="http://schemas.openxmlformats.org/officeDocument/2006/relationships/slide" Target="slides/slide5.xml"/><Relationship Id="rId56" Type="http://schemas.openxmlformats.org/officeDocument/2006/relationships/font" Target="fonts/RobotoMedium-boldItalic.fntdata"/><Relationship Id="rId15" Type="http://schemas.openxmlformats.org/officeDocument/2006/relationships/slide" Target="slides/slide8.xml"/><Relationship Id="rId59" Type="http://schemas.openxmlformats.org/officeDocument/2006/relationships/font" Target="fonts/NunitoExtraBold-bold.fntdata"/><Relationship Id="rId14" Type="http://schemas.openxmlformats.org/officeDocument/2006/relationships/slide" Target="slides/slide7.xml"/><Relationship Id="rId58" Type="http://schemas.openxmlformats.org/officeDocument/2006/relationships/font" Target="fonts/Inconsolata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2ee77736311_0_1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9" name="Google Shape;1479;g2ee77736311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ee77736311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6" name="Google Shape;1486;g2ee77736311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ee77736311_0_1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1" name="Google Shape;1501;g2ee77736311_0_1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2005f8c70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5" name="Google Shape;1505;g32005f8c70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2ee77736311_0_1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1" name="Google Shape;1511;g2ee77736311_0_1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2ee77736311_0_1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0" name="Google Shape;1520;g2ee77736311_0_1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ee77736311_0_1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7" name="Google Shape;1537;g2ee77736311_0_1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ee77736311_0_1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8" name="Google Shape;1548;g2ee77736311_0_1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ee77736311_0_1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3" name="Google Shape;1553;g2ee77736311_0_1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ee77736311_0_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8" name="Google Shape;1558;g2ee77736311_0_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2ee77736311_0_1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2" name="Google Shape;1562;g2ee77736311_0_1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2ee77736311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3" name="Google Shape;1593;g2ee77736311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2ee77736311_0_1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9" name="Google Shape;1599;g2ee77736311_0_1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ee77736311_0_1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4" name="Google Shape;1614;g2ee77736311_0_1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2ee77736311_0_1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8" name="Google Shape;1618;g2ee77736311_0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2ee77736311_0_1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8" name="Google Shape;1628;g2ee77736311_0_1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32005f8c70e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32005f8c70e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ee77736311_0_1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4" name="Google Shape;1674;g2ee77736311_0_1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2ee77736311_0_1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2" name="Google Shape;1682;g2ee77736311_0_1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ee77736311_0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6" name="Google Shape;1686;g2ee77736311_0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2ee77736311_0_1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3" name="Google Shape;1723;g2ee77736311_0_1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ee77736311_0_1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0" name="Google Shape;1760;g2ee77736311_0_1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2ee77736311_0_1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7" name="Google Shape;1777;g2ee77736311_0_1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g2ee77736311_0_1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2" name="Google Shape;1802;g2ee77736311_0_1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g2ee77736311_0_1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3" name="Google Shape;1823;g2ee77736311_0_1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2ee77736311_0_2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1" name="Google Shape;1841;g2ee77736311_0_2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2ee77736311_0_2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1" name="Google Shape;1871;g2ee77736311_0_2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ee77736311_0_2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1" name="Google Shape;1901;g2ee77736311_0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2ee77736311_0_2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8" name="Google Shape;1918;g2ee77736311_0_2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g2ee77736311_0_2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9" name="Google Shape;1939;g2ee77736311_0_2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ee77736311_0_2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9" name="Google Shape;1959;g2ee77736311_0_2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2ee77736311_0_2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9" name="Google Shape;1979;g2ee77736311_0_2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2ee77736311_0_2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3" name="Google Shape;1983;g2ee77736311_0_2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g2ee77736311_0_2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7" name="Google Shape;1987;g2ee77736311_0_2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shutterstock_1095422036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2ee77736311_0_2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9" name="Google Shape;1999;g2ee77736311_0_2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g2ee77736311_0_2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7" name="Google Shape;2007;g2ee77736311_0_2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2ee77736311_0_2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1" name="Google Shape;2011;g2ee77736311_0_2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g2ee77736311_0_2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2" name="Google Shape;2042;g2ee77736311_0_2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2ee77736311_0_2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3" name="Google Shape;2073;g2ee77736311_0_2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g2ee77736311_0_2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8" name="Google Shape;2078;g2ee77736311_0_2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5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png"/><Relationship Id="rId3" Type="http://schemas.openxmlformats.org/officeDocument/2006/relationships/image" Target="../media/image4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6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5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7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1.png"/><Relationship Id="rId3" Type="http://schemas.openxmlformats.org/officeDocument/2006/relationships/image" Target="../media/image4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4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9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5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96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</p:cxnSp>
      <p:cxnSp>
        <p:nvCxnSpPr>
          <p:cNvPr id="16" name="Google Shape;16;p96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</p:cxnSp>
      <p:sp>
        <p:nvSpPr>
          <p:cNvPr id="17" name="Google Shape;17;p96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96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" name="Google Shape;19;p96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96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1;p96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97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</p:cxnSp>
      <p:sp>
        <p:nvSpPr>
          <p:cNvPr id="24" name="Google Shape;24;p97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97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97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97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9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30" name="Google Shape;30;p9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9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9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3" name="Google Shape;33;p98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99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" name="Google Shape;37;p9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100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1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1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101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" name="Google Shape;45;p101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101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7" name="Google Shape;47;p101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102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0" name="Google Shape;50;p102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1" name="Google Shape;51;p102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</p:sp>
      <p:sp>
        <p:nvSpPr>
          <p:cNvPr id="52" name="Google Shape;52;p10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02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4" name="Google Shape;54;p102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02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3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3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103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03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4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4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04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5" name="Google Shape;65;p104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6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6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06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06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06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06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06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06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06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06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0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81" name="Google Shape;81;p10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2" name="Google Shape;82;p10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06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" name="Google Shape;84;p106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106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6" name="Google Shape;86;p106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7" name="Google Shape;87;p106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8" name="Google Shape;88;p106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06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" name="Google Shape;90;p106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1" name="Google Shape;91;p106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2" name="Google Shape;92;p106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10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0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0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0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01" name="Google Shape;101;p10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4" name="Google Shape;104;p108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0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0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11" name="Google Shape;111;p10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12" name="Google Shape;112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0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4" name="Google Shape;114;p10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0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10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p110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10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21" name="Google Shape;121;p110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22" name="Google Shape;122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10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4" name="Google Shape;124;p110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1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1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11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11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12"/>
          <p:cNvPicPr preferRelativeResize="0"/>
          <p:nvPr/>
        </p:nvPicPr>
        <p:blipFill rotWithShape="1">
          <a:blip r:embed="rId3">
            <a:alphaModFix amt="11000"/>
          </a:blip>
          <a:srcRect b="7134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1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1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13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1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1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5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115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148" name="Google Shape;148;p115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15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" name="Google Shape;150;p115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51" name="Google Shape;151;p115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5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6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5" name="Google Shape;155;p116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6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9" name="Google Shape;159;p1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class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118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8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9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119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code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19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9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0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5" name="Google Shape;175;p120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20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0" name="Google Shape;180;p1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1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2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6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26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26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26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26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26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26"/>
          <p:cNvPicPr preferRelativeResize="0"/>
          <p:nvPr/>
        </p:nvPicPr>
        <p:blipFill rotWithShape="1">
          <a:blip r:embed="rId3">
            <a:alphaModFix/>
          </a:blip>
          <a:srcRect b="5685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1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1" name="Google Shape;211;p128"/>
          <p:cNvPicPr preferRelativeResize="0"/>
          <p:nvPr/>
        </p:nvPicPr>
        <p:blipFill rotWithShape="1">
          <a:blip r:embed="rId2">
            <a:alphaModFix/>
          </a:blip>
          <a:srcRect b="24412" l="9534" r="69121" t="23789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29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129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18" name="Google Shape;218;p1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1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1" name="Google Shape;221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2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4" name="Google Shape;224;p132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2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 Demonstration</a:t>
            </a:r>
            <a:endParaRPr b="0"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26" name="Google Shape;226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Google Shape;228;p133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29" name="Google Shape;229;p133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3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3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3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3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3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3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3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3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33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1" name="Google Shape;241;p1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133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3" name="Google Shape;243;p133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4" name="Google Shape;244;p133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5" name="Google Shape;245;p133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6" name="Google Shape;246;p133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0" name="Google Shape;250;p13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134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5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5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5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5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5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5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9" name="Google Shape;259;p135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0" name="Google Shape;260;p135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1" name="Google Shape;261;p135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2" name="Google Shape;262;p135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35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5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5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5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5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" name="Google Shape;270;p135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1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3" name="Google Shape;273;p1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1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1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2" name="Google Shape;282;p1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1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4" name="Google Shape;284;p1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3" name="Google Shape;293;p1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94" name="Google Shape;294;p1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1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7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7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7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7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7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7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2" name="Google Shape;302;p137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137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4" name="Google Shape;304;p137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5" name="Google Shape;305;p137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6" name="Google Shape;306;p137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7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7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7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7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137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8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8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8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8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138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138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9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2" name="Google Shape;322;p1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139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4" name="Google Shape;324;p139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39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39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39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39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139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0" name="Google Shape;330;p139"/>
          <p:cNvPicPr preferRelativeResize="0"/>
          <p:nvPr/>
        </p:nvPicPr>
        <p:blipFill rotWithShape="1">
          <a:blip r:embed="rId3">
            <a:alphaModFix amt="11000"/>
          </a:blip>
          <a:srcRect b="7134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">
  <p:cSld name="CUSTOM_21_2_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2" name="Google Shape;332;g2eb76486002_0_990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33" name="Google Shape;333;g2eb76486002_0_9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4" name="Google Shape;334;g2eb76486002_0_99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g2eb76486002_0_990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g2eb76486002_0_9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 1">
  <p:cSld name="CUSTOM_21_2_5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g2eb76486002_0_1982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39" name="Google Shape;339;g2eb76486002_0_19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0" name="Google Shape;340;g2eb76486002_0_198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g2eb76486002_0_1982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g2eb76486002_0_19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_3">
    <p:bg>
      <p:bgPr>
        <a:solidFill>
          <a:srgbClr val="F2F2F2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eb76486002_0_2999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2eb76486002_0_2999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g2eb76486002_0_2999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7" name="Google Shape;347;g2eb76486002_0_299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g2eb76486002_0_299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49" name="Google Shape;349;g2eb76486002_0_2999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0" name="Google Shape;350;g2eb76486002_0_2999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351" name="Google Shape;351;g2eb76486002_0_29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2eb76486002_0_2999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eb76486002_0_397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55" name="Google Shape;355;g2eb76486002_0_397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g2eb76486002_0_39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7" name="Google Shape;357;g2eb76486002_0_397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 2">
  <p:cSld name="CUSTOM_21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g2eb76486002_0_494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60" name="Google Shape;360;g2eb76486002_0_494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1" name="Google Shape;361;g2eb76486002_0_494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2" name="Google Shape;362;g2eb76486002_0_4948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g2eb76486002_0_49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ing slide">
  <p:cSld name="CUSTOM_21_2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g2eb76486002_0_5923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66" name="Google Shape;366;g2eb76486002_0_592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g2eb76486002_0_592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g2eb76486002_0_5923"/>
          <p:cNvSpPr/>
          <p:nvPr/>
        </p:nvSpPr>
        <p:spPr>
          <a:xfrm>
            <a:off x="136025" y="2290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 1">
  <p:cSld name="CUSTOM_23_4">
    <p:bg>
      <p:bgPr>
        <a:solidFill>
          <a:srgbClr val="F2F2F2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eb76486002_0_6894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2eb76486002_0_6894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g2eb76486002_0_6894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3" name="Google Shape;373;g2eb76486002_0_6894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g2eb76486002_0_689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75" name="Google Shape;375;g2eb76486002_0_6894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6" name="Google Shape;376;g2eb76486002_0_6894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377" name="Google Shape;377;g2eb76486002_0_68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2eb76486002_0_6894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ee77736311_0_2311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g2ee77736311_0_2311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ee77736311_0_2314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9" name="Google Shape;389;g2ee77736311_0_2316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cxnSp>
      <p:cxnSp>
        <p:nvCxnSpPr>
          <p:cNvPr id="390" name="Google Shape;390;g2ee77736311_0_2316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cxnSp>
      <p:sp>
        <p:nvSpPr>
          <p:cNvPr id="391" name="Google Shape;391;g2ee77736311_0_2316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2" name="Google Shape;392;g2ee77736311_0_2316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3" name="Google Shape;393;g2ee77736311_0_2316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g2ee77736311_0_2316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g2ee77736311_0_2316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7" name="Google Shape;397;g2ee77736311_0_2324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cxnSp>
      <p:sp>
        <p:nvSpPr>
          <p:cNvPr id="398" name="Google Shape;398;g2ee77736311_0_2324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9" name="Google Shape;399;g2ee77736311_0_2324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0" name="Google Shape;400;g2ee77736311_0_2324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1" name="Google Shape;401;g2ee77736311_0_2324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3" name="Google Shape;403;g2ee77736311_0_2330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4" name="Google Shape;404;g2ee77736311_0_233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2ee77736311_0_233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g2ee77736311_0_233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g2ee77736311_0_2330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ee77736311_0_233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g2ee77736311_0_2336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1" name="Google Shape;411;g2ee77736311_0_2336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ee77736311_0_234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4" name="Google Shape;414;g2ee77736311_0_2340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ee77736311_0_2343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2ee77736311_0_2343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8" name="Google Shape;418;g2ee77736311_0_2343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9" name="Google Shape;419;g2ee77736311_0_2343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0" name="Google Shape;420;g2ee77736311_0_2343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1" name="Google Shape;421;g2ee77736311_0_2343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" name="Google Shape;423;g2ee77736311_0_2350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424" name="Google Shape;424;g2ee77736311_0_2350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25" name="Google Shape;425;g2ee77736311_0_2350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</p:sp>
      <p:sp>
        <p:nvSpPr>
          <p:cNvPr id="426" name="Google Shape;426;g2ee77736311_0_235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7" name="Google Shape;427;g2ee77736311_0_2350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8" name="Google Shape;428;g2ee77736311_0_2350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9" name="Google Shape;429;g2ee77736311_0_2350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ee77736311_0_2358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g2ee77736311_0_2358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g2ee77736311_0_2358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4" name="Google Shape;434;g2ee77736311_0_2358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ee77736311_0_236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g2ee77736311_0_236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8" name="Google Shape;438;g2ee77736311_0_236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9" name="Google Shape;439;g2ee77736311_0_236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ee77736311_0_236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2ee77736311_0_2369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g2ee77736311_0_2369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g2ee77736311_0_2369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g2ee77736311_0_2369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g2ee77736311_0_2369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g2ee77736311_0_2369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g2ee77736311_0_2369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g2ee77736311_0_2369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g2ee77736311_0_2369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g2ee77736311_0_2369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3" name="Google Shape;453;g2ee77736311_0_23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" name="Google Shape;454;g2ee77736311_0_236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55" name="Google Shape;455;g2ee77736311_0_236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56" name="Google Shape;456;g2ee77736311_0_2369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g2ee77736311_0_2369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58" name="Google Shape;458;g2ee77736311_0_2369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59" name="Google Shape;459;g2ee77736311_0_2369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0" name="Google Shape;460;g2ee77736311_0_2369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1" name="Google Shape;461;g2ee77736311_0_2369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2" name="Google Shape;462;g2ee77736311_0_2369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3" name="Google Shape;463;g2ee77736311_0_2369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4" name="Google Shape;464;g2ee77736311_0_2369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5" name="Google Shape;465;g2ee77736311_0_2369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6" name="Google Shape;466;g2ee77736311_0_2369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g2ee77736311_0_239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9" name="Google Shape;469;g2ee77736311_0_239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g2ee77736311_0_23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2ee77736311_0_239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g2ee77736311_0_239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4" name="Google Shape;474;g2ee77736311_0_240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75" name="Google Shape;475;g2ee77736311_0_240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g2ee77736311_0_24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2ee77736311_0_240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78" name="Google Shape;478;g2ee77736311_0_2401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ee77736311_0_240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2ee77736311_0_2407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g2ee77736311_0_2407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3" name="Google Shape;483;g2ee77736311_0_2407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4" name="Google Shape;484;g2ee77736311_0_240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85" name="Google Shape;485;g2ee77736311_0_2407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486" name="Google Shape;486;g2ee77736311_0_24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2ee77736311_0_2407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g2ee77736311_0_2407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ee77736311_0_241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2ee77736311_0_2417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g2ee77736311_0_2417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3" name="Google Shape;493;g2ee77736311_0_2417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4" name="Google Shape;494;g2ee77736311_0_241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95" name="Google Shape;495;g2ee77736311_0_2417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496" name="Google Shape;496;g2ee77736311_0_24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2ee77736311_0_2417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98" name="Google Shape;498;g2ee77736311_0_2417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ee77736311_0_2427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2ee77736311_0_2427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g2ee77736311_0_2427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g2ee77736311_0_2427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ee77736311_0_243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6" name="Google Shape;506;g2ee77736311_0_24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2ee77736311_0_2432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2ee77736311_0_243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ee77736311_0_2437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g2ee77736311_0_2437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g2ee77736311_0_24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2ee77736311_0_2437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e77736311_0_2442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g2ee77736311_0_24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2ee77736311_0_24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2ee77736311_0_24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ee77736311_0_2447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g2ee77736311_0_2447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522" name="Google Shape;522;g2ee77736311_0_2447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2ee77736311_0_2447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4" name="Google Shape;524;g2ee77736311_0_2447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525" name="Google Shape;525;g2ee77736311_0_2447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g2ee77736311_0_2447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ee77736311_0_2455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9" name="Google Shape;529;g2ee77736311_0_245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2ee77736311_0_245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ee77736311_0_2459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3" name="Google Shape;533;g2ee77736311_0_245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4" name="Google Shape;534;g2ee77736311_0_2459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g2ee77736311_0_24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ee77736311_0_246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class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g2ee77736311_0_246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2ee77736311_0_2464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2ee77736311_0_246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ee77736311_0_2469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g2ee77736311_0_2469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code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g2ee77736311_0_2469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5" name="Google Shape;545;g2ee77736311_0_24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2ee77736311_0_2469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ee77736311_0_2475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9" name="Google Shape;549;g2ee77736311_0_247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0" name="Google Shape;550;g2ee77736311_0_2475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1" name="Google Shape;551;g2ee77736311_0_24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ee77736311_0_248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54" name="Google Shape;554;g2ee77736311_0_24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2ee77736311_0_24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2ee77736311_0_248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g2ee77736311_0_248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g2ee77736311_0_24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2ee77736311_0_248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g2ee77736311_0_24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2ee77736311_0_2490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g2ee77736311_0_2490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g2ee77736311_0_24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2ee77736311_0_249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e77736311_0_2497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71" name="Google Shape;571;g2ee77736311_0_24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g2ee77736311_0_2497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g2ee77736311_0_2497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2ee77736311_0_2497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2ee77736311_0_2497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2ee77736311_0_2497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2ee77736311_0_2497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g2ee77736311_0_24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g2ee77736311_0_25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2ee77736311_0_250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e77736311_0_2510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g2ee77736311_0_2510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85" name="Google Shape;585;g2ee77736311_0_2510"/>
          <p:cNvPicPr preferRelativeResize="0"/>
          <p:nvPr/>
        </p:nvPicPr>
        <p:blipFill rotWithShape="1">
          <a:blip r:embed="rId2">
            <a:alphaModFix/>
          </a:blip>
          <a:srcRect b="24412" l="9534" r="69119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g2ee77736311_0_25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2ee77736311_0_251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g2ee77736311_0_2514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ee77736311_0_2518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92" name="Google Shape;592;g2ee77736311_0_25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ee77736311_0_2521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5" name="Google Shape;595;g2ee77736311_0_25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ee77736311_0_2524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98" name="Google Shape;598;g2ee77736311_0_2524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2ee77736311_0_2524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 Demonstration</a:t>
            </a:r>
            <a:endParaRPr b="0"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00" name="Google Shape;600;g2ee77736311_0_25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2" name="Google Shape;602;g2ee77736311_0_2529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603" name="Google Shape;603;g2ee77736311_0_2529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2ee77736311_0_2529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2ee77736311_0_2529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2ee77736311_0_2529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2ee77736311_0_2529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2ee77736311_0_2529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2ee77736311_0_2529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2ee77736311_0_2529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2ee77736311_0_2529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2ee77736311_0_2529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2ee77736311_0_252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2ee77736311_0_252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5" name="Google Shape;615;g2ee77736311_0_252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16" name="Google Shape;616;g2ee77736311_0_2529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7" name="Google Shape;617;g2ee77736311_0_2529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8" name="Google Shape;618;g2ee77736311_0_2529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9" name="Google Shape;619;g2ee77736311_0_2529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0" name="Google Shape;620;g2ee77736311_0_2529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ee77736311_0_254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2ee77736311_0_254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4" name="Google Shape;624;g2ee77736311_0_254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25" name="Google Shape;625;g2ee77736311_0_254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ee77736311_0_255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g2ee77736311_0_255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2ee77736311_0_255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2ee77736311_0_255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2ee77736311_0_255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2ee77736311_0_255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3" name="Google Shape;633;g2ee77736311_0_255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4" name="Google Shape;634;g2ee77736311_0_255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5" name="Google Shape;635;g2ee77736311_0_255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6" name="Google Shape;636;g2ee77736311_0_255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7" name="Google Shape;637;g2ee77736311_0_255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2ee77736311_0_255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2ee77736311_0_255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2ee77736311_0_255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2ee77736311_0_255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2ee77736311_0_255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2ee77736311_0_255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4" name="Google Shape;644;g2ee77736311_0_255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6" name="Google Shape;646;g2ee77736311_0_257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647" name="Google Shape;647;g2ee77736311_0_257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8" name="Google Shape;648;g2ee77736311_0_25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g2ee77736311_0_257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g2ee77736311_0_2573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2ee77736311_0_2573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2ee77736311_0_2573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2ee77736311_0_2573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2ee77736311_0_2573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2ee77736311_0_2573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6" name="Google Shape;656;g2ee77736311_0_2573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7" name="Google Shape;657;g2ee77736311_0_2573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g2ee77736311_0_2573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9" name="Google Shape;659;g2ee77736311_0_2573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0" name="Google Shape;660;g2ee77736311_0_2573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2ee77736311_0_2573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2ee77736311_0_2573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2ee77736311_0_2573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2ee77736311_0_2573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2ee77736311_0_2573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7" name="Google Shape;667;g2ee77736311_0_259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668" name="Google Shape;668;g2ee77736311_0_259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9" name="Google Shape;669;g2ee77736311_0_25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g2ee77736311_0_259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2ee77736311_0_259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2ee77736311_0_259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2ee77736311_0_259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2ee77736311_0_259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2ee77736311_0_259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6" name="Google Shape;676;g2ee77736311_0_259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7" name="Google Shape;677;g2ee77736311_0_259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8" name="Google Shape;678;g2ee77736311_0_259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9" name="Google Shape;679;g2ee77736311_0_259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0" name="Google Shape;680;g2ee77736311_0_259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2ee77736311_0_259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g2ee77736311_0_259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2ee77736311_0_259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g2ee77736311_0_259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2ee77736311_0_259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g2ee77736311_0_259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ee77736311_0_261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2ee77736311_0_261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2ee77736311_0_261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2ee77736311_0_261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g2ee77736311_0_261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g2ee77736311_0_261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ee77736311_0_2622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6" name="Google Shape;696;g2ee77736311_0_26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7" name="Google Shape;697;g2ee77736311_0_2622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698" name="Google Shape;698;g2ee77736311_0_2622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g2ee77736311_0_2622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2ee77736311_0_2622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2ee77736311_0_2622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2ee77736311_0_2622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3" name="Google Shape;703;g2ee77736311_0_2622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4" name="Google Shape;704;g2ee77736311_0_2622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">
  <p:cSld name="CUSTOM_21_2_4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6" name="Google Shape;706;g2ee77736311_0_26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07" name="Google Shape;707;g2ee77736311_0_263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8" name="Google Shape;708;g2ee77736311_0_263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9" name="Google Shape;709;g2ee77736311_0_2633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0" name="Google Shape;710;g2ee77736311_0_26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 1">
  <p:cSld name="CUSTOM_21_2_5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g2ee77736311_0_26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13" name="Google Shape;713;g2ee77736311_0_263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4" name="Google Shape;714;g2ee77736311_0_263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5" name="Google Shape;715;g2ee77736311_0_2639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6" name="Google Shape;716;g2ee77736311_0_26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_3">
    <p:bg>
      <p:bgPr>
        <a:solidFill>
          <a:srgbClr val="F2F2F2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ee77736311_0_2645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2ee77736311_0_2645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g2ee77736311_0_2645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1" name="Google Shape;721;g2ee77736311_0_2645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2" name="Google Shape;722;g2ee77736311_0_264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23" name="Google Shape;723;g2ee77736311_0_2645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24" name="Google Shape;724;g2ee77736311_0_2645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725" name="Google Shape;725;g2ee77736311_0_26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g2ee77736311_0_2645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ee77736311_0_265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9" name="Google Shape;729;g2ee77736311_0_265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g2ee77736311_0_26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1" name="Google Shape;731;g2ee77736311_0_26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 2">
  <p:cSld name="CUSTOM_21_2_6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3" name="Google Shape;733;g2ee77736311_0_2660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34" name="Google Shape;734;g2ee77736311_0_26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5" name="Google Shape;735;g2ee77736311_0_266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6" name="Google Shape;736;g2ee77736311_0_2660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7" name="Google Shape;737;g2ee77736311_0_26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ing slide">
  <p:cSld name="CUSTOM_21_2_1_2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9" name="Google Shape;739;g2ee77736311_0_2666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40" name="Google Shape;740;g2ee77736311_0_26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1" name="Google Shape;741;g2ee77736311_0_266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g2ee77736311_0_2666"/>
          <p:cNvSpPr/>
          <p:nvPr/>
        </p:nvSpPr>
        <p:spPr>
          <a:xfrm>
            <a:off x="136025" y="2290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 1">
  <p:cSld name="CUSTOM_23_4">
    <p:bg>
      <p:bgPr>
        <a:solidFill>
          <a:srgbClr val="F2F2F2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ee77736311_0_2671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2ee77736311_0_2671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g2ee77736311_0_2671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7" name="Google Shape;747;g2ee77736311_0_2671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8" name="Google Shape;748;g2ee77736311_0_267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49" name="Google Shape;749;g2ee77736311_0_2671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50" name="Google Shape;750;g2ee77736311_0_2671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751" name="Google Shape;751;g2ee77736311_0_26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g2ee77736311_0_2671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ee77736311_0_268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5" name="Google Shape;755;g2ee77736311_0_268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g2ee77736311_0_268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g2ee77736311_0_268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ee77736311_0_26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0" name="Google Shape;760;g2ee77736311_0_26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1" name="Google Shape;761;g2ee77736311_0_26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ing slide 1">
  <p:cSld name="CUSTOM_21_2_1_3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3" name="Google Shape;763;g2ee77736311_0_2690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64" name="Google Shape;764;g2ee77736311_0_26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g2ee77736311_0_269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g2ee77736311_0_2690"/>
          <p:cNvSpPr/>
          <p:nvPr/>
        </p:nvSpPr>
        <p:spPr>
          <a:xfrm>
            <a:off x="136025" y="2290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">
  <p:cSld name="CUSTOM_2_2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ee77736311_0_269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9" name="Google Shape;769;g2ee77736311_0_269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g2ee77736311_0_269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1" name="Google Shape;771;g2ee77736311_0_269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ee77736311_0_27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ee77736311_0_270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g2ee77736311_0_2706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81" name="Google Shape;781;g2ee77736311_0_2706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ee77736311_0_2710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4" name="Google Shape;784;g2ee77736311_0_2710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g2ee77736311_0_2710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86" name="Google Shape;786;g2ee77736311_0_2710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ee77736311_0_2715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2ee77736311_0_2715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0" name="Google Shape;790;g2ee77736311_0_2715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g2ee77736311_0_2715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g2ee77736311_0_2715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93" name="Google Shape;793;g2ee77736311_0_2715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5" name="Google Shape;795;g2ee77736311_0_2722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796" name="Google Shape;796;g2ee77736311_0_2722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797" name="Google Shape;797;g2ee77736311_0_2722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sp>
      <p:sp>
        <p:nvSpPr>
          <p:cNvPr id="798" name="Google Shape;798;g2ee77736311_0_272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9" name="Google Shape;799;g2ee77736311_0_2722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00" name="Google Shape;800;g2ee77736311_0_2722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01" name="Google Shape;801;g2ee77736311_0_2722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ee77736311_0_2730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4" name="Google Shape;804;g2ee77736311_0_2730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5" name="Google Shape;805;g2ee77736311_0_2730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6" name="Google Shape;806;g2ee77736311_0_2730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8" name="Google Shape;808;g2ee77736311_0_2735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809" name="Google Shape;809;g2ee77736311_0_27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2ee77736311_0_273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g2ee77736311_0_27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12" name="Google Shape;812;g2ee77736311_0_2735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4" name="Google Shape;814;g2ee77736311_0_2741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815" name="Google Shape;815;g2ee77736311_0_2741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g2ee77736311_0_2741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2ee77736311_0_2741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2ee77736311_0_2741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2ee77736311_0_2741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2ee77736311_0_2741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2ee77736311_0_2741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2ee77736311_0_2741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2ee77736311_0_2741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2ee77736311_0_2741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2ee77736311_0_274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2ee77736311_0_274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7" name="Google Shape;827;g2ee77736311_0_274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28" name="Google Shape;828;g2ee77736311_0_2741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9" name="Google Shape;829;g2ee77736311_0_2741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0" name="Google Shape;830;g2ee77736311_0_2741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1" name="Google Shape;831;g2ee77736311_0_2741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2" name="Google Shape;832;g2ee77736311_0_2741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ee77736311_0_276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2ee77736311_0_276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6" name="Google Shape;836;g2ee77736311_0_276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37" name="Google Shape;837;g2ee77736311_0_2761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ee77736311_0_276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2ee77736311_0_276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2ee77736311_0_276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2ee77736311_0_276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2ee77736311_0_276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2ee77736311_0_276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5" name="Google Shape;845;g2ee77736311_0_276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6" name="Google Shape;846;g2ee77736311_0_276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7" name="Google Shape;847;g2ee77736311_0_276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8" name="Google Shape;848;g2ee77736311_0_276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9" name="Google Shape;849;g2ee77736311_0_276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2ee77736311_0_276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2ee77736311_0_276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2ee77736311_0_276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2ee77736311_0_276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2ee77736311_0_276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2ee77736311_0_276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6" name="Google Shape;856;g2ee77736311_0_276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ee77736311_0_278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9" name="Google Shape;859;g2ee77736311_0_2785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1" name="Google Shape;861;g2ee77736311_0_2788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862" name="Google Shape;862;g2ee77736311_0_2788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3" name="Google Shape;863;g2ee77736311_0_2788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4" name="Google Shape;864;g2ee77736311_0_2788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5" name="Google Shape;865;g2ee77736311_0_2788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g2ee77736311_0_2794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cxnSp>
        <p:nvCxnSpPr>
          <p:cNvPr id="868" name="Google Shape;868;g2ee77736311_0_2794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869" name="Google Shape;869;g2ee77736311_0_2794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0" name="Google Shape;870;g2ee77736311_0_2794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1" name="Google Shape;871;g2ee77736311_0_2794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2" name="Google Shape;872;g2ee77736311_0_2794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g2ee77736311_0_2794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ee77736311_0_2802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76" name="Google Shape;876;g2ee77736311_0_2802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g2ee77736311_0_2802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ee77736311_0_280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g2ee77736311_0_2806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2ee77736311_0_2806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2ee77736311_0_2806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ee77736311_0_2811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g2ee77736311_0_2811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g2ee77736311_0_2811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7" name="Google Shape;887;g2ee77736311_0_28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g2ee77736311_0_2811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ee77736311_0_28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1" name="Google Shape;891;g2ee77736311_0_28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2" name="Google Shape;892;g2ee77736311_0_28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3" name="Google Shape;893;g2ee77736311_0_28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ee77736311_0_2822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6" name="Google Shape;896;g2ee77736311_0_2822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7" name="Google Shape;897;g2ee77736311_0_2822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8" name="Google Shape;898;g2ee77736311_0_28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2ee77736311_0_2827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1" name="Google Shape;901;g2ee77736311_0_28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ee77736311_0_283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04" name="Google Shape;904;g2ee77736311_0_28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ee77736311_0_2833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07" name="Google Shape;907;g2ee77736311_0_28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Google Shape;909;g2ee77736311_0_28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g2ee77736311_0_283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g2ee77736311_0_2836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g2ee77736311_0_28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g2ee77736311_0_2840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g2ee77736311_0_2840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" name="Google Shape;917;g2ee77736311_0_28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g2ee77736311_0_284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" name="Google Shape;920;g2ee77736311_0_28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g2ee77736311_0_284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oogle Shape;923;g2ee77736311_0_28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g2ee77736311_0_2850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" name="Google Shape;926;g2ee77736311_0_28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g2ee77736311_0_285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g2ee77736311_0_2853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ee77736311_0_285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g2ee77736311_0_285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32" name="Google Shape;932;g2ee77736311_0_2857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ee77736311_0_2861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5" name="Google Shape;935;g2ee77736311_0_28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ee77736311_0_2864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8" name="Google Shape;938;g2ee77736311_0_28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g2ee77736311_0_2864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g2ee77736311_0_2864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g2ee77736311_0_2864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g2ee77736311_0_2864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g2ee77736311_0_2864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g2ee77736311_0_2864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g2ee77736311_0_28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ee77736311_0_2874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48" name="Google Shape;948;g2ee77736311_0_2874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2ee77736311_0_2874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50" name="Google Shape;950;g2ee77736311_0_28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ee77736311_0_287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4" name="Google Shape;954;g2ee77736311_0_288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5" name="Google Shape;955;g2ee77736311_0_288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6" name="Google Shape;956;g2ee77736311_0_28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g2ee77736311_0_288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8" name="Google Shape;958;g2ee77736311_0_2881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0" name="Google Shape;960;g2ee77736311_0_288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61" name="Google Shape;961;g2ee77736311_0_288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2" name="Google Shape;962;g2ee77736311_0_28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g2ee77736311_0_288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g2ee77736311_0_2887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2ee77736311_0_2887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2ee77736311_0_2887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2ee77736311_0_2887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g2ee77736311_0_2887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g2ee77736311_0_2887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70" name="Google Shape;970;g2ee77736311_0_2887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71" name="Google Shape;971;g2ee77736311_0_2887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72" name="Google Shape;972;g2ee77736311_0_2887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73" name="Google Shape;973;g2ee77736311_0_2887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74" name="Google Shape;974;g2ee77736311_0_2887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g2ee77736311_0_2887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g2ee77736311_0_2887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2ee77736311_0_2887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g2ee77736311_0_2887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2ee77736311_0_2887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1" name="Google Shape;981;g2ee77736311_0_290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82" name="Google Shape;982;g2ee77736311_0_290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3" name="Google Shape;983;g2ee77736311_0_29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g2ee77736311_0_2908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g2ee77736311_0_290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7" name="Google Shape;987;g2ee77736311_0_291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88" name="Google Shape;988;g2ee77736311_0_291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9" name="Google Shape;989;g2ee77736311_0_29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g2ee77736311_0_291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g2ee77736311_0_291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g2ee77736311_0_291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g2ee77736311_0_291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2ee77736311_0_291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2ee77736311_0_291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6" name="Google Shape;996;g2ee77736311_0_291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7" name="Google Shape;997;g2ee77736311_0_291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8" name="Google Shape;998;g2ee77736311_0_291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9" name="Google Shape;999;g2ee77736311_0_291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00" name="Google Shape;1000;g2ee77736311_0_291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g2ee77736311_0_291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g2ee77736311_0_291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g2ee77736311_0_291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g2ee77736311_0_291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g2ee77736311_0_291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g2ee77736311_0_291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ee77736311_0_29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2ee77736311_0_2935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g2ee77736311_0_2935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g2ee77736311_0_2935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g2ee77736311_0_2935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g2ee77736311_0_2935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g2ee77736311_0_2935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g2ee77736311_0_2935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g2ee77736311_0_2935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g2ee77736311_0_2935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8" name="Google Shape;1018;g2ee77736311_0_2935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9" name="Google Shape;1019;g2ee77736311_0_29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g2ee77736311_0_29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021" name="Google Shape;1021;g2ee77736311_0_29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g2ee77736311_0_29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3" name="Google Shape;1023;g2ee77736311_0_2935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4" name="Google Shape;1024;g2ee77736311_0_2935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5" name="Google Shape;1025;g2ee77736311_0_2935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6" name="Google Shape;1026;g2ee77736311_0_2935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7" name="Google Shape;1027;g2ee77736311_0_2935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8" name="Google Shape;1028;g2ee77736311_0_2935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9" name="Google Shape;1029;g2ee77736311_0_2935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30" name="Google Shape;1030;g2ee77736311_0_2935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31" name="Google Shape;1031;g2ee77736311_0_2935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32" name="Google Shape;1032;g2ee77736311_0_2935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ee77736311_0_296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2ee77736311_0_2961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g2ee77736311_0_2961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7" name="Google Shape;1037;g2ee77736311_0_2961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8" name="Google Shape;1038;g2ee77736311_0_296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039" name="Google Shape;1039;g2ee77736311_0_2961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040" name="Google Shape;1040;g2ee77736311_0_29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g2ee77736311_0_2961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g2ee77736311_0_2961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ee77736311_0_297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g2ee77736311_0_2971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g2ee77736311_0_2971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7" name="Google Shape;1047;g2ee77736311_0_2971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8" name="Google Shape;1048;g2ee77736311_0_297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049" name="Google Shape;1049;g2ee77736311_0_2971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050" name="Google Shape;1050;g2ee77736311_0_29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g2ee77736311_0_2971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g2ee77736311_0_2971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2ee77736311_0_2981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g2ee77736311_0_2981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6" name="Google Shape;1056;g2ee77736311_0_2981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g2ee77736311_0_2981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ee77736311_0_2986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0" name="Google Shape;1060;g2ee77736311_0_29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g2ee77736311_0_2986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g2ee77736311_0_2986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ee77736311_0_299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5" name="Google Shape;1065;g2ee77736311_0_2991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g2ee77736311_0_29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g2ee77736311_0_299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ee77736311_0_2996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0" name="Google Shape;1070;g2ee77736311_0_2996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1071" name="Google Shape;1071;g2ee77736311_0_2996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g2ee77736311_0_2996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3" name="Google Shape;1073;g2ee77736311_0_2996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074" name="Google Shape;1074;g2ee77736311_0_2996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g2ee77736311_0_2996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ee77736311_0_300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8" name="Google Shape;1078;g2ee77736311_0_300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g2ee77736311_0_30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g2ee77736311_0_300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ee77736311_0_3009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g2ee77736311_0_3009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g2ee77736311_0_3009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g2ee77736311_0_3009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g2ee77736311_0_3009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g2ee77736311_0_3009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ee77736311_0_301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0" name="Google Shape;1090;g2ee77736311_0_30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1" name="Google Shape;1091;g2ee77736311_0_301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1092" name="Google Shape;1092;g2ee77736311_0_301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g2ee77736311_0_301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g2ee77736311_0_301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g2ee77736311_0_301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g2ee77736311_0_301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7" name="Google Shape;1097;g2ee77736311_0_301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8" name="Google Shape;1098;g2ee77736311_0_3016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 1">
  <p:cSld name="CUSTOM_4_1_2_2">
    <p:bg>
      <p:bgPr>
        <a:solidFill>
          <a:schemeClr val="dk2"/>
        </a:solid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2ee77736311_0_3028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g2ee77736311_0_3028"/>
          <p:cNvSpPr txBox="1"/>
          <p:nvPr>
            <p:ph type="title"/>
          </p:nvPr>
        </p:nvSpPr>
        <p:spPr>
          <a:xfrm>
            <a:off x="3141250" y="1925250"/>
            <a:ext cx="55551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103" name="Google Shape;1103;g2ee77736311_0_30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42338" y="1946150"/>
            <a:ext cx="9048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g2ee77736311_0_3028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ing slide">
  <p:cSld name="CUSTOM_21_2_1_2"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6" name="Google Shape;1106;g32005f8c70e_1_1001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07" name="Google Shape;1107;g32005f8c70e_1_100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8" name="Google Shape;1108;g32005f8c70e_1_100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9" name="Google Shape;1109;g32005f8c70e_1_1001"/>
          <p:cNvSpPr/>
          <p:nvPr/>
        </p:nvSpPr>
        <p:spPr>
          <a:xfrm>
            <a:off x="136025" y="2290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ee77736311_0_3037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6" name="Google Shape;1116;g2ee77736311_0_3037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17" name="Google Shape;1117;g2ee77736311_0_303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ee77736311_0_3041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0" name="Google Shape;1120;g2ee77736311_0_3041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1" name="Google Shape;1121;g2ee77736311_0_3041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22" name="Google Shape;1122;g2ee77736311_0_3041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ee77736311_0_3046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g2ee77736311_0_3046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26" name="Google Shape;1126;g2ee77736311_0_3046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27" name="Google Shape;1127;g2ee77736311_0_3046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28" name="Google Shape;1128;g2ee77736311_0_3046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29" name="Google Shape;1129;g2ee77736311_0_3046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1" name="Google Shape;1131;g2ee77736311_0_3053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132" name="Google Shape;1132;g2ee77736311_0_3053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133" name="Google Shape;1133;g2ee77736311_0_3053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sp>
      <p:sp>
        <p:nvSpPr>
          <p:cNvPr id="1134" name="Google Shape;1134;g2ee77736311_0_305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5" name="Google Shape;1135;g2ee77736311_0_3053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36" name="Google Shape;1136;g2ee77736311_0_3053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37" name="Google Shape;1137;g2ee77736311_0_3053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ee77736311_0_3061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0" name="Google Shape;1140;g2ee77736311_0_3061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1" name="Google Shape;1141;g2ee77736311_0_3061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2" name="Google Shape;1142;g2ee77736311_0_3061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4" name="Google Shape;1144;g2ee77736311_0_3066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145" name="Google Shape;1145;g2ee77736311_0_306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g2ee77736311_0_306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g2ee77736311_0_306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g2ee77736311_0_3066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0" name="Google Shape;1150;g2ee77736311_0_3072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151" name="Google Shape;1151;g2ee77736311_0_3072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g2ee77736311_0_3072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g2ee77736311_0_3072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g2ee77736311_0_3072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g2ee77736311_0_3072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2ee77736311_0_3072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2ee77736311_0_3072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g2ee77736311_0_3072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g2ee77736311_0_3072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g2ee77736311_0_3072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g2ee77736311_0_307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g2ee77736311_0_307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g2ee77736311_0_307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g2ee77736311_0_3072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65" name="Google Shape;1165;g2ee77736311_0_3072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66" name="Google Shape;1166;g2ee77736311_0_3072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67" name="Google Shape;1167;g2ee77736311_0_3072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68" name="Google Shape;1168;g2ee77736311_0_3072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ee77736311_0_309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g2ee77736311_0_309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2" name="Google Shape;1172;g2ee77736311_0_309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73" name="Google Shape;1173;g2ee77736311_0_309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ee77736311_0_3097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g2ee77736311_0_3097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g2ee77736311_0_3097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g2ee77736311_0_3097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g2ee77736311_0_3097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g2ee77736311_0_3097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1" name="Google Shape;1181;g2ee77736311_0_3097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2" name="Google Shape;1182;g2ee77736311_0_3097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3" name="Google Shape;1183;g2ee77736311_0_3097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4" name="Google Shape;1184;g2ee77736311_0_3097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5" name="Google Shape;1185;g2ee77736311_0_3097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g2ee77736311_0_3097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g2ee77736311_0_3097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g2ee77736311_0_3097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g2ee77736311_0_3097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g2ee77736311_0_309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g2ee77736311_0_309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2" name="Google Shape;1192;g2ee77736311_0_3097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2ee77736311_0_311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5" name="Google Shape;1195;g2ee77736311_0_3116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7" name="Google Shape;1197;g2ee77736311_0_3119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1198" name="Google Shape;1198;g2ee77736311_0_3119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9" name="Google Shape;1199;g2ee77736311_0_3119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00" name="Google Shape;1200;g2ee77736311_0_3119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1" name="Google Shape;1201;g2ee77736311_0_3119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3" name="Google Shape;1203;g2ee77736311_0_3125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cxnSp>
        <p:nvCxnSpPr>
          <p:cNvPr id="1204" name="Google Shape;1204;g2ee77736311_0_3125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1205" name="Google Shape;1205;g2ee77736311_0_3125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06" name="Google Shape;1206;g2ee77736311_0_3125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07" name="Google Shape;1207;g2ee77736311_0_3125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8" name="Google Shape;1208;g2ee77736311_0_3125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g2ee77736311_0_3125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ee77736311_0_3133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12" name="Google Shape;1212;g2ee77736311_0_3133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g2ee77736311_0_3133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ee77736311_0_313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6" name="Google Shape;1216;g2ee77736311_0_3137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g2ee77736311_0_3137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g2ee77736311_0_313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ee77736311_0_3142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1" name="Google Shape;1221;g2ee77736311_0_3142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2" name="Google Shape;1222;g2ee77736311_0_3142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3" name="Google Shape;1223;g2ee77736311_0_3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g2ee77736311_0_3142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ee77736311_0_314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7" name="Google Shape;1227;g2ee77736311_0_314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8" name="Google Shape;1228;g2ee77736311_0_314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9" name="Google Shape;1229;g2ee77736311_0_3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ee77736311_0_3153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32" name="Google Shape;1232;g2ee77736311_0_3153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3" name="Google Shape;1233;g2ee77736311_0_3153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4" name="Google Shape;1234;g2ee77736311_0_31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ee77736311_0_3158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7" name="Google Shape;1237;g2ee77736311_0_315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ee77736311_0_316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40" name="Google Shape;1240;g2ee77736311_0_31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ee77736311_0_3164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43" name="Google Shape;1243;g2ee77736311_0_31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" name="Google Shape;1245;g2ee77736311_0_31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g2ee77736311_0_316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g2ee77736311_0_3167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Google Shape;1249;g2ee77736311_0_3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g2ee77736311_0_3171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1" name="Google Shape;1251;g2ee77736311_0_3171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g2ee77736311_0_31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g2ee77736311_0_317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Google Shape;1256;g2ee77736311_0_31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g2ee77736311_0_317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" name="Google Shape;1259;g2ee77736311_0_31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g2ee77736311_0_3181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g2ee77736311_0_31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g2ee77736311_0_318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g2ee77736311_0_318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ee77736311_0_318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g2ee77736311_0_318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68" name="Google Shape;1268;g2ee77736311_0_318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ee77736311_0_3192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1" name="Google Shape;1271;g2ee77736311_0_31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2ee77736311_0_3195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4" name="Google Shape;1274;g2ee77736311_0_31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g2ee77736311_0_319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g2ee77736311_0_3195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g2ee77736311_0_3195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g2ee77736311_0_319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g2ee77736311_0_3195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g2ee77736311_0_3195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g2ee77736311_0_3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ee77736311_0_3205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84" name="Google Shape;1284;g2ee77736311_0_3205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g2ee77736311_0_3205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86" name="Google Shape;1286;g2ee77736311_0_32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ee77736311_0_3210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0" name="Google Shape;1290;g2ee77736311_0_3212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291" name="Google Shape;1291;g2ee77736311_0_321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2" name="Google Shape;1292;g2ee77736311_0_32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g2ee77736311_0_321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94" name="Google Shape;1294;g2ee77736311_0_3212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6" name="Google Shape;1296;g2ee77736311_0_321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297" name="Google Shape;1297;g2ee77736311_0_321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8" name="Google Shape;1298;g2ee77736311_0_32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g2ee77736311_0_3218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0" name="Google Shape;1300;g2ee77736311_0_321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g2ee77736311_0_321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g2ee77736311_0_321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g2ee77736311_0_321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g2ee77736311_0_321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g2ee77736311_0_3218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6" name="Google Shape;1306;g2ee77736311_0_3218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7" name="Google Shape;1307;g2ee77736311_0_3218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8" name="Google Shape;1308;g2ee77736311_0_3218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9" name="Google Shape;1309;g2ee77736311_0_3218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10" name="Google Shape;1310;g2ee77736311_0_321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g2ee77736311_0_321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g2ee77736311_0_321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g2ee77736311_0_321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g2ee77736311_0_321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g2ee77736311_0_3218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7" name="Google Shape;1317;g2ee77736311_0_32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318" name="Google Shape;1318;g2ee77736311_0_32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9" name="Google Shape;1319;g2ee77736311_0_32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g2ee77736311_0_3239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1" name="Google Shape;1321;g2ee77736311_0_323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3" name="Google Shape;1323;g2ee77736311_0_324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324" name="Google Shape;1324;g2ee77736311_0_324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5" name="Google Shape;1325;g2ee77736311_0_32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g2ee77736311_0_3245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g2ee77736311_0_3245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g2ee77736311_0_3245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g2ee77736311_0_3245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g2ee77736311_0_3245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g2ee77736311_0_3245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2" name="Google Shape;1332;g2ee77736311_0_3245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3" name="Google Shape;1333;g2ee77736311_0_3245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4" name="Google Shape;1334;g2ee77736311_0_3245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5" name="Google Shape;1335;g2ee77736311_0_3245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36" name="Google Shape;1336;g2ee77736311_0_3245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g2ee77736311_0_3245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g2ee77736311_0_3245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g2ee77736311_0_3245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g2ee77736311_0_3245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g2ee77736311_0_324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2" name="Google Shape;1342;g2ee77736311_0_3245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ee77736311_0_326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g2ee77736311_0_3266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g2ee77736311_0_3266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7" name="Google Shape;1347;g2ee77736311_0_3266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8" name="Google Shape;1348;g2ee77736311_0_3266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9" name="Google Shape;1349;g2ee77736311_0_3266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g2ee77736311_0_3266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1" name="Google Shape;1351;g2ee77736311_0_3266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g2ee77736311_0_3266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g2ee77736311_0_3266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g2ee77736311_0_3266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5" name="Google Shape;1355;g2ee77736311_0_32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6" name="Google Shape;1356;g2ee77736311_0_326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357" name="Google Shape;1357;g2ee77736311_0_326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58" name="Google Shape;1358;g2ee77736311_0_326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g2ee77736311_0_3266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0" name="Google Shape;1360;g2ee77736311_0_3266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1" name="Google Shape;1361;g2ee77736311_0_3266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2" name="Google Shape;1362;g2ee77736311_0_3266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3" name="Google Shape;1363;g2ee77736311_0_3266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4" name="Google Shape;1364;g2ee77736311_0_3266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5" name="Google Shape;1365;g2ee77736311_0_3266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6" name="Google Shape;1366;g2ee77736311_0_3266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7" name="Google Shape;1367;g2ee77736311_0_3266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68" name="Google Shape;1368;g2ee77736311_0_3266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2ee77736311_0_329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g2ee77736311_0_3292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2" name="Google Shape;1372;g2ee77736311_0_3292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3" name="Google Shape;1373;g2ee77736311_0_3292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4" name="Google Shape;1374;g2ee77736311_0_3292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375" name="Google Shape;1375;g2ee77736311_0_3292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376" name="Google Shape;1376;g2ee77736311_0_3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g2ee77736311_0_329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78" name="Google Shape;1378;g2ee77736311_0_3292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ee77736311_0_330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g2ee77736311_0_3302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2" name="Google Shape;1382;g2ee77736311_0_3302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83" name="Google Shape;1383;g2ee77736311_0_3302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4" name="Google Shape;1384;g2ee77736311_0_3302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385" name="Google Shape;1385;g2ee77736311_0_3302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386" name="Google Shape;1386;g2ee77736311_0_3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g2ee77736311_0_330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88" name="Google Shape;1388;g2ee77736311_0_3302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2ee77736311_0_3312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g2ee77736311_0_3312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2" name="Google Shape;1392;g2ee77736311_0_331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g2ee77736311_0_3312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ee77736311_0_3317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6" name="Google Shape;1396;g2ee77736311_0_3317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1397" name="Google Shape;1397;g2ee77736311_0_3317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g2ee77736311_0_3317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g2ee77736311_0_3317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400" name="Google Shape;1400;g2ee77736311_0_3317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g2ee77736311_0_3317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ee77736311_0_332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g2ee77736311_0_332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g2ee77736311_0_332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g2ee77736311_0_332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7" name="Google Shape;1407;g2ee77736311_0_332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8" name="Google Shape;1408;g2ee77736311_0_332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ee77736311_0_3332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1" name="Google Shape;1411;g2ee77736311_0_33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2" name="Google Shape;1412;g2ee77736311_0_3332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1413" name="Google Shape;1413;g2ee77736311_0_3332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g2ee77736311_0_3332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g2ee77736311_0_3332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g2ee77736311_0_3332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g2ee77736311_0_3332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8" name="Google Shape;1418;g2ee77736311_0_3332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9" name="Google Shape;1419;g2ee77736311_0_3332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_1">
    <p:bg>
      <p:bgPr>
        <a:solidFill>
          <a:schemeClr val="lt2"/>
        </a:solidFill>
      </p:bgPr>
    </p:bg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2ee77736311_0_3344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3" name="Google Shape;1423;g2ee77736311_0_33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g2ee77736311_0_33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g2ee77736311_0_33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_1">
    <p:bg>
      <p:bgPr>
        <a:solidFill>
          <a:schemeClr val="lt2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ee77736311_0_3349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8" name="Google Shape;1428;g2ee77736311_0_33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9" name="Google Shape;1429;g2ee77736311_0_3349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g2ee77736311_0_3349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_1">
    <p:bg>
      <p:bgPr>
        <a:solidFill>
          <a:schemeClr val="lt2"/>
        </a:solidFill>
      </p:bgPr>
    </p:bg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ee77736311_0_335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3" name="Google Shape;1433;g2ee77736311_0_335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g2ee77736311_0_33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g2ee77736311_0_335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ee77736311_0_33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ee77736311_0_33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0" name="Google Shape;1440;g2ee77736311_0_33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441" name="Google Shape;1441;g2ee77736311_0_33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ee77736311_0_3365"/>
          <p:cNvSpPr/>
          <p:nvPr/>
        </p:nvSpPr>
        <p:spPr>
          <a:xfrm flipH="1">
            <a:off x="511766" y="17831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4" name="Google Shape;1444;g2ee77736311_0_3365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1445" name="Google Shape;1445;g2ee77736311_0_336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46" name="Google Shape;1446;g2ee77736311_0_336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7" name="Google Shape;1447;g2ee77736311_0_3365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1448" name="Google Shape;1448;g2ee77736311_0_336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49" name="Google Shape;1449;g2ee77736311_0_336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0" name="Google Shape;1450;g2ee77736311_0_3365"/>
          <p:cNvSpPr/>
          <p:nvPr/>
        </p:nvSpPr>
        <p:spPr>
          <a:xfrm flipH="1">
            <a:off x="3283541" y="17831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1" name="Google Shape;1451;g2ee77736311_0_3365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1452" name="Google Shape;1452;g2ee77736311_0_336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accent5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21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53" name="Google Shape;1453;g2ee77736311_0_336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4" name="Google Shape;1454;g2ee77736311_0_3365"/>
          <p:cNvSpPr/>
          <p:nvPr/>
        </p:nvSpPr>
        <p:spPr>
          <a:xfrm flipH="1">
            <a:off x="6188666" y="178385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g2ee77736311_0_33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6" name="Google Shape;1456;g2ee77736311_0_336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 1">
  <p:cSld name="CUSTOM_4_1_2_1_2">
    <p:bg>
      <p:bgPr>
        <a:solidFill>
          <a:schemeClr val="lt2"/>
        </a:solidFill>
      </p:bgPr>
    </p:bg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2ee77736311_0_3380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9" name="Google Shape;1459;g2ee77736311_0_338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g2ee77736311_0_33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g2ee77736311_0_3380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 1">
  <p:cSld name="CUSTOM_4">
    <p:bg>
      <p:bgPr>
        <a:solidFill>
          <a:schemeClr val="lt2"/>
        </a:solidFill>
      </p:bgPr>
    </p:bg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ee77736311_0_3385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4" name="Google Shape;1464;g2ee77736311_0_33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g2ee77736311_0_3385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g2ee77736311_0_3385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 2">
  <p:cSld name="CUSTOM_4_1_2_1">
    <p:bg>
      <p:bgPr>
        <a:solidFill>
          <a:schemeClr val="lt2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2ee77736311_0_3390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9" name="Google Shape;1469;g2ee77736311_0_339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g2ee77736311_0_33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g2ee77736311_0_3390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 1">
  <p:cSld name="CUSTOM_4_1_1_1">
    <p:bg>
      <p:bgPr>
        <a:solidFill>
          <a:schemeClr val="lt2"/>
        </a:solidFill>
      </p:bgPr>
    </p:bg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2ee77736311_0_3395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4" name="Google Shape;1474;g2ee77736311_0_3395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g2ee77736311_0_33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6" name="Google Shape;1476;g2ee77736311_0_3395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5.xml"/><Relationship Id="rId41" Type="http://schemas.openxmlformats.org/officeDocument/2006/relationships/slideLayout" Target="../slideLayouts/slideLayout94.xml"/><Relationship Id="rId44" Type="http://schemas.openxmlformats.org/officeDocument/2006/relationships/slideLayout" Target="../slideLayouts/slideLayout97.xml"/><Relationship Id="rId43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99.xml"/><Relationship Id="rId45" Type="http://schemas.openxmlformats.org/officeDocument/2006/relationships/slideLayout" Target="../slideLayouts/slideLayout98.xml"/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48" Type="http://schemas.openxmlformats.org/officeDocument/2006/relationships/slideLayout" Target="../slideLayouts/slideLayout101.xml"/><Relationship Id="rId47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88.xml"/><Relationship Id="rId34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0.xml"/><Relationship Id="rId36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92.xml"/><Relationship Id="rId38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2.xml"/><Relationship Id="rId51" Type="http://schemas.openxmlformats.org/officeDocument/2006/relationships/slideLayout" Target="../slideLayouts/slideLayout104.xml"/><Relationship Id="rId50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06.xml"/><Relationship Id="rId52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64.xml"/><Relationship Id="rId5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63.xml"/><Relationship Id="rId54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66.xml"/><Relationship Id="rId57" Type="http://schemas.openxmlformats.org/officeDocument/2006/relationships/slideLayout" Target="../slideLayouts/slideLayout110.xml"/><Relationship Id="rId12" Type="http://schemas.openxmlformats.org/officeDocument/2006/relationships/slideLayout" Target="../slideLayouts/slideLayout65.xml"/><Relationship Id="rId56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68.xml"/><Relationship Id="rId59" Type="http://schemas.openxmlformats.org/officeDocument/2006/relationships/theme" Target="../theme/theme1.xml"/><Relationship Id="rId14" Type="http://schemas.openxmlformats.org/officeDocument/2006/relationships/slideLayout" Target="../slideLayouts/slideLayout67.xml"/><Relationship Id="rId58" Type="http://schemas.openxmlformats.org/officeDocument/2006/relationships/slideLayout" Target="../slideLayouts/slideLayout111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1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51.xml"/><Relationship Id="rId42" Type="http://schemas.openxmlformats.org/officeDocument/2006/relationships/slideLayout" Target="../slideLayouts/slideLayout153.xml"/><Relationship Id="rId41" Type="http://schemas.openxmlformats.org/officeDocument/2006/relationships/slideLayout" Target="../slideLayouts/slideLayout152.xml"/><Relationship Id="rId44" Type="http://schemas.openxmlformats.org/officeDocument/2006/relationships/slideLayout" Target="../slideLayouts/slideLayout155.xml"/><Relationship Id="rId43" Type="http://schemas.openxmlformats.org/officeDocument/2006/relationships/slideLayout" Target="../slideLayouts/slideLayout154.xml"/><Relationship Id="rId46" Type="http://schemas.openxmlformats.org/officeDocument/2006/relationships/slideLayout" Target="../slideLayouts/slideLayout157.xml"/><Relationship Id="rId45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48" Type="http://schemas.openxmlformats.org/officeDocument/2006/relationships/slideLayout" Target="../slideLayouts/slideLayout159.xml"/><Relationship Id="rId47" Type="http://schemas.openxmlformats.org/officeDocument/2006/relationships/slideLayout" Target="../slideLayouts/slideLayout158.xml"/><Relationship Id="rId49" Type="http://schemas.openxmlformats.org/officeDocument/2006/relationships/theme" Target="../theme/theme5.xml"/><Relationship Id="rId5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9.xml"/><Relationship Id="rId31" Type="http://schemas.openxmlformats.org/officeDocument/2006/relationships/slideLayout" Target="../slideLayouts/slideLayout142.xml"/><Relationship Id="rId30" Type="http://schemas.openxmlformats.org/officeDocument/2006/relationships/slideLayout" Target="../slideLayouts/slideLayout141.xml"/><Relationship Id="rId33" Type="http://schemas.openxmlformats.org/officeDocument/2006/relationships/slideLayout" Target="../slideLayouts/slideLayout144.xml"/><Relationship Id="rId32" Type="http://schemas.openxmlformats.org/officeDocument/2006/relationships/slideLayout" Target="../slideLayouts/slideLayout143.xml"/><Relationship Id="rId35" Type="http://schemas.openxmlformats.org/officeDocument/2006/relationships/slideLayout" Target="../slideLayouts/slideLayout146.xml"/><Relationship Id="rId34" Type="http://schemas.openxmlformats.org/officeDocument/2006/relationships/slideLayout" Target="../slideLayouts/slideLayout145.xml"/><Relationship Id="rId37" Type="http://schemas.openxmlformats.org/officeDocument/2006/relationships/slideLayout" Target="../slideLayouts/slideLayout148.xml"/><Relationship Id="rId36" Type="http://schemas.openxmlformats.org/officeDocument/2006/relationships/slideLayout" Target="../slideLayouts/slideLayout147.xml"/><Relationship Id="rId39" Type="http://schemas.openxmlformats.org/officeDocument/2006/relationships/slideLayout" Target="../slideLayouts/slideLayout150.xml"/><Relationship Id="rId38" Type="http://schemas.openxmlformats.org/officeDocument/2006/relationships/slideLayout" Target="../slideLayouts/slideLayout149.xml"/><Relationship Id="rId20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3.xml"/><Relationship Id="rId21" Type="http://schemas.openxmlformats.org/officeDocument/2006/relationships/slideLayout" Target="../slideLayouts/slideLayout132.xml"/><Relationship Id="rId24" Type="http://schemas.openxmlformats.org/officeDocument/2006/relationships/slideLayout" Target="../slideLayouts/slideLayout135.xml"/><Relationship Id="rId23" Type="http://schemas.openxmlformats.org/officeDocument/2006/relationships/slideLayout" Target="../slideLayouts/slideLayout134.xml"/><Relationship Id="rId26" Type="http://schemas.openxmlformats.org/officeDocument/2006/relationships/slideLayout" Target="../slideLayouts/slideLayout137.xml"/><Relationship Id="rId25" Type="http://schemas.openxmlformats.org/officeDocument/2006/relationships/slideLayout" Target="../slideLayouts/slideLayout136.xml"/><Relationship Id="rId28" Type="http://schemas.openxmlformats.org/officeDocument/2006/relationships/slideLayout" Target="../slideLayouts/slideLayout139.xml"/><Relationship Id="rId27" Type="http://schemas.openxmlformats.org/officeDocument/2006/relationships/slideLayout" Target="../slideLayouts/slideLayout138.xml"/><Relationship Id="rId29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1.xml"/><Relationship Id="rId13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3.xml"/><Relationship Id="rId15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25.xml"/><Relationship Id="rId17" Type="http://schemas.openxmlformats.org/officeDocument/2006/relationships/slideLayout" Target="../slideLayouts/slideLayout128.xml"/><Relationship Id="rId16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30.xml"/><Relationship Id="rId18" Type="http://schemas.openxmlformats.org/officeDocument/2006/relationships/slideLayout" Target="../slideLayouts/slideLayout129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99.xml"/><Relationship Id="rId42" Type="http://schemas.openxmlformats.org/officeDocument/2006/relationships/slideLayout" Target="../slideLayouts/slideLayout201.xml"/><Relationship Id="rId41" Type="http://schemas.openxmlformats.org/officeDocument/2006/relationships/slideLayout" Target="../slideLayouts/slideLayout200.xml"/><Relationship Id="rId44" Type="http://schemas.openxmlformats.org/officeDocument/2006/relationships/slideLayout" Target="../slideLayouts/slideLayout203.xml"/><Relationship Id="rId43" Type="http://schemas.openxmlformats.org/officeDocument/2006/relationships/slideLayout" Target="../slideLayouts/slideLayout202.xml"/><Relationship Id="rId46" Type="http://schemas.openxmlformats.org/officeDocument/2006/relationships/slideLayout" Target="../slideLayouts/slideLayout205.xml"/><Relationship Id="rId45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160.xml"/><Relationship Id="rId2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8.xml"/><Relationship Id="rId48" Type="http://schemas.openxmlformats.org/officeDocument/2006/relationships/slideLayout" Target="../slideLayouts/slideLayout207.xml"/><Relationship Id="rId47" Type="http://schemas.openxmlformats.org/officeDocument/2006/relationships/slideLayout" Target="../slideLayouts/slideLayout206.xml"/><Relationship Id="rId49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66.xml"/><Relationship Id="rId8" Type="http://schemas.openxmlformats.org/officeDocument/2006/relationships/slideLayout" Target="../slideLayouts/slideLayout167.xml"/><Relationship Id="rId31" Type="http://schemas.openxmlformats.org/officeDocument/2006/relationships/slideLayout" Target="../slideLayouts/slideLayout190.xml"/><Relationship Id="rId30" Type="http://schemas.openxmlformats.org/officeDocument/2006/relationships/slideLayout" Target="../slideLayouts/slideLayout189.xml"/><Relationship Id="rId33" Type="http://schemas.openxmlformats.org/officeDocument/2006/relationships/slideLayout" Target="../slideLayouts/slideLayout192.xml"/><Relationship Id="rId32" Type="http://schemas.openxmlformats.org/officeDocument/2006/relationships/slideLayout" Target="../slideLayouts/slideLayout191.xml"/><Relationship Id="rId35" Type="http://schemas.openxmlformats.org/officeDocument/2006/relationships/slideLayout" Target="../slideLayouts/slideLayout194.xml"/><Relationship Id="rId34" Type="http://schemas.openxmlformats.org/officeDocument/2006/relationships/slideLayout" Target="../slideLayouts/slideLayout193.xml"/><Relationship Id="rId37" Type="http://schemas.openxmlformats.org/officeDocument/2006/relationships/slideLayout" Target="../slideLayouts/slideLayout196.xml"/><Relationship Id="rId36" Type="http://schemas.openxmlformats.org/officeDocument/2006/relationships/slideLayout" Target="../slideLayouts/slideLayout195.xml"/><Relationship Id="rId39" Type="http://schemas.openxmlformats.org/officeDocument/2006/relationships/slideLayout" Target="../slideLayouts/slideLayout198.xml"/><Relationship Id="rId38" Type="http://schemas.openxmlformats.org/officeDocument/2006/relationships/slideLayout" Target="../slideLayouts/slideLayout197.xml"/><Relationship Id="rId20" Type="http://schemas.openxmlformats.org/officeDocument/2006/relationships/slideLayout" Target="../slideLayouts/slideLayout179.xml"/><Relationship Id="rId22" Type="http://schemas.openxmlformats.org/officeDocument/2006/relationships/slideLayout" Target="../slideLayouts/slideLayout181.xml"/><Relationship Id="rId21" Type="http://schemas.openxmlformats.org/officeDocument/2006/relationships/slideLayout" Target="../slideLayouts/slideLayout180.xml"/><Relationship Id="rId24" Type="http://schemas.openxmlformats.org/officeDocument/2006/relationships/slideLayout" Target="../slideLayouts/slideLayout183.xml"/><Relationship Id="rId23" Type="http://schemas.openxmlformats.org/officeDocument/2006/relationships/slideLayout" Target="../slideLayouts/slideLayout182.xml"/><Relationship Id="rId26" Type="http://schemas.openxmlformats.org/officeDocument/2006/relationships/slideLayout" Target="../slideLayouts/slideLayout185.xml"/><Relationship Id="rId25" Type="http://schemas.openxmlformats.org/officeDocument/2006/relationships/slideLayout" Target="../slideLayouts/slideLayout184.xml"/><Relationship Id="rId28" Type="http://schemas.openxmlformats.org/officeDocument/2006/relationships/slideLayout" Target="../slideLayouts/slideLayout187.xml"/><Relationship Id="rId27" Type="http://schemas.openxmlformats.org/officeDocument/2006/relationships/slideLayout" Target="../slideLayouts/slideLayout186.xml"/><Relationship Id="rId29" Type="http://schemas.openxmlformats.org/officeDocument/2006/relationships/slideLayout" Target="../slideLayouts/slideLayout188.xml"/><Relationship Id="rId51" Type="http://schemas.openxmlformats.org/officeDocument/2006/relationships/slideLayout" Target="../slideLayouts/slideLayout210.xml"/><Relationship Id="rId50" Type="http://schemas.openxmlformats.org/officeDocument/2006/relationships/slideLayout" Target="../slideLayouts/slideLayout209.xml"/><Relationship Id="rId53" Type="http://schemas.openxmlformats.org/officeDocument/2006/relationships/slideLayout" Target="../slideLayouts/slideLayout212.xml"/><Relationship Id="rId52" Type="http://schemas.openxmlformats.org/officeDocument/2006/relationships/slideLayout" Target="../slideLayouts/slideLayout211.xml"/><Relationship Id="rId11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69.xml"/><Relationship Id="rId54" Type="http://schemas.openxmlformats.org/officeDocument/2006/relationships/theme" Target="../theme/theme4.xml"/><Relationship Id="rId13" Type="http://schemas.openxmlformats.org/officeDocument/2006/relationships/slideLayout" Target="../slideLayouts/slideLayout172.xml"/><Relationship Id="rId12" Type="http://schemas.openxmlformats.org/officeDocument/2006/relationships/slideLayout" Target="../slideLayouts/slideLayout171.xml"/><Relationship Id="rId15" Type="http://schemas.openxmlformats.org/officeDocument/2006/relationships/slideLayout" Target="../slideLayouts/slideLayout174.xml"/><Relationship Id="rId14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6.xml"/><Relationship Id="rId16" Type="http://schemas.openxmlformats.org/officeDocument/2006/relationships/slideLayout" Target="../slideLayouts/slideLayout175.xml"/><Relationship Id="rId19" Type="http://schemas.openxmlformats.org/officeDocument/2006/relationships/slideLayout" Target="../slideLayouts/slideLayout178.xml"/><Relationship Id="rId18" Type="http://schemas.openxmlformats.org/officeDocument/2006/relationships/slideLayout" Target="../slideLayouts/slideLayout1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3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3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3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e77736311_0_2307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g2ee77736311_0_2307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2" name="Google Shape;382;g2ee77736311_0_2307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  <p:sldLayoutId id="2147483744" r:id="rId42"/>
    <p:sldLayoutId id="2147483745" r:id="rId43"/>
    <p:sldLayoutId id="2147483746" r:id="rId44"/>
    <p:sldLayoutId id="2147483747" r:id="rId45"/>
    <p:sldLayoutId id="2147483748" r:id="rId46"/>
    <p:sldLayoutId id="2147483749" r:id="rId47"/>
    <p:sldLayoutId id="2147483750" r:id="rId48"/>
    <p:sldLayoutId id="2147483751" r:id="rId49"/>
    <p:sldLayoutId id="2147483752" r:id="rId50"/>
    <p:sldLayoutId id="2147483753" r:id="rId51"/>
    <p:sldLayoutId id="2147483754" r:id="rId52"/>
    <p:sldLayoutId id="2147483755" r:id="rId53"/>
    <p:sldLayoutId id="2147483756" r:id="rId54"/>
    <p:sldLayoutId id="2147483757" r:id="rId55"/>
    <p:sldLayoutId id="2147483758" r:id="rId56"/>
    <p:sldLayoutId id="2147483759" r:id="rId57"/>
    <p:sldLayoutId id="2147483760" r:id="rId5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ee77736311_0_2702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6" name="Google Shape;776;g2ee77736311_0_2702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77" name="Google Shape;777;g2ee77736311_0_2702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  <p:sldLayoutId id="2147483786" r:id="rId25"/>
    <p:sldLayoutId id="2147483787" r:id="rId26"/>
    <p:sldLayoutId id="2147483788" r:id="rId27"/>
    <p:sldLayoutId id="2147483789" r:id="rId28"/>
    <p:sldLayoutId id="2147483790" r:id="rId29"/>
    <p:sldLayoutId id="2147483791" r:id="rId30"/>
    <p:sldLayoutId id="2147483792" r:id="rId31"/>
    <p:sldLayoutId id="2147483793" r:id="rId32"/>
    <p:sldLayoutId id="2147483794" r:id="rId33"/>
    <p:sldLayoutId id="2147483795" r:id="rId34"/>
    <p:sldLayoutId id="2147483796" r:id="rId35"/>
    <p:sldLayoutId id="2147483797" r:id="rId36"/>
    <p:sldLayoutId id="2147483798" r:id="rId37"/>
    <p:sldLayoutId id="2147483799" r:id="rId38"/>
    <p:sldLayoutId id="2147483800" r:id="rId39"/>
    <p:sldLayoutId id="2147483801" r:id="rId40"/>
    <p:sldLayoutId id="2147483802" r:id="rId41"/>
    <p:sldLayoutId id="2147483803" r:id="rId42"/>
    <p:sldLayoutId id="2147483804" r:id="rId43"/>
    <p:sldLayoutId id="2147483805" r:id="rId44"/>
    <p:sldLayoutId id="2147483806" r:id="rId45"/>
    <p:sldLayoutId id="2147483807" r:id="rId46"/>
    <p:sldLayoutId id="2147483808" r:id="rId47"/>
    <p:sldLayoutId id="2147483809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ee77736311_0_3033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2" name="Google Shape;1112;g2ee77736311_0_3033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13" name="Google Shape;1113;g2ee77736311_0_3033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  <p:sldLayoutId id="2147483828" r:id="rId18"/>
    <p:sldLayoutId id="2147483829" r:id="rId19"/>
    <p:sldLayoutId id="2147483830" r:id="rId20"/>
    <p:sldLayoutId id="2147483831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  <p:sldLayoutId id="2147483863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7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6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7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57.png"/><Relationship Id="rId6" Type="http://schemas.openxmlformats.org/officeDocument/2006/relationships/image" Target="../media/image166.png"/><Relationship Id="rId7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0.png"/><Relationship Id="rId4" Type="http://schemas.openxmlformats.org/officeDocument/2006/relationships/image" Target="../media/image1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70.png"/><Relationship Id="rId6" Type="http://schemas.openxmlformats.org/officeDocument/2006/relationships/image" Target="../media/image16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6.png"/><Relationship Id="rId4" Type="http://schemas.openxmlformats.org/officeDocument/2006/relationships/image" Target="../media/image170.png"/><Relationship Id="rId5" Type="http://schemas.openxmlformats.org/officeDocument/2006/relationships/image" Target="../media/image166.png"/><Relationship Id="rId6" Type="http://schemas.openxmlformats.org/officeDocument/2006/relationships/image" Target="../media/image16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6.png"/><Relationship Id="rId4" Type="http://schemas.openxmlformats.org/officeDocument/2006/relationships/image" Target="../media/image170.png"/><Relationship Id="rId5" Type="http://schemas.openxmlformats.org/officeDocument/2006/relationships/image" Target="../media/image1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6.png"/><Relationship Id="rId4" Type="http://schemas.openxmlformats.org/officeDocument/2006/relationships/image" Target="../media/image170.png"/><Relationship Id="rId5" Type="http://schemas.openxmlformats.org/officeDocument/2006/relationships/image" Target="../media/image15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6.png"/><Relationship Id="rId4" Type="http://schemas.openxmlformats.org/officeDocument/2006/relationships/image" Target="../media/image166.png"/><Relationship Id="rId5" Type="http://schemas.openxmlformats.org/officeDocument/2006/relationships/image" Target="../media/image1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0.png"/><Relationship Id="rId4" Type="http://schemas.openxmlformats.org/officeDocument/2006/relationships/image" Target="../media/image1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6.png"/><Relationship Id="rId4" Type="http://schemas.openxmlformats.org/officeDocument/2006/relationships/image" Target="../media/image170.png"/><Relationship Id="rId5" Type="http://schemas.openxmlformats.org/officeDocument/2006/relationships/image" Target="../media/image166.png"/><Relationship Id="rId6" Type="http://schemas.openxmlformats.org/officeDocument/2006/relationships/image" Target="../media/image16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0.png"/><Relationship Id="rId4" Type="http://schemas.openxmlformats.org/officeDocument/2006/relationships/image" Target="../media/image15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6.png"/><Relationship Id="rId4" Type="http://schemas.openxmlformats.org/officeDocument/2006/relationships/image" Target="../media/image158.png"/><Relationship Id="rId5" Type="http://schemas.openxmlformats.org/officeDocument/2006/relationships/image" Target="../media/image1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5.jpg"/><Relationship Id="rId4" Type="http://schemas.openxmlformats.org/officeDocument/2006/relationships/image" Target="../media/image17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ee77736311_0_1708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Attacking and Defending</a:t>
            </a:r>
            <a:endParaRPr/>
          </a:p>
        </p:txBody>
      </p:sp>
      <p:sp>
        <p:nvSpPr>
          <p:cNvPr id="1482" name="Google Shape;1482;g2ee77736311_0_1708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Cybersecurity Boot Camp</a:t>
            </a:r>
            <a:endParaRPr/>
          </a:p>
        </p:txBody>
      </p:sp>
      <p:sp>
        <p:nvSpPr>
          <p:cNvPr id="1483" name="Google Shape;1483;g2ee77736311_0_1708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Lesson 1.2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488;g2ee77736311_0_17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g2ee77736311_0_1714"/>
          <p:cNvSpPr/>
          <p:nvPr/>
        </p:nvSpPr>
        <p:spPr>
          <a:xfrm>
            <a:off x="379075" y="1370575"/>
            <a:ext cx="83076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g2ee77736311_0_1714"/>
          <p:cNvSpPr/>
          <p:nvPr/>
        </p:nvSpPr>
        <p:spPr>
          <a:xfrm>
            <a:off x="379075" y="2742406"/>
            <a:ext cx="83076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g2ee77736311_0_1714"/>
          <p:cNvSpPr/>
          <p:nvPr/>
        </p:nvSpPr>
        <p:spPr>
          <a:xfrm>
            <a:off x="379075" y="2056491"/>
            <a:ext cx="83076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g2ee77736311_0_1714"/>
          <p:cNvSpPr/>
          <p:nvPr/>
        </p:nvSpPr>
        <p:spPr>
          <a:xfrm>
            <a:off x="228600" y="137061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g2ee77736311_0_1714"/>
          <p:cNvSpPr/>
          <p:nvPr/>
        </p:nvSpPr>
        <p:spPr>
          <a:xfrm>
            <a:off x="228600" y="205652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g2ee77736311_0_1714"/>
          <p:cNvSpPr/>
          <p:nvPr/>
        </p:nvSpPr>
        <p:spPr>
          <a:xfrm>
            <a:off x="228600" y="2742438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g2ee77736311_0_171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By the end of today’s class, you will be able to:</a:t>
            </a:r>
            <a:endParaRPr/>
          </a:p>
        </p:txBody>
      </p:sp>
      <p:sp>
        <p:nvSpPr>
          <p:cNvPr id="1496" name="Google Shape;1496;g2ee77736311_0_1714"/>
          <p:cNvSpPr txBox="1"/>
          <p:nvPr>
            <p:ph idx="4294967295" type="body"/>
          </p:nvPr>
        </p:nvSpPr>
        <p:spPr>
          <a:xfrm>
            <a:off x="685800" y="1418000"/>
            <a:ext cx="754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Understand the security mindset.</a:t>
            </a:r>
            <a:endParaRPr/>
          </a:p>
        </p:txBody>
      </p:sp>
      <p:sp>
        <p:nvSpPr>
          <p:cNvPr id="1497" name="Google Shape;1497;g2ee77736311_0_1714"/>
          <p:cNvSpPr txBox="1"/>
          <p:nvPr>
            <p:ph idx="4294967295" type="body"/>
          </p:nvPr>
        </p:nvSpPr>
        <p:spPr>
          <a:xfrm>
            <a:off x="685800" y="2103525"/>
            <a:ext cx="800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List different types of user, web, server, and database cybersecurity attacks.</a:t>
            </a:r>
            <a:endParaRPr/>
          </a:p>
        </p:txBody>
      </p:sp>
      <p:sp>
        <p:nvSpPr>
          <p:cNvPr id="1498" name="Google Shape;1498;g2ee77736311_0_1714"/>
          <p:cNvSpPr txBox="1"/>
          <p:nvPr>
            <p:ph idx="4294967295" type="body"/>
          </p:nvPr>
        </p:nvSpPr>
        <p:spPr>
          <a:xfrm>
            <a:off x="685800" y="2789050"/>
            <a:ext cx="754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Identify risk mitigation plan frameworks for these attacks.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7" name="Google Shape;1507;g32005f8c70e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g32005f8c70e_1_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two concepts cybersecurity are centered on are: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3" name="Google Shape;1513;g2ee77736311_0_17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g2ee77736311_0_173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two concepts cybersecurity are centered on are:</a:t>
            </a:r>
            <a:endParaRPr/>
          </a:p>
        </p:txBody>
      </p:sp>
      <p:pic>
        <p:nvPicPr>
          <p:cNvPr id="1515" name="Google Shape;1515;g2ee77736311_0_1731"/>
          <p:cNvPicPr preferRelativeResize="0"/>
          <p:nvPr/>
        </p:nvPicPr>
        <p:blipFill rotWithShape="1">
          <a:blip r:embed="rId4">
            <a:alphaModFix/>
          </a:blip>
          <a:srcRect b="3418" l="0" r="0" t="0"/>
          <a:stretch/>
        </p:blipFill>
        <p:spPr>
          <a:xfrm>
            <a:off x="1382300" y="1106850"/>
            <a:ext cx="6117898" cy="355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g2ee77736311_0_1731"/>
          <p:cNvSpPr txBox="1"/>
          <p:nvPr/>
        </p:nvSpPr>
        <p:spPr>
          <a:xfrm>
            <a:off x="1789025" y="2070550"/>
            <a:ext cx="24168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Threat assessment</a:t>
            </a:r>
            <a:endParaRPr sz="2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7" name="Google Shape;1517;g2ee77736311_0_1731"/>
          <p:cNvSpPr txBox="1"/>
          <p:nvPr/>
        </p:nvSpPr>
        <p:spPr>
          <a:xfrm>
            <a:off x="4648250" y="2070550"/>
            <a:ext cx="24168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Risk mitigation</a:t>
            </a:r>
            <a:endParaRPr sz="2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2" name="Google Shape;1522;g2ee77736311_0_17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5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3" name="Google Shape;1523;g2ee77736311_0_1739"/>
          <p:cNvGrpSpPr/>
          <p:nvPr/>
        </p:nvGrpSpPr>
        <p:grpSpPr>
          <a:xfrm>
            <a:off x="457151" y="1129775"/>
            <a:ext cx="3649200" cy="533475"/>
            <a:chOff x="457151" y="1129775"/>
            <a:chExt cx="3649200" cy="533475"/>
          </a:xfrm>
        </p:grpSpPr>
        <p:sp>
          <p:nvSpPr>
            <p:cNvPr id="1524" name="Google Shape;1524;g2ee77736311_0_1739"/>
            <p:cNvSpPr/>
            <p:nvPr/>
          </p:nvSpPr>
          <p:spPr>
            <a:xfrm>
              <a:off x="457151" y="1129775"/>
              <a:ext cx="3649200" cy="4767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25" name="Google Shape;1525;g2ee77736311_0_1739"/>
            <p:cNvSpPr/>
            <p:nvPr/>
          </p:nvSpPr>
          <p:spPr>
            <a:xfrm rot="10800000">
              <a:off x="593369" y="1518556"/>
              <a:ext cx="261029" cy="144694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6" name="Google Shape;1526;g2ee77736311_0_1739"/>
          <p:cNvGrpSpPr/>
          <p:nvPr/>
        </p:nvGrpSpPr>
        <p:grpSpPr>
          <a:xfrm>
            <a:off x="5029150" y="1129775"/>
            <a:ext cx="3657600" cy="533487"/>
            <a:chOff x="5029150" y="1129775"/>
            <a:chExt cx="3657600" cy="533487"/>
          </a:xfrm>
        </p:grpSpPr>
        <p:sp>
          <p:nvSpPr>
            <p:cNvPr id="1527" name="Google Shape;1527;g2ee77736311_0_1739"/>
            <p:cNvSpPr/>
            <p:nvPr/>
          </p:nvSpPr>
          <p:spPr>
            <a:xfrm>
              <a:off x="5029150" y="1129775"/>
              <a:ext cx="3657600" cy="4767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28" name="Google Shape;1528;g2ee77736311_0_1739"/>
            <p:cNvSpPr/>
            <p:nvPr/>
          </p:nvSpPr>
          <p:spPr>
            <a:xfrm rot="10800000">
              <a:off x="5165369" y="1518568"/>
              <a:ext cx="261029" cy="144694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9" name="Google Shape;1529;g2ee77736311_0_1739"/>
          <p:cNvSpPr txBox="1"/>
          <p:nvPr>
            <p:ph idx="4294967295" type="body"/>
          </p:nvPr>
        </p:nvSpPr>
        <p:spPr>
          <a:xfrm>
            <a:off x="457150" y="1840226"/>
            <a:ext cx="36576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structured process of identifying the threats posed to a group or system</a:t>
            </a:r>
            <a:endParaRPr/>
          </a:p>
        </p:txBody>
      </p:sp>
      <p:sp>
        <p:nvSpPr>
          <p:cNvPr id="1530" name="Google Shape;1530;g2ee77736311_0_1739"/>
          <p:cNvSpPr txBox="1"/>
          <p:nvPr>
            <p:ph idx="4294967295" type="body"/>
          </p:nvPr>
        </p:nvSpPr>
        <p:spPr>
          <a:xfrm>
            <a:off x="5029200" y="1840226"/>
            <a:ext cx="36576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systematic reduction of the impact or likely occurrence of a negative event</a:t>
            </a:r>
            <a:endParaRPr/>
          </a:p>
        </p:txBody>
      </p:sp>
      <p:sp>
        <p:nvSpPr>
          <p:cNvPr id="1531" name="Google Shape;1531;g2ee77736311_0_1739"/>
          <p:cNvSpPr txBox="1"/>
          <p:nvPr>
            <p:ph idx="4294967295" type="title"/>
          </p:nvPr>
        </p:nvSpPr>
        <p:spPr>
          <a:xfrm>
            <a:off x="542175" y="1166625"/>
            <a:ext cx="3474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Threat Assessment</a:t>
            </a:r>
            <a:endParaRPr b="0"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32" name="Google Shape;1532;g2ee77736311_0_1739"/>
          <p:cNvSpPr txBox="1"/>
          <p:nvPr>
            <p:ph idx="4294967295" type="title"/>
          </p:nvPr>
        </p:nvSpPr>
        <p:spPr>
          <a:xfrm>
            <a:off x="5128600" y="1166625"/>
            <a:ext cx="34743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Risk Mitigation</a:t>
            </a:r>
            <a:endParaRPr b="0"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33" name="Google Shape;1533;g2ee77736311_0_173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534" name="Google Shape;1534;g2ee77736311_0_1739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central definitions of threat assessment and risk mitigation are: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2ee77736311_0_175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0" name="Google Shape;1540;g2ee77736311_0_17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1" name="Google Shape;1541;g2ee77736311_0_1755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In other words…</a:t>
            </a:r>
            <a:endParaRPr/>
          </a:p>
        </p:txBody>
      </p:sp>
      <p:sp>
        <p:nvSpPr>
          <p:cNvPr id="1542" name="Google Shape;1542;g2ee77736311_0_1755"/>
          <p:cNvSpPr txBox="1"/>
          <p:nvPr>
            <p:ph idx="4294967295" type="body"/>
          </p:nvPr>
        </p:nvSpPr>
        <p:spPr>
          <a:xfrm>
            <a:off x="457150" y="2286000"/>
            <a:ext cx="32004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Threat assessment:</a:t>
            </a:r>
            <a:br>
              <a:rPr lang="en"/>
            </a:br>
            <a:r>
              <a:rPr lang="en"/>
              <a:t>What could happen?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Risk mitigation:</a:t>
            </a:r>
            <a:br>
              <a:rPr lang="en"/>
            </a:br>
            <a:r>
              <a:rPr lang="en"/>
              <a:t>How do we handle it?</a:t>
            </a:r>
            <a:endParaRPr/>
          </a:p>
        </p:txBody>
      </p:sp>
      <p:sp>
        <p:nvSpPr>
          <p:cNvPr id="1543" name="Google Shape;1543;g2ee77736311_0_1755"/>
          <p:cNvSpPr txBox="1"/>
          <p:nvPr/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Recap:</a:t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4" name="Google Shape;1544;g2ee77736311_0_1755"/>
          <p:cNvCxnSpPr/>
          <p:nvPr/>
        </p:nvCxnSpPr>
        <p:spPr>
          <a:xfrm>
            <a:off x="-9375" y="929900"/>
            <a:ext cx="2795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pic>
        <p:nvPicPr>
          <p:cNvPr id="1545" name="Google Shape;1545;g2ee77736311_0_1755"/>
          <p:cNvPicPr preferRelativeResize="0"/>
          <p:nvPr/>
        </p:nvPicPr>
        <p:blipFill rotWithShape="1">
          <a:blip r:embed="rId4">
            <a:alphaModFix/>
          </a:blip>
          <a:srcRect b="0" l="17404" r="10648" t="0"/>
          <a:stretch/>
        </p:blipFill>
        <p:spPr>
          <a:xfrm>
            <a:off x="3200400" y="0"/>
            <a:ext cx="59435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2ee77736311_0_1765"/>
          <p:cNvSpPr txBox="1"/>
          <p:nvPr/>
        </p:nvSpPr>
        <p:spPr>
          <a:xfrm>
            <a:off x="3135200" y="1849050"/>
            <a:ext cx="5678700" cy="1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Why do we use the term “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mitigation</a:t>
            </a:r>
            <a:r>
              <a:rPr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” and not “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eradication</a:t>
            </a:r>
            <a:r>
              <a:rPr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”?</a:t>
            </a:r>
            <a:endParaRPr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2ee77736311_0_1769"/>
          <p:cNvSpPr txBox="1"/>
          <p:nvPr>
            <p:ph idx="1" type="body"/>
          </p:nvPr>
        </p:nvSpPr>
        <p:spPr>
          <a:xfrm>
            <a:off x="3657600" y="1243325"/>
            <a:ext cx="52479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3300"/>
              <a:t>Mitigation,</a:t>
            </a:r>
            <a:r>
              <a:rPr lang="en" sz="3300"/>
              <a:t> not eradication:</a:t>
            </a:r>
            <a:endParaRPr sz="3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3600"/>
              <a:buNone/>
            </a:pPr>
            <a:r>
              <a:rPr lang="en" sz="2000"/>
              <a:t>We cannot eradicate </a:t>
            </a:r>
            <a:r>
              <a:rPr b="1" lang="en" sz="2000"/>
              <a:t>all </a:t>
            </a:r>
            <a:r>
              <a:rPr lang="en" sz="2000"/>
              <a:t>risks.</a:t>
            </a:r>
            <a:br>
              <a:rPr lang="en" sz="2000"/>
            </a:br>
            <a:r>
              <a:rPr lang="en" sz="2000"/>
              <a:t>Cybersecurity is an ever-evolving landscape.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4" name="Google Shape;1564;g2ee77736311_0_1776"/>
          <p:cNvGrpSpPr/>
          <p:nvPr/>
        </p:nvGrpSpPr>
        <p:grpSpPr>
          <a:xfrm>
            <a:off x="-3" y="1628642"/>
            <a:ext cx="8686828" cy="400200"/>
            <a:chOff x="-3" y="1885788"/>
            <a:chExt cx="8686828" cy="400200"/>
          </a:xfrm>
        </p:grpSpPr>
        <p:cxnSp>
          <p:nvCxnSpPr>
            <p:cNvPr id="1565" name="Google Shape;1565;g2ee77736311_0_177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66" name="Google Shape;1566;g2ee77736311_0_177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67" name="Google Shape;1567;g2ee77736311_0_177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g2ee77736311_0_177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g2ee77736311_0_177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70" name="Google Shape;1570;g2ee77736311_0_1776"/>
          <p:cNvGrpSpPr/>
          <p:nvPr/>
        </p:nvGrpSpPr>
        <p:grpSpPr>
          <a:xfrm>
            <a:off x="-3" y="2314384"/>
            <a:ext cx="8686828" cy="400200"/>
            <a:chOff x="-3" y="2566213"/>
            <a:chExt cx="8686828" cy="400200"/>
          </a:xfrm>
        </p:grpSpPr>
        <p:cxnSp>
          <p:nvCxnSpPr>
            <p:cNvPr id="1571" name="Google Shape;1571;g2ee77736311_0_177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72" name="Google Shape;1572;g2ee77736311_0_177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g2ee77736311_0_177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g2ee77736311_0_177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75" name="Google Shape;1575;g2ee77736311_0_1776"/>
          <p:cNvGrpSpPr/>
          <p:nvPr/>
        </p:nvGrpSpPr>
        <p:grpSpPr>
          <a:xfrm>
            <a:off x="-3" y="3000126"/>
            <a:ext cx="8684268" cy="402300"/>
            <a:chOff x="-3" y="3236976"/>
            <a:chExt cx="8684268" cy="402300"/>
          </a:xfrm>
        </p:grpSpPr>
        <p:cxnSp>
          <p:nvCxnSpPr>
            <p:cNvPr id="1576" name="Google Shape;1576;g2ee77736311_0_1776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77" name="Google Shape;1577;g2ee77736311_0_1776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g2ee77736311_0_1776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g2ee77736311_0_1776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80" name="Google Shape;1580;g2ee77736311_0_1776"/>
          <p:cNvGrpSpPr/>
          <p:nvPr/>
        </p:nvGrpSpPr>
        <p:grpSpPr>
          <a:xfrm>
            <a:off x="-3" y="3685047"/>
            <a:ext cx="8686828" cy="400200"/>
            <a:chOff x="-3" y="2566213"/>
            <a:chExt cx="8686828" cy="400200"/>
          </a:xfrm>
        </p:grpSpPr>
        <p:cxnSp>
          <p:nvCxnSpPr>
            <p:cNvPr id="1581" name="Google Shape;1581;g2ee77736311_0_177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82" name="Google Shape;1582;g2ee77736311_0_177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g2ee77736311_0_177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g2ee77736311_0_177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85" name="Google Shape;1585;g2ee77736311_0_1776"/>
          <p:cNvSpPr txBox="1"/>
          <p:nvPr>
            <p:ph idx="4294967295" type="body"/>
          </p:nvPr>
        </p:nvSpPr>
        <p:spPr>
          <a:xfrm>
            <a:off x="914400" y="16456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Users</a:t>
            </a:r>
            <a:endParaRPr/>
          </a:p>
        </p:txBody>
      </p:sp>
      <p:sp>
        <p:nvSpPr>
          <p:cNvPr id="1586" name="Google Shape;1586;g2ee77736311_0_1776"/>
          <p:cNvSpPr txBox="1"/>
          <p:nvPr>
            <p:ph idx="4294967295" type="body"/>
          </p:nvPr>
        </p:nvSpPr>
        <p:spPr>
          <a:xfrm>
            <a:off x="914400" y="23312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Web applications</a:t>
            </a:r>
            <a:endParaRPr/>
          </a:p>
        </p:txBody>
      </p:sp>
      <p:sp>
        <p:nvSpPr>
          <p:cNvPr id="1587" name="Google Shape;1587;g2ee77736311_0_1776"/>
          <p:cNvSpPr txBox="1"/>
          <p:nvPr>
            <p:ph idx="4294967295" type="body"/>
          </p:nvPr>
        </p:nvSpPr>
        <p:spPr>
          <a:xfrm>
            <a:off x="914400" y="30167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Servers</a:t>
            </a:r>
            <a:endParaRPr/>
          </a:p>
        </p:txBody>
      </p:sp>
      <p:sp>
        <p:nvSpPr>
          <p:cNvPr id="1588" name="Google Shape;1588;g2ee77736311_0_1776"/>
          <p:cNvSpPr txBox="1"/>
          <p:nvPr>
            <p:ph idx="4294967295" type="body"/>
          </p:nvPr>
        </p:nvSpPr>
        <p:spPr>
          <a:xfrm>
            <a:off x="914400" y="37022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Databases</a:t>
            </a:r>
            <a:endParaRPr/>
          </a:p>
        </p:txBody>
      </p:sp>
      <p:sp>
        <p:nvSpPr>
          <p:cNvPr id="1589" name="Google Shape;1589;g2ee77736311_0_177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Today’s Class</a:t>
            </a:r>
            <a:endParaRPr/>
          </a:p>
        </p:txBody>
      </p:sp>
      <p:sp>
        <p:nvSpPr>
          <p:cNvPr id="1590" name="Google Shape;1590;g2ee77736311_0_1776"/>
          <p:cNvSpPr txBox="1"/>
          <p:nvPr>
            <p:ph idx="1" type="subTitle"/>
          </p:nvPr>
        </p:nvSpPr>
        <p:spPr>
          <a:xfrm>
            <a:off x="463225" y="548650"/>
            <a:ext cx="8229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will continue with assessing threats and mitigating risks by evaluating specific attacks and vulnerabilities associated with: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5" name="Google Shape;1595;g2ee77736311_0_1806"/>
          <p:cNvPicPr preferRelativeResize="0"/>
          <p:nvPr/>
        </p:nvPicPr>
        <p:blipFill rotWithShape="1">
          <a:blip r:embed="rId3">
            <a:alphaModFix/>
          </a:blip>
          <a:srcRect b="15313" l="228" r="466" t="1004"/>
          <a:stretch/>
        </p:blipFill>
        <p:spPr>
          <a:xfrm flipH="1"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g2ee77736311_0_1806"/>
          <p:cNvSpPr txBox="1"/>
          <p:nvPr/>
        </p:nvSpPr>
        <p:spPr>
          <a:xfrm>
            <a:off x="0" y="1628850"/>
            <a:ext cx="40716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60"/>
              <a:buFont typeface="Arial"/>
              <a:buNone/>
            </a:pPr>
            <a:r>
              <a:rPr b="1" lang="en" sz="276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Think like </a:t>
            </a:r>
            <a:r>
              <a:rPr b="1" lang="en" sz="276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offensive</a:t>
            </a:r>
            <a:r>
              <a:rPr lang="en" sz="276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" sz="276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defensive</a:t>
            </a:r>
            <a:r>
              <a:rPr lang="en" sz="276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cybersecurity professionals</a:t>
            </a:r>
            <a:endParaRPr i="0" sz="276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1" name="Google Shape;1601;g2ee77736311_0_1811"/>
          <p:cNvPicPr preferRelativeResize="0"/>
          <p:nvPr/>
        </p:nvPicPr>
        <p:blipFill rotWithShape="1">
          <a:blip r:embed="rId3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g2ee77736311_0_1811"/>
          <p:cNvSpPr txBox="1"/>
          <p:nvPr>
            <p:ph idx="4294967295" type="body"/>
          </p:nvPr>
        </p:nvSpPr>
        <p:spPr>
          <a:xfrm>
            <a:off x="456300" y="1155700"/>
            <a:ext cx="4115700" cy="2597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you have found an unattended iPhone left at a table in a restaurant.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The iPhone is not locked with a password, and every feature and app</a:t>
            </a:r>
            <a:br>
              <a:rPr lang="en"/>
            </a:br>
            <a:r>
              <a:rPr lang="en"/>
              <a:t>is accessible. </a:t>
            </a:r>
            <a:endParaRPr/>
          </a:p>
        </p:txBody>
      </p:sp>
      <p:sp>
        <p:nvSpPr>
          <p:cNvPr id="1603" name="Google Shape;1603;g2ee77736311_0_181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g2ee77736311_0_1811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5" name="Google Shape;1605;g2ee77736311_0_1811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6" name="Google Shape;1606;g2ee77736311_0_1811"/>
          <p:cNvSpPr txBox="1"/>
          <p:nvPr/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20 minutes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07" name="Google Shape;1607;g2ee77736311_0_18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g2ee77736311_0_1811"/>
          <p:cNvSpPr txBox="1"/>
          <p:nvPr/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Security Task #1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09" name="Google Shape;1609;g2ee77736311_0_1811"/>
          <p:cNvPicPr preferRelativeResize="0"/>
          <p:nvPr/>
        </p:nvPicPr>
        <p:blipFill rotWithShape="1">
          <a:blip r:embed="rId5">
            <a:alphaModFix/>
          </a:blip>
          <a:srcRect b="0" l="12784" r="11834" t="0"/>
          <a:stretch/>
        </p:blipFill>
        <p:spPr>
          <a:xfrm>
            <a:off x="457200" y="2674875"/>
            <a:ext cx="3916524" cy="244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g2ee77736311_0_1811"/>
          <p:cNvSpPr txBox="1"/>
          <p:nvPr>
            <p:ph idx="4294967295" type="body"/>
          </p:nvPr>
        </p:nvSpPr>
        <p:spPr>
          <a:xfrm>
            <a:off x="5028250" y="1155700"/>
            <a:ext cx="3659400" cy="2957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class, </a:t>
            </a:r>
            <a:r>
              <a:rPr b="1" lang="en"/>
              <a:t>let’s identify as many exploits as possible</a:t>
            </a:r>
            <a:r>
              <a:rPr lang="en"/>
              <a:t> that could result from a stolen cell phone.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Hint:</a:t>
            </a:r>
            <a:r>
              <a:rPr lang="en"/>
              <a:t> Be creative! Think like an attacker.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worst possible damage that could happen?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 about real damage.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 beyond the value of the phone itself.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611" name="Google Shape;1611;g2ee77736311_0_181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ee77736311_0_182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1" name="Google Shape;1621;g2ee77736311_0_18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g2ee77736311_0_1828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Oh look, a phone!</a:t>
            </a:r>
            <a:endParaRPr/>
          </a:p>
        </p:txBody>
      </p:sp>
      <p:sp>
        <p:nvSpPr>
          <p:cNvPr id="1623" name="Google Shape;1623;g2ee77736311_0_1828"/>
          <p:cNvSpPr txBox="1"/>
          <p:nvPr>
            <p:ph idx="4294967295" type="body"/>
          </p:nvPr>
        </p:nvSpPr>
        <p:spPr>
          <a:xfrm>
            <a:off x="228550" y="1152847"/>
            <a:ext cx="8915400" cy="3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/>
              <a:t>Potential Adverse Events</a:t>
            </a:r>
            <a:endParaRPr b="1" sz="1750"/>
          </a:p>
          <a:p>
            <a:pPr indent="-202565" lvl="0" marL="32004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The phone is wiped and resold.</a:t>
            </a:r>
            <a:endParaRPr sz="1750"/>
          </a:p>
          <a:p>
            <a:pPr indent="-202565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Phone memory is harvested and photos and sensitive material are used for blackmail.</a:t>
            </a:r>
            <a:endParaRPr sz="1750"/>
          </a:p>
          <a:p>
            <a:pPr indent="-202565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Credentials for email and social media accounts are used to extract financial gain.</a:t>
            </a:r>
            <a:endParaRPr sz="1750"/>
          </a:p>
          <a:p>
            <a:pPr indent="-202565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Installed applications are used to make purchases.</a:t>
            </a:r>
            <a:endParaRPr sz="1750"/>
          </a:p>
          <a:p>
            <a:pPr indent="-202565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Malware software is directly installed to track future activity. </a:t>
            </a:r>
            <a:endParaRPr sz="1750"/>
          </a:p>
          <a:p>
            <a:pPr indent="-202565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Phone contacts are socially engineered to provide money.</a:t>
            </a:r>
            <a:endParaRPr sz="1750"/>
          </a:p>
          <a:p>
            <a:pPr indent="-202565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50"/>
              <a:buAutoNum type="arabicPeriod"/>
            </a:pPr>
            <a:r>
              <a:rPr lang="en" sz="1750"/>
              <a:t>The phone is used to conduct illegal activity.</a:t>
            </a:r>
            <a:endParaRPr sz="1750"/>
          </a:p>
          <a:p>
            <a:pPr indent="-202565" lvl="0" marL="32004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750"/>
              <a:buAutoNum type="arabicPeriod"/>
            </a:pPr>
            <a:r>
              <a:rPr lang="en" sz="1750"/>
              <a:t>The owner’s identity is stolen.</a:t>
            </a:r>
            <a:endParaRPr sz="1750"/>
          </a:p>
        </p:txBody>
      </p:sp>
      <p:sp>
        <p:nvSpPr>
          <p:cNvPr id="1624" name="Google Shape;1624;g2ee77736311_0_1828"/>
          <p:cNvSpPr txBox="1"/>
          <p:nvPr/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Quick Review</a:t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5" name="Google Shape;1625;g2ee77736311_0_182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ee77736311_0_18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g2ee77736311_0_1837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Attacking the Wall</a:t>
            </a:r>
            <a:endParaRPr/>
          </a:p>
        </p:txBody>
      </p:sp>
      <p:sp>
        <p:nvSpPr>
          <p:cNvPr id="1632" name="Google Shape;1632;g2ee77736311_0_1837"/>
          <p:cNvSpPr txBox="1"/>
          <p:nvPr>
            <p:ph idx="4294967295" type="body"/>
          </p:nvPr>
        </p:nvSpPr>
        <p:spPr>
          <a:xfrm>
            <a:off x="320525" y="1143000"/>
            <a:ext cx="49665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Congratulations!</a:t>
            </a:r>
            <a:r>
              <a:rPr lang="en"/>
              <a:t> You have been hired by Bitcoin Dating Exchange.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While their founding team is brilliant, like</a:t>
            </a:r>
            <a:br>
              <a:rPr lang="en"/>
            </a:br>
            <a:r>
              <a:rPr lang="en"/>
              <a:t>many startups, </a:t>
            </a:r>
            <a:r>
              <a:rPr b="1" lang="en"/>
              <a:t>they don’t know the first thing</a:t>
            </a:r>
            <a:br>
              <a:rPr b="1" lang="en"/>
            </a:br>
            <a:r>
              <a:rPr b="1" lang="en"/>
              <a:t>about security.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They just handed you a lot of money to solve their </a:t>
            </a:r>
            <a:r>
              <a:rPr b="1" lang="en"/>
              <a:t>most critical problem.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Attackers </a:t>
            </a:r>
            <a:r>
              <a:rPr b="1" lang="en"/>
              <a:t>are routinely logging in</a:t>
            </a:r>
            <a:r>
              <a:rPr lang="en"/>
              <a:t> as users and administrators and gaining access to company data and financial assets.</a:t>
            </a:r>
            <a:endParaRPr/>
          </a:p>
        </p:txBody>
      </p:sp>
      <p:sp>
        <p:nvSpPr>
          <p:cNvPr id="1633" name="Google Shape;1633;g2ee77736311_0_1837"/>
          <p:cNvSpPr txBox="1"/>
          <p:nvPr/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Security Task #2</a:t>
            </a:r>
            <a:endParaRPr b="1" sz="26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4" name="Google Shape;1634;g2ee77736311_0_1837"/>
          <p:cNvCxnSpPr/>
          <p:nvPr/>
        </p:nvCxnSpPr>
        <p:spPr>
          <a:xfrm>
            <a:off x="0" y="929900"/>
            <a:ext cx="50451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635" name="Google Shape;1635;g2ee77736311_0_1837"/>
          <p:cNvSpPr/>
          <p:nvPr/>
        </p:nvSpPr>
        <p:spPr>
          <a:xfrm>
            <a:off x="320524" y="268224"/>
            <a:ext cx="273362" cy="431166"/>
          </a:xfrm>
          <a:custGeom>
            <a:rect b="b" l="l" r="r" t="t"/>
            <a:pathLst>
              <a:path extrusionOk="0" fill="none" h="129674" w="82214">
                <a:moveTo>
                  <a:pt x="27362" y="88437"/>
                </a:moveTo>
                <a:lnTo>
                  <a:pt x="27362" y="88437"/>
                </a:lnTo>
                <a:lnTo>
                  <a:pt x="27362" y="85325"/>
                </a:lnTo>
                <a:lnTo>
                  <a:pt x="27491" y="82472"/>
                </a:lnTo>
                <a:lnTo>
                  <a:pt x="27751" y="79620"/>
                </a:lnTo>
                <a:lnTo>
                  <a:pt x="28010" y="77026"/>
                </a:lnTo>
                <a:lnTo>
                  <a:pt x="28399" y="74692"/>
                </a:lnTo>
                <a:lnTo>
                  <a:pt x="28918" y="72358"/>
                </a:lnTo>
                <a:lnTo>
                  <a:pt x="29566" y="70283"/>
                </a:lnTo>
                <a:lnTo>
                  <a:pt x="30215" y="68338"/>
                </a:lnTo>
                <a:lnTo>
                  <a:pt x="30215" y="68338"/>
                </a:lnTo>
                <a:lnTo>
                  <a:pt x="30993" y="66523"/>
                </a:lnTo>
                <a:lnTo>
                  <a:pt x="31900" y="64837"/>
                </a:lnTo>
                <a:lnTo>
                  <a:pt x="32808" y="63151"/>
                </a:lnTo>
                <a:lnTo>
                  <a:pt x="33975" y="61466"/>
                </a:lnTo>
                <a:lnTo>
                  <a:pt x="35142" y="59909"/>
                </a:lnTo>
                <a:lnTo>
                  <a:pt x="36568" y="58483"/>
                </a:lnTo>
                <a:lnTo>
                  <a:pt x="37995" y="56927"/>
                </a:lnTo>
                <a:lnTo>
                  <a:pt x="39551" y="55630"/>
                </a:lnTo>
                <a:lnTo>
                  <a:pt x="39551" y="55630"/>
                </a:lnTo>
                <a:lnTo>
                  <a:pt x="42533" y="52907"/>
                </a:lnTo>
                <a:lnTo>
                  <a:pt x="45257" y="50443"/>
                </a:lnTo>
                <a:lnTo>
                  <a:pt x="47461" y="47980"/>
                </a:lnTo>
                <a:lnTo>
                  <a:pt x="49406" y="45646"/>
                </a:lnTo>
                <a:lnTo>
                  <a:pt x="49406" y="45646"/>
                </a:lnTo>
                <a:lnTo>
                  <a:pt x="50184" y="44608"/>
                </a:lnTo>
                <a:lnTo>
                  <a:pt x="50832" y="43441"/>
                </a:lnTo>
                <a:lnTo>
                  <a:pt x="51351" y="42274"/>
                </a:lnTo>
                <a:lnTo>
                  <a:pt x="51870" y="40977"/>
                </a:lnTo>
                <a:lnTo>
                  <a:pt x="52259" y="39681"/>
                </a:lnTo>
                <a:lnTo>
                  <a:pt x="52518" y="38514"/>
                </a:lnTo>
                <a:lnTo>
                  <a:pt x="52648" y="37217"/>
                </a:lnTo>
                <a:lnTo>
                  <a:pt x="52648" y="35790"/>
                </a:lnTo>
                <a:lnTo>
                  <a:pt x="52648" y="35790"/>
                </a:lnTo>
                <a:lnTo>
                  <a:pt x="52648" y="34234"/>
                </a:lnTo>
                <a:lnTo>
                  <a:pt x="52518" y="32678"/>
                </a:lnTo>
                <a:lnTo>
                  <a:pt x="52259" y="31382"/>
                </a:lnTo>
                <a:lnTo>
                  <a:pt x="51999" y="30085"/>
                </a:lnTo>
                <a:lnTo>
                  <a:pt x="51610" y="28918"/>
                </a:lnTo>
                <a:lnTo>
                  <a:pt x="51092" y="27751"/>
                </a:lnTo>
                <a:lnTo>
                  <a:pt x="50573" y="26843"/>
                </a:lnTo>
                <a:lnTo>
                  <a:pt x="49925" y="25935"/>
                </a:lnTo>
                <a:lnTo>
                  <a:pt x="49147" y="25157"/>
                </a:lnTo>
                <a:lnTo>
                  <a:pt x="48239" y="24509"/>
                </a:lnTo>
                <a:lnTo>
                  <a:pt x="47331" y="23990"/>
                </a:lnTo>
                <a:lnTo>
                  <a:pt x="46294" y="23472"/>
                </a:lnTo>
                <a:lnTo>
                  <a:pt x="45257" y="23083"/>
                </a:lnTo>
                <a:lnTo>
                  <a:pt x="43960" y="22823"/>
                </a:lnTo>
                <a:lnTo>
                  <a:pt x="42793" y="22694"/>
                </a:lnTo>
                <a:lnTo>
                  <a:pt x="41366" y="22694"/>
                </a:lnTo>
                <a:lnTo>
                  <a:pt x="41366" y="22694"/>
                </a:lnTo>
                <a:lnTo>
                  <a:pt x="40070" y="22694"/>
                </a:lnTo>
                <a:lnTo>
                  <a:pt x="38903" y="22953"/>
                </a:lnTo>
                <a:lnTo>
                  <a:pt x="37736" y="23212"/>
                </a:lnTo>
                <a:lnTo>
                  <a:pt x="36698" y="23601"/>
                </a:lnTo>
                <a:lnTo>
                  <a:pt x="35661" y="24120"/>
                </a:lnTo>
                <a:lnTo>
                  <a:pt x="34623" y="24768"/>
                </a:lnTo>
                <a:lnTo>
                  <a:pt x="33716" y="25546"/>
                </a:lnTo>
                <a:lnTo>
                  <a:pt x="32938" y="26454"/>
                </a:lnTo>
                <a:lnTo>
                  <a:pt x="32938" y="26454"/>
                </a:lnTo>
                <a:lnTo>
                  <a:pt x="32160" y="27491"/>
                </a:lnTo>
                <a:lnTo>
                  <a:pt x="31511" y="28529"/>
                </a:lnTo>
                <a:lnTo>
                  <a:pt x="30863" y="29696"/>
                </a:lnTo>
                <a:lnTo>
                  <a:pt x="30474" y="30993"/>
                </a:lnTo>
                <a:lnTo>
                  <a:pt x="30085" y="32289"/>
                </a:lnTo>
                <a:lnTo>
                  <a:pt x="29826" y="33716"/>
                </a:lnTo>
                <a:lnTo>
                  <a:pt x="29566" y="35272"/>
                </a:lnTo>
                <a:lnTo>
                  <a:pt x="29566" y="36828"/>
                </a:lnTo>
                <a:lnTo>
                  <a:pt x="1" y="36828"/>
                </a:lnTo>
                <a:lnTo>
                  <a:pt x="1" y="36828"/>
                </a:lnTo>
                <a:lnTo>
                  <a:pt x="131" y="34753"/>
                </a:lnTo>
                <a:lnTo>
                  <a:pt x="260" y="32678"/>
                </a:lnTo>
                <a:lnTo>
                  <a:pt x="520" y="30604"/>
                </a:lnTo>
                <a:lnTo>
                  <a:pt x="779" y="28659"/>
                </a:lnTo>
                <a:lnTo>
                  <a:pt x="1168" y="26713"/>
                </a:lnTo>
                <a:lnTo>
                  <a:pt x="1687" y="24898"/>
                </a:lnTo>
                <a:lnTo>
                  <a:pt x="2205" y="23083"/>
                </a:lnTo>
                <a:lnTo>
                  <a:pt x="2854" y="21397"/>
                </a:lnTo>
                <a:lnTo>
                  <a:pt x="3632" y="19711"/>
                </a:lnTo>
                <a:lnTo>
                  <a:pt x="4410" y="18025"/>
                </a:lnTo>
                <a:lnTo>
                  <a:pt x="5318" y="16599"/>
                </a:lnTo>
                <a:lnTo>
                  <a:pt x="6355" y="15043"/>
                </a:lnTo>
                <a:lnTo>
                  <a:pt x="7392" y="13617"/>
                </a:lnTo>
                <a:lnTo>
                  <a:pt x="8559" y="12320"/>
                </a:lnTo>
                <a:lnTo>
                  <a:pt x="9726" y="11023"/>
                </a:lnTo>
                <a:lnTo>
                  <a:pt x="11023" y="9726"/>
                </a:lnTo>
                <a:lnTo>
                  <a:pt x="11023" y="9726"/>
                </a:lnTo>
                <a:lnTo>
                  <a:pt x="12449" y="8559"/>
                </a:lnTo>
                <a:lnTo>
                  <a:pt x="13876" y="7392"/>
                </a:lnTo>
                <a:lnTo>
                  <a:pt x="15432" y="6355"/>
                </a:lnTo>
                <a:lnTo>
                  <a:pt x="16988" y="5447"/>
                </a:lnTo>
                <a:lnTo>
                  <a:pt x="18674" y="4540"/>
                </a:lnTo>
                <a:lnTo>
                  <a:pt x="20359" y="3761"/>
                </a:lnTo>
                <a:lnTo>
                  <a:pt x="22175" y="3113"/>
                </a:lnTo>
                <a:lnTo>
                  <a:pt x="23990" y="2465"/>
                </a:lnTo>
                <a:lnTo>
                  <a:pt x="25935" y="1816"/>
                </a:lnTo>
                <a:lnTo>
                  <a:pt x="28010" y="1427"/>
                </a:lnTo>
                <a:lnTo>
                  <a:pt x="29955" y="909"/>
                </a:lnTo>
                <a:lnTo>
                  <a:pt x="32160" y="649"/>
                </a:lnTo>
                <a:lnTo>
                  <a:pt x="34364" y="390"/>
                </a:lnTo>
                <a:lnTo>
                  <a:pt x="36568" y="131"/>
                </a:lnTo>
                <a:lnTo>
                  <a:pt x="38903" y="1"/>
                </a:lnTo>
                <a:lnTo>
                  <a:pt x="41366" y="1"/>
                </a:lnTo>
                <a:lnTo>
                  <a:pt x="41366" y="1"/>
                </a:lnTo>
                <a:lnTo>
                  <a:pt x="46035" y="131"/>
                </a:lnTo>
                <a:lnTo>
                  <a:pt x="50573" y="520"/>
                </a:lnTo>
                <a:lnTo>
                  <a:pt x="52648" y="909"/>
                </a:lnTo>
                <a:lnTo>
                  <a:pt x="54723" y="1298"/>
                </a:lnTo>
                <a:lnTo>
                  <a:pt x="56668" y="1687"/>
                </a:lnTo>
                <a:lnTo>
                  <a:pt x="58613" y="2205"/>
                </a:lnTo>
                <a:lnTo>
                  <a:pt x="60428" y="2854"/>
                </a:lnTo>
                <a:lnTo>
                  <a:pt x="62244" y="3502"/>
                </a:lnTo>
                <a:lnTo>
                  <a:pt x="63929" y="4280"/>
                </a:lnTo>
                <a:lnTo>
                  <a:pt x="65615" y="5058"/>
                </a:lnTo>
                <a:lnTo>
                  <a:pt x="67171" y="5966"/>
                </a:lnTo>
                <a:lnTo>
                  <a:pt x="68727" y="6874"/>
                </a:lnTo>
                <a:lnTo>
                  <a:pt x="70154" y="7911"/>
                </a:lnTo>
                <a:lnTo>
                  <a:pt x="71450" y="8948"/>
                </a:lnTo>
                <a:lnTo>
                  <a:pt x="71450" y="8948"/>
                </a:lnTo>
                <a:lnTo>
                  <a:pt x="72747" y="10115"/>
                </a:lnTo>
                <a:lnTo>
                  <a:pt x="74044" y="11282"/>
                </a:lnTo>
                <a:lnTo>
                  <a:pt x="75081" y="12579"/>
                </a:lnTo>
                <a:lnTo>
                  <a:pt x="76118" y="13876"/>
                </a:lnTo>
                <a:lnTo>
                  <a:pt x="77156" y="15302"/>
                </a:lnTo>
                <a:lnTo>
                  <a:pt x="77934" y="16729"/>
                </a:lnTo>
                <a:lnTo>
                  <a:pt x="78712" y="18285"/>
                </a:lnTo>
                <a:lnTo>
                  <a:pt x="79490" y="19841"/>
                </a:lnTo>
                <a:lnTo>
                  <a:pt x="80138" y="21527"/>
                </a:lnTo>
                <a:lnTo>
                  <a:pt x="80657" y="23212"/>
                </a:lnTo>
                <a:lnTo>
                  <a:pt x="81046" y="24898"/>
                </a:lnTo>
                <a:lnTo>
                  <a:pt x="81435" y="26713"/>
                </a:lnTo>
                <a:lnTo>
                  <a:pt x="81824" y="28529"/>
                </a:lnTo>
                <a:lnTo>
                  <a:pt x="81954" y="30474"/>
                </a:lnTo>
                <a:lnTo>
                  <a:pt x="82083" y="32419"/>
                </a:lnTo>
                <a:lnTo>
                  <a:pt x="82213" y="34494"/>
                </a:lnTo>
                <a:lnTo>
                  <a:pt x="82213" y="34494"/>
                </a:lnTo>
                <a:lnTo>
                  <a:pt x="82083" y="36309"/>
                </a:lnTo>
                <a:lnTo>
                  <a:pt x="81954" y="37995"/>
                </a:lnTo>
                <a:lnTo>
                  <a:pt x="81694" y="39810"/>
                </a:lnTo>
                <a:lnTo>
                  <a:pt x="81435" y="41366"/>
                </a:lnTo>
                <a:lnTo>
                  <a:pt x="81046" y="43052"/>
                </a:lnTo>
                <a:lnTo>
                  <a:pt x="80527" y="44608"/>
                </a:lnTo>
                <a:lnTo>
                  <a:pt x="80009" y="46164"/>
                </a:lnTo>
                <a:lnTo>
                  <a:pt x="79231" y="47720"/>
                </a:lnTo>
                <a:lnTo>
                  <a:pt x="79231" y="47720"/>
                </a:lnTo>
                <a:lnTo>
                  <a:pt x="78453" y="49147"/>
                </a:lnTo>
                <a:lnTo>
                  <a:pt x="77675" y="50703"/>
                </a:lnTo>
                <a:lnTo>
                  <a:pt x="76637" y="52129"/>
                </a:lnTo>
                <a:lnTo>
                  <a:pt x="75470" y="53685"/>
                </a:lnTo>
                <a:lnTo>
                  <a:pt x="74303" y="55241"/>
                </a:lnTo>
                <a:lnTo>
                  <a:pt x="73006" y="56668"/>
                </a:lnTo>
                <a:lnTo>
                  <a:pt x="70024" y="59780"/>
                </a:lnTo>
                <a:lnTo>
                  <a:pt x="60039" y="69116"/>
                </a:lnTo>
                <a:lnTo>
                  <a:pt x="60039" y="69116"/>
                </a:lnTo>
                <a:lnTo>
                  <a:pt x="58094" y="71191"/>
                </a:lnTo>
                <a:lnTo>
                  <a:pt x="56408" y="73266"/>
                </a:lnTo>
                <a:lnTo>
                  <a:pt x="55112" y="75340"/>
                </a:lnTo>
                <a:lnTo>
                  <a:pt x="54074" y="77545"/>
                </a:lnTo>
                <a:lnTo>
                  <a:pt x="54074" y="77545"/>
                </a:lnTo>
                <a:lnTo>
                  <a:pt x="53296" y="79879"/>
                </a:lnTo>
                <a:lnTo>
                  <a:pt x="52777" y="82472"/>
                </a:lnTo>
                <a:lnTo>
                  <a:pt x="52388" y="85325"/>
                </a:lnTo>
                <a:lnTo>
                  <a:pt x="52259" y="88437"/>
                </a:lnTo>
                <a:lnTo>
                  <a:pt x="27362" y="88437"/>
                </a:lnTo>
                <a:close/>
                <a:moveTo>
                  <a:pt x="23731" y="114890"/>
                </a:moveTo>
                <a:lnTo>
                  <a:pt x="23731" y="114890"/>
                </a:lnTo>
                <a:lnTo>
                  <a:pt x="23861" y="113334"/>
                </a:lnTo>
                <a:lnTo>
                  <a:pt x="24120" y="111908"/>
                </a:lnTo>
                <a:lnTo>
                  <a:pt x="24379" y="110482"/>
                </a:lnTo>
                <a:lnTo>
                  <a:pt x="24898" y="109055"/>
                </a:lnTo>
                <a:lnTo>
                  <a:pt x="25546" y="107758"/>
                </a:lnTo>
                <a:lnTo>
                  <a:pt x="26324" y="106591"/>
                </a:lnTo>
                <a:lnTo>
                  <a:pt x="27362" y="105424"/>
                </a:lnTo>
                <a:lnTo>
                  <a:pt x="28399" y="104387"/>
                </a:lnTo>
                <a:lnTo>
                  <a:pt x="28399" y="104387"/>
                </a:lnTo>
                <a:lnTo>
                  <a:pt x="29566" y="103350"/>
                </a:lnTo>
                <a:lnTo>
                  <a:pt x="30863" y="102572"/>
                </a:lnTo>
                <a:lnTo>
                  <a:pt x="32289" y="101794"/>
                </a:lnTo>
                <a:lnTo>
                  <a:pt x="33716" y="101275"/>
                </a:lnTo>
                <a:lnTo>
                  <a:pt x="35142" y="100756"/>
                </a:lnTo>
                <a:lnTo>
                  <a:pt x="36698" y="100497"/>
                </a:lnTo>
                <a:lnTo>
                  <a:pt x="38384" y="100237"/>
                </a:lnTo>
                <a:lnTo>
                  <a:pt x="40070" y="100237"/>
                </a:lnTo>
                <a:lnTo>
                  <a:pt x="40070" y="100237"/>
                </a:lnTo>
                <a:lnTo>
                  <a:pt x="41755" y="100237"/>
                </a:lnTo>
                <a:lnTo>
                  <a:pt x="43441" y="100497"/>
                </a:lnTo>
                <a:lnTo>
                  <a:pt x="44997" y="100756"/>
                </a:lnTo>
                <a:lnTo>
                  <a:pt x="46424" y="101275"/>
                </a:lnTo>
                <a:lnTo>
                  <a:pt x="47850" y="101794"/>
                </a:lnTo>
                <a:lnTo>
                  <a:pt x="49276" y="102572"/>
                </a:lnTo>
                <a:lnTo>
                  <a:pt x="50443" y="103350"/>
                </a:lnTo>
                <a:lnTo>
                  <a:pt x="51740" y="104387"/>
                </a:lnTo>
                <a:lnTo>
                  <a:pt x="51740" y="104387"/>
                </a:lnTo>
                <a:lnTo>
                  <a:pt x="52777" y="105424"/>
                </a:lnTo>
                <a:lnTo>
                  <a:pt x="53685" y="106591"/>
                </a:lnTo>
                <a:lnTo>
                  <a:pt x="54593" y="107758"/>
                </a:lnTo>
                <a:lnTo>
                  <a:pt x="55241" y="109055"/>
                </a:lnTo>
                <a:lnTo>
                  <a:pt x="55760" y="110482"/>
                </a:lnTo>
                <a:lnTo>
                  <a:pt x="56019" y="111908"/>
                </a:lnTo>
                <a:lnTo>
                  <a:pt x="56279" y="113334"/>
                </a:lnTo>
                <a:lnTo>
                  <a:pt x="56408" y="114890"/>
                </a:lnTo>
                <a:lnTo>
                  <a:pt x="56408" y="114890"/>
                </a:lnTo>
                <a:lnTo>
                  <a:pt x="56279" y="116576"/>
                </a:lnTo>
                <a:lnTo>
                  <a:pt x="56019" y="118003"/>
                </a:lnTo>
                <a:lnTo>
                  <a:pt x="55760" y="119429"/>
                </a:lnTo>
                <a:lnTo>
                  <a:pt x="55241" y="120855"/>
                </a:lnTo>
                <a:lnTo>
                  <a:pt x="54593" y="122152"/>
                </a:lnTo>
                <a:lnTo>
                  <a:pt x="53685" y="123319"/>
                </a:lnTo>
                <a:lnTo>
                  <a:pt x="52777" y="124486"/>
                </a:lnTo>
                <a:lnTo>
                  <a:pt x="51740" y="125524"/>
                </a:lnTo>
                <a:lnTo>
                  <a:pt x="51740" y="125524"/>
                </a:lnTo>
                <a:lnTo>
                  <a:pt x="50443" y="126561"/>
                </a:lnTo>
                <a:lnTo>
                  <a:pt x="49276" y="127339"/>
                </a:lnTo>
                <a:lnTo>
                  <a:pt x="47850" y="128117"/>
                </a:lnTo>
                <a:lnTo>
                  <a:pt x="46424" y="128636"/>
                </a:lnTo>
                <a:lnTo>
                  <a:pt x="44997" y="129154"/>
                </a:lnTo>
                <a:lnTo>
                  <a:pt x="43441" y="129414"/>
                </a:lnTo>
                <a:lnTo>
                  <a:pt x="41755" y="129673"/>
                </a:lnTo>
                <a:lnTo>
                  <a:pt x="40070" y="129673"/>
                </a:lnTo>
                <a:lnTo>
                  <a:pt x="40070" y="129673"/>
                </a:lnTo>
                <a:lnTo>
                  <a:pt x="38384" y="129673"/>
                </a:lnTo>
                <a:lnTo>
                  <a:pt x="36698" y="129414"/>
                </a:lnTo>
                <a:lnTo>
                  <a:pt x="35142" y="129154"/>
                </a:lnTo>
                <a:lnTo>
                  <a:pt x="33716" y="128636"/>
                </a:lnTo>
                <a:lnTo>
                  <a:pt x="32289" y="128117"/>
                </a:lnTo>
                <a:lnTo>
                  <a:pt x="30863" y="127339"/>
                </a:lnTo>
                <a:lnTo>
                  <a:pt x="29566" y="126561"/>
                </a:lnTo>
                <a:lnTo>
                  <a:pt x="28399" y="125524"/>
                </a:lnTo>
                <a:lnTo>
                  <a:pt x="28399" y="125524"/>
                </a:lnTo>
                <a:lnTo>
                  <a:pt x="27362" y="124486"/>
                </a:lnTo>
                <a:lnTo>
                  <a:pt x="26324" y="123319"/>
                </a:lnTo>
                <a:lnTo>
                  <a:pt x="25546" y="122152"/>
                </a:lnTo>
                <a:lnTo>
                  <a:pt x="24898" y="120855"/>
                </a:lnTo>
                <a:lnTo>
                  <a:pt x="24379" y="119429"/>
                </a:lnTo>
                <a:lnTo>
                  <a:pt x="24120" y="118003"/>
                </a:lnTo>
                <a:lnTo>
                  <a:pt x="23861" y="116576"/>
                </a:lnTo>
                <a:lnTo>
                  <a:pt x="23731" y="114890"/>
                </a:lnTo>
                <a:lnTo>
                  <a:pt x="23731" y="114890"/>
                </a:lnTo>
                <a:close/>
              </a:path>
            </a:pathLst>
          </a:custGeom>
          <a:noFill/>
          <a:ln cap="rnd" cmpd="sng" w="952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6" name="Google Shape;1636;g2ee77736311_0_1837"/>
          <p:cNvPicPr preferRelativeResize="0"/>
          <p:nvPr/>
        </p:nvPicPr>
        <p:blipFill rotWithShape="1">
          <a:blip r:embed="rId3">
            <a:alphaModFix/>
          </a:blip>
          <a:srcRect b="0" l="44074" r="17387" t="0"/>
          <a:stretch/>
        </p:blipFill>
        <p:spPr>
          <a:xfrm>
            <a:off x="5923500" y="0"/>
            <a:ext cx="3220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32005f8c70e_1_8"/>
          <p:cNvSpPr txBox="1"/>
          <p:nvPr/>
        </p:nvSpPr>
        <p:spPr>
          <a:xfrm>
            <a:off x="2966450" y="1879225"/>
            <a:ext cx="1617600" cy="1998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2" name="Google Shape;1642;g32005f8c70e_1_8"/>
          <p:cNvSpPr/>
          <p:nvPr/>
        </p:nvSpPr>
        <p:spPr>
          <a:xfrm>
            <a:off x="3248600" y="2388550"/>
            <a:ext cx="1053300" cy="9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g32005f8c70e_1_8"/>
          <p:cNvSpPr txBox="1"/>
          <p:nvPr/>
        </p:nvSpPr>
        <p:spPr>
          <a:xfrm>
            <a:off x="5034800" y="1879225"/>
            <a:ext cx="1617600" cy="1998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4" name="Google Shape;1644;g32005f8c70e_1_8"/>
          <p:cNvSpPr txBox="1"/>
          <p:nvPr/>
        </p:nvSpPr>
        <p:spPr>
          <a:xfrm>
            <a:off x="7103150" y="1849275"/>
            <a:ext cx="1617600" cy="1998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5" name="Google Shape;1645;g32005f8c70e_1_8"/>
          <p:cNvSpPr txBox="1"/>
          <p:nvPr/>
        </p:nvSpPr>
        <p:spPr>
          <a:xfrm>
            <a:off x="4151125" y="1083325"/>
            <a:ext cx="3005100" cy="533700"/>
          </a:xfrm>
          <a:prstGeom prst="rect">
            <a:avLst/>
          </a:prstGeom>
          <a:solidFill>
            <a:srgbClr val="2F2F2F"/>
          </a:solidFill>
          <a:ln cap="flat" cmpd="sng" w="76200">
            <a:solidFill>
              <a:srgbClr val="B2C3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6" name="Google Shape;1646;g32005f8c70e_1_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Activity: 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Security Task #2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7" name="Google Shape;1647;g32005f8c70e_1_8"/>
          <p:cNvSpPr txBox="1"/>
          <p:nvPr/>
        </p:nvSpPr>
        <p:spPr>
          <a:xfrm>
            <a:off x="548750" y="1083325"/>
            <a:ext cx="2013300" cy="3905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48" name="Google Shape;1648;g32005f8c70e_1_8"/>
          <p:cNvSpPr txBox="1"/>
          <p:nvPr>
            <p:ph idx="4294967295" type="subTitle"/>
          </p:nvPr>
        </p:nvSpPr>
        <p:spPr>
          <a:xfrm>
            <a:off x="4151125" y="1083375"/>
            <a:ext cx="3005100" cy="53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Web Logins 101</a:t>
            </a:r>
            <a:endParaRPr sz="24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9" name="Google Shape;1649;g32005f8c70e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888" y="1172200"/>
            <a:ext cx="1072374" cy="677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g32005f8c70e_1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743" y="1998512"/>
            <a:ext cx="948664" cy="77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g32005f8c70e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888" y="3937115"/>
            <a:ext cx="1072374" cy="677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g32005f8c70e_1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743" y="3017204"/>
            <a:ext cx="948664" cy="77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g32005f8c70e_1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4700" y="2248875"/>
            <a:ext cx="717775" cy="125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4" name="Google Shape;1654;g32005f8c70e_1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9075" y="2371062"/>
            <a:ext cx="1072350" cy="10206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5" name="Google Shape;1655;g32005f8c70e_1_8"/>
          <p:cNvSpPr/>
          <p:nvPr/>
        </p:nvSpPr>
        <p:spPr>
          <a:xfrm>
            <a:off x="3339650" y="2595600"/>
            <a:ext cx="871200" cy="67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highlight>
                  <a:schemeClr val="dk2"/>
                </a:highlight>
                <a:latin typeface="Inconsolata"/>
                <a:ea typeface="Inconsolata"/>
                <a:cs typeface="Inconsolata"/>
                <a:sym typeface="Inconsolata"/>
              </a:rPr>
              <a:t>Login</a:t>
            </a:r>
            <a:endParaRPr sz="1200">
              <a:solidFill>
                <a:srgbClr val="FFFFFF"/>
              </a:solidFill>
              <a:highlight>
                <a:schemeClr val="dk2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1656" name="Google Shape;1656;g32005f8c70e_1_8"/>
          <p:cNvCxnSpPr/>
          <p:nvPr/>
        </p:nvCxnSpPr>
        <p:spPr>
          <a:xfrm>
            <a:off x="1702175" y="1510700"/>
            <a:ext cx="1460700" cy="1370700"/>
          </a:xfrm>
          <a:prstGeom prst="bentConnector3">
            <a:avLst>
              <a:gd fmla="val 39851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57" name="Google Shape;1657;g32005f8c70e_1_8"/>
          <p:cNvCxnSpPr>
            <a:endCxn id="1654" idx="1"/>
          </p:cNvCxnSpPr>
          <p:nvPr/>
        </p:nvCxnSpPr>
        <p:spPr>
          <a:xfrm flipH="1" rot="10800000">
            <a:off x="1555475" y="2881400"/>
            <a:ext cx="1683600" cy="1394400"/>
          </a:xfrm>
          <a:prstGeom prst="bentConnector3">
            <a:avLst>
              <a:gd fmla="val 4328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8" name="Google Shape;1658;g32005f8c70e_1_8"/>
          <p:cNvSpPr txBox="1"/>
          <p:nvPr/>
        </p:nvSpPr>
        <p:spPr>
          <a:xfrm>
            <a:off x="2966450" y="4140275"/>
            <a:ext cx="59952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We’ll spend a lot more time talking about web logins later in this course, but for now we’ll use this diagram as a guide.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9" name="Google Shape;1659;g32005f8c70e_1_8"/>
          <p:cNvCxnSpPr>
            <a:stCxn id="1654" idx="3"/>
            <a:endCxn id="1653" idx="1"/>
          </p:cNvCxnSpPr>
          <p:nvPr/>
        </p:nvCxnSpPr>
        <p:spPr>
          <a:xfrm flipH="1" rot="10800000">
            <a:off x="4311425" y="2876600"/>
            <a:ext cx="1173300" cy="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0" name="Google Shape;1660;g32005f8c70e_1_8"/>
          <p:cNvCxnSpPr>
            <a:stCxn id="1653" idx="3"/>
            <a:endCxn id="1661" idx="2"/>
          </p:cNvCxnSpPr>
          <p:nvPr/>
        </p:nvCxnSpPr>
        <p:spPr>
          <a:xfrm>
            <a:off x="6202475" y="2876550"/>
            <a:ext cx="1157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2" name="Google Shape;1662;g32005f8c70e_1_8"/>
          <p:cNvCxnSpPr/>
          <p:nvPr/>
        </p:nvCxnSpPr>
        <p:spPr>
          <a:xfrm flipH="1" rot="10800000">
            <a:off x="1702051" y="2386625"/>
            <a:ext cx="582000" cy="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63" name="Google Shape;1663;g32005f8c70e_1_8"/>
          <p:cNvCxnSpPr/>
          <p:nvPr/>
        </p:nvCxnSpPr>
        <p:spPr>
          <a:xfrm>
            <a:off x="1702051" y="3406500"/>
            <a:ext cx="58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64" name="Google Shape;1664;g32005f8c70e_1_8"/>
          <p:cNvSpPr/>
          <p:nvPr/>
        </p:nvSpPr>
        <p:spPr>
          <a:xfrm>
            <a:off x="7360250" y="2891956"/>
            <a:ext cx="1103400" cy="561900"/>
          </a:xfrm>
          <a:prstGeom prst="can">
            <a:avLst>
              <a:gd fmla="val 44439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g32005f8c70e_1_8"/>
          <p:cNvSpPr/>
          <p:nvPr/>
        </p:nvSpPr>
        <p:spPr>
          <a:xfrm>
            <a:off x="7360250" y="2595601"/>
            <a:ext cx="1103400" cy="561900"/>
          </a:xfrm>
          <a:prstGeom prst="can">
            <a:avLst>
              <a:gd fmla="val 44439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g32005f8c70e_1_8"/>
          <p:cNvSpPr/>
          <p:nvPr/>
        </p:nvSpPr>
        <p:spPr>
          <a:xfrm>
            <a:off x="7360250" y="2299238"/>
            <a:ext cx="1103400" cy="561900"/>
          </a:xfrm>
          <a:prstGeom prst="can">
            <a:avLst>
              <a:gd fmla="val 44439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g32005f8c70e_1_8"/>
          <p:cNvSpPr txBox="1"/>
          <p:nvPr/>
        </p:nvSpPr>
        <p:spPr>
          <a:xfrm>
            <a:off x="585050" y="4577475"/>
            <a:ext cx="1924500" cy="324600"/>
          </a:xfrm>
          <a:prstGeom prst="rect">
            <a:avLst/>
          </a:prstGeom>
          <a:noFill/>
          <a:ln>
            <a:noFill/>
          </a:ln>
          <a:effectLst>
            <a:outerShdw blurRad="257175" rotWithShape="0" algn="bl" dir="5400000" dist="19050">
              <a:srgbClr val="000000">
                <a:alpha val="1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Users and Admins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67" name="Google Shape;1667;g32005f8c70e_1_8"/>
          <p:cNvSpPr txBox="1"/>
          <p:nvPr/>
        </p:nvSpPr>
        <p:spPr>
          <a:xfrm>
            <a:off x="3016100" y="3453850"/>
            <a:ext cx="1518300" cy="403200"/>
          </a:xfrm>
          <a:prstGeom prst="rect">
            <a:avLst/>
          </a:prstGeom>
          <a:noFill/>
          <a:ln>
            <a:noFill/>
          </a:ln>
          <a:effectLst>
            <a:outerShdw blurRad="257175" rotWithShape="0" algn="bl" dir="5400000" dist="19050">
              <a:srgbClr val="000000">
                <a:alpha val="1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Web Login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68" name="Google Shape;1668;g32005f8c70e_1_8"/>
          <p:cNvSpPr txBox="1"/>
          <p:nvPr/>
        </p:nvSpPr>
        <p:spPr>
          <a:xfrm>
            <a:off x="5008251" y="3453850"/>
            <a:ext cx="1683300" cy="403200"/>
          </a:xfrm>
          <a:prstGeom prst="rect">
            <a:avLst/>
          </a:prstGeom>
          <a:noFill/>
          <a:ln>
            <a:noFill/>
          </a:ln>
          <a:effectLst>
            <a:outerShdw blurRad="257175" rotWithShape="0" algn="bl" dir="5400000" dist="19050">
              <a:srgbClr val="000000">
                <a:alpha val="1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Server</a:t>
            </a:r>
            <a:endParaRPr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69" name="Google Shape;1669;g32005f8c70e_1_8"/>
          <p:cNvSpPr txBox="1"/>
          <p:nvPr/>
        </p:nvSpPr>
        <p:spPr>
          <a:xfrm>
            <a:off x="7171488" y="3453850"/>
            <a:ext cx="1518300" cy="403200"/>
          </a:xfrm>
          <a:prstGeom prst="rect">
            <a:avLst/>
          </a:prstGeom>
          <a:noFill/>
          <a:ln>
            <a:noFill/>
          </a:ln>
          <a:effectLst>
            <a:outerShdw blurRad="257175" rotWithShape="0" algn="bl" dir="5400000" dist="19050">
              <a:srgbClr val="000000">
                <a:alpha val="1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Data</a:t>
            </a:r>
            <a:endParaRPr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70" name="Google Shape;1670;g32005f8c70e_1_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Attacking the Wall</a:t>
            </a:r>
            <a:endParaRPr/>
          </a:p>
        </p:txBody>
      </p:sp>
      <p:pic>
        <p:nvPicPr>
          <p:cNvPr id="1671" name="Google Shape;1671;g32005f8c70e_1_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7113" y="326299"/>
            <a:ext cx="399128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2ee77736311_0_1847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1677" name="Google Shape;1677;g2ee77736311_0_1847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Attacking the Wall</a:t>
            </a:r>
            <a:endParaRPr/>
          </a:p>
        </p:txBody>
      </p:sp>
      <p:sp>
        <p:nvSpPr>
          <p:cNvPr id="1678" name="Google Shape;1678;g2ee77736311_0_1847"/>
          <p:cNvSpPr txBox="1"/>
          <p:nvPr>
            <p:ph idx="3" type="body"/>
          </p:nvPr>
        </p:nvSpPr>
        <p:spPr>
          <a:xfrm>
            <a:off x="656750" y="1273050"/>
            <a:ext cx="7337400" cy="2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 groups, develop a list of 15 ways that a malicious actor could penetrate the system and log in as a user or administrator.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each method, describe the following: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Who (or what) is the initial target?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would the actor implement the attack?</a:t>
            </a:r>
            <a:endParaRPr/>
          </a:p>
        </p:txBody>
      </p:sp>
      <p:pic>
        <p:nvPicPr>
          <p:cNvPr id="1679" name="Google Shape;1679;g2ee77736311_0_18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8" name="Google Shape;1688;g2ee77736311_0_1857"/>
          <p:cNvGrpSpPr/>
          <p:nvPr/>
        </p:nvGrpSpPr>
        <p:grpSpPr>
          <a:xfrm>
            <a:off x="-3" y="1171513"/>
            <a:ext cx="8686828" cy="400200"/>
            <a:chOff x="-3" y="1185750"/>
            <a:chExt cx="8686828" cy="400200"/>
          </a:xfrm>
        </p:grpSpPr>
        <p:cxnSp>
          <p:nvCxnSpPr>
            <p:cNvPr id="1689" name="Google Shape;1689;g2ee77736311_0_1857"/>
            <p:cNvCxnSpPr/>
            <p:nvPr/>
          </p:nvCxnSpPr>
          <p:spPr>
            <a:xfrm>
              <a:off x="-3" y="1385850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690" name="Google Shape;1690;g2ee77736311_0_1857"/>
            <p:cNvSpPr/>
            <p:nvPr/>
          </p:nvSpPr>
          <p:spPr>
            <a:xfrm>
              <a:off x="596125" y="1185750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g2ee77736311_0_1857"/>
            <p:cNvSpPr/>
            <p:nvPr/>
          </p:nvSpPr>
          <p:spPr>
            <a:xfrm>
              <a:off x="513600" y="1224300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g2ee77736311_0_1857"/>
            <p:cNvSpPr/>
            <p:nvPr/>
          </p:nvSpPr>
          <p:spPr>
            <a:xfrm>
              <a:off x="593400" y="1304100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93" name="Google Shape;1693;g2ee77736311_0_1857"/>
          <p:cNvGrpSpPr/>
          <p:nvPr/>
        </p:nvGrpSpPr>
        <p:grpSpPr>
          <a:xfrm>
            <a:off x="-3" y="1857242"/>
            <a:ext cx="8686828" cy="400200"/>
            <a:chOff x="-3" y="1885788"/>
            <a:chExt cx="8686828" cy="400200"/>
          </a:xfrm>
        </p:grpSpPr>
        <p:cxnSp>
          <p:nvCxnSpPr>
            <p:cNvPr id="1694" name="Google Shape;1694;g2ee77736311_0_1857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695" name="Google Shape;1695;g2ee77736311_0_1857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696" name="Google Shape;1696;g2ee77736311_0_1857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g2ee77736311_0_1857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g2ee77736311_0_1857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99" name="Google Shape;1699;g2ee77736311_0_1857"/>
          <p:cNvGrpSpPr/>
          <p:nvPr/>
        </p:nvGrpSpPr>
        <p:grpSpPr>
          <a:xfrm>
            <a:off x="-3" y="2542984"/>
            <a:ext cx="8686828" cy="400200"/>
            <a:chOff x="-3" y="2566213"/>
            <a:chExt cx="8686828" cy="400200"/>
          </a:xfrm>
        </p:grpSpPr>
        <p:cxnSp>
          <p:nvCxnSpPr>
            <p:cNvPr id="1700" name="Google Shape;1700;g2ee77736311_0_1857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01" name="Google Shape;1701;g2ee77736311_0_1857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g2ee77736311_0_1857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g2ee77736311_0_1857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04" name="Google Shape;1704;g2ee77736311_0_1857"/>
          <p:cNvGrpSpPr/>
          <p:nvPr/>
        </p:nvGrpSpPr>
        <p:grpSpPr>
          <a:xfrm>
            <a:off x="-3" y="3228726"/>
            <a:ext cx="8684268" cy="402300"/>
            <a:chOff x="-3" y="3236976"/>
            <a:chExt cx="8684268" cy="402300"/>
          </a:xfrm>
        </p:grpSpPr>
        <p:cxnSp>
          <p:nvCxnSpPr>
            <p:cNvPr id="1705" name="Google Shape;1705;g2ee77736311_0_1857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06" name="Google Shape;1706;g2ee77736311_0_1857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g2ee77736311_0_1857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g2ee77736311_0_1857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09" name="Google Shape;1709;g2ee77736311_0_1857"/>
          <p:cNvGrpSpPr/>
          <p:nvPr/>
        </p:nvGrpSpPr>
        <p:grpSpPr>
          <a:xfrm>
            <a:off x="-3" y="3913647"/>
            <a:ext cx="8686828" cy="400200"/>
            <a:chOff x="-3" y="2566213"/>
            <a:chExt cx="8686828" cy="400200"/>
          </a:xfrm>
        </p:grpSpPr>
        <p:cxnSp>
          <p:nvCxnSpPr>
            <p:cNvPr id="1710" name="Google Shape;1710;g2ee77736311_0_1857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11" name="Google Shape;1711;g2ee77736311_0_1857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g2ee77736311_0_1857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g2ee77736311_0_1857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14" name="Google Shape;1714;g2ee77736311_0_1857"/>
          <p:cNvSpPr txBox="1"/>
          <p:nvPr>
            <p:ph idx="4294967295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Brute force attack</a:t>
            </a:r>
            <a:endParaRPr/>
          </a:p>
        </p:txBody>
      </p:sp>
      <p:sp>
        <p:nvSpPr>
          <p:cNvPr id="1715" name="Google Shape;1715;g2ee77736311_0_1857"/>
          <p:cNvSpPr txBox="1"/>
          <p:nvPr>
            <p:ph idx="4294967295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Phishing</a:t>
            </a:r>
            <a:endParaRPr/>
          </a:p>
        </p:txBody>
      </p:sp>
      <p:sp>
        <p:nvSpPr>
          <p:cNvPr id="1716" name="Google Shape;1716;g2ee77736311_0_1857"/>
          <p:cNvSpPr txBox="1"/>
          <p:nvPr>
            <p:ph idx="4294967295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Keylogging</a:t>
            </a:r>
            <a:endParaRPr/>
          </a:p>
        </p:txBody>
      </p:sp>
      <p:sp>
        <p:nvSpPr>
          <p:cNvPr id="1717" name="Google Shape;1717;g2ee77736311_0_1857"/>
          <p:cNvSpPr txBox="1"/>
          <p:nvPr>
            <p:ph idx="429496729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Session hijacking</a:t>
            </a:r>
            <a:endParaRPr/>
          </a:p>
        </p:txBody>
      </p:sp>
      <p:sp>
        <p:nvSpPr>
          <p:cNvPr id="1718" name="Google Shape;1718;g2ee77736311_0_1857"/>
          <p:cNvSpPr txBox="1"/>
          <p:nvPr>
            <p:ph idx="4294967295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Person-in-the-middle attack</a:t>
            </a:r>
            <a:endParaRPr/>
          </a:p>
        </p:txBody>
      </p:sp>
      <p:sp>
        <p:nvSpPr>
          <p:cNvPr id="1719" name="Google Shape;1719;g2ee77736311_0_1857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Activity: </a:t>
            </a:r>
            <a:r>
              <a:rPr b="0" lang="en"/>
              <a:t>Security Task #2</a:t>
            </a:r>
            <a:endParaRPr b="0"/>
          </a:p>
        </p:txBody>
      </p:sp>
      <p:sp>
        <p:nvSpPr>
          <p:cNvPr id="1720" name="Google Shape;1720;g2ee77736311_0_1857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Defining Attack Strategies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5" name="Google Shape;1725;g2ee77736311_0_1893"/>
          <p:cNvGrpSpPr/>
          <p:nvPr/>
        </p:nvGrpSpPr>
        <p:grpSpPr>
          <a:xfrm>
            <a:off x="-3" y="1171513"/>
            <a:ext cx="8686828" cy="400200"/>
            <a:chOff x="-3" y="1185750"/>
            <a:chExt cx="8686828" cy="400200"/>
          </a:xfrm>
        </p:grpSpPr>
        <p:cxnSp>
          <p:nvCxnSpPr>
            <p:cNvPr id="1726" name="Google Shape;1726;g2ee77736311_0_1893"/>
            <p:cNvCxnSpPr/>
            <p:nvPr/>
          </p:nvCxnSpPr>
          <p:spPr>
            <a:xfrm>
              <a:off x="-3" y="1385850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27" name="Google Shape;1727;g2ee77736311_0_1893"/>
            <p:cNvSpPr/>
            <p:nvPr/>
          </p:nvSpPr>
          <p:spPr>
            <a:xfrm>
              <a:off x="596125" y="1185750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g2ee77736311_0_1893"/>
            <p:cNvSpPr/>
            <p:nvPr/>
          </p:nvSpPr>
          <p:spPr>
            <a:xfrm>
              <a:off x="513600" y="1224300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g2ee77736311_0_1893"/>
            <p:cNvSpPr/>
            <p:nvPr/>
          </p:nvSpPr>
          <p:spPr>
            <a:xfrm>
              <a:off x="593400" y="1304100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30" name="Google Shape;1730;g2ee77736311_0_1893"/>
          <p:cNvGrpSpPr/>
          <p:nvPr/>
        </p:nvGrpSpPr>
        <p:grpSpPr>
          <a:xfrm>
            <a:off x="-3" y="1857242"/>
            <a:ext cx="8686828" cy="400200"/>
            <a:chOff x="-3" y="1885788"/>
            <a:chExt cx="8686828" cy="400200"/>
          </a:xfrm>
        </p:grpSpPr>
        <p:cxnSp>
          <p:nvCxnSpPr>
            <p:cNvPr id="1731" name="Google Shape;1731;g2ee77736311_0_1893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732" name="Google Shape;1732;g2ee77736311_0_1893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33" name="Google Shape;1733;g2ee77736311_0_1893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g2ee77736311_0_1893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g2ee77736311_0_1893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36" name="Google Shape;1736;g2ee77736311_0_1893"/>
          <p:cNvGrpSpPr/>
          <p:nvPr/>
        </p:nvGrpSpPr>
        <p:grpSpPr>
          <a:xfrm>
            <a:off x="-3" y="2542984"/>
            <a:ext cx="8686828" cy="400200"/>
            <a:chOff x="-3" y="2566213"/>
            <a:chExt cx="8686828" cy="400200"/>
          </a:xfrm>
        </p:grpSpPr>
        <p:cxnSp>
          <p:nvCxnSpPr>
            <p:cNvPr id="1737" name="Google Shape;1737;g2ee77736311_0_1893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38" name="Google Shape;1738;g2ee77736311_0_1893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g2ee77736311_0_1893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g2ee77736311_0_1893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41" name="Google Shape;1741;g2ee77736311_0_1893"/>
          <p:cNvGrpSpPr/>
          <p:nvPr/>
        </p:nvGrpSpPr>
        <p:grpSpPr>
          <a:xfrm>
            <a:off x="-3" y="3228726"/>
            <a:ext cx="8684268" cy="402300"/>
            <a:chOff x="-3" y="3236976"/>
            <a:chExt cx="8684268" cy="402300"/>
          </a:xfrm>
        </p:grpSpPr>
        <p:cxnSp>
          <p:nvCxnSpPr>
            <p:cNvPr id="1742" name="Google Shape;1742;g2ee77736311_0_1893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43" name="Google Shape;1743;g2ee77736311_0_1893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g2ee77736311_0_1893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g2ee77736311_0_1893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46" name="Google Shape;1746;g2ee77736311_0_1893"/>
          <p:cNvGrpSpPr/>
          <p:nvPr/>
        </p:nvGrpSpPr>
        <p:grpSpPr>
          <a:xfrm>
            <a:off x="-3" y="3913647"/>
            <a:ext cx="8686828" cy="400200"/>
            <a:chOff x="-3" y="2566213"/>
            <a:chExt cx="8686828" cy="400200"/>
          </a:xfrm>
        </p:grpSpPr>
        <p:cxnSp>
          <p:nvCxnSpPr>
            <p:cNvPr id="1747" name="Google Shape;1747;g2ee77736311_0_1893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48" name="Google Shape;1748;g2ee77736311_0_1893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g2ee77736311_0_1893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g2ee77736311_0_1893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51" name="Google Shape;1751;g2ee77736311_0_1893"/>
          <p:cNvSpPr txBox="1"/>
          <p:nvPr>
            <p:ph idx="4294967295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Credential stuffing</a:t>
            </a:r>
            <a:endParaRPr/>
          </a:p>
        </p:txBody>
      </p:sp>
      <p:sp>
        <p:nvSpPr>
          <p:cNvPr id="1752" name="Google Shape;1752;g2ee77736311_0_1893"/>
          <p:cNvSpPr txBox="1"/>
          <p:nvPr>
            <p:ph idx="4294967295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SQL injection</a:t>
            </a:r>
            <a:endParaRPr/>
          </a:p>
        </p:txBody>
      </p:sp>
      <p:sp>
        <p:nvSpPr>
          <p:cNvPr id="1753" name="Google Shape;1753;g2ee77736311_0_1893"/>
          <p:cNvSpPr txBox="1"/>
          <p:nvPr>
            <p:ph idx="4294967295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Cross-site scripting </a:t>
            </a:r>
            <a:endParaRPr/>
          </a:p>
        </p:txBody>
      </p:sp>
      <p:sp>
        <p:nvSpPr>
          <p:cNvPr id="1754" name="Google Shape;1754;g2ee77736311_0_1893"/>
          <p:cNvSpPr txBox="1"/>
          <p:nvPr>
            <p:ph idx="429496729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Exploiting outdated software</a:t>
            </a:r>
            <a:endParaRPr/>
          </a:p>
        </p:txBody>
      </p:sp>
      <p:sp>
        <p:nvSpPr>
          <p:cNvPr id="1755" name="Google Shape;1755;g2ee77736311_0_1893"/>
          <p:cNvSpPr txBox="1"/>
          <p:nvPr>
            <p:ph idx="4294967295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Social engineering</a:t>
            </a:r>
            <a:endParaRPr/>
          </a:p>
        </p:txBody>
      </p:sp>
      <p:sp>
        <p:nvSpPr>
          <p:cNvPr id="1756" name="Google Shape;1756;g2ee77736311_0_189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Activity: </a:t>
            </a:r>
            <a:r>
              <a:rPr b="0" lang="en"/>
              <a:t>Security Task #2</a:t>
            </a:r>
            <a:endParaRPr b="0"/>
          </a:p>
        </p:txBody>
      </p:sp>
      <p:sp>
        <p:nvSpPr>
          <p:cNvPr id="1757" name="Google Shape;1757;g2ee77736311_0_1893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Defining Attack Strategies Cont.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2ee77736311_0_192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763" name="Google Shape;1763;g2ee77736311_0_1929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Attack option #1: Brute force attack</a:t>
            </a:r>
            <a:endParaRPr/>
          </a:p>
        </p:txBody>
      </p:sp>
      <p:cxnSp>
        <p:nvCxnSpPr>
          <p:cNvPr id="1764" name="Google Shape;1764;g2ee77736311_0_1929"/>
          <p:cNvCxnSpPr/>
          <p:nvPr/>
        </p:nvCxnSpPr>
        <p:spPr>
          <a:xfrm>
            <a:off x="1136600" y="2966425"/>
            <a:ext cx="60912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5" name="Google Shape;1765;g2ee77736311_0_1929"/>
          <p:cNvSpPr/>
          <p:nvPr/>
        </p:nvSpPr>
        <p:spPr>
          <a:xfrm>
            <a:off x="2170975" y="2279500"/>
            <a:ext cx="4814100" cy="134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5147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Username: bob@bbb.com Password: Love</a:t>
            </a:r>
            <a:endParaRPr sz="18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Username: bob@bbb.com Password: Love123</a:t>
            </a:r>
            <a:endParaRPr sz="18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Username: bob@bbb.com Password: Love123!</a:t>
            </a:r>
            <a:endParaRPr sz="18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51470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Username: bob@bbb.com Password: L@ve123</a:t>
            </a:r>
            <a:endParaRPr sz="1800">
              <a:solidFill>
                <a:srgbClr val="E51470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1766" name="Google Shape;1766;g2ee77736311_0_1929"/>
          <p:cNvSpPr/>
          <p:nvPr/>
        </p:nvSpPr>
        <p:spPr>
          <a:xfrm>
            <a:off x="463225" y="2277500"/>
            <a:ext cx="1377600" cy="1377600"/>
          </a:xfrm>
          <a:prstGeom prst="ellipse">
            <a:avLst/>
          </a:prstGeom>
          <a:solidFill>
            <a:srgbClr val="D0D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7" name="Google Shape;1767;g2ee77736311_0_19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150" y="2601223"/>
            <a:ext cx="756003" cy="73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g2ee77736311_0_1929"/>
          <p:cNvSpPr txBox="1"/>
          <p:nvPr/>
        </p:nvSpPr>
        <p:spPr>
          <a:xfrm>
            <a:off x="2893525" y="3818429"/>
            <a:ext cx="3369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Password dictionary</a:t>
            </a:r>
            <a:endParaRPr sz="19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69" name="Google Shape;1769;g2ee77736311_0_1929"/>
          <p:cNvSpPr txBox="1"/>
          <p:nvPr/>
        </p:nvSpPr>
        <p:spPr>
          <a:xfrm>
            <a:off x="7315200" y="2271650"/>
            <a:ext cx="1377600" cy="1377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770" name="Google Shape;1770;g2ee77736311_0_1929"/>
          <p:cNvGrpSpPr/>
          <p:nvPr/>
        </p:nvGrpSpPr>
        <p:grpSpPr>
          <a:xfrm>
            <a:off x="7459912" y="2444012"/>
            <a:ext cx="1072350" cy="1020676"/>
            <a:chOff x="3239075" y="2142462"/>
            <a:chExt cx="1072350" cy="1020676"/>
          </a:xfrm>
        </p:grpSpPr>
        <p:sp>
          <p:nvSpPr>
            <p:cNvPr id="1771" name="Google Shape;1771;g2ee77736311_0_1929"/>
            <p:cNvSpPr/>
            <p:nvPr/>
          </p:nvSpPr>
          <p:spPr>
            <a:xfrm>
              <a:off x="3248600" y="2159950"/>
              <a:ext cx="1053300" cy="984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2" name="Google Shape;1772;g2ee77736311_0_19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39075" y="2142462"/>
              <a:ext cx="1072350" cy="1020676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73" name="Google Shape;1773;g2ee77736311_0_1929"/>
            <p:cNvSpPr/>
            <p:nvPr/>
          </p:nvSpPr>
          <p:spPr>
            <a:xfrm>
              <a:off x="3339650" y="2367000"/>
              <a:ext cx="871200" cy="677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highlight>
                    <a:schemeClr val="dk2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rPr>
                <a:t>Login</a:t>
              </a:r>
              <a:endParaRPr sz="1800">
                <a:solidFill>
                  <a:srgbClr val="FFFFFF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</p:txBody>
        </p:sp>
      </p:grpSp>
      <p:sp>
        <p:nvSpPr>
          <p:cNvPr id="1774" name="Google Shape;1774;g2ee77736311_0_1929"/>
          <p:cNvSpPr txBox="1"/>
          <p:nvPr>
            <p:ph idx="1" type="subTitle"/>
          </p:nvPr>
        </p:nvSpPr>
        <p:spPr>
          <a:xfrm>
            <a:off x="463225" y="1077113"/>
            <a:ext cx="8229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 attacker can use a brute force attack to continuously attempt username and password combinations.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2ee77736311_0_194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780" name="Google Shape;1780;g2ee77736311_0_1945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Attack option #2: Phishing</a:t>
            </a:r>
            <a:endParaRPr/>
          </a:p>
        </p:txBody>
      </p:sp>
      <p:sp>
        <p:nvSpPr>
          <p:cNvPr id="1781" name="Google Shape;1781;g2ee77736311_0_1945"/>
          <p:cNvSpPr txBox="1"/>
          <p:nvPr>
            <p:ph idx="1" type="subTitle"/>
          </p:nvPr>
        </p:nvSpPr>
        <p:spPr>
          <a:xfrm>
            <a:off x="463225" y="1077113"/>
            <a:ext cx="8229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An attacker can attempt a phishing attack, where users are redirected to fake login pages that capture user credentials.</a:t>
            </a:r>
            <a:endParaRPr/>
          </a:p>
        </p:txBody>
      </p:sp>
      <p:sp>
        <p:nvSpPr>
          <p:cNvPr id="1782" name="Google Shape;1782;g2ee77736311_0_1945"/>
          <p:cNvSpPr txBox="1"/>
          <p:nvPr/>
        </p:nvSpPr>
        <p:spPr>
          <a:xfrm>
            <a:off x="3429600" y="2110625"/>
            <a:ext cx="1832700" cy="2458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83" name="Google Shape;1783;g2ee77736311_0_1945"/>
          <p:cNvSpPr txBox="1"/>
          <p:nvPr/>
        </p:nvSpPr>
        <p:spPr>
          <a:xfrm>
            <a:off x="463225" y="2110625"/>
            <a:ext cx="2013300" cy="2458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784" name="Google Shape;1784;g2ee77736311_0_19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275" y="2340800"/>
            <a:ext cx="1260200" cy="735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5" name="Google Shape;1785;g2ee77736311_0_19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972" y="3367928"/>
            <a:ext cx="1114821" cy="8455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6" name="Google Shape;1786;g2ee77736311_0_1945"/>
          <p:cNvCxnSpPr/>
          <p:nvPr/>
        </p:nvCxnSpPr>
        <p:spPr>
          <a:xfrm rot="10800000">
            <a:off x="5074701" y="2747976"/>
            <a:ext cx="1765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87" name="Google Shape;1787;g2ee77736311_0_1945"/>
          <p:cNvCxnSpPr/>
          <p:nvPr/>
        </p:nvCxnSpPr>
        <p:spPr>
          <a:xfrm>
            <a:off x="2025993" y="3831301"/>
            <a:ext cx="159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8" name="Google Shape;1788;g2ee77736311_0_1945"/>
          <p:cNvSpPr/>
          <p:nvPr/>
        </p:nvSpPr>
        <p:spPr>
          <a:xfrm>
            <a:off x="6950125" y="2177232"/>
            <a:ext cx="1742700" cy="1742700"/>
          </a:xfrm>
          <a:prstGeom prst="ellipse">
            <a:avLst/>
          </a:prstGeom>
          <a:solidFill>
            <a:srgbClr val="DCE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9" name="Google Shape;1789;g2ee77736311_0_19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343377" y="2586676"/>
            <a:ext cx="956175" cy="923780"/>
          </a:xfrm>
          <a:prstGeom prst="rect">
            <a:avLst/>
          </a:prstGeom>
          <a:noFill/>
          <a:ln>
            <a:noFill/>
          </a:ln>
        </p:spPr>
      </p:pic>
      <p:sp>
        <p:nvSpPr>
          <p:cNvPr id="1790" name="Google Shape;1790;g2ee77736311_0_1945"/>
          <p:cNvSpPr txBox="1"/>
          <p:nvPr/>
        </p:nvSpPr>
        <p:spPr>
          <a:xfrm>
            <a:off x="5262312" y="2285988"/>
            <a:ext cx="159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Fake login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791" name="Google Shape;1791;g2ee77736311_0_1945"/>
          <p:cNvGrpSpPr/>
          <p:nvPr/>
        </p:nvGrpSpPr>
        <p:grpSpPr>
          <a:xfrm>
            <a:off x="3809775" y="3419762"/>
            <a:ext cx="1072350" cy="1020676"/>
            <a:chOff x="3239075" y="2142462"/>
            <a:chExt cx="1072350" cy="1020676"/>
          </a:xfrm>
        </p:grpSpPr>
        <p:sp>
          <p:nvSpPr>
            <p:cNvPr id="1792" name="Google Shape;1792;g2ee77736311_0_1945"/>
            <p:cNvSpPr/>
            <p:nvPr/>
          </p:nvSpPr>
          <p:spPr>
            <a:xfrm>
              <a:off x="3248600" y="2159950"/>
              <a:ext cx="1053300" cy="9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93" name="Google Shape;1793;g2ee77736311_0_194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9075" y="2142462"/>
              <a:ext cx="1072350" cy="1020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4" name="Google Shape;1794;g2ee77736311_0_1945"/>
            <p:cNvSpPr/>
            <p:nvPr/>
          </p:nvSpPr>
          <p:spPr>
            <a:xfrm>
              <a:off x="3339650" y="2367000"/>
              <a:ext cx="871200" cy="677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highlight>
                    <a:schemeClr val="dk2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rPr>
                <a:t>Login</a:t>
              </a:r>
              <a:endParaRPr sz="1800">
                <a:solidFill>
                  <a:srgbClr val="FFFFFF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</p:txBody>
        </p:sp>
      </p:grpSp>
      <p:grpSp>
        <p:nvGrpSpPr>
          <p:cNvPr id="1795" name="Google Shape;1795;g2ee77736311_0_1945"/>
          <p:cNvGrpSpPr/>
          <p:nvPr/>
        </p:nvGrpSpPr>
        <p:grpSpPr>
          <a:xfrm>
            <a:off x="3809775" y="2271637"/>
            <a:ext cx="1072350" cy="1020676"/>
            <a:chOff x="3239075" y="2142462"/>
            <a:chExt cx="1072350" cy="1020676"/>
          </a:xfrm>
        </p:grpSpPr>
        <p:sp>
          <p:nvSpPr>
            <p:cNvPr id="1796" name="Google Shape;1796;g2ee77736311_0_1945"/>
            <p:cNvSpPr/>
            <p:nvPr/>
          </p:nvSpPr>
          <p:spPr>
            <a:xfrm>
              <a:off x="3248600" y="2159950"/>
              <a:ext cx="1053300" cy="9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97" name="Google Shape;1797;g2ee77736311_0_194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39075" y="2142462"/>
              <a:ext cx="1072350" cy="1020676"/>
            </a:xfrm>
            <a:prstGeom prst="rect">
              <a:avLst/>
            </a:prstGeom>
            <a:noFill/>
            <a:ln cap="flat" cmpd="sng" w="28575">
              <a:solidFill>
                <a:srgbClr val="E5147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798" name="Google Shape;1798;g2ee77736311_0_1945"/>
            <p:cNvSpPr/>
            <p:nvPr/>
          </p:nvSpPr>
          <p:spPr>
            <a:xfrm>
              <a:off x="3339650" y="2367000"/>
              <a:ext cx="871200" cy="677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highlight>
                    <a:srgbClr val="E51470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rPr>
                <a:t>Login</a:t>
              </a:r>
              <a:endParaRPr sz="1800">
                <a:solidFill>
                  <a:srgbClr val="FFFFFF"/>
                </a:solidFill>
                <a:highlight>
                  <a:srgbClr val="E51470"/>
                </a:highlight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</p:txBody>
        </p:sp>
      </p:grpSp>
      <p:cxnSp>
        <p:nvCxnSpPr>
          <p:cNvPr id="1799" name="Google Shape;1799;g2ee77736311_0_1945"/>
          <p:cNvCxnSpPr/>
          <p:nvPr/>
        </p:nvCxnSpPr>
        <p:spPr>
          <a:xfrm>
            <a:off x="2025993" y="2747976"/>
            <a:ext cx="159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2ee77736311_0_196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805" name="Google Shape;1805;g2ee77736311_0_1969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Attack option #3: Keylogging</a:t>
            </a:r>
            <a:endParaRPr/>
          </a:p>
        </p:txBody>
      </p:sp>
      <p:sp>
        <p:nvSpPr>
          <p:cNvPr id="1806" name="Google Shape;1806;g2ee77736311_0_1969"/>
          <p:cNvSpPr txBox="1"/>
          <p:nvPr>
            <p:ph idx="1" type="subTitle"/>
          </p:nvPr>
        </p:nvSpPr>
        <p:spPr>
          <a:xfrm>
            <a:off x="463225" y="1077113"/>
            <a:ext cx="8229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An attacker can deploy malware such as keyloggers to capture daily user activity.</a:t>
            </a:r>
            <a:endParaRPr/>
          </a:p>
        </p:txBody>
      </p:sp>
      <p:cxnSp>
        <p:nvCxnSpPr>
          <p:cNvPr id="1807" name="Google Shape;1807;g2ee77736311_0_1969"/>
          <p:cNvCxnSpPr/>
          <p:nvPr/>
        </p:nvCxnSpPr>
        <p:spPr>
          <a:xfrm>
            <a:off x="5677775" y="3078133"/>
            <a:ext cx="1277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8" name="Google Shape;1808;g2ee77736311_0_1969"/>
          <p:cNvSpPr txBox="1"/>
          <p:nvPr/>
        </p:nvSpPr>
        <p:spPr>
          <a:xfrm>
            <a:off x="4114800" y="2290533"/>
            <a:ext cx="1623000" cy="1410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809" name="Google Shape;1809;g2ee77736311_0_19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900" y="2644808"/>
            <a:ext cx="1182675" cy="74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0" name="Google Shape;1810;g2ee77736311_0_1969"/>
          <p:cNvCxnSpPr/>
          <p:nvPr/>
        </p:nvCxnSpPr>
        <p:spPr>
          <a:xfrm>
            <a:off x="1989888" y="3078133"/>
            <a:ext cx="2029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811" name="Google Shape;1811;g2ee77736311_0_1969"/>
          <p:cNvSpPr/>
          <p:nvPr/>
        </p:nvSpPr>
        <p:spPr>
          <a:xfrm>
            <a:off x="457188" y="2359209"/>
            <a:ext cx="1465200" cy="1465200"/>
          </a:xfrm>
          <a:prstGeom prst="ellipse">
            <a:avLst/>
          </a:prstGeom>
          <a:solidFill>
            <a:srgbClr val="D0D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2" name="Google Shape;1812;g2ee77736311_0_19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816" y="2703455"/>
            <a:ext cx="803942" cy="776707"/>
          </a:xfrm>
          <a:prstGeom prst="rect">
            <a:avLst/>
          </a:prstGeom>
          <a:noFill/>
          <a:ln>
            <a:noFill/>
          </a:ln>
        </p:spPr>
      </p:pic>
      <p:sp>
        <p:nvSpPr>
          <p:cNvPr id="1813" name="Google Shape;1813;g2ee77736311_0_1969"/>
          <p:cNvSpPr txBox="1"/>
          <p:nvPr/>
        </p:nvSpPr>
        <p:spPr>
          <a:xfrm>
            <a:off x="2382003" y="3545735"/>
            <a:ext cx="124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Keylogger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14" name="Google Shape;1814;g2ee77736311_0_1969"/>
          <p:cNvSpPr txBox="1"/>
          <p:nvPr/>
        </p:nvSpPr>
        <p:spPr>
          <a:xfrm>
            <a:off x="7069200" y="2290533"/>
            <a:ext cx="1617600" cy="1429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15" name="Google Shape;1815;g2ee77736311_0_1969"/>
          <p:cNvGrpSpPr/>
          <p:nvPr/>
        </p:nvGrpSpPr>
        <p:grpSpPr>
          <a:xfrm>
            <a:off x="7341825" y="2494795"/>
            <a:ext cx="1072350" cy="1020676"/>
            <a:chOff x="3239075" y="2142462"/>
            <a:chExt cx="1072350" cy="1020676"/>
          </a:xfrm>
        </p:grpSpPr>
        <p:sp>
          <p:nvSpPr>
            <p:cNvPr id="1816" name="Google Shape;1816;g2ee77736311_0_1969"/>
            <p:cNvSpPr/>
            <p:nvPr/>
          </p:nvSpPr>
          <p:spPr>
            <a:xfrm>
              <a:off x="3248600" y="2159950"/>
              <a:ext cx="1053300" cy="9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17" name="Google Shape;1817;g2ee77736311_0_19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39075" y="2142462"/>
              <a:ext cx="1072350" cy="1020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8" name="Google Shape;1818;g2ee77736311_0_1969"/>
            <p:cNvSpPr/>
            <p:nvPr/>
          </p:nvSpPr>
          <p:spPr>
            <a:xfrm>
              <a:off x="3339650" y="2367000"/>
              <a:ext cx="871200" cy="677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highlight>
                    <a:schemeClr val="dk2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rPr>
                <a:t>Login</a:t>
              </a:r>
              <a:endParaRPr sz="1800">
                <a:solidFill>
                  <a:srgbClr val="FFFFFF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</p:txBody>
        </p:sp>
      </p:grpSp>
      <p:sp>
        <p:nvSpPr>
          <p:cNvPr id="1819" name="Google Shape;1819;g2ee77736311_0_1969"/>
          <p:cNvSpPr/>
          <p:nvPr/>
        </p:nvSpPr>
        <p:spPr>
          <a:xfrm>
            <a:off x="2551051" y="2610645"/>
            <a:ext cx="935100" cy="935100"/>
          </a:xfrm>
          <a:prstGeom prst="ellipse">
            <a:avLst/>
          </a:prstGeom>
          <a:solidFill>
            <a:srgbClr val="F2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0" name="Google Shape;1820;g2ee77736311_0_19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1777" y="2814712"/>
            <a:ext cx="533476" cy="526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2ee77736311_0_198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826" name="Google Shape;1826;g2ee77736311_0_1989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Attack option #4: Stolen hardware</a:t>
            </a:r>
            <a:endParaRPr/>
          </a:p>
        </p:txBody>
      </p:sp>
      <p:sp>
        <p:nvSpPr>
          <p:cNvPr id="1827" name="Google Shape;1827;g2ee77736311_0_1989"/>
          <p:cNvSpPr txBox="1"/>
          <p:nvPr>
            <p:ph idx="1" type="subTitle"/>
          </p:nvPr>
        </p:nvSpPr>
        <p:spPr>
          <a:xfrm>
            <a:off x="463225" y="1077113"/>
            <a:ext cx="8229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An attacker can simply exploit a valid computer session to gain unauthorized access to information or services. </a:t>
            </a:r>
            <a:endParaRPr/>
          </a:p>
        </p:txBody>
      </p:sp>
      <p:sp>
        <p:nvSpPr>
          <p:cNvPr id="1828" name="Google Shape;1828;g2ee77736311_0_1989"/>
          <p:cNvSpPr txBox="1"/>
          <p:nvPr/>
        </p:nvSpPr>
        <p:spPr>
          <a:xfrm>
            <a:off x="2789500" y="2298454"/>
            <a:ext cx="1623000" cy="1410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829" name="Google Shape;1829;g2ee77736311_0_19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600" y="2662329"/>
            <a:ext cx="1182675" cy="746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0" name="Google Shape;1830;g2ee77736311_0_1989"/>
          <p:cNvCxnSpPr/>
          <p:nvPr/>
        </p:nvCxnSpPr>
        <p:spPr>
          <a:xfrm>
            <a:off x="4445250" y="3083804"/>
            <a:ext cx="1277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31" name="Google Shape;1831;g2ee77736311_0_19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1777" y="2433517"/>
            <a:ext cx="1222010" cy="118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32" name="Google Shape;1832;g2ee77736311_0_1989"/>
          <p:cNvSpPr txBox="1"/>
          <p:nvPr/>
        </p:nvSpPr>
        <p:spPr>
          <a:xfrm>
            <a:off x="2221900" y="3845725"/>
            <a:ext cx="275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Computer left open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33" name="Google Shape;1833;g2ee77736311_0_1989"/>
          <p:cNvGrpSpPr/>
          <p:nvPr/>
        </p:nvGrpSpPr>
        <p:grpSpPr>
          <a:xfrm>
            <a:off x="5756650" y="2298454"/>
            <a:ext cx="1617600" cy="1429200"/>
            <a:chOff x="6750725" y="2322550"/>
            <a:chExt cx="1617600" cy="1429200"/>
          </a:xfrm>
        </p:grpSpPr>
        <p:sp>
          <p:nvSpPr>
            <p:cNvPr id="1834" name="Google Shape;1834;g2ee77736311_0_1989"/>
            <p:cNvSpPr txBox="1"/>
            <p:nvPr/>
          </p:nvSpPr>
          <p:spPr>
            <a:xfrm>
              <a:off x="6750725" y="2322550"/>
              <a:ext cx="1617600" cy="14292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grpSp>
          <p:nvGrpSpPr>
            <p:cNvPr id="1835" name="Google Shape;1835;g2ee77736311_0_1989"/>
            <p:cNvGrpSpPr/>
            <p:nvPr/>
          </p:nvGrpSpPr>
          <p:grpSpPr>
            <a:xfrm>
              <a:off x="7023350" y="2526812"/>
              <a:ext cx="1072350" cy="1020676"/>
              <a:chOff x="3239075" y="2142462"/>
              <a:chExt cx="1072350" cy="1020676"/>
            </a:xfrm>
          </p:grpSpPr>
          <p:sp>
            <p:nvSpPr>
              <p:cNvPr id="1836" name="Google Shape;1836;g2ee77736311_0_1989"/>
              <p:cNvSpPr/>
              <p:nvPr/>
            </p:nvSpPr>
            <p:spPr>
              <a:xfrm>
                <a:off x="3248600" y="2159950"/>
                <a:ext cx="1053300" cy="98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837" name="Google Shape;1837;g2ee77736311_0_198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239075" y="2142462"/>
                <a:ext cx="1072350" cy="10206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8" name="Google Shape;1838;g2ee77736311_0_1989"/>
              <p:cNvSpPr/>
              <p:nvPr/>
            </p:nvSpPr>
            <p:spPr>
              <a:xfrm>
                <a:off x="3339650" y="2367000"/>
                <a:ext cx="871200" cy="677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FFFF"/>
                    </a:solidFill>
                    <a:highlight>
                      <a:schemeClr val="dk2"/>
                    </a:highlight>
                    <a:latin typeface="Inconsolata Medium"/>
                    <a:ea typeface="Inconsolata Medium"/>
                    <a:cs typeface="Inconsolata Medium"/>
                    <a:sym typeface="Inconsolata Medium"/>
                  </a:rPr>
                  <a:t>Login</a:t>
                </a:r>
                <a:endParaRPr sz="1800">
                  <a:solidFill>
                    <a:srgbClr val="FFFFFF"/>
                  </a:solidFill>
                  <a:highlight>
                    <a:schemeClr val="dk2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2ee77736311_0_200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844" name="Google Shape;1844;g2ee77736311_0_2006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Attack option #5: Person-in-the-middle attack</a:t>
            </a:r>
            <a:endParaRPr/>
          </a:p>
        </p:txBody>
      </p:sp>
      <p:sp>
        <p:nvSpPr>
          <p:cNvPr id="1845" name="Google Shape;1845;g2ee77736311_0_2006"/>
          <p:cNvSpPr txBox="1"/>
          <p:nvPr>
            <p:ph idx="1" type="subTitle"/>
          </p:nvPr>
        </p:nvSpPr>
        <p:spPr>
          <a:xfrm>
            <a:off x="463225" y="1077113"/>
            <a:ext cx="8229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An attacker can create a person-in-the-middle attack by providing a free WiFi hotspot to capture user credentials.</a:t>
            </a:r>
            <a:endParaRPr/>
          </a:p>
        </p:txBody>
      </p:sp>
      <p:grpSp>
        <p:nvGrpSpPr>
          <p:cNvPr id="1846" name="Google Shape;1846;g2ee77736311_0_2006"/>
          <p:cNvGrpSpPr/>
          <p:nvPr/>
        </p:nvGrpSpPr>
        <p:grpSpPr>
          <a:xfrm>
            <a:off x="6612000" y="1982100"/>
            <a:ext cx="1617600" cy="1429200"/>
            <a:chOff x="6750725" y="2322550"/>
            <a:chExt cx="1617600" cy="1429200"/>
          </a:xfrm>
        </p:grpSpPr>
        <p:sp>
          <p:nvSpPr>
            <p:cNvPr id="1847" name="Google Shape;1847;g2ee77736311_0_2006"/>
            <p:cNvSpPr txBox="1"/>
            <p:nvPr/>
          </p:nvSpPr>
          <p:spPr>
            <a:xfrm>
              <a:off x="6750725" y="2322550"/>
              <a:ext cx="1617600" cy="14292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grpSp>
          <p:nvGrpSpPr>
            <p:cNvPr id="1848" name="Google Shape;1848;g2ee77736311_0_2006"/>
            <p:cNvGrpSpPr/>
            <p:nvPr/>
          </p:nvGrpSpPr>
          <p:grpSpPr>
            <a:xfrm>
              <a:off x="7023350" y="2526812"/>
              <a:ext cx="1072350" cy="1020676"/>
              <a:chOff x="3239075" y="2142462"/>
              <a:chExt cx="1072350" cy="1020676"/>
            </a:xfrm>
          </p:grpSpPr>
          <p:sp>
            <p:nvSpPr>
              <p:cNvPr id="1849" name="Google Shape;1849;g2ee77736311_0_2006"/>
              <p:cNvSpPr/>
              <p:nvPr/>
            </p:nvSpPr>
            <p:spPr>
              <a:xfrm>
                <a:off x="3248600" y="2159950"/>
                <a:ext cx="1053300" cy="9849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850" name="Google Shape;1850;g2ee77736311_0_200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239075" y="2142462"/>
                <a:ext cx="1072350" cy="1020676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1851" name="Google Shape;1851;g2ee77736311_0_2006"/>
              <p:cNvSpPr/>
              <p:nvPr/>
            </p:nvSpPr>
            <p:spPr>
              <a:xfrm>
                <a:off x="3339650" y="2367000"/>
                <a:ext cx="871200" cy="6771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FFFF"/>
                    </a:solidFill>
                    <a:highlight>
                      <a:schemeClr val="dk2"/>
                    </a:highlight>
                    <a:latin typeface="Inconsolata Medium"/>
                    <a:ea typeface="Inconsolata Medium"/>
                    <a:cs typeface="Inconsolata Medium"/>
                    <a:sym typeface="Inconsolata Medium"/>
                  </a:rPr>
                  <a:t>Login</a:t>
                </a:r>
                <a:endParaRPr sz="1800">
                  <a:solidFill>
                    <a:srgbClr val="FFFFFF"/>
                  </a:solidFill>
                  <a:highlight>
                    <a:schemeClr val="dk2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endParaRPr>
              </a:p>
            </p:txBody>
          </p:sp>
        </p:grpSp>
      </p:grpSp>
      <p:sp>
        <p:nvSpPr>
          <p:cNvPr id="1852" name="Google Shape;1852;g2ee77736311_0_2006"/>
          <p:cNvSpPr/>
          <p:nvPr/>
        </p:nvSpPr>
        <p:spPr>
          <a:xfrm>
            <a:off x="4003225" y="3411300"/>
            <a:ext cx="1155000" cy="1155000"/>
          </a:xfrm>
          <a:prstGeom prst="ellipse">
            <a:avLst/>
          </a:prstGeom>
          <a:solidFill>
            <a:srgbClr val="D0D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3" name="Google Shape;1853;g2ee77736311_0_20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3888" y="3682688"/>
            <a:ext cx="633793" cy="612322"/>
          </a:xfrm>
          <a:prstGeom prst="rect">
            <a:avLst/>
          </a:prstGeom>
          <a:noFill/>
          <a:ln>
            <a:noFill/>
          </a:ln>
        </p:spPr>
      </p:pic>
      <p:sp>
        <p:nvSpPr>
          <p:cNvPr id="1854" name="Google Shape;1854;g2ee77736311_0_2006"/>
          <p:cNvSpPr txBox="1"/>
          <p:nvPr/>
        </p:nvSpPr>
        <p:spPr>
          <a:xfrm>
            <a:off x="3514073" y="2893800"/>
            <a:ext cx="2133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Shady WiFi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855" name="Google Shape;1855;g2ee77736311_0_2006"/>
          <p:cNvCxnSpPr/>
          <p:nvPr/>
        </p:nvCxnSpPr>
        <p:spPr>
          <a:xfrm>
            <a:off x="2654392" y="2497784"/>
            <a:ext cx="136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856" name="Google Shape;1856;g2ee77736311_0_2006"/>
          <p:cNvGrpSpPr/>
          <p:nvPr/>
        </p:nvGrpSpPr>
        <p:grpSpPr>
          <a:xfrm>
            <a:off x="4126138" y="2075225"/>
            <a:ext cx="909313" cy="845100"/>
            <a:chOff x="3677488" y="2470200"/>
            <a:chExt cx="909313" cy="845100"/>
          </a:xfrm>
        </p:grpSpPr>
        <p:sp>
          <p:nvSpPr>
            <p:cNvPr id="1857" name="Google Shape;1857;g2ee77736311_0_2006"/>
            <p:cNvSpPr/>
            <p:nvPr/>
          </p:nvSpPr>
          <p:spPr>
            <a:xfrm>
              <a:off x="3677488" y="2470200"/>
              <a:ext cx="909300" cy="845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g2ee77736311_0_2006"/>
            <p:cNvSpPr/>
            <p:nvPr/>
          </p:nvSpPr>
          <p:spPr>
            <a:xfrm>
              <a:off x="3939925" y="2884925"/>
              <a:ext cx="384300" cy="384300"/>
            </a:xfrm>
            <a:prstGeom prst="ellipse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g2ee77736311_0_2006"/>
            <p:cNvSpPr/>
            <p:nvPr/>
          </p:nvSpPr>
          <p:spPr>
            <a:xfrm>
              <a:off x="3994880" y="2939880"/>
              <a:ext cx="274500" cy="274500"/>
            </a:xfrm>
            <a:prstGeom prst="ellipse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g2ee77736311_0_2006"/>
            <p:cNvSpPr/>
            <p:nvPr/>
          </p:nvSpPr>
          <p:spPr>
            <a:xfrm>
              <a:off x="4049423" y="2994423"/>
              <a:ext cx="165300" cy="165300"/>
            </a:xfrm>
            <a:prstGeom prst="ellipse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g2ee77736311_0_2006"/>
            <p:cNvSpPr txBox="1"/>
            <p:nvPr/>
          </p:nvSpPr>
          <p:spPr>
            <a:xfrm>
              <a:off x="3677500" y="2495175"/>
              <a:ext cx="9093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3C78D8"/>
                  </a:solidFill>
                  <a:latin typeface="Nunito ExtraBold"/>
                  <a:ea typeface="Nunito ExtraBold"/>
                  <a:cs typeface="Nunito ExtraBold"/>
                  <a:sym typeface="Nunito ExtraBold"/>
                </a:rPr>
                <a:t>WiFi</a:t>
              </a:r>
              <a:endParaRPr sz="1800">
                <a:solidFill>
                  <a:srgbClr val="3C78D8"/>
                </a:solidFill>
                <a:latin typeface="Nunito ExtraBold"/>
                <a:ea typeface="Nunito ExtraBold"/>
                <a:cs typeface="Nunito ExtraBold"/>
                <a:sym typeface="Nunito ExtraBold"/>
              </a:endParaRPr>
            </a:p>
          </p:txBody>
        </p:sp>
        <p:sp>
          <p:nvSpPr>
            <p:cNvPr id="1862" name="Google Shape;1862;g2ee77736311_0_2006"/>
            <p:cNvSpPr/>
            <p:nvPr/>
          </p:nvSpPr>
          <p:spPr>
            <a:xfrm rot="1801784">
              <a:off x="3826037" y="2995387"/>
              <a:ext cx="261965" cy="26196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g2ee77736311_0_2006"/>
            <p:cNvSpPr/>
            <p:nvPr/>
          </p:nvSpPr>
          <p:spPr>
            <a:xfrm rot="3601627">
              <a:off x="4177107" y="2995444"/>
              <a:ext cx="261815" cy="26181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g2ee77736311_0_2006"/>
            <p:cNvSpPr/>
            <p:nvPr/>
          </p:nvSpPr>
          <p:spPr>
            <a:xfrm>
              <a:off x="4001200" y="3075575"/>
              <a:ext cx="261900" cy="213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g2ee77736311_0_2006"/>
            <p:cNvSpPr/>
            <p:nvPr/>
          </p:nvSpPr>
          <p:spPr>
            <a:xfrm>
              <a:off x="4104970" y="3049970"/>
              <a:ext cx="54300" cy="543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6" name="Google Shape;1866;g2ee77736311_0_2006"/>
          <p:cNvSpPr txBox="1"/>
          <p:nvPr/>
        </p:nvSpPr>
        <p:spPr>
          <a:xfrm>
            <a:off x="926450" y="1969075"/>
            <a:ext cx="1623000" cy="1410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867" name="Google Shape;1867;g2ee77736311_0_20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0550" y="2323350"/>
            <a:ext cx="1182675" cy="746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8" name="Google Shape;1868;g2ee77736311_0_2006"/>
          <p:cNvCxnSpPr/>
          <p:nvPr/>
        </p:nvCxnSpPr>
        <p:spPr>
          <a:xfrm>
            <a:off x="5140317" y="2497784"/>
            <a:ext cx="1366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ee77736311_0_203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874" name="Google Shape;1874;g2ee77736311_0_2035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Attack option #6: Credential stuffing</a:t>
            </a:r>
            <a:endParaRPr/>
          </a:p>
        </p:txBody>
      </p:sp>
      <p:sp>
        <p:nvSpPr>
          <p:cNvPr id="1875" name="Google Shape;1875;g2ee77736311_0_2035"/>
          <p:cNvSpPr txBox="1"/>
          <p:nvPr>
            <p:ph idx="1" type="subTitle"/>
          </p:nvPr>
        </p:nvSpPr>
        <p:spPr>
          <a:xfrm>
            <a:off x="463225" y="1077113"/>
            <a:ext cx="8229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An attacker can find and steal users’ login and password information from other websites to gain unauthorized access to a system.</a:t>
            </a:r>
            <a:endParaRPr/>
          </a:p>
        </p:txBody>
      </p:sp>
      <p:sp>
        <p:nvSpPr>
          <p:cNvPr id="1876" name="Google Shape;1876;g2ee77736311_0_2035"/>
          <p:cNvSpPr txBox="1"/>
          <p:nvPr/>
        </p:nvSpPr>
        <p:spPr>
          <a:xfrm>
            <a:off x="5657550" y="2934725"/>
            <a:ext cx="1594200" cy="1780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77" name="Google Shape;1877;g2ee77736311_0_2035"/>
          <p:cNvSpPr txBox="1"/>
          <p:nvPr/>
        </p:nvSpPr>
        <p:spPr>
          <a:xfrm>
            <a:off x="3639850" y="3347875"/>
            <a:ext cx="1711800" cy="1219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78" name="Google Shape;1878;g2ee77736311_0_2035"/>
          <p:cNvSpPr txBox="1"/>
          <p:nvPr/>
        </p:nvSpPr>
        <p:spPr>
          <a:xfrm>
            <a:off x="2023675" y="2934725"/>
            <a:ext cx="1145400" cy="17802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257175" rotWithShape="0" algn="bl" dir="5400000" dist="19050">
              <a:srgbClr val="000000">
                <a:alpha val="1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879" name="Google Shape;1879;g2ee77736311_0_20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5650" y="3575863"/>
            <a:ext cx="1260200" cy="735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0" name="Google Shape;1880;g2ee77736311_0_20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2135" y="3529797"/>
            <a:ext cx="1092010" cy="827407"/>
          </a:xfrm>
          <a:prstGeom prst="rect">
            <a:avLst/>
          </a:prstGeom>
          <a:noFill/>
          <a:ln>
            <a:noFill/>
          </a:ln>
        </p:spPr>
      </p:pic>
      <p:sp>
        <p:nvSpPr>
          <p:cNvPr id="1881" name="Google Shape;1881;g2ee77736311_0_2035"/>
          <p:cNvSpPr/>
          <p:nvPr/>
        </p:nvSpPr>
        <p:spPr>
          <a:xfrm>
            <a:off x="5909488" y="3526613"/>
            <a:ext cx="1099200" cy="834600"/>
          </a:xfrm>
          <a:prstGeom prst="rect">
            <a:avLst/>
          </a:prstGeom>
          <a:noFill/>
          <a:ln cap="flat" cmpd="sng" w="19050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g2ee77736311_0_2035"/>
          <p:cNvSpPr/>
          <p:nvPr/>
        </p:nvSpPr>
        <p:spPr>
          <a:xfrm>
            <a:off x="6054098" y="3748392"/>
            <a:ext cx="807900" cy="49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Login</a:t>
            </a:r>
            <a:endParaRPr sz="1800">
              <a:solidFill>
                <a:srgbClr val="FFFFFF"/>
              </a:solidFill>
              <a:highlight>
                <a:schemeClr val="dk2"/>
              </a:highlight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cxnSp>
        <p:nvCxnSpPr>
          <p:cNvPr id="1883" name="Google Shape;1883;g2ee77736311_0_2035"/>
          <p:cNvCxnSpPr>
            <a:stCxn id="1879" idx="1"/>
          </p:cNvCxnSpPr>
          <p:nvPr/>
        </p:nvCxnSpPr>
        <p:spPr>
          <a:xfrm rot="10800000">
            <a:off x="2938350" y="3613804"/>
            <a:ext cx="927300" cy="329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84" name="Google Shape;1884;g2ee77736311_0_2035"/>
          <p:cNvCxnSpPr>
            <a:stCxn id="1879" idx="1"/>
          </p:cNvCxnSpPr>
          <p:nvPr/>
        </p:nvCxnSpPr>
        <p:spPr>
          <a:xfrm flipH="1">
            <a:off x="2937750" y="3943504"/>
            <a:ext cx="927900" cy="34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85" name="Google Shape;1885;g2ee77736311_0_2035"/>
          <p:cNvCxnSpPr>
            <a:stCxn id="1879" idx="3"/>
            <a:endCxn id="1881" idx="1"/>
          </p:cNvCxnSpPr>
          <p:nvPr/>
        </p:nvCxnSpPr>
        <p:spPr>
          <a:xfrm>
            <a:off x="5125850" y="3943504"/>
            <a:ext cx="783600" cy="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6" name="Google Shape;1886;g2ee77736311_0_2035"/>
          <p:cNvCxnSpPr>
            <a:endCxn id="1881" idx="0"/>
          </p:cNvCxnSpPr>
          <p:nvPr/>
        </p:nvCxnSpPr>
        <p:spPr>
          <a:xfrm>
            <a:off x="4950988" y="2474513"/>
            <a:ext cx="1508100" cy="1052100"/>
          </a:xfrm>
          <a:prstGeom prst="bentConnector2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7" name="Google Shape;1887;g2ee77736311_0_2035"/>
          <p:cNvSpPr/>
          <p:nvPr/>
        </p:nvSpPr>
        <p:spPr>
          <a:xfrm>
            <a:off x="3865600" y="1833202"/>
            <a:ext cx="1260300" cy="1260300"/>
          </a:xfrm>
          <a:prstGeom prst="ellipse">
            <a:avLst/>
          </a:prstGeom>
          <a:solidFill>
            <a:srgbClr val="D0D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8" name="Google Shape;1888;g2ee77736311_0_20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50030" y="2129283"/>
            <a:ext cx="691440" cy="6680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9" name="Google Shape;1889;g2ee77736311_0_2035"/>
          <p:cNvCxnSpPr/>
          <p:nvPr/>
        </p:nvCxnSpPr>
        <p:spPr>
          <a:xfrm flipH="1" rot="10800000">
            <a:off x="2597663" y="2474375"/>
            <a:ext cx="1440900" cy="861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0" name="Google Shape;1890;g2ee77736311_0_2035"/>
          <p:cNvSpPr txBox="1"/>
          <p:nvPr/>
        </p:nvSpPr>
        <p:spPr>
          <a:xfrm>
            <a:off x="718440" y="3457174"/>
            <a:ext cx="12456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Recycled password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91" name="Google Shape;1891;g2ee77736311_0_2035"/>
          <p:cNvGrpSpPr/>
          <p:nvPr/>
        </p:nvGrpSpPr>
        <p:grpSpPr>
          <a:xfrm>
            <a:off x="2245837" y="3877086"/>
            <a:ext cx="731879" cy="696713"/>
            <a:chOff x="3239075" y="2142462"/>
            <a:chExt cx="1072350" cy="1020676"/>
          </a:xfrm>
        </p:grpSpPr>
        <p:sp>
          <p:nvSpPr>
            <p:cNvPr id="1892" name="Google Shape;1892;g2ee77736311_0_2035"/>
            <p:cNvSpPr/>
            <p:nvPr/>
          </p:nvSpPr>
          <p:spPr>
            <a:xfrm>
              <a:off x="3248600" y="2159950"/>
              <a:ext cx="1053300" cy="9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93" name="Google Shape;1893;g2ee77736311_0_20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39075" y="2142462"/>
              <a:ext cx="1072350" cy="1020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4" name="Google Shape;1894;g2ee77736311_0_2035"/>
            <p:cNvSpPr/>
            <p:nvPr/>
          </p:nvSpPr>
          <p:spPr>
            <a:xfrm>
              <a:off x="3339650" y="2367000"/>
              <a:ext cx="871200" cy="677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highlight>
                    <a:schemeClr val="dk2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rPr>
                <a:t>Login</a:t>
              </a:r>
              <a:endParaRPr sz="1800">
                <a:solidFill>
                  <a:srgbClr val="FFFFFF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</p:txBody>
        </p:sp>
      </p:grpSp>
      <p:grpSp>
        <p:nvGrpSpPr>
          <p:cNvPr id="1895" name="Google Shape;1895;g2ee77736311_0_2035"/>
          <p:cNvGrpSpPr/>
          <p:nvPr/>
        </p:nvGrpSpPr>
        <p:grpSpPr>
          <a:xfrm>
            <a:off x="2245837" y="3093415"/>
            <a:ext cx="731879" cy="696713"/>
            <a:chOff x="3239075" y="2142462"/>
            <a:chExt cx="1072350" cy="1020676"/>
          </a:xfrm>
        </p:grpSpPr>
        <p:sp>
          <p:nvSpPr>
            <p:cNvPr id="1896" name="Google Shape;1896;g2ee77736311_0_2035"/>
            <p:cNvSpPr/>
            <p:nvPr/>
          </p:nvSpPr>
          <p:spPr>
            <a:xfrm>
              <a:off x="3248600" y="2159950"/>
              <a:ext cx="1053300" cy="9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97" name="Google Shape;1897;g2ee77736311_0_20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39075" y="2142462"/>
              <a:ext cx="1072350" cy="1020676"/>
            </a:xfrm>
            <a:prstGeom prst="rect">
              <a:avLst/>
            </a:prstGeom>
            <a:noFill/>
            <a:ln cap="flat" cmpd="sng" w="28575">
              <a:solidFill>
                <a:srgbClr val="E5147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898" name="Google Shape;1898;g2ee77736311_0_2035"/>
            <p:cNvSpPr/>
            <p:nvPr/>
          </p:nvSpPr>
          <p:spPr>
            <a:xfrm>
              <a:off x="3339650" y="2367000"/>
              <a:ext cx="871200" cy="677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highlight>
                    <a:srgbClr val="E51470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rPr>
                <a:t>Login</a:t>
              </a:r>
              <a:endParaRPr sz="1800">
                <a:solidFill>
                  <a:srgbClr val="FFFFFF"/>
                </a:solidFill>
                <a:highlight>
                  <a:srgbClr val="E51470"/>
                </a:highlight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2ee77736311_0_2064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904" name="Google Shape;1904;g2ee77736311_0_2064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Attack option #7: SQL injection</a:t>
            </a:r>
            <a:endParaRPr/>
          </a:p>
        </p:txBody>
      </p:sp>
      <p:cxnSp>
        <p:nvCxnSpPr>
          <p:cNvPr id="1905" name="Google Shape;1905;g2ee77736311_0_2064"/>
          <p:cNvCxnSpPr/>
          <p:nvPr/>
        </p:nvCxnSpPr>
        <p:spPr>
          <a:xfrm>
            <a:off x="1136600" y="2967115"/>
            <a:ext cx="60912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6" name="Google Shape;1906;g2ee77736311_0_2064"/>
          <p:cNvSpPr/>
          <p:nvPr/>
        </p:nvSpPr>
        <p:spPr>
          <a:xfrm>
            <a:off x="463225" y="2278190"/>
            <a:ext cx="1377600" cy="1377600"/>
          </a:xfrm>
          <a:prstGeom prst="ellipse">
            <a:avLst/>
          </a:prstGeom>
          <a:solidFill>
            <a:srgbClr val="D0D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7" name="Google Shape;1907;g2ee77736311_0_20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150" y="2601913"/>
            <a:ext cx="756003" cy="73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908" name="Google Shape;1908;g2ee77736311_0_2064"/>
          <p:cNvSpPr txBox="1"/>
          <p:nvPr/>
        </p:nvSpPr>
        <p:spPr>
          <a:xfrm>
            <a:off x="2893525" y="4245474"/>
            <a:ext cx="3369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Password dictionary</a:t>
            </a:r>
            <a:endParaRPr sz="19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09" name="Google Shape;1909;g2ee77736311_0_2064"/>
          <p:cNvSpPr txBox="1"/>
          <p:nvPr/>
        </p:nvSpPr>
        <p:spPr>
          <a:xfrm>
            <a:off x="7315200" y="2286000"/>
            <a:ext cx="1377600" cy="1377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910" name="Google Shape;1910;g2ee77736311_0_2064"/>
          <p:cNvGrpSpPr/>
          <p:nvPr/>
        </p:nvGrpSpPr>
        <p:grpSpPr>
          <a:xfrm>
            <a:off x="7459912" y="2444702"/>
            <a:ext cx="1072350" cy="1020676"/>
            <a:chOff x="3239075" y="2142462"/>
            <a:chExt cx="1072350" cy="1020676"/>
          </a:xfrm>
        </p:grpSpPr>
        <p:sp>
          <p:nvSpPr>
            <p:cNvPr id="1911" name="Google Shape;1911;g2ee77736311_0_2064"/>
            <p:cNvSpPr/>
            <p:nvPr/>
          </p:nvSpPr>
          <p:spPr>
            <a:xfrm>
              <a:off x="3248600" y="2159950"/>
              <a:ext cx="1053300" cy="984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12" name="Google Shape;1912;g2ee77736311_0_20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39075" y="2142462"/>
              <a:ext cx="1072350" cy="1020676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13" name="Google Shape;1913;g2ee77736311_0_2064"/>
            <p:cNvSpPr/>
            <p:nvPr/>
          </p:nvSpPr>
          <p:spPr>
            <a:xfrm>
              <a:off x="3339650" y="2367000"/>
              <a:ext cx="871200" cy="677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highlight>
                    <a:schemeClr val="dk2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rPr>
                <a:t>Login</a:t>
              </a:r>
              <a:endParaRPr sz="1800">
                <a:solidFill>
                  <a:srgbClr val="FFFFFF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</p:txBody>
        </p:sp>
      </p:grpSp>
      <p:sp>
        <p:nvSpPr>
          <p:cNvPr id="1914" name="Google Shape;1914;g2ee77736311_0_2064"/>
          <p:cNvSpPr txBox="1"/>
          <p:nvPr>
            <p:ph idx="1" type="subTitle"/>
          </p:nvPr>
        </p:nvSpPr>
        <p:spPr>
          <a:xfrm>
            <a:off x="463225" y="1077113"/>
            <a:ext cx="8229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 attacker can use a code-injection attack to inject malicious code directly into username or password fields.</a:t>
            </a:r>
            <a:endParaRPr/>
          </a:p>
        </p:txBody>
      </p:sp>
      <p:sp>
        <p:nvSpPr>
          <p:cNvPr id="1915" name="Google Shape;1915;g2ee77736311_0_2064"/>
          <p:cNvSpPr/>
          <p:nvPr/>
        </p:nvSpPr>
        <p:spPr>
          <a:xfrm>
            <a:off x="2032025" y="1951615"/>
            <a:ext cx="4926000" cy="20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rPr>
              <a:t>Username:</a:t>
            </a:r>
            <a:endParaRPr sz="1800">
              <a:solidFill>
                <a:schemeClr val="dk2"/>
              </a:solidFill>
              <a:latin typeface="Inconsolata ExtraBold"/>
              <a:ea typeface="Inconsolata ExtraBold"/>
              <a:cs typeface="Inconsolata ExtraBold"/>
              <a:sym typeface="Inconsolata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uName = getRequestString("username");</a:t>
            </a:r>
            <a:endParaRPr sz="18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uPass = getRequestString("userpassword");</a:t>
            </a:r>
            <a:endParaRPr sz="18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sql = 'SELECT * FROM Users WHERE Name ="' + uName + '" AND Pass ="' + uPass + '"' </a:t>
            </a:r>
            <a:endParaRPr sz="1800">
              <a:solidFill>
                <a:schemeClr val="dk2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g2ee77736311_0_208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921" name="Google Shape;1921;g2ee77736311_0_2080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Attack option #8: Cross-site scripting (XSS)</a:t>
            </a:r>
            <a:endParaRPr/>
          </a:p>
        </p:txBody>
      </p:sp>
      <p:sp>
        <p:nvSpPr>
          <p:cNvPr id="1922" name="Google Shape;1922;g2ee77736311_0_2080"/>
          <p:cNvSpPr txBox="1"/>
          <p:nvPr>
            <p:ph idx="1" type="subTitle"/>
          </p:nvPr>
        </p:nvSpPr>
        <p:spPr>
          <a:xfrm>
            <a:off x="463225" y="1077113"/>
            <a:ext cx="82296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 attacker can inject malicious scripts into web pages viewed by other users and use these as a backdoor into their systems.</a:t>
            </a:r>
            <a:endParaRPr/>
          </a:p>
        </p:txBody>
      </p:sp>
      <p:cxnSp>
        <p:nvCxnSpPr>
          <p:cNvPr id="1923" name="Google Shape;1923;g2ee77736311_0_2080"/>
          <p:cNvCxnSpPr/>
          <p:nvPr/>
        </p:nvCxnSpPr>
        <p:spPr>
          <a:xfrm>
            <a:off x="5677775" y="3078133"/>
            <a:ext cx="1277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4" name="Google Shape;1924;g2ee77736311_0_2080"/>
          <p:cNvSpPr txBox="1"/>
          <p:nvPr/>
        </p:nvSpPr>
        <p:spPr>
          <a:xfrm>
            <a:off x="4114800" y="2290533"/>
            <a:ext cx="1623000" cy="1410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925" name="Google Shape;1925;g2ee77736311_0_20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900" y="2644808"/>
            <a:ext cx="1182675" cy="746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6" name="Google Shape;1926;g2ee77736311_0_2080"/>
          <p:cNvCxnSpPr/>
          <p:nvPr/>
        </p:nvCxnSpPr>
        <p:spPr>
          <a:xfrm>
            <a:off x="1989888" y="3078133"/>
            <a:ext cx="2029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927" name="Google Shape;1927;g2ee77736311_0_2080"/>
          <p:cNvSpPr/>
          <p:nvPr/>
        </p:nvSpPr>
        <p:spPr>
          <a:xfrm>
            <a:off x="457188" y="2359209"/>
            <a:ext cx="1465200" cy="1465200"/>
          </a:xfrm>
          <a:prstGeom prst="ellipse">
            <a:avLst/>
          </a:prstGeom>
          <a:solidFill>
            <a:srgbClr val="D0D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8" name="Google Shape;1928;g2ee77736311_0_20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816" y="2703455"/>
            <a:ext cx="803942" cy="776707"/>
          </a:xfrm>
          <a:prstGeom prst="rect">
            <a:avLst/>
          </a:prstGeom>
          <a:noFill/>
          <a:ln>
            <a:noFill/>
          </a:ln>
        </p:spPr>
      </p:pic>
      <p:sp>
        <p:nvSpPr>
          <p:cNvPr id="1929" name="Google Shape;1929;g2ee77736311_0_2080"/>
          <p:cNvSpPr txBox="1"/>
          <p:nvPr/>
        </p:nvSpPr>
        <p:spPr>
          <a:xfrm>
            <a:off x="2382003" y="3545735"/>
            <a:ext cx="124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Malware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30" name="Google Shape;1930;g2ee77736311_0_2080"/>
          <p:cNvSpPr txBox="1"/>
          <p:nvPr/>
        </p:nvSpPr>
        <p:spPr>
          <a:xfrm>
            <a:off x="7069200" y="2290533"/>
            <a:ext cx="1617600" cy="1429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931" name="Google Shape;1931;g2ee77736311_0_2080"/>
          <p:cNvGrpSpPr/>
          <p:nvPr/>
        </p:nvGrpSpPr>
        <p:grpSpPr>
          <a:xfrm>
            <a:off x="7341825" y="2494795"/>
            <a:ext cx="1072350" cy="1020676"/>
            <a:chOff x="3239075" y="2142462"/>
            <a:chExt cx="1072350" cy="1020676"/>
          </a:xfrm>
        </p:grpSpPr>
        <p:sp>
          <p:nvSpPr>
            <p:cNvPr id="1932" name="Google Shape;1932;g2ee77736311_0_2080"/>
            <p:cNvSpPr/>
            <p:nvPr/>
          </p:nvSpPr>
          <p:spPr>
            <a:xfrm>
              <a:off x="3248600" y="2159950"/>
              <a:ext cx="1053300" cy="9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33" name="Google Shape;1933;g2ee77736311_0_20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39075" y="2142462"/>
              <a:ext cx="1072350" cy="1020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4" name="Google Shape;1934;g2ee77736311_0_2080"/>
            <p:cNvSpPr/>
            <p:nvPr/>
          </p:nvSpPr>
          <p:spPr>
            <a:xfrm>
              <a:off x="3339650" y="2367000"/>
              <a:ext cx="871200" cy="677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highlight>
                    <a:schemeClr val="dk2"/>
                  </a:highlight>
                  <a:latin typeface="Inconsolata Medium"/>
                  <a:ea typeface="Inconsolata Medium"/>
                  <a:cs typeface="Inconsolata Medium"/>
                  <a:sym typeface="Inconsolata Medium"/>
                </a:rPr>
                <a:t>Login</a:t>
              </a:r>
              <a:endParaRPr sz="1800">
                <a:solidFill>
                  <a:srgbClr val="FFFFFF"/>
                </a:solidFill>
                <a:highlight>
                  <a:schemeClr val="dk2"/>
                </a:highlight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</p:txBody>
        </p:sp>
      </p:grpSp>
      <p:sp>
        <p:nvSpPr>
          <p:cNvPr id="1935" name="Google Shape;1935;g2ee77736311_0_2080"/>
          <p:cNvSpPr/>
          <p:nvPr/>
        </p:nvSpPr>
        <p:spPr>
          <a:xfrm>
            <a:off x="2551051" y="2610645"/>
            <a:ext cx="935100" cy="935100"/>
          </a:xfrm>
          <a:prstGeom prst="ellipse">
            <a:avLst/>
          </a:prstGeom>
          <a:solidFill>
            <a:srgbClr val="F2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36" name="Google Shape;1936;g2ee77736311_0_20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1777" y="2814712"/>
            <a:ext cx="533476" cy="526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2ee77736311_0_210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942" name="Google Shape;1942;g2ee77736311_0_2100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Attack option #9: Exploiting outdated software</a:t>
            </a:r>
            <a:endParaRPr/>
          </a:p>
        </p:txBody>
      </p:sp>
      <p:sp>
        <p:nvSpPr>
          <p:cNvPr id="1943" name="Google Shape;1943;g2ee77736311_0_2100"/>
          <p:cNvSpPr txBox="1"/>
          <p:nvPr>
            <p:ph idx="1" type="subTitle"/>
          </p:nvPr>
        </p:nvSpPr>
        <p:spPr>
          <a:xfrm>
            <a:off x="463225" y="1077125"/>
            <a:ext cx="841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Attackers can use known vulnerabilities in outdated software to breach security.</a:t>
            </a:r>
            <a:endParaRPr/>
          </a:p>
        </p:txBody>
      </p:sp>
      <p:cxnSp>
        <p:nvCxnSpPr>
          <p:cNvPr id="1944" name="Google Shape;1944;g2ee77736311_0_2100"/>
          <p:cNvCxnSpPr/>
          <p:nvPr/>
        </p:nvCxnSpPr>
        <p:spPr>
          <a:xfrm>
            <a:off x="2600545" y="2828238"/>
            <a:ext cx="906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1945" name="Google Shape;1945;g2ee77736311_0_2100"/>
          <p:cNvGrpSpPr/>
          <p:nvPr/>
        </p:nvGrpSpPr>
        <p:grpSpPr>
          <a:xfrm>
            <a:off x="1017450" y="2036688"/>
            <a:ext cx="1583100" cy="1583100"/>
            <a:chOff x="701500" y="2345150"/>
            <a:chExt cx="1583100" cy="1583100"/>
          </a:xfrm>
        </p:grpSpPr>
        <p:sp>
          <p:nvSpPr>
            <p:cNvPr id="1946" name="Google Shape;1946;g2ee77736311_0_2100"/>
            <p:cNvSpPr/>
            <p:nvPr/>
          </p:nvSpPr>
          <p:spPr>
            <a:xfrm>
              <a:off x="701500" y="2345150"/>
              <a:ext cx="1583100" cy="1583100"/>
            </a:xfrm>
            <a:prstGeom prst="ellipse">
              <a:avLst/>
            </a:prstGeom>
            <a:solidFill>
              <a:srgbClr val="D0D5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47" name="Google Shape;1947;g2ee77736311_0_2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88001" y="2672474"/>
              <a:ext cx="919799" cy="9418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8" name="Google Shape;1948;g2ee77736311_0_2100"/>
          <p:cNvSpPr txBox="1"/>
          <p:nvPr/>
        </p:nvSpPr>
        <p:spPr>
          <a:xfrm>
            <a:off x="3626400" y="3929750"/>
            <a:ext cx="1683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Vulnerable machine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49" name="Google Shape;1949;g2ee77736311_0_2100"/>
          <p:cNvSpPr txBox="1"/>
          <p:nvPr/>
        </p:nvSpPr>
        <p:spPr>
          <a:xfrm>
            <a:off x="3659250" y="1828788"/>
            <a:ext cx="1617600" cy="19989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50" name="Google Shape;1950;g2ee77736311_0_2100"/>
          <p:cNvSpPr txBox="1"/>
          <p:nvPr/>
        </p:nvSpPr>
        <p:spPr>
          <a:xfrm>
            <a:off x="6508950" y="1828788"/>
            <a:ext cx="1617600" cy="1998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951" name="Google Shape;1951;g2ee77736311_0_2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150" y="2200563"/>
            <a:ext cx="717775" cy="12553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2" name="Google Shape;1952;g2ee77736311_0_2100"/>
          <p:cNvCxnSpPr/>
          <p:nvPr/>
        </p:nvCxnSpPr>
        <p:spPr>
          <a:xfrm>
            <a:off x="5429238" y="2830788"/>
            <a:ext cx="927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3" name="Google Shape;1953;g2ee77736311_0_2100"/>
          <p:cNvSpPr/>
          <p:nvPr/>
        </p:nvSpPr>
        <p:spPr>
          <a:xfrm>
            <a:off x="6766050" y="2547288"/>
            <a:ext cx="1103400" cy="561900"/>
          </a:xfrm>
          <a:prstGeom prst="can">
            <a:avLst>
              <a:gd fmla="val 44439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g2ee77736311_0_2100"/>
          <p:cNvSpPr/>
          <p:nvPr/>
        </p:nvSpPr>
        <p:spPr>
          <a:xfrm>
            <a:off x="6766050" y="2547288"/>
            <a:ext cx="1103400" cy="561900"/>
          </a:xfrm>
          <a:prstGeom prst="can">
            <a:avLst>
              <a:gd fmla="val 44439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g2ee77736311_0_2100"/>
          <p:cNvSpPr/>
          <p:nvPr/>
        </p:nvSpPr>
        <p:spPr>
          <a:xfrm>
            <a:off x="6766050" y="2547288"/>
            <a:ext cx="1103400" cy="561900"/>
          </a:xfrm>
          <a:prstGeom prst="can">
            <a:avLst>
              <a:gd fmla="val 44439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g2ee77736311_0_2100"/>
          <p:cNvSpPr txBox="1"/>
          <p:nvPr/>
        </p:nvSpPr>
        <p:spPr>
          <a:xfrm>
            <a:off x="6558600" y="3929750"/>
            <a:ext cx="1518300" cy="403200"/>
          </a:xfrm>
          <a:prstGeom prst="rect">
            <a:avLst/>
          </a:prstGeom>
          <a:noFill/>
          <a:ln>
            <a:noFill/>
          </a:ln>
          <a:effectLst>
            <a:outerShdw blurRad="257175" rotWithShape="0" algn="bl" dir="5400000" dist="19050">
              <a:srgbClr val="000000">
                <a:alpha val="18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Data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2ee77736311_0_211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Defining Attack Strategies</a:t>
            </a:r>
            <a:endParaRPr b="0"/>
          </a:p>
        </p:txBody>
      </p:sp>
      <p:sp>
        <p:nvSpPr>
          <p:cNvPr id="1962" name="Google Shape;1962;g2ee77736311_0_2119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Attack option #10: Social engineering</a:t>
            </a:r>
            <a:endParaRPr/>
          </a:p>
        </p:txBody>
      </p:sp>
      <p:sp>
        <p:nvSpPr>
          <p:cNvPr id="1963" name="Google Shape;1963;g2ee77736311_0_2119"/>
          <p:cNvSpPr txBox="1"/>
          <p:nvPr>
            <p:ph idx="1" type="subTitle"/>
          </p:nvPr>
        </p:nvSpPr>
        <p:spPr>
          <a:xfrm>
            <a:off x="463225" y="1077125"/>
            <a:ext cx="69312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 attacker can ask users for their credentials by pretending to be an administrator.</a:t>
            </a:r>
            <a:endParaRPr/>
          </a:p>
        </p:txBody>
      </p:sp>
      <p:sp>
        <p:nvSpPr>
          <p:cNvPr id="1964" name="Google Shape;1964;g2ee77736311_0_2119"/>
          <p:cNvSpPr txBox="1"/>
          <p:nvPr/>
        </p:nvSpPr>
        <p:spPr>
          <a:xfrm>
            <a:off x="3344725" y="2119025"/>
            <a:ext cx="2013300" cy="2458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65" name="Google Shape;1965;g2ee77736311_0_2119"/>
          <p:cNvSpPr txBox="1"/>
          <p:nvPr/>
        </p:nvSpPr>
        <p:spPr>
          <a:xfrm>
            <a:off x="6612000" y="2412625"/>
            <a:ext cx="1617600" cy="19989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966" name="Google Shape;1966;g2ee77736311_0_2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338" y="2395475"/>
            <a:ext cx="1072374" cy="677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7" name="Google Shape;1967;g2ee77736311_0_2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7043" y="3606075"/>
            <a:ext cx="948664" cy="7786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8" name="Google Shape;1968;g2ee77736311_0_2119"/>
          <p:cNvCxnSpPr/>
          <p:nvPr/>
        </p:nvCxnSpPr>
        <p:spPr>
          <a:xfrm>
            <a:off x="2289326" y="2734000"/>
            <a:ext cx="927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969" name="Google Shape;1969;g2ee77736311_0_2119"/>
          <p:cNvCxnSpPr/>
          <p:nvPr/>
        </p:nvCxnSpPr>
        <p:spPr>
          <a:xfrm>
            <a:off x="4842422" y="2734011"/>
            <a:ext cx="1683900" cy="624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0" name="Google Shape;1970;g2ee77736311_0_2119"/>
          <p:cNvCxnSpPr/>
          <p:nvPr/>
        </p:nvCxnSpPr>
        <p:spPr>
          <a:xfrm flipH="1" rot="10800000">
            <a:off x="4842417" y="3358179"/>
            <a:ext cx="1683900" cy="637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1" name="Google Shape;1971;g2ee77736311_0_2119"/>
          <p:cNvSpPr/>
          <p:nvPr/>
        </p:nvSpPr>
        <p:spPr>
          <a:xfrm>
            <a:off x="6869100" y="3423856"/>
            <a:ext cx="1103400" cy="561900"/>
          </a:xfrm>
          <a:prstGeom prst="can">
            <a:avLst>
              <a:gd fmla="val 44439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g2ee77736311_0_2119"/>
          <p:cNvSpPr/>
          <p:nvPr/>
        </p:nvSpPr>
        <p:spPr>
          <a:xfrm>
            <a:off x="6869100" y="3124601"/>
            <a:ext cx="1103400" cy="561900"/>
          </a:xfrm>
          <a:prstGeom prst="can">
            <a:avLst>
              <a:gd fmla="val 44439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g2ee77736311_0_2119"/>
          <p:cNvSpPr/>
          <p:nvPr/>
        </p:nvSpPr>
        <p:spPr>
          <a:xfrm>
            <a:off x="6869100" y="2831138"/>
            <a:ext cx="1103400" cy="561900"/>
          </a:xfrm>
          <a:prstGeom prst="can">
            <a:avLst>
              <a:gd fmla="val 44439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g2ee77736311_0_2119"/>
          <p:cNvSpPr/>
          <p:nvPr/>
        </p:nvSpPr>
        <p:spPr>
          <a:xfrm>
            <a:off x="448350" y="1862657"/>
            <a:ext cx="1742700" cy="1742700"/>
          </a:xfrm>
          <a:prstGeom prst="ellipse">
            <a:avLst/>
          </a:prstGeom>
          <a:solidFill>
            <a:srgbClr val="D0D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5" name="Google Shape;1975;g2ee77736311_0_21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614" y="2171364"/>
            <a:ext cx="956170" cy="923780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g2ee77736311_0_2119"/>
          <p:cNvSpPr txBox="1"/>
          <p:nvPr/>
        </p:nvSpPr>
        <p:spPr>
          <a:xfrm>
            <a:off x="525149" y="3659200"/>
            <a:ext cx="1589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Fake admin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2ee77736311_0_2144"/>
          <p:cNvSpPr/>
          <p:nvPr/>
        </p:nvSpPr>
        <p:spPr>
          <a:xfrm>
            <a:off x="413" y="72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90" name="Google Shape;1990;g2ee77736311_0_2144"/>
          <p:cNvSpPr txBox="1"/>
          <p:nvPr>
            <p:ph idx="4294967295" type="body"/>
          </p:nvPr>
        </p:nvSpPr>
        <p:spPr>
          <a:xfrm>
            <a:off x="590350" y="1121725"/>
            <a:ext cx="5150400" cy="33861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5"/>
                </a:solidFill>
              </a:rPr>
              <a:t>In the same groups, you will now use your list of potential attacks from the previous activity to develop a list of at least 10 strategies to mitigate the website’s risk.</a:t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As you work through this scenario, consider the following: </a:t>
            </a:r>
            <a:endParaRPr b="1" sz="1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5"/>
                </a:solidFill>
              </a:rPr>
              <a:t>Can any mitigation strategies be used to handle multiple </a:t>
            </a:r>
            <a:r>
              <a:rPr lang="en" sz="1400">
                <a:solidFill>
                  <a:schemeClr val="accent5"/>
                </a:solidFill>
              </a:rPr>
              <a:t>threads</a:t>
            </a:r>
            <a:r>
              <a:rPr lang="en" sz="1400">
                <a:solidFill>
                  <a:schemeClr val="accent5"/>
                </a:solidFill>
              </a:rPr>
              <a:t> at once?</a:t>
            </a:r>
            <a:endParaRPr sz="1400">
              <a:solidFill>
                <a:schemeClr val="accent5"/>
              </a:solidFill>
            </a:endParaRPr>
          </a:p>
        </p:txBody>
      </p:sp>
      <p:sp>
        <p:nvSpPr>
          <p:cNvPr id="1991" name="Google Shape;1991;g2ee77736311_0_214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Security Task #</a:t>
            </a:r>
            <a:r>
              <a:rPr lang="en">
                <a:solidFill>
                  <a:schemeClr val="accent5"/>
                </a:solidFill>
              </a:rPr>
              <a:t>3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2" name="Google Shape;1992;g2ee77736311_0_2144"/>
          <p:cNvSpPr txBox="1"/>
          <p:nvPr>
            <p:ph idx="2" type="title"/>
          </p:nvPr>
        </p:nvSpPr>
        <p:spPr>
          <a:xfrm>
            <a:off x="-6000" y="5548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Defending the Wall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93" name="Google Shape;1993;g2ee77736311_0_2144"/>
          <p:cNvPicPr preferRelativeResize="0"/>
          <p:nvPr/>
        </p:nvPicPr>
        <p:blipFill rotWithShape="1">
          <a:blip r:embed="rId3">
            <a:alphaModFix/>
          </a:blip>
          <a:srcRect b="0" l="44074" r="17387" t="0"/>
          <a:stretch/>
        </p:blipFill>
        <p:spPr>
          <a:xfrm>
            <a:off x="5923500" y="0"/>
            <a:ext cx="3220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4" name="Google Shape;1994;g2ee77736311_0_2144"/>
          <p:cNvSpPr/>
          <p:nvPr/>
        </p:nvSpPr>
        <p:spPr>
          <a:xfrm>
            <a:off x="136025" y="2269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95" name="Google Shape;1995;g2ee77736311_0_2144"/>
          <p:cNvSpPr/>
          <p:nvPr/>
        </p:nvSpPr>
        <p:spPr>
          <a:xfrm>
            <a:off x="285699" y="297737"/>
            <a:ext cx="273362" cy="431166"/>
          </a:xfrm>
          <a:custGeom>
            <a:rect b="b" l="l" r="r" t="t"/>
            <a:pathLst>
              <a:path extrusionOk="0" fill="none" h="129674" w="82214">
                <a:moveTo>
                  <a:pt x="27362" y="88437"/>
                </a:moveTo>
                <a:lnTo>
                  <a:pt x="27362" y="88437"/>
                </a:lnTo>
                <a:lnTo>
                  <a:pt x="27362" y="85325"/>
                </a:lnTo>
                <a:lnTo>
                  <a:pt x="27491" y="82472"/>
                </a:lnTo>
                <a:lnTo>
                  <a:pt x="27751" y="79620"/>
                </a:lnTo>
                <a:lnTo>
                  <a:pt x="28010" y="77026"/>
                </a:lnTo>
                <a:lnTo>
                  <a:pt x="28399" y="74692"/>
                </a:lnTo>
                <a:lnTo>
                  <a:pt x="28918" y="72358"/>
                </a:lnTo>
                <a:lnTo>
                  <a:pt x="29566" y="70283"/>
                </a:lnTo>
                <a:lnTo>
                  <a:pt x="30215" y="68338"/>
                </a:lnTo>
                <a:lnTo>
                  <a:pt x="30215" y="68338"/>
                </a:lnTo>
                <a:lnTo>
                  <a:pt x="30993" y="66523"/>
                </a:lnTo>
                <a:lnTo>
                  <a:pt x="31900" y="64837"/>
                </a:lnTo>
                <a:lnTo>
                  <a:pt x="32808" y="63151"/>
                </a:lnTo>
                <a:lnTo>
                  <a:pt x="33975" y="61466"/>
                </a:lnTo>
                <a:lnTo>
                  <a:pt x="35142" y="59909"/>
                </a:lnTo>
                <a:lnTo>
                  <a:pt x="36568" y="58483"/>
                </a:lnTo>
                <a:lnTo>
                  <a:pt x="37995" y="56927"/>
                </a:lnTo>
                <a:lnTo>
                  <a:pt x="39551" y="55630"/>
                </a:lnTo>
                <a:lnTo>
                  <a:pt x="39551" y="55630"/>
                </a:lnTo>
                <a:lnTo>
                  <a:pt x="42533" y="52907"/>
                </a:lnTo>
                <a:lnTo>
                  <a:pt x="45257" y="50443"/>
                </a:lnTo>
                <a:lnTo>
                  <a:pt x="47461" y="47980"/>
                </a:lnTo>
                <a:lnTo>
                  <a:pt x="49406" y="45646"/>
                </a:lnTo>
                <a:lnTo>
                  <a:pt x="49406" y="45646"/>
                </a:lnTo>
                <a:lnTo>
                  <a:pt x="50184" y="44608"/>
                </a:lnTo>
                <a:lnTo>
                  <a:pt x="50832" y="43441"/>
                </a:lnTo>
                <a:lnTo>
                  <a:pt x="51351" y="42274"/>
                </a:lnTo>
                <a:lnTo>
                  <a:pt x="51870" y="40977"/>
                </a:lnTo>
                <a:lnTo>
                  <a:pt x="52259" y="39681"/>
                </a:lnTo>
                <a:lnTo>
                  <a:pt x="52518" y="38514"/>
                </a:lnTo>
                <a:lnTo>
                  <a:pt x="52648" y="37217"/>
                </a:lnTo>
                <a:lnTo>
                  <a:pt x="52648" y="35790"/>
                </a:lnTo>
                <a:lnTo>
                  <a:pt x="52648" y="35790"/>
                </a:lnTo>
                <a:lnTo>
                  <a:pt x="52648" y="34234"/>
                </a:lnTo>
                <a:lnTo>
                  <a:pt x="52518" y="32678"/>
                </a:lnTo>
                <a:lnTo>
                  <a:pt x="52259" y="31382"/>
                </a:lnTo>
                <a:lnTo>
                  <a:pt x="51999" y="30085"/>
                </a:lnTo>
                <a:lnTo>
                  <a:pt x="51610" y="28918"/>
                </a:lnTo>
                <a:lnTo>
                  <a:pt x="51092" y="27751"/>
                </a:lnTo>
                <a:lnTo>
                  <a:pt x="50573" y="26843"/>
                </a:lnTo>
                <a:lnTo>
                  <a:pt x="49925" y="25935"/>
                </a:lnTo>
                <a:lnTo>
                  <a:pt x="49147" y="25157"/>
                </a:lnTo>
                <a:lnTo>
                  <a:pt x="48239" y="24509"/>
                </a:lnTo>
                <a:lnTo>
                  <a:pt x="47331" y="23990"/>
                </a:lnTo>
                <a:lnTo>
                  <a:pt x="46294" y="23472"/>
                </a:lnTo>
                <a:lnTo>
                  <a:pt x="45257" y="23083"/>
                </a:lnTo>
                <a:lnTo>
                  <a:pt x="43960" y="22823"/>
                </a:lnTo>
                <a:lnTo>
                  <a:pt x="42793" y="22694"/>
                </a:lnTo>
                <a:lnTo>
                  <a:pt x="41366" y="22694"/>
                </a:lnTo>
                <a:lnTo>
                  <a:pt x="41366" y="22694"/>
                </a:lnTo>
                <a:lnTo>
                  <a:pt x="40070" y="22694"/>
                </a:lnTo>
                <a:lnTo>
                  <a:pt x="38903" y="22953"/>
                </a:lnTo>
                <a:lnTo>
                  <a:pt x="37736" y="23212"/>
                </a:lnTo>
                <a:lnTo>
                  <a:pt x="36698" y="23601"/>
                </a:lnTo>
                <a:lnTo>
                  <a:pt x="35661" y="24120"/>
                </a:lnTo>
                <a:lnTo>
                  <a:pt x="34623" y="24768"/>
                </a:lnTo>
                <a:lnTo>
                  <a:pt x="33716" y="25546"/>
                </a:lnTo>
                <a:lnTo>
                  <a:pt x="32938" y="26454"/>
                </a:lnTo>
                <a:lnTo>
                  <a:pt x="32938" y="26454"/>
                </a:lnTo>
                <a:lnTo>
                  <a:pt x="32160" y="27491"/>
                </a:lnTo>
                <a:lnTo>
                  <a:pt x="31511" y="28529"/>
                </a:lnTo>
                <a:lnTo>
                  <a:pt x="30863" y="29696"/>
                </a:lnTo>
                <a:lnTo>
                  <a:pt x="30474" y="30993"/>
                </a:lnTo>
                <a:lnTo>
                  <a:pt x="30085" y="32289"/>
                </a:lnTo>
                <a:lnTo>
                  <a:pt x="29826" y="33716"/>
                </a:lnTo>
                <a:lnTo>
                  <a:pt x="29566" y="35272"/>
                </a:lnTo>
                <a:lnTo>
                  <a:pt x="29566" y="36828"/>
                </a:lnTo>
                <a:lnTo>
                  <a:pt x="1" y="36828"/>
                </a:lnTo>
                <a:lnTo>
                  <a:pt x="1" y="36828"/>
                </a:lnTo>
                <a:lnTo>
                  <a:pt x="131" y="34753"/>
                </a:lnTo>
                <a:lnTo>
                  <a:pt x="260" y="32678"/>
                </a:lnTo>
                <a:lnTo>
                  <a:pt x="520" y="30604"/>
                </a:lnTo>
                <a:lnTo>
                  <a:pt x="779" y="28659"/>
                </a:lnTo>
                <a:lnTo>
                  <a:pt x="1168" y="26713"/>
                </a:lnTo>
                <a:lnTo>
                  <a:pt x="1687" y="24898"/>
                </a:lnTo>
                <a:lnTo>
                  <a:pt x="2205" y="23083"/>
                </a:lnTo>
                <a:lnTo>
                  <a:pt x="2854" y="21397"/>
                </a:lnTo>
                <a:lnTo>
                  <a:pt x="3632" y="19711"/>
                </a:lnTo>
                <a:lnTo>
                  <a:pt x="4410" y="18025"/>
                </a:lnTo>
                <a:lnTo>
                  <a:pt x="5318" y="16599"/>
                </a:lnTo>
                <a:lnTo>
                  <a:pt x="6355" y="15043"/>
                </a:lnTo>
                <a:lnTo>
                  <a:pt x="7392" y="13617"/>
                </a:lnTo>
                <a:lnTo>
                  <a:pt x="8559" y="12320"/>
                </a:lnTo>
                <a:lnTo>
                  <a:pt x="9726" y="11023"/>
                </a:lnTo>
                <a:lnTo>
                  <a:pt x="11023" y="9726"/>
                </a:lnTo>
                <a:lnTo>
                  <a:pt x="11023" y="9726"/>
                </a:lnTo>
                <a:lnTo>
                  <a:pt x="12449" y="8559"/>
                </a:lnTo>
                <a:lnTo>
                  <a:pt x="13876" y="7392"/>
                </a:lnTo>
                <a:lnTo>
                  <a:pt x="15432" y="6355"/>
                </a:lnTo>
                <a:lnTo>
                  <a:pt x="16988" y="5447"/>
                </a:lnTo>
                <a:lnTo>
                  <a:pt x="18674" y="4540"/>
                </a:lnTo>
                <a:lnTo>
                  <a:pt x="20359" y="3761"/>
                </a:lnTo>
                <a:lnTo>
                  <a:pt x="22175" y="3113"/>
                </a:lnTo>
                <a:lnTo>
                  <a:pt x="23990" y="2465"/>
                </a:lnTo>
                <a:lnTo>
                  <a:pt x="25935" y="1816"/>
                </a:lnTo>
                <a:lnTo>
                  <a:pt x="28010" y="1427"/>
                </a:lnTo>
                <a:lnTo>
                  <a:pt x="29955" y="909"/>
                </a:lnTo>
                <a:lnTo>
                  <a:pt x="32160" y="649"/>
                </a:lnTo>
                <a:lnTo>
                  <a:pt x="34364" y="390"/>
                </a:lnTo>
                <a:lnTo>
                  <a:pt x="36568" y="131"/>
                </a:lnTo>
                <a:lnTo>
                  <a:pt x="38903" y="1"/>
                </a:lnTo>
                <a:lnTo>
                  <a:pt x="41366" y="1"/>
                </a:lnTo>
                <a:lnTo>
                  <a:pt x="41366" y="1"/>
                </a:lnTo>
                <a:lnTo>
                  <a:pt x="46035" y="131"/>
                </a:lnTo>
                <a:lnTo>
                  <a:pt x="50573" y="520"/>
                </a:lnTo>
                <a:lnTo>
                  <a:pt x="52648" y="909"/>
                </a:lnTo>
                <a:lnTo>
                  <a:pt x="54723" y="1298"/>
                </a:lnTo>
                <a:lnTo>
                  <a:pt x="56668" y="1687"/>
                </a:lnTo>
                <a:lnTo>
                  <a:pt x="58613" y="2205"/>
                </a:lnTo>
                <a:lnTo>
                  <a:pt x="60428" y="2854"/>
                </a:lnTo>
                <a:lnTo>
                  <a:pt x="62244" y="3502"/>
                </a:lnTo>
                <a:lnTo>
                  <a:pt x="63929" y="4280"/>
                </a:lnTo>
                <a:lnTo>
                  <a:pt x="65615" y="5058"/>
                </a:lnTo>
                <a:lnTo>
                  <a:pt x="67171" y="5966"/>
                </a:lnTo>
                <a:lnTo>
                  <a:pt x="68727" y="6874"/>
                </a:lnTo>
                <a:lnTo>
                  <a:pt x="70154" y="7911"/>
                </a:lnTo>
                <a:lnTo>
                  <a:pt x="71450" y="8948"/>
                </a:lnTo>
                <a:lnTo>
                  <a:pt x="71450" y="8948"/>
                </a:lnTo>
                <a:lnTo>
                  <a:pt x="72747" y="10115"/>
                </a:lnTo>
                <a:lnTo>
                  <a:pt x="74044" y="11282"/>
                </a:lnTo>
                <a:lnTo>
                  <a:pt x="75081" y="12579"/>
                </a:lnTo>
                <a:lnTo>
                  <a:pt x="76118" y="13876"/>
                </a:lnTo>
                <a:lnTo>
                  <a:pt x="77156" y="15302"/>
                </a:lnTo>
                <a:lnTo>
                  <a:pt x="77934" y="16729"/>
                </a:lnTo>
                <a:lnTo>
                  <a:pt x="78712" y="18285"/>
                </a:lnTo>
                <a:lnTo>
                  <a:pt x="79490" y="19841"/>
                </a:lnTo>
                <a:lnTo>
                  <a:pt x="80138" y="21527"/>
                </a:lnTo>
                <a:lnTo>
                  <a:pt x="80657" y="23212"/>
                </a:lnTo>
                <a:lnTo>
                  <a:pt x="81046" y="24898"/>
                </a:lnTo>
                <a:lnTo>
                  <a:pt x="81435" y="26713"/>
                </a:lnTo>
                <a:lnTo>
                  <a:pt x="81824" y="28529"/>
                </a:lnTo>
                <a:lnTo>
                  <a:pt x="81954" y="30474"/>
                </a:lnTo>
                <a:lnTo>
                  <a:pt x="82083" y="32419"/>
                </a:lnTo>
                <a:lnTo>
                  <a:pt x="82213" y="34494"/>
                </a:lnTo>
                <a:lnTo>
                  <a:pt x="82213" y="34494"/>
                </a:lnTo>
                <a:lnTo>
                  <a:pt x="82083" y="36309"/>
                </a:lnTo>
                <a:lnTo>
                  <a:pt x="81954" y="37995"/>
                </a:lnTo>
                <a:lnTo>
                  <a:pt x="81694" y="39810"/>
                </a:lnTo>
                <a:lnTo>
                  <a:pt x="81435" y="41366"/>
                </a:lnTo>
                <a:lnTo>
                  <a:pt x="81046" y="43052"/>
                </a:lnTo>
                <a:lnTo>
                  <a:pt x="80527" y="44608"/>
                </a:lnTo>
                <a:lnTo>
                  <a:pt x="80009" y="46164"/>
                </a:lnTo>
                <a:lnTo>
                  <a:pt x="79231" y="47720"/>
                </a:lnTo>
                <a:lnTo>
                  <a:pt x="79231" y="47720"/>
                </a:lnTo>
                <a:lnTo>
                  <a:pt x="78453" y="49147"/>
                </a:lnTo>
                <a:lnTo>
                  <a:pt x="77675" y="50703"/>
                </a:lnTo>
                <a:lnTo>
                  <a:pt x="76637" y="52129"/>
                </a:lnTo>
                <a:lnTo>
                  <a:pt x="75470" y="53685"/>
                </a:lnTo>
                <a:lnTo>
                  <a:pt x="74303" y="55241"/>
                </a:lnTo>
                <a:lnTo>
                  <a:pt x="73006" y="56668"/>
                </a:lnTo>
                <a:lnTo>
                  <a:pt x="70024" y="59780"/>
                </a:lnTo>
                <a:lnTo>
                  <a:pt x="60039" y="69116"/>
                </a:lnTo>
                <a:lnTo>
                  <a:pt x="60039" y="69116"/>
                </a:lnTo>
                <a:lnTo>
                  <a:pt x="58094" y="71191"/>
                </a:lnTo>
                <a:lnTo>
                  <a:pt x="56408" y="73266"/>
                </a:lnTo>
                <a:lnTo>
                  <a:pt x="55112" y="75340"/>
                </a:lnTo>
                <a:lnTo>
                  <a:pt x="54074" y="77545"/>
                </a:lnTo>
                <a:lnTo>
                  <a:pt x="54074" y="77545"/>
                </a:lnTo>
                <a:lnTo>
                  <a:pt x="53296" y="79879"/>
                </a:lnTo>
                <a:lnTo>
                  <a:pt x="52777" y="82472"/>
                </a:lnTo>
                <a:lnTo>
                  <a:pt x="52388" y="85325"/>
                </a:lnTo>
                <a:lnTo>
                  <a:pt x="52259" y="88437"/>
                </a:lnTo>
                <a:lnTo>
                  <a:pt x="27362" y="88437"/>
                </a:lnTo>
                <a:close/>
                <a:moveTo>
                  <a:pt x="23731" y="114890"/>
                </a:moveTo>
                <a:lnTo>
                  <a:pt x="23731" y="114890"/>
                </a:lnTo>
                <a:lnTo>
                  <a:pt x="23861" y="113334"/>
                </a:lnTo>
                <a:lnTo>
                  <a:pt x="24120" y="111908"/>
                </a:lnTo>
                <a:lnTo>
                  <a:pt x="24379" y="110482"/>
                </a:lnTo>
                <a:lnTo>
                  <a:pt x="24898" y="109055"/>
                </a:lnTo>
                <a:lnTo>
                  <a:pt x="25546" y="107758"/>
                </a:lnTo>
                <a:lnTo>
                  <a:pt x="26324" y="106591"/>
                </a:lnTo>
                <a:lnTo>
                  <a:pt x="27362" y="105424"/>
                </a:lnTo>
                <a:lnTo>
                  <a:pt x="28399" y="104387"/>
                </a:lnTo>
                <a:lnTo>
                  <a:pt x="28399" y="104387"/>
                </a:lnTo>
                <a:lnTo>
                  <a:pt x="29566" y="103350"/>
                </a:lnTo>
                <a:lnTo>
                  <a:pt x="30863" y="102572"/>
                </a:lnTo>
                <a:lnTo>
                  <a:pt x="32289" y="101794"/>
                </a:lnTo>
                <a:lnTo>
                  <a:pt x="33716" y="101275"/>
                </a:lnTo>
                <a:lnTo>
                  <a:pt x="35142" y="100756"/>
                </a:lnTo>
                <a:lnTo>
                  <a:pt x="36698" y="100497"/>
                </a:lnTo>
                <a:lnTo>
                  <a:pt x="38384" y="100237"/>
                </a:lnTo>
                <a:lnTo>
                  <a:pt x="40070" y="100237"/>
                </a:lnTo>
                <a:lnTo>
                  <a:pt x="40070" y="100237"/>
                </a:lnTo>
                <a:lnTo>
                  <a:pt x="41755" y="100237"/>
                </a:lnTo>
                <a:lnTo>
                  <a:pt x="43441" y="100497"/>
                </a:lnTo>
                <a:lnTo>
                  <a:pt x="44997" y="100756"/>
                </a:lnTo>
                <a:lnTo>
                  <a:pt x="46424" y="101275"/>
                </a:lnTo>
                <a:lnTo>
                  <a:pt x="47850" y="101794"/>
                </a:lnTo>
                <a:lnTo>
                  <a:pt x="49276" y="102572"/>
                </a:lnTo>
                <a:lnTo>
                  <a:pt x="50443" y="103350"/>
                </a:lnTo>
                <a:lnTo>
                  <a:pt x="51740" y="104387"/>
                </a:lnTo>
                <a:lnTo>
                  <a:pt x="51740" y="104387"/>
                </a:lnTo>
                <a:lnTo>
                  <a:pt x="52777" y="105424"/>
                </a:lnTo>
                <a:lnTo>
                  <a:pt x="53685" y="106591"/>
                </a:lnTo>
                <a:lnTo>
                  <a:pt x="54593" y="107758"/>
                </a:lnTo>
                <a:lnTo>
                  <a:pt x="55241" y="109055"/>
                </a:lnTo>
                <a:lnTo>
                  <a:pt x="55760" y="110482"/>
                </a:lnTo>
                <a:lnTo>
                  <a:pt x="56019" y="111908"/>
                </a:lnTo>
                <a:lnTo>
                  <a:pt x="56279" y="113334"/>
                </a:lnTo>
                <a:lnTo>
                  <a:pt x="56408" y="114890"/>
                </a:lnTo>
                <a:lnTo>
                  <a:pt x="56408" y="114890"/>
                </a:lnTo>
                <a:lnTo>
                  <a:pt x="56279" y="116576"/>
                </a:lnTo>
                <a:lnTo>
                  <a:pt x="56019" y="118003"/>
                </a:lnTo>
                <a:lnTo>
                  <a:pt x="55760" y="119429"/>
                </a:lnTo>
                <a:lnTo>
                  <a:pt x="55241" y="120855"/>
                </a:lnTo>
                <a:lnTo>
                  <a:pt x="54593" y="122152"/>
                </a:lnTo>
                <a:lnTo>
                  <a:pt x="53685" y="123319"/>
                </a:lnTo>
                <a:lnTo>
                  <a:pt x="52777" y="124486"/>
                </a:lnTo>
                <a:lnTo>
                  <a:pt x="51740" y="125524"/>
                </a:lnTo>
                <a:lnTo>
                  <a:pt x="51740" y="125524"/>
                </a:lnTo>
                <a:lnTo>
                  <a:pt x="50443" y="126561"/>
                </a:lnTo>
                <a:lnTo>
                  <a:pt x="49276" y="127339"/>
                </a:lnTo>
                <a:lnTo>
                  <a:pt x="47850" y="128117"/>
                </a:lnTo>
                <a:lnTo>
                  <a:pt x="46424" y="128636"/>
                </a:lnTo>
                <a:lnTo>
                  <a:pt x="44997" y="129154"/>
                </a:lnTo>
                <a:lnTo>
                  <a:pt x="43441" y="129414"/>
                </a:lnTo>
                <a:lnTo>
                  <a:pt x="41755" y="129673"/>
                </a:lnTo>
                <a:lnTo>
                  <a:pt x="40070" y="129673"/>
                </a:lnTo>
                <a:lnTo>
                  <a:pt x="40070" y="129673"/>
                </a:lnTo>
                <a:lnTo>
                  <a:pt x="38384" y="129673"/>
                </a:lnTo>
                <a:lnTo>
                  <a:pt x="36698" y="129414"/>
                </a:lnTo>
                <a:lnTo>
                  <a:pt x="35142" y="129154"/>
                </a:lnTo>
                <a:lnTo>
                  <a:pt x="33716" y="128636"/>
                </a:lnTo>
                <a:lnTo>
                  <a:pt x="32289" y="128117"/>
                </a:lnTo>
                <a:lnTo>
                  <a:pt x="30863" y="127339"/>
                </a:lnTo>
                <a:lnTo>
                  <a:pt x="29566" y="126561"/>
                </a:lnTo>
                <a:lnTo>
                  <a:pt x="28399" y="125524"/>
                </a:lnTo>
                <a:lnTo>
                  <a:pt x="28399" y="125524"/>
                </a:lnTo>
                <a:lnTo>
                  <a:pt x="27362" y="124486"/>
                </a:lnTo>
                <a:lnTo>
                  <a:pt x="26324" y="123319"/>
                </a:lnTo>
                <a:lnTo>
                  <a:pt x="25546" y="122152"/>
                </a:lnTo>
                <a:lnTo>
                  <a:pt x="24898" y="120855"/>
                </a:lnTo>
                <a:lnTo>
                  <a:pt x="24379" y="119429"/>
                </a:lnTo>
                <a:lnTo>
                  <a:pt x="24120" y="118003"/>
                </a:lnTo>
                <a:lnTo>
                  <a:pt x="23861" y="116576"/>
                </a:lnTo>
                <a:lnTo>
                  <a:pt x="23731" y="114890"/>
                </a:lnTo>
                <a:lnTo>
                  <a:pt x="23731" y="114890"/>
                </a:lnTo>
                <a:close/>
              </a:path>
            </a:pathLst>
          </a:custGeom>
          <a:noFill/>
          <a:ln cap="rnd" cmpd="sng" w="952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996" name="Google Shape;1996;g2ee77736311_0_2144"/>
          <p:cNvPicPr preferRelativeResize="0"/>
          <p:nvPr/>
        </p:nvPicPr>
        <p:blipFill rotWithShape="1">
          <a:blip r:embed="rId4">
            <a:alphaModFix/>
          </a:blip>
          <a:srcRect b="9919" l="31937" r="31140" t="5513"/>
          <a:stretch/>
        </p:blipFill>
        <p:spPr>
          <a:xfrm>
            <a:off x="5923575" y="725"/>
            <a:ext cx="3220500" cy="514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2ee77736311_0_2155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2002" name="Google Shape;2002;g2ee77736311_0_2155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Defending the Wall</a:t>
            </a:r>
            <a:endParaRPr/>
          </a:p>
        </p:txBody>
      </p:sp>
      <p:sp>
        <p:nvSpPr>
          <p:cNvPr id="2003" name="Google Shape;2003;g2ee77736311_0_2155"/>
          <p:cNvSpPr txBox="1"/>
          <p:nvPr>
            <p:ph idx="3" type="body"/>
          </p:nvPr>
        </p:nvSpPr>
        <p:spPr>
          <a:xfrm>
            <a:off x="656750" y="1273050"/>
            <a:ext cx="7188900" cy="2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Now that we’ve assembled a list of potential attacks, your next task is to develop a list of at least 10 strategies to mitigate the website’s risk of unauthorized access. Be prepared to share!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004" name="Google Shape;2004;g2ee77736311_0_2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g2ee77736311_0_2165"/>
          <p:cNvSpPr/>
          <p:nvPr/>
        </p:nvSpPr>
        <p:spPr>
          <a:xfrm>
            <a:off x="1287175" y="1152825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g2ee77736311_0_2165"/>
          <p:cNvSpPr/>
          <p:nvPr/>
        </p:nvSpPr>
        <p:spPr>
          <a:xfrm>
            <a:off x="1287175" y="3894700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g2ee77736311_0_2165"/>
          <p:cNvSpPr/>
          <p:nvPr/>
        </p:nvSpPr>
        <p:spPr>
          <a:xfrm>
            <a:off x="1287175" y="32098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g2ee77736311_0_2165"/>
          <p:cNvSpPr/>
          <p:nvPr/>
        </p:nvSpPr>
        <p:spPr>
          <a:xfrm>
            <a:off x="1287175" y="2528213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g2ee77736311_0_2165"/>
          <p:cNvSpPr/>
          <p:nvPr/>
        </p:nvSpPr>
        <p:spPr>
          <a:xfrm>
            <a:off x="1287175" y="1827925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8" name="Google Shape;2018;g2ee77736311_0_2165"/>
          <p:cNvGrpSpPr/>
          <p:nvPr/>
        </p:nvGrpSpPr>
        <p:grpSpPr>
          <a:xfrm>
            <a:off x="457200" y="1152829"/>
            <a:ext cx="776900" cy="459019"/>
            <a:chOff x="457200" y="1466425"/>
            <a:chExt cx="776900" cy="486300"/>
          </a:xfrm>
        </p:grpSpPr>
        <p:sp>
          <p:nvSpPr>
            <p:cNvPr id="2019" name="Google Shape;2019;g2ee77736311_0_21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0" name="Google Shape;2020;g2ee77736311_0_21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021" name="Google Shape;2021;g2ee77736311_0_2165"/>
          <p:cNvGrpSpPr/>
          <p:nvPr/>
        </p:nvGrpSpPr>
        <p:grpSpPr>
          <a:xfrm>
            <a:off x="457200" y="1807705"/>
            <a:ext cx="776900" cy="486300"/>
            <a:chOff x="457200" y="1466425"/>
            <a:chExt cx="776900" cy="486300"/>
          </a:xfrm>
        </p:grpSpPr>
        <p:sp>
          <p:nvSpPr>
            <p:cNvPr id="2022" name="Google Shape;2022;g2ee77736311_0_21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3" name="Google Shape;2023;g2ee77736311_0_21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024" name="Google Shape;2024;g2ee77736311_0_2165"/>
          <p:cNvGrpSpPr/>
          <p:nvPr/>
        </p:nvGrpSpPr>
        <p:grpSpPr>
          <a:xfrm>
            <a:off x="457200" y="2524561"/>
            <a:ext cx="776900" cy="437378"/>
            <a:chOff x="457200" y="1466425"/>
            <a:chExt cx="776900" cy="486300"/>
          </a:xfrm>
        </p:grpSpPr>
        <p:sp>
          <p:nvSpPr>
            <p:cNvPr id="2025" name="Google Shape;2025;g2ee77736311_0_21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6" name="Google Shape;2026;g2ee77736311_0_21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027" name="Google Shape;2027;g2ee77736311_0_2165"/>
          <p:cNvGrpSpPr/>
          <p:nvPr/>
        </p:nvGrpSpPr>
        <p:grpSpPr>
          <a:xfrm>
            <a:off x="457200" y="3208029"/>
            <a:ext cx="776900" cy="459019"/>
            <a:chOff x="457200" y="1466425"/>
            <a:chExt cx="776900" cy="486300"/>
          </a:xfrm>
        </p:grpSpPr>
        <p:sp>
          <p:nvSpPr>
            <p:cNvPr id="2028" name="Google Shape;2028;g2ee77736311_0_21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9" name="Google Shape;2029;g2ee77736311_0_21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030" name="Google Shape;2030;g2ee77736311_0_2165"/>
          <p:cNvGrpSpPr/>
          <p:nvPr/>
        </p:nvGrpSpPr>
        <p:grpSpPr>
          <a:xfrm>
            <a:off x="457200" y="3896586"/>
            <a:ext cx="776900" cy="437378"/>
            <a:chOff x="457200" y="1466425"/>
            <a:chExt cx="776900" cy="486300"/>
          </a:xfrm>
        </p:grpSpPr>
        <p:sp>
          <p:nvSpPr>
            <p:cNvPr id="2031" name="Google Shape;2031;g2ee77736311_0_216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2" name="Google Shape;2032;g2ee77736311_0_216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2033" name="Google Shape;2033;g2ee77736311_0_2165"/>
          <p:cNvSpPr txBox="1"/>
          <p:nvPr>
            <p:ph idx="4294967295" type="body"/>
          </p:nvPr>
        </p:nvSpPr>
        <p:spPr>
          <a:xfrm>
            <a:off x="1287250" y="117420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Strong password policies</a:t>
            </a:r>
            <a:endParaRPr/>
          </a:p>
        </p:txBody>
      </p:sp>
      <p:sp>
        <p:nvSpPr>
          <p:cNvPr id="2034" name="Google Shape;2034;g2ee77736311_0_2165"/>
          <p:cNvSpPr txBox="1"/>
          <p:nvPr>
            <p:ph idx="4294967295" type="body"/>
          </p:nvPr>
        </p:nvSpPr>
        <p:spPr>
          <a:xfrm>
            <a:off x="1287250" y="18493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Phishing training programs</a:t>
            </a:r>
            <a:endParaRPr/>
          </a:p>
        </p:txBody>
      </p:sp>
      <p:sp>
        <p:nvSpPr>
          <p:cNvPr id="2035" name="Google Shape;2035;g2ee77736311_0_2165"/>
          <p:cNvSpPr txBox="1"/>
          <p:nvPr>
            <p:ph idx="4294967295" type="body"/>
          </p:nvPr>
        </p:nvSpPr>
        <p:spPr>
          <a:xfrm>
            <a:off x="1287250" y="253320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Anti-keylogging software</a:t>
            </a:r>
            <a:endParaRPr/>
          </a:p>
        </p:txBody>
      </p:sp>
      <p:sp>
        <p:nvSpPr>
          <p:cNvPr id="2036" name="Google Shape;2036;g2ee77736311_0_2165"/>
          <p:cNvSpPr txBox="1"/>
          <p:nvPr>
            <p:ph idx="4294967295" type="body"/>
          </p:nvPr>
        </p:nvSpPr>
        <p:spPr>
          <a:xfrm>
            <a:off x="1287250" y="321490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850"/>
              <a:t>Session management security</a:t>
            </a:r>
            <a:endParaRPr sz="1850"/>
          </a:p>
        </p:txBody>
      </p:sp>
      <p:sp>
        <p:nvSpPr>
          <p:cNvPr id="2037" name="Google Shape;2037;g2ee77736311_0_2165"/>
          <p:cNvSpPr txBox="1"/>
          <p:nvPr>
            <p:ph idx="4294967295" type="body"/>
          </p:nvPr>
        </p:nvSpPr>
        <p:spPr>
          <a:xfrm>
            <a:off x="1287250" y="3908000"/>
            <a:ext cx="25980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Encryption</a:t>
            </a:r>
            <a:endParaRPr/>
          </a:p>
        </p:txBody>
      </p:sp>
      <p:sp>
        <p:nvSpPr>
          <p:cNvPr id="2038" name="Google Shape;2038;g2ee77736311_0_216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Risk Mitigation Plan</a:t>
            </a:r>
            <a:endParaRPr/>
          </a:p>
        </p:txBody>
      </p:sp>
      <p:sp>
        <p:nvSpPr>
          <p:cNvPr id="2039" name="Google Shape;2039;g2ee77736311_0_2165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Potential Defenses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2ee77736311_0_219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Risk Mitigation Plan</a:t>
            </a:r>
            <a:endParaRPr/>
          </a:p>
        </p:txBody>
      </p:sp>
      <p:sp>
        <p:nvSpPr>
          <p:cNvPr id="2045" name="Google Shape;2045;g2ee77736311_0_2195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Potential Defenses</a:t>
            </a:r>
            <a:endParaRPr/>
          </a:p>
        </p:txBody>
      </p:sp>
      <p:sp>
        <p:nvSpPr>
          <p:cNvPr id="2046" name="Google Shape;2046;g2ee77736311_0_2195"/>
          <p:cNvSpPr/>
          <p:nvPr/>
        </p:nvSpPr>
        <p:spPr>
          <a:xfrm>
            <a:off x="1284857" y="1152825"/>
            <a:ext cx="74019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g2ee77736311_0_2195"/>
          <p:cNvSpPr/>
          <p:nvPr/>
        </p:nvSpPr>
        <p:spPr>
          <a:xfrm>
            <a:off x="1284857" y="3894700"/>
            <a:ext cx="74019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g2ee77736311_0_2195"/>
          <p:cNvSpPr/>
          <p:nvPr/>
        </p:nvSpPr>
        <p:spPr>
          <a:xfrm>
            <a:off x="1284857" y="3209800"/>
            <a:ext cx="74019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g2ee77736311_0_2195"/>
          <p:cNvSpPr/>
          <p:nvPr/>
        </p:nvSpPr>
        <p:spPr>
          <a:xfrm>
            <a:off x="1284857" y="2528213"/>
            <a:ext cx="74019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g2ee77736311_0_2195"/>
          <p:cNvSpPr/>
          <p:nvPr/>
        </p:nvSpPr>
        <p:spPr>
          <a:xfrm>
            <a:off x="1284857" y="1827925"/>
            <a:ext cx="74019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1" name="Google Shape;2051;g2ee77736311_0_2195"/>
          <p:cNvGrpSpPr/>
          <p:nvPr/>
        </p:nvGrpSpPr>
        <p:grpSpPr>
          <a:xfrm>
            <a:off x="454870" y="1152829"/>
            <a:ext cx="776900" cy="459019"/>
            <a:chOff x="457200" y="1466425"/>
            <a:chExt cx="776900" cy="486300"/>
          </a:xfrm>
        </p:grpSpPr>
        <p:sp>
          <p:nvSpPr>
            <p:cNvPr id="2052" name="Google Shape;2052;g2ee77736311_0_219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3" name="Google Shape;2053;g2ee77736311_0_219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054" name="Google Shape;2054;g2ee77736311_0_2195"/>
          <p:cNvGrpSpPr/>
          <p:nvPr/>
        </p:nvGrpSpPr>
        <p:grpSpPr>
          <a:xfrm>
            <a:off x="454870" y="1807705"/>
            <a:ext cx="776900" cy="486300"/>
            <a:chOff x="457200" y="1466425"/>
            <a:chExt cx="776900" cy="486300"/>
          </a:xfrm>
        </p:grpSpPr>
        <p:sp>
          <p:nvSpPr>
            <p:cNvPr id="2055" name="Google Shape;2055;g2ee77736311_0_219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07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6" name="Google Shape;2056;g2ee77736311_0_219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057" name="Google Shape;2057;g2ee77736311_0_2195"/>
          <p:cNvGrpSpPr/>
          <p:nvPr/>
        </p:nvGrpSpPr>
        <p:grpSpPr>
          <a:xfrm>
            <a:off x="454870" y="2524561"/>
            <a:ext cx="776900" cy="437378"/>
            <a:chOff x="457200" y="1466425"/>
            <a:chExt cx="776900" cy="486300"/>
          </a:xfrm>
        </p:grpSpPr>
        <p:sp>
          <p:nvSpPr>
            <p:cNvPr id="2058" name="Google Shape;2058;g2ee77736311_0_219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08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9" name="Google Shape;2059;g2ee77736311_0_219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060" name="Google Shape;2060;g2ee77736311_0_2195"/>
          <p:cNvGrpSpPr/>
          <p:nvPr/>
        </p:nvGrpSpPr>
        <p:grpSpPr>
          <a:xfrm>
            <a:off x="454870" y="3208029"/>
            <a:ext cx="776900" cy="459019"/>
            <a:chOff x="457200" y="1466425"/>
            <a:chExt cx="776900" cy="486300"/>
          </a:xfrm>
        </p:grpSpPr>
        <p:sp>
          <p:nvSpPr>
            <p:cNvPr id="2061" name="Google Shape;2061;g2ee77736311_0_219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09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2" name="Google Shape;2062;g2ee77736311_0_219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063" name="Google Shape;2063;g2ee77736311_0_2195"/>
          <p:cNvGrpSpPr/>
          <p:nvPr/>
        </p:nvGrpSpPr>
        <p:grpSpPr>
          <a:xfrm>
            <a:off x="454870" y="3896586"/>
            <a:ext cx="776900" cy="437378"/>
            <a:chOff x="457200" y="1466425"/>
            <a:chExt cx="776900" cy="486300"/>
          </a:xfrm>
        </p:grpSpPr>
        <p:sp>
          <p:nvSpPr>
            <p:cNvPr id="2064" name="Google Shape;2064;g2ee77736311_0_219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5" name="Google Shape;2065;g2ee77736311_0_219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2066" name="Google Shape;2066;g2ee77736311_0_2195"/>
          <p:cNvSpPr txBox="1"/>
          <p:nvPr>
            <p:ph idx="4294967295" type="body"/>
          </p:nvPr>
        </p:nvSpPr>
        <p:spPr>
          <a:xfrm>
            <a:off x="1284926" y="1174200"/>
            <a:ext cx="6487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Multi-factor authentication (MFA)</a:t>
            </a:r>
            <a:endParaRPr/>
          </a:p>
        </p:txBody>
      </p:sp>
      <p:sp>
        <p:nvSpPr>
          <p:cNvPr id="2067" name="Google Shape;2067;g2ee77736311_0_2195"/>
          <p:cNvSpPr txBox="1"/>
          <p:nvPr>
            <p:ph idx="4294967295" type="body"/>
          </p:nvPr>
        </p:nvSpPr>
        <p:spPr>
          <a:xfrm>
            <a:off x="1284926" y="1849378"/>
            <a:ext cx="6487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Regular security audits</a:t>
            </a:r>
            <a:endParaRPr/>
          </a:p>
        </p:txBody>
      </p:sp>
      <p:sp>
        <p:nvSpPr>
          <p:cNvPr id="2068" name="Google Shape;2068;g2ee77736311_0_2195"/>
          <p:cNvSpPr txBox="1"/>
          <p:nvPr>
            <p:ph idx="4294967295" type="body"/>
          </p:nvPr>
        </p:nvSpPr>
        <p:spPr>
          <a:xfrm>
            <a:off x="1284926" y="2533206"/>
            <a:ext cx="6487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Software and patch management</a:t>
            </a:r>
            <a:endParaRPr/>
          </a:p>
        </p:txBody>
      </p:sp>
      <p:sp>
        <p:nvSpPr>
          <p:cNvPr id="2069" name="Google Shape;2069;g2ee77736311_0_2195"/>
          <p:cNvSpPr txBox="1"/>
          <p:nvPr>
            <p:ph idx="4294967295" type="body"/>
          </p:nvPr>
        </p:nvSpPr>
        <p:spPr>
          <a:xfrm>
            <a:off x="1284926" y="3214897"/>
            <a:ext cx="6487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Employee security training</a:t>
            </a:r>
            <a:endParaRPr/>
          </a:p>
        </p:txBody>
      </p:sp>
      <p:sp>
        <p:nvSpPr>
          <p:cNvPr id="2070" name="Google Shape;2070;g2ee77736311_0_2195"/>
          <p:cNvSpPr txBox="1"/>
          <p:nvPr>
            <p:ph idx="4294967295" type="body"/>
          </p:nvPr>
        </p:nvSpPr>
        <p:spPr>
          <a:xfrm>
            <a:off x="1284926" y="3908000"/>
            <a:ext cx="6487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Advanced intrusion detection systems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2ee77736311_0_2225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Effective </a:t>
            </a:r>
            <a:r>
              <a:rPr b="1" lang="en"/>
              <a:t>risk mitigation</a:t>
            </a:r>
            <a:r>
              <a:rPr lang="en"/>
              <a:t> </a:t>
            </a:r>
            <a:r>
              <a:rPr b="1" lang="en"/>
              <a:t>strategies </a:t>
            </a:r>
            <a:r>
              <a:rPr lang="en"/>
              <a:t>can address </a:t>
            </a:r>
            <a:r>
              <a:rPr b="1" lang="en"/>
              <a:t>multiple </a:t>
            </a:r>
            <a:r>
              <a:rPr lang="en"/>
              <a:t>threats at once.</a:t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