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Roboto"/>
      <p:regular r:id="rId60"/>
      <p:bold r:id="rId61"/>
      <p:italic r:id="rId62"/>
      <p:boldItalic r:id="rId63"/>
    </p:embeddedFont>
    <p:embeddedFont>
      <p:font typeface="Roboto Medium"/>
      <p:regular r:id="rId64"/>
      <p:bold r:id="rId65"/>
      <p:italic r:id="rId66"/>
      <p:boldItalic r:id="rId67"/>
    </p:embeddedFont>
    <p:embeddedFont>
      <p:font typeface="Inconsolata"/>
      <p:regular r:id="rId68"/>
      <p:bold r:id="rId69"/>
    </p:embeddedFont>
    <p:embeddedFont>
      <p:font typeface="Roboto Light"/>
      <p:regular r:id="rId70"/>
      <p:bold r:id="rId71"/>
      <p:italic r:id="rId72"/>
      <p:boldItalic r:id="rId73"/>
    </p:embeddedFont>
    <p:embeddedFont>
      <p:font typeface="Oswald"/>
      <p:regular r:id="rId74"/>
      <p:bold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47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28BE73-FE7C-463C-B4DD-11965118B013}">
  <a:tblStyle styleId="{1328BE73-FE7C-463C-B4DD-11965118B013}"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4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Light-boldItalic.fntdata"/><Relationship Id="rId72" Type="http://schemas.openxmlformats.org/officeDocument/2006/relationships/font" Target="fonts/RobotoLight-italic.fntdata"/><Relationship Id="rId75" Type="http://schemas.openxmlformats.org/officeDocument/2006/relationships/font" Target="fonts/Oswald-bold.fntdata"/><Relationship Id="rId74" Type="http://schemas.openxmlformats.org/officeDocument/2006/relationships/font" Target="fonts/Oswald-regular.fntdata"/><Relationship Id="rId71" Type="http://schemas.openxmlformats.org/officeDocument/2006/relationships/font" Target="fonts/RobotoLight-bold.fntdata"/><Relationship Id="rId70" Type="http://schemas.openxmlformats.org/officeDocument/2006/relationships/font" Target="fonts/RobotoLight-regular.fntdata"/><Relationship Id="rId62" Type="http://schemas.openxmlformats.org/officeDocument/2006/relationships/font" Target="fonts/Roboto-italic.fntdata"/><Relationship Id="rId61" Type="http://schemas.openxmlformats.org/officeDocument/2006/relationships/font" Target="fonts/Roboto-bold.fntdata"/><Relationship Id="rId64" Type="http://schemas.openxmlformats.org/officeDocument/2006/relationships/font" Target="fonts/RobotoMedium-regular.fntdata"/><Relationship Id="rId63" Type="http://schemas.openxmlformats.org/officeDocument/2006/relationships/font" Target="fonts/Roboto-boldItalic.fntdata"/><Relationship Id="rId66" Type="http://schemas.openxmlformats.org/officeDocument/2006/relationships/font" Target="fonts/RobotoMedium-italic.fntdata"/><Relationship Id="rId65" Type="http://schemas.openxmlformats.org/officeDocument/2006/relationships/font" Target="fonts/RobotoMedium-bold.fntdata"/><Relationship Id="rId68" Type="http://schemas.openxmlformats.org/officeDocument/2006/relationships/font" Target="fonts/Inconsolata-regular.fntdata"/><Relationship Id="rId67" Type="http://schemas.openxmlformats.org/officeDocument/2006/relationships/font" Target="fonts/RobotoMedium-boldItalic.fntdata"/><Relationship Id="rId60" Type="http://schemas.openxmlformats.org/officeDocument/2006/relationships/font" Target="fonts/Roboto-regular.fntdata"/><Relationship Id="rId69" Type="http://schemas.openxmlformats.org/officeDocument/2006/relationships/font" Target="fonts/Inconsolata-bold.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cademia.edu/29461503/Digital_Marketing_Definition_History_Strategies_Developments_Advantages_and_Limitaion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fb925c7b0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fb925c7b0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07f7de4c6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307f7de4c6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3059e59544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g3059e59544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2f9a66584d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8" name="Google Shape;1148;g2f9a66584df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#3 Instructor Do</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latin typeface="Roboto"/>
                <a:ea typeface="Roboto"/>
                <a:cs typeface="Roboto"/>
                <a:sym typeface="Roboto"/>
              </a:rPr>
              <a:t>The term </a:t>
            </a:r>
            <a:r>
              <a:rPr i="1" lang="en">
                <a:solidFill>
                  <a:schemeClr val="dk1"/>
                </a:solidFill>
                <a:latin typeface="Roboto"/>
                <a:ea typeface="Roboto"/>
                <a:cs typeface="Roboto"/>
                <a:sym typeface="Roboto"/>
              </a:rPr>
              <a:t>digital marketing</a:t>
            </a:r>
            <a:r>
              <a:rPr lang="en">
                <a:solidFill>
                  <a:schemeClr val="dk1"/>
                </a:solidFill>
                <a:latin typeface="Roboto"/>
                <a:ea typeface="Roboto"/>
                <a:cs typeface="Roboto"/>
                <a:sym typeface="Roboto"/>
              </a:rPr>
              <a:t> wasn’t even used before the 1990s (</a:t>
            </a:r>
            <a:r>
              <a:rPr lang="en" u="sng">
                <a:solidFill>
                  <a:srgbClr val="1155CC"/>
                </a:solidFill>
                <a:latin typeface="Roboto"/>
                <a:ea typeface="Roboto"/>
                <a:cs typeface="Roboto"/>
                <a:sym typeface="Roboto"/>
                <a:hlinkClick r:id="rId2">
                  <a:extLst>
                    <a:ext uri="{A12FA001-AC4F-418D-AE19-62706E023703}">
                      <ahyp:hlinkClr val="tx"/>
                    </a:ext>
                  </a:extLst>
                </a:hlinkClick>
              </a:rPr>
              <a:t>source</a:t>
            </a:r>
            <a:r>
              <a:rPr lang="en">
                <a:solidFill>
                  <a:schemeClr val="dk1"/>
                </a:solidFill>
                <a:latin typeface="Roboto"/>
                <a:ea typeface="Roboto"/>
                <a:cs typeface="Roboto"/>
                <a:sym typeface="Roboto"/>
              </a:rPr>
              <a:t>). Personal computers started becoming popular in the 1980s, but the advent of the internet in the 1990s is what pivoted the direction of marketing. Even into the early 2000s, marketers largely relied on traditional channels to promote their wares.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g307f7de4c64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6" name="Google Shape;1166;g307f7de4c64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2f9a66584df_0_10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2" name="Google Shape;1172;g2f9a66584df_0_10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f9a66584df_0_1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f9a66584df_0_1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2f9a66584df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2f9a66584df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2f9a66584df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2f9a66584df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g2fb667c8cb4_0_12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2" name="Google Shape;1212;g2fb667c8cb4_0_12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2fb667c8cb4_0_12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2fb667c8cb4_0_12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fbcef633a6_0_5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fbcef633a6_0_5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2fcb524e581_0_4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2fcb524e581_0_4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2f9a66584df_0_1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2f9a66584df_0_1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2f9a66584df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2f9a66584df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shutterstock_287479460_laptop_attack</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f9a66584df_0_2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2f9a66584df_0_2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AdobeStock_295428334</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f9a66584df_0_3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2" name="Google Shape;1282;g2f9a66584df_0_3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5" name="Shape 1285"/>
        <p:cNvGrpSpPr/>
        <p:nvPr/>
      </p:nvGrpSpPr>
      <p:grpSpPr>
        <a:xfrm>
          <a:off x="0" y="0"/>
          <a:ext cx="0" cy="0"/>
          <a:chOff x="0" y="0"/>
          <a:chExt cx="0" cy="0"/>
        </a:xfrm>
      </p:grpSpPr>
      <p:sp>
        <p:nvSpPr>
          <p:cNvPr id="1286" name="Google Shape;1286;g2f9a66584df_0_3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7" name="Google Shape;1287;g2f9a66584df_0_3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shutterstock_765037822</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2f9a66584df_0_44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2f9a66584df_0_44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2f9a66584df_0_5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2f9a66584df_0_5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2d3e7a0ca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9" name="Google Shape;1329;g2d3e7a0ca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2d3e7a0cad0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2d3e7a0cad0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2d3e7a0cad0_0_1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2d3e7a0cad0_0_1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d3e7a0cad0_0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2d3e7a0cad0_0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2d3e7a0cad0_0_1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2d3e7a0cad0_0_1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9" name="Shape 1599"/>
        <p:cNvGrpSpPr/>
        <p:nvPr/>
      </p:nvGrpSpPr>
      <p:grpSpPr>
        <a:xfrm>
          <a:off x="0" y="0"/>
          <a:ext cx="0" cy="0"/>
          <a:chOff x="0" y="0"/>
          <a:chExt cx="0" cy="0"/>
        </a:xfrm>
      </p:grpSpPr>
      <p:sp>
        <p:nvSpPr>
          <p:cNvPr id="1600" name="Google Shape;1600;g2d3e7a0cad0_0_1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1" name="Google Shape;1601;g2d3e7a0cad0_0_1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g2d3e7a0cad0_0_1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1" name="Google Shape;1671;g2d3e7a0cad0_0_1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307499ca46d_2_2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2" name="Google Shape;1682;g307499ca46d_2_2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g2d3e7a0cad0_0_20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7" name="Google Shape;1687;g2d3e7a0cad0_0_20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g2fcb524e581_0_30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9" name="Google Shape;1699;g2fcb524e581_0_30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2fcb524e581_0_30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2fcb524e581_0_30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g2fcb524e581_0_30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1" name="Google Shape;1711;g2fcb524e581_0_30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2d3e7a0cad0_0_3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5" name="Google Shape;1715;g2d3e7a0cad0_0_3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2d3e7a0cad0_0_3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9" name="Google Shape;1719;g2d3e7a0cad0_0_3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g2d3e7a0cad0_0_3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5" name="Google Shape;1725;g2d3e7a0cad0_0_3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900">
                <a:latin typeface="Roboto"/>
                <a:ea typeface="Roboto"/>
                <a:cs typeface="Roboto"/>
                <a:sym typeface="Roboto"/>
              </a:rPr>
              <a:t>Ishutterstock_1788958916</a:t>
            </a:r>
            <a:endParaRPr i="1" sz="900">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d3e7a0cad0_0_4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2d3e7a0cad0_0_4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g2d3e7a0cad0_0_4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9" name="Google Shape;1759;g2d3e7a0cad0_0_4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2d3e7a0cad0_0_4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2d3e7a0cad0_0_4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2d3e7a0cad0_0_6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0" name="Google Shape;1780;g2d3e7a0cad0_0_6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g2d3e7a0cad0_0_6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5" name="Google Shape;1815;g2d3e7a0cad0_0_6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1" name="Shape 1821"/>
        <p:cNvGrpSpPr/>
        <p:nvPr/>
      </p:nvGrpSpPr>
      <p:grpSpPr>
        <a:xfrm>
          <a:off x="0" y="0"/>
          <a:ext cx="0" cy="0"/>
          <a:chOff x="0" y="0"/>
          <a:chExt cx="0" cy="0"/>
        </a:xfrm>
      </p:grpSpPr>
      <p:sp>
        <p:nvSpPr>
          <p:cNvPr id="1822" name="Google Shape;1822;g2d3e7a0cad0_0_6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3" name="Google Shape;1823;g2d3e7a0cad0_0_6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g2d3e7a0cad0_0_6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1" name="Google Shape;1831;g2d3e7a0cad0_0_6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2d3e7a0cad0_0_6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g2d3e7a0cad0_0_6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5" name="Shape 1845"/>
        <p:cNvGrpSpPr/>
        <p:nvPr/>
      </p:nvGrpSpPr>
      <p:grpSpPr>
        <a:xfrm>
          <a:off x="0" y="0"/>
          <a:ext cx="0" cy="0"/>
          <a:chOff x="0" y="0"/>
          <a:chExt cx="0" cy="0"/>
        </a:xfrm>
      </p:grpSpPr>
      <p:sp>
        <p:nvSpPr>
          <p:cNvPr id="1846" name="Google Shape;1846;g2d3e7a0cad0_0_6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7" name="Google Shape;1847;g2d3e7a0cad0_0_6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2d3e7a0cad0_0_6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2d3e7a0cad0_0_6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g2d3e7a0cad0_0_6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g2d3e7a0cad0_0_6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g2d3e7a0cad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1" name="Google Shape;1871;g2d3e7a0cad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7" name="Shape 1877"/>
        <p:cNvGrpSpPr/>
        <p:nvPr/>
      </p:nvGrpSpPr>
      <p:grpSpPr>
        <a:xfrm>
          <a:off x="0" y="0"/>
          <a:ext cx="0" cy="0"/>
          <a:chOff x="0" y="0"/>
          <a:chExt cx="0" cy="0"/>
        </a:xfrm>
      </p:grpSpPr>
      <p:sp>
        <p:nvSpPr>
          <p:cNvPr id="1878" name="Google Shape;1878;g2d3e7a0cad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9" name="Google Shape;1879;g2d3e7a0cad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1" name="Shape 1881"/>
        <p:cNvGrpSpPr/>
        <p:nvPr/>
      </p:nvGrpSpPr>
      <p:grpSpPr>
        <a:xfrm>
          <a:off x="0" y="0"/>
          <a:ext cx="0" cy="0"/>
          <a:chOff x="0" y="0"/>
          <a:chExt cx="0" cy="0"/>
        </a:xfrm>
      </p:grpSpPr>
      <p:sp>
        <p:nvSpPr>
          <p:cNvPr id="1882" name="Google Shape;1882;g2d3e7a0cad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3" name="Google Shape;1883;g2d3e7a0cad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7" name="Google Shape;1887;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9.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9.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9.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a:t>
            </a:r>
            <a:r>
              <a:rPr lang="en" sz="4000">
                <a:solidFill>
                  <a:schemeClr val="lt1"/>
                </a:solidFill>
                <a:latin typeface="Roboto"/>
                <a:ea typeface="Roboto"/>
                <a:cs typeface="Roboto"/>
                <a:sym typeface="Roboto"/>
              </a:rPr>
              <a:t>U</a:t>
            </a:r>
            <a:r>
              <a:rPr b="0" i="0" lang="en" sz="4000" u="none" cap="none" strike="noStrike">
                <a:solidFill>
                  <a:schemeClr val="lt1"/>
                </a:solidFill>
                <a:latin typeface="Roboto"/>
                <a:ea typeface="Roboto"/>
                <a:cs typeface="Roboto"/>
                <a:sym typeface="Roboto"/>
              </a:rPr>
              <a:t>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a:t>
            </a:r>
            <a:r>
              <a:rPr lang="en" sz="4000">
                <a:solidFill>
                  <a:schemeClr val="lt1"/>
                </a:solidFill>
                <a:latin typeface="Roboto"/>
                <a:ea typeface="Roboto"/>
                <a:cs typeface="Roboto"/>
                <a:sym typeface="Roboto"/>
              </a:rPr>
              <a:t>R</a:t>
            </a:r>
            <a:r>
              <a:rPr b="0" i="0" lang="en" sz="4000" u="none" cap="none" strike="noStrike">
                <a:solidFill>
                  <a:schemeClr val="lt1"/>
                </a:solidFill>
                <a:latin typeface="Roboto"/>
                <a:ea typeface="Roboto"/>
                <a:cs typeface="Roboto"/>
                <a:sym typeface="Roboto"/>
              </a:rPr>
              <a:t>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a:t>
            </a:r>
            <a:r>
              <a:rPr lang="en" sz="4000">
                <a:solidFill>
                  <a:schemeClr val="lt1"/>
                </a:solidFill>
                <a:latin typeface="Roboto"/>
                <a:ea typeface="Roboto"/>
                <a:cs typeface="Roboto"/>
                <a:sym typeface="Roboto"/>
              </a:rPr>
              <a:t>Y</a:t>
            </a:r>
            <a:r>
              <a:rPr b="0" i="0" lang="en" sz="4000" u="none" cap="none" strike="noStrike">
                <a:solidFill>
                  <a:schemeClr val="lt1"/>
                </a:solidFill>
                <a:latin typeface="Roboto"/>
                <a:ea typeface="Roboto"/>
                <a:cs typeface="Roboto"/>
                <a:sym typeface="Roboto"/>
              </a:rPr>
              <a:t>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2">
  <p:cSld name="CUSTOM_2_7_2_5">
    <p:spTree>
      <p:nvGrpSpPr>
        <p:cNvPr id="350" name="Shape 350"/>
        <p:cNvGrpSpPr/>
        <p:nvPr/>
      </p:nvGrpSpPr>
      <p:grpSpPr>
        <a:xfrm>
          <a:off x="0" y="0"/>
          <a:ext cx="0" cy="0"/>
          <a:chOff x="0" y="0"/>
          <a:chExt cx="0" cy="0"/>
        </a:xfrm>
      </p:grpSpPr>
      <p:sp>
        <p:nvSpPr>
          <p:cNvPr id="351" name="Google Shape;351;p52"/>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2" name="Google Shape;352;p52"/>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53" name="Google Shape;353;p52"/>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52"/>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55" name="Google Shape;355;p52"/>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56" name="Google Shape;356;p52"/>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57" name="Google Shape;357;p52"/>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Only">
  <p:cSld name="CUSTOM_2_7_2_6">
    <p:spTree>
      <p:nvGrpSpPr>
        <p:cNvPr id="358" name="Shape 358"/>
        <p:cNvGrpSpPr/>
        <p:nvPr/>
      </p:nvGrpSpPr>
      <p:grpSpPr>
        <a:xfrm>
          <a:off x="0" y="0"/>
          <a:ext cx="0" cy="0"/>
          <a:chOff x="0" y="0"/>
          <a:chExt cx="0" cy="0"/>
        </a:xfrm>
      </p:grpSpPr>
      <p:sp>
        <p:nvSpPr>
          <p:cNvPr id="359" name="Google Shape;359;p53"/>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0" name="Google Shape;360;p53"/>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361" name="Google Shape;361;p53"/>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362" name="Google Shape;362;p53"/>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63" name="Google Shape;363;p53"/>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64" name="Google Shape;364;p5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65" name="Google Shape;365;p53"/>
          <p:cNvSpPr txBox="1"/>
          <p:nvPr>
            <p:ph idx="3" type="body"/>
          </p:nvPr>
        </p:nvSpPr>
        <p:spPr>
          <a:xfrm>
            <a:off x="175" y="1284250"/>
            <a:ext cx="9144000" cy="34074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66" name="Shape 366"/>
        <p:cNvGrpSpPr/>
        <p:nvPr/>
      </p:nvGrpSpPr>
      <p:grpSpPr>
        <a:xfrm>
          <a:off x="0" y="0"/>
          <a:ext cx="0" cy="0"/>
          <a:chOff x="0" y="0"/>
          <a:chExt cx="0" cy="0"/>
        </a:xfrm>
      </p:grpSpPr>
      <p:sp>
        <p:nvSpPr>
          <p:cNvPr id="367" name="Google Shape;367;p54"/>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368" name="Google Shape;368;p5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69" name="Google Shape;369;p54"/>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0" name="Google Shape;370;p54"/>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1" name="Shape 371"/>
        <p:cNvGrpSpPr/>
        <p:nvPr/>
      </p:nvGrpSpPr>
      <p:grpSpPr>
        <a:xfrm>
          <a:off x="0" y="0"/>
          <a:ext cx="0" cy="0"/>
          <a:chOff x="0" y="0"/>
          <a:chExt cx="0" cy="0"/>
        </a:xfrm>
      </p:grpSpPr>
      <p:sp>
        <p:nvSpPr>
          <p:cNvPr id="372" name="Google Shape;372;p55"/>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4" name="Google Shape;374;p55"/>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5" name="Google Shape;375;p55"/>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5"/>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77" name="Google Shape;377;p55"/>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Roboto"/>
              <a:ea typeface="Roboto"/>
              <a:cs typeface="Roboto"/>
              <a:sym typeface="Roboto"/>
            </a:endParaRPr>
          </a:p>
        </p:txBody>
      </p:sp>
      <p:sp>
        <p:nvSpPr>
          <p:cNvPr id="378" name="Google Shape;378;p55"/>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5"/>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sp>
        <p:nvSpPr>
          <p:cNvPr id="380" name="Google Shape;380;p55"/>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Roboto Medium"/>
              <a:ea typeface="Roboto Medium"/>
              <a:cs typeface="Roboto Medium"/>
              <a:sym typeface="Roboto Medium"/>
            </a:endParaRPr>
          </a:p>
        </p:txBody>
      </p:sp>
      <p:sp>
        <p:nvSpPr>
          <p:cNvPr id="381" name="Google Shape;381;p55"/>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382" name="Google Shape;382;p55"/>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a:ea typeface="Roboto"/>
              <a:cs typeface="Roboto"/>
              <a:sym typeface="Roboto"/>
            </a:endParaRPr>
          </a:p>
        </p:txBody>
      </p:sp>
      <p:sp>
        <p:nvSpPr>
          <p:cNvPr id="383" name="Google Shape;383;p55"/>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84" name="Google Shape;384;p55"/>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5" name="Shape 385"/>
        <p:cNvGrpSpPr/>
        <p:nvPr/>
      </p:nvGrpSpPr>
      <p:grpSpPr>
        <a:xfrm>
          <a:off x="0" y="0"/>
          <a:ext cx="0" cy="0"/>
          <a:chOff x="0" y="0"/>
          <a:chExt cx="0" cy="0"/>
        </a:xfrm>
      </p:grpSpPr>
      <p:sp>
        <p:nvSpPr>
          <p:cNvPr id="386" name="Google Shape;386;p56"/>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7" name="Google Shape;387;p56"/>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8" name="Google Shape;388;p56"/>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9" name="Google Shape;389;p56"/>
          <p:cNvSpPr txBox="1"/>
          <p:nvPr>
            <p:ph idx="3" type="body"/>
          </p:nvPr>
        </p:nvSpPr>
        <p:spPr>
          <a:xfrm>
            <a:off x="175" y="1284250"/>
            <a:ext cx="9144000" cy="34491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27_1">
    <p:bg>
      <p:bgPr>
        <a:solidFill>
          <a:srgbClr val="FFFFFF"/>
        </a:solidFill>
      </p:bgPr>
    </p:bg>
    <p:spTree>
      <p:nvGrpSpPr>
        <p:cNvPr id="390" name="Shape 390"/>
        <p:cNvGrpSpPr/>
        <p:nvPr/>
      </p:nvGrpSpPr>
      <p:grpSpPr>
        <a:xfrm>
          <a:off x="0" y="0"/>
          <a:ext cx="0" cy="0"/>
          <a:chOff x="0" y="0"/>
          <a:chExt cx="0" cy="0"/>
        </a:xfrm>
      </p:grpSpPr>
      <p:sp>
        <p:nvSpPr>
          <p:cNvPr id="391" name="Google Shape;391;p57"/>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57"/>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3" name="Google Shape;393;p57"/>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94" name="Google Shape;394;p57"/>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57"/>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6" name="Google Shape;396;p57"/>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97" name="Google Shape;397;p57"/>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57"/>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99" name="Google Shape;399;p57"/>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400" name="Google Shape;400;p57"/>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401" name="Google Shape;401;p57"/>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402" name="Google Shape;402;p5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5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5  1 1">
  <p:cSld name="CUSTOM_21_1_2_1_1">
    <p:spTree>
      <p:nvGrpSpPr>
        <p:cNvPr id="404" name="Shape 404"/>
        <p:cNvGrpSpPr/>
        <p:nvPr/>
      </p:nvGrpSpPr>
      <p:grpSpPr>
        <a:xfrm>
          <a:off x="0" y="0"/>
          <a:ext cx="0" cy="0"/>
          <a:chOff x="0" y="0"/>
          <a:chExt cx="0" cy="0"/>
        </a:xfrm>
      </p:grpSpPr>
      <p:cxnSp>
        <p:nvCxnSpPr>
          <p:cNvPr id="405" name="Google Shape;405;p58"/>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406" name="Google Shape;406;p58"/>
          <p:cNvSpPr/>
          <p:nvPr/>
        </p:nvSpPr>
        <p:spPr>
          <a:xfrm>
            <a:off x="953325" y="2007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8"/>
          <p:cNvSpPr/>
          <p:nvPr/>
        </p:nvSpPr>
        <p:spPr>
          <a:xfrm>
            <a:off x="953325" y="26496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8"/>
          <p:cNvSpPr/>
          <p:nvPr/>
        </p:nvSpPr>
        <p:spPr>
          <a:xfrm>
            <a:off x="953325" y="3343150"/>
            <a:ext cx="7517100" cy="61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8"/>
          <p:cNvSpPr/>
          <p:nvPr/>
        </p:nvSpPr>
        <p:spPr>
          <a:xfrm>
            <a:off x="953325" y="42082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8"/>
          <p:cNvSpPr/>
          <p:nvPr/>
        </p:nvSpPr>
        <p:spPr>
          <a:xfrm>
            <a:off x="953325" y="13654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8"/>
          <p:cNvSpPr/>
          <p:nvPr/>
        </p:nvSpPr>
        <p:spPr>
          <a:xfrm>
            <a:off x="802850" y="13360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412" name="Google Shape;412;p58"/>
          <p:cNvSpPr/>
          <p:nvPr/>
        </p:nvSpPr>
        <p:spPr>
          <a:xfrm>
            <a:off x="802850" y="1977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413" name="Google Shape;413;p58"/>
          <p:cNvSpPr/>
          <p:nvPr/>
        </p:nvSpPr>
        <p:spPr>
          <a:xfrm>
            <a:off x="802850" y="26202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414" name="Google Shape;414;p58"/>
          <p:cNvSpPr/>
          <p:nvPr/>
        </p:nvSpPr>
        <p:spPr>
          <a:xfrm>
            <a:off x="802850" y="34142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415" name="Google Shape;415;p58"/>
          <p:cNvSpPr/>
          <p:nvPr/>
        </p:nvSpPr>
        <p:spPr>
          <a:xfrm>
            <a:off x="802850" y="41649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416" name="Google Shape;416;p58"/>
          <p:cNvSpPr txBox="1"/>
          <p:nvPr>
            <p:ph idx="1" type="subTitle"/>
          </p:nvPr>
        </p:nvSpPr>
        <p:spPr>
          <a:xfrm>
            <a:off x="1224625" y="13577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7" name="Google Shape;417;p58"/>
          <p:cNvSpPr txBox="1"/>
          <p:nvPr>
            <p:ph idx="2" type="subTitle"/>
          </p:nvPr>
        </p:nvSpPr>
        <p:spPr>
          <a:xfrm>
            <a:off x="1224625" y="20222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8" name="Google Shape;418;p58"/>
          <p:cNvSpPr txBox="1"/>
          <p:nvPr>
            <p:ph idx="3" type="subTitle"/>
          </p:nvPr>
        </p:nvSpPr>
        <p:spPr>
          <a:xfrm>
            <a:off x="1224625" y="26643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19" name="Google Shape;419;p58"/>
          <p:cNvSpPr txBox="1"/>
          <p:nvPr>
            <p:ph idx="4" type="subTitle"/>
          </p:nvPr>
        </p:nvSpPr>
        <p:spPr>
          <a:xfrm>
            <a:off x="1224625" y="3343150"/>
            <a:ext cx="7110300" cy="5580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0" name="Google Shape;420;p58"/>
          <p:cNvSpPr txBox="1"/>
          <p:nvPr>
            <p:ph idx="5" type="subTitle"/>
          </p:nvPr>
        </p:nvSpPr>
        <p:spPr>
          <a:xfrm>
            <a:off x="1224625" y="42309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21" name="Google Shape;421;p5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22" name="Google Shape;422;p58"/>
          <p:cNvSpPr txBox="1"/>
          <p:nvPr>
            <p:ph type="title"/>
          </p:nvPr>
        </p:nvSpPr>
        <p:spPr>
          <a:xfrm>
            <a:off x="6225" y="130125"/>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3" name="Google Shape;423;p58"/>
          <p:cNvSpPr txBox="1"/>
          <p:nvPr>
            <p:ph idx="6" type="title"/>
          </p:nvPr>
        </p:nvSpPr>
        <p:spPr>
          <a:xfrm>
            <a:off x="18525" y="478650"/>
            <a:ext cx="91440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4" name="Google Shape;424;p58"/>
          <p:cNvSpPr/>
          <p:nvPr/>
        </p:nvSpPr>
        <p:spPr>
          <a:xfrm>
            <a:off x="176163" y="229038"/>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5" name="Google Shape;425;p58"/>
          <p:cNvPicPr preferRelativeResize="0"/>
          <p:nvPr/>
        </p:nvPicPr>
        <p:blipFill rotWithShape="1">
          <a:blip r:embed="rId2">
            <a:alphaModFix/>
          </a:blip>
          <a:srcRect b="0" l="0" r="0" t="0"/>
          <a:stretch/>
        </p:blipFill>
        <p:spPr>
          <a:xfrm>
            <a:off x="214076" y="266951"/>
            <a:ext cx="496875" cy="496875"/>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Transition Slide">
  <p:cSld name="CUSTOM_17_2_1_2_3">
    <p:spTree>
      <p:nvGrpSpPr>
        <p:cNvPr id="426" name="Shape 426"/>
        <p:cNvGrpSpPr/>
        <p:nvPr/>
      </p:nvGrpSpPr>
      <p:grpSpPr>
        <a:xfrm>
          <a:off x="0" y="0"/>
          <a:ext cx="0" cy="0"/>
          <a:chOff x="0" y="0"/>
          <a:chExt cx="0" cy="0"/>
        </a:xfrm>
      </p:grpSpPr>
      <p:pic>
        <p:nvPicPr>
          <p:cNvPr id="427" name="Google Shape;427;p59"/>
          <p:cNvPicPr preferRelativeResize="0"/>
          <p:nvPr/>
        </p:nvPicPr>
        <p:blipFill rotWithShape="1">
          <a:blip r:embed="rId2">
            <a:alphaModFix/>
          </a:blip>
          <a:srcRect b="2498" l="0" r="0" t="2489"/>
          <a:stretch/>
        </p:blipFill>
        <p:spPr>
          <a:xfrm>
            <a:off x="274320" y="274881"/>
            <a:ext cx="8595360" cy="4593742"/>
          </a:xfrm>
          <a:prstGeom prst="rect">
            <a:avLst/>
          </a:prstGeom>
          <a:noFill/>
          <a:ln>
            <a:noFill/>
          </a:ln>
        </p:spPr>
      </p:pic>
      <p:sp>
        <p:nvSpPr>
          <p:cNvPr id="428" name="Google Shape;428;p59"/>
          <p:cNvSpPr txBox="1"/>
          <p:nvPr>
            <p:ph type="title"/>
          </p:nvPr>
        </p:nvSpPr>
        <p:spPr>
          <a:xfrm>
            <a:off x="237100" y="2088475"/>
            <a:ext cx="8595300" cy="792300"/>
          </a:xfrm>
          <a:prstGeom prst="rect">
            <a:avLst/>
          </a:prstGeom>
        </p:spPr>
        <p:txBody>
          <a:bodyPr anchorCtr="0" anchor="t" bIns="0" lIns="0" spcFirstLastPara="1" rIns="0" wrap="square" tIns="0">
            <a:noAutofit/>
          </a:bodyPr>
          <a:lstStyle>
            <a:lvl1pPr lvl="0" rtl="0" algn="ctr">
              <a:spcBef>
                <a:spcPts val="0"/>
              </a:spcBef>
              <a:spcAft>
                <a:spcPts val="0"/>
              </a:spcAft>
              <a:buNone/>
              <a:defRPr sz="3600">
                <a:latin typeface="Roboto Medium"/>
                <a:ea typeface="Roboto Medium"/>
                <a:cs typeface="Roboto Medium"/>
                <a:sym typeface="Roboto Medium"/>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
        <p:nvSpPr>
          <p:cNvPr id="429" name="Google Shape;429;p59"/>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sp>
        <p:nvSpPr>
          <p:cNvPr id="430" name="Google Shape;430;p59"/>
          <p:cNvSpPr txBox="1"/>
          <p:nvPr>
            <p:ph idx="1"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
  <p:cSld name="CUSTOM_2_1">
    <p:spTree>
      <p:nvGrpSpPr>
        <p:cNvPr id="431" name="Shape 431"/>
        <p:cNvGrpSpPr/>
        <p:nvPr/>
      </p:nvGrpSpPr>
      <p:grpSpPr>
        <a:xfrm>
          <a:off x="0" y="0"/>
          <a:ext cx="0" cy="0"/>
          <a:chOff x="0" y="0"/>
          <a:chExt cx="0" cy="0"/>
        </a:xfrm>
      </p:grpSpPr>
      <p:sp>
        <p:nvSpPr>
          <p:cNvPr id="432" name="Google Shape;432;p6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33" name="Google Shape;433;p6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34" name="Google Shape;434;p6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35" name="Google Shape;435;p6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6" name="Google Shape;436;p6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Numbered 1–3">
  <p:cSld name="CUSTOM_2_7_1_5_2">
    <p:spTree>
      <p:nvGrpSpPr>
        <p:cNvPr id="437" name="Shape 437"/>
        <p:cNvGrpSpPr/>
        <p:nvPr/>
      </p:nvGrpSpPr>
      <p:grpSpPr>
        <a:xfrm>
          <a:off x="0" y="0"/>
          <a:ext cx="0" cy="0"/>
          <a:chOff x="0" y="0"/>
          <a:chExt cx="0" cy="0"/>
        </a:xfrm>
      </p:grpSpPr>
      <p:sp>
        <p:nvSpPr>
          <p:cNvPr id="438" name="Google Shape;438;p61"/>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39" name="Google Shape;439;p6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440" name="Google Shape;440;p61"/>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441" name="Google Shape;441;p6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442" name="Google Shape;442;p6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443" name="Google Shape;443;p61"/>
          <p:cNvSpPr/>
          <p:nvPr/>
        </p:nvSpPr>
        <p:spPr>
          <a:xfrm flipH="1">
            <a:off x="724275"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1"/>
          <p:cNvSpPr txBox="1"/>
          <p:nvPr>
            <p:ph idx="2" type="subTitle"/>
          </p:nvPr>
        </p:nvSpPr>
        <p:spPr>
          <a:xfrm>
            <a:off x="724275" y="1937825"/>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45" name="Google Shape;445;p61"/>
          <p:cNvGrpSpPr/>
          <p:nvPr/>
        </p:nvGrpSpPr>
        <p:grpSpPr>
          <a:xfrm>
            <a:off x="457181" y="1345103"/>
            <a:ext cx="533372" cy="533480"/>
            <a:chOff x="457200" y="1378813"/>
            <a:chExt cx="695400" cy="695450"/>
          </a:xfrm>
        </p:grpSpPr>
        <p:sp>
          <p:nvSpPr>
            <p:cNvPr id="446" name="Google Shape;446;p61"/>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447" name="Google Shape;447;p61"/>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61"/>
          <p:cNvGrpSpPr/>
          <p:nvPr/>
        </p:nvGrpSpPr>
        <p:grpSpPr>
          <a:xfrm>
            <a:off x="3228956" y="1345103"/>
            <a:ext cx="533372" cy="533480"/>
            <a:chOff x="457200" y="1378813"/>
            <a:chExt cx="695400" cy="695450"/>
          </a:xfrm>
        </p:grpSpPr>
        <p:sp>
          <p:nvSpPr>
            <p:cNvPr id="449" name="Google Shape;449;p61"/>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450" name="Google Shape;450;p61"/>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1" name="Google Shape;451;p61"/>
          <p:cNvSpPr/>
          <p:nvPr/>
        </p:nvSpPr>
        <p:spPr>
          <a:xfrm flipH="1">
            <a:off x="3496050" y="19377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1"/>
          <p:cNvSpPr txBox="1"/>
          <p:nvPr>
            <p:ph idx="3" type="subTitle"/>
          </p:nvPr>
        </p:nvSpPr>
        <p:spPr>
          <a:xfrm>
            <a:off x="3496050" y="193783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grpSp>
        <p:nvGrpSpPr>
          <p:cNvPr id="453" name="Google Shape;453;p61"/>
          <p:cNvGrpSpPr/>
          <p:nvPr/>
        </p:nvGrpSpPr>
        <p:grpSpPr>
          <a:xfrm>
            <a:off x="6134081" y="1345853"/>
            <a:ext cx="533372" cy="533480"/>
            <a:chOff x="457200" y="1378813"/>
            <a:chExt cx="695400" cy="695450"/>
          </a:xfrm>
        </p:grpSpPr>
        <p:sp>
          <p:nvSpPr>
            <p:cNvPr id="454" name="Google Shape;454;p61"/>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455" name="Google Shape;455;p61"/>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456" name="Google Shape;456;p61"/>
          <p:cNvSpPr/>
          <p:nvPr/>
        </p:nvSpPr>
        <p:spPr>
          <a:xfrm flipH="1">
            <a:off x="6401175" y="19385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1"/>
          <p:cNvSpPr txBox="1"/>
          <p:nvPr>
            <p:ph idx="4" type="subTitle"/>
          </p:nvPr>
        </p:nvSpPr>
        <p:spPr>
          <a:xfrm>
            <a:off x="6401175" y="1938587"/>
            <a:ext cx="2371500" cy="2662800"/>
          </a:xfrm>
          <a:prstGeom prst="rect">
            <a:avLst/>
          </a:prstGeom>
        </p:spPr>
        <p:txBody>
          <a:bodyPr anchorCtr="0" anchor="t" bIns="182875" lIns="182875" spcFirstLastPara="1" rIns="182875" wrap="square" tIns="182875">
            <a:noAutofit/>
          </a:bodyPr>
          <a:lstStyle>
            <a:lvl1pPr lvl="0" rtl="0">
              <a:lnSpc>
                <a:spcPct val="115000"/>
              </a:lnSpc>
              <a:spcBef>
                <a:spcPts val="0"/>
              </a:spcBef>
              <a:spcAft>
                <a:spcPts val="0"/>
              </a:spcAft>
              <a:buNone/>
              <a:defRPr>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458" name="Google Shape;458;p61"/>
          <p:cNvSpPr txBox="1"/>
          <p:nvPr>
            <p:ph idx="5"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2">
  <p:cSld name="TITLE_AND_BODY_2">
    <p:spTree>
      <p:nvGrpSpPr>
        <p:cNvPr id="459" name="Shape 459"/>
        <p:cNvGrpSpPr/>
        <p:nvPr/>
      </p:nvGrpSpPr>
      <p:grpSpPr>
        <a:xfrm>
          <a:off x="0" y="0"/>
          <a:ext cx="0" cy="0"/>
          <a:chOff x="0" y="0"/>
          <a:chExt cx="0" cy="0"/>
        </a:xfrm>
      </p:grpSpPr>
      <p:sp>
        <p:nvSpPr>
          <p:cNvPr id="460" name="Google Shape;460;p62"/>
          <p:cNvSpPr txBox="1"/>
          <p:nvPr>
            <p:ph idx="1" type="body"/>
          </p:nvPr>
        </p:nvSpPr>
        <p:spPr>
          <a:xfrm>
            <a:off x="692300" y="1122950"/>
            <a:ext cx="8139900" cy="34458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1" name="Google Shape;461;p6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62" name="Google Shape;462;p6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6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p:cSld name="CUSTOM_6_1">
    <p:spTree>
      <p:nvGrpSpPr>
        <p:cNvPr id="464" name="Shape 464"/>
        <p:cNvGrpSpPr/>
        <p:nvPr/>
      </p:nvGrpSpPr>
      <p:grpSpPr>
        <a:xfrm>
          <a:off x="0" y="0"/>
          <a:ext cx="0" cy="0"/>
          <a:chOff x="0" y="0"/>
          <a:chExt cx="0" cy="0"/>
        </a:xfrm>
      </p:grpSpPr>
      <p:sp>
        <p:nvSpPr>
          <p:cNvPr id="465" name="Google Shape;465;p63"/>
          <p:cNvSpPr/>
          <p:nvPr>
            <p:ph idx="2" type="pic"/>
          </p:nvPr>
        </p:nvSpPr>
        <p:spPr>
          <a:xfrm>
            <a:off x="5923375" y="150"/>
            <a:ext cx="3220500" cy="5143500"/>
          </a:xfrm>
          <a:prstGeom prst="rect">
            <a:avLst/>
          </a:prstGeom>
          <a:noFill/>
          <a:ln>
            <a:noFill/>
          </a:ln>
        </p:spPr>
      </p:sp>
      <p:sp>
        <p:nvSpPr>
          <p:cNvPr id="466" name="Google Shape;466;p6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67" name="Google Shape;467;p6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8" name="Google Shape;468;p63"/>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p:cSld name="CUSTOM_4_1">
    <p:spTree>
      <p:nvGrpSpPr>
        <p:cNvPr id="469" name="Shape 469"/>
        <p:cNvGrpSpPr/>
        <p:nvPr/>
      </p:nvGrpSpPr>
      <p:grpSpPr>
        <a:xfrm>
          <a:off x="0" y="0"/>
          <a:ext cx="0" cy="0"/>
          <a:chOff x="0" y="0"/>
          <a:chExt cx="0" cy="0"/>
        </a:xfrm>
      </p:grpSpPr>
      <p:sp>
        <p:nvSpPr>
          <p:cNvPr id="470" name="Google Shape;470;p64"/>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1" name="Google Shape;471;p64"/>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472" name="Google Shape;472;p64"/>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473" name="Google Shape;473;p64"/>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
  <p:cSld name="CUSTOM_2_2">
    <p:spTree>
      <p:nvGrpSpPr>
        <p:cNvPr id="474" name="Shape 474"/>
        <p:cNvGrpSpPr/>
        <p:nvPr/>
      </p:nvGrpSpPr>
      <p:grpSpPr>
        <a:xfrm>
          <a:off x="0" y="0"/>
          <a:ext cx="0" cy="0"/>
          <a:chOff x="0" y="0"/>
          <a:chExt cx="0" cy="0"/>
        </a:xfrm>
      </p:grpSpPr>
      <p:sp>
        <p:nvSpPr>
          <p:cNvPr id="475" name="Google Shape;475;p6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76" name="Google Shape;476;p6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77" name="Google Shape;477;p6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78" name="Google Shape;478;p6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9" name="Google Shape;479;p6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
  <p:cSld name="CUSTOM_2_3">
    <p:spTree>
      <p:nvGrpSpPr>
        <p:cNvPr id="480" name="Shape 480"/>
        <p:cNvGrpSpPr/>
        <p:nvPr/>
      </p:nvGrpSpPr>
      <p:grpSpPr>
        <a:xfrm>
          <a:off x="0" y="0"/>
          <a:ext cx="0" cy="0"/>
          <a:chOff x="0" y="0"/>
          <a:chExt cx="0" cy="0"/>
        </a:xfrm>
      </p:grpSpPr>
      <p:sp>
        <p:nvSpPr>
          <p:cNvPr id="481" name="Google Shape;481;p6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482" name="Google Shape;482;p6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483" name="Google Shape;483;p6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484" name="Google Shape;484;p6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5" name="Google Shape;485;p6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1">
  <p:cSld name="CUSTOM_27_1_1">
    <p:bg>
      <p:bgPr>
        <a:solidFill>
          <a:srgbClr val="FFFFFF"/>
        </a:solidFill>
      </p:bgPr>
    </p:bg>
    <p:spTree>
      <p:nvGrpSpPr>
        <p:cNvPr id="486" name="Shape 486"/>
        <p:cNvGrpSpPr/>
        <p:nvPr/>
      </p:nvGrpSpPr>
      <p:grpSpPr>
        <a:xfrm>
          <a:off x="0" y="0"/>
          <a:ext cx="0" cy="0"/>
          <a:chOff x="0" y="0"/>
          <a:chExt cx="0" cy="0"/>
        </a:xfrm>
      </p:grpSpPr>
      <p:grpSp>
        <p:nvGrpSpPr>
          <p:cNvPr id="487" name="Google Shape;487;p67"/>
          <p:cNvGrpSpPr/>
          <p:nvPr/>
        </p:nvGrpSpPr>
        <p:grpSpPr>
          <a:xfrm>
            <a:off x="511772" y="1190428"/>
            <a:ext cx="533372" cy="533480"/>
            <a:chOff x="457200" y="1378813"/>
            <a:chExt cx="695400" cy="695450"/>
          </a:xfrm>
        </p:grpSpPr>
        <p:sp>
          <p:nvSpPr>
            <p:cNvPr id="488" name="Google Shape;488;p67"/>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489" name="Google Shape;489;p67"/>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90" name="Google Shape;490;p67"/>
          <p:cNvGrpSpPr/>
          <p:nvPr/>
        </p:nvGrpSpPr>
        <p:grpSpPr>
          <a:xfrm>
            <a:off x="3283547" y="1190428"/>
            <a:ext cx="533372" cy="533480"/>
            <a:chOff x="457200" y="1378813"/>
            <a:chExt cx="695400" cy="695450"/>
          </a:xfrm>
        </p:grpSpPr>
        <p:sp>
          <p:nvSpPr>
            <p:cNvPr id="491" name="Google Shape;491;p67"/>
            <p:cNvSpPr/>
            <p:nvPr/>
          </p:nvSpPr>
          <p:spPr>
            <a:xfrm>
              <a:off x="457200"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492" name="Google Shape;492;p67"/>
            <p:cNvSpPr/>
            <p:nvPr/>
          </p:nvSpPr>
          <p:spPr>
            <a:xfrm rot="10800000">
              <a:off x="634726"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493" name="Google Shape;493;p67"/>
          <p:cNvGrpSpPr/>
          <p:nvPr/>
        </p:nvGrpSpPr>
        <p:grpSpPr>
          <a:xfrm>
            <a:off x="6188672" y="1191178"/>
            <a:ext cx="533372" cy="533480"/>
            <a:chOff x="457200" y="1378813"/>
            <a:chExt cx="695400" cy="695450"/>
          </a:xfrm>
        </p:grpSpPr>
        <p:sp>
          <p:nvSpPr>
            <p:cNvPr id="494" name="Google Shape;494;p67"/>
            <p:cNvSpPr/>
            <p:nvPr/>
          </p:nvSpPr>
          <p:spPr>
            <a:xfrm>
              <a:off x="457200" y="1378813"/>
              <a:ext cx="695400" cy="621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accent5"/>
                  </a:solidFill>
                  <a:latin typeface="Roboto Light"/>
                  <a:ea typeface="Roboto Light"/>
                  <a:cs typeface="Roboto Light"/>
                  <a:sym typeface="Roboto Light"/>
                </a:rPr>
                <a:t>03</a:t>
              </a:r>
              <a:endParaRPr b="0" i="0" sz="2100" u="none" cap="none" strike="noStrike">
                <a:solidFill>
                  <a:schemeClr val="accent5"/>
                </a:solidFill>
                <a:latin typeface="Roboto Light"/>
                <a:ea typeface="Roboto Light"/>
                <a:cs typeface="Roboto Light"/>
                <a:sym typeface="Roboto Light"/>
              </a:endParaRPr>
            </a:p>
          </p:txBody>
        </p:sp>
        <p:sp>
          <p:nvSpPr>
            <p:cNvPr id="495" name="Google Shape;495;p67"/>
            <p:cNvSpPr/>
            <p:nvPr/>
          </p:nvSpPr>
          <p:spPr>
            <a:xfrm rot="10800000">
              <a:off x="634726" y="1885638"/>
              <a:ext cx="340325" cy="188625"/>
            </a:xfrm>
            <a:prstGeom prst="flowChartExtra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5"/>
                </a:solidFill>
                <a:latin typeface="Arial"/>
                <a:ea typeface="Arial"/>
                <a:cs typeface="Arial"/>
                <a:sym typeface="Arial"/>
              </a:endParaRPr>
            </a:p>
          </p:txBody>
        </p:sp>
      </p:grpSp>
      <p:sp>
        <p:nvSpPr>
          <p:cNvPr id="496" name="Google Shape;496;p6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7" name="Google Shape;497;p6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8" name="Google Shape;498;p67"/>
          <p:cNvSpPr/>
          <p:nvPr/>
        </p:nvSpPr>
        <p:spPr>
          <a:xfrm flipH="1">
            <a:off x="5118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7"/>
          <p:cNvSpPr/>
          <p:nvPr/>
        </p:nvSpPr>
        <p:spPr>
          <a:xfrm flipH="1">
            <a:off x="3283550"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flipH="1">
            <a:off x="6188675" y="1783100"/>
            <a:ext cx="2256300" cy="19041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1">
  <p:cSld name="CUSTOM_2_7_2_4">
    <p:spTree>
      <p:nvGrpSpPr>
        <p:cNvPr id="501" name="Shape 501"/>
        <p:cNvGrpSpPr/>
        <p:nvPr/>
      </p:nvGrpSpPr>
      <p:grpSpPr>
        <a:xfrm>
          <a:off x="0" y="0"/>
          <a:ext cx="0" cy="0"/>
          <a:chOff x="0" y="0"/>
          <a:chExt cx="0" cy="0"/>
        </a:xfrm>
      </p:grpSpPr>
      <p:sp>
        <p:nvSpPr>
          <p:cNvPr id="502" name="Google Shape;502;p6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3" name="Google Shape;503;p6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cxnSp>
        <p:nvCxnSpPr>
          <p:cNvPr id="504" name="Google Shape;504;p68"/>
          <p:cNvCxnSpPr/>
          <p:nvPr/>
        </p:nvCxnSpPr>
        <p:spPr>
          <a:xfrm>
            <a:off x="274375" y="640080"/>
            <a:ext cx="8595600" cy="10200"/>
          </a:xfrm>
          <a:prstGeom prst="straightConnector1">
            <a:avLst/>
          </a:prstGeom>
          <a:noFill/>
          <a:ln cap="flat" cmpd="sng" w="9525">
            <a:solidFill>
              <a:schemeClr val="dk2"/>
            </a:solidFill>
            <a:prstDash val="solid"/>
            <a:round/>
            <a:headEnd len="med" w="med" type="none"/>
            <a:tailEnd len="med" w="med" type="none"/>
          </a:ln>
        </p:spPr>
      </p:cxnSp>
      <p:sp>
        <p:nvSpPr>
          <p:cNvPr id="505" name="Google Shape;505;p68"/>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506" name="Google Shape;506;p68"/>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507" name="Google Shape;507;p68"/>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08" name="Google Shape;508;p68"/>
          <p:cNvSpPr txBox="1"/>
          <p:nvPr>
            <p:ph idx="3" type="body"/>
          </p:nvPr>
        </p:nvSpPr>
        <p:spPr>
          <a:xfrm>
            <a:off x="175" y="1284250"/>
            <a:ext cx="9144000" cy="340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
  <p:cSld name="CUSTOM_2_4">
    <p:spTree>
      <p:nvGrpSpPr>
        <p:cNvPr id="509" name="Shape 509"/>
        <p:cNvGrpSpPr/>
        <p:nvPr/>
      </p:nvGrpSpPr>
      <p:grpSpPr>
        <a:xfrm>
          <a:off x="0" y="0"/>
          <a:ext cx="0" cy="0"/>
          <a:chOff x="0" y="0"/>
          <a:chExt cx="0" cy="0"/>
        </a:xfrm>
      </p:grpSpPr>
      <p:sp>
        <p:nvSpPr>
          <p:cNvPr id="510" name="Google Shape;510;p6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1" name="Google Shape;511;p6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2" name="Google Shape;512;p6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3" name="Google Shape;513;p6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4" name="Google Shape;514;p6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
  <p:cSld name="CUSTOM_2_5">
    <p:spTree>
      <p:nvGrpSpPr>
        <p:cNvPr id="515" name="Shape 515"/>
        <p:cNvGrpSpPr/>
        <p:nvPr/>
      </p:nvGrpSpPr>
      <p:grpSpPr>
        <a:xfrm>
          <a:off x="0" y="0"/>
          <a:ext cx="0" cy="0"/>
          <a:chOff x="0" y="0"/>
          <a:chExt cx="0" cy="0"/>
        </a:xfrm>
      </p:grpSpPr>
      <p:sp>
        <p:nvSpPr>
          <p:cNvPr id="516" name="Google Shape;516;p7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17" name="Google Shape;517;p7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18" name="Google Shape;518;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19" name="Google Shape;519;p7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0" name="Google Shape;520;p7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6">
  <p:cSld name="CUSTOM_2_6">
    <p:spTree>
      <p:nvGrpSpPr>
        <p:cNvPr id="521" name="Shape 521"/>
        <p:cNvGrpSpPr/>
        <p:nvPr/>
      </p:nvGrpSpPr>
      <p:grpSpPr>
        <a:xfrm>
          <a:off x="0" y="0"/>
          <a:ext cx="0" cy="0"/>
          <a:chOff x="0" y="0"/>
          <a:chExt cx="0" cy="0"/>
        </a:xfrm>
      </p:grpSpPr>
      <p:sp>
        <p:nvSpPr>
          <p:cNvPr id="522" name="Google Shape;522;p7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3" name="Google Shape;523;p7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24" name="Google Shape;524;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25" name="Google Shape;525;p7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6" name="Google Shape;526;p7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7">
  <p:cSld name="CUSTOM_2_7">
    <p:spTree>
      <p:nvGrpSpPr>
        <p:cNvPr id="527" name="Shape 527"/>
        <p:cNvGrpSpPr/>
        <p:nvPr/>
      </p:nvGrpSpPr>
      <p:grpSpPr>
        <a:xfrm>
          <a:off x="0" y="0"/>
          <a:ext cx="0" cy="0"/>
          <a:chOff x="0" y="0"/>
          <a:chExt cx="0" cy="0"/>
        </a:xfrm>
      </p:grpSpPr>
      <p:sp>
        <p:nvSpPr>
          <p:cNvPr id="528" name="Google Shape;528;p7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29" name="Google Shape;529;p7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0" name="Google Shape;530;p7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1" name="Google Shape;531;p7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7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8">
  <p:cSld name="CUSTOM_2_8">
    <p:spTree>
      <p:nvGrpSpPr>
        <p:cNvPr id="533" name="Shape 533"/>
        <p:cNvGrpSpPr/>
        <p:nvPr/>
      </p:nvGrpSpPr>
      <p:grpSpPr>
        <a:xfrm>
          <a:off x="0" y="0"/>
          <a:ext cx="0" cy="0"/>
          <a:chOff x="0" y="0"/>
          <a:chExt cx="0" cy="0"/>
        </a:xfrm>
      </p:grpSpPr>
      <p:sp>
        <p:nvSpPr>
          <p:cNvPr id="534" name="Google Shape;534;p7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35" name="Google Shape;535;p7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36" name="Google Shape;536;p7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37" name="Google Shape;537;p7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8" name="Google Shape;538;p7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9">
  <p:cSld name="CUSTOM_2_9">
    <p:spTree>
      <p:nvGrpSpPr>
        <p:cNvPr id="539" name="Shape 539"/>
        <p:cNvGrpSpPr/>
        <p:nvPr/>
      </p:nvGrpSpPr>
      <p:grpSpPr>
        <a:xfrm>
          <a:off x="0" y="0"/>
          <a:ext cx="0" cy="0"/>
          <a:chOff x="0" y="0"/>
          <a:chExt cx="0" cy="0"/>
        </a:xfrm>
      </p:grpSpPr>
      <p:sp>
        <p:nvSpPr>
          <p:cNvPr id="540" name="Google Shape;540;p7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1" name="Google Shape;541;p7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2" name="Google Shape;542;p7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3" name="Google Shape;543;p7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4" name="Google Shape;544;p7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0">
  <p:cSld name="CUSTOM_2_10">
    <p:spTree>
      <p:nvGrpSpPr>
        <p:cNvPr id="545" name="Shape 545"/>
        <p:cNvGrpSpPr/>
        <p:nvPr/>
      </p:nvGrpSpPr>
      <p:grpSpPr>
        <a:xfrm>
          <a:off x="0" y="0"/>
          <a:ext cx="0" cy="0"/>
          <a:chOff x="0" y="0"/>
          <a:chExt cx="0" cy="0"/>
        </a:xfrm>
      </p:grpSpPr>
      <p:sp>
        <p:nvSpPr>
          <p:cNvPr id="546" name="Google Shape;546;p7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47" name="Google Shape;547;p7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48" name="Google Shape;548;p7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49" name="Google Shape;549;p7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0" name="Google Shape;550;p7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1">
  <p:cSld name="CUSTOM_2_11">
    <p:spTree>
      <p:nvGrpSpPr>
        <p:cNvPr id="551" name="Shape 551"/>
        <p:cNvGrpSpPr/>
        <p:nvPr/>
      </p:nvGrpSpPr>
      <p:grpSpPr>
        <a:xfrm>
          <a:off x="0" y="0"/>
          <a:ext cx="0" cy="0"/>
          <a:chOff x="0" y="0"/>
          <a:chExt cx="0" cy="0"/>
        </a:xfrm>
      </p:grpSpPr>
      <p:sp>
        <p:nvSpPr>
          <p:cNvPr id="552" name="Google Shape;552;p7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3" name="Google Shape;553;p7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54" name="Google Shape;554;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55" name="Google Shape;555;p7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6" name="Google Shape;556;p7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2">
  <p:cSld name="CUSTOM_2_12">
    <p:spTree>
      <p:nvGrpSpPr>
        <p:cNvPr id="557" name="Shape 557"/>
        <p:cNvGrpSpPr/>
        <p:nvPr/>
      </p:nvGrpSpPr>
      <p:grpSpPr>
        <a:xfrm>
          <a:off x="0" y="0"/>
          <a:ext cx="0" cy="0"/>
          <a:chOff x="0" y="0"/>
          <a:chExt cx="0" cy="0"/>
        </a:xfrm>
      </p:grpSpPr>
      <p:sp>
        <p:nvSpPr>
          <p:cNvPr id="558" name="Google Shape;558;p7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59" name="Google Shape;559;p7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0" name="Google Shape;560;p7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1" name="Google Shape;561;p7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2" name="Google Shape;562;p7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3">
  <p:cSld name="CUSTOM_2_13">
    <p:spTree>
      <p:nvGrpSpPr>
        <p:cNvPr id="563" name="Shape 563"/>
        <p:cNvGrpSpPr/>
        <p:nvPr/>
      </p:nvGrpSpPr>
      <p:grpSpPr>
        <a:xfrm>
          <a:off x="0" y="0"/>
          <a:ext cx="0" cy="0"/>
          <a:chOff x="0" y="0"/>
          <a:chExt cx="0" cy="0"/>
        </a:xfrm>
      </p:grpSpPr>
      <p:sp>
        <p:nvSpPr>
          <p:cNvPr id="564" name="Google Shape;564;p7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65" name="Google Shape;565;p7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66" name="Google Shape;566;p7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67" name="Google Shape;567;p7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8" name="Google Shape;568;p7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4">
  <p:cSld name="CUSTOM_2_14">
    <p:spTree>
      <p:nvGrpSpPr>
        <p:cNvPr id="569" name="Shape 569"/>
        <p:cNvGrpSpPr/>
        <p:nvPr/>
      </p:nvGrpSpPr>
      <p:grpSpPr>
        <a:xfrm>
          <a:off x="0" y="0"/>
          <a:ext cx="0" cy="0"/>
          <a:chOff x="0" y="0"/>
          <a:chExt cx="0" cy="0"/>
        </a:xfrm>
      </p:grpSpPr>
      <p:sp>
        <p:nvSpPr>
          <p:cNvPr id="570" name="Google Shape;570;p7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71" name="Google Shape;571;p7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72" name="Google Shape;572;p7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73" name="Google Shape;573;p7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7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2">
  <p:cSld name="CUSTOM_28_2">
    <p:bg>
      <p:bgPr>
        <a:solidFill>
          <a:srgbClr val="FFFFFF"/>
        </a:solidFill>
      </p:bgPr>
    </p:bg>
    <p:spTree>
      <p:nvGrpSpPr>
        <p:cNvPr id="575" name="Shape 575"/>
        <p:cNvGrpSpPr/>
        <p:nvPr/>
      </p:nvGrpSpPr>
      <p:grpSpPr>
        <a:xfrm>
          <a:off x="0" y="0"/>
          <a:ext cx="0" cy="0"/>
          <a:chOff x="0" y="0"/>
          <a:chExt cx="0" cy="0"/>
        </a:xfrm>
      </p:grpSpPr>
      <p:sp>
        <p:nvSpPr>
          <p:cNvPr id="576" name="Google Shape;576;p80"/>
          <p:cNvSpPr/>
          <p:nvPr/>
        </p:nvSpPr>
        <p:spPr>
          <a:xfrm>
            <a:off x="457160" y="1292968"/>
            <a:ext cx="3848100" cy="4767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577" name="Google Shape;577;p80"/>
          <p:cNvSpPr/>
          <p:nvPr/>
        </p:nvSpPr>
        <p:spPr>
          <a:xfrm rot="10800000">
            <a:off x="593369" y="1681756"/>
            <a:ext cx="261029" cy="144694"/>
          </a:xfrm>
          <a:prstGeom prst="flowChartExtra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78" name="Google Shape;578;p80"/>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579" name="Google Shape;579;p80"/>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80"/>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581" name="Google Shape;581;p80"/>
          <p:cNvSpPr txBox="1"/>
          <p:nvPr>
            <p:ph type="title"/>
          </p:nvPr>
        </p:nvSpPr>
        <p:spPr>
          <a:xfrm>
            <a:off x="4976200"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
        <p:nvSpPr>
          <p:cNvPr id="582" name="Google Shape;582;p80"/>
          <p:cNvSpPr txBox="1"/>
          <p:nvPr>
            <p:ph idx="2" type="title"/>
          </p:nvPr>
        </p:nvSpPr>
        <p:spPr>
          <a:xfrm>
            <a:off x="542175"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chemeClr val="dk2"/>
              </a:buClr>
              <a:buSzPts val="1600"/>
              <a:buFont typeface="Roboto Light"/>
              <a:buNone/>
              <a:defRPr b="0" sz="1600">
                <a:solidFill>
                  <a:schemeClr val="dk2"/>
                </a:solidFill>
                <a:latin typeface="Roboto Light"/>
                <a:ea typeface="Roboto Light"/>
                <a:cs typeface="Roboto Light"/>
                <a:sym typeface="Roboto Light"/>
              </a:defRPr>
            </a:lvl1pPr>
            <a:lvl2pPr lvl="1"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583" name="Google Shape;583;p80"/>
          <p:cNvSpPr txBox="1"/>
          <p:nvPr>
            <p:ph idx="3" type="title"/>
          </p:nvPr>
        </p:nvSpPr>
        <p:spPr>
          <a:xfrm>
            <a:off x="4976200" y="2004350"/>
            <a:ext cx="3649200" cy="2489400"/>
          </a:xfrm>
          <a:prstGeom prst="rect">
            <a:avLst/>
          </a:prstGeom>
        </p:spPr>
        <p:txBody>
          <a:bodyPr anchorCtr="0" anchor="t" bIns="0" lIns="0" spcFirstLastPara="1" rIns="0" wrap="square" tIns="0">
            <a:noAutofit/>
          </a:bodyPr>
          <a:lstStyle>
            <a:lvl1pPr lvl="0" rt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rtl="0">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584" name="Google Shape;584;p80"/>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5" name="Google Shape;585;p80"/>
          <p:cNvSpPr txBox="1"/>
          <p:nvPr>
            <p:ph idx="5"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80"/>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587" name="Google Shape;587;p80"/>
          <p:cNvSpPr txBox="1"/>
          <p:nvPr>
            <p:ph idx="6" type="title"/>
          </p:nvPr>
        </p:nvSpPr>
        <p:spPr>
          <a:xfrm>
            <a:off x="542175" y="1329825"/>
            <a:ext cx="3649200" cy="3936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rtl="0">
              <a:spcBef>
                <a:spcPts val="0"/>
              </a:spcBef>
              <a:spcAft>
                <a:spcPts val="0"/>
              </a:spcAft>
              <a:buSzPts val="1800"/>
              <a:buNone/>
              <a:defRPr>
                <a:latin typeface="Roboto Light"/>
                <a:ea typeface="Roboto Light"/>
                <a:cs typeface="Roboto Light"/>
                <a:sym typeface="Roboto Light"/>
              </a:defRPr>
            </a:lvl2pPr>
            <a:lvl3pPr lvl="2" rtl="0">
              <a:spcBef>
                <a:spcPts val="0"/>
              </a:spcBef>
              <a:spcAft>
                <a:spcPts val="0"/>
              </a:spcAft>
              <a:buSzPts val="1800"/>
              <a:buNone/>
              <a:defRPr>
                <a:latin typeface="Roboto Light"/>
                <a:ea typeface="Roboto Light"/>
                <a:cs typeface="Roboto Light"/>
                <a:sym typeface="Roboto Light"/>
              </a:defRPr>
            </a:lvl3pPr>
            <a:lvl4pPr lvl="3" rtl="0">
              <a:spcBef>
                <a:spcPts val="0"/>
              </a:spcBef>
              <a:spcAft>
                <a:spcPts val="0"/>
              </a:spcAft>
              <a:buSzPts val="1800"/>
              <a:buNone/>
              <a:defRPr>
                <a:latin typeface="Roboto Light"/>
                <a:ea typeface="Roboto Light"/>
                <a:cs typeface="Roboto Light"/>
                <a:sym typeface="Roboto Light"/>
              </a:defRPr>
            </a:lvl4pPr>
            <a:lvl5pPr lvl="4" rtl="0">
              <a:spcBef>
                <a:spcPts val="0"/>
              </a:spcBef>
              <a:spcAft>
                <a:spcPts val="0"/>
              </a:spcAft>
              <a:buSzPts val="1800"/>
              <a:buNone/>
              <a:defRPr>
                <a:latin typeface="Roboto Light"/>
                <a:ea typeface="Roboto Light"/>
                <a:cs typeface="Roboto Light"/>
                <a:sym typeface="Roboto Light"/>
              </a:defRPr>
            </a:lvl5pPr>
            <a:lvl6pPr lvl="5" rtl="0">
              <a:spcBef>
                <a:spcPts val="0"/>
              </a:spcBef>
              <a:spcAft>
                <a:spcPts val="0"/>
              </a:spcAft>
              <a:buSzPts val="1800"/>
              <a:buNone/>
              <a:defRPr>
                <a:latin typeface="Roboto Light"/>
                <a:ea typeface="Roboto Light"/>
                <a:cs typeface="Roboto Light"/>
                <a:sym typeface="Roboto Light"/>
              </a:defRPr>
            </a:lvl6pPr>
            <a:lvl7pPr lvl="6" rtl="0">
              <a:spcBef>
                <a:spcPts val="0"/>
              </a:spcBef>
              <a:spcAft>
                <a:spcPts val="0"/>
              </a:spcAft>
              <a:buSzPts val="1800"/>
              <a:buNone/>
              <a:defRPr>
                <a:latin typeface="Roboto Light"/>
                <a:ea typeface="Roboto Light"/>
                <a:cs typeface="Roboto Light"/>
                <a:sym typeface="Roboto Light"/>
              </a:defRPr>
            </a:lvl7pPr>
            <a:lvl8pPr lvl="7" rtl="0">
              <a:spcBef>
                <a:spcPts val="0"/>
              </a:spcBef>
              <a:spcAft>
                <a:spcPts val="0"/>
              </a:spcAft>
              <a:buSzPts val="1800"/>
              <a:buNone/>
              <a:defRPr>
                <a:latin typeface="Roboto Light"/>
                <a:ea typeface="Roboto Light"/>
                <a:cs typeface="Roboto Light"/>
                <a:sym typeface="Roboto Light"/>
              </a:defRPr>
            </a:lvl8pPr>
            <a:lvl9pPr lvl="8" rtl="0">
              <a:spcBef>
                <a:spcPts val="0"/>
              </a:spcBef>
              <a:spcAft>
                <a:spcPts val="0"/>
              </a:spcAft>
              <a:buSzPts val="1800"/>
              <a:buNone/>
              <a:defRPr>
                <a:latin typeface="Roboto Light"/>
                <a:ea typeface="Roboto Light"/>
                <a:cs typeface="Roboto Light"/>
                <a:sym typeface="Roboto Light"/>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5">
  <p:cSld name="CUSTOM_2_15">
    <p:spTree>
      <p:nvGrpSpPr>
        <p:cNvPr id="588" name="Shape 588"/>
        <p:cNvGrpSpPr/>
        <p:nvPr/>
      </p:nvGrpSpPr>
      <p:grpSpPr>
        <a:xfrm>
          <a:off x="0" y="0"/>
          <a:ext cx="0" cy="0"/>
          <a:chOff x="0" y="0"/>
          <a:chExt cx="0" cy="0"/>
        </a:xfrm>
      </p:grpSpPr>
      <p:sp>
        <p:nvSpPr>
          <p:cNvPr id="589" name="Google Shape;589;p8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0" name="Google Shape;590;p8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1" name="Google Shape;591;p8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2" name="Google Shape;592;p8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8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6">
  <p:cSld name="CUSTOM_2_16">
    <p:spTree>
      <p:nvGrpSpPr>
        <p:cNvPr id="594" name="Shape 594"/>
        <p:cNvGrpSpPr/>
        <p:nvPr/>
      </p:nvGrpSpPr>
      <p:grpSpPr>
        <a:xfrm>
          <a:off x="0" y="0"/>
          <a:ext cx="0" cy="0"/>
          <a:chOff x="0" y="0"/>
          <a:chExt cx="0" cy="0"/>
        </a:xfrm>
      </p:grpSpPr>
      <p:sp>
        <p:nvSpPr>
          <p:cNvPr id="595" name="Google Shape;595;p8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596" name="Google Shape;596;p8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597" name="Google Shape;597;p8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598" name="Google Shape;598;p8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9" name="Google Shape;599;p8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2">
  <p:cSld name="CUSTOM_27_2">
    <p:bg>
      <p:bgPr>
        <a:solidFill>
          <a:srgbClr val="FFFFFF"/>
        </a:solidFill>
      </p:bgPr>
    </p:bg>
    <p:spTree>
      <p:nvGrpSpPr>
        <p:cNvPr id="600" name="Shape 600"/>
        <p:cNvGrpSpPr/>
        <p:nvPr/>
      </p:nvGrpSpPr>
      <p:grpSpPr>
        <a:xfrm>
          <a:off x="0" y="0"/>
          <a:ext cx="0" cy="0"/>
          <a:chOff x="0" y="0"/>
          <a:chExt cx="0" cy="0"/>
        </a:xfrm>
      </p:grpSpPr>
      <p:sp>
        <p:nvSpPr>
          <p:cNvPr id="601" name="Google Shape;601;p83"/>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83"/>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3" name="Google Shape;603;p83"/>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04" name="Google Shape;604;p83"/>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83"/>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6" name="Google Shape;606;p83"/>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607" name="Google Shape;607;p83"/>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83"/>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609" name="Google Shape;609;p83"/>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610" name="Google Shape;610;p83"/>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611" name="Google Shape;611;p83"/>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612" name="Google Shape;612;p8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3" name="Google Shape;613;p8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614" name="Shape 614"/>
        <p:cNvGrpSpPr/>
        <p:nvPr/>
      </p:nvGrpSpPr>
      <p:grpSpPr>
        <a:xfrm>
          <a:off x="0" y="0"/>
          <a:ext cx="0" cy="0"/>
          <a:chOff x="0" y="0"/>
          <a:chExt cx="0" cy="0"/>
        </a:xfrm>
      </p:grpSpPr>
      <p:pic>
        <p:nvPicPr>
          <p:cNvPr id="615" name="Google Shape;615;p84"/>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616" name="Google Shape;616;p8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617" name="Google Shape;617;p84"/>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8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8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7">
  <p:cSld name="CUSTOM_2_17">
    <p:spTree>
      <p:nvGrpSpPr>
        <p:cNvPr id="620" name="Shape 620"/>
        <p:cNvGrpSpPr/>
        <p:nvPr/>
      </p:nvGrpSpPr>
      <p:grpSpPr>
        <a:xfrm>
          <a:off x="0" y="0"/>
          <a:ext cx="0" cy="0"/>
          <a:chOff x="0" y="0"/>
          <a:chExt cx="0" cy="0"/>
        </a:xfrm>
      </p:grpSpPr>
      <p:sp>
        <p:nvSpPr>
          <p:cNvPr id="621" name="Google Shape;621;p8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2" name="Google Shape;622;p8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3" name="Google Shape;623;p8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24" name="Google Shape;624;p8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5" name="Google Shape;625;p8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8">
  <p:cSld name="CUSTOM_2_18">
    <p:spTree>
      <p:nvGrpSpPr>
        <p:cNvPr id="626" name="Shape 626"/>
        <p:cNvGrpSpPr/>
        <p:nvPr/>
      </p:nvGrpSpPr>
      <p:grpSpPr>
        <a:xfrm>
          <a:off x="0" y="0"/>
          <a:ext cx="0" cy="0"/>
          <a:chOff x="0" y="0"/>
          <a:chExt cx="0" cy="0"/>
        </a:xfrm>
      </p:grpSpPr>
      <p:sp>
        <p:nvSpPr>
          <p:cNvPr id="627" name="Google Shape;627;p8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28" name="Google Shape;628;p8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29" name="Google Shape;629;p8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30" name="Google Shape;630;p8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1" name="Google Shape;631;p8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1">
  <p:cSld name="CUSTOM_4_2">
    <p:spTree>
      <p:nvGrpSpPr>
        <p:cNvPr id="632" name="Shape 632"/>
        <p:cNvGrpSpPr/>
        <p:nvPr/>
      </p:nvGrpSpPr>
      <p:grpSpPr>
        <a:xfrm>
          <a:off x="0" y="0"/>
          <a:ext cx="0" cy="0"/>
          <a:chOff x="0" y="0"/>
          <a:chExt cx="0" cy="0"/>
        </a:xfrm>
      </p:grpSpPr>
      <p:sp>
        <p:nvSpPr>
          <p:cNvPr id="633" name="Google Shape;633;p87"/>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4" name="Google Shape;634;p87"/>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635" name="Google Shape;635;p87"/>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636" name="Google Shape;636;p87"/>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rtl="0">
              <a:spcBef>
                <a:spcPts val="0"/>
              </a:spcBef>
              <a:spcAft>
                <a:spcPts val="0"/>
              </a:spcAft>
              <a:buSzPts val="3800"/>
              <a:buNone/>
              <a:defRPr sz="3800">
                <a:latin typeface="Roboto Light"/>
                <a:ea typeface="Roboto Light"/>
                <a:cs typeface="Roboto Light"/>
                <a:sym typeface="Roboto Light"/>
              </a:defRPr>
            </a:lvl1pPr>
            <a:lvl2pPr lvl="1"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
        <p:nvSpPr>
          <p:cNvPr id="637" name="Google Shape;637;p8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19">
  <p:cSld name="CUSTOM_2_19">
    <p:spTree>
      <p:nvGrpSpPr>
        <p:cNvPr id="638" name="Shape 638"/>
        <p:cNvGrpSpPr/>
        <p:nvPr/>
      </p:nvGrpSpPr>
      <p:grpSpPr>
        <a:xfrm>
          <a:off x="0" y="0"/>
          <a:ext cx="0" cy="0"/>
          <a:chOff x="0" y="0"/>
          <a:chExt cx="0" cy="0"/>
        </a:xfrm>
      </p:grpSpPr>
      <p:sp>
        <p:nvSpPr>
          <p:cNvPr id="639" name="Google Shape;639;p8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0" name="Google Shape;640;p8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1" name="Google Shape;641;p8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2" name="Google Shape;642;p8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3" name="Google Shape;643;p8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0">
  <p:cSld name="CUSTOM_2_20">
    <p:spTree>
      <p:nvGrpSpPr>
        <p:cNvPr id="644" name="Shape 644"/>
        <p:cNvGrpSpPr/>
        <p:nvPr/>
      </p:nvGrpSpPr>
      <p:grpSpPr>
        <a:xfrm>
          <a:off x="0" y="0"/>
          <a:ext cx="0" cy="0"/>
          <a:chOff x="0" y="0"/>
          <a:chExt cx="0" cy="0"/>
        </a:xfrm>
      </p:grpSpPr>
      <p:sp>
        <p:nvSpPr>
          <p:cNvPr id="645" name="Google Shape;645;p8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46" name="Google Shape;646;p8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47" name="Google Shape;647;p8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48" name="Google Shape;648;p8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9" name="Google Shape;649;p8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1">
  <p:cSld name="CUSTOM_2_21">
    <p:spTree>
      <p:nvGrpSpPr>
        <p:cNvPr id="650" name="Shape 650"/>
        <p:cNvGrpSpPr/>
        <p:nvPr/>
      </p:nvGrpSpPr>
      <p:grpSpPr>
        <a:xfrm>
          <a:off x="0" y="0"/>
          <a:ext cx="0" cy="0"/>
          <a:chOff x="0" y="0"/>
          <a:chExt cx="0" cy="0"/>
        </a:xfrm>
      </p:grpSpPr>
      <p:sp>
        <p:nvSpPr>
          <p:cNvPr id="651" name="Google Shape;651;p9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2" name="Google Shape;652;p9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3" name="Google Shape;653;p9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54" name="Google Shape;654;p9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5" name="Google Shape;655;p9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2">
  <p:cSld name="CUSTOM_2_22">
    <p:spTree>
      <p:nvGrpSpPr>
        <p:cNvPr id="656" name="Shape 656"/>
        <p:cNvGrpSpPr/>
        <p:nvPr/>
      </p:nvGrpSpPr>
      <p:grpSpPr>
        <a:xfrm>
          <a:off x="0" y="0"/>
          <a:ext cx="0" cy="0"/>
          <a:chOff x="0" y="0"/>
          <a:chExt cx="0" cy="0"/>
        </a:xfrm>
      </p:grpSpPr>
      <p:sp>
        <p:nvSpPr>
          <p:cNvPr id="657" name="Google Shape;657;p9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58" name="Google Shape;658;p9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59" name="Google Shape;659;p9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0" name="Google Shape;660;p9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1" name="Google Shape;661;p9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3">
  <p:cSld name="CUSTOM_2_23">
    <p:spTree>
      <p:nvGrpSpPr>
        <p:cNvPr id="662" name="Shape 662"/>
        <p:cNvGrpSpPr/>
        <p:nvPr/>
      </p:nvGrpSpPr>
      <p:grpSpPr>
        <a:xfrm>
          <a:off x="0" y="0"/>
          <a:ext cx="0" cy="0"/>
          <a:chOff x="0" y="0"/>
          <a:chExt cx="0" cy="0"/>
        </a:xfrm>
      </p:grpSpPr>
      <p:sp>
        <p:nvSpPr>
          <p:cNvPr id="663" name="Google Shape;663;p9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64" name="Google Shape;664;p9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65" name="Google Shape;665;p9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66" name="Google Shape;666;p9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7" name="Google Shape;667;p9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4">
  <p:cSld name="CUSTOM_2_24">
    <p:spTree>
      <p:nvGrpSpPr>
        <p:cNvPr id="668" name="Shape 668"/>
        <p:cNvGrpSpPr/>
        <p:nvPr/>
      </p:nvGrpSpPr>
      <p:grpSpPr>
        <a:xfrm>
          <a:off x="0" y="0"/>
          <a:ext cx="0" cy="0"/>
          <a:chOff x="0" y="0"/>
          <a:chExt cx="0" cy="0"/>
        </a:xfrm>
      </p:grpSpPr>
      <p:sp>
        <p:nvSpPr>
          <p:cNvPr id="669" name="Google Shape;669;p9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0" name="Google Shape;670;p9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1" name="Google Shape;671;p9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2" name="Google Shape;672;p9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3" name="Google Shape;673;p9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5">
  <p:cSld name="CUSTOM_2_25">
    <p:spTree>
      <p:nvGrpSpPr>
        <p:cNvPr id="674" name="Shape 674"/>
        <p:cNvGrpSpPr/>
        <p:nvPr/>
      </p:nvGrpSpPr>
      <p:grpSpPr>
        <a:xfrm>
          <a:off x="0" y="0"/>
          <a:ext cx="0" cy="0"/>
          <a:chOff x="0" y="0"/>
          <a:chExt cx="0" cy="0"/>
        </a:xfrm>
      </p:grpSpPr>
      <p:sp>
        <p:nvSpPr>
          <p:cNvPr id="675" name="Google Shape;675;p9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76" name="Google Shape;676;p9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77" name="Google Shape;677;p9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78" name="Google Shape;678;p9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9" name="Google Shape;679;p9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6">
  <p:cSld name="CUSTOM_2_26">
    <p:spTree>
      <p:nvGrpSpPr>
        <p:cNvPr id="680" name="Shape 680"/>
        <p:cNvGrpSpPr/>
        <p:nvPr/>
      </p:nvGrpSpPr>
      <p:grpSpPr>
        <a:xfrm>
          <a:off x="0" y="0"/>
          <a:ext cx="0" cy="0"/>
          <a:chOff x="0" y="0"/>
          <a:chExt cx="0" cy="0"/>
        </a:xfrm>
      </p:grpSpPr>
      <p:sp>
        <p:nvSpPr>
          <p:cNvPr id="681" name="Google Shape;681;p9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2" name="Google Shape;682;p9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3" name="Google Shape;683;p9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84" name="Google Shape;684;p9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5" name="Google Shape;685;p9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7">
  <p:cSld name="CUSTOM_2_27">
    <p:spTree>
      <p:nvGrpSpPr>
        <p:cNvPr id="686" name="Shape 686"/>
        <p:cNvGrpSpPr/>
        <p:nvPr/>
      </p:nvGrpSpPr>
      <p:grpSpPr>
        <a:xfrm>
          <a:off x="0" y="0"/>
          <a:ext cx="0" cy="0"/>
          <a:chOff x="0" y="0"/>
          <a:chExt cx="0" cy="0"/>
        </a:xfrm>
      </p:grpSpPr>
      <p:sp>
        <p:nvSpPr>
          <p:cNvPr id="687" name="Google Shape;687;p9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88" name="Google Shape;688;p9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89" name="Google Shape;689;p9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0" name="Google Shape;690;p9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1" name="Google Shape;691;p9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8">
  <p:cSld name="CUSTOM_2_28">
    <p:spTree>
      <p:nvGrpSpPr>
        <p:cNvPr id="692" name="Shape 692"/>
        <p:cNvGrpSpPr/>
        <p:nvPr/>
      </p:nvGrpSpPr>
      <p:grpSpPr>
        <a:xfrm>
          <a:off x="0" y="0"/>
          <a:ext cx="0" cy="0"/>
          <a:chOff x="0" y="0"/>
          <a:chExt cx="0" cy="0"/>
        </a:xfrm>
      </p:grpSpPr>
      <p:sp>
        <p:nvSpPr>
          <p:cNvPr id="693" name="Google Shape;693;p9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694" name="Google Shape;694;p9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695" name="Google Shape;695;p9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696" name="Google Shape;696;p9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7" name="Google Shape;697;p9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29">
  <p:cSld name="CUSTOM_2_29">
    <p:spTree>
      <p:nvGrpSpPr>
        <p:cNvPr id="698" name="Shape 698"/>
        <p:cNvGrpSpPr/>
        <p:nvPr/>
      </p:nvGrpSpPr>
      <p:grpSpPr>
        <a:xfrm>
          <a:off x="0" y="0"/>
          <a:ext cx="0" cy="0"/>
          <a:chOff x="0" y="0"/>
          <a:chExt cx="0" cy="0"/>
        </a:xfrm>
      </p:grpSpPr>
      <p:sp>
        <p:nvSpPr>
          <p:cNvPr id="699" name="Google Shape;699;p9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0" name="Google Shape;700;p9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1" name="Google Shape;701;p9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2" name="Google Shape;702;p9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3" name="Google Shape;703;p98"/>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0">
  <p:cSld name="CUSTOM_2_30">
    <p:spTree>
      <p:nvGrpSpPr>
        <p:cNvPr id="704" name="Shape 704"/>
        <p:cNvGrpSpPr/>
        <p:nvPr/>
      </p:nvGrpSpPr>
      <p:grpSpPr>
        <a:xfrm>
          <a:off x="0" y="0"/>
          <a:ext cx="0" cy="0"/>
          <a:chOff x="0" y="0"/>
          <a:chExt cx="0" cy="0"/>
        </a:xfrm>
      </p:grpSpPr>
      <p:sp>
        <p:nvSpPr>
          <p:cNvPr id="705" name="Google Shape;705;p9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06" name="Google Shape;706;p9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07" name="Google Shape;707;p9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08" name="Google Shape;708;p9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9" name="Google Shape;709;p99"/>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1">
  <p:cSld name="CUSTOM_2_31">
    <p:spTree>
      <p:nvGrpSpPr>
        <p:cNvPr id="710" name="Shape 710"/>
        <p:cNvGrpSpPr/>
        <p:nvPr/>
      </p:nvGrpSpPr>
      <p:grpSpPr>
        <a:xfrm>
          <a:off x="0" y="0"/>
          <a:ext cx="0" cy="0"/>
          <a:chOff x="0" y="0"/>
          <a:chExt cx="0" cy="0"/>
        </a:xfrm>
      </p:grpSpPr>
      <p:sp>
        <p:nvSpPr>
          <p:cNvPr id="711" name="Google Shape;711;p10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2" name="Google Shape;712;p10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3" name="Google Shape;713;p10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14" name="Google Shape;714;p10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5" name="Google Shape;715;p100"/>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2">
  <p:cSld name="CUSTOM_2_32">
    <p:spTree>
      <p:nvGrpSpPr>
        <p:cNvPr id="716" name="Shape 716"/>
        <p:cNvGrpSpPr/>
        <p:nvPr/>
      </p:nvGrpSpPr>
      <p:grpSpPr>
        <a:xfrm>
          <a:off x="0" y="0"/>
          <a:ext cx="0" cy="0"/>
          <a:chOff x="0" y="0"/>
          <a:chExt cx="0" cy="0"/>
        </a:xfrm>
      </p:grpSpPr>
      <p:sp>
        <p:nvSpPr>
          <p:cNvPr id="717" name="Google Shape;717;p10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18" name="Google Shape;718;p10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19" name="Google Shape;719;p10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0" name="Google Shape;720;p10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1" name="Google Shape;721;p101"/>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3">
  <p:cSld name="CUSTOM_2_33">
    <p:spTree>
      <p:nvGrpSpPr>
        <p:cNvPr id="722" name="Shape 722"/>
        <p:cNvGrpSpPr/>
        <p:nvPr/>
      </p:nvGrpSpPr>
      <p:grpSpPr>
        <a:xfrm>
          <a:off x="0" y="0"/>
          <a:ext cx="0" cy="0"/>
          <a:chOff x="0" y="0"/>
          <a:chExt cx="0" cy="0"/>
        </a:xfrm>
      </p:grpSpPr>
      <p:sp>
        <p:nvSpPr>
          <p:cNvPr id="723" name="Google Shape;723;p10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24" name="Google Shape;724;p10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25" name="Google Shape;725;p10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26" name="Google Shape;726;p10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7" name="Google Shape;727;p10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4">
  <p:cSld name="CUSTOM_2_34">
    <p:spTree>
      <p:nvGrpSpPr>
        <p:cNvPr id="728" name="Shape 728"/>
        <p:cNvGrpSpPr/>
        <p:nvPr/>
      </p:nvGrpSpPr>
      <p:grpSpPr>
        <a:xfrm>
          <a:off x="0" y="0"/>
          <a:ext cx="0" cy="0"/>
          <a:chOff x="0" y="0"/>
          <a:chExt cx="0" cy="0"/>
        </a:xfrm>
      </p:grpSpPr>
      <p:sp>
        <p:nvSpPr>
          <p:cNvPr id="729" name="Google Shape;729;p10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0" name="Google Shape;730;p10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1" name="Google Shape;731;p10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2" name="Google Shape;732;p10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3" name="Google Shape;733;p103"/>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5">
  <p:cSld name="CUSTOM_2_35">
    <p:spTree>
      <p:nvGrpSpPr>
        <p:cNvPr id="734" name="Shape 734"/>
        <p:cNvGrpSpPr/>
        <p:nvPr/>
      </p:nvGrpSpPr>
      <p:grpSpPr>
        <a:xfrm>
          <a:off x="0" y="0"/>
          <a:ext cx="0" cy="0"/>
          <a:chOff x="0" y="0"/>
          <a:chExt cx="0" cy="0"/>
        </a:xfrm>
      </p:grpSpPr>
      <p:sp>
        <p:nvSpPr>
          <p:cNvPr id="735" name="Google Shape;735;p10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36" name="Google Shape;736;p10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37" name="Google Shape;737;p10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38" name="Google Shape;738;p10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39" name="Google Shape;739;p104"/>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6">
  <p:cSld name="CUSTOM_2_36">
    <p:spTree>
      <p:nvGrpSpPr>
        <p:cNvPr id="740" name="Shape 740"/>
        <p:cNvGrpSpPr/>
        <p:nvPr/>
      </p:nvGrpSpPr>
      <p:grpSpPr>
        <a:xfrm>
          <a:off x="0" y="0"/>
          <a:ext cx="0" cy="0"/>
          <a:chOff x="0" y="0"/>
          <a:chExt cx="0" cy="0"/>
        </a:xfrm>
      </p:grpSpPr>
      <p:sp>
        <p:nvSpPr>
          <p:cNvPr id="741" name="Google Shape;741;p105"/>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2" name="Google Shape;742;p10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3" name="Google Shape;743;p10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44" name="Google Shape;744;p10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5" name="Google Shape;745;p10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7">
  <p:cSld name="CUSTOM_2_37">
    <p:spTree>
      <p:nvGrpSpPr>
        <p:cNvPr id="746" name="Shape 746"/>
        <p:cNvGrpSpPr/>
        <p:nvPr/>
      </p:nvGrpSpPr>
      <p:grpSpPr>
        <a:xfrm>
          <a:off x="0" y="0"/>
          <a:ext cx="0" cy="0"/>
          <a:chOff x="0" y="0"/>
          <a:chExt cx="0" cy="0"/>
        </a:xfrm>
      </p:grpSpPr>
      <p:sp>
        <p:nvSpPr>
          <p:cNvPr id="747" name="Google Shape;747;p10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48" name="Google Shape;748;p10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49" name="Google Shape;749;p10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50" name="Google Shape;750;p10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1" name="Google Shape;751;p106"/>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4 1">
  <p:cSld name="CUSTOM_11_1_1_3">
    <p:spTree>
      <p:nvGrpSpPr>
        <p:cNvPr id="752" name="Shape 752"/>
        <p:cNvGrpSpPr/>
        <p:nvPr/>
      </p:nvGrpSpPr>
      <p:grpSpPr>
        <a:xfrm>
          <a:off x="0" y="0"/>
          <a:ext cx="0" cy="0"/>
          <a:chOff x="0" y="0"/>
          <a:chExt cx="0" cy="0"/>
        </a:xfrm>
      </p:grpSpPr>
      <p:sp>
        <p:nvSpPr>
          <p:cNvPr id="753" name="Google Shape;753;p107"/>
          <p:cNvSpPr/>
          <p:nvPr/>
        </p:nvSpPr>
        <p:spPr>
          <a:xfrm>
            <a:off x="953325" y="1857573"/>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07"/>
          <p:cNvSpPr/>
          <p:nvPr/>
        </p:nvSpPr>
        <p:spPr>
          <a:xfrm>
            <a:off x="953325" y="256325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7"/>
          <p:cNvSpPr/>
          <p:nvPr/>
        </p:nvSpPr>
        <p:spPr>
          <a:xfrm>
            <a:off x="953325" y="1136875"/>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0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757" name="Google Shape;757;p107"/>
          <p:cNvSpPr/>
          <p:nvPr/>
        </p:nvSpPr>
        <p:spPr>
          <a:xfrm>
            <a:off x="802850" y="184255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758" name="Google Shape;758;p107"/>
          <p:cNvSpPr/>
          <p:nvPr/>
        </p:nvSpPr>
        <p:spPr>
          <a:xfrm>
            <a:off x="802850" y="2563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759" name="Google Shape;759;p10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
        <p:nvSpPr>
          <p:cNvPr id="760" name="Google Shape;760;p10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1" name="Google Shape;761;p107"/>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107"/>
          <p:cNvSpPr txBox="1"/>
          <p:nvPr>
            <p:ph idx="1" type="subTitle"/>
          </p:nvPr>
        </p:nvSpPr>
        <p:spPr>
          <a:xfrm>
            <a:off x="1354400" y="1129175"/>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3" name="Google Shape;763;p107"/>
          <p:cNvSpPr txBox="1"/>
          <p:nvPr>
            <p:ph idx="3" type="subTitle"/>
          </p:nvPr>
        </p:nvSpPr>
        <p:spPr>
          <a:xfrm>
            <a:off x="1354400" y="1857451"/>
            <a:ext cx="7116000" cy="552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4" name="Google Shape;764;p107"/>
          <p:cNvSpPr txBox="1"/>
          <p:nvPr>
            <p:ph idx="4" type="subTitle"/>
          </p:nvPr>
        </p:nvSpPr>
        <p:spPr>
          <a:xfrm>
            <a:off x="1354400" y="257827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765" name="Google Shape;765;p107"/>
          <p:cNvSpPr/>
          <p:nvPr/>
        </p:nvSpPr>
        <p:spPr>
          <a:xfrm>
            <a:off x="953325" y="3276200"/>
            <a:ext cx="7517100" cy="55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07"/>
          <p:cNvSpPr/>
          <p:nvPr/>
        </p:nvSpPr>
        <p:spPr>
          <a:xfrm>
            <a:off x="802850" y="327621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767" name="Google Shape;767;p107"/>
          <p:cNvSpPr txBox="1"/>
          <p:nvPr>
            <p:ph idx="5" type="subTitle"/>
          </p:nvPr>
        </p:nvSpPr>
        <p:spPr>
          <a:xfrm>
            <a:off x="1354400" y="3291225"/>
            <a:ext cx="7116000" cy="537300"/>
          </a:xfrm>
          <a:prstGeom prst="rect">
            <a:avLst/>
          </a:prstGeom>
        </p:spPr>
        <p:txBody>
          <a:bodyPr anchorCtr="0" anchor="ctr"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
  <p:cSld name="CUSTOM_6_2">
    <p:spTree>
      <p:nvGrpSpPr>
        <p:cNvPr id="768" name="Shape 768"/>
        <p:cNvGrpSpPr/>
        <p:nvPr/>
      </p:nvGrpSpPr>
      <p:grpSpPr>
        <a:xfrm>
          <a:off x="0" y="0"/>
          <a:ext cx="0" cy="0"/>
          <a:chOff x="0" y="0"/>
          <a:chExt cx="0" cy="0"/>
        </a:xfrm>
      </p:grpSpPr>
      <p:sp>
        <p:nvSpPr>
          <p:cNvPr id="769" name="Google Shape;769;p108"/>
          <p:cNvSpPr/>
          <p:nvPr>
            <p:ph idx="2" type="pic"/>
          </p:nvPr>
        </p:nvSpPr>
        <p:spPr>
          <a:xfrm>
            <a:off x="5923375" y="150"/>
            <a:ext cx="3220500" cy="5143500"/>
          </a:xfrm>
          <a:prstGeom prst="rect">
            <a:avLst/>
          </a:prstGeom>
          <a:noFill/>
          <a:ln>
            <a:noFill/>
          </a:ln>
        </p:spPr>
      </p:sp>
      <p:sp>
        <p:nvSpPr>
          <p:cNvPr id="770" name="Google Shape;770;p10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71" name="Google Shape;771;p10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2" name="Google Shape;772;p108"/>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rgbClr val="F2F2F2"/>
        </a:solidFill>
      </p:bgPr>
    </p:bg>
    <p:spTree>
      <p:nvGrpSpPr>
        <p:cNvPr id="773" name="Shape 773"/>
        <p:cNvGrpSpPr/>
        <p:nvPr/>
      </p:nvGrpSpPr>
      <p:grpSpPr>
        <a:xfrm>
          <a:off x="0" y="0"/>
          <a:ext cx="0" cy="0"/>
          <a:chOff x="0" y="0"/>
          <a:chExt cx="0" cy="0"/>
        </a:xfrm>
      </p:grpSpPr>
      <p:sp>
        <p:nvSpPr>
          <p:cNvPr id="774" name="Google Shape;774;p109"/>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1">
  <p:cSld name="CUSTOM_26_4">
    <p:bg>
      <p:bgPr>
        <a:solidFill>
          <a:srgbClr val="F2F2F2"/>
        </a:solidFill>
      </p:bgPr>
    </p:bg>
    <p:spTree>
      <p:nvGrpSpPr>
        <p:cNvPr id="775" name="Shape 775"/>
        <p:cNvGrpSpPr/>
        <p:nvPr/>
      </p:nvGrpSpPr>
      <p:grpSpPr>
        <a:xfrm>
          <a:off x="0" y="0"/>
          <a:ext cx="0" cy="0"/>
          <a:chOff x="0" y="0"/>
          <a:chExt cx="0" cy="0"/>
        </a:xfrm>
      </p:grpSpPr>
      <p:sp>
        <p:nvSpPr>
          <p:cNvPr id="776" name="Google Shape;776;p110"/>
          <p:cNvSpPr txBox="1"/>
          <p:nvPr>
            <p:ph type="title"/>
          </p:nvPr>
        </p:nvSpPr>
        <p:spPr>
          <a:xfrm>
            <a:off x="0" y="2694300"/>
            <a:ext cx="9144000" cy="740700"/>
          </a:xfrm>
          <a:prstGeom prst="rect">
            <a:avLst/>
          </a:prstGeom>
        </p:spPr>
        <p:txBody>
          <a:bodyPr anchorCtr="0" anchor="t" bIns="91425" lIns="0" spcFirstLastPara="1" rIns="0" wrap="square" tIns="91425">
            <a:noAutofit/>
          </a:bodyPr>
          <a:lstStyle>
            <a:lvl1pPr lvl="0" rtl="0" algn="ctr">
              <a:spcBef>
                <a:spcPts val="0"/>
              </a:spcBef>
              <a:spcAft>
                <a:spcPts val="0"/>
              </a:spcAft>
              <a:buSzPts val="4000"/>
              <a:buNone/>
              <a:defRPr sz="4000">
                <a:latin typeface="Roboto Light"/>
                <a:ea typeface="Roboto Light"/>
                <a:cs typeface="Roboto Light"/>
                <a:sym typeface="Roboto Light"/>
              </a:defRPr>
            </a:lvl1pPr>
            <a:lvl2pPr lvl="1" rtl="0">
              <a:spcBef>
                <a:spcPts val="0"/>
              </a:spcBef>
              <a:spcAft>
                <a:spcPts val="0"/>
              </a:spcAft>
              <a:buSzPts val="2800"/>
              <a:buNone/>
              <a:defRPr>
                <a:latin typeface="Roboto Light"/>
                <a:ea typeface="Roboto Light"/>
                <a:cs typeface="Roboto Light"/>
                <a:sym typeface="Roboto Light"/>
              </a:defRPr>
            </a:lvl2pPr>
            <a:lvl3pPr lvl="2" rtl="0">
              <a:spcBef>
                <a:spcPts val="0"/>
              </a:spcBef>
              <a:spcAft>
                <a:spcPts val="0"/>
              </a:spcAft>
              <a:buSzPts val="2800"/>
              <a:buNone/>
              <a:defRPr>
                <a:latin typeface="Roboto Light"/>
                <a:ea typeface="Roboto Light"/>
                <a:cs typeface="Roboto Light"/>
                <a:sym typeface="Roboto Light"/>
              </a:defRPr>
            </a:lvl3pPr>
            <a:lvl4pPr lvl="3" rtl="0">
              <a:spcBef>
                <a:spcPts val="0"/>
              </a:spcBef>
              <a:spcAft>
                <a:spcPts val="0"/>
              </a:spcAft>
              <a:buSzPts val="2800"/>
              <a:buNone/>
              <a:defRPr>
                <a:latin typeface="Roboto Light"/>
                <a:ea typeface="Roboto Light"/>
                <a:cs typeface="Roboto Light"/>
                <a:sym typeface="Roboto Light"/>
              </a:defRPr>
            </a:lvl4pPr>
            <a:lvl5pPr lvl="4" rtl="0">
              <a:spcBef>
                <a:spcPts val="0"/>
              </a:spcBef>
              <a:spcAft>
                <a:spcPts val="0"/>
              </a:spcAft>
              <a:buSzPts val="2800"/>
              <a:buNone/>
              <a:defRPr>
                <a:latin typeface="Roboto Light"/>
                <a:ea typeface="Roboto Light"/>
                <a:cs typeface="Roboto Light"/>
                <a:sym typeface="Roboto Light"/>
              </a:defRPr>
            </a:lvl5pPr>
            <a:lvl6pPr lvl="5" rtl="0">
              <a:spcBef>
                <a:spcPts val="0"/>
              </a:spcBef>
              <a:spcAft>
                <a:spcPts val="0"/>
              </a:spcAft>
              <a:buSzPts val="2800"/>
              <a:buNone/>
              <a:defRPr>
                <a:latin typeface="Roboto Light"/>
                <a:ea typeface="Roboto Light"/>
                <a:cs typeface="Roboto Light"/>
                <a:sym typeface="Roboto Light"/>
              </a:defRPr>
            </a:lvl6pPr>
            <a:lvl7pPr lvl="6" rtl="0">
              <a:spcBef>
                <a:spcPts val="0"/>
              </a:spcBef>
              <a:spcAft>
                <a:spcPts val="0"/>
              </a:spcAft>
              <a:buSzPts val="2800"/>
              <a:buNone/>
              <a:defRPr>
                <a:latin typeface="Roboto Light"/>
                <a:ea typeface="Roboto Light"/>
                <a:cs typeface="Roboto Light"/>
                <a:sym typeface="Roboto Light"/>
              </a:defRPr>
            </a:lvl7pPr>
            <a:lvl8pPr lvl="7" rtl="0">
              <a:spcBef>
                <a:spcPts val="0"/>
              </a:spcBef>
              <a:spcAft>
                <a:spcPts val="0"/>
              </a:spcAft>
              <a:buSzPts val="2800"/>
              <a:buNone/>
              <a:defRPr>
                <a:latin typeface="Roboto Light"/>
                <a:ea typeface="Roboto Light"/>
                <a:cs typeface="Roboto Light"/>
                <a:sym typeface="Roboto Light"/>
              </a:defRPr>
            </a:lvl8pPr>
            <a:lvl9pPr lvl="8" rtl="0">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2">
  <p:cSld name="CUSTOM_6_3">
    <p:spTree>
      <p:nvGrpSpPr>
        <p:cNvPr id="777" name="Shape 777"/>
        <p:cNvGrpSpPr/>
        <p:nvPr/>
      </p:nvGrpSpPr>
      <p:grpSpPr>
        <a:xfrm>
          <a:off x="0" y="0"/>
          <a:ext cx="0" cy="0"/>
          <a:chOff x="0" y="0"/>
          <a:chExt cx="0" cy="0"/>
        </a:xfrm>
      </p:grpSpPr>
      <p:sp>
        <p:nvSpPr>
          <p:cNvPr id="778" name="Google Shape;778;p111"/>
          <p:cNvSpPr/>
          <p:nvPr>
            <p:ph idx="2" type="pic"/>
          </p:nvPr>
        </p:nvSpPr>
        <p:spPr>
          <a:xfrm>
            <a:off x="5923375" y="150"/>
            <a:ext cx="3220500" cy="5143500"/>
          </a:xfrm>
          <a:prstGeom prst="rect">
            <a:avLst/>
          </a:prstGeom>
          <a:noFill/>
          <a:ln>
            <a:noFill/>
          </a:ln>
        </p:spPr>
      </p:sp>
      <p:sp>
        <p:nvSpPr>
          <p:cNvPr id="779" name="Google Shape;779;p11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0" name="Google Shape;780;p11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1" name="Google Shape;781;p111"/>
          <p:cNvSpPr txBox="1"/>
          <p:nvPr>
            <p:ph idx="3" type="title"/>
          </p:nvPr>
        </p:nvSpPr>
        <p:spPr>
          <a:xfrm>
            <a:off x="-6000" y="478650"/>
            <a:ext cx="59295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8">
  <p:cSld name="CUSTOM_2_38">
    <p:spTree>
      <p:nvGrpSpPr>
        <p:cNvPr id="782" name="Shape 782"/>
        <p:cNvGrpSpPr/>
        <p:nvPr/>
      </p:nvGrpSpPr>
      <p:grpSpPr>
        <a:xfrm>
          <a:off x="0" y="0"/>
          <a:ext cx="0" cy="0"/>
          <a:chOff x="0" y="0"/>
          <a:chExt cx="0" cy="0"/>
        </a:xfrm>
      </p:grpSpPr>
      <p:sp>
        <p:nvSpPr>
          <p:cNvPr id="783" name="Google Shape;783;p11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rtl="0">
              <a:spcBef>
                <a:spcPts val="0"/>
              </a:spcBef>
              <a:spcAft>
                <a:spcPts val="0"/>
              </a:spcAft>
              <a:buSzPts val="1400"/>
              <a:buChar char="●"/>
              <a:defRPr sz="1400"/>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784" name="Google Shape;784;p11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785" name="Google Shape;785;p11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6" name="Google Shape;786;p112"/>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2 2">
  <p:cSld name="CUSTOM_21_2_4">
    <p:spTree>
      <p:nvGrpSpPr>
        <p:cNvPr id="787" name="Shape 787"/>
        <p:cNvGrpSpPr/>
        <p:nvPr/>
      </p:nvGrpSpPr>
      <p:grpSpPr>
        <a:xfrm>
          <a:off x="0" y="0"/>
          <a:ext cx="0" cy="0"/>
          <a:chOff x="0" y="0"/>
          <a:chExt cx="0" cy="0"/>
        </a:xfrm>
      </p:grpSpPr>
      <p:sp>
        <p:nvSpPr>
          <p:cNvPr id="788" name="Google Shape;788;p113"/>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9" name="Google Shape;789;p113"/>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0" name="Google Shape;790;p1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pic>
        <p:nvPicPr>
          <p:cNvPr id="791" name="Google Shape;791;p113"/>
          <p:cNvPicPr preferRelativeResize="0"/>
          <p:nvPr/>
        </p:nvPicPr>
        <p:blipFill>
          <a:blip r:embed="rId2">
            <a:alphaModFix/>
          </a:blip>
          <a:stretch>
            <a:fillRect/>
          </a:stretch>
        </p:blipFill>
        <p:spPr>
          <a:xfrm>
            <a:off x="198650" y="271550"/>
            <a:ext cx="459000" cy="471541"/>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p:cSld name="CUSTOM_11_1_1_1">
    <p:spTree>
      <p:nvGrpSpPr>
        <p:cNvPr id="792" name="Shape 792"/>
        <p:cNvGrpSpPr/>
        <p:nvPr/>
      </p:nvGrpSpPr>
      <p:grpSpPr>
        <a:xfrm>
          <a:off x="0" y="0"/>
          <a:ext cx="0" cy="0"/>
          <a:chOff x="0" y="0"/>
          <a:chExt cx="0" cy="0"/>
        </a:xfrm>
      </p:grpSpPr>
      <p:sp>
        <p:nvSpPr>
          <p:cNvPr id="793" name="Google Shape;793;p11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4" name="Google Shape;794;p11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 name="Google Shape;795;p1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39">
  <p:cSld name="CUSTOM_2_39">
    <p:spTree>
      <p:nvGrpSpPr>
        <p:cNvPr id="796" name="Shape 796"/>
        <p:cNvGrpSpPr/>
        <p:nvPr/>
      </p:nvGrpSpPr>
      <p:grpSpPr>
        <a:xfrm>
          <a:off x="0" y="0"/>
          <a:ext cx="0" cy="0"/>
          <a:chOff x="0" y="0"/>
          <a:chExt cx="0" cy="0"/>
        </a:xfrm>
      </p:grpSpPr>
      <p:sp>
        <p:nvSpPr>
          <p:cNvPr id="797" name="Google Shape;797;p11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8" name="Google Shape;798;p11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9" name="Google Shape;799;p11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00" name="Google Shape;800;p11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01" name="Google Shape;801;p1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p:cSld name="SECTION_HEADER_1_2">
    <p:spTree>
      <p:nvGrpSpPr>
        <p:cNvPr id="802" name="Shape 802"/>
        <p:cNvGrpSpPr/>
        <p:nvPr/>
      </p:nvGrpSpPr>
      <p:grpSpPr>
        <a:xfrm>
          <a:off x="0" y="0"/>
          <a:ext cx="0" cy="0"/>
          <a:chOff x="0" y="0"/>
          <a:chExt cx="0" cy="0"/>
        </a:xfrm>
      </p:grpSpPr>
      <p:cxnSp>
        <p:nvCxnSpPr>
          <p:cNvPr id="803" name="Google Shape;803;p116"/>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4" name="Google Shape;804;p116"/>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05" name="Google Shape;805;p116"/>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06" name="Google Shape;806;p1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1">
  <p:cSld name="SECTION_HEADER_1_3">
    <p:spTree>
      <p:nvGrpSpPr>
        <p:cNvPr id="807" name="Shape 807"/>
        <p:cNvGrpSpPr/>
        <p:nvPr/>
      </p:nvGrpSpPr>
      <p:grpSpPr>
        <a:xfrm>
          <a:off x="0" y="0"/>
          <a:ext cx="0" cy="0"/>
          <a:chOff x="0" y="0"/>
          <a:chExt cx="0" cy="0"/>
        </a:xfrm>
      </p:grpSpPr>
      <p:cxnSp>
        <p:nvCxnSpPr>
          <p:cNvPr id="808" name="Google Shape;808;p117"/>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09" name="Google Shape;809;p117"/>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0" name="Google Shape;810;p117"/>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1" name="Google Shape;811;p1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p:cSld name="SECTION_HEADER_1_4">
    <p:spTree>
      <p:nvGrpSpPr>
        <p:cNvPr id="812" name="Shape 812"/>
        <p:cNvGrpSpPr/>
        <p:nvPr/>
      </p:nvGrpSpPr>
      <p:grpSpPr>
        <a:xfrm>
          <a:off x="0" y="0"/>
          <a:ext cx="0" cy="0"/>
          <a:chOff x="0" y="0"/>
          <a:chExt cx="0" cy="0"/>
        </a:xfrm>
      </p:grpSpPr>
      <p:cxnSp>
        <p:nvCxnSpPr>
          <p:cNvPr id="813" name="Google Shape;813;p118"/>
          <p:cNvCxnSpPr/>
          <p:nvPr/>
        </p:nvCxnSpPr>
        <p:spPr>
          <a:xfrm>
            <a:off x="0" y="1975950"/>
            <a:ext cx="5532900" cy="0"/>
          </a:xfrm>
          <a:prstGeom prst="straightConnector1">
            <a:avLst/>
          </a:prstGeom>
          <a:noFill/>
          <a:ln cap="flat" cmpd="sng" w="19050">
            <a:solidFill>
              <a:srgbClr val="FFFFFF"/>
            </a:solidFill>
            <a:prstDash val="solid"/>
            <a:round/>
            <a:headEnd len="med" w="med" type="none"/>
            <a:tailEnd len="med" w="med" type="oval"/>
          </a:ln>
        </p:spPr>
      </p:cxnSp>
      <p:sp>
        <p:nvSpPr>
          <p:cNvPr id="814" name="Google Shape;814;p118"/>
          <p:cNvSpPr txBox="1"/>
          <p:nvPr>
            <p:ph type="title"/>
          </p:nvPr>
        </p:nvSpPr>
        <p:spPr>
          <a:xfrm>
            <a:off x="4234700" y="1975950"/>
            <a:ext cx="4909200" cy="2001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4000"/>
              <a:buNone/>
              <a:defRPr b="0" sz="4000">
                <a:solidFill>
                  <a:schemeClr val="lt1"/>
                </a:solidFill>
              </a:defRPr>
            </a:lvl1pPr>
            <a:lvl2pPr lvl="1">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815" name="Google Shape;815;p118"/>
          <p:cNvSpPr txBox="1"/>
          <p:nvPr>
            <p:ph idx="1" type="subTitle"/>
          </p:nvPr>
        </p:nvSpPr>
        <p:spPr>
          <a:xfrm>
            <a:off x="4234700" y="761025"/>
            <a:ext cx="1656900" cy="1204800"/>
          </a:xfrm>
          <a:prstGeom prst="rect">
            <a:avLst/>
          </a:prstGeom>
        </p:spPr>
        <p:txBody>
          <a:bodyPr anchorCtr="0" anchor="b" bIns="91425" lIns="0" spcFirstLastPara="1" rIns="91425" wrap="square" tIns="0">
            <a:noAutofit/>
          </a:bodyPr>
          <a:lstStyle>
            <a:lvl1pPr lvl="0">
              <a:spcBef>
                <a:spcPts val="0"/>
              </a:spcBef>
              <a:spcAft>
                <a:spcPts val="0"/>
              </a:spcAft>
              <a:buClr>
                <a:schemeClr val="lt1"/>
              </a:buClr>
              <a:buSzPts val="1200"/>
              <a:buFont typeface="Roboto"/>
              <a:buNone/>
              <a:defRPr sz="1200">
                <a:solidFill>
                  <a:schemeClr val="lt1"/>
                </a:solidFill>
                <a:latin typeface="Roboto"/>
                <a:ea typeface="Roboto"/>
                <a:cs typeface="Roboto"/>
                <a:sym typeface="Roboto"/>
              </a:defRPr>
            </a:lvl1pPr>
            <a:lvl2pPr lvl="1">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816" name="Google Shape;816;p1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0">
  <p:cSld name="CUSTOM_2_40">
    <p:spTree>
      <p:nvGrpSpPr>
        <p:cNvPr id="817" name="Shape 817"/>
        <p:cNvGrpSpPr/>
        <p:nvPr/>
      </p:nvGrpSpPr>
      <p:grpSpPr>
        <a:xfrm>
          <a:off x="0" y="0"/>
          <a:ext cx="0" cy="0"/>
          <a:chOff x="0" y="0"/>
          <a:chExt cx="0" cy="0"/>
        </a:xfrm>
      </p:grpSpPr>
      <p:sp>
        <p:nvSpPr>
          <p:cNvPr id="818" name="Google Shape;818;p119"/>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9" name="Google Shape;819;p119"/>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0" name="Google Shape;820;p11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1" name="Google Shape;821;p11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2" name="Google Shape;822;p1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1">
  <p:cSld name="CUSTOM_2_41">
    <p:spTree>
      <p:nvGrpSpPr>
        <p:cNvPr id="823" name="Shape 823"/>
        <p:cNvGrpSpPr/>
        <p:nvPr/>
      </p:nvGrpSpPr>
      <p:grpSpPr>
        <a:xfrm>
          <a:off x="0" y="0"/>
          <a:ext cx="0" cy="0"/>
          <a:chOff x="0" y="0"/>
          <a:chExt cx="0" cy="0"/>
        </a:xfrm>
      </p:grpSpPr>
      <p:sp>
        <p:nvSpPr>
          <p:cNvPr id="824" name="Google Shape;824;p12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25" name="Google Shape;825;p12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26" name="Google Shape;826;p12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7" name="Google Shape;827;p12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2">
  <p:cSld name="CUSTOM_2_42">
    <p:spTree>
      <p:nvGrpSpPr>
        <p:cNvPr id="828" name="Shape 828"/>
        <p:cNvGrpSpPr/>
        <p:nvPr/>
      </p:nvGrpSpPr>
      <p:grpSpPr>
        <a:xfrm>
          <a:off x="0" y="0"/>
          <a:ext cx="0" cy="0"/>
          <a:chOff x="0" y="0"/>
          <a:chExt cx="0" cy="0"/>
        </a:xfrm>
      </p:grpSpPr>
      <p:sp>
        <p:nvSpPr>
          <p:cNvPr id="829" name="Google Shape;829;p12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0" name="Google Shape;830;p12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1" name="Google Shape;831;p12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2" name="Google Shape;832;p12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3">
  <p:cSld name="CUSTOM_2_43">
    <p:spTree>
      <p:nvGrpSpPr>
        <p:cNvPr id="833" name="Shape 833"/>
        <p:cNvGrpSpPr/>
        <p:nvPr/>
      </p:nvGrpSpPr>
      <p:grpSpPr>
        <a:xfrm>
          <a:off x="0" y="0"/>
          <a:ext cx="0" cy="0"/>
          <a:chOff x="0" y="0"/>
          <a:chExt cx="0" cy="0"/>
        </a:xfrm>
      </p:grpSpPr>
      <p:sp>
        <p:nvSpPr>
          <p:cNvPr id="834" name="Google Shape;834;p12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35" name="Google Shape;835;p12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36" name="Google Shape;836;p12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7" name="Google Shape;837;p12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4">
  <p:cSld name="CUSTOM_2_44">
    <p:spTree>
      <p:nvGrpSpPr>
        <p:cNvPr id="838" name="Shape 838"/>
        <p:cNvGrpSpPr/>
        <p:nvPr/>
      </p:nvGrpSpPr>
      <p:grpSpPr>
        <a:xfrm>
          <a:off x="0" y="0"/>
          <a:ext cx="0" cy="0"/>
          <a:chOff x="0" y="0"/>
          <a:chExt cx="0" cy="0"/>
        </a:xfrm>
      </p:grpSpPr>
      <p:sp>
        <p:nvSpPr>
          <p:cNvPr id="839" name="Google Shape;839;p12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0" name="Google Shape;840;p12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1" name="Google Shape;841;p12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2" name="Google Shape;842;p12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5">
  <p:cSld name="CUSTOM_2_45">
    <p:spTree>
      <p:nvGrpSpPr>
        <p:cNvPr id="843" name="Shape 843"/>
        <p:cNvGrpSpPr/>
        <p:nvPr/>
      </p:nvGrpSpPr>
      <p:grpSpPr>
        <a:xfrm>
          <a:off x="0" y="0"/>
          <a:ext cx="0" cy="0"/>
          <a:chOff x="0" y="0"/>
          <a:chExt cx="0" cy="0"/>
        </a:xfrm>
      </p:grpSpPr>
      <p:sp>
        <p:nvSpPr>
          <p:cNvPr id="844" name="Google Shape;844;p124"/>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45" name="Google Shape;845;p12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46" name="Google Shape;846;p12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7" name="Google Shape;847;p12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1">
  <p:cSld name="CUSTOM_11_1_1_2_3">
    <p:spTree>
      <p:nvGrpSpPr>
        <p:cNvPr id="848" name="Shape 848"/>
        <p:cNvGrpSpPr/>
        <p:nvPr/>
      </p:nvGrpSpPr>
      <p:grpSpPr>
        <a:xfrm>
          <a:off x="0" y="0"/>
          <a:ext cx="0" cy="0"/>
          <a:chOff x="0" y="0"/>
          <a:chExt cx="0" cy="0"/>
        </a:xfrm>
      </p:grpSpPr>
      <p:grpSp>
        <p:nvGrpSpPr>
          <p:cNvPr id="849" name="Google Shape;849;p125"/>
          <p:cNvGrpSpPr/>
          <p:nvPr/>
        </p:nvGrpSpPr>
        <p:grpSpPr>
          <a:xfrm>
            <a:off x="440125" y="1136875"/>
            <a:ext cx="776900" cy="486300"/>
            <a:chOff x="457200" y="1466425"/>
            <a:chExt cx="776900" cy="486300"/>
          </a:xfrm>
        </p:grpSpPr>
        <p:sp>
          <p:nvSpPr>
            <p:cNvPr id="850" name="Google Shape;850;p125"/>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851" name="Google Shape;851;p125"/>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2" name="Google Shape;852;p125"/>
          <p:cNvGrpSpPr/>
          <p:nvPr/>
        </p:nvGrpSpPr>
        <p:grpSpPr>
          <a:xfrm>
            <a:off x="440125" y="1791730"/>
            <a:ext cx="776900" cy="486300"/>
            <a:chOff x="457200" y="1466425"/>
            <a:chExt cx="776900" cy="486300"/>
          </a:xfrm>
        </p:grpSpPr>
        <p:sp>
          <p:nvSpPr>
            <p:cNvPr id="853" name="Google Shape;853;p125"/>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854" name="Google Shape;854;p125"/>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5" name="Google Shape;855;p125"/>
          <p:cNvGrpSpPr/>
          <p:nvPr/>
        </p:nvGrpSpPr>
        <p:grpSpPr>
          <a:xfrm>
            <a:off x="440125" y="2446585"/>
            <a:ext cx="776900" cy="486300"/>
            <a:chOff x="457200" y="1466425"/>
            <a:chExt cx="776900" cy="486300"/>
          </a:xfrm>
        </p:grpSpPr>
        <p:sp>
          <p:nvSpPr>
            <p:cNvPr id="856" name="Google Shape;856;p125"/>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857" name="Google Shape;857;p125"/>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8" name="Google Shape;858;p125"/>
          <p:cNvGrpSpPr/>
          <p:nvPr/>
        </p:nvGrpSpPr>
        <p:grpSpPr>
          <a:xfrm>
            <a:off x="440125" y="3101440"/>
            <a:ext cx="776900" cy="486300"/>
            <a:chOff x="457200" y="1466425"/>
            <a:chExt cx="776900" cy="486300"/>
          </a:xfrm>
        </p:grpSpPr>
        <p:sp>
          <p:nvSpPr>
            <p:cNvPr id="859" name="Google Shape;859;p125"/>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860" name="Google Shape;860;p125"/>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61" name="Google Shape;861;p125"/>
          <p:cNvGrpSpPr/>
          <p:nvPr/>
        </p:nvGrpSpPr>
        <p:grpSpPr>
          <a:xfrm>
            <a:off x="440125" y="3756295"/>
            <a:ext cx="776900" cy="486300"/>
            <a:chOff x="457200" y="1466425"/>
            <a:chExt cx="776900" cy="486300"/>
          </a:xfrm>
        </p:grpSpPr>
        <p:sp>
          <p:nvSpPr>
            <p:cNvPr id="862" name="Google Shape;862;p125"/>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863" name="Google Shape;863;p125"/>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64" name="Google Shape;864;p125"/>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865" name="Google Shape;865;p125"/>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6" name="Google Shape;866;p125"/>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7" name="Google Shape;867;p125"/>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8" name="Google Shape;868;p125"/>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69" name="Google Shape;869;p12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0" name="Google Shape;870;p125"/>
          <p:cNvSpPr txBox="1"/>
          <p:nvPr>
            <p:ph idx="2" type="title"/>
          </p:nvPr>
        </p:nvSpPr>
        <p:spPr>
          <a:xfrm>
            <a:off x="-6000" y="478650"/>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1" name="Google Shape;871;p125"/>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2" name="Google Shape;872;p125"/>
          <p:cNvSpPr txBox="1"/>
          <p:nvPr>
            <p:ph idx="3"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3" name="Google Shape;873;p125"/>
          <p:cNvSpPr txBox="1"/>
          <p:nvPr>
            <p:ph idx="4"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4" name="Google Shape;874;p125"/>
          <p:cNvSpPr txBox="1"/>
          <p:nvPr>
            <p:ph idx="5"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75" name="Google Shape;875;p125"/>
          <p:cNvSpPr txBox="1"/>
          <p:nvPr>
            <p:ph idx="6"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pSp>
        <p:nvGrpSpPr>
          <p:cNvPr id="876" name="Google Shape;876;p125"/>
          <p:cNvGrpSpPr/>
          <p:nvPr/>
        </p:nvGrpSpPr>
        <p:grpSpPr>
          <a:xfrm>
            <a:off x="440125" y="4413095"/>
            <a:ext cx="776900" cy="486300"/>
            <a:chOff x="457200" y="1466425"/>
            <a:chExt cx="776900" cy="486300"/>
          </a:xfrm>
        </p:grpSpPr>
        <p:sp>
          <p:nvSpPr>
            <p:cNvPr id="877" name="Google Shape;877;p125"/>
            <p:cNvSpPr/>
            <p:nvPr/>
          </p:nvSpPr>
          <p:spPr>
            <a:xfrm>
              <a:off x="457200" y="1466425"/>
              <a:ext cx="695400" cy="48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chemeClr val="dk2"/>
                  </a:solidFill>
                  <a:latin typeface="Roboto Light"/>
                  <a:ea typeface="Roboto Light"/>
                  <a:cs typeface="Roboto Light"/>
                  <a:sym typeface="Roboto Light"/>
                </a:rPr>
                <a:t>0</a:t>
              </a:r>
              <a:r>
                <a:rPr lang="en" sz="3000">
                  <a:solidFill>
                    <a:schemeClr val="dk2"/>
                  </a:solidFill>
                  <a:latin typeface="Roboto Light"/>
                  <a:ea typeface="Roboto Light"/>
                  <a:cs typeface="Roboto Light"/>
                  <a:sym typeface="Roboto Light"/>
                </a:rPr>
                <a:t>6</a:t>
              </a:r>
              <a:endParaRPr b="0" i="0" sz="3000" u="none" cap="none" strike="noStrike">
                <a:solidFill>
                  <a:schemeClr val="dk2"/>
                </a:solidFill>
                <a:latin typeface="Roboto Light"/>
                <a:ea typeface="Roboto Light"/>
                <a:cs typeface="Roboto Light"/>
                <a:sym typeface="Roboto Light"/>
              </a:endParaRPr>
            </a:p>
          </p:txBody>
        </p:sp>
        <p:sp>
          <p:nvSpPr>
            <p:cNvPr id="878" name="Google Shape;878;p125"/>
            <p:cNvSpPr/>
            <p:nvPr/>
          </p:nvSpPr>
          <p:spPr>
            <a:xfrm rot="5400000">
              <a:off x="973100" y="1624950"/>
              <a:ext cx="33337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Roboto Light"/>
                <a:ea typeface="Roboto Light"/>
                <a:cs typeface="Roboto Light"/>
                <a:sym typeface="Roboto Light"/>
              </a:endParaRPr>
            </a:p>
          </p:txBody>
        </p:sp>
      </p:grpSp>
      <p:sp>
        <p:nvSpPr>
          <p:cNvPr id="879" name="Google Shape;879;p125"/>
          <p:cNvSpPr/>
          <p:nvPr/>
        </p:nvSpPr>
        <p:spPr>
          <a:xfrm>
            <a:off x="1335475" y="44130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880" name="Google Shape;880;p125"/>
          <p:cNvSpPr txBox="1"/>
          <p:nvPr>
            <p:ph idx="7" type="subTitle"/>
          </p:nvPr>
        </p:nvSpPr>
        <p:spPr>
          <a:xfrm>
            <a:off x="1354400" y="44169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6">
  <p:cSld name="CUSTOM_2_46">
    <p:spTree>
      <p:nvGrpSpPr>
        <p:cNvPr id="881" name="Shape 881"/>
        <p:cNvGrpSpPr/>
        <p:nvPr/>
      </p:nvGrpSpPr>
      <p:grpSpPr>
        <a:xfrm>
          <a:off x="0" y="0"/>
          <a:ext cx="0" cy="0"/>
          <a:chOff x="0" y="0"/>
          <a:chExt cx="0" cy="0"/>
        </a:xfrm>
      </p:grpSpPr>
      <p:sp>
        <p:nvSpPr>
          <p:cNvPr id="882" name="Google Shape;882;p12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3" name="Google Shape;883;p12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4" name="Google Shape;884;p12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5" name="Google Shape;885;p12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7">
  <p:cSld name="CUSTOM_2_47">
    <p:spTree>
      <p:nvGrpSpPr>
        <p:cNvPr id="886" name="Shape 886"/>
        <p:cNvGrpSpPr/>
        <p:nvPr/>
      </p:nvGrpSpPr>
      <p:grpSpPr>
        <a:xfrm>
          <a:off x="0" y="0"/>
          <a:ext cx="0" cy="0"/>
          <a:chOff x="0" y="0"/>
          <a:chExt cx="0" cy="0"/>
        </a:xfrm>
      </p:grpSpPr>
      <p:sp>
        <p:nvSpPr>
          <p:cNvPr id="887" name="Google Shape;887;p127"/>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88" name="Google Shape;888;p127"/>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89" name="Google Shape;889;p127"/>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0" name="Google Shape;890;p127"/>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8">
  <p:cSld name="CUSTOM_2_48">
    <p:spTree>
      <p:nvGrpSpPr>
        <p:cNvPr id="891" name="Shape 891"/>
        <p:cNvGrpSpPr/>
        <p:nvPr/>
      </p:nvGrpSpPr>
      <p:grpSpPr>
        <a:xfrm>
          <a:off x="0" y="0"/>
          <a:ext cx="0" cy="0"/>
          <a:chOff x="0" y="0"/>
          <a:chExt cx="0" cy="0"/>
        </a:xfrm>
      </p:grpSpPr>
      <p:sp>
        <p:nvSpPr>
          <p:cNvPr id="892" name="Google Shape;892;p128"/>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3" name="Google Shape;893;p128"/>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4" name="Google Shape;894;p128"/>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5" name="Google Shape;895;p128"/>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49">
  <p:cSld name="CUSTOM_2_49">
    <p:spTree>
      <p:nvGrpSpPr>
        <p:cNvPr id="896" name="Shape 896"/>
        <p:cNvGrpSpPr/>
        <p:nvPr/>
      </p:nvGrpSpPr>
      <p:grpSpPr>
        <a:xfrm>
          <a:off x="0" y="0"/>
          <a:ext cx="0" cy="0"/>
          <a:chOff x="0" y="0"/>
          <a:chExt cx="0" cy="0"/>
        </a:xfrm>
      </p:grpSpPr>
      <p:sp>
        <p:nvSpPr>
          <p:cNvPr id="897" name="Google Shape;897;p129"/>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898" name="Google Shape;898;p129"/>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899" name="Google Shape;899;p12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0" name="Google Shape;900;p129"/>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0">
  <p:cSld name="CUSTOM_2_50">
    <p:spTree>
      <p:nvGrpSpPr>
        <p:cNvPr id="901" name="Shape 901"/>
        <p:cNvGrpSpPr/>
        <p:nvPr/>
      </p:nvGrpSpPr>
      <p:grpSpPr>
        <a:xfrm>
          <a:off x="0" y="0"/>
          <a:ext cx="0" cy="0"/>
          <a:chOff x="0" y="0"/>
          <a:chExt cx="0" cy="0"/>
        </a:xfrm>
      </p:grpSpPr>
      <p:sp>
        <p:nvSpPr>
          <p:cNvPr id="902" name="Google Shape;902;p130"/>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3" name="Google Shape;903;p130"/>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4" name="Google Shape;904;p130"/>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5" name="Google Shape;905;p130"/>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1">
  <p:cSld name="CUSTOM_2_51">
    <p:spTree>
      <p:nvGrpSpPr>
        <p:cNvPr id="906" name="Shape 906"/>
        <p:cNvGrpSpPr/>
        <p:nvPr/>
      </p:nvGrpSpPr>
      <p:grpSpPr>
        <a:xfrm>
          <a:off x="0" y="0"/>
          <a:ext cx="0" cy="0"/>
          <a:chOff x="0" y="0"/>
          <a:chExt cx="0" cy="0"/>
        </a:xfrm>
      </p:grpSpPr>
      <p:sp>
        <p:nvSpPr>
          <p:cNvPr id="907" name="Google Shape;907;p131"/>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08" name="Google Shape;908;p131"/>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09" name="Google Shape;909;p131"/>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0" name="Google Shape;910;p131"/>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2">
  <p:cSld name="CUSTOM_2_52">
    <p:spTree>
      <p:nvGrpSpPr>
        <p:cNvPr id="911" name="Shape 911"/>
        <p:cNvGrpSpPr/>
        <p:nvPr/>
      </p:nvGrpSpPr>
      <p:grpSpPr>
        <a:xfrm>
          <a:off x="0" y="0"/>
          <a:ext cx="0" cy="0"/>
          <a:chOff x="0" y="0"/>
          <a:chExt cx="0" cy="0"/>
        </a:xfrm>
      </p:grpSpPr>
      <p:sp>
        <p:nvSpPr>
          <p:cNvPr id="912" name="Google Shape;912;p132"/>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3" name="Google Shape;913;p132"/>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4" name="Google Shape;914;p132"/>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5" name="Google Shape;915;p132"/>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3">
  <p:cSld name="CUSTOM_2_53">
    <p:spTree>
      <p:nvGrpSpPr>
        <p:cNvPr id="916" name="Shape 916"/>
        <p:cNvGrpSpPr/>
        <p:nvPr/>
      </p:nvGrpSpPr>
      <p:grpSpPr>
        <a:xfrm>
          <a:off x="0" y="0"/>
          <a:ext cx="0" cy="0"/>
          <a:chOff x="0" y="0"/>
          <a:chExt cx="0" cy="0"/>
        </a:xfrm>
      </p:grpSpPr>
      <p:sp>
        <p:nvSpPr>
          <p:cNvPr id="917" name="Google Shape;917;p133"/>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18" name="Google Shape;918;p13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19" name="Google Shape;919;p133"/>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0" name="Google Shape;920;p133"/>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4">
  <p:cSld name="CUSTOM_2_54">
    <p:spTree>
      <p:nvGrpSpPr>
        <p:cNvPr id="921" name="Shape 921"/>
        <p:cNvGrpSpPr/>
        <p:nvPr/>
      </p:nvGrpSpPr>
      <p:grpSpPr>
        <a:xfrm>
          <a:off x="0" y="0"/>
          <a:ext cx="0" cy="0"/>
          <a:chOff x="0" y="0"/>
          <a:chExt cx="0" cy="0"/>
        </a:xfrm>
      </p:grpSpPr>
      <p:sp>
        <p:nvSpPr>
          <p:cNvPr id="922" name="Google Shape;922;p134"/>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3" name="Google Shape;923;p134"/>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13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25" name="Google Shape;925;p134"/>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26" name="Google Shape;926;p1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5">
  <p:cSld name="CUSTOM_2_55">
    <p:spTree>
      <p:nvGrpSpPr>
        <p:cNvPr id="927" name="Shape 927"/>
        <p:cNvGrpSpPr/>
        <p:nvPr/>
      </p:nvGrpSpPr>
      <p:grpSpPr>
        <a:xfrm>
          <a:off x="0" y="0"/>
          <a:ext cx="0" cy="0"/>
          <a:chOff x="0" y="0"/>
          <a:chExt cx="0" cy="0"/>
        </a:xfrm>
      </p:grpSpPr>
      <p:sp>
        <p:nvSpPr>
          <p:cNvPr id="928" name="Google Shape;928;p135"/>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9" name="Google Shape;929;p135"/>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0" name="Google Shape;930;p13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1" name="Google Shape;931;p135"/>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2" name="Google Shape;932;p1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6">
  <p:cSld name="CUSTOM_2_56">
    <p:spTree>
      <p:nvGrpSpPr>
        <p:cNvPr id="933" name="Shape 933"/>
        <p:cNvGrpSpPr/>
        <p:nvPr/>
      </p:nvGrpSpPr>
      <p:grpSpPr>
        <a:xfrm>
          <a:off x="0" y="0"/>
          <a:ext cx="0" cy="0"/>
          <a:chOff x="0" y="0"/>
          <a:chExt cx="0" cy="0"/>
        </a:xfrm>
      </p:grpSpPr>
      <p:sp>
        <p:nvSpPr>
          <p:cNvPr id="934" name="Google Shape;934;p136"/>
          <p:cNvSpPr txBox="1"/>
          <p:nvPr>
            <p:ph type="title"/>
          </p:nvPr>
        </p:nvSpPr>
        <p:spPr>
          <a:xfrm>
            <a:off x="724200" y="127400"/>
            <a:ext cx="4452900" cy="393600"/>
          </a:xfrm>
          <a:prstGeom prst="rect">
            <a:avLst/>
          </a:prstGeom>
        </p:spPr>
        <p:txBody>
          <a:bodyPr anchorCtr="0" anchor="t" bIns="0" lIns="0" spcFirstLastPara="1" rIns="0" wrap="square" tIns="0">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5" name="Google Shape;935;p136"/>
          <p:cNvSpPr txBox="1"/>
          <p:nvPr>
            <p:ph idx="2" type="title"/>
          </p:nvPr>
        </p:nvSpPr>
        <p:spPr>
          <a:xfrm>
            <a:off x="742750" y="478650"/>
            <a:ext cx="4452900" cy="323100"/>
          </a:xfrm>
          <a:prstGeom prst="rect">
            <a:avLst/>
          </a:prstGeom>
        </p:spPr>
        <p:txBody>
          <a:bodyPr anchorCtr="0" anchor="t" bIns="0" lIns="0" spcFirstLastPara="1" rIns="0" wrap="square" tIns="0">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6" name="Google Shape;936;p136"/>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37" name="Google Shape;937;p13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938" name="Google Shape;938;p1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sz="1300">
                <a:solidFill>
                  <a:srgbClr val="2E5E73"/>
                </a:solidFill>
                <a:latin typeface="Roboto Light"/>
                <a:ea typeface="Roboto Light"/>
                <a:cs typeface="Roboto Light"/>
                <a:sym typeface="Roboto Light"/>
              </a:defRPr>
            </a:lvl1pPr>
            <a:lvl2pPr lvl="1">
              <a:buNone/>
              <a:defRPr sz="1300">
                <a:solidFill>
                  <a:srgbClr val="2E5E73"/>
                </a:solidFill>
                <a:latin typeface="Roboto Light"/>
                <a:ea typeface="Roboto Light"/>
                <a:cs typeface="Roboto Light"/>
                <a:sym typeface="Roboto Light"/>
              </a:defRPr>
            </a:lvl2pPr>
            <a:lvl3pPr lvl="2">
              <a:buNone/>
              <a:defRPr sz="1300">
                <a:solidFill>
                  <a:srgbClr val="2E5E73"/>
                </a:solidFill>
                <a:latin typeface="Roboto Light"/>
                <a:ea typeface="Roboto Light"/>
                <a:cs typeface="Roboto Light"/>
                <a:sym typeface="Roboto Light"/>
              </a:defRPr>
            </a:lvl3pPr>
            <a:lvl4pPr lvl="3">
              <a:buNone/>
              <a:defRPr sz="1300">
                <a:solidFill>
                  <a:srgbClr val="2E5E73"/>
                </a:solidFill>
                <a:latin typeface="Roboto Light"/>
                <a:ea typeface="Roboto Light"/>
                <a:cs typeface="Roboto Light"/>
                <a:sym typeface="Roboto Light"/>
              </a:defRPr>
            </a:lvl4pPr>
            <a:lvl5pPr lvl="4">
              <a:buNone/>
              <a:defRPr sz="1300">
                <a:solidFill>
                  <a:srgbClr val="2E5E73"/>
                </a:solidFill>
                <a:latin typeface="Roboto Light"/>
                <a:ea typeface="Roboto Light"/>
                <a:cs typeface="Roboto Light"/>
                <a:sym typeface="Roboto Light"/>
              </a:defRPr>
            </a:lvl5pPr>
            <a:lvl6pPr lvl="5">
              <a:buNone/>
              <a:defRPr sz="1300">
                <a:solidFill>
                  <a:srgbClr val="2E5E73"/>
                </a:solidFill>
                <a:latin typeface="Roboto Light"/>
                <a:ea typeface="Roboto Light"/>
                <a:cs typeface="Roboto Light"/>
                <a:sym typeface="Roboto Light"/>
              </a:defRPr>
            </a:lvl6pPr>
            <a:lvl7pPr lvl="6">
              <a:buNone/>
              <a:defRPr sz="1300">
                <a:solidFill>
                  <a:srgbClr val="2E5E73"/>
                </a:solidFill>
                <a:latin typeface="Roboto Light"/>
                <a:ea typeface="Roboto Light"/>
                <a:cs typeface="Roboto Light"/>
                <a:sym typeface="Roboto Light"/>
              </a:defRPr>
            </a:lvl7pPr>
            <a:lvl8pPr lvl="7">
              <a:buNone/>
              <a:defRPr sz="1300">
                <a:solidFill>
                  <a:srgbClr val="2E5E73"/>
                </a:solidFill>
                <a:latin typeface="Roboto Light"/>
                <a:ea typeface="Roboto Light"/>
                <a:cs typeface="Roboto Light"/>
                <a:sym typeface="Roboto Light"/>
              </a:defRPr>
            </a:lvl8pPr>
            <a:lvl9pPr lvl="8">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3">
  <p:cSld name="CUSTOM_21_1_1_1">
    <p:spTree>
      <p:nvGrpSpPr>
        <p:cNvPr id="939" name="Shape 939"/>
        <p:cNvGrpSpPr/>
        <p:nvPr/>
      </p:nvGrpSpPr>
      <p:grpSpPr>
        <a:xfrm>
          <a:off x="0" y="0"/>
          <a:ext cx="0" cy="0"/>
          <a:chOff x="0" y="0"/>
          <a:chExt cx="0" cy="0"/>
        </a:xfrm>
      </p:grpSpPr>
      <p:cxnSp>
        <p:nvCxnSpPr>
          <p:cNvPr id="940" name="Google Shape;940;p137"/>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941" name="Google Shape;941;p137"/>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37"/>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37"/>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37"/>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945" name="Google Shape;945;p137"/>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946" name="Google Shape;946;p137"/>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947" name="Google Shape;947;p137"/>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8" name="Google Shape;948;p137"/>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9" name="Google Shape;949;p137"/>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50" name="Google Shape;950;p137"/>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1" name="Google Shape;951;p137"/>
          <p:cNvSpPr txBox="1"/>
          <p:nvPr>
            <p:ph idx="4" type="title"/>
          </p:nvPr>
        </p:nvSpPr>
        <p:spPr>
          <a:xfrm>
            <a:off x="-6000" y="478650"/>
            <a:ext cx="9168600" cy="323100"/>
          </a:xfrm>
          <a:prstGeom prst="rect">
            <a:avLst/>
          </a:prstGeom>
        </p:spPr>
        <p:txBody>
          <a:bodyPr anchorCtr="0" anchor="t" bIns="91425" lIns="8229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2" name="Google Shape;952;p137"/>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3" name="Google Shape;953;p137"/>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1">
  <p:cSld name="CUSTOM_28_1">
    <p:bg>
      <p:bgPr>
        <a:solidFill>
          <a:srgbClr val="FFFFFF"/>
        </a:solidFill>
      </p:bgPr>
    </p:bg>
    <p:spTree>
      <p:nvGrpSpPr>
        <p:cNvPr id="954" name="Shape 954"/>
        <p:cNvGrpSpPr/>
        <p:nvPr/>
      </p:nvGrpSpPr>
      <p:grpSpPr>
        <a:xfrm>
          <a:off x="0" y="0"/>
          <a:ext cx="0" cy="0"/>
          <a:chOff x="0" y="0"/>
          <a:chExt cx="0" cy="0"/>
        </a:xfrm>
      </p:grpSpPr>
      <p:sp>
        <p:nvSpPr>
          <p:cNvPr id="955" name="Google Shape;955;p138"/>
          <p:cNvSpPr/>
          <p:nvPr/>
        </p:nvSpPr>
        <p:spPr>
          <a:xfrm>
            <a:off x="11088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56" name="Google Shape;956;p138"/>
          <p:cNvSpPr txBox="1"/>
          <p:nvPr>
            <p:ph type="title"/>
          </p:nvPr>
        </p:nvSpPr>
        <p:spPr>
          <a:xfrm>
            <a:off x="11794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57" name="Google Shape;957;p138"/>
          <p:cNvSpPr txBox="1"/>
          <p:nvPr>
            <p:ph idx="2" type="title"/>
          </p:nvPr>
        </p:nvSpPr>
        <p:spPr>
          <a:xfrm>
            <a:off x="896225" y="1871375"/>
            <a:ext cx="34089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8" name="Google Shape;958;p138"/>
          <p:cNvSpPr txBox="1"/>
          <p:nvPr>
            <p:ph idx="3" type="title"/>
          </p:nvPr>
        </p:nvSpPr>
        <p:spPr>
          <a:xfrm>
            <a:off x="5323925" y="1871375"/>
            <a:ext cx="3607500" cy="2622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Font typeface="Roboto Light"/>
              <a:buNone/>
              <a:defRPr b="0" sz="1600">
                <a:solidFill>
                  <a:schemeClr val="dk1"/>
                </a:solidFill>
                <a:latin typeface="Roboto Light"/>
                <a:ea typeface="Roboto Light"/>
                <a:cs typeface="Roboto Light"/>
                <a:sym typeface="Roboto Light"/>
              </a:defRPr>
            </a:lvl1pPr>
            <a:lvl2pPr lvl="1">
              <a:spcBef>
                <a:spcPts val="0"/>
              </a:spcBef>
              <a:spcAft>
                <a:spcPts val="0"/>
              </a:spcAft>
              <a:buSzPts val="1600"/>
              <a:buNone/>
              <a:defRPr sz="1600">
                <a:latin typeface="Roboto Light"/>
                <a:ea typeface="Roboto Light"/>
                <a:cs typeface="Roboto Light"/>
                <a:sym typeface="Roboto Light"/>
              </a:defRPr>
            </a:lvl2pPr>
            <a:lvl3pPr lvl="2">
              <a:spcBef>
                <a:spcPts val="0"/>
              </a:spcBef>
              <a:spcAft>
                <a:spcPts val="0"/>
              </a:spcAft>
              <a:buSzPts val="1600"/>
              <a:buNone/>
              <a:defRPr sz="1600">
                <a:latin typeface="Roboto Light"/>
                <a:ea typeface="Roboto Light"/>
                <a:cs typeface="Roboto Light"/>
                <a:sym typeface="Roboto Light"/>
              </a:defRPr>
            </a:lvl3pPr>
            <a:lvl4pPr lvl="3">
              <a:spcBef>
                <a:spcPts val="0"/>
              </a:spcBef>
              <a:spcAft>
                <a:spcPts val="0"/>
              </a:spcAft>
              <a:buSzPts val="1600"/>
              <a:buNone/>
              <a:defRPr sz="1600">
                <a:latin typeface="Roboto Light"/>
                <a:ea typeface="Roboto Light"/>
                <a:cs typeface="Roboto Light"/>
                <a:sym typeface="Roboto Light"/>
              </a:defRPr>
            </a:lvl4pPr>
            <a:lvl5pPr lvl="4">
              <a:spcBef>
                <a:spcPts val="0"/>
              </a:spcBef>
              <a:spcAft>
                <a:spcPts val="0"/>
              </a:spcAft>
              <a:buSzPts val="1600"/>
              <a:buNone/>
              <a:defRPr sz="1600">
                <a:latin typeface="Roboto Light"/>
                <a:ea typeface="Roboto Light"/>
                <a:cs typeface="Roboto Light"/>
                <a:sym typeface="Roboto Light"/>
              </a:defRPr>
            </a:lvl5pPr>
            <a:lvl6pPr lvl="5">
              <a:spcBef>
                <a:spcPts val="0"/>
              </a:spcBef>
              <a:spcAft>
                <a:spcPts val="0"/>
              </a:spcAft>
              <a:buSzPts val="1600"/>
              <a:buNone/>
              <a:defRPr sz="1600">
                <a:latin typeface="Roboto Light"/>
                <a:ea typeface="Roboto Light"/>
                <a:cs typeface="Roboto Light"/>
                <a:sym typeface="Roboto Light"/>
              </a:defRPr>
            </a:lvl6pPr>
            <a:lvl7pPr lvl="6">
              <a:spcBef>
                <a:spcPts val="0"/>
              </a:spcBef>
              <a:spcAft>
                <a:spcPts val="0"/>
              </a:spcAft>
              <a:buSzPts val="1600"/>
              <a:buNone/>
              <a:defRPr sz="1600">
                <a:latin typeface="Roboto Light"/>
                <a:ea typeface="Roboto Light"/>
                <a:cs typeface="Roboto Light"/>
                <a:sym typeface="Roboto Light"/>
              </a:defRPr>
            </a:lvl7pPr>
            <a:lvl8pPr lvl="7">
              <a:spcBef>
                <a:spcPts val="0"/>
              </a:spcBef>
              <a:spcAft>
                <a:spcPts val="0"/>
              </a:spcAft>
              <a:buSzPts val="1600"/>
              <a:buNone/>
              <a:defRPr sz="1600">
                <a:latin typeface="Roboto Light"/>
                <a:ea typeface="Roboto Light"/>
                <a:cs typeface="Roboto Light"/>
                <a:sym typeface="Roboto Light"/>
              </a:defRPr>
            </a:lvl8pPr>
            <a:lvl9pPr lvl="8">
              <a:spcBef>
                <a:spcPts val="0"/>
              </a:spcBef>
              <a:spcAft>
                <a:spcPts val="0"/>
              </a:spcAft>
              <a:buSzPts val="1600"/>
              <a:buNone/>
              <a:defRPr sz="1600">
                <a:latin typeface="Roboto Light"/>
                <a:ea typeface="Roboto Light"/>
                <a:cs typeface="Roboto Light"/>
                <a:sym typeface="Roboto Light"/>
              </a:defRPr>
            </a:lvl9pPr>
          </a:lstStyle>
          <a:p/>
        </p:txBody>
      </p:sp>
      <p:sp>
        <p:nvSpPr>
          <p:cNvPr id="959" name="Google Shape;959;p138"/>
          <p:cNvSpPr txBox="1"/>
          <p:nvPr>
            <p:ph idx="4"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60" name="Google Shape;960;p138"/>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grpSp>
        <p:nvGrpSpPr>
          <p:cNvPr id="961" name="Google Shape;961;p138"/>
          <p:cNvGrpSpPr/>
          <p:nvPr/>
        </p:nvGrpSpPr>
        <p:grpSpPr>
          <a:xfrm>
            <a:off x="457147" y="1190428"/>
            <a:ext cx="533372" cy="533480"/>
            <a:chOff x="457200" y="1378813"/>
            <a:chExt cx="695400" cy="695450"/>
          </a:xfrm>
        </p:grpSpPr>
        <p:sp>
          <p:nvSpPr>
            <p:cNvPr id="962" name="Google Shape;962;p138"/>
            <p:cNvSpPr/>
            <p:nvPr/>
          </p:nvSpPr>
          <p:spPr>
            <a:xfrm>
              <a:off x="457200" y="1378813"/>
              <a:ext cx="695400" cy="6213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lt1"/>
                  </a:solidFill>
                  <a:latin typeface="Roboto Light"/>
                  <a:ea typeface="Roboto Light"/>
                  <a:cs typeface="Roboto Light"/>
                  <a:sym typeface="Roboto Light"/>
                </a:rPr>
                <a:t>01</a:t>
              </a:r>
              <a:endParaRPr b="0" i="0" sz="2100" u="none" cap="none" strike="noStrike">
                <a:solidFill>
                  <a:schemeClr val="lt1"/>
                </a:solidFill>
                <a:latin typeface="Roboto Light"/>
                <a:ea typeface="Roboto Light"/>
                <a:cs typeface="Roboto Light"/>
                <a:sym typeface="Roboto Light"/>
              </a:endParaRPr>
            </a:p>
          </p:txBody>
        </p:sp>
        <p:sp>
          <p:nvSpPr>
            <p:cNvPr id="963" name="Google Shape;963;p138"/>
            <p:cNvSpPr/>
            <p:nvPr/>
          </p:nvSpPr>
          <p:spPr>
            <a:xfrm rot="10800000">
              <a:off x="634726" y="1885638"/>
              <a:ext cx="340325" cy="188625"/>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4" name="Google Shape;964;p138"/>
          <p:cNvGrpSpPr/>
          <p:nvPr/>
        </p:nvGrpSpPr>
        <p:grpSpPr>
          <a:xfrm>
            <a:off x="4876797" y="1190428"/>
            <a:ext cx="533372" cy="533480"/>
            <a:chOff x="2605668" y="1378813"/>
            <a:chExt cx="695400" cy="695450"/>
          </a:xfrm>
        </p:grpSpPr>
        <p:sp>
          <p:nvSpPr>
            <p:cNvPr id="965" name="Google Shape;965;p138"/>
            <p:cNvSpPr/>
            <p:nvPr/>
          </p:nvSpPr>
          <p:spPr>
            <a:xfrm>
              <a:off x="2605668" y="1378813"/>
              <a:ext cx="695400" cy="621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0" i="0" lang="en" sz="2100" u="none" cap="none" strike="noStrike">
                  <a:solidFill>
                    <a:schemeClr val="dk2"/>
                  </a:solidFill>
                  <a:latin typeface="Roboto Light"/>
                  <a:ea typeface="Roboto Light"/>
                  <a:cs typeface="Roboto Light"/>
                  <a:sym typeface="Roboto Light"/>
                </a:rPr>
                <a:t>02</a:t>
              </a:r>
              <a:endParaRPr b="0" i="0" sz="2100" u="none" cap="none" strike="noStrike">
                <a:solidFill>
                  <a:schemeClr val="dk2"/>
                </a:solidFill>
                <a:latin typeface="Roboto Light"/>
                <a:ea typeface="Roboto Light"/>
                <a:cs typeface="Roboto Light"/>
                <a:sym typeface="Roboto Light"/>
              </a:endParaRPr>
            </a:p>
          </p:txBody>
        </p:sp>
        <p:sp>
          <p:nvSpPr>
            <p:cNvPr id="966" name="Google Shape;966;p138"/>
            <p:cNvSpPr/>
            <p:nvPr/>
          </p:nvSpPr>
          <p:spPr>
            <a:xfrm rot="10800000">
              <a:off x="2783210" y="1885638"/>
              <a:ext cx="340325" cy="188625"/>
            </a:xfrm>
            <a:prstGeom prst="flowChartExtra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67" name="Google Shape;967;p138"/>
          <p:cNvSpPr/>
          <p:nvPr/>
        </p:nvSpPr>
        <p:spPr>
          <a:xfrm>
            <a:off x="5528977" y="1183050"/>
            <a:ext cx="3196500" cy="476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68" name="Google Shape;968;p138"/>
          <p:cNvSpPr txBox="1"/>
          <p:nvPr>
            <p:ph idx="5" type="title"/>
          </p:nvPr>
        </p:nvSpPr>
        <p:spPr>
          <a:xfrm>
            <a:off x="5599593" y="1219907"/>
            <a:ext cx="3031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Font typeface="Roboto Light"/>
              <a:buNone/>
              <a:defRPr b="0" sz="1800">
                <a:solidFill>
                  <a:schemeClr val="dk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69" name="Google Shape;969;p138"/>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3">
  <p:cSld name="CUSTOM_6_4">
    <p:spTree>
      <p:nvGrpSpPr>
        <p:cNvPr id="970" name="Shape 970"/>
        <p:cNvGrpSpPr/>
        <p:nvPr/>
      </p:nvGrpSpPr>
      <p:grpSpPr>
        <a:xfrm>
          <a:off x="0" y="0"/>
          <a:ext cx="0" cy="0"/>
          <a:chOff x="0" y="0"/>
          <a:chExt cx="0" cy="0"/>
        </a:xfrm>
      </p:grpSpPr>
      <p:sp>
        <p:nvSpPr>
          <p:cNvPr id="971" name="Google Shape;971;p139"/>
          <p:cNvSpPr/>
          <p:nvPr>
            <p:ph idx="2" type="pic"/>
          </p:nvPr>
        </p:nvSpPr>
        <p:spPr>
          <a:xfrm>
            <a:off x="5923375" y="150"/>
            <a:ext cx="3220500" cy="5143500"/>
          </a:xfrm>
          <a:prstGeom prst="rect">
            <a:avLst/>
          </a:prstGeom>
          <a:noFill/>
          <a:ln>
            <a:noFill/>
          </a:ln>
        </p:spPr>
      </p:sp>
      <p:sp>
        <p:nvSpPr>
          <p:cNvPr id="972" name="Google Shape;972;p139"/>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3" name="Google Shape;973;p139"/>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4" name="Google Shape;974;p139"/>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4">
  <p:cSld name="CUSTOM_6_5">
    <p:spTree>
      <p:nvGrpSpPr>
        <p:cNvPr id="975" name="Shape 975"/>
        <p:cNvGrpSpPr/>
        <p:nvPr/>
      </p:nvGrpSpPr>
      <p:grpSpPr>
        <a:xfrm>
          <a:off x="0" y="0"/>
          <a:ext cx="0" cy="0"/>
          <a:chOff x="0" y="0"/>
          <a:chExt cx="0" cy="0"/>
        </a:xfrm>
      </p:grpSpPr>
      <p:sp>
        <p:nvSpPr>
          <p:cNvPr id="976" name="Google Shape;976;p140"/>
          <p:cNvSpPr/>
          <p:nvPr>
            <p:ph idx="2" type="pic"/>
          </p:nvPr>
        </p:nvSpPr>
        <p:spPr>
          <a:xfrm>
            <a:off x="5923375" y="150"/>
            <a:ext cx="3220500" cy="5143500"/>
          </a:xfrm>
          <a:prstGeom prst="rect">
            <a:avLst/>
          </a:prstGeom>
          <a:noFill/>
          <a:ln>
            <a:noFill/>
          </a:ln>
        </p:spPr>
      </p:sp>
      <p:sp>
        <p:nvSpPr>
          <p:cNvPr id="977" name="Google Shape;977;p14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78" name="Google Shape;978;p14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9" name="Google Shape;979;p14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5">
  <p:cSld name="CUSTOM_6_6">
    <p:spTree>
      <p:nvGrpSpPr>
        <p:cNvPr id="980" name="Shape 980"/>
        <p:cNvGrpSpPr/>
        <p:nvPr/>
      </p:nvGrpSpPr>
      <p:grpSpPr>
        <a:xfrm>
          <a:off x="0" y="0"/>
          <a:ext cx="0" cy="0"/>
          <a:chOff x="0" y="0"/>
          <a:chExt cx="0" cy="0"/>
        </a:xfrm>
      </p:grpSpPr>
      <p:sp>
        <p:nvSpPr>
          <p:cNvPr id="981" name="Google Shape;981;p141"/>
          <p:cNvSpPr/>
          <p:nvPr>
            <p:ph idx="2" type="pic"/>
          </p:nvPr>
        </p:nvSpPr>
        <p:spPr>
          <a:xfrm>
            <a:off x="5923375" y="150"/>
            <a:ext cx="3220500" cy="5143500"/>
          </a:xfrm>
          <a:prstGeom prst="rect">
            <a:avLst/>
          </a:prstGeom>
          <a:noFill/>
          <a:ln>
            <a:noFill/>
          </a:ln>
        </p:spPr>
      </p:sp>
      <p:sp>
        <p:nvSpPr>
          <p:cNvPr id="982" name="Google Shape;982;p14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983" name="Google Shape;983;p14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4" name="Google Shape;984;p14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28_3">
    <p:bg>
      <p:bgPr>
        <a:solidFill>
          <a:srgbClr val="FFFFFF"/>
        </a:solidFill>
      </p:bgPr>
    </p:bg>
    <p:spTree>
      <p:nvGrpSpPr>
        <p:cNvPr id="985" name="Shape 985"/>
        <p:cNvGrpSpPr/>
        <p:nvPr/>
      </p:nvGrpSpPr>
      <p:grpSpPr>
        <a:xfrm>
          <a:off x="0" y="0"/>
          <a:ext cx="0" cy="0"/>
          <a:chOff x="0" y="0"/>
          <a:chExt cx="0" cy="0"/>
        </a:xfrm>
      </p:grpSpPr>
      <p:sp>
        <p:nvSpPr>
          <p:cNvPr id="986" name="Google Shape;986;p142"/>
          <p:cNvSpPr/>
          <p:nvPr/>
        </p:nvSpPr>
        <p:spPr>
          <a:xfrm>
            <a:off x="457160" y="1292968"/>
            <a:ext cx="3848100" cy="4767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Light"/>
              <a:ea typeface="Roboto Light"/>
              <a:cs typeface="Roboto Light"/>
              <a:sym typeface="Roboto Light"/>
            </a:endParaRPr>
          </a:p>
        </p:txBody>
      </p:sp>
      <p:sp>
        <p:nvSpPr>
          <p:cNvPr id="987" name="Google Shape;987;p142"/>
          <p:cNvSpPr/>
          <p:nvPr/>
        </p:nvSpPr>
        <p:spPr>
          <a:xfrm rot="10800000">
            <a:off x="593369" y="1681756"/>
            <a:ext cx="261029" cy="144694"/>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988" name="Google Shape;988;p142"/>
          <p:cNvSpPr/>
          <p:nvPr/>
        </p:nvSpPr>
        <p:spPr>
          <a:xfrm>
            <a:off x="4876760" y="1292980"/>
            <a:ext cx="3848100" cy="4767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Light"/>
              <a:ea typeface="Roboto Light"/>
              <a:cs typeface="Roboto Light"/>
              <a:sym typeface="Roboto Light"/>
            </a:endParaRPr>
          </a:p>
        </p:txBody>
      </p:sp>
      <p:sp>
        <p:nvSpPr>
          <p:cNvPr id="989" name="Google Shape;989;p142"/>
          <p:cNvSpPr/>
          <p:nvPr/>
        </p:nvSpPr>
        <p:spPr>
          <a:xfrm rot="10800000">
            <a:off x="5012969" y="1681768"/>
            <a:ext cx="261029" cy="144694"/>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42"/>
          <p:cNvSpPr txBox="1"/>
          <p:nvPr/>
        </p:nvSpPr>
        <p:spPr>
          <a:xfrm>
            <a:off x="457150" y="1304805"/>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1" name="Google Shape;991;p142"/>
          <p:cNvSpPr txBox="1"/>
          <p:nvPr/>
        </p:nvSpPr>
        <p:spPr>
          <a:xfrm>
            <a:off x="4876750" y="1309518"/>
            <a:ext cx="3848100" cy="476700"/>
          </a:xfrm>
          <a:prstGeom prst="rect">
            <a:avLst/>
          </a:prstGeom>
          <a:noFill/>
          <a:ln>
            <a:noFill/>
          </a:ln>
        </p:spPr>
        <p:txBody>
          <a:bodyPr anchorCtr="0" anchor="t" bIns="0" lIns="182875" spcFirstLastPara="1" rIns="0" wrap="square" tIns="91425">
            <a:noAutofit/>
          </a:bodyPr>
          <a:lstStyle/>
          <a:p>
            <a:pPr indent="0" lvl="0" marL="0" rtl="0" algn="l">
              <a:spcBef>
                <a:spcPts val="0"/>
              </a:spcBef>
              <a:spcAft>
                <a:spcPts val="0"/>
              </a:spcAft>
              <a:buNone/>
            </a:pPr>
            <a:r>
              <a:t/>
            </a:r>
            <a:endParaRPr sz="1800">
              <a:solidFill>
                <a:srgbClr val="FFFFFF"/>
              </a:solidFill>
              <a:latin typeface="Roboto Light"/>
              <a:ea typeface="Roboto Light"/>
              <a:cs typeface="Roboto Light"/>
              <a:sym typeface="Roboto Light"/>
            </a:endParaRPr>
          </a:p>
        </p:txBody>
      </p:sp>
      <p:sp>
        <p:nvSpPr>
          <p:cNvPr id="992" name="Google Shape;992;p142"/>
          <p:cNvSpPr txBox="1"/>
          <p:nvPr>
            <p:ph type="title"/>
          </p:nvPr>
        </p:nvSpPr>
        <p:spPr>
          <a:xfrm>
            <a:off x="542175"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1800"/>
              <a:buNone/>
              <a:defRPr>
                <a:latin typeface="Roboto Light"/>
                <a:ea typeface="Roboto Light"/>
                <a:cs typeface="Roboto Light"/>
                <a:sym typeface="Roboto Light"/>
              </a:defRPr>
            </a:lvl2pPr>
            <a:lvl3pPr lvl="2">
              <a:spcBef>
                <a:spcPts val="0"/>
              </a:spcBef>
              <a:spcAft>
                <a:spcPts val="0"/>
              </a:spcAft>
              <a:buSzPts val="1800"/>
              <a:buNone/>
              <a:defRPr>
                <a:latin typeface="Roboto Light"/>
                <a:ea typeface="Roboto Light"/>
                <a:cs typeface="Roboto Light"/>
                <a:sym typeface="Roboto Light"/>
              </a:defRPr>
            </a:lvl3pPr>
            <a:lvl4pPr lvl="3">
              <a:spcBef>
                <a:spcPts val="0"/>
              </a:spcBef>
              <a:spcAft>
                <a:spcPts val="0"/>
              </a:spcAft>
              <a:buSzPts val="1800"/>
              <a:buNone/>
              <a:defRPr>
                <a:latin typeface="Roboto Light"/>
                <a:ea typeface="Roboto Light"/>
                <a:cs typeface="Roboto Light"/>
                <a:sym typeface="Roboto Light"/>
              </a:defRPr>
            </a:lvl4pPr>
            <a:lvl5pPr lvl="4">
              <a:spcBef>
                <a:spcPts val="0"/>
              </a:spcBef>
              <a:spcAft>
                <a:spcPts val="0"/>
              </a:spcAft>
              <a:buSzPts val="1800"/>
              <a:buNone/>
              <a:defRPr>
                <a:latin typeface="Roboto Light"/>
                <a:ea typeface="Roboto Light"/>
                <a:cs typeface="Roboto Light"/>
                <a:sym typeface="Roboto Light"/>
              </a:defRPr>
            </a:lvl5pPr>
            <a:lvl6pPr lvl="5">
              <a:spcBef>
                <a:spcPts val="0"/>
              </a:spcBef>
              <a:spcAft>
                <a:spcPts val="0"/>
              </a:spcAft>
              <a:buSzPts val="1800"/>
              <a:buNone/>
              <a:defRPr>
                <a:latin typeface="Roboto Light"/>
                <a:ea typeface="Roboto Light"/>
                <a:cs typeface="Roboto Light"/>
                <a:sym typeface="Roboto Light"/>
              </a:defRPr>
            </a:lvl6pPr>
            <a:lvl7pPr lvl="6">
              <a:spcBef>
                <a:spcPts val="0"/>
              </a:spcBef>
              <a:spcAft>
                <a:spcPts val="0"/>
              </a:spcAft>
              <a:buSzPts val="1800"/>
              <a:buNone/>
              <a:defRPr>
                <a:latin typeface="Roboto Light"/>
                <a:ea typeface="Roboto Light"/>
                <a:cs typeface="Roboto Light"/>
                <a:sym typeface="Roboto Light"/>
              </a:defRPr>
            </a:lvl7pPr>
            <a:lvl8pPr lvl="7">
              <a:spcBef>
                <a:spcPts val="0"/>
              </a:spcBef>
              <a:spcAft>
                <a:spcPts val="0"/>
              </a:spcAft>
              <a:buSzPts val="1800"/>
              <a:buNone/>
              <a:defRPr>
                <a:latin typeface="Roboto Light"/>
                <a:ea typeface="Roboto Light"/>
                <a:cs typeface="Roboto Light"/>
                <a:sym typeface="Roboto Light"/>
              </a:defRPr>
            </a:lvl8pPr>
            <a:lvl9pPr lvl="8">
              <a:spcBef>
                <a:spcPts val="0"/>
              </a:spcBef>
              <a:spcAft>
                <a:spcPts val="0"/>
              </a:spcAft>
              <a:buSzPts val="1800"/>
              <a:buNone/>
              <a:defRPr>
                <a:latin typeface="Roboto Light"/>
                <a:ea typeface="Roboto Light"/>
                <a:cs typeface="Roboto Light"/>
                <a:sym typeface="Roboto Light"/>
              </a:defRPr>
            </a:lvl9pPr>
          </a:lstStyle>
          <a:p/>
        </p:txBody>
      </p:sp>
      <p:sp>
        <p:nvSpPr>
          <p:cNvPr id="993" name="Google Shape;993;p142"/>
          <p:cNvSpPr txBox="1"/>
          <p:nvPr>
            <p:ph idx="2" type="title"/>
          </p:nvPr>
        </p:nvSpPr>
        <p:spPr>
          <a:xfrm>
            <a:off x="4976200" y="1329825"/>
            <a:ext cx="3649200" cy="3936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Roboto Light"/>
              <a:buNone/>
              <a:defRPr b="0" sz="1800">
                <a:solidFill>
                  <a:schemeClr val="lt1"/>
                </a:solidFill>
                <a:latin typeface="Roboto Light"/>
                <a:ea typeface="Roboto Light"/>
                <a:cs typeface="Roboto Light"/>
                <a:sym typeface="Roboto Light"/>
              </a:defRPr>
            </a:lvl1pPr>
            <a:lvl2pPr lvl="1">
              <a:spcBef>
                <a:spcPts val="0"/>
              </a:spcBef>
              <a:spcAft>
                <a:spcPts val="0"/>
              </a:spcAft>
              <a:buSzPts val="2800"/>
              <a:buNone/>
              <a:defRPr>
                <a:latin typeface="Roboto Light"/>
                <a:ea typeface="Roboto Light"/>
                <a:cs typeface="Roboto Light"/>
                <a:sym typeface="Roboto Light"/>
              </a:defRPr>
            </a:lvl2pPr>
            <a:lvl3pPr lvl="2">
              <a:spcBef>
                <a:spcPts val="0"/>
              </a:spcBef>
              <a:spcAft>
                <a:spcPts val="0"/>
              </a:spcAft>
              <a:buSzPts val="2800"/>
              <a:buNone/>
              <a:defRPr>
                <a:latin typeface="Roboto Light"/>
                <a:ea typeface="Roboto Light"/>
                <a:cs typeface="Roboto Light"/>
                <a:sym typeface="Roboto Light"/>
              </a:defRPr>
            </a:lvl3pPr>
            <a:lvl4pPr lvl="3">
              <a:spcBef>
                <a:spcPts val="0"/>
              </a:spcBef>
              <a:spcAft>
                <a:spcPts val="0"/>
              </a:spcAft>
              <a:buSzPts val="2800"/>
              <a:buNone/>
              <a:defRPr>
                <a:latin typeface="Roboto Light"/>
                <a:ea typeface="Roboto Light"/>
                <a:cs typeface="Roboto Light"/>
                <a:sym typeface="Roboto Light"/>
              </a:defRPr>
            </a:lvl4pPr>
            <a:lvl5pPr lvl="4">
              <a:spcBef>
                <a:spcPts val="0"/>
              </a:spcBef>
              <a:spcAft>
                <a:spcPts val="0"/>
              </a:spcAft>
              <a:buSzPts val="2800"/>
              <a:buNone/>
              <a:defRPr>
                <a:latin typeface="Roboto Light"/>
                <a:ea typeface="Roboto Light"/>
                <a:cs typeface="Roboto Light"/>
                <a:sym typeface="Roboto Light"/>
              </a:defRPr>
            </a:lvl5pPr>
            <a:lvl6pPr lvl="5">
              <a:spcBef>
                <a:spcPts val="0"/>
              </a:spcBef>
              <a:spcAft>
                <a:spcPts val="0"/>
              </a:spcAft>
              <a:buSzPts val="2800"/>
              <a:buNone/>
              <a:defRPr>
                <a:latin typeface="Roboto Light"/>
                <a:ea typeface="Roboto Light"/>
                <a:cs typeface="Roboto Light"/>
                <a:sym typeface="Roboto Light"/>
              </a:defRPr>
            </a:lvl6pPr>
            <a:lvl7pPr lvl="6">
              <a:spcBef>
                <a:spcPts val="0"/>
              </a:spcBef>
              <a:spcAft>
                <a:spcPts val="0"/>
              </a:spcAft>
              <a:buSzPts val="2800"/>
              <a:buNone/>
              <a:defRPr>
                <a:latin typeface="Roboto Light"/>
                <a:ea typeface="Roboto Light"/>
                <a:cs typeface="Roboto Light"/>
                <a:sym typeface="Roboto Light"/>
              </a:defRPr>
            </a:lvl7pPr>
            <a:lvl8pPr lvl="7">
              <a:spcBef>
                <a:spcPts val="0"/>
              </a:spcBef>
              <a:spcAft>
                <a:spcPts val="0"/>
              </a:spcAft>
              <a:buSzPts val="2800"/>
              <a:buNone/>
              <a:defRPr>
                <a:latin typeface="Roboto Light"/>
                <a:ea typeface="Roboto Light"/>
                <a:cs typeface="Roboto Light"/>
                <a:sym typeface="Roboto Light"/>
              </a:defRPr>
            </a:lvl8pPr>
            <a:lvl9pPr lvl="8">
              <a:spcBef>
                <a:spcPts val="0"/>
              </a:spcBef>
              <a:spcAft>
                <a:spcPts val="0"/>
              </a:spcAft>
              <a:buSzPts val="2800"/>
              <a:buNone/>
              <a:defRPr>
                <a:latin typeface="Roboto Light"/>
                <a:ea typeface="Roboto Light"/>
                <a:cs typeface="Roboto Light"/>
                <a:sym typeface="Roboto Light"/>
              </a:defRPr>
            </a:lvl9pPr>
          </a:lstStyle>
          <a:p/>
        </p:txBody>
      </p:sp>
      <p:sp>
        <p:nvSpPr>
          <p:cNvPr id="994" name="Google Shape;994;p142"/>
          <p:cNvSpPr txBox="1"/>
          <p:nvPr>
            <p:ph idx="3" type="title"/>
          </p:nvPr>
        </p:nvSpPr>
        <p:spPr>
          <a:xfrm>
            <a:off x="542175"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2E5E73"/>
              </a:buClr>
              <a:buSzPts val="1600"/>
              <a:buFont typeface="Roboto Light"/>
              <a:buNone/>
              <a:defRPr b="0" sz="1600">
                <a:solidFill>
                  <a:srgbClr val="2E5E73"/>
                </a:solidFill>
                <a:latin typeface="Roboto Light"/>
                <a:ea typeface="Roboto Light"/>
                <a:cs typeface="Roboto Light"/>
                <a:sym typeface="Roboto Light"/>
              </a:defRPr>
            </a:lvl1pPr>
            <a:lvl2pPr lvl="1">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1600"/>
              <a:buNone/>
              <a:defRPr sz="1600">
                <a:solidFill>
                  <a:srgbClr val="2E5E73"/>
                </a:solidFill>
                <a:latin typeface="Roboto Light"/>
                <a:ea typeface="Roboto Light"/>
                <a:cs typeface="Roboto Light"/>
                <a:sym typeface="Roboto Light"/>
              </a:defRPr>
            </a:lvl9pPr>
          </a:lstStyle>
          <a:p/>
        </p:txBody>
      </p:sp>
      <p:sp>
        <p:nvSpPr>
          <p:cNvPr id="995" name="Google Shape;995;p142"/>
          <p:cNvSpPr txBox="1"/>
          <p:nvPr>
            <p:ph idx="4" type="title"/>
          </p:nvPr>
        </p:nvSpPr>
        <p:spPr>
          <a:xfrm>
            <a:off x="4976200" y="2004350"/>
            <a:ext cx="3649200" cy="2489400"/>
          </a:xfrm>
          <a:prstGeom prst="rect">
            <a:avLst/>
          </a:prstGeom>
        </p:spPr>
        <p:txBody>
          <a:bodyPr anchorCtr="0" anchor="t" bIns="0" lIns="0" spcFirstLastPara="1" rIns="0" wrap="square" tIns="0">
            <a:noAutofit/>
          </a:bodyPr>
          <a:lstStyle>
            <a:lvl1pPr lvl="0">
              <a:spcBef>
                <a:spcPts val="0"/>
              </a:spcBef>
              <a:spcAft>
                <a:spcPts val="0"/>
              </a:spcAft>
              <a:buClr>
                <a:srgbClr val="043461"/>
              </a:buClr>
              <a:buSzPts val="1600"/>
              <a:buFont typeface="Roboto Light"/>
              <a:buNone/>
              <a:defRPr b="0" sz="1600">
                <a:solidFill>
                  <a:srgbClr val="043461"/>
                </a:solidFill>
                <a:latin typeface="Roboto Light"/>
                <a:ea typeface="Roboto Light"/>
                <a:cs typeface="Roboto Light"/>
                <a:sym typeface="Roboto Light"/>
              </a:defRPr>
            </a:lvl1pPr>
            <a:lvl2pPr lvl="1">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2pPr>
            <a:lvl3pPr lvl="2">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3pPr>
            <a:lvl4pPr lvl="3">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4pPr>
            <a:lvl5pPr lvl="4">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5pPr>
            <a:lvl6pPr lvl="5">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6pPr>
            <a:lvl7pPr lvl="6">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7pPr>
            <a:lvl8pPr lvl="7">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8pPr>
            <a:lvl9pPr lvl="8">
              <a:spcBef>
                <a:spcPts val="0"/>
              </a:spcBef>
              <a:spcAft>
                <a:spcPts val="0"/>
              </a:spcAft>
              <a:buClr>
                <a:srgbClr val="043461"/>
              </a:buClr>
              <a:buSzPts val="1600"/>
              <a:buNone/>
              <a:defRPr sz="1600">
                <a:solidFill>
                  <a:srgbClr val="043461"/>
                </a:solidFill>
                <a:latin typeface="Roboto Light"/>
                <a:ea typeface="Roboto Light"/>
                <a:cs typeface="Roboto Light"/>
                <a:sym typeface="Roboto Light"/>
              </a:defRPr>
            </a:lvl9pPr>
          </a:lstStyle>
          <a:p/>
        </p:txBody>
      </p:sp>
      <p:sp>
        <p:nvSpPr>
          <p:cNvPr id="996" name="Google Shape;996;p142"/>
          <p:cNvSpPr txBox="1"/>
          <p:nvPr>
            <p:ph idx="5"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97" name="Google Shape;997;p142"/>
          <p:cNvPicPr preferRelativeResize="0"/>
          <p:nvPr/>
        </p:nvPicPr>
        <p:blipFill rotWithShape="1">
          <a:blip r:embed="rId2">
            <a:alphaModFix/>
          </a:blip>
          <a:srcRect b="0" l="0" r="0" t="0"/>
          <a:stretch/>
        </p:blipFill>
        <p:spPr>
          <a:xfrm>
            <a:off x="4305138" y="1183050"/>
            <a:ext cx="827470" cy="3662574"/>
          </a:xfrm>
          <a:prstGeom prst="rect">
            <a:avLst/>
          </a:prstGeom>
          <a:noFill/>
          <a:ln>
            <a:noFill/>
          </a:ln>
        </p:spPr>
      </p:pic>
      <p:sp>
        <p:nvSpPr>
          <p:cNvPr id="998" name="Google Shape;998;p142"/>
          <p:cNvSpPr txBox="1"/>
          <p:nvPr>
            <p:ph idx="6"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6">
  <p:cSld name="CUSTOM_6_7">
    <p:spTree>
      <p:nvGrpSpPr>
        <p:cNvPr id="999" name="Shape 999"/>
        <p:cNvGrpSpPr/>
        <p:nvPr/>
      </p:nvGrpSpPr>
      <p:grpSpPr>
        <a:xfrm>
          <a:off x="0" y="0"/>
          <a:ext cx="0" cy="0"/>
          <a:chOff x="0" y="0"/>
          <a:chExt cx="0" cy="0"/>
        </a:xfrm>
      </p:grpSpPr>
      <p:sp>
        <p:nvSpPr>
          <p:cNvPr id="1000" name="Google Shape;1000;p143"/>
          <p:cNvSpPr/>
          <p:nvPr>
            <p:ph idx="2" type="pic"/>
          </p:nvPr>
        </p:nvSpPr>
        <p:spPr>
          <a:xfrm>
            <a:off x="5923375" y="150"/>
            <a:ext cx="3220500" cy="5143500"/>
          </a:xfrm>
          <a:prstGeom prst="rect">
            <a:avLst/>
          </a:prstGeom>
          <a:noFill/>
          <a:ln>
            <a:noFill/>
          </a:ln>
        </p:spPr>
      </p:sp>
      <p:sp>
        <p:nvSpPr>
          <p:cNvPr id="1001" name="Google Shape;1001;p14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2" name="Google Shape;1002;p14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3" name="Google Shape;1003;p14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7">
  <p:cSld name="CUSTOM_6_8">
    <p:spTree>
      <p:nvGrpSpPr>
        <p:cNvPr id="1004" name="Shape 1004"/>
        <p:cNvGrpSpPr/>
        <p:nvPr/>
      </p:nvGrpSpPr>
      <p:grpSpPr>
        <a:xfrm>
          <a:off x="0" y="0"/>
          <a:ext cx="0" cy="0"/>
          <a:chOff x="0" y="0"/>
          <a:chExt cx="0" cy="0"/>
        </a:xfrm>
      </p:grpSpPr>
      <p:sp>
        <p:nvSpPr>
          <p:cNvPr id="1005" name="Google Shape;1005;p144"/>
          <p:cNvSpPr/>
          <p:nvPr>
            <p:ph idx="2" type="pic"/>
          </p:nvPr>
        </p:nvSpPr>
        <p:spPr>
          <a:xfrm>
            <a:off x="5923375" y="150"/>
            <a:ext cx="3220500" cy="5143500"/>
          </a:xfrm>
          <a:prstGeom prst="rect">
            <a:avLst/>
          </a:prstGeom>
          <a:noFill/>
          <a:ln>
            <a:noFill/>
          </a:ln>
        </p:spPr>
      </p:sp>
      <p:sp>
        <p:nvSpPr>
          <p:cNvPr id="1006" name="Google Shape;1006;p14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07" name="Google Shape;1007;p14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8" name="Google Shape;1008;p14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8">
  <p:cSld name="CUSTOM_6_9">
    <p:spTree>
      <p:nvGrpSpPr>
        <p:cNvPr id="1009" name="Shape 1009"/>
        <p:cNvGrpSpPr/>
        <p:nvPr/>
      </p:nvGrpSpPr>
      <p:grpSpPr>
        <a:xfrm>
          <a:off x="0" y="0"/>
          <a:ext cx="0" cy="0"/>
          <a:chOff x="0" y="0"/>
          <a:chExt cx="0" cy="0"/>
        </a:xfrm>
      </p:grpSpPr>
      <p:sp>
        <p:nvSpPr>
          <p:cNvPr id="1010" name="Google Shape;1010;p145"/>
          <p:cNvSpPr/>
          <p:nvPr>
            <p:ph idx="2" type="pic"/>
          </p:nvPr>
        </p:nvSpPr>
        <p:spPr>
          <a:xfrm>
            <a:off x="5923375" y="150"/>
            <a:ext cx="3220500" cy="5143500"/>
          </a:xfrm>
          <a:prstGeom prst="rect">
            <a:avLst/>
          </a:prstGeom>
          <a:noFill/>
          <a:ln>
            <a:noFill/>
          </a:ln>
        </p:spPr>
      </p:sp>
      <p:sp>
        <p:nvSpPr>
          <p:cNvPr id="1011" name="Google Shape;1011;p145"/>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2" name="Google Shape;1012;p145"/>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3" name="Google Shape;1013;p145"/>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57">
  <p:cSld name="CUSTOM_2_57">
    <p:spTree>
      <p:nvGrpSpPr>
        <p:cNvPr id="1014" name="Shape 1014"/>
        <p:cNvGrpSpPr/>
        <p:nvPr/>
      </p:nvGrpSpPr>
      <p:grpSpPr>
        <a:xfrm>
          <a:off x="0" y="0"/>
          <a:ext cx="0" cy="0"/>
          <a:chOff x="0" y="0"/>
          <a:chExt cx="0" cy="0"/>
        </a:xfrm>
      </p:grpSpPr>
      <p:sp>
        <p:nvSpPr>
          <p:cNvPr id="1015" name="Google Shape;1015;p146"/>
          <p:cNvSpPr txBox="1"/>
          <p:nvPr>
            <p:ph idx="1" type="body"/>
          </p:nvPr>
        </p:nvSpPr>
        <p:spPr>
          <a:xfrm>
            <a:off x="590350" y="1121725"/>
            <a:ext cx="79338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16" name="Google Shape;1016;p14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rtl="0" algn="r">
              <a:spcBef>
                <a:spcPts val="0"/>
              </a:spcBef>
              <a:spcAft>
                <a:spcPts val="0"/>
              </a:spcAft>
              <a:buNone/>
            </a:pPr>
            <a:r>
              <a:t/>
            </a:r>
            <a:endParaRPr sz="900">
              <a:solidFill>
                <a:srgbClr val="2E5E73"/>
              </a:solidFill>
              <a:latin typeface="Roboto"/>
              <a:ea typeface="Roboto"/>
              <a:cs typeface="Roboto"/>
              <a:sym typeface="Roboto"/>
            </a:endParaRPr>
          </a:p>
        </p:txBody>
      </p:sp>
      <p:sp>
        <p:nvSpPr>
          <p:cNvPr id="1017" name="Google Shape;1017;p14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18" name="Google Shape;1018;p146"/>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9">
  <p:cSld name="CUSTOM_6_10">
    <p:spTree>
      <p:nvGrpSpPr>
        <p:cNvPr id="1019" name="Shape 1019"/>
        <p:cNvGrpSpPr/>
        <p:nvPr/>
      </p:nvGrpSpPr>
      <p:grpSpPr>
        <a:xfrm>
          <a:off x="0" y="0"/>
          <a:ext cx="0" cy="0"/>
          <a:chOff x="0" y="0"/>
          <a:chExt cx="0" cy="0"/>
        </a:xfrm>
      </p:grpSpPr>
      <p:sp>
        <p:nvSpPr>
          <p:cNvPr id="1020" name="Google Shape;1020;p147"/>
          <p:cNvSpPr/>
          <p:nvPr>
            <p:ph idx="2" type="pic"/>
          </p:nvPr>
        </p:nvSpPr>
        <p:spPr>
          <a:xfrm>
            <a:off x="5923375" y="150"/>
            <a:ext cx="3220500" cy="5143500"/>
          </a:xfrm>
          <a:prstGeom prst="rect">
            <a:avLst/>
          </a:prstGeom>
          <a:noFill/>
          <a:ln>
            <a:noFill/>
          </a:ln>
        </p:spPr>
      </p:sp>
      <p:sp>
        <p:nvSpPr>
          <p:cNvPr id="1021" name="Google Shape;1021;p147"/>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2" name="Google Shape;1022;p147"/>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3" name="Google Shape;1023;p147"/>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0">
  <p:cSld name="CUSTOM_6_11">
    <p:spTree>
      <p:nvGrpSpPr>
        <p:cNvPr id="1024" name="Shape 1024"/>
        <p:cNvGrpSpPr/>
        <p:nvPr/>
      </p:nvGrpSpPr>
      <p:grpSpPr>
        <a:xfrm>
          <a:off x="0" y="0"/>
          <a:ext cx="0" cy="0"/>
          <a:chOff x="0" y="0"/>
          <a:chExt cx="0" cy="0"/>
        </a:xfrm>
      </p:grpSpPr>
      <p:sp>
        <p:nvSpPr>
          <p:cNvPr id="1025" name="Google Shape;1025;p148"/>
          <p:cNvSpPr/>
          <p:nvPr>
            <p:ph idx="2" type="pic"/>
          </p:nvPr>
        </p:nvSpPr>
        <p:spPr>
          <a:xfrm>
            <a:off x="5923375" y="150"/>
            <a:ext cx="3220500" cy="5143500"/>
          </a:xfrm>
          <a:prstGeom prst="rect">
            <a:avLst/>
          </a:prstGeom>
          <a:noFill/>
          <a:ln>
            <a:noFill/>
          </a:ln>
        </p:spPr>
      </p:sp>
      <p:sp>
        <p:nvSpPr>
          <p:cNvPr id="1026" name="Google Shape;1026;p148"/>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27" name="Google Shape;1027;p148"/>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28" name="Google Shape;1028;p148"/>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ive Numbered Slide 1-6">
  <p:cSld name="CUSTOM_11_1_1_2_4">
    <p:spTree>
      <p:nvGrpSpPr>
        <p:cNvPr id="1029" name="Shape 1029"/>
        <p:cNvGrpSpPr/>
        <p:nvPr/>
      </p:nvGrpSpPr>
      <p:grpSpPr>
        <a:xfrm>
          <a:off x="0" y="0"/>
          <a:ext cx="0" cy="0"/>
          <a:chOff x="0" y="0"/>
          <a:chExt cx="0" cy="0"/>
        </a:xfrm>
      </p:grpSpPr>
      <p:grpSp>
        <p:nvGrpSpPr>
          <p:cNvPr id="1030" name="Google Shape;1030;p149"/>
          <p:cNvGrpSpPr/>
          <p:nvPr/>
        </p:nvGrpSpPr>
        <p:grpSpPr>
          <a:xfrm>
            <a:off x="440125" y="1136875"/>
            <a:ext cx="776900" cy="486300"/>
            <a:chOff x="457200" y="1466425"/>
            <a:chExt cx="776900" cy="486300"/>
          </a:xfrm>
        </p:grpSpPr>
        <p:sp>
          <p:nvSpPr>
            <p:cNvPr id="1031" name="Google Shape;1031;p149"/>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01</a:t>
              </a:r>
              <a:endParaRPr b="0" i="0" sz="3000" u="none" cap="none" strike="noStrike">
                <a:solidFill>
                  <a:srgbClr val="082D49"/>
                </a:solidFill>
                <a:latin typeface="Roboto Light"/>
                <a:ea typeface="Roboto Light"/>
                <a:cs typeface="Roboto Light"/>
                <a:sym typeface="Roboto Light"/>
              </a:endParaRPr>
            </a:p>
          </p:txBody>
        </p:sp>
        <p:sp>
          <p:nvSpPr>
            <p:cNvPr id="1032" name="Google Shape;1032;p149"/>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3" name="Google Shape;1033;p149"/>
          <p:cNvGrpSpPr/>
          <p:nvPr/>
        </p:nvGrpSpPr>
        <p:grpSpPr>
          <a:xfrm>
            <a:off x="440125" y="1791730"/>
            <a:ext cx="776900" cy="486300"/>
            <a:chOff x="457200" y="1466425"/>
            <a:chExt cx="776900" cy="486300"/>
          </a:xfrm>
        </p:grpSpPr>
        <p:sp>
          <p:nvSpPr>
            <p:cNvPr id="1034" name="Google Shape;1034;p149"/>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02</a:t>
              </a:r>
              <a:endParaRPr b="0" i="0" sz="3000" u="none" cap="none" strike="noStrike">
                <a:solidFill>
                  <a:srgbClr val="FFFFFF"/>
                </a:solidFill>
                <a:latin typeface="Roboto Light"/>
                <a:ea typeface="Roboto Light"/>
                <a:cs typeface="Roboto Light"/>
                <a:sym typeface="Roboto Light"/>
              </a:endParaRPr>
            </a:p>
          </p:txBody>
        </p:sp>
        <p:sp>
          <p:nvSpPr>
            <p:cNvPr id="1035" name="Google Shape;1035;p149"/>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6" name="Google Shape;1036;p149"/>
          <p:cNvGrpSpPr/>
          <p:nvPr/>
        </p:nvGrpSpPr>
        <p:grpSpPr>
          <a:xfrm>
            <a:off x="440125" y="2446585"/>
            <a:ext cx="776900" cy="486300"/>
            <a:chOff x="457200" y="1466425"/>
            <a:chExt cx="776900" cy="486300"/>
          </a:xfrm>
        </p:grpSpPr>
        <p:sp>
          <p:nvSpPr>
            <p:cNvPr id="1037" name="Google Shape;1037;p149"/>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03</a:t>
              </a:r>
              <a:endParaRPr b="0" i="0" sz="3000" u="none" cap="none" strike="noStrike">
                <a:solidFill>
                  <a:srgbClr val="FFFFFF"/>
                </a:solidFill>
                <a:latin typeface="Roboto Light"/>
                <a:ea typeface="Roboto Light"/>
                <a:cs typeface="Roboto Light"/>
                <a:sym typeface="Roboto Light"/>
              </a:endParaRPr>
            </a:p>
          </p:txBody>
        </p:sp>
        <p:sp>
          <p:nvSpPr>
            <p:cNvPr id="1038" name="Google Shape;1038;p149"/>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39" name="Google Shape;1039;p149"/>
          <p:cNvGrpSpPr/>
          <p:nvPr/>
        </p:nvGrpSpPr>
        <p:grpSpPr>
          <a:xfrm>
            <a:off x="440125" y="3101440"/>
            <a:ext cx="776900" cy="486300"/>
            <a:chOff x="457200" y="1466425"/>
            <a:chExt cx="776900" cy="486300"/>
          </a:xfrm>
        </p:grpSpPr>
        <p:sp>
          <p:nvSpPr>
            <p:cNvPr id="1040" name="Google Shape;1040;p149"/>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Light"/>
                  <a:ea typeface="Roboto Light"/>
                  <a:cs typeface="Roboto Light"/>
                  <a:sym typeface="Roboto Light"/>
                </a:rPr>
                <a:t>04</a:t>
              </a:r>
              <a:endParaRPr b="0" i="0" sz="3000" u="none" cap="none" strike="noStrike">
                <a:solidFill>
                  <a:srgbClr val="082D49"/>
                </a:solidFill>
                <a:latin typeface="Roboto Light"/>
                <a:ea typeface="Roboto Light"/>
                <a:cs typeface="Roboto Light"/>
                <a:sym typeface="Roboto Light"/>
              </a:endParaRPr>
            </a:p>
          </p:txBody>
        </p:sp>
        <p:sp>
          <p:nvSpPr>
            <p:cNvPr id="1041" name="Google Shape;1041;p149"/>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042" name="Google Shape;1042;p149"/>
          <p:cNvGrpSpPr/>
          <p:nvPr/>
        </p:nvGrpSpPr>
        <p:grpSpPr>
          <a:xfrm>
            <a:off x="440125" y="3756295"/>
            <a:ext cx="776900" cy="486300"/>
            <a:chOff x="457200" y="1466425"/>
            <a:chExt cx="776900" cy="486300"/>
          </a:xfrm>
        </p:grpSpPr>
        <p:sp>
          <p:nvSpPr>
            <p:cNvPr id="1043" name="Google Shape;1043;p149"/>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Light"/>
                  <a:ea typeface="Roboto Light"/>
                  <a:cs typeface="Roboto Light"/>
                  <a:sym typeface="Roboto Light"/>
                </a:rPr>
                <a:t>05</a:t>
              </a:r>
              <a:endParaRPr b="0" i="0" sz="3000" u="none" cap="none" strike="noStrike">
                <a:solidFill>
                  <a:srgbClr val="FFFFFF"/>
                </a:solidFill>
                <a:latin typeface="Roboto Light"/>
                <a:ea typeface="Roboto Light"/>
                <a:cs typeface="Roboto Light"/>
                <a:sym typeface="Roboto Light"/>
              </a:endParaRPr>
            </a:p>
          </p:txBody>
        </p:sp>
        <p:sp>
          <p:nvSpPr>
            <p:cNvPr id="1044" name="Google Shape;1044;p149"/>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045" name="Google Shape;1045;p149"/>
          <p:cNvSpPr/>
          <p:nvPr/>
        </p:nvSpPr>
        <p:spPr>
          <a:xfrm>
            <a:off x="1335475" y="1136875"/>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E5E73"/>
              </a:solidFill>
              <a:latin typeface="Roboto"/>
              <a:ea typeface="Roboto"/>
              <a:cs typeface="Roboto"/>
              <a:sym typeface="Roboto"/>
            </a:endParaRPr>
          </a:p>
        </p:txBody>
      </p:sp>
      <p:sp>
        <p:nvSpPr>
          <p:cNvPr id="1046" name="Google Shape;1046;p149"/>
          <p:cNvSpPr/>
          <p:nvPr/>
        </p:nvSpPr>
        <p:spPr>
          <a:xfrm>
            <a:off x="1335475" y="1791731"/>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7" name="Google Shape;1047;p149"/>
          <p:cNvSpPr/>
          <p:nvPr/>
        </p:nvSpPr>
        <p:spPr>
          <a:xfrm>
            <a:off x="1335475" y="2446587"/>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8" name="Google Shape;1048;p149"/>
          <p:cNvSpPr/>
          <p:nvPr/>
        </p:nvSpPr>
        <p:spPr>
          <a:xfrm>
            <a:off x="1335475" y="3101443"/>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49" name="Google Shape;1049;p149"/>
          <p:cNvSpPr/>
          <p:nvPr/>
        </p:nvSpPr>
        <p:spPr>
          <a:xfrm>
            <a:off x="1335475" y="3756299"/>
            <a:ext cx="71160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rtl="0" algn="l">
              <a:spcBef>
                <a:spcPts val="0"/>
              </a:spcBef>
              <a:spcAft>
                <a:spcPts val="0"/>
              </a:spcAft>
              <a:buClr>
                <a:srgbClr val="005E77"/>
              </a:buClr>
              <a:buSzPts val="1400"/>
              <a:buFont typeface="Arial"/>
              <a:buNone/>
            </a:pPr>
            <a:r>
              <a:t/>
            </a:r>
            <a:endParaRPr>
              <a:solidFill>
                <a:srgbClr val="2E5E73"/>
              </a:solidFill>
              <a:latin typeface="Roboto"/>
              <a:ea typeface="Roboto"/>
              <a:cs typeface="Roboto"/>
              <a:sym typeface="Roboto"/>
            </a:endParaRPr>
          </a:p>
        </p:txBody>
      </p:sp>
      <p:sp>
        <p:nvSpPr>
          <p:cNvPr id="1050" name="Google Shape;1050;p149"/>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51" name="Google Shape;1051;p149"/>
          <p:cNvSpPr txBox="1"/>
          <p:nvPr>
            <p:ph idx="1" type="subTitle"/>
          </p:nvPr>
        </p:nvSpPr>
        <p:spPr>
          <a:xfrm>
            <a:off x="1354400" y="11291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2" name="Google Shape;1052;p149"/>
          <p:cNvSpPr txBox="1"/>
          <p:nvPr>
            <p:ph idx="2" type="subTitle"/>
          </p:nvPr>
        </p:nvSpPr>
        <p:spPr>
          <a:xfrm>
            <a:off x="1354400" y="1787875"/>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3" name="Google Shape;1053;p149"/>
          <p:cNvSpPr txBox="1"/>
          <p:nvPr>
            <p:ph idx="3" type="subTitle"/>
          </p:nvPr>
        </p:nvSpPr>
        <p:spPr>
          <a:xfrm>
            <a:off x="1354400" y="24446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4" name="Google Shape;1054;p149"/>
          <p:cNvSpPr txBox="1"/>
          <p:nvPr>
            <p:ph idx="4" type="subTitle"/>
          </p:nvPr>
        </p:nvSpPr>
        <p:spPr>
          <a:xfrm>
            <a:off x="1354400" y="31033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5" name="Google Shape;1055;p149"/>
          <p:cNvSpPr txBox="1"/>
          <p:nvPr>
            <p:ph idx="5" type="subTitle"/>
          </p:nvPr>
        </p:nvSpPr>
        <p:spPr>
          <a:xfrm>
            <a:off x="1354400" y="3760163"/>
            <a:ext cx="7116000" cy="486300"/>
          </a:xfrm>
          <a:prstGeom prst="rect">
            <a:avLst/>
          </a:prstGeom>
        </p:spPr>
        <p:txBody>
          <a:bodyPr anchorCtr="0" anchor="ctr" bIns="91425" lIns="0" spcFirstLastPara="1" rIns="91425" wrap="square" tIns="0">
            <a:noAutofit/>
          </a:bodyPr>
          <a:lstStyle>
            <a:lvl1pPr lvl="0">
              <a:spcBef>
                <a:spcPts val="0"/>
              </a:spcBef>
              <a:spcAft>
                <a:spcPts val="0"/>
              </a:spcAft>
              <a:buSzPts val="1400"/>
              <a:buNone/>
              <a:defRPr sz="1400"/>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56" name="Google Shape;1056;p149"/>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1">
  <p:cSld name="CUSTOM_6_12">
    <p:spTree>
      <p:nvGrpSpPr>
        <p:cNvPr id="1057" name="Shape 1057"/>
        <p:cNvGrpSpPr/>
        <p:nvPr/>
      </p:nvGrpSpPr>
      <p:grpSpPr>
        <a:xfrm>
          <a:off x="0" y="0"/>
          <a:ext cx="0" cy="0"/>
          <a:chOff x="0" y="0"/>
          <a:chExt cx="0" cy="0"/>
        </a:xfrm>
      </p:grpSpPr>
      <p:sp>
        <p:nvSpPr>
          <p:cNvPr id="1058" name="Google Shape;1058;p150"/>
          <p:cNvSpPr/>
          <p:nvPr>
            <p:ph idx="2" type="pic"/>
          </p:nvPr>
        </p:nvSpPr>
        <p:spPr>
          <a:xfrm>
            <a:off x="5923375" y="150"/>
            <a:ext cx="3220500" cy="5143500"/>
          </a:xfrm>
          <a:prstGeom prst="rect">
            <a:avLst/>
          </a:prstGeom>
          <a:noFill/>
          <a:ln>
            <a:noFill/>
          </a:ln>
        </p:spPr>
      </p:sp>
      <p:sp>
        <p:nvSpPr>
          <p:cNvPr id="1059" name="Google Shape;1059;p150"/>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0" name="Google Shape;1060;p150"/>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1" name="Google Shape;1061;p150"/>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2">
  <p:cSld name="CUSTOM_6_13">
    <p:spTree>
      <p:nvGrpSpPr>
        <p:cNvPr id="1062" name="Shape 1062"/>
        <p:cNvGrpSpPr/>
        <p:nvPr/>
      </p:nvGrpSpPr>
      <p:grpSpPr>
        <a:xfrm>
          <a:off x="0" y="0"/>
          <a:ext cx="0" cy="0"/>
          <a:chOff x="0" y="0"/>
          <a:chExt cx="0" cy="0"/>
        </a:xfrm>
      </p:grpSpPr>
      <p:sp>
        <p:nvSpPr>
          <p:cNvPr id="1063" name="Google Shape;1063;p151"/>
          <p:cNvSpPr/>
          <p:nvPr>
            <p:ph idx="2" type="pic"/>
          </p:nvPr>
        </p:nvSpPr>
        <p:spPr>
          <a:xfrm>
            <a:off x="5923375" y="150"/>
            <a:ext cx="3220500" cy="5143500"/>
          </a:xfrm>
          <a:prstGeom prst="rect">
            <a:avLst/>
          </a:prstGeom>
          <a:noFill/>
          <a:ln>
            <a:noFill/>
          </a:ln>
        </p:spPr>
      </p:sp>
      <p:sp>
        <p:nvSpPr>
          <p:cNvPr id="1064" name="Google Shape;1064;p151"/>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65" name="Google Shape;1065;p151"/>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6" name="Google Shape;1066;p151"/>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3">
  <p:cSld name="CUSTOM_6_14">
    <p:spTree>
      <p:nvGrpSpPr>
        <p:cNvPr id="1067" name="Shape 1067"/>
        <p:cNvGrpSpPr/>
        <p:nvPr/>
      </p:nvGrpSpPr>
      <p:grpSpPr>
        <a:xfrm>
          <a:off x="0" y="0"/>
          <a:ext cx="0" cy="0"/>
          <a:chOff x="0" y="0"/>
          <a:chExt cx="0" cy="0"/>
        </a:xfrm>
      </p:grpSpPr>
      <p:sp>
        <p:nvSpPr>
          <p:cNvPr id="1068" name="Google Shape;1068;p152"/>
          <p:cNvSpPr/>
          <p:nvPr>
            <p:ph idx="2" type="pic"/>
          </p:nvPr>
        </p:nvSpPr>
        <p:spPr>
          <a:xfrm>
            <a:off x="5923375" y="150"/>
            <a:ext cx="3220500" cy="5143500"/>
          </a:xfrm>
          <a:prstGeom prst="rect">
            <a:avLst/>
          </a:prstGeom>
          <a:noFill/>
          <a:ln>
            <a:noFill/>
          </a:ln>
        </p:spPr>
      </p:sp>
      <p:sp>
        <p:nvSpPr>
          <p:cNvPr id="1069" name="Google Shape;1069;p152"/>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0" name="Google Shape;1070;p152"/>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1" name="Google Shape;1071;p152"/>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4">
  <p:cSld name="CUSTOM_6_15">
    <p:spTree>
      <p:nvGrpSpPr>
        <p:cNvPr id="1072" name="Shape 1072"/>
        <p:cNvGrpSpPr/>
        <p:nvPr/>
      </p:nvGrpSpPr>
      <p:grpSpPr>
        <a:xfrm>
          <a:off x="0" y="0"/>
          <a:ext cx="0" cy="0"/>
          <a:chOff x="0" y="0"/>
          <a:chExt cx="0" cy="0"/>
        </a:xfrm>
      </p:grpSpPr>
      <p:sp>
        <p:nvSpPr>
          <p:cNvPr id="1073" name="Google Shape;1073;p153"/>
          <p:cNvSpPr/>
          <p:nvPr>
            <p:ph idx="2" type="pic"/>
          </p:nvPr>
        </p:nvSpPr>
        <p:spPr>
          <a:xfrm>
            <a:off x="5923375" y="150"/>
            <a:ext cx="3220500" cy="5143500"/>
          </a:xfrm>
          <a:prstGeom prst="rect">
            <a:avLst/>
          </a:prstGeom>
          <a:noFill/>
          <a:ln>
            <a:noFill/>
          </a:ln>
        </p:spPr>
      </p:sp>
      <p:sp>
        <p:nvSpPr>
          <p:cNvPr id="1074" name="Google Shape;1074;p153"/>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75" name="Google Shape;1075;p153"/>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76" name="Google Shape;1076;p153"/>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01 15">
  <p:cSld name="CUSTOM_6_16">
    <p:spTree>
      <p:nvGrpSpPr>
        <p:cNvPr id="1077" name="Shape 1077"/>
        <p:cNvGrpSpPr/>
        <p:nvPr/>
      </p:nvGrpSpPr>
      <p:grpSpPr>
        <a:xfrm>
          <a:off x="0" y="0"/>
          <a:ext cx="0" cy="0"/>
          <a:chOff x="0" y="0"/>
          <a:chExt cx="0" cy="0"/>
        </a:xfrm>
      </p:grpSpPr>
      <p:sp>
        <p:nvSpPr>
          <p:cNvPr id="1078" name="Google Shape;1078;p154"/>
          <p:cNvSpPr/>
          <p:nvPr>
            <p:ph idx="2" type="pic"/>
          </p:nvPr>
        </p:nvSpPr>
        <p:spPr>
          <a:xfrm>
            <a:off x="5923375" y="150"/>
            <a:ext cx="3220500" cy="5143500"/>
          </a:xfrm>
          <a:prstGeom prst="rect">
            <a:avLst/>
          </a:prstGeom>
          <a:noFill/>
          <a:ln>
            <a:noFill/>
          </a:ln>
        </p:spPr>
      </p:sp>
      <p:sp>
        <p:nvSpPr>
          <p:cNvPr id="1079" name="Google Shape;1079;p154"/>
          <p:cNvSpPr txBox="1"/>
          <p:nvPr>
            <p:ph idx="1" type="body"/>
          </p:nvPr>
        </p:nvSpPr>
        <p:spPr>
          <a:xfrm>
            <a:off x="590350" y="1121725"/>
            <a:ext cx="5319600" cy="3386100"/>
          </a:xfrm>
          <a:prstGeom prst="rect">
            <a:avLst/>
          </a:prstGeom>
        </p:spPr>
        <p:txBody>
          <a:bodyPr anchorCtr="0" anchor="t" bIns="91425" lIns="0" spcFirstLastPara="1" rIns="91425" wrap="square" tIns="0">
            <a:noAutofit/>
          </a:bodyPr>
          <a:lstStyle>
            <a:lvl1pPr indent="-317500" lvl="0" marL="457200">
              <a:spcBef>
                <a:spcPts val="0"/>
              </a:spcBef>
              <a:spcAft>
                <a:spcPts val="0"/>
              </a:spcAft>
              <a:buSzPts val="1400"/>
              <a:buChar char="●"/>
              <a:defRPr sz="1400"/>
            </a:lvl1pPr>
            <a:lvl2pPr indent="-342900" lvl="1" marL="914400">
              <a:spcBef>
                <a:spcPts val="0"/>
              </a:spcBef>
              <a:spcAft>
                <a:spcPts val="0"/>
              </a:spcAft>
              <a:buSzPts val="1800"/>
              <a:buChar char="○"/>
              <a:defRPr/>
            </a:lvl2pPr>
            <a:lvl3pPr indent="-342900" lvl="2" marL="1371600">
              <a:spcBef>
                <a:spcPts val="0"/>
              </a:spcBef>
              <a:spcAft>
                <a:spcPts val="0"/>
              </a:spcAft>
              <a:buSzPts val="18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080" name="Google Shape;1080;p154"/>
          <p:cNvSpPr txBox="1"/>
          <p:nvPr>
            <p:ph type="title"/>
          </p:nvPr>
        </p:nvSpPr>
        <p:spPr>
          <a:xfrm>
            <a:off x="-2087" y="127400"/>
            <a:ext cx="59136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1" name="Google Shape;1081;p154"/>
          <p:cNvSpPr txBox="1"/>
          <p:nvPr>
            <p:ph idx="3"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Font typeface="Roboto Light"/>
              <a:buNone/>
              <a:defRPr b="0" sz="1400">
                <a:latin typeface="Roboto Light"/>
                <a:ea typeface="Roboto Light"/>
                <a:cs typeface="Roboto Light"/>
                <a:sym typeface="Roboto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Idea slide 2">
  <p:cSld name="CUSTOM_4_3">
    <p:spTree>
      <p:nvGrpSpPr>
        <p:cNvPr id="1082" name="Shape 1082"/>
        <p:cNvGrpSpPr/>
        <p:nvPr/>
      </p:nvGrpSpPr>
      <p:grpSpPr>
        <a:xfrm>
          <a:off x="0" y="0"/>
          <a:ext cx="0" cy="0"/>
          <a:chOff x="0" y="0"/>
          <a:chExt cx="0" cy="0"/>
        </a:xfrm>
      </p:grpSpPr>
      <p:sp>
        <p:nvSpPr>
          <p:cNvPr id="1083" name="Google Shape;1083;p155"/>
          <p:cNvSpPr/>
          <p:nvPr/>
        </p:nvSpPr>
        <p:spPr>
          <a:xfrm>
            <a:off x="459099" y="1336050"/>
            <a:ext cx="2471400" cy="24714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4" name="Google Shape;1084;p155"/>
          <p:cNvPicPr preferRelativeResize="0"/>
          <p:nvPr/>
        </p:nvPicPr>
        <p:blipFill>
          <a:blip r:embed="rId2">
            <a:alphaModFix/>
          </a:blip>
          <a:stretch>
            <a:fillRect/>
          </a:stretch>
        </p:blipFill>
        <p:spPr>
          <a:xfrm>
            <a:off x="772288" y="1643513"/>
            <a:ext cx="1856475" cy="1856475"/>
          </a:xfrm>
          <a:prstGeom prst="rect">
            <a:avLst/>
          </a:prstGeom>
          <a:noFill/>
          <a:ln>
            <a:noFill/>
          </a:ln>
        </p:spPr>
      </p:pic>
      <p:pic>
        <p:nvPicPr>
          <p:cNvPr id="1085" name="Google Shape;1085;p155"/>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1086" name="Google Shape;1086;p155"/>
          <p:cNvSpPr txBox="1"/>
          <p:nvPr>
            <p:ph type="title"/>
          </p:nvPr>
        </p:nvSpPr>
        <p:spPr>
          <a:xfrm>
            <a:off x="3145536" y="1925250"/>
            <a:ext cx="5555100" cy="1304700"/>
          </a:xfrm>
          <a:prstGeom prst="rect">
            <a:avLst/>
          </a:prstGeom>
        </p:spPr>
        <p:txBody>
          <a:bodyPr anchorCtr="0" anchor="t" bIns="91425" lIns="91425" spcFirstLastPara="1" rIns="91425" wrap="square" tIns="91425">
            <a:noAutofit/>
          </a:bodyPr>
          <a:lstStyle>
            <a:lvl1pPr lvl="0">
              <a:spcBef>
                <a:spcPts val="0"/>
              </a:spcBef>
              <a:spcAft>
                <a:spcPts val="0"/>
              </a:spcAft>
              <a:buSzPts val="3800"/>
              <a:buNone/>
              <a:defRPr sz="3800">
                <a:latin typeface="Roboto Light"/>
                <a:ea typeface="Roboto Light"/>
                <a:cs typeface="Roboto Light"/>
                <a:sym typeface="Roboto Light"/>
              </a:defRPr>
            </a:lvl1pPr>
            <a:lvl2pPr lvl="1">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1 1 1 2">
  <p:cSld name="CUSTOM_11_1_1_1_2">
    <p:spTree>
      <p:nvGrpSpPr>
        <p:cNvPr id="1087" name="Shape 1087"/>
        <p:cNvGrpSpPr/>
        <p:nvPr/>
      </p:nvGrpSpPr>
      <p:grpSpPr>
        <a:xfrm>
          <a:off x="0" y="0"/>
          <a:ext cx="0" cy="0"/>
          <a:chOff x="0" y="0"/>
          <a:chExt cx="0" cy="0"/>
        </a:xfrm>
      </p:grpSpPr>
      <p:sp>
        <p:nvSpPr>
          <p:cNvPr id="1088" name="Google Shape;1088;p156"/>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a:spcBef>
                <a:spcPts val="0"/>
              </a:spcBef>
              <a:spcAft>
                <a:spcPts val="0"/>
              </a:spcAft>
              <a:buSzPts val="2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9" name="Google Shape;1089;p156"/>
          <p:cNvSpPr txBox="1"/>
          <p:nvPr>
            <p:ph idx="2" type="title"/>
          </p:nvPr>
        </p:nvSpPr>
        <p:spPr>
          <a:xfrm>
            <a:off x="-6000" y="515275"/>
            <a:ext cx="9192600" cy="323100"/>
          </a:xfrm>
          <a:prstGeom prst="rect">
            <a:avLst/>
          </a:prstGeom>
        </p:spPr>
        <p:txBody>
          <a:bodyPr anchorCtr="0" anchor="t" bIns="91425" lIns="365750" spcFirstLastPara="1" rIns="91425" wrap="square" tIns="91425">
            <a:noAutofit/>
          </a:bodyPr>
          <a:lstStyle>
            <a:lvl1pPr lvl="0">
              <a:spcBef>
                <a:spcPts val="0"/>
              </a:spcBef>
              <a:spcAft>
                <a:spcPts val="0"/>
              </a:spcAft>
              <a:buSzPts val="1400"/>
              <a:buNone/>
              <a:defRPr b="0" sz="14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07" Type="http://schemas.openxmlformats.org/officeDocument/2006/relationships/slideLayout" Target="../slideLayouts/slideLayout107.xml"/><Relationship Id="rId106" Type="http://schemas.openxmlformats.org/officeDocument/2006/relationships/slideLayout" Target="../slideLayouts/slideLayout106.xml"/><Relationship Id="rId105" Type="http://schemas.openxmlformats.org/officeDocument/2006/relationships/slideLayout" Target="../slideLayouts/slideLayout105.xml"/><Relationship Id="rId104" Type="http://schemas.openxmlformats.org/officeDocument/2006/relationships/slideLayout" Target="../slideLayouts/slideLayout104.xml"/><Relationship Id="rId109" Type="http://schemas.openxmlformats.org/officeDocument/2006/relationships/slideLayout" Target="../slideLayouts/slideLayout109.xml"/><Relationship Id="rId108" Type="http://schemas.openxmlformats.org/officeDocument/2006/relationships/slideLayout" Target="../slideLayouts/slideLayout108.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103" Type="http://schemas.openxmlformats.org/officeDocument/2006/relationships/slideLayout" Target="../slideLayouts/slideLayout103.xml"/><Relationship Id="rId102" Type="http://schemas.openxmlformats.org/officeDocument/2006/relationships/slideLayout" Target="../slideLayouts/slideLayout102.xml"/><Relationship Id="rId101" Type="http://schemas.openxmlformats.org/officeDocument/2006/relationships/slideLayout" Target="../slideLayouts/slideLayout101.xml"/><Relationship Id="rId100" Type="http://schemas.openxmlformats.org/officeDocument/2006/relationships/slideLayout" Target="../slideLayouts/slideLayout100.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29" Type="http://schemas.openxmlformats.org/officeDocument/2006/relationships/slideLayout" Target="../slideLayouts/slideLayout129.xml"/><Relationship Id="rId128" Type="http://schemas.openxmlformats.org/officeDocument/2006/relationships/slideLayout" Target="../slideLayouts/slideLayout128.xml"/><Relationship Id="rId127" Type="http://schemas.openxmlformats.org/officeDocument/2006/relationships/slideLayout" Target="../slideLayouts/slideLayout127.xml"/><Relationship Id="rId126" Type="http://schemas.openxmlformats.org/officeDocument/2006/relationships/slideLayout" Target="../slideLayouts/slideLayout126.xml"/><Relationship Id="rId26" Type="http://schemas.openxmlformats.org/officeDocument/2006/relationships/slideLayout" Target="../slideLayouts/slideLayout26.xml"/><Relationship Id="rId121" Type="http://schemas.openxmlformats.org/officeDocument/2006/relationships/slideLayout" Target="../slideLayouts/slideLayout121.xml"/><Relationship Id="rId25" Type="http://schemas.openxmlformats.org/officeDocument/2006/relationships/slideLayout" Target="../slideLayouts/slideLayout25.xml"/><Relationship Id="rId120" Type="http://schemas.openxmlformats.org/officeDocument/2006/relationships/slideLayout" Target="../slideLayouts/slideLayout120.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125" Type="http://schemas.openxmlformats.org/officeDocument/2006/relationships/slideLayout" Target="../slideLayouts/slideLayout125.xml"/><Relationship Id="rId29" Type="http://schemas.openxmlformats.org/officeDocument/2006/relationships/slideLayout" Target="../slideLayouts/slideLayout29.xml"/><Relationship Id="rId124" Type="http://schemas.openxmlformats.org/officeDocument/2006/relationships/slideLayout" Target="../slideLayouts/slideLayout124.xml"/><Relationship Id="rId123" Type="http://schemas.openxmlformats.org/officeDocument/2006/relationships/slideLayout" Target="../slideLayouts/slideLayout123.xml"/><Relationship Id="rId122" Type="http://schemas.openxmlformats.org/officeDocument/2006/relationships/slideLayout" Target="../slideLayouts/slideLayout122.xml"/><Relationship Id="rId95" Type="http://schemas.openxmlformats.org/officeDocument/2006/relationships/slideLayout" Target="../slideLayouts/slideLayout95.xml"/><Relationship Id="rId94" Type="http://schemas.openxmlformats.org/officeDocument/2006/relationships/slideLayout" Target="../slideLayouts/slideLayout94.xml"/><Relationship Id="rId97" Type="http://schemas.openxmlformats.org/officeDocument/2006/relationships/slideLayout" Target="../slideLayouts/slideLayout97.xml"/><Relationship Id="rId96" Type="http://schemas.openxmlformats.org/officeDocument/2006/relationships/slideLayout" Target="../slideLayouts/slideLayout96.xml"/><Relationship Id="rId11" Type="http://schemas.openxmlformats.org/officeDocument/2006/relationships/slideLayout" Target="../slideLayouts/slideLayout11.xml"/><Relationship Id="rId99" Type="http://schemas.openxmlformats.org/officeDocument/2006/relationships/slideLayout" Target="../slideLayouts/slideLayout99.xml"/><Relationship Id="rId10" Type="http://schemas.openxmlformats.org/officeDocument/2006/relationships/slideLayout" Target="../slideLayouts/slideLayout10.xml"/><Relationship Id="rId98" Type="http://schemas.openxmlformats.org/officeDocument/2006/relationships/slideLayout" Target="../slideLayouts/slideLayout98.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91" Type="http://schemas.openxmlformats.org/officeDocument/2006/relationships/slideLayout" Target="../slideLayouts/slideLayout91.xml"/><Relationship Id="rId90" Type="http://schemas.openxmlformats.org/officeDocument/2006/relationships/slideLayout" Target="../slideLayouts/slideLayout90.xml"/><Relationship Id="rId93" Type="http://schemas.openxmlformats.org/officeDocument/2006/relationships/slideLayout" Target="../slideLayouts/slideLayout93.xml"/><Relationship Id="rId92" Type="http://schemas.openxmlformats.org/officeDocument/2006/relationships/slideLayout" Target="../slideLayouts/slideLayout92.xml"/><Relationship Id="rId118" Type="http://schemas.openxmlformats.org/officeDocument/2006/relationships/slideLayout" Target="../slideLayouts/slideLayout118.xml"/><Relationship Id="rId117" Type="http://schemas.openxmlformats.org/officeDocument/2006/relationships/slideLayout" Target="../slideLayouts/slideLayout117.xml"/><Relationship Id="rId116" Type="http://schemas.openxmlformats.org/officeDocument/2006/relationships/slideLayout" Target="../slideLayouts/slideLayout116.xml"/><Relationship Id="rId115" Type="http://schemas.openxmlformats.org/officeDocument/2006/relationships/slideLayout" Target="../slideLayouts/slideLayout115.xml"/><Relationship Id="rId119" Type="http://schemas.openxmlformats.org/officeDocument/2006/relationships/slideLayout" Target="../slideLayouts/slideLayout119.xml"/><Relationship Id="rId15" Type="http://schemas.openxmlformats.org/officeDocument/2006/relationships/slideLayout" Target="../slideLayouts/slideLayout15.xml"/><Relationship Id="rId110" Type="http://schemas.openxmlformats.org/officeDocument/2006/relationships/slideLayout" Target="../slideLayouts/slideLayout110.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14" Type="http://schemas.openxmlformats.org/officeDocument/2006/relationships/slideLayout" Target="../slideLayouts/slideLayout114.xml"/><Relationship Id="rId18" Type="http://schemas.openxmlformats.org/officeDocument/2006/relationships/slideLayout" Target="../slideLayouts/slideLayout18.xml"/><Relationship Id="rId113" Type="http://schemas.openxmlformats.org/officeDocument/2006/relationships/slideLayout" Target="../slideLayouts/slideLayout113.xml"/><Relationship Id="rId112" Type="http://schemas.openxmlformats.org/officeDocument/2006/relationships/slideLayout" Target="../slideLayouts/slideLayout112.xml"/><Relationship Id="rId111" Type="http://schemas.openxmlformats.org/officeDocument/2006/relationships/slideLayout" Target="../slideLayouts/slideLayout111.xml"/><Relationship Id="rId84" Type="http://schemas.openxmlformats.org/officeDocument/2006/relationships/slideLayout" Target="../slideLayouts/slideLayout84.xml"/><Relationship Id="rId83" Type="http://schemas.openxmlformats.org/officeDocument/2006/relationships/slideLayout" Target="../slideLayouts/slideLayout83.xml"/><Relationship Id="rId86" Type="http://schemas.openxmlformats.org/officeDocument/2006/relationships/slideLayout" Target="../slideLayouts/slideLayout86.xml"/><Relationship Id="rId85" Type="http://schemas.openxmlformats.org/officeDocument/2006/relationships/slideLayout" Target="../slideLayouts/slideLayout85.xml"/><Relationship Id="rId88" Type="http://schemas.openxmlformats.org/officeDocument/2006/relationships/slideLayout" Target="../slideLayouts/slideLayout88.xml"/><Relationship Id="rId150" Type="http://schemas.openxmlformats.org/officeDocument/2006/relationships/slideLayout" Target="../slideLayouts/slideLayout150.xml"/><Relationship Id="rId87" Type="http://schemas.openxmlformats.org/officeDocument/2006/relationships/slideLayout" Target="../slideLayouts/slideLayout87.xml"/><Relationship Id="rId89" Type="http://schemas.openxmlformats.org/officeDocument/2006/relationships/slideLayout" Target="../slideLayouts/slideLayout89.xml"/><Relationship Id="rId80" Type="http://schemas.openxmlformats.org/officeDocument/2006/relationships/slideLayout" Target="../slideLayouts/slideLayout80.xml"/><Relationship Id="rId82" Type="http://schemas.openxmlformats.org/officeDocument/2006/relationships/slideLayout" Target="../slideLayouts/slideLayout82.xml"/><Relationship Id="rId81" Type="http://schemas.openxmlformats.org/officeDocument/2006/relationships/slideLayout" Target="../slideLayouts/slideLayout8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149" Type="http://schemas.openxmlformats.org/officeDocument/2006/relationships/slideLayout" Target="../slideLayouts/slideLayout149.xml"/><Relationship Id="rId4" Type="http://schemas.openxmlformats.org/officeDocument/2006/relationships/slideLayout" Target="../slideLayouts/slideLayout4.xml"/><Relationship Id="rId148" Type="http://schemas.openxmlformats.org/officeDocument/2006/relationships/slideLayout" Target="../slideLayouts/slideLayout148.xml"/><Relationship Id="rId9" Type="http://schemas.openxmlformats.org/officeDocument/2006/relationships/slideLayout" Target="../slideLayouts/slideLayout9.xml"/><Relationship Id="rId143" Type="http://schemas.openxmlformats.org/officeDocument/2006/relationships/slideLayout" Target="../slideLayouts/slideLayout143.xml"/><Relationship Id="rId142" Type="http://schemas.openxmlformats.org/officeDocument/2006/relationships/slideLayout" Target="../slideLayouts/slideLayout142.xml"/><Relationship Id="rId141" Type="http://schemas.openxmlformats.org/officeDocument/2006/relationships/slideLayout" Target="../slideLayouts/slideLayout141.xml"/><Relationship Id="rId140" Type="http://schemas.openxmlformats.org/officeDocument/2006/relationships/slideLayout" Target="../slideLayouts/slideLayout140.xml"/><Relationship Id="rId5" Type="http://schemas.openxmlformats.org/officeDocument/2006/relationships/slideLayout" Target="../slideLayouts/slideLayout5.xml"/><Relationship Id="rId147" Type="http://schemas.openxmlformats.org/officeDocument/2006/relationships/slideLayout" Target="../slideLayouts/slideLayout147.xml"/><Relationship Id="rId6" Type="http://schemas.openxmlformats.org/officeDocument/2006/relationships/slideLayout" Target="../slideLayouts/slideLayout6.xml"/><Relationship Id="rId146" Type="http://schemas.openxmlformats.org/officeDocument/2006/relationships/slideLayout" Target="../slideLayouts/slideLayout146.xml"/><Relationship Id="rId7" Type="http://schemas.openxmlformats.org/officeDocument/2006/relationships/slideLayout" Target="../slideLayouts/slideLayout7.xml"/><Relationship Id="rId145" Type="http://schemas.openxmlformats.org/officeDocument/2006/relationships/slideLayout" Target="../slideLayouts/slideLayout145.xml"/><Relationship Id="rId8" Type="http://schemas.openxmlformats.org/officeDocument/2006/relationships/slideLayout" Target="../slideLayouts/slideLayout8.xml"/><Relationship Id="rId144" Type="http://schemas.openxmlformats.org/officeDocument/2006/relationships/slideLayout" Target="../slideLayouts/slideLayout144.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75" Type="http://schemas.openxmlformats.org/officeDocument/2006/relationships/slideLayout" Target="../slideLayouts/slideLayout75.xml"/><Relationship Id="rId74" Type="http://schemas.openxmlformats.org/officeDocument/2006/relationships/slideLayout" Target="../slideLayouts/slideLayout74.xml"/><Relationship Id="rId77" Type="http://schemas.openxmlformats.org/officeDocument/2006/relationships/slideLayout" Target="../slideLayouts/slideLayout77.xml"/><Relationship Id="rId76" Type="http://schemas.openxmlformats.org/officeDocument/2006/relationships/slideLayout" Target="../slideLayouts/slideLayout76.xml"/><Relationship Id="rId79" Type="http://schemas.openxmlformats.org/officeDocument/2006/relationships/slideLayout" Target="../slideLayouts/slideLayout79.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139" Type="http://schemas.openxmlformats.org/officeDocument/2006/relationships/slideLayout" Target="../slideLayouts/slideLayout139.xml"/><Relationship Id="rId138" Type="http://schemas.openxmlformats.org/officeDocument/2006/relationships/slideLayout" Target="../slideLayouts/slideLayout138.xml"/><Relationship Id="rId137" Type="http://schemas.openxmlformats.org/officeDocument/2006/relationships/slideLayout" Target="../slideLayouts/slideLayout137.xml"/><Relationship Id="rId132" Type="http://schemas.openxmlformats.org/officeDocument/2006/relationships/slideLayout" Target="../slideLayouts/slideLayout132.xml"/><Relationship Id="rId131" Type="http://schemas.openxmlformats.org/officeDocument/2006/relationships/slideLayout" Target="../slideLayouts/slideLayout131.xml"/><Relationship Id="rId130" Type="http://schemas.openxmlformats.org/officeDocument/2006/relationships/slideLayout" Target="../slideLayouts/slideLayout130.xml"/><Relationship Id="rId136" Type="http://schemas.openxmlformats.org/officeDocument/2006/relationships/slideLayout" Target="../slideLayouts/slideLayout136.xml"/><Relationship Id="rId135" Type="http://schemas.openxmlformats.org/officeDocument/2006/relationships/slideLayout" Target="../slideLayouts/slideLayout135.xml"/><Relationship Id="rId134" Type="http://schemas.openxmlformats.org/officeDocument/2006/relationships/slideLayout" Target="../slideLayouts/slideLayout134.xml"/><Relationship Id="rId133" Type="http://schemas.openxmlformats.org/officeDocument/2006/relationships/slideLayout" Target="../slideLayouts/slideLayout13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69" Type="http://schemas.openxmlformats.org/officeDocument/2006/relationships/slideLayout" Target="../slideLayouts/slideLayout6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9" Type="http://schemas.openxmlformats.org/officeDocument/2006/relationships/slideLayout" Target="../slideLayouts/slideLayout59.xml"/><Relationship Id="rId154" Type="http://schemas.openxmlformats.org/officeDocument/2006/relationships/slideLayout" Target="../slideLayouts/slideLayout154.xml"/><Relationship Id="rId58" Type="http://schemas.openxmlformats.org/officeDocument/2006/relationships/slideLayout" Target="../slideLayouts/slideLayout58.xml"/><Relationship Id="rId153" Type="http://schemas.openxmlformats.org/officeDocument/2006/relationships/slideLayout" Target="../slideLayouts/slideLayout153.xml"/><Relationship Id="rId152" Type="http://schemas.openxmlformats.org/officeDocument/2006/relationships/slideLayout" Target="../slideLayouts/slideLayout152.xml"/><Relationship Id="rId151" Type="http://schemas.openxmlformats.org/officeDocument/2006/relationships/slideLayout" Target="../slideLayouts/slideLayout151.xml"/><Relationship Id="rId156" Type="http://schemas.openxmlformats.org/officeDocument/2006/relationships/theme" Target="../theme/theme1.xml"/><Relationship Id="rId155" Type="http://schemas.openxmlformats.org/officeDocument/2006/relationships/slideLayout" Target="../slideLayouts/slideLayout1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 id="2147483768" r:id="rId121"/>
    <p:sldLayoutId id="2147483769" r:id="rId122"/>
    <p:sldLayoutId id="2147483770" r:id="rId123"/>
    <p:sldLayoutId id="2147483771" r:id="rId124"/>
    <p:sldLayoutId id="2147483772" r:id="rId125"/>
    <p:sldLayoutId id="2147483773" r:id="rId126"/>
    <p:sldLayoutId id="2147483774" r:id="rId127"/>
    <p:sldLayoutId id="2147483775" r:id="rId128"/>
    <p:sldLayoutId id="2147483776" r:id="rId129"/>
    <p:sldLayoutId id="2147483777" r:id="rId130"/>
    <p:sldLayoutId id="2147483778" r:id="rId131"/>
    <p:sldLayoutId id="2147483779" r:id="rId132"/>
    <p:sldLayoutId id="2147483780" r:id="rId133"/>
    <p:sldLayoutId id="2147483781" r:id="rId134"/>
    <p:sldLayoutId id="2147483782" r:id="rId135"/>
    <p:sldLayoutId id="2147483783" r:id="rId136"/>
    <p:sldLayoutId id="2147483784" r:id="rId137"/>
    <p:sldLayoutId id="2147483785" r:id="rId138"/>
    <p:sldLayoutId id="2147483786" r:id="rId139"/>
    <p:sldLayoutId id="2147483787" r:id="rId140"/>
    <p:sldLayoutId id="2147483788" r:id="rId141"/>
    <p:sldLayoutId id="2147483789" r:id="rId142"/>
    <p:sldLayoutId id="2147483790" r:id="rId143"/>
    <p:sldLayoutId id="2147483791" r:id="rId144"/>
    <p:sldLayoutId id="2147483792" r:id="rId145"/>
    <p:sldLayoutId id="2147483793" r:id="rId146"/>
    <p:sldLayoutId id="2147483794" r:id="rId147"/>
    <p:sldLayoutId id="2147483795" r:id="rId148"/>
    <p:sldLayoutId id="2147483796" r:id="rId149"/>
    <p:sldLayoutId id="2147483797" r:id="rId150"/>
    <p:sldLayoutId id="2147483798" r:id="rId151"/>
    <p:sldLayoutId id="2147483799" r:id="rId152"/>
    <p:sldLayoutId id="2147483800" r:id="rId153"/>
    <p:sldLayoutId id="2147483801" r:id="rId154"/>
    <p:sldLayoutId id="2147483802" r:id="rId1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xml"/><Relationship Id="rId3" Type="http://schemas.openxmlformats.org/officeDocument/2006/relationships/image" Target="../media/image30.png"/><Relationship Id="rId4" Type="http://schemas.openxmlformats.org/officeDocument/2006/relationships/image" Target="../media/image5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5.xml"/><Relationship Id="rId3" Type="http://schemas.openxmlformats.org/officeDocument/2006/relationships/image" Target="../media/image4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17.xml"/><Relationship Id="rId3"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8.xml"/><Relationship Id="rId3" Type="http://schemas.openxmlformats.org/officeDocument/2006/relationships/image" Target="../media/image70.jp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0.xml"/><Relationship Id="rId3" Type="http://schemas.openxmlformats.org/officeDocument/2006/relationships/image" Target="../media/image50.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1.xml"/><Relationship Id="rId3" Type="http://schemas.openxmlformats.org/officeDocument/2006/relationships/hyperlink" Target="https://www.elastic.co/what-is/elk-stack" TargetMode="External"/><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3.png"/><Relationship Id="rId7"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2.xml"/><Relationship Id="rId3" Type="http://schemas.openxmlformats.org/officeDocument/2006/relationships/image" Target="../media/image56.png"/><Relationship Id="rId4" Type="http://schemas.openxmlformats.org/officeDocument/2006/relationships/image" Target="../media/image53.png"/><Relationship Id="rId5" Type="http://schemas.openxmlformats.org/officeDocument/2006/relationships/image" Target="../media/image55.png"/></Relationships>
</file>

<file path=ppt/slides/_rels/slide23.xml.rels><?xml version="1.0" encoding="UTF-8" standalone="yes"?><Relationships xmlns="http://schemas.openxmlformats.org/package/2006/relationships"><Relationship Id="rId10" Type="http://schemas.openxmlformats.org/officeDocument/2006/relationships/image" Target="../media/image71.png"/><Relationship Id="rId1" Type="http://schemas.openxmlformats.org/officeDocument/2006/relationships/slideLayout" Target="../slideLayouts/slideLayout55.xml"/><Relationship Id="rId2" Type="http://schemas.openxmlformats.org/officeDocument/2006/relationships/notesSlide" Target="../notesSlides/notesSlide23.xml"/><Relationship Id="rId3"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46.png"/><Relationship Id="rId5" Type="http://schemas.openxmlformats.org/officeDocument/2006/relationships/image" Target="../media/image51.png"/><Relationship Id="rId6" Type="http://schemas.openxmlformats.org/officeDocument/2006/relationships/image" Target="../media/image61.png"/><Relationship Id="rId7" Type="http://schemas.openxmlformats.org/officeDocument/2006/relationships/image" Target="../media/image52.png"/><Relationship Id="rId8" Type="http://schemas.openxmlformats.org/officeDocument/2006/relationships/image" Target="../media/image6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4.xml"/><Relationship Id="rId3" Type="http://schemas.openxmlformats.org/officeDocument/2006/relationships/image" Target="../media/image61.png"/><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5.xml"/><Relationship Id="rId3" Type="http://schemas.openxmlformats.org/officeDocument/2006/relationships/image" Target="../media/image74.png"/><Relationship Id="rId4" Type="http://schemas.openxmlformats.org/officeDocument/2006/relationships/image" Target="../media/image61.png"/><Relationship Id="rId5" Type="http://schemas.openxmlformats.org/officeDocument/2006/relationships/image" Target="../media/image52.png"/><Relationship Id="rId6" Type="http://schemas.openxmlformats.org/officeDocument/2006/relationships/image" Target="../media/image60.png"/><Relationship Id="rId7"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6.xml"/><Relationship Id="rId3" Type="http://schemas.openxmlformats.org/officeDocument/2006/relationships/image" Target="../media/image74.png"/><Relationship Id="rId4" Type="http://schemas.openxmlformats.org/officeDocument/2006/relationships/image" Target="../media/image51.png"/><Relationship Id="rId5" Type="http://schemas.openxmlformats.org/officeDocument/2006/relationships/image" Target="../media/image61.png"/><Relationship Id="rId6" Type="http://schemas.openxmlformats.org/officeDocument/2006/relationships/image" Target="../media/image52.png"/><Relationship Id="rId7" Type="http://schemas.openxmlformats.org/officeDocument/2006/relationships/image" Target="../media/image60.png"/><Relationship Id="rId8"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7.xml"/><Relationship Id="rId3"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46.png"/><Relationship Id="rId5" Type="http://schemas.openxmlformats.org/officeDocument/2006/relationships/image" Target="../media/image51.png"/><Relationship Id="rId6" Type="http://schemas.openxmlformats.org/officeDocument/2006/relationships/image" Target="../media/image61.png"/><Relationship Id="rId7" Type="http://schemas.openxmlformats.org/officeDocument/2006/relationships/image" Target="../media/image52.png"/><Relationship Id="rId8" Type="http://schemas.openxmlformats.org/officeDocument/2006/relationships/image" Target="../media/image60.png"/></Relationships>
</file>

<file path=ppt/slides/_rels/slide28.xml.rels><?xml version="1.0" encoding="UTF-8" standalone="yes"?><Relationships xmlns="http://schemas.openxmlformats.org/package/2006/relationships"><Relationship Id="rId10" Type="http://schemas.openxmlformats.org/officeDocument/2006/relationships/image" Target="../media/image71.png"/><Relationship Id="rId1" Type="http://schemas.openxmlformats.org/officeDocument/2006/relationships/slideLayout" Target="../slideLayouts/slideLayout55.xml"/><Relationship Id="rId2" Type="http://schemas.openxmlformats.org/officeDocument/2006/relationships/notesSlide" Target="../notesSlides/notesSlide28.xml"/><Relationship Id="rId3" Type="http://schemas.openxmlformats.org/officeDocument/2006/relationships/image" Target="../media/image74.png"/><Relationship Id="rId4" Type="http://schemas.openxmlformats.org/officeDocument/2006/relationships/image" Target="../media/image73.png"/><Relationship Id="rId9" Type="http://schemas.openxmlformats.org/officeDocument/2006/relationships/image" Target="../media/image46.png"/><Relationship Id="rId5" Type="http://schemas.openxmlformats.org/officeDocument/2006/relationships/image" Target="../media/image51.png"/><Relationship Id="rId6" Type="http://schemas.openxmlformats.org/officeDocument/2006/relationships/image" Target="../media/image61.png"/><Relationship Id="rId7" Type="http://schemas.openxmlformats.org/officeDocument/2006/relationships/image" Target="../media/image52.png"/><Relationship Id="rId8"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6.xml"/><Relationship Id="rId3" Type="http://schemas.openxmlformats.org/officeDocument/2006/relationships/image" Target="../media/image6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7.xml"/><Relationship Id="rId3" Type="http://schemas.openxmlformats.org/officeDocument/2006/relationships/image" Target="../media/image7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66.png"/><Relationship Id="rId4" Type="http://schemas.openxmlformats.org/officeDocument/2006/relationships/image" Target="../media/image68.png"/><Relationship Id="rId5" Type="http://schemas.openxmlformats.org/officeDocument/2006/relationships/image" Target="../media/image65.png"/><Relationship Id="rId6" Type="http://schemas.openxmlformats.org/officeDocument/2006/relationships/image" Target="../media/image6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 Id="rId3"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6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6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6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6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image" Target="../media/image6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6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57"/>
          <p:cNvSpPr txBox="1"/>
          <p:nvPr>
            <p:ph type="title"/>
          </p:nvPr>
        </p:nvSpPr>
        <p:spPr>
          <a:xfrm>
            <a:off x="4489575" y="1828800"/>
            <a:ext cx="46713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Enterprise Security Management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95" name="Google Shape;1095;p157"/>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1096" name="Google Shape;1096;p157"/>
          <p:cNvSpPr txBox="1"/>
          <p:nvPr>
            <p:ph idx="2" type="subTitle"/>
          </p:nvPr>
        </p:nvSpPr>
        <p:spPr>
          <a:xfrm>
            <a:off x="4570700" y="37654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12.3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158"/>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Objectives</a:t>
            </a:r>
            <a:endParaRPr/>
          </a:p>
        </p:txBody>
      </p:sp>
      <p:sp>
        <p:nvSpPr>
          <p:cNvPr id="1102" name="Google Shape;1102;p158"/>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Clr>
                <a:srgbClr val="000000"/>
              </a:buClr>
              <a:buSzPts val="1800"/>
              <a:buFont typeface="Arial"/>
              <a:buNone/>
            </a:pPr>
            <a:r>
              <a:rPr lang="en"/>
              <a:t>By the end of today’s lesson, you will be able to:</a:t>
            </a:r>
            <a:endParaRPr/>
          </a:p>
          <a:p>
            <a:pPr indent="0" lvl="0" marL="0" rtl="0" algn="l">
              <a:spcBef>
                <a:spcPts val="1200"/>
              </a:spcBef>
              <a:spcAft>
                <a:spcPts val="0"/>
              </a:spcAft>
              <a:buNone/>
            </a:pPr>
            <a:r>
              <a:t/>
            </a:r>
            <a:endParaRPr/>
          </a:p>
        </p:txBody>
      </p:sp>
      <p:grpSp>
        <p:nvGrpSpPr>
          <p:cNvPr id="1103" name="Google Shape;1103;p158"/>
          <p:cNvGrpSpPr/>
          <p:nvPr/>
        </p:nvGrpSpPr>
        <p:grpSpPr>
          <a:xfrm>
            <a:off x="162900" y="173561"/>
            <a:ext cx="588600" cy="567300"/>
            <a:chOff x="914400" y="200161"/>
            <a:chExt cx="588600" cy="567300"/>
          </a:xfrm>
        </p:grpSpPr>
        <p:sp>
          <p:nvSpPr>
            <p:cNvPr id="1104" name="Google Shape;1104;p158"/>
            <p:cNvSpPr/>
            <p:nvPr/>
          </p:nvSpPr>
          <p:spPr>
            <a:xfrm>
              <a:off x="914400" y="200161"/>
              <a:ext cx="588600" cy="567300"/>
            </a:xfrm>
            <a:prstGeom prst="ellipse">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105" name="Google Shape;1105;p158"/>
            <p:cNvPicPr preferRelativeResize="0"/>
            <p:nvPr/>
          </p:nvPicPr>
          <p:blipFill rotWithShape="1">
            <a:blip r:embed="rId3">
              <a:alphaModFix/>
            </a:blip>
            <a:srcRect b="0" l="0" r="0" t="0"/>
            <a:stretch/>
          </p:blipFill>
          <p:spPr>
            <a:xfrm>
              <a:off x="960251" y="235363"/>
              <a:ext cx="496875" cy="496875"/>
            </a:xfrm>
            <a:prstGeom prst="rect">
              <a:avLst/>
            </a:prstGeom>
            <a:noFill/>
            <a:ln>
              <a:noFill/>
            </a:ln>
          </p:spPr>
        </p:pic>
      </p:grpSp>
      <p:cxnSp>
        <p:nvCxnSpPr>
          <p:cNvPr id="1106" name="Google Shape;1106;p158"/>
          <p:cNvCxnSpPr/>
          <p:nvPr/>
        </p:nvCxnSpPr>
        <p:spPr>
          <a:xfrm>
            <a:off x="9750" y="968825"/>
            <a:ext cx="7291800" cy="0"/>
          </a:xfrm>
          <a:prstGeom prst="straightConnector1">
            <a:avLst/>
          </a:prstGeom>
          <a:noFill/>
          <a:ln cap="flat" cmpd="sng" w="19050">
            <a:solidFill>
              <a:schemeClr val="accent5"/>
            </a:solidFill>
            <a:prstDash val="solid"/>
            <a:round/>
            <a:headEnd len="med" w="med" type="none"/>
            <a:tailEnd len="med" w="med" type="oval"/>
          </a:ln>
        </p:spPr>
      </p:cxnSp>
      <p:grpSp>
        <p:nvGrpSpPr>
          <p:cNvPr id="1107" name="Google Shape;1107;p158"/>
          <p:cNvGrpSpPr/>
          <p:nvPr/>
        </p:nvGrpSpPr>
        <p:grpSpPr>
          <a:xfrm>
            <a:off x="322375" y="1981671"/>
            <a:ext cx="8133300" cy="448425"/>
            <a:chOff x="314850" y="1770875"/>
            <a:chExt cx="8133300" cy="448425"/>
          </a:xfrm>
        </p:grpSpPr>
        <p:sp>
          <p:nvSpPr>
            <p:cNvPr id="1108" name="Google Shape;1108;p158"/>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9" name="Google Shape;1109;p158"/>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2</a:t>
              </a:r>
              <a:endParaRPr sz="1800">
                <a:latin typeface="Roboto"/>
                <a:ea typeface="Roboto"/>
                <a:cs typeface="Roboto"/>
                <a:sym typeface="Roboto"/>
              </a:endParaRPr>
            </a:p>
          </p:txBody>
        </p:sp>
        <p:sp>
          <p:nvSpPr>
            <p:cNvPr id="1110" name="Google Shape;1110;p158"/>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Use enterprise security management (ESM) to expand an investigation.</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11" name="Google Shape;1111;p158"/>
          <p:cNvGrpSpPr/>
          <p:nvPr/>
        </p:nvGrpSpPr>
        <p:grpSpPr>
          <a:xfrm>
            <a:off x="322375" y="1448271"/>
            <a:ext cx="8133300" cy="448425"/>
            <a:chOff x="314850" y="1770875"/>
            <a:chExt cx="8133300" cy="448425"/>
          </a:xfrm>
        </p:grpSpPr>
        <p:sp>
          <p:nvSpPr>
            <p:cNvPr id="1112" name="Google Shape;1112;p158"/>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3" name="Google Shape;1113;p158"/>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1</a:t>
              </a:r>
              <a:endParaRPr sz="1800">
                <a:latin typeface="Roboto"/>
                <a:ea typeface="Roboto"/>
                <a:cs typeface="Roboto"/>
                <a:sym typeface="Roboto"/>
              </a:endParaRPr>
            </a:p>
          </p:txBody>
        </p:sp>
        <p:sp>
          <p:nvSpPr>
            <p:cNvPr id="1114" name="Google Shape;1114;p158"/>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Analyze indicators of attack for persistent threats.</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15" name="Google Shape;1115;p158"/>
          <p:cNvGrpSpPr/>
          <p:nvPr/>
        </p:nvGrpSpPr>
        <p:grpSpPr>
          <a:xfrm>
            <a:off x="322375" y="3048471"/>
            <a:ext cx="8133300" cy="448425"/>
            <a:chOff x="314850" y="1770875"/>
            <a:chExt cx="8133300" cy="448425"/>
          </a:xfrm>
        </p:grpSpPr>
        <p:sp>
          <p:nvSpPr>
            <p:cNvPr id="1116" name="Google Shape;1116;p158"/>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7" name="Google Shape;1117;p158"/>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4</a:t>
              </a:r>
              <a:endParaRPr sz="1800">
                <a:latin typeface="Roboto"/>
                <a:ea typeface="Roboto"/>
                <a:cs typeface="Roboto"/>
                <a:sym typeface="Roboto"/>
              </a:endParaRPr>
            </a:p>
          </p:txBody>
        </p:sp>
        <p:sp>
          <p:nvSpPr>
            <p:cNvPr id="1118" name="Google Shape;1118;p158"/>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Investigate threats using various analysis tools.</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19" name="Google Shape;1119;p158"/>
          <p:cNvGrpSpPr/>
          <p:nvPr/>
        </p:nvGrpSpPr>
        <p:grpSpPr>
          <a:xfrm>
            <a:off x="322375" y="2515071"/>
            <a:ext cx="8133300" cy="448425"/>
            <a:chOff x="314850" y="1770875"/>
            <a:chExt cx="8133300" cy="448425"/>
          </a:xfrm>
        </p:grpSpPr>
        <p:sp>
          <p:nvSpPr>
            <p:cNvPr id="1120" name="Google Shape;1120;p158"/>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1" name="Google Shape;1121;p158"/>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3</a:t>
              </a:r>
              <a:endParaRPr sz="1800">
                <a:latin typeface="Roboto"/>
                <a:ea typeface="Roboto"/>
                <a:cs typeface="Roboto"/>
                <a:sym typeface="Roboto"/>
              </a:endParaRPr>
            </a:p>
          </p:txBody>
        </p:sp>
        <p:sp>
          <p:nvSpPr>
            <p:cNvPr id="1122" name="Google Shape;1122;p158"/>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Use OSSEC endpoint reporting agents as part of a host-based IDS alert system.</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grpSp>
        <p:nvGrpSpPr>
          <p:cNvPr id="1123" name="Google Shape;1123;p158"/>
          <p:cNvGrpSpPr/>
          <p:nvPr/>
        </p:nvGrpSpPr>
        <p:grpSpPr>
          <a:xfrm>
            <a:off x="322375" y="3581871"/>
            <a:ext cx="8133300" cy="448425"/>
            <a:chOff x="314850" y="1770875"/>
            <a:chExt cx="8133300" cy="448425"/>
          </a:xfrm>
        </p:grpSpPr>
        <p:sp>
          <p:nvSpPr>
            <p:cNvPr id="1124" name="Google Shape;1124;p158"/>
            <p:cNvSpPr/>
            <p:nvPr/>
          </p:nvSpPr>
          <p:spPr>
            <a:xfrm>
              <a:off x="391050" y="1779575"/>
              <a:ext cx="8057100" cy="419100"/>
            </a:xfrm>
            <a:prstGeom prst="roundRect">
              <a:avLst>
                <a:gd fmla="val 16667" name="adj"/>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25" name="Google Shape;1125;p158"/>
            <p:cNvSpPr/>
            <p:nvPr/>
          </p:nvSpPr>
          <p:spPr>
            <a:xfrm>
              <a:off x="314850" y="1770875"/>
              <a:ext cx="457200" cy="4365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5</a:t>
              </a:r>
              <a:endParaRPr sz="1800">
                <a:latin typeface="Roboto"/>
                <a:ea typeface="Roboto"/>
                <a:cs typeface="Roboto"/>
                <a:sym typeface="Roboto"/>
              </a:endParaRPr>
            </a:p>
          </p:txBody>
        </p:sp>
        <p:sp>
          <p:nvSpPr>
            <p:cNvPr id="1126" name="Google Shape;1126;p158"/>
            <p:cNvSpPr txBox="1"/>
            <p:nvPr/>
          </p:nvSpPr>
          <p:spPr>
            <a:xfrm>
              <a:off x="817950" y="1800200"/>
              <a:ext cx="76302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Roboto"/>
                  <a:ea typeface="Roboto"/>
                  <a:cs typeface="Roboto"/>
                  <a:sym typeface="Roboto"/>
                </a:rPr>
                <a:t>Escalate alerts to senior incident handlers.</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a:p>
              <a:pPr indent="0" lvl="0" marL="0" rtl="0" algn="l">
                <a:spcBef>
                  <a:spcPts val="0"/>
                </a:spcBef>
                <a:spcAft>
                  <a:spcPts val="0"/>
                </a:spcAft>
                <a:buNone/>
              </a:pPr>
              <a:r>
                <a:t/>
              </a:r>
              <a:endParaRPr sz="1500">
                <a:solidFill>
                  <a:schemeClr val="dk2"/>
                </a:solidFill>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34" name="Shape 1134"/>
        <p:cNvGrpSpPr/>
        <p:nvPr/>
      </p:nvGrpSpPr>
      <p:grpSpPr>
        <a:xfrm>
          <a:off x="0" y="0"/>
          <a:ext cx="0" cy="0"/>
          <a:chOff x="0" y="0"/>
          <a:chExt cx="0" cy="0"/>
        </a:xfrm>
      </p:grpSpPr>
      <p:sp>
        <p:nvSpPr>
          <p:cNvPr id="1135" name="Google Shape;1135;p160"/>
          <p:cNvSpPr txBox="1"/>
          <p:nvPr>
            <p:ph idx="1" type="body"/>
          </p:nvPr>
        </p:nvSpPr>
        <p:spPr>
          <a:xfrm>
            <a:off x="4305375" y="1399350"/>
            <a:ext cx="3960900" cy="29454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2400"/>
              <a:t>Before we get started, we need to launch an instance of </a:t>
            </a:r>
            <a:r>
              <a:rPr b="1" lang="en" sz="2400"/>
              <a:t>Security Onion</a:t>
            </a:r>
            <a:r>
              <a:rPr lang="en" sz="2400"/>
              <a:t>. </a:t>
            </a:r>
            <a:endParaRPr sz="2400"/>
          </a:p>
          <a:p>
            <a:pPr indent="0" lvl="0" marL="0" rtl="0" algn="l">
              <a:spcBef>
                <a:spcPts val="1000"/>
              </a:spcBef>
              <a:spcAft>
                <a:spcPts val="0"/>
              </a:spcAft>
              <a:buNone/>
            </a:pPr>
            <a:r>
              <a:rPr lang="en" sz="2400"/>
              <a:t>This will generate alert data that we’ll use to complete the labs.</a:t>
            </a:r>
            <a:endParaRPr sz="2400"/>
          </a:p>
          <a:p>
            <a:pPr indent="0" lvl="0" marL="0" rtl="0" algn="l">
              <a:spcBef>
                <a:spcPts val="1000"/>
              </a:spcBef>
              <a:spcAft>
                <a:spcPts val="0"/>
              </a:spcAft>
              <a:buNone/>
            </a:pPr>
            <a:r>
              <a:t/>
            </a:r>
            <a:endParaRPr/>
          </a:p>
          <a:p>
            <a:pPr indent="0" lvl="0" marL="457200" rtl="0" algn="l">
              <a:spcBef>
                <a:spcPts val="1000"/>
              </a:spcBef>
              <a:spcAft>
                <a:spcPts val="1000"/>
              </a:spcAft>
              <a:buNone/>
            </a:pPr>
            <a:r>
              <a:t/>
            </a:r>
            <a:endParaRPr sz="1400"/>
          </a:p>
        </p:txBody>
      </p:sp>
      <p:cxnSp>
        <p:nvCxnSpPr>
          <p:cNvPr id="1136" name="Google Shape;1136;p160"/>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137" name="Google Shape;1137;p160"/>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Security Onion Setup</a:t>
            </a:r>
            <a:endParaRPr b="1" sz="2600">
              <a:solidFill>
                <a:schemeClr val="accent5"/>
              </a:solidFill>
              <a:latin typeface="Roboto"/>
              <a:ea typeface="Roboto"/>
              <a:cs typeface="Roboto"/>
              <a:sym typeface="Roboto"/>
            </a:endParaRPr>
          </a:p>
        </p:txBody>
      </p:sp>
      <p:sp>
        <p:nvSpPr>
          <p:cNvPr id="1138" name="Google Shape;1138;p160"/>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60"/>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140" name="Google Shape;1140;p160"/>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141" name="Google Shape;1141;p160"/>
          <p:cNvPicPr preferRelativeResize="0"/>
          <p:nvPr/>
        </p:nvPicPr>
        <p:blipFill>
          <a:blip r:embed="rId4">
            <a:alphaModFix/>
          </a:blip>
          <a:stretch>
            <a:fillRect/>
          </a:stretch>
        </p:blipFill>
        <p:spPr>
          <a:xfrm>
            <a:off x="152400" y="954150"/>
            <a:ext cx="4000573" cy="40005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62"/>
          <p:cNvSpPr txBox="1"/>
          <p:nvPr/>
        </p:nvSpPr>
        <p:spPr>
          <a:xfrm>
            <a:off x="3205675" y="2455800"/>
            <a:ext cx="26769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We expanded on layers of network </a:t>
            </a:r>
            <a:r>
              <a:rPr lang="en" sz="1800">
                <a:solidFill>
                  <a:schemeClr val="dk2"/>
                </a:solidFill>
                <a:latin typeface="Roboto"/>
                <a:ea typeface="Roboto"/>
                <a:cs typeface="Roboto"/>
                <a:sym typeface="Roboto"/>
              </a:rPr>
              <a:t>security using IDSs and IPSs. </a:t>
            </a:r>
            <a:endParaRPr b="0" i="0" sz="1800" u="none" cap="none" strike="noStrike">
              <a:solidFill>
                <a:schemeClr val="dk2"/>
              </a:solidFill>
              <a:latin typeface="Roboto"/>
              <a:ea typeface="Roboto"/>
              <a:cs typeface="Roboto"/>
              <a:sym typeface="Roboto"/>
            </a:endParaRPr>
          </a:p>
        </p:txBody>
      </p:sp>
      <p:sp>
        <p:nvSpPr>
          <p:cNvPr id="1151" name="Google Shape;1151;p162"/>
          <p:cNvSpPr txBox="1"/>
          <p:nvPr/>
        </p:nvSpPr>
        <p:spPr>
          <a:xfrm>
            <a:off x="6459729" y="2229123"/>
            <a:ext cx="173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162"/>
          <p:cNvSpPr txBox="1"/>
          <p:nvPr/>
        </p:nvSpPr>
        <p:spPr>
          <a:xfrm>
            <a:off x="5907999" y="2502550"/>
            <a:ext cx="27726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We will focus on how adversaries conduct network security attacks. </a:t>
            </a:r>
            <a:endParaRPr b="0" i="0" sz="1800" u="none" cap="none" strike="noStrike">
              <a:solidFill>
                <a:schemeClr val="dk2"/>
              </a:solidFill>
              <a:latin typeface="Roboto"/>
              <a:ea typeface="Roboto"/>
              <a:cs typeface="Roboto"/>
              <a:sym typeface="Roboto"/>
            </a:endParaRPr>
          </a:p>
        </p:txBody>
      </p:sp>
      <p:sp>
        <p:nvSpPr>
          <p:cNvPr id="1153" name="Google Shape;1153;p162"/>
          <p:cNvSpPr/>
          <p:nvPr/>
        </p:nvSpPr>
        <p:spPr>
          <a:xfrm>
            <a:off x="457200" y="2323906"/>
            <a:ext cx="2745900" cy="165600"/>
          </a:xfrm>
          <a:prstGeom prst="re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62"/>
          <p:cNvSpPr/>
          <p:nvPr/>
        </p:nvSpPr>
        <p:spPr>
          <a:xfrm>
            <a:off x="3198677" y="2323906"/>
            <a:ext cx="2745900" cy="165600"/>
          </a:xfrm>
          <a:prstGeom prst="re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162"/>
          <p:cNvSpPr/>
          <p:nvPr/>
        </p:nvSpPr>
        <p:spPr>
          <a:xfrm>
            <a:off x="5933720" y="2323906"/>
            <a:ext cx="2745900" cy="165600"/>
          </a:xfrm>
          <a:prstGeom prst="re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56" name="Google Shape;1156;p162"/>
          <p:cNvCxnSpPr/>
          <p:nvPr/>
        </p:nvCxnSpPr>
        <p:spPr>
          <a:xfrm>
            <a:off x="463445" y="1838874"/>
            <a:ext cx="0" cy="662700"/>
          </a:xfrm>
          <a:prstGeom prst="straightConnector1">
            <a:avLst/>
          </a:prstGeom>
          <a:noFill/>
          <a:ln cap="flat" cmpd="sng" w="19050">
            <a:solidFill>
              <a:schemeClr val="dk2"/>
            </a:solidFill>
            <a:prstDash val="solid"/>
            <a:round/>
            <a:headEnd len="med" w="med" type="oval"/>
            <a:tailEnd len="sm" w="sm" type="none"/>
          </a:ln>
        </p:spPr>
      </p:cxnSp>
      <p:sp>
        <p:nvSpPr>
          <p:cNvPr id="1157" name="Google Shape;1157;p162"/>
          <p:cNvSpPr txBox="1"/>
          <p:nvPr/>
        </p:nvSpPr>
        <p:spPr>
          <a:xfrm>
            <a:off x="542099" y="1708270"/>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1</a:t>
            </a:r>
            <a:endParaRPr b="1" i="0" sz="2500" u="none" cap="none" strike="noStrike">
              <a:solidFill>
                <a:schemeClr val="dk2"/>
              </a:solidFill>
              <a:latin typeface="Roboto"/>
              <a:ea typeface="Roboto"/>
              <a:cs typeface="Roboto"/>
              <a:sym typeface="Roboto"/>
            </a:endParaRPr>
          </a:p>
        </p:txBody>
      </p:sp>
      <p:sp>
        <p:nvSpPr>
          <p:cNvPr id="1158" name="Google Shape;1158;p162"/>
          <p:cNvSpPr txBox="1"/>
          <p:nvPr/>
        </p:nvSpPr>
        <p:spPr>
          <a:xfrm>
            <a:off x="3296282" y="1695879"/>
            <a:ext cx="2446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Day 2</a:t>
            </a:r>
            <a:endParaRPr b="1" i="0" sz="2500" u="none" cap="none" strike="noStrike">
              <a:solidFill>
                <a:schemeClr val="dk2"/>
              </a:solidFill>
              <a:latin typeface="Roboto"/>
              <a:ea typeface="Roboto"/>
              <a:cs typeface="Roboto"/>
              <a:sym typeface="Roboto"/>
            </a:endParaRPr>
          </a:p>
        </p:txBody>
      </p:sp>
      <p:sp>
        <p:nvSpPr>
          <p:cNvPr id="1159" name="Google Shape;1159;p162"/>
          <p:cNvSpPr txBox="1"/>
          <p:nvPr/>
        </p:nvSpPr>
        <p:spPr>
          <a:xfrm>
            <a:off x="6068394" y="1715042"/>
            <a:ext cx="26121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lang="en" sz="2500">
                <a:solidFill>
                  <a:schemeClr val="dk2"/>
                </a:solidFill>
                <a:latin typeface="Roboto"/>
                <a:ea typeface="Roboto"/>
                <a:cs typeface="Roboto"/>
                <a:sym typeface="Roboto"/>
              </a:rPr>
              <a:t>Today</a:t>
            </a:r>
            <a:endParaRPr b="1" i="0" sz="2500" u="none" cap="none" strike="noStrike">
              <a:solidFill>
                <a:schemeClr val="dk2"/>
              </a:solidFill>
              <a:latin typeface="Roboto"/>
              <a:ea typeface="Roboto"/>
              <a:cs typeface="Roboto"/>
              <a:sym typeface="Roboto"/>
            </a:endParaRPr>
          </a:p>
        </p:txBody>
      </p:sp>
      <p:sp>
        <p:nvSpPr>
          <p:cNvPr id="1160" name="Google Shape;1160;p162"/>
          <p:cNvSpPr txBox="1"/>
          <p:nvPr/>
        </p:nvSpPr>
        <p:spPr>
          <a:xfrm>
            <a:off x="478600" y="2501650"/>
            <a:ext cx="26769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We covered  how firewalls protect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a network. </a:t>
            </a:r>
            <a:endParaRPr b="0" i="0" sz="1800" u="none" cap="none" strike="noStrike">
              <a:solidFill>
                <a:schemeClr val="dk2"/>
              </a:solidFill>
              <a:latin typeface="Roboto"/>
              <a:ea typeface="Roboto"/>
              <a:cs typeface="Roboto"/>
              <a:sym typeface="Roboto"/>
            </a:endParaRPr>
          </a:p>
        </p:txBody>
      </p:sp>
      <p:cxnSp>
        <p:nvCxnSpPr>
          <p:cNvPr id="1161" name="Google Shape;1161;p162"/>
          <p:cNvCxnSpPr/>
          <p:nvPr/>
        </p:nvCxnSpPr>
        <p:spPr>
          <a:xfrm>
            <a:off x="3198671" y="1814543"/>
            <a:ext cx="0" cy="682800"/>
          </a:xfrm>
          <a:prstGeom prst="straightConnector1">
            <a:avLst/>
          </a:prstGeom>
          <a:noFill/>
          <a:ln cap="flat" cmpd="sng" w="19050">
            <a:solidFill>
              <a:schemeClr val="dk2"/>
            </a:solidFill>
            <a:prstDash val="solid"/>
            <a:round/>
            <a:headEnd len="med" w="med" type="oval"/>
            <a:tailEnd len="sm" w="sm" type="none"/>
          </a:ln>
        </p:spPr>
      </p:cxnSp>
      <p:cxnSp>
        <p:nvCxnSpPr>
          <p:cNvPr id="1162" name="Google Shape;1162;p162"/>
          <p:cNvCxnSpPr/>
          <p:nvPr/>
        </p:nvCxnSpPr>
        <p:spPr>
          <a:xfrm>
            <a:off x="5933708" y="1814543"/>
            <a:ext cx="0" cy="682800"/>
          </a:xfrm>
          <a:prstGeom prst="straightConnector1">
            <a:avLst/>
          </a:prstGeom>
          <a:noFill/>
          <a:ln cap="flat" cmpd="sng" w="19050">
            <a:solidFill>
              <a:schemeClr val="dk2"/>
            </a:solidFill>
            <a:prstDash val="solid"/>
            <a:round/>
            <a:headEnd len="med" w="med" type="oval"/>
            <a:tailEnd len="sm" w="sm" type="none"/>
          </a:ln>
        </p:spPr>
      </p:cxnSp>
      <p:sp>
        <p:nvSpPr>
          <p:cNvPr id="1163" name="Google Shape;1163;p162"/>
          <p:cNvSpPr txBox="1"/>
          <p:nvPr/>
        </p:nvSpPr>
        <p:spPr>
          <a:xfrm>
            <a:off x="50" y="51200"/>
            <a:ext cx="8122800" cy="393600"/>
          </a:xfrm>
          <a:prstGeom prst="rect">
            <a:avLst/>
          </a:prstGeom>
          <a:noFill/>
          <a:ln>
            <a:noFill/>
          </a:ln>
        </p:spPr>
        <p:txBody>
          <a:bodyPr anchorCtr="0" anchor="t" bIns="91425" lIns="457200"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Network Security Recap</a:t>
            </a:r>
            <a:endParaRPr b="1" i="0" sz="26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2E5E7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16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t>C2 Alert </a:t>
            </a:r>
            <a:r>
              <a:rPr lang="en">
                <a:latin typeface="Roboto"/>
                <a:ea typeface="Roboto"/>
                <a:cs typeface="Roboto"/>
                <a:sym typeface="Roboto"/>
              </a:rPr>
              <a:t>Beacon</a:t>
            </a:r>
            <a:r>
              <a:rPr b="0" lang="en">
                <a:latin typeface="Roboto"/>
                <a:ea typeface="Roboto"/>
                <a:cs typeface="Roboto"/>
                <a:sym typeface="Roboto"/>
              </a:rPr>
              <a:t> Setup</a:t>
            </a:r>
            <a:endParaRPr b="0">
              <a:latin typeface="Roboto"/>
              <a:ea typeface="Roboto"/>
              <a:cs typeface="Roboto"/>
              <a:sym typeface="Roboto"/>
            </a:endParaRPr>
          </a:p>
        </p:txBody>
      </p:sp>
      <p:pic>
        <p:nvPicPr>
          <p:cNvPr id="1169" name="Google Shape;1169;p163"/>
          <p:cNvPicPr preferRelativeResize="0"/>
          <p:nvPr/>
        </p:nvPicPr>
        <p:blipFill rotWithShape="1">
          <a:blip r:embed="rId3">
            <a:alphaModFix/>
          </a:blip>
          <a:srcRect b="0" l="0" r="0" t="0"/>
          <a:stretch/>
        </p:blipFill>
        <p:spPr>
          <a:xfrm>
            <a:off x="4059622" y="1697422"/>
            <a:ext cx="1024750" cy="1024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64"/>
          <p:cNvSpPr txBox="1"/>
          <p:nvPr>
            <p:ph idx="1" type="body"/>
          </p:nvPr>
        </p:nvSpPr>
        <p:spPr>
          <a:xfrm>
            <a:off x="3357400" y="1377600"/>
            <a:ext cx="55890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3300"/>
              <a:t>In the next activity, </a:t>
            </a:r>
            <a:endParaRPr sz="3300"/>
          </a:p>
          <a:p>
            <a:pPr indent="0" lvl="0" marL="0" rtl="0" algn="l">
              <a:spcBef>
                <a:spcPts val="0"/>
              </a:spcBef>
              <a:spcAft>
                <a:spcPts val="0"/>
              </a:spcAft>
              <a:buNone/>
            </a:pPr>
            <a:r>
              <a:rPr lang="en" sz="3300"/>
              <a:t>you will apply your knowledge of NSM to an attack that targets a </a:t>
            </a:r>
            <a:r>
              <a:rPr b="1" lang="en" sz="3300"/>
              <a:t>command and control (C2)</a:t>
            </a:r>
            <a:r>
              <a:rPr lang="en" sz="3300"/>
              <a:t> server.</a:t>
            </a:r>
            <a:endParaRPr sz="3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16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C2 Alert Beacon</a:t>
            </a:r>
            <a:endParaRPr/>
          </a:p>
        </p:txBody>
      </p:sp>
      <p:sp>
        <p:nvSpPr>
          <p:cNvPr id="1180" name="Google Shape;1180;p16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Network security m</a:t>
            </a:r>
            <a:r>
              <a:rPr lang="en"/>
              <a:t>onitoring (NSM)</a:t>
            </a:r>
            <a:endParaRPr/>
          </a:p>
        </p:txBody>
      </p:sp>
      <p:sp>
        <p:nvSpPr>
          <p:cNvPr id="1181" name="Google Shape;1181;p165"/>
          <p:cNvSpPr txBox="1"/>
          <p:nvPr>
            <p:ph idx="2" type="body"/>
          </p:nvPr>
        </p:nvSpPr>
        <p:spPr>
          <a:xfrm>
            <a:off x="461225" y="1063525"/>
            <a:ext cx="36201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t>NSM </a:t>
            </a:r>
            <a:r>
              <a:rPr lang="en"/>
              <a:t>plays a critical role in </a:t>
            </a:r>
            <a:r>
              <a:rPr lang="en"/>
              <a:t>implementing</a:t>
            </a:r>
            <a:r>
              <a:rPr lang="en"/>
              <a:t> an in-depth </a:t>
            </a:r>
            <a:br>
              <a:rPr lang="en"/>
            </a:br>
            <a:r>
              <a:rPr lang="en"/>
              <a:t>defense approach.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NSM adds an additional layer of protection when an adversary </a:t>
            </a:r>
            <a:r>
              <a:rPr b="1" lang="en"/>
              <a:t>bypassess</a:t>
            </a:r>
            <a:r>
              <a:rPr lang="en"/>
              <a:t> defenses. </a:t>
            </a:r>
            <a:endParaRPr/>
          </a:p>
        </p:txBody>
      </p:sp>
      <p:sp>
        <p:nvSpPr>
          <p:cNvPr id="1182" name="Google Shape;1182;p165"/>
          <p:cNvSpPr/>
          <p:nvPr/>
        </p:nvSpPr>
        <p:spPr>
          <a:xfrm>
            <a:off x="4754575" y="1071225"/>
            <a:ext cx="3853200" cy="3853200"/>
          </a:xfrm>
          <a:prstGeom prst="ellipse">
            <a:avLst/>
          </a:prstGeom>
          <a:solidFill>
            <a:srgbClr val="134F5C"/>
          </a:solidFill>
          <a:ln cap="flat" cmpd="sng" w="19050">
            <a:solidFill>
              <a:srgbClr val="134F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Medium"/>
              <a:ea typeface="Roboto Medium"/>
              <a:cs typeface="Roboto Medium"/>
              <a:sym typeface="Roboto Medium"/>
            </a:endParaRPr>
          </a:p>
        </p:txBody>
      </p:sp>
      <p:sp>
        <p:nvSpPr>
          <p:cNvPr id="1183" name="Google Shape;1183;p165"/>
          <p:cNvSpPr/>
          <p:nvPr/>
        </p:nvSpPr>
        <p:spPr>
          <a:xfrm>
            <a:off x="5048937" y="1659948"/>
            <a:ext cx="3264600" cy="3264600"/>
          </a:xfrm>
          <a:prstGeom prst="ellipse">
            <a:avLst/>
          </a:prstGeom>
          <a:solidFill>
            <a:srgbClr val="0077DB"/>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Medium"/>
              <a:ea typeface="Roboto Medium"/>
              <a:cs typeface="Roboto Medium"/>
              <a:sym typeface="Roboto Medium"/>
            </a:endParaRPr>
          </a:p>
        </p:txBody>
      </p:sp>
      <p:sp>
        <p:nvSpPr>
          <p:cNvPr id="1184" name="Google Shape;1184;p165"/>
          <p:cNvSpPr/>
          <p:nvPr/>
        </p:nvSpPr>
        <p:spPr>
          <a:xfrm>
            <a:off x="5396302" y="2354677"/>
            <a:ext cx="2569800" cy="2569800"/>
          </a:xfrm>
          <a:prstGeom prst="ellipse">
            <a:avLst/>
          </a:prstGeom>
          <a:solidFill>
            <a:srgbClr val="00C7CC"/>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Medium"/>
              <a:ea typeface="Roboto Medium"/>
              <a:cs typeface="Roboto Medium"/>
              <a:sym typeface="Roboto Medium"/>
            </a:endParaRPr>
          </a:p>
        </p:txBody>
      </p:sp>
      <p:sp>
        <p:nvSpPr>
          <p:cNvPr id="1185" name="Google Shape;1185;p165"/>
          <p:cNvSpPr/>
          <p:nvPr/>
        </p:nvSpPr>
        <p:spPr>
          <a:xfrm>
            <a:off x="5692708" y="2947489"/>
            <a:ext cx="1977000" cy="1977000"/>
          </a:xfrm>
          <a:prstGeom prst="ellipse">
            <a:avLst/>
          </a:prstGeom>
          <a:solidFill>
            <a:srgbClr val="FCB912"/>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Medium"/>
              <a:ea typeface="Roboto Medium"/>
              <a:cs typeface="Roboto Medium"/>
              <a:sym typeface="Roboto Medium"/>
            </a:endParaRPr>
          </a:p>
        </p:txBody>
      </p:sp>
      <p:sp>
        <p:nvSpPr>
          <p:cNvPr id="1186" name="Google Shape;1186;p165"/>
          <p:cNvSpPr/>
          <p:nvPr/>
        </p:nvSpPr>
        <p:spPr>
          <a:xfrm>
            <a:off x="6009848" y="3581768"/>
            <a:ext cx="1342800" cy="1342800"/>
          </a:xfrm>
          <a:prstGeom prst="ellipse">
            <a:avLst/>
          </a:prstGeom>
          <a:solidFill>
            <a:srgbClr val="EEEEEE"/>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005E77"/>
              </a:buClr>
              <a:buSzPts val="1100"/>
              <a:buFont typeface="Arial"/>
              <a:buNone/>
            </a:pPr>
            <a:r>
              <a:rPr lang="en" sz="1600">
                <a:solidFill>
                  <a:srgbClr val="082D49"/>
                </a:solidFill>
                <a:latin typeface="Roboto Medium"/>
                <a:ea typeface="Roboto Medium"/>
                <a:cs typeface="Roboto Medium"/>
                <a:sym typeface="Roboto Medium"/>
              </a:rPr>
              <a:t>Data</a:t>
            </a:r>
            <a:endParaRPr>
              <a:solidFill>
                <a:srgbClr val="082D49"/>
              </a:solidFill>
              <a:latin typeface="Roboto Medium"/>
              <a:ea typeface="Roboto Medium"/>
              <a:cs typeface="Roboto Medium"/>
              <a:sym typeface="Roboto Medium"/>
            </a:endParaRPr>
          </a:p>
        </p:txBody>
      </p:sp>
      <p:sp>
        <p:nvSpPr>
          <p:cNvPr id="1187" name="Google Shape;1187;p165"/>
          <p:cNvSpPr txBox="1"/>
          <p:nvPr/>
        </p:nvSpPr>
        <p:spPr>
          <a:xfrm>
            <a:off x="5692714" y="3096892"/>
            <a:ext cx="1977000" cy="41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5E77"/>
              </a:buClr>
              <a:buSzPts val="1100"/>
              <a:buFont typeface="Arial"/>
              <a:buNone/>
            </a:pPr>
            <a:r>
              <a:rPr lang="en" sz="1600">
                <a:solidFill>
                  <a:srgbClr val="082D49"/>
                </a:solidFill>
                <a:latin typeface="Roboto Medium"/>
                <a:ea typeface="Roboto Medium"/>
                <a:cs typeface="Roboto Medium"/>
                <a:sym typeface="Roboto Medium"/>
              </a:rPr>
              <a:t>Application</a:t>
            </a:r>
            <a:endParaRPr>
              <a:solidFill>
                <a:srgbClr val="082D49"/>
              </a:solidFill>
              <a:latin typeface="Roboto Medium"/>
              <a:ea typeface="Roboto Medium"/>
              <a:cs typeface="Roboto Medium"/>
              <a:sym typeface="Roboto Medium"/>
            </a:endParaRPr>
          </a:p>
        </p:txBody>
      </p:sp>
      <p:sp>
        <p:nvSpPr>
          <p:cNvPr id="1188" name="Google Shape;1188;p165"/>
          <p:cNvSpPr txBox="1"/>
          <p:nvPr/>
        </p:nvSpPr>
        <p:spPr>
          <a:xfrm>
            <a:off x="5692714" y="2432471"/>
            <a:ext cx="1977000" cy="46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5E77"/>
              </a:buClr>
              <a:buSzPts val="1100"/>
              <a:buFont typeface="Arial"/>
              <a:buNone/>
            </a:pPr>
            <a:r>
              <a:rPr lang="en" sz="1600">
                <a:solidFill>
                  <a:srgbClr val="082D49"/>
                </a:solidFill>
                <a:latin typeface="Roboto Medium"/>
                <a:ea typeface="Roboto Medium"/>
                <a:cs typeface="Roboto Medium"/>
                <a:sym typeface="Roboto Medium"/>
              </a:rPr>
              <a:t>Host</a:t>
            </a:r>
            <a:endParaRPr>
              <a:solidFill>
                <a:srgbClr val="082D49"/>
              </a:solidFill>
              <a:latin typeface="Roboto Medium"/>
              <a:ea typeface="Roboto Medium"/>
              <a:cs typeface="Roboto Medium"/>
              <a:sym typeface="Roboto Medium"/>
            </a:endParaRPr>
          </a:p>
        </p:txBody>
      </p:sp>
      <p:sp>
        <p:nvSpPr>
          <p:cNvPr id="1189" name="Google Shape;1189;p165"/>
          <p:cNvSpPr txBox="1"/>
          <p:nvPr/>
        </p:nvSpPr>
        <p:spPr>
          <a:xfrm>
            <a:off x="5692714" y="1786924"/>
            <a:ext cx="1977000" cy="50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5E77"/>
              </a:buClr>
              <a:buSzPts val="1100"/>
              <a:buFont typeface="Arial"/>
              <a:buNone/>
            </a:pPr>
            <a:r>
              <a:rPr lang="en" sz="1600">
                <a:solidFill>
                  <a:srgbClr val="FFFFFF"/>
                </a:solidFill>
                <a:latin typeface="Roboto Medium"/>
                <a:ea typeface="Roboto Medium"/>
                <a:cs typeface="Roboto Medium"/>
                <a:sym typeface="Roboto Medium"/>
              </a:rPr>
              <a:t>Network</a:t>
            </a:r>
            <a:endParaRPr>
              <a:latin typeface="Roboto Medium"/>
              <a:ea typeface="Roboto Medium"/>
              <a:cs typeface="Roboto Medium"/>
              <a:sym typeface="Roboto Medium"/>
            </a:endParaRPr>
          </a:p>
        </p:txBody>
      </p:sp>
      <p:sp>
        <p:nvSpPr>
          <p:cNvPr id="1190" name="Google Shape;1190;p165"/>
          <p:cNvSpPr txBox="1"/>
          <p:nvPr/>
        </p:nvSpPr>
        <p:spPr>
          <a:xfrm>
            <a:off x="5692714" y="1149045"/>
            <a:ext cx="1977000" cy="40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5E77"/>
              </a:buClr>
              <a:buSzPts val="1100"/>
              <a:buFont typeface="Arial"/>
              <a:buNone/>
            </a:pPr>
            <a:r>
              <a:rPr lang="en" sz="1600">
                <a:solidFill>
                  <a:srgbClr val="FFFFFF"/>
                </a:solidFill>
                <a:latin typeface="Roboto Medium"/>
                <a:ea typeface="Roboto Medium"/>
                <a:cs typeface="Roboto Medium"/>
                <a:sym typeface="Roboto Medium"/>
              </a:rPr>
              <a:t>Perimeter</a:t>
            </a:r>
            <a:endParaRPr>
              <a:latin typeface="Roboto Medium"/>
              <a:ea typeface="Roboto Medium"/>
              <a:cs typeface="Roboto Medium"/>
              <a:sym typeface="Roboto Medium"/>
            </a:endParaRPr>
          </a:p>
        </p:txBody>
      </p:sp>
      <p:pic>
        <p:nvPicPr>
          <p:cNvPr id="1191" name="Google Shape;1191;p165"/>
          <p:cNvPicPr preferRelativeResize="0"/>
          <p:nvPr/>
        </p:nvPicPr>
        <p:blipFill rotWithShape="1">
          <a:blip r:embed="rId3">
            <a:alphaModFix/>
          </a:blip>
          <a:srcRect b="0" l="0" r="0" t="0"/>
          <a:stretch/>
        </p:blipFill>
        <p:spPr>
          <a:xfrm>
            <a:off x="173575" y="203100"/>
            <a:ext cx="558100" cy="572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166"/>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Command and Control (C2)</a:t>
            </a:r>
            <a:endParaRPr/>
          </a:p>
        </p:txBody>
      </p:sp>
      <p:sp>
        <p:nvSpPr>
          <p:cNvPr id="1197" name="Google Shape;1197;p166"/>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C2 servers are used to create a </a:t>
            </a:r>
            <a:r>
              <a:rPr lang="en"/>
              <a:t>specific</a:t>
            </a:r>
            <a:r>
              <a:rPr lang="en"/>
              <a:t> type of alert for attacks.</a:t>
            </a:r>
            <a:endParaRPr/>
          </a:p>
        </p:txBody>
      </p:sp>
      <p:sp>
        <p:nvSpPr>
          <p:cNvPr id="1198" name="Google Shape;1198;p166"/>
          <p:cNvSpPr txBox="1"/>
          <p:nvPr>
            <p:ph idx="2" type="body"/>
          </p:nvPr>
        </p:nvSpPr>
        <p:spPr>
          <a:xfrm>
            <a:off x="461225" y="1063525"/>
            <a:ext cx="7882500" cy="15435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Infected hosts make </a:t>
            </a:r>
            <a:r>
              <a:rPr b="1" lang="en"/>
              <a:t>callbacks</a:t>
            </a:r>
            <a:r>
              <a:rPr lang="en"/>
              <a:t> to C2 servers, giving </a:t>
            </a:r>
            <a:br>
              <a:rPr lang="en"/>
            </a:br>
            <a:r>
              <a:rPr lang="en"/>
              <a:t>cybercriminals access in and out of the network.</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K</a:t>
            </a:r>
            <a:r>
              <a:rPr lang="en"/>
              <a:t>eep alive </a:t>
            </a:r>
            <a:r>
              <a:rPr lang="en"/>
              <a:t>beacons</a:t>
            </a:r>
            <a:r>
              <a:rPr lang="en"/>
              <a:t> activate a specific alert.</a:t>
            </a:r>
            <a:endParaRPr/>
          </a:p>
        </p:txBody>
      </p:sp>
      <p:pic>
        <p:nvPicPr>
          <p:cNvPr id="1199" name="Google Shape;1199;p166"/>
          <p:cNvPicPr preferRelativeResize="0"/>
          <p:nvPr/>
        </p:nvPicPr>
        <p:blipFill rotWithShape="1">
          <a:blip r:embed="rId3">
            <a:alphaModFix/>
          </a:blip>
          <a:srcRect b="0" l="0" r="0" t="0"/>
          <a:stretch/>
        </p:blipFill>
        <p:spPr>
          <a:xfrm>
            <a:off x="173575" y="203100"/>
            <a:ext cx="558100" cy="572250"/>
          </a:xfrm>
          <a:prstGeom prst="rect">
            <a:avLst/>
          </a:prstGeom>
          <a:noFill/>
          <a:ln>
            <a:noFill/>
          </a:ln>
        </p:spPr>
      </p:pic>
      <p:pic>
        <p:nvPicPr>
          <p:cNvPr id="1200" name="Google Shape;1200;p166"/>
          <p:cNvPicPr preferRelativeResize="0"/>
          <p:nvPr/>
        </p:nvPicPr>
        <p:blipFill>
          <a:blip r:embed="rId4">
            <a:alphaModFix/>
          </a:blip>
          <a:stretch>
            <a:fillRect/>
          </a:stretch>
        </p:blipFill>
        <p:spPr>
          <a:xfrm>
            <a:off x="491425" y="2607025"/>
            <a:ext cx="7882348" cy="2231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67"/>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Command and Control (C2)</a:t>
            </a:r>
            <a:endParaRPr/>
          </a:p>
        </p:txBody>
      </p:sp>
      <p:sp>
        <p:nvSpPr>
          <p:cNvPr id="1206" name="Google Shape;1206;p167"/>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Suricata rules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07" name="Google Shape;1207;p167"/>
          <p:cNvSpPr txBox="1"/>
          <p:nvPr>
            <p:ph idx="2" type="body"/>
          </p:nvPr>
        </p:nvSpPr>
        <p:spPr>
          <a:xfrm>
            <a:off x="461225" y="1063525"/>
            <a:ext cx="7882500" cy="1543500"/>
          </a:xfrm>
          <a:prstGeom prst="rect">
            <a:avLst/>
          </a:prstGeom>
        </p:spPr>
        <p:txBody>
          <a:bodyPr anchorCtr="0" anchor="t" bIns="0" lIns="0" spcFirstLastPara="1" rIns="0" wrap="square" tIns="91425">
            <a:noAutofit/>
          </a:bodyPr>
          <a:lstStyle/>
          <a:p>
            <a:pPr indent="-342900" lvl="0" marL="457200" rtl="0" algn="l">
              <a:spcBef>
                <a:spcPts val="0"/>
              </a:spcBef>
              <a:spcAft>
                <a:spcPts val="0"/>
              </a:spcAft>
              <a:buSzPts val="1800"/>
              <a:buChar char="●"/>
            </a:pPr>
            <a:r>
              <a:rPr lang="en"/>
              <a:t>Sometimes, writers of Suricata rules will put additional information </a:t>
            </a:r>
            <a:br>
              <a:rPr lang="en"/>
            </a:br>
            <a:r>
              <a:rPr lang="en"/>
              <a:t>in their rule message to help network defenders.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With this information, network defenders can form mitigation strategies.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Keep alive beacons activate a specific alert.</a:t>
            </a:r>
            <a:endParaRPr/>
          </a:p>
        </p:txBody>
      </p:sp>
      <p:pic>
        <p:nvPicPr>
          <p:cNvPr id="1208" name="Google Shape;1208;p167"/>
          <p:cNvPicPr preferRelativeResize="0"/>
          <p:nvPr/>
        </p:nvPicPr>
        <p:blipFill rotWithShape="1">
          <a:blip r:embed="rId3">
            <a:alphaModFix/>
          </a:blip>
          <a:srcRect b="0" l="0" r="0" t="0"/>
          <a:stretch/>
        </p:blipFill>
        <p:spPr>
          <a:xfrm>
            <a:off x="173575" y="203100"/>
            <a:ext cx="558100" cy="572250"/>
          </a:xfrm>
          <a:prstGeom prst="rect">
            <a:avLst/>
          </a:prstGeom>
          <a:noFill/>
          <a:ln>
            <a:noFill/>
          </a:ln>
        </p:spPr>
      </p:pic>
      <p:pic>
        <p:nvPicPr>
          <p:cNvPr id="1209" name="Google Shape;1209;p167"/>
          <p:cNvPicPr preferRelativeResize="0"/>
          <p:nvPr/>
        </p:nvPicPr>
        <p:blipFill>
          <a:blip r:embed="rId4">
            <a:alphaModFix/>
          </a:blip>
          <a:stretch>
            <a:fillRect/>
          </a:stretch>
        </p:blipFill>
        <p:spPr>
          <a:xfrm>
            <a:off x="152400" y="2759425"/>
            <a:ext cx="8839204" cy="15149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68"/>
          <p:cNvSpPr txBox="1"/>
          <p:nvPr>
            <p:ph idx="1" type="subTitle"/>
          </p:nvPr>
        </p:nvSpPr>
        <p:spPr>
          <a:xfrm>
            <a:off x="6463600" y="4568825"/>
            <a:ext cx="23922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 minutes</a:t>
            </a:r>
            <a:endParaRPr/>
          </a:p>
        </p:txBody>
      </p:sp>
      <p:sp>
        <p:nvSpPr>
          <p:cNvPr id="1215" name="Google Shape;1215;p168"/>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C2 beacon</a:t>
            </a:r>
            <a:endParaRPr/>
          </a:p>
        </p:txBody>
      </p:sp>
      <p:sp>
        <p:nvSpPr>
          <p:cNvPr id="1216" name="Google Shape;1216;p168"/>
          <p:cNvSpPr txBox="1"/>
          <p:nvPr>
            <p:ph idx="3" type="body"/>
          </p:nvPr>
        </p:nvSpPr>
        <p:spPr>
          <a:xfrm>
            <a:off x="457200" y="1176975"/>
            <a:ext cx="7772400" cy="3191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work in groups and play the role of an SOC analyst </a:t>
            </a:r>
            <a:br>
              <a:rPr lang="en"/>
            </a:br>
            <a:r>
              <a:rPr lang="en"/>
              <a:t>for the California DMV.</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Your organization has just experienced another attack that Snort has identified as an emerging threat: a C2 beacon acknowledgement attack.</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will establish an attacker profile that includes the TTPs used by the adversary and document all of your findings.</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217" name="Google Shape;1217;p16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171"/>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sz="3800">
                <a:solidFill>
                  <a:schemeClr val="accent5"/>
                </a:solidFill>
                <a:latin typeface="Roboto"/>
                <a:ea typeface="Roboto"/>
                <a:cs typeface="Roboto"/>
                <a:sym typeface="Roboto"/>
              </a:rPr>
              <a:t>Enterprise Security Management </a:t>
            </a:r>
            <a:br>
              <a:rPr b="0" lang="en" sz="3800">
                <a:solidFill>
                  <a:schemeClr val="accent5"/>
                </a:solidFill>
                <a:latin typeface="Roboto"/>
                <a:ea typeface="Roboto"/>
                <a:cs typeface="Roboto"/>
                <a:sym typeface="Roboto"/>
              </a:rPr>
            </a:br>
            <a:r>
              <a:rPr b="0" lang="en" sz="3800">
                <a:solidFill>
                  <a:schemeClr val="accent5"/>
                </a:solidFill>
                <a:latin typeface="Roboto"/>
                <a:ea typeface="Roboto"/>
                <a:cs typeface="Roboto"/>
                <a:sym typeface="Roboto"/>
              </a:rPr>
              <a:t>(EMS) and Monitoring</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231" name="Google Shape;1231;p171"/>
          <p:cNvPicPr preferRelativeResize="0"/>
          <p:nvPr/>
        </p:nvPicPr>
        <p:blipFill rotWithShape="1">
          <a:blip r:embed="rId3">
            <a:alphaModFix/>
          </a:blip>
          <a:srcRect b="0" l="0" r="0" t="0"/>
          <a:stretch/>
        </p:blipFill>
        <p:spPr>
          <a:xfrm>
            <a:off x="4044973" y="1748214"/>
            <a:ext cx="1054050" cy="1075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172"/>
          <p:cNvSpPr txBox="1"/>
          <p:nvPr>
            <p:ph idx="1" type="body"/>
          </p:nvPr>
        </p:nvSpPr>
        <p:spPr>
          <a:xfrm>
            <a:off x="3298150" y="1377600"/>
            <a:ext cx="55497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2900"/>
              <a:t>Now that we’ve learned about </a:t>
            </a:r>
            <a:br>
              <a:rPr lang="en" sz="2900"/>
            </a:br>
            <a:r>
              <a:rPr lang="en" sz="2900"/>
              <a:t>the benefits of using firewalls </a:t>
            </a:r>
            <a:br>
              <a:rPr lang="en" sz="2900"/>
            </a:br>
            <a:r>
              <a:rPr lang="en" sz="2900"/>
              <a:t>and NSM, we’ll cover the more all-encompassing </a:t>
            </a:r>
            <a:r>
              <a:rPr b="1" lang="en" sz="2900"/>
              <a:t>enterprise security monitoring (ESM)</a:t>
            </a:r>
            <a:r>
              <a:rPr lang="en" sz="2900"/>
              <a:t>, which includes endpoint telemetry.</a:t>
            </a:r>
            <a:endParaRPr sz="29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173"/>
          <p:cNvSpPr txBox="1"/>
          <p:nvPr>
            <p:ph type="title"/>
          </p:nvPr>
        </p:nvSpPr>
        <p:spPr>
          <a:xfrm>
            <a:off x="76250" y="51200"/>
            <a:ext cx="9144000" cy="393600"/>
          </a:xfrm>
          <a:prstGeom prst="rect">
            <a:avLst/>
          </a:prstGeom>
        </p:spPr>
        <p:txBody>
          <a:bodyPr anchorCtr="0" anchor="t" bIns="91425" lIns="365750" spcFirstLastPara="1" rIns="91425" wrap="square" tIns="91425">
            <a:noAutofit/>
          </a:bodyPr>
          <a:lstStyle/>
          <a:p>
            <a:pPr indent="0" lvl="0" marL="0" rtl="0" algn="l">
              <a:spcBef>
                <a:spcPts val="0"/>
              </a:spcBef>
              <a:spcAft>
                <a:spcPts val="0"/>
              </a:spcAft>
              <a:buNone/>
            </a:pPr>
            <a:r>
              <a:rPr lang="en"/>
              <a:t>OSSEC</a:t>
            </a:r>
            <a:endParaRPr/>
          </a:p>
        </p:txBody>
      </p:sp>
      <p:sp>
        <p:nvSpPr>
          <p:cNvPr id="1242" name="Google Shape;1242;p173"/>
          <p:cNvSpPr txBox="1"/>
          <p:nvPr>
            <p:ph idx="2" type="title"/>
          </p:nvPr>
        </p:nvSpPr>
        <p:spPr>
          <a:xfrm>
            <a:off x="76250" y="480975"/>
            <a:ext cx="8610300" cy="323100"/>
          </a:xfrm>
          <a:prstGeom prst="rect">
            <a:avLst/>
          </a:prstGeom>
        </p:spPr>
        <p:txBody>
          <a:bodyPr anchorCtr="0" anchor="t" bIns="91425" lIns="365750" spcFirstLastPara="1" rIns="91425" wrap="square" tIns="91425">
            <a:noAutofit/>
          </a:bodyPr>
          <a:lstStyle/>
          <a:p>
            <a:pPr indent="0" lvl="0" marL="0" rtl="0" algn="l">
              <a:lnSpc>
                <a:spcPct val="115000"/>
              </a:lnSpc>
              <a:spcBef>
                <a:spcPts val="0"/>
              </a:spcBef>
              <a:spcAft>
                <a:spcPts val="0"/>
              </a:spcAft>
              <a:buNone/>
            </a:pPr>
            <a:r>
              <a:rPr lang="en" sz="1800">
                <a:solidFill>
                  <a:schemeClr val="accent5"/>
                </a:solidFill>
              </a:rPr>
              <a:t>Firewalls and NSM cannot access encrypted traffic. In most cases, malware will be transmitted from attacker to victim in an encrypted state to hide its presence and intent. This also serves as a method of obfuscation to bypass IDS detection engines.</a:t>
            </a:r>
            <a:endParaRPr sz="1800">
              <a:solidFill>
                <a:schemeClr val="accent5"/>
              </a:solidFill>
            </a:endParaRPr>
          </a:p>
          <a:p>
            <a:pPr indent="0" lvl="0" marL="0" rtl="0" algn="l">
              <a:spcBef>
                <a:spcPts val="1200"/>
              </a:spcBef>
              <a:spcAft>
                <a:spcPts val="0"/>
              </a:spcAft>
              <a:buNone/>
            </a:pPr>
            <a:r>
              <a:t/>
            </a:r>
            <a:endParaRPr/>
          </a:p>
        </p:txBody>
      </p:sp>
      <p:sp>
        <p:nvSpPr>
          <p:cNvPr id="1243" name="Google Shape;1243;p173"/>
          <p:cNvSpPr/>
          <p:nvPr/>
        </p:nvSpPr>
        <p:spPr>
          <a:xfrm>
            <a:off x="0" y="4085325"/>
            <a:ext cx="9144000" cy="839700"/>
          </a:xfrm>
          <a:prstGeom prst="roundRect">
            <a:avLst>
              <a:gd fmla="val 0" name="adj"/>
            </a:avLst>
          </a:prstGeom>
          <a:solidFill>
            <a:srgbClr val="FCB912"/>
          </a:solidFill>
          <a:ln>
            <a:noFill/>
          </a:ln>
        </p:spPr>
        <p:txBody>
          <a:bodyPr anchorCtr="0" anchor="ctr" bIns="91425" lIns="182875" spcFirstLastPara="1" rIns="91425" wrap="square" tIns="91425">
            <a:noAutofit/>
          </a:bodyPr>
          <a:lstStyle/>
          <a:p>
            <a:pPr indent="400050" lvl="0" marL="457200" rtl="0" algn="l">
              <a:spcBef>
                <a:spcPts val="0"/>
              </a:spcBef>
              <a:spcAft>
                <a:spcPts val="0"/>
              </a:spcAft>
              <a:buNone/>
            </a:pPr>
            <a:r>
              <a:rPr lang="en" sz="1600">
                <a:latin typeface="Roboto"/>
                <a:ea typeface="Roboto"/>
                <a:cs typeface="Roboto"/>
                <a:sym typeface="Roboto"/>
              </a:rPr>
              <a:t>This is where ESM and, more specifically, endpoint telemetry</a:t>
            </a:r>
            <a:br>
              <a:rPr lang="en" sz="1600">
                <a:latin typeface="Roboto"/>
                <a:ea typeface="Roboto"/>
                <a:cs typeface="Roboto"/>
                <a:sym typeface="Roboto"/>
              </a:rPr>
            </a:br>
            <a:r>
              <a:rPr lang="en" sz="1600">
                <a:latin typeface="Roboto"/>
                <a:ea typeface="Roboto"/>
                <a:cs typeface="Roboto"/>
                <a:sym typeface="Roboto"/>
              </a:rPr>
              <a:t>	become relevant.</a:t>
            </a:r>
            <a:endParaRPr sz="1600">
              <a:latin typeface="Roboto"/>
              <a:ea typeface="Roboto"/>
              <a:cs typeface="Roboto"/>
              <a:sym typeface="Roboto"/>
            </a:endParaRPr>
          </a:p>
        </p:txBody>
      </p:sp>
      <p:pic>
        <p:nvPicPr>
          <p:cNvPr id="1244" name="Google Shape;1244;p173"/>
          <p:cNvPicPr preferRelativeResize="0"/>
          <p:nvPr/>
        </p:nvPicPr>
        <p:blipFill rotWithShape="1">
          <a:blip r:embed="rId3">
            <a:alphaModFix/>
          </a:blip>
          <a:srcRect b="0" l="0" r="0" t="0"/>
          <a:stretch/>
        </p:blipFill>
        <p:spPr>
          <a:xfrm>
            <a:off x="208027" y="4166741"/>
            <a:ext cx="706371" cy="669000"/>
          </a:xfrm>
          <a:prstGeom prst="rect">
            <a:avLst/>
          </a:prstGeom>
          <a:noFill/>
          <a:ln>
            <a:noFill/>
          </a:ln>
        </p:spPr>
      </p:pic>
      <p:sp>
        <p:nvSpPr>
          <p:cNvPr id="1245" name="Google Shape;1245;p173"/>
          <p:cNvSpPr/>
          <p:nvPr/>
        </p:nvSpPr>
        <p:spPr>
          <a:xfrm>
            <a:off x="0" y="1831100"/>
            <a:ext cx="9005700" cy="1980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46" name="Google Shape;1246;p173"/>
          <p:cNvSpPr/>
          <p:nvPr/>
        </p:nvSpPr>
        <p:spPr>
          <a:xfrm>
            <a:off x="1287175" y="335237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73"/>
          <p:cNvSpPr/>
          <p:nvPr/>
        </p:nvSpPr>
        <p:spPr>
          <a:xfrm>
            <a:off x="1287175" y="26707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173"/>
          <p:cNvSpPr/>
          <p:nvPr/>
        </p:nvSpPr>
        <p:spPr>
          <a:xfrm>
            <a:off x="1287175" y="19705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49" name="Google Shape;1249;p173"/>
          <p:cNvGrpSpPr/>
          <p:nvPr/>
        </p:nvGrpSpPr>
        <p:grpSpPr>
          <a:xfrm>
            <a:off x="457200" y="1950280"/>
            <a:ext cx="776900" cy="486300"/>
            <a:chOff x="457200" y="1466425"/>
            <a:chExt cx="776900" cy="486300"/>
          </a:xfrm>
        </p:grpSpPr>
        <p:sp>
          <p:nvSpPr>
            <p:cNvPr id="1250" name="Google Shape;1250;p17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a:t>
              </a:r>
              <a:r>
                <a:rPr lang="en" sz="3000">
                  <a:solidFill>
                    <a:srgbClr val="FFFFFF"/>
                  </a:solidFill>
                  <a:latin typeface="Roboto"/>
                  <a:ea typeface="Roboto"/>
                  <a:cs typeface="Roboto"/>
                  <a:sym typeface="Roboto"/>
                </a:rPr>
                <a:t>1</a:t>
              </a:r>
              <a:endParaRPr b="0" i="0" sz="3000" u="none" cap="none" strike="noStrike">
                <a:solidFill>
                  <a:srgbClr val="FFFFFF"/>
                </a:solidFill>
                <a:latin typeface="Roboto"/>
                <a:ea typeface="Roboto"/>
                <a:cs typeface="Roboto"/>
                <a:sym typeface="Roboto"/>
              </a:endParaRPr>
            </a:p>
          </p:txBody>
        </p:sp>
        <p:sp>
          <p:nvSpPr>
            <p:cNvPr id="1251" name="Google Shape;1251;p17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52" name="Google Shape;1252;p173"/>
          <p:cNvGrpSpPr/>
          <p:nvPr/>
        </p:nvGrpSpPr>
        <p:grpSpPr>
          <a:xfrm>
            <a:off x="457200" y="2667136"/>
            <a:ext cx="776900" cy="437378"/>
            <a:chOff x="457200" y="1466425"/>
            <a:chExt cx="776900" cy="486300"/>
          </a:xfrm>
        </p:grpSpPr>
        <p:sp>
          <p:nvSpPr>
            <p:cNvPr id="1253" name="Google Shape;1253;p173"/>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a:t>
              </a:r>
              <a:r>
                <a:rPr lang="en" sz="3000">
                  <a:solidFill>
                    <a:srgbClr val="FFFFFF"/>
                  </a:solidFill>
                  <a:latin typeface="Roboto"/>
                  <a:ea typeface="Roboto"/>
                  <a:cs typeface="Roboto"/>
                  <a:sym typeface="Roboto"/>
                </a:rPr>
                <a:t>2</a:t>
              </a:r>
              <a:endParaRPr b="0" i="0" sz="3000" u="none" cap="none" strike="noStrike">
                <a:solidFill>
                  <a:srgbClr val="FFFFFF"/>
                </a:solidFill>
                <a:latin typeface="Roboto"/>
                <a:ea typeface="Roboto"/>
                <a:cs typeface="Roboto"/>
                <a:sym typeface="Roboto"/>
              </a:endParaRPr>
            </a:p>
          </p:txBody>
        </p:sp>
        <p:sp>
          <p:nvSpPr>
            <p:cNvPr id="1254" name="Google Shape;1254;p173"/>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1255" name="Google Shape;1255;p173"/>
          <p:cNvGrpSpPr/>
          <p:nvPr/>
        </p:nvGrpSpPr>
        <p:grpSpPr>
          <a:xfrm>
            <a:off x="457200" y="3350604"/>
            <a:ext cx="776900" cy="459019"/>
            <a:chOff x="457200" y="1466425"/>
            <a:chExt cx="776900" cy="486300"/>
          </a:xfrm>
        </p:grpSpPr>
        <p:sp>
          <p:nvSpPr>
            <p:cNvPr id="1256" name="Google Shape;1256;p173"/>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a:t>
              </a:r>
              <a:r>
                <a:rPr lang="en" sz="3000">
                  <a:solidFill>
                    <a:srgbClr val="082D49"/>
                  </a:solidFill>
                  <a:latin typeface="Roboto"/>
                  <a:ea typeface="Roboto"/>
                  <a:cs typeface="Roboto"/>
                  <a:sym typeface="Roboto"/>
                </a:rPr>
                <a:t>3</a:t>
              </a:r>
              <a:endParaRPr b="0" i="0" sz="3000" u="none" cap="none" strike="noStrike">
                <a:solidFill>
                  <a:srgbClr val="082D49"/>
                </a:solidFill>
                <a:latin typeface="Roboto"/>
                <a:ea typeface="Roboto"/>
                <a:cs typeface="Roboto"/>
                <a:sym typeface="Roboto"/>
              </a:endParaRPr>
            </a:p>
          </p:txBody>
        </p:sp>
        <p:sp>
          <p:nvSpPr>
            <p:cNvPr id="1257" name="Google Shape;1257;p173"/>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258" name="Google Shape;1258;p173"/>
          <p:cNvSpPr txBox="1"/>
          <p:nvPr/>
        </p:nvSpPr>
        <p:spPr>
          <a:xfrm>
            <a:off x="1287250" y="19919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Malware cannot activate in the encrypted state.</a:t>
            </a:r>
            <a:endParaRPr sz="1800">
              <a:solidFill>
                <a:srgbClr val="082D49"/>
              </a:solidFill>
              <a:latin typeface="Roboto"/>
              <a:ea typeface="Roboto"/>
              <a:cs typeface="Roboto"/>
              <a:sym typeface="Roboto"/>
            </a:endParaRPr>
          </a:p>
        </p:txBody>
      </p:sp>
      <p:sp>
        <p:nvSpPr>
          <p:cNvPr id="1259" name="Google Shape;1259;p173"/>
          <p:cNvSpPr txBox="1"/>
          <p:nvPr/>
        </p:nvSpPr>
        <p:spPr>
          <a:xfrm>
            <a:off x="1287250" y="26757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It must be decrypted before it can launch.</a:t>
            </a:r>
            <a:endParaRPr sz="1800">
              <a:solidFill>
                <a:srgbClr val="082D49"/>
              </a:solidFill>
              <a:latin typeface="Roboto"/>
              <a:ea typeface="Roboto"/>
              <a:cs typeface="Roboto"/>
              <a:sym typeface="Roboto"/>
            </a:endParaRPr>
          </a:p>
        </p:txBody>
      </p:sp>
      <p:sp>
        <p:nvSpPr>
          <p:cNvPr id="1260" name="Google Shape;1260;p173"/>
          <p:cNvSpPr txBox="1"/>
          <p:nvPr/>
        </p:nvSpPr>
        <p:spPr>
          <a:xfrm>
            <a:off x="1287250" y="3357475"/>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50">
                <a:solidFill>
                  <a:srgbClr val="082D49"/>
                </a:solidFill>
                <a:latin typeface="Roboto"/>
                <a:ea typeface="Roboto"/>
                <a:cs typeface="Roboto"/>
                <a:sym typeface="Roboto"/>
              </a:rPr>
              <a:t>This can only happen after it’s been installed on the victim’s machine.</a:t>
            </a:r>
            <a:endParaRPr sz="1850">
              <a:solidFill>
                <a:srgbClr val="082D49"/>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pic>
        <p:nvPicPr>
          <p:cNvPr id="1265" name="Google Shape;1265;p174"/>
          <p:cNvPicPr preferRelativeResize="0"/>
          <p:nvPr/>
        </p:nvPicPr>
        <p:blipFill rotWithShape="1">
          <a:blip r:embed="rId3">
            <a:alphaModFix/>
          </a:blip>
          <a:srcRect b="1055" l="-19852" r="7882" t="7969"/>
          <a:stretch/>
        </p:blipFill>
        <p:spPr>
          <a:xfrm>
            <a:off x="0" y="0"/>
            <a:ext cx="9143999" cy="5143500"/>
          </a:xfrm>
          <a:prstGeom prst="rect">
            <a:avLst/>
          </a:prstGeom>
          <a:noFill/>
          <a:ln>
            <a:noFill/>
          </a:ln>
        </p:spPr>
      </p:pic>
      <p:sp>
        <p:nvSpPr>
          <p:cNvPr id="1266" name="Google Shape;1266;p174"/>
          <p:cNvSpPr/>
          <p:nvPr/>
        </p:nvSpPr>
        <p:spPr>
          <a:xfrm rot="-5400000">
            <a:off x="-829950" y="817750"/>
            <a:ext cx="5148900" cy="3513600"/>
          </a:xfrm>
          <a:prstGeom prst="rect">
            <a:avLst/>
          </a:prstGeom>
          <a:gradFill>
            <a:gsLst>
              <a:gs pos="0">
                <a:srgbClr val="1C4587"/>
              </a:gs>
              <a:gs pos="50000">
                <a:srgbClr val="1155CC"/>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74"/>
          <p:cNvSpPr txBox="1"/>
          <p:nvPr>
            <p:ph idx="3" type="body"/>
          </p:nvPr>
        </p:nvSpPr>
        <p:spPr>
          <a:xfrm>
            <a:off x="-88500" y="1326600"/>
            <a:ext cx="2899500" cy="2562300"/>
          </a:xfrm>
          <a:prstGeom prst="rect">
            <a:avLst/>
          </a:prstGeom>
        </p:spPr>
        <p:txBody>
          <a:bodyPr anchorCtr="0" anchor="t" bIns="91425" lIns="457200" spcFirstLastPara="1" rIns="0" wrap="square" tIns="91425">
            <a:noAutofit/>
          </a:bodyPr>
          <a:lstStyle/>
          <a:p>
            <a:pPr indent="-205740" lvl="0" marL="320040" rtl="0" algn="l">
              <a:spcBef>
                <a:spcPts val="0"/>
              </a:spcBef>
              <a:spcAft>
                <a:spcPts val="0"/>
              </a:spcAft>
              <a:buClr>
                <a:srgbClr val="FFFFFF"/>
              </a:buClr>
              <a:buSzPts val="1800"/>
              <a:buChar char="●"/>
            </a:pPr>
            <a:r>
              <a:rPr lang="en">
                <a:solidFill>
                  <a:srgbClr val="FFFFFF"/>
                </a:solidFill>
              </a:rPr>
              <a:t>OSSEC is the industry’s most widely used host-based </a:t>
            </a:r>
            <a:br>
              <a:rPr lang="en">
                <a:solidFill>
                  <a:srgbClr val="FFFFFF"/>
                </a:solidFill>
              </a:rPr>
            </a:br>
            <a:r>
              <a:rPr lang="en">
                <a:solidFill>
                  <a:srgbClr val="FFFFFF"/>
                </a:solidFill>
              </a:rPr>
              <a:t>IDS (HIDS).</a:t>
            </a:r>
            <a:endParaRPr>
              <a:solidFill>
                <a:srgbClr val="FFFFFF"/>
              </a:solidFill>
            </a:endParaRPr>
          </a:p>
          <a:p>
            <a:pPr indent="-205740" lvl="0" marL="320040" rtl="0" algn="l">
              <a:spcBef>
                <a:spcPts val="1000"/>
              </a:spcBef>
              <a:spcAft>
                <a:spcPts val="1000"/>
              </a:spcAft>
              <a:buClr>
                <a:srgbClr val="FFFFFF"/>
              </a:buClr>
              <a:buSzPts val="1800"/>
              <a:buChar char="●"/>
            </a:pPr>
            <a:r>
              <a:rPr lang="en">
                <a:solidFill>
                  <a:srgbClr val="FFFFFF"/>
                </a:solidFill>
              </a:rPr>
              <a:t>It has many configuration options and can be tailored to the needs </a:t>
            </a:r>
            <a:br>
              <a:rPr lang="en">
                <a:solidFill>
                  <a:srgbClr val="FFFFFF"/>
                </a:solidFill>
              </a:rPr>
            </a:br>
            <a:r>
              <a:rPr lang="en">
                <a:solidFill>
                  <a:srgbClr val="FFFFFF"/>
                </a:solidFill>
              </a:rPr>
              <a:t>of any organization.</a:t>
            </a:r>
            <a:endParaRPr>
              <a:solidFill>
                <a:srgbClr val="FFFFFF"/>
              </a:solidFill>
            </a:endParaRPr>
          </a:p>
        </p:txBody>
      </p:sp>
      <p:sp>
        <p:nvSpPr>
          <p:cNvPr id="1268" name="Google Shape;1268;p174"/>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rgbClr val="FFFFFF"/>
                </a:solidFill>
              </a:rPr>
              <a:t>OSSEC</a:t>
            </a:r>
            <a:endParaRPr sz="2600">
              <a:solidFill>
                <a:srgbClr val="FFFFFF"/>
              </a:solidFill>
            </a:endParaRPr>
          </a:p>
        </p:txBody>
      </p:sp>
      <p:sp>
        <p:nvSpPr>
          <p:cNvPr id="1269" name="Google Shape;1269;p174"/>
          <p:cNvSpPr txBox="1"/>
          <p:nvPr>
            <p:ph idx="1" type="subTitle"/>
          </p:nvPr>
        </p:nvSpPr>
        <p:spPr>
          <a:xfrm>
            <a:off x="0" y="5997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Clr>
                <a:schemeClr val="dk1"/>
              </a:buClr>
              <a:buSzPts val="770"/>
              <a:buFont typeface="Arial"/>
              <a:buNone/>
            </a:pPr>
            <a:r>
              <a:rPr lang="en">
                <a:solidFill>
                  <a:srgbClr val="FFFFFF"/>
                </a:solidFill>
              </a:rPr>
              <a:t>ESMs use OSSEC to provide visibility at the host </a:t>
            </a:r>
            <a:r>
              <a:rPr lang="en">
                <a:solidFill>
                  <a:srgbClr val="FFFFFF"/>
                </a:solidFill>
              </a:rPr>
              <a:t>level.</a:t>
            </a:r>
            <a:endParaRPr>
              <a:solidFill>
                <a:srgbClr val="FFFFFF"/>
              </a:solidFill>
            </a:endParaRPr>
          </a:p>
        </p:txBody>
      </p:sp>
      <p:pic>
        <p:nvPicPr>
          <p:cNvPr id="1270" name="Google Shape;1270;p174"/>
          <p:cNvPicPr preferRelativeResize="0"/>
          <p:nvPr/>
        </p:nvPicPr>
        <p:blipFill>
          <a:blip r:embed="rId4">
            <a:alphaModFix/>
          </a:blip>
          <a:stretch>
            <a:fillRect/>
          </a:stretch>
        </p:blipFill>
        <p:spPr>
          <a:xfrm>
            <a:off x="5530125" y="1515800"/>
            <a:ext cx="553350" cy="553350"/>
          </a:xfrm>
          <a:prstGeom prst="rect">
            <a:avLst/>
          </a:prstGeom>
          <a:noFill/>
          <a:ln>
            <a:noFill/>
          </a:ln>
        </p:spPr>
      </p:pic>
      <p:pic>
        <p:nvPicPr>
          <p:cNvPr id="1271" name="Google Shape;1271;p174"/>
          <p:cNvPicPr preferRelativeResize="0"/>
          <p:nvPr/>
        </p:nvPicPr>
        <p:blipFill>
          <a:blip r:embed="rId4">
            <a:alphaModFix/>
          </a:blip>
          <a:stretch>
            <a:fillRect/>
          </a:stretch>
        </p:blipFill>
        <p:spPr>
          <a:xfrm>
            <a:off x="4505700" y="1845000"/>
            <a:ext cx="319750" cy="319750"/>
          </a:xfrm>
          <a:prstGeom prst="rect">
            <a:avLst/>
          </a:prstGeom>
          <a:noFill/>
          <a:ln>
            <a:noFill/>
          </a:ln>
        </p:spPr>
      </p:pic>
      <p:pic>
        <p:nvPicPr>
          <p:cNvPr id="1272" name="Google Shape;1272;p174"/>
          <p:cNvPicPr preferRelativeResize="0"/>
          <p:nvPr/>
        </p:nvPicPr>
        <p:blipFill>
          <a:blip r:embed="rId4">
            <a:alphaModFix/>
          </a:blip>
          <a:stretch>
            <a:fillRect/>
          </a:stretch>
        </p:blipFill>
        <p:spPr>
          <a:xfrm>
            <a:off x="3449637" y="2164750"/>
            <a:ext cx="319750" cy="319750"/>
          </a:xfrm>
          <a:prstGeom prst="rect">
            <a:avLst/>
          </a:prstGeom>
          <a:noFill/>
          <a:ln>
            <a:noFill/>
          </a:ln>
        </p:spPr>
      </p:pic>
      <p:pic>
        <p:nvPicPr>
          <p:cNvPr id="1273" name="Google Shape;1273;p174"/>
          <p:cNvPicPr preferRelativeResize="0"/>
          <p:nvPr/>
        </p:nvPicPr>
        <p:blipFill>
          <a:blip r:embed="rId4">
            <a:alphaModFix/>
          </a:blip>
          <a:stretch>
            <a:fillRect/>
          </a:stretch>
        </p:blipFill>
        <p:spPr>
          <a:xfrm>
            <a:off x="2887200" y="2653912"/>
            <a:ext cx="319750" cy="319750"/>
          </a:xfrm>
          <a:prstGeom prst="rect">
            <a:avLst/>
          </a:prstGeom>
          <a:noFill/>
          <a:ln>
            <a:noFill/>
          </a:ln>
        </p:spPr>
      </p:pic>
      <p:pic>
        <p:nvPicPr>
          <p:cNvPr id="1274" name="Google Shape;1274;p174"/>
          <p:cNvPicPr preferRelativeResize="0"/>
          <p:nvPr/>
        </p:nvPicPr>
        <p:blipFill>
          <a:blip r:embed="rId4">
            <a:alphaModFix/>
          </a:blip>
          <a:stretch>
            <a:fillRect/>
          </a:stretch>
        </p:blipFill>
        <p:spPr>
          <a:xfrm>
            <a:off x="3350000" y="3315525"/>
            <a:ext cx="319750" cy="319750"/>
          </a:xfrm>
          <a:prstGeom prst="rect">
            <a:avLst/>
          </a:prstGeom>
          <a:noFill/>
          <a:ln>
            <a:noFill/>
          </a:ln>
        </p:spPr>
      </p:pic>
      <p:pic>
        <p:nvPicPr>
          <p:cNvPr id="1275" name="Google Shape;1275;p174"/>
          <p:cNvPicPr preferRelativeResize="0"/>
          <p:nvPr/>
        </p:nvPicPr>
        <p:blipFill>
          <a:blip r:embed="rId4">
            <a:alphaModFix/>
          </a:blip>
          <a:stretch>
            <a:fillRect/>
          </a:stretch>
        </p:blipFill>
        <p:spPr>
          <a:xfrm>
            <a:off x="5006925" y="3690775"/>
            <a:ext cx="319750" cy="319750"/>
          </a:xfrm>
          <a:prstGeom prst="rect">
            <a:avLst/>
          </a:prstGeom>
          <a:noFill/>
          <a:ln>
            <a:noFill/>
          </a:ln>
        </p:spPr>
      </p:pic>
      <p:pic>
        <p:nvPicPr>
          <p:cNvPr id="1276" name="Google Shape;1276;p174"/>
          <p:cNvPicPr preferRelativeResize="0"/>
          <p:nvPr/>
        </p:nvPicPr>
        <p:blipFill>
          <a:blip r:embed="rId4">
            <a:alphaModFix/>
          </a:blip>
          <a:stretch>
            <a:fillRect/>
          </a:stretch>
        </p:blipFill>
        <p:spPr>
          <a:xfrm>
            <a:off x="6730775" y="1932700"/>
            <a:ext cx="319750" cy="319750"/>
          </a:xfrm>
          <a:prstGeom prst="rect">
            <a:avLst/>
          </a:prstGeom>
          <a:noFill/>
          <a:ln>
            <a:noFill/>
          </a:ln>
        </p:spPr>
      </p:pic>
      <p:pic>
        <p:nvPicPr>
          <p:cNvPr id="1277" name="Google Shape;1277;p174"/>
          <p:cNvPicPr preferRelativeResize="0"/>
          <p:nvPr/>
        </p:nvPicPr>
        <p:blipFill>
          <a:blip r:embed="rId4">
            <a:alphaModFix/>
          </a:blip>
          <a:stretch>
            <a:fillRect/>
          </a:stretch>
        </p:blipFill>
        <p:spPr>
          <a:xfrm>
            <a:off x="7675625" y="2334150"/>
            <a:ext cx="319750" cy="319750"/>
          </a:xfrm>
          <a:prstGeom prst="rect">
            <a:avLst/>
          </a:prstGeom>
          <a:noFill/>
          <a:ln>
            <a:noFill/>
          </a:ln>
        </p:spPr>
      </p:pic>
      <p:pic>
        <p:nvPicPr>
          <p:cNvPr id="1278" name="Google Shape;1278;p174"/>
          <p:cNvPicPr preferRelativeResize="0"/>
          <p:nvPr/>
        </p:nvPicPr>
        <p:blipFill>
          <a:blip r:embed="rId4">
            <a:alphaModFix/>
          </a:blip>
          <a:stretch>
            <a:fillRect/>
          </a:stretch>
        </p:blipFill>
        <p:spPr>
          <a:xfrm>
            <a:off x="7757425" y="3124950"/>
            <a:ext cx="319750" cy="319750"/>
          </a:xfrm>
          <a:prstGeom prst="rect">
            <a:avLst/>
          </a:prstGeom>
          <a:noFill/>
          <a:ln>
            <a:noFill/>
          </a:ln>
        </p:spPr>
      </p:pic>
      <p:pic>
        <p:nvPicPr>
          <p:cNvPr id="1279" name="Google Shape;1279;p174"/>
          <p:cNvPicPr preferRelativeResize="0"/>
          <p:nvPr/>
        </p:nvPicPr>
        <p:blipFill>
          <a:blip r:embed="rId4">
            <a:alphaModFix/>
          </a:blip>
          <a:stretch>
            <a:fillRect/>
          </a:stretch>
        </p:blipFill>
        <p:spPr>
          <a:xfrm>
            <a:off x="6958475" y="3444700"/>
            <a:ext cx="319750" cy="319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175"/>
          <p:cNvSpPr txBox="1"/>
          <p:nvPr>
            <p:ph idx="2" type="title"/>
          </p:nvPr>
        </p:nvSpPr>
        <p:spPr>
          <a:xfrm>
            <a:off x="1450375" y="1039700"/>
            <a:ext cx="5713800" cy="3131700"/>
          </a:xfrm>
          <a:prstGeom prst="rect">
            <a:avLst/>
          </a:prstGeom>
        </p:spPr>
        <p:txBody>
          <a:bodyPr anchorCtr="0" anchor="ctr" bIns="91425" lIns="365750" spcFirstLastPara="1" rIns="91425" wrap="square" tIns="91425">
            <a:noAutofit/>
          </a:bodyPr>
          <a:lstStyle/>
          <a:p>
            <a:pPr indent="0" lvl="0" marL="0" rtl="0" algn="l">
              <a:spcBef>
                <a:spcPts val="0"/>
              </a:spcBef>
              <a:spcAft>
                <a:spcPts val="0"/>
              </a:spcAft>
              <a:buNone/>
            </a:pPr>
            <a:r>
              <a:rPr b="1" lang="en" sz="3800">
                <a:latin typeface="Roboto"/>
                <a:ea typeface="Roboto"/>
                <a:cs typeface="Roboto"/>
                <a:sym typeface="Roboto"/>
              </a:rPr>
              <a:t>Endpoint telemetry</a:t>
            </a:r>
            <a:r>
              <a:rPr lang="en" sz="3800">
                <a:latin typeface="Roboto"/>
                <a:ea typeface="Roboto"/>
                <a:cs typeface="Roboto"/>
                <a:sym typeface="Roboto"/>
              </a:rPr>
              <a:t> is host-based monitoring of system data. </a:t>
            </a:r>
            <a:endParaRPr sz="3800">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8" name="Shape 1288"/>
        <p:cNvGrpSpPr/>
        <p:nvPr/>
      </p:nvGrpSpPr>
      <p:grpSpPr>
        <a:xfrm>
          <a:off x="0" y="0"/>
          <a:ext cx="0" cy="0"/>
          <a:chOff x="0" y="0"/>
          <a:chExt cx="0" cy="0"/>
        </a:xfrm>
      </p:grpSpPr>
      <p:sp>
        <p:nvSpPr>
          <p:cNvPr id="1289" name="Google Shape;1289;p176"/>
          <p:cNvSpPr/>
          <p:nvPr/>
        </p:nvSpPr>
        <p:spPr>
          <a:xfrm>
            <a:off x="-8650" y="0"/>
            <a:ext cx="9152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76"/>
          <p:cNvSpPr txBox="1"/>
          <p:nvPr>
            <p:ph idx="1" type="subTitle"/>
          </p:nvPr>
        </p:nvSpPr>
        <p:spPr>
          <a:xfrm>
            <a:off x="0" y="205150"/>
            <a:ext cx="4289100" cy="4290300"/>
          </a:xfrm>
          <a:prstGeom prst="rect">
            <a:avLst/>
          </a:prstGeom>
        </p:spPr>
        <p:txBody>
          <a:bodyPr anchorCtr="0" anchor="t" bIns="0" lIns="457200" spcFirstLastPara="1" rIns="457200" wrap="square" tIns="91425">
            <a:noAutofit/>
          </a:bodyPr>
          <a:lstStyle/>
          <a:p>
            <a:pPr indent="0" lvl="0" marL="0" rtl="0" algn="l">
              <a:lnSpc>
                <a:spcPct val="100000"/>
              </a:lnSpc>
              <a:spcBef>
                <a:spcPts val="0"/>
              </a:spcBef>
              <a:spcAft>
                <a:spcPts val="0"/>
              </a:spcAft>
              <a:buNone/>
            </a:pPr>
            <a:r>
              <a:rPr b="1" lang="en" sz="2600">
                <a:solidFill>
                  <a:schemeClr val="accent5"/>
                </a:solidFill>
              </a:rPr>
              <a:t>OSSEC Agents are </a:t>
            </a:r>
            <a:br>
              <a:rPr b="1" lang="en" sz="2600">
                <a:solidFill>
                  <a:schemeClr val="accent5"/>
                </a:solidFill>
              </a:rPr>
            </a:br>
            <a:r>
              <a:rPr b="1" lang="en" sz="2600">
                <a:solidFill>
                  <a:schemeClr val="accent5"/>
                </a:solidFill>
              </a:rPr>
              <a:t>Deployed to Hosts and Collect Syslog Data</a:t>
            </a:r>
            <a:r>
              <a:rPr lang="en" sz="2600">
                <a:solidFill>
                  <a:schemeClr val="accent5"/>
                </a:solidFill>
              </a:rPr>
              <a:t> </a:t>
            </a:r>
            <a:endParaRPr sz="2600">
              <a:solidFill>
                <a:schemeClr val="accent5"/>
              </a:solidFill>
            </a:endParaRPr>
          </a:p>
          <a:p>
            <a:pPr indent="-205740" lvl="0" marL="320040" rtl="0" algn="l">
              <a:lnSpc>
                <a:spcPct val="115000"/>
              </a:lnSpc>
              <a:spcBef>
                <a:spcPts val="1600"/>
              </a:spcBef>
              <a:spcAft>
                <a:spcPts val="0"/>
              </a:spcAft>
              <a:buClr>
                <a:schemeClr val="accent5"/>
              </a:buClr>
              <a:buSzPts val="1800"/>
              <a:buChar char="●"/>
            </a:pPr>
            <a:r>
              <a:rPr lang="en">
                <a:solidFill>
                  <a:schemeClr val="accent5"/>
                </a:solidFill>
              </a:rPr>
              <a:t>This data generates </a:t>
            </a:r>
            <a:br>
              <a:rPr lang="en">
                <a:solidFill>
                  <a:schemeClr val="accent5"/>
                </a:solidFill>
              </a:rPr>
            </a:br>
            <a:r>
              <a:rPr lang="en">
                <a:solidFill>
                  <a:schemeClr val="accent5"/>
                </a:solidFill>
              </a:rPr>
              <a:t>alerts that are sent to </a:t>
            </a:r>
            <a:br>
              <a:rPr lang="en">
                <a:solidFill>
                  <a:schemeClr val="accent5"/>
                </a:solidFill>
              </a:rPr>
            </a:br>
            <a:r>
              <a:rPr lang="en">
                <a:solidFill>
                  <a:schemeClr val="accent5"/>
                </a:solidFill>
              </a:rPr>
              <a:t>the centralized server </a:t>
            </a:r>
            <a:br>
              <a:rPr lang="en">
                <a:solidFill>
                  <a:schemeClr val="accent5"/>
                </a:solidFill>
              </a:rPr>
            </a:br>
            <a:r>
              <a:rPr lang="en">
                <a:solidFill>
                  <a:schemeClr val="accent5"/>
                </a:solidFill>
              </a:rPr>
              <a:t>Security Onion. </a:t>
            </a:r>
            <a:endParaRPr>
              <a:solidFill>
                <a:schemeClr val="accent5"/>
              </a:solidFill>
            </a:endParaRPr>
          </a:p>
          <a:p>
            <a:pPr indent="-205740" lvl="0" marL="320040" rtl="0" algn="l">
              <a:lnSpc>
                <a:spcPct val="115000"/>
              </a:lnSpc>
              <a:spcBef>
                <a:spcPts val="1000"/>
              </a:spcBef>
              <a:spcAft>
                <a:spcPts val="1000"/>
              </a:spcAft>
              <a:buClr>
                <a:schemeClr val="accent5"/>
              </a:buClr>
              <a:buSzPts val="1800"/>
              <a:buChar char="●"/>
            </a:pPr>
            <a:r>
              <a:rPr lang="en">
                <a:solidFill>
                  <a:schemeClr val="accent5"/>
                </a:solidFill>
              </a:rPr>
              <a:t>Security administrators </a:t>
            </a:r>
            <a:br>
              <a:rPr lang="en">
                <a:solidFill>
                  <a:schemeClr val="accent5"/>
                </a:solidFill>
              </a:rPr>
            </a:br>
            <a:r>
              <a:rPr lang="en">
                <a:solidFill>
                  <a:schemeClr val="accent5"/>
                </a:solidFill>
              </a:rPr>
              <a:t>can then use Security </a:t>
            </a:r>
            <a:br>
              <a:rPr lang="en">
                <a:solidFill>
                  <a:schemeClr val="accent5"/>
                </a:solidFill>
              </a:rPr>
            </a:br>
            <a:r>
              <a:rPr lang="en">
                <a:solidFill>
                  <a:schemeClr val="accent5"/>
                </a:solidFill>
              </a:rPr>
              <a:t>Onion to form a detailed understanding of the situation and reconstruct a crime.</a:t>
            </a:r>
            <a:endParaRPr>
              <a:solidFill>
                <a:schemeClr val="accent5"/>
              </a:solidFill>
            </a:endParaRPr>
          </a:p>
        </p:txBody>
      </p:sp>
      <p:pic>
        <p:nvPicPr>
          <p:cNvPr id="1291" name="Google Shape;1291;p176"/>
          <p:cNvPicPr preferRelativeResize="0"/>
          <p:nvPr/>
        </p:nvPicPr>
        <p:blipFill rotWithShape="1">
          <a:blip r:embed="rId3">
            <a:alphaModFix/>
          </a:blip>
          <a:srcRect b="0" l="2775" r="2813" t="0"/>
          <a:stretch/>
        </p:blipFill>
        <p:spPr>
          <a:xfrm>
            <a:off x="4182925" y="329500"/>
            <a:ext cx="4861024" cy="4290350"/>
          </a:xfrm>
          <a:prstGeom prst="rect">
            <a:avLst/>
          </a:prstGeom>
          <a:noFill/>
          <a:ln>
            <a:noFill/>
          </a:ln>
          <a:effectLst>
            <a:outerShdw blurRad="57150" rotWithShape="0" algn="bl" dir="3540000" dist="19050">
              <a:srgbClr val="000000">
                <a:alpha val="23000"/>
              </a:srgbClr>
            </a:outerShdw>
          </a:effectLst>
        </p:spPr>
      </p:pic>
      <p:pic>
        <p:nvPicPr>
          <p:cNvPr id="1292" name="Google Shape;1292;p176"/>
          <p:cNvPicPr preferRelativeResize="0"/>
          <p:nvPr/>
        </p:nvPicPr>
        <p:blipFill rotWithShape="1">
          <a:blip r:embed="rId4">
            <a:alphaModFix/>
          </a:blip>
          <a:srcRect b="0" l="0" r="77400" t="0"/>
          <a:stretch/>
        </p:blipFill>
        <p:spPr>
          <a:xfrm>
            <a:off x="4609973" y="776593"/>
            <a:ext cx="845350" cy="9972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96" name="Shape 1296"/>
        <p:cNvGrpSpPr/>
        <p:nvPr/>
      </p:nvGrpSpPr>
      <p:grpSpPr>
        <a:xfrm>
          <a:off x="0" y="0"/>
          <a:ext cx="0" cy="0"/>
          <a:chOff x="0" y="0"/>
          <a:chExt cx="0" cy="0"/>
        </a:xfrm>
      </p:grpSpPr>
      <p:sp>
        <p:nvSpPr>
          <p:cNvPr id="1297" name="Google Shape;1297;p177"/>
          <p:cNvSpPr/>
          <p:nvPr/>
        </p:nvSpPr>
        <p:spPr>
          <a:xfrm>
            <a:off x="-9525" y="0"/>
            <a:ext cx="9168600" cy="170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77"/>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accent5"/>
                </a:solidFill>
              </a:rPr>
              <a:t>Elastic Stack</a:t>
            </a:r>
            <a:endParaRPr sz="2600">
              <a:solidFill>
                <a:schemeClr val="accent5"/>
              </a:solidFill>
            </a:endParaRPr>
          </a:p>
        </p:txBody>
      </p:sp>
      <p:sp>
        <p:nvSpPr>
          <p:cNvPr id="1299" name="Google Shape;1299;p177"/>
          <p:cNvSpPr txBox="1"/>
          <p:nvPr>
            <p:ph idx="1" type="subTitle"/>
          </p:nvPr>
        </p:nvSpPr>
        <p:spPr>
          <a:xfrm>
            <a:off x="0" y="599775"/>
            <a:ext cx="8791500" cy="8154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solidFill>
                  <a:schemeClr val="accent5"/>
                </a:solidFill>
              </a:rPr>
              <a:t>OSSEC monitors syslog data, but security admins use three other important tools to fully analyze packet captures:  </a:t>
            </a:r>
            <a:endParaRPr>
              <a:solidFill>
                <a:schemeClr val="accent5"/>
              </a:solidFill>
            </a:endParaRPr>
          </a:p>
        </p:txBody>
      </p:sp>
      <p:sp>
        <p:nvSpPr>
          <p:cNvPr id="1300" name="Google Shape;1300;p177"/>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rPr lang="en" u="sng">
                <a:solidFill>
                  <a:schemeClr val="hlink"/>
                </a:solidFill>
                <a:hlinkClick r:id="rId3"/>
              </a:rPr>
              <a:t>(elastic.co)</a:t>
            </a:r>
            <a:endParaRPr/>
          </a:p>
        </p:txBody>
      </p:sp>
      <p:pic>
        <p:nvPicPr>
          <p:cNvPr id="1301" name="Google Shape;1301;p177"/>
          <p:cNvPicPr preferRelativeResize="0"/>
          <p:nvPr/>
        </p:nvPicPr>
        <p:blipFill rotWithShape="1">
          <a:blip r:embed="rId4">
            <a:alphaModFix/>
          </a:blip>
          <a:srcRect b="-5988" l="0" r="0" t="0"/>
          <a:stretch/>
        </p:blipFill>
        <p:spPr>
          <a:xfrm>
            <a:off x="690075" y="1755350"/>
            <a:ext cx="7154250" cy="2527450"/>
          </a:xfrm>
          <a:prstGeom prst="rect">
            <a:avLst/>
          </a:prstGeom>
          <a:noFill/>
          <a:ln>
            <a:noFill/>
          </a:ln>
        </p:spPr>
      </p:pic>
      <p:sp>
        <p:nvSpPr>
          <p:cNvPr id="1302" name="Google Shape;1302;p177"/>
          <p:cNvSpPr/>
          <p:nvPr/>
        </p:nvSpPr>
        <p:spPr>
          <a:xfrm>
            <a:off x="6363675" y="3569975"/>
            <a:ext cx="1343400" cy="428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303" name="Google Shape;1303;p177"/>
          <p:cNvPicPr preferRelativeResize="0"/>
          <p:nvPr/>
        </p:nvPicPr>
        <p:blipFill rotWithShape="1">
          <a:blip r:embed="rId5">
            <a:alphaModFix/>
          </a:blip>
          <a:srcRect b="24306" l="31661" r="0" t="16031"/>
          <a:stretch/>
        </p:blipFill>
        <p:spPr>
          <a:xfrm>
            <a:off x="6460153" y="3602000"/>
            <a:ext cx="1073676" cy="428700"/>
          </a:xfrm>
          <a:prstGeom prst="rect">
            <a:avLst/>
          </a:prstGeom>
          <a:noFill/>
          <a:ln>
            <a:noFill/>
          </a:ln>
        </p:spPr>
      </p:pic>
      <p:sp>
        <p:nvSpPr>
          <p:cNvPr id="1304" name="Google Shape;1304;p177"/>
          <p:cNvSpPr/>
          <p:nvPr/>
        </p:nvSpPr>
        <p:spPr>
          <a:xfrm>
            <a:off x="3669250" y="3569975"/>
            <a:ext cx="1343400" cy="428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305" name="Google Shape;1305;p177"/>
          <p:cNvPicPr preferRelativeResize="0"/>
          <p:nvPr/>
        </p:nvPicPr>
        <p:blipFill rotWithShape="1">
          <a:blip r:embed="rId6">
            <a:alphaModFix/>
          </a:blip>
          <a:srcRect b="0" l="30172" r="0" t="0"/>
          <a:stretch/>
        </p:blipFill>
        <p:spPr>
          <a:xfrm>
            <a:off x="3833054" y="3525400"/>
            <a:ext cx="1215099" cy="685125"/>
          </a:xfrm>
          <a:prstGeom prst="rect">
            <a:avLst/>
          </a:prstGeom>
          <a:noFill/>
          <a:ln>
            <a:noFill/>
          </a:ln>
        </p:spPr>
      </p:pic>
      <p:sp>
        <p:nvSpPr>
          <p:cNvPr id="1306" name="Google Shape;1306;p177"/>
          <p:cNvSpPr/>
          <p:nvPr/>
        </p:nvSpPr>
        <p:spPr>
          <a:xfrm>
            <a:off x="816000" y="3602000"/>
            <a:ext cx="2099400" cy="428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307" name="Google Shape;1307;p177"/>
          <p:cNvPicPr preferRelativeResize="0"/>
          <p:nvPr/>
        </p:nvPicPr>
        <p:blipFill rotWithShape="1">
          <a:blip r:embed="rId7">
            <a:alphaModFix/>
          </a:blip>
          <a:srcRect b="0" l="21636" r="0" t="0"/>
          <a:stretch/>
        </p:blipFill>
        <p:spPr>
          <a:xfrm>
            <a:off x="912528" y="3550821"/>
            <a:ext cx="1924301" cy="654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1" name="Shape 1311"/>
        <p:cNvGrpSpPr/>
        <p:nvPr/>
      </p:nvGrpSpPr>
      <p:grpSpPr>
        <a:xfrm>
          <a:off x="0" y="0"/>
          <a:ext cx="0" cy="0"/>
          <a:chOff x="0" y="0"/>
          <a:chExt cx="0" cy="0"/>
        </a:xfrm>
      </p:grpSpPr>
      <p:sp>
        <p:nvSpPr>
          <p:cNvPr id="1312" name="Google Shape;1312;p178"/>
          <p:cNvSpPr/>
          <p:nvPr/>
        </p:nvSpPr>
        <p:spPr>
          <a:xfrm>
            <a:off x="-9525" y="0"/>
            <a:ext cx="9168600" cy="1923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78"/>
          <p:cNvSpPr/>
          <p:nvPr/>
        </p:nvSpPr>
        <p:spPr>
          <a:xfrm>
            <a:off x="225925" y="1706413"/>
            <a:ext cx="3072600" cy="899100"/>
          </a:xfrm>
          <a:prstGeom prst="roundRect">
            <a:avLst>
              <a:gd fmla="val 4237" name="adj"/>
            </a:avLst>
          </a:prstGeom>
          <a:solidFill>
            <a:srgbClr val="FFFFFF"/>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78"/>
          <p:cNvSpPr/>
          <p:nvPr/>
        </p:nvSpPr>
        <p:spPr>
          <a:xfrm>
            <a:off x="3806250" y="1706413"/>
            <a:ext cx="2322000" cy="899100"/>
          </a:xfrm>
          <a:prstGeom prst="roundRect">
            <a:avLst>
              <a:gd fmla="val 4237" name="adj"/>
            </a:avLst>
          </a:prstGeom>
          <a:solidFill>
            <a:srgbClr val="FFFFFF"/>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78"/>
          <p:cNvSpPr/>
          <p:nvPr/>
        </p:nvSpPr>
        <p:spPr>
          <a:xfrm>
            <a:off x="6566162" y="1706413"/>
            <a:ext cx="2322000" cy="899100"/>
          </a:xfrm>
          <a:prstGeom prst="roundRect">
            <a:avLst>
              <a:gd fmla="val 4237" name="adj"/>
            </a:avLst>
          </a:prstGeom>
          <a:solidFill>
            <a:srgbClr val="FFFFFF"/>
          </a:solid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6" name="Google Shape;1316;p178"/>
          <p:cNvPicPr preferRelativeResize="0"/>
          <p:nvPr/>
        </p:nvPicPr>
        <p:blipFill>
          <a:blip r:embed="rId3">
            <a:alphaModFix/>
          </a:blip>
          <a:stretch>
            <a:fillRect/>
          </a:stretch>
        </p:blipFill>
        <p:spPr>
          <a:xfrm>
            <a:off x="225950" y="1744513"/>
            <a:ext cx="3072550" cy="819150"/>
          </a:xfrm>
          <a:prstGeom prst="rect">
            <a:avLst/>
          </a:prstGeom>
          <a:noFill/>
          <a:ln>
            <a:noFill/>
          </a:ln>
        </p:spPr>
      </p:pic>
      <p:pic>
        <p:nvPicPr>
          <p:cNvPr id="1317" name="Google Shape;1317;p178"/>
          <p:cNvPicPr preferRelativeResize="0"/>
          <p:nvPr/>
        </p:nvPicPr>
        <p:blipFill>
          <a:blip r:embed="rId4">
            <a:alphaModFix/>
          </a:blip>
          <a:stretch>
            <a:fillRect/>
          </a:stretch>
        </p:blipFill>
        <p:spPr>
          <a:xfrm>
            <a:off x="3878625" y="1727350"/>
            <a:ext cx="2177249" cy="857250"/>
          </a:xfrm>
          <a:prstGeom prst="rect">
            <a:avLst/>
          </a:prstGeom>
          <a:noFill/>
          <a:ln>
            <a:noFill/>
          </a:ln>
        </p:spPr>
      </p:pic>
      <p:pic>
        <p:nvPicPr>
          <p:cNvPr id="1318" name="Google Shape;1318;p178"/>
          <p:cNvPicPr preferRelativeResize="0"/>
          <p:nvPr/>
        </p:nvPicPr>
        <p:blipFill>
          <a:blip r:embed="rId5">
            <a:alphaModFix/>
          </a:blip>
          <a:stretch>
            <a:fillRect/>
          </a:stretch>
        </p:blipFill>
        <p:spPr>
          <a:xfrm>
            <a:off x="6744287" y="1706462"/>
            <a:ext cx="1965750" cy="899000"/>
          </a:xfrm>
          <a:prstGeom prst="rect">
            <a:avLst/>
          </a:prstGeom>
          <a:noFill/>
          <a:ln>
            <a:noFill/>
          </a:ln>
        </p:spPr>
      </p:pic>
      <p:sp>
        <p:nvSpPr>
          <p:cNvPr id="1319" name="Google Shape;1319;p178"/>
          <p:cNvSpPr txBox="1"/>
          <p:nvPr>
            <p:ph type="title"/>
          </p:nvPr>
        </p:nvSpPr>
        <p:spPr>
          <a:xfrm>
            <a:off x="-12300" y="-7620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solidFill>
                  <a:schemeClr val="accent5"/>
                </a:solidFill>
              </a:rPr>
              <a:t>Elastic Stack</a:t>
            </a:r>
            <a:endParaRPr sz="2600">
              <a:solidFill>
                <a:schemeClr val="accent5"/>
              </a:solidFill>
            </a:endParaRPr>
          </a:p>
        </p:txBody>
      </p:sp>
      <p:sp>
        <p:nvSpPr>
          <p:cNvPr id="1320" name="Google Shape;1320;p178"/>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solidFill>
                  <a:schemeClr val="accent5"/>
                </a:solidFill>
              </a:rPr>
              <a:t>These</a:t>
            </a:r>
            <a:r>
              <a:rPr lang="en">
                <a:solidFill>
                  <a:schemeClr val="accent5"/>
                </a:solidFill>
              </a:rPr>
              <a:t> tools are collectively known as Elastic (ELK) Stack, the engine </a:t>
            </a:r>
            <a:br>
              <a:rPr lang="en">
                <a:solidFill>
                  <a:schemeClr val="accent5"/>
                </a:solidFill>
              </a:rPr>
            </a:br>
            <a:r>
              <a:rPr lang="en">
                <a:solidFill>
                  <a:schemeClr val="accent5"/>
                </a:solidFill>
              </a:rPr>
              <a:t>that operates within Security Onion. </a:t>
            </a:r>
            <a:endParaRPr>
              <a:solidFill>
                <a:schemeClr val="accent5"/>
              </a:solidFill>
            </a:endParaRPr>
          </a:p>
        </p:txBody>
      </p:sp>
      <p:sp>
        <p:nvSpPr>
          <p:cNvPr id="1321" name="Google Shape;1321;p178"/>
          <p:cNvSpPr txBox="1"/>
          <p:nvPr>
            <p:ph idx="3" type="body"/>
          </p:nvPr>
        </p:nvSpPr>
        <p:spPr>
          <a:xfrm>
            <a:off x="225925" y="2897050"/>
            <a:ext cx="3072600" cy="1295400"/>
          </a:xfrm>
          <a:prstGeom prst="rect">
            <a:avLst/>
          </a:prstGeom>
        </p:spPr>
        <p:txBody>
          <a:bodyPr anchorCtr="0" anchor="t" bIns="0" lIns="0" spcFirstLastPara="1" rIns="0" wrap="square" tIns="0">
            <a:noAutofit/>
          </a:bodyPr>
          <a:lstStyle/>
          <a:p>
            <a:pPr indent="-323850" lvl="0" marL="457200" rtl="0" algn="l">
              <a:lnSpc>
                <a:spcPct val="115000"/>
              </a:lnSpc>
              <a:spcBef>
                <a:spcPts val="0"/>
              </a:spcBef>
              <a:spcAft>
                <a:spcPts val="0"/>
              </a:spcAft>
              <a:buSzPts val="1500"/>
              <a:buChar char="●"/>
            </a:pPr>
            <a:r>
              <a:rPr lang="en" sz="1500"/>
              <a:t>Heart of the Elastic Stack</a:t>
            </a:r>
            <a:endParaRPr sz="1500"/>
          </a:p>
          <a:p>
            <a:pPr indent="-323850" lvl="0" marL="457200" rtl="0" algn="l">
              <a:lnSpc>
                <a:spcPct val="115000"/>
              </a:lnSpc>
              <a:spcBef>
                <a:spcPts val="0"/>
              </a:spcBef>
              <a:spcAft>
                <a:spcPts val="0"/>
              </a:spcAft>
              <a:buSzPts val="1500"/>
              <a:buChar char="●"/>
            </a:pPr>
            <a:r>
              <a:rPr lang="en" sz="1500"/>
              <a:t>Distributed, restful search and analytics engine</a:t>
            </a:r>
            <a:endParaRPr sz="1500"/>
          </a:p>
          <a:p>
            <a:pPr indent="-323850" lvl="0" marL="457200" rtl="0" algn="l">
              <a:lnSpc>
                <a:spcPct val="115000"/>
              </a:lnSpc>
              <a:spcBef>
                <a:spcPts val="0"/>
              </a:spcBef>
              <a:spcAft>
                <a:spcPts val="0"/>
              </a:spcAft>
              <a:buSzPts val="1500"/>
              <a:buChar char="●"/>
            </a:pPr>
            <a:r>
              <a:rPr lang="en" sz="1500"/>
              <a:t>Helps security administrators locate the expected and uncover the unexpected</a:t>
            </a:r>
            <a:endParaRPr sz="1500"/>
          </a:p>
        </p:txBody>
      </p:sp>
      <p:sp>
        <p:nvSpPr>
          <p:cNvPr id="1322" name="Google Shape;1322;p178"/>
          <p:cNvSpPr txBox="1"/>
          <p:nvPr>
            <p:ph idx="3" type="body"/>
          </p:nvPr>
        </p:nvSpPr>
        <p:spPr>
          <a:xfrm>
            <a:off x="3762375" y="2897050"/>
            <a:ext cx="2638500" cy="1783500"/>
          </a:xfrm>
          <a:prstGeom prst="rect">
            <a:avLst/>
          </a:prstGeom>
        </p:spPr>
        <p:txBody>
          <a:bodyPr anchorCtr="0" anchor="t" bIns="0" lIns="0" spcFirstLastPara="1" rIns="0" wrap="square" tIns="0">
            <a:noAutofit/>
          </a:bodyPr>
          <a:lstStyle/>
          <a:p>
            <a:pPr indent="-323850" lvl="0" marL="457200" rtl="0" algn="l">
              <a:lnSpc>
                <a:spcPct val="115000"/>
              </a:lnSpc>
              <a:spcBef>
                <a:spcPts val="0"/>
              </a:spcBef>
              <a:spcAft>
                <a:spcPts val="0"/>
              </a:spcAft>
              <a:buSzPts val="1500"/>
              <a:buChar char="●"/>
            </a:pPr>
            <a:r>
              <a:rPr lang="en" sz="1500"/>
              <a:t>Open source</a:t>
            </a:r>
            <a:endParaRPr sz="1500"/>
          </a:p>
          <a:p>
            <a:pPr indent="-323850" lvl="0" marL="457200" rtl="0" algn="l">
              <a:lnSpc>
                <a:spcPct val="115000"/>
              </a:lnSpc>
              <a:spcBef>
                <a:spcPts val="0"/>
              </a:spcBef>
              <a:spcAft>
                <a:spcPts val="0"/>
              </a:spcAft>
              <a:buSzPts val="1500"/>
              <a:buChar char="●"/>
            </a:pPr>
            <a:r>
              <a:rPr lang="en" sz="1500"/>
              <a:t>Server-side data-processing pipeline </a:t>
            </a:r>
            <a:endParaRPr sz="1500"/>
          </a:p>
          <a:p>
            <a:pPr indent="-323850" lvl="0" marL="457200" rtl="0" algn="l">
              <a:lnSpc>
                <a:spcPct val="115000"/>
              </a:lnSpc>
              <a:spcBef>
                <a:spcPts val="0"/>
              </a:spcBef>
              <a:spcAft>
                <a:spcPts val="0"/>
              </a:spcAft>
              <a:buSzPts val="1500"/>
              <a:buChar char="●"/>
            </a:pPr>
            <a:r>
              <a:rPr lang="en" sz="1500"/>
              <a:t>Ingests data </a:t>
            </a:r>
            <a:endParaRPr sz="1500"/>
          </a:p>
          <a:p>
            <a:pPr indent="-323850" lvl="0" marL="457200" rtl="0" algn="l">
              <a:lnSpc>
                <a:spcPct val="115000"/>
              </a:lnSpc>
              <a:spcBef>
                <a:spcPts val="0"/>
              </a:spcBef>
              <a:spcAft>
                <a:spcPts val="0"/>
              </a:spcAft>
              <a:buSzPts val="1500"/>
              <a:buChar char="●"/>
            </a:pPr>
            <a:r>
              <a:rPr lang="en" sz="1500"/>
              <a:t>Transforms and sends data to designated log file</a:t>
            </a:r>
            <a:endParaRPr sz="1500"/>
          </a:p>
        </p:txBody>
      </p:sp>
      <p:sp>
        <p:nvSpPr>
          <p:cNvPr id="1323" name="Google Shape;1323;p178"/>
          <p:cNvSpPr txBox="1"/>
          <p:nvPr>
            <p:ph idx="2" type="subTitle"/>
          </p:nvPr>
        </p:nvSpPr>
        <p:spPr>
          <a:xfrm>
            <a:off x="6562875" y="2897050"/>
            <a:ext cx="2322000" cy="1019100"/>
          </a:xfrm>
          <a:prstGeom prst="rect">
            <a:avLst/>
          </a:prstGeom>
        </p:spPr>
        <p:txBody>
          <a:bodyPr anchorCtr="0" anchor="t" bIns="0" lIns="0" spcFirstLastPara="1" rIns="0" wrap="square" tIns="0">
            <a:noAutofit/>
          </a:bodyPr>
          <a:lstStyle/>
          <a:p>
            <a:pPr indent="-323850" lvl="0" marL="457200" rtl="0" algn="l">
              <a:lnSpc>
                <a:spcPct val="115000"/>
              </a:lnSpc>
              <a:spcBef>
                <a:spcPts val="0"/>
              </a:spcBef>
              <a:spcAft>
                <a:spcPts val="0"/>
              </a:spcAft>
              <a:buSzPts val="1500"/>
              <a:buChar char="●"/>
            </a:pPr>
            <a:r>
              <a:rPr lang="en" sz="1500"/>
              <a:t>B</a:t>
            </a:r>
            <a:r>
              <a:rPr lang="en" sz="1500"/>
              <a:t>rowser-based visualization interface</a:t>
            </a:r>
            <a:endParaRPr sz="1500"/>
          </a:p>
          <a:p>
            <a:pPr indent="-323850" lvl="0" marL="457200" rtl="0" algn="l">
              <a:lnSpc>
                <a:spcPct val="115000"/>
              </a:lnSpc>
              <a:spcBef>
                <a:spcPts val="0"/>
              </a:spcBef>
              <a:spcAft>
                <a:spcPts val="0"/>
              </a:spcAft>
              <a:buSzPts val="1500"/>
              <a:buChar char="●"/>
            </a:pPr>
            <a:r>
              <a:rPr lang="en" sz="1500"/>
              <a:t>Uses data points from the Elastic Stack </a:t>
            </a:r>
            <a:endParaRPr sz="1500"/>
          </a:p>
        </p:txBody>
      </p:sp>
      <p:sp>
        <p:nvSpPr>
          <p:cNvPr id="1324" name="Google Shape;1324;p178"/>
          <p:cNvSpPr/>
          <p:nvPr/>
        </p:nvSpPr>
        <p:spPr>
          <a:xfrm>
            <a:off x="3371763" y="1960663"/>
            <a:ext cx="390600" cy="390600"/>
          </a:xfrm>
          <a:prstGeom prst="mathPlus">
            <a:avLst>
              <a:gd fmla="val 23520" name="adj1"/>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78"/>
          <p:cNvSpPr/>
          <p:nvPr/>
        </p:nvSpPr>
        <p:spPr>
          <a:xfrm>
            <a:off x="6151888" y="1960663"/>
            <a:ext cx="390600" cy="390600"/>
          </a:xfrm>
          <a:prstGeom prst="mathPlus">
            <a:avLst>
              <a:gd fmla="val 23520" name="adj1"/>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6" name="Google Shape;1326;p178"/>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30" name="Shape 1330"/>
        <p:cNvGrpSpPr/>
        <p:nvPr/>
      </p:nvGrpSpPr>
      <p:grpSpPr>
        <a:xfrm>
          <a:off x="0" y="0"/>
          <a:ext cx="0" cy="0"/>
          <a:chOff x="0" y="0"/>
          <a:chExt cx="0" cy="0"/>
        </a:xfrm>
      </p:grpSpPr>
      <p:sp>
        <p:nvSpPr>
          <p:cNvPr id="1331" name="Google Shape;1331;p179"/>
          <p:cNvSpPr/>
          <p:nvPr/>
        </p:nvSpPr>
        <p:spPr>
          <a:xfrm>
            <a:off x="1914525"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2" name="Google Shape;1332;p179"/>
          <p:cNvPicPr preferRelativeResize="0"/>
          <p:nvPr/>
        </p:nvPicPr>
        <p:blipFill>
          <a:blip r:embed="rId3">
            <a:alphaModFix/>
          </a:blip>
          <a:stretch>
            <a:fillRect/>
          </a:stretch>
        </p:blipFill>
        <p:spPr>
          <a:xfrm>
            <a:off x="2078500" y="1543000"/>
            <a:ext cx="716649" cy="1502249"/>
          </a:xfrm>
          <a:prstGeom prst="rect">
            <a:avLst/>
          </a:prstGeom>
          <a:noFill/>
          <a:ln>
            <a:noFill/>
          </a:ln>
          <a:effectLst>
            <a:outerShdw blurRad="57150" rotWithShape="0" algn="bl" dir="5400000" dist="19050">
              <a:srgbClr val="000000">
                <a:alpha val="50000"/>
              </a:srgbClr>
            </a:outerShdw>
          </a:effectLst>
        </p:spPr>
      </p:pic>
      <p:sp>
        <p:nvSpPr>
          <p:cNvPr id="1333" name="Google Shape;1333;p179"/>
          <p:cNvSpPr/>
          <p:nvPr/>
        </p:nvSpPr>
        <p:spPr>
          <a:xfrm flipH="1">
            <a:off x="6136825" y="3061850"/>
            <a:ext cx="9432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9"/>
          <p:cNvSpPr/>
          <p:nvPr/>
        </p:nvSpPr>
        <p:spPr>
          <a:xfrm>
            <a:off x="131882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9"/>
          <p:cNvSpPr txBox="1"/>
          <p:nvPr/>
        </p:nvSpPr>
        <p:spPr>
          <a:xfrm>
            <a:off x="2968500" y="2904775"/>
            <a:ext cx="571500" cy="80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edium"/>
                <a:ea typeface="Roboto Medium"/>
                <a:cs typeface="Roboto Medium"/>
                <a:sym typeface="Roboto Medium"/>
              </a:rPr>
              <a:t>Alerts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Via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Syslog</a:t>
            </a:r>
            <a:endParaRPr sz="1100">
              <a:solidFill>
                <a:schemeClr val="dk1"/>
              </a:solidFill>
              <a:latin typeface="Roboto Medium"/>
              <a:ea typeface="Roboto Medium"/>
              <a:cs typeface="Roboto Medium"/>
              <a:sym typeface="Roboto Medium"/>
            </a:endParaRPr>
          </a:p>
          <a:p>
            <a:pPr indent="0" lvl="0" marL="0" rtl="0" algn="ctr">
              <a:lnSpc>
                <a:spcPct val="100000"/>
              </a:lnSpc>
              <a:spcBef>
                <a:spcPts val="0"/>
              </a:spcBef>
              <a:spcAft>
                <a:spcPts val="0"/>
              </a:spcAft>
              <a:buNone/>
            </a:pPr>
            <a:r>
              <a:t/>
            </a:r>
            <a:endParaRPr sz="1100">
              <a:solidFill>
                <a:schemeClr val="dk1"/>
              </a:solidFill>
              <a:latin typeface="Roboto Medium"/>
              <a:ea typeface="Roboto Medium"/>
              <a:cs typeface="Roboto Medium"/>
              <a:sym typeface="Roboto Medium"/>
            </a:endParaRPr>
          </a:p>
        </p:txBody>
      </p:sp>
      <p:sp>
        <p:nvSpPr>
          <p:cNvPr id="1336" name="Google Shape;1336;p179"/>
          <p:cNvSpPr txBox="1"/>
          <p:nvPr/>
        </p:nvSpPr>
        <p:spPr>
          <a:xfrm>
            <a:off x="1333650" y="2873800"/>
            <a:ext cx="571500" cy="226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Logs</a:t>
            </a:r>
            <a:endParaRPr sz="1100">
              <a:solidFill>
                <a:schemeClr val="dk1"/>
              </a:solidFill>
              <a:latin typeface="Roboto Medium"/>
              <a:ea typeface="Roboto Medium"/>
              <a:cs typeface="Roboto Medium"/>
              <a:sym typeface="Roboto Medium"/>
            </a:endParaRPr>
          </a:p>
        </p:txBody>
      </p:sp>
      <p:sp>
        <p:nvSpPr>
          <p:cNvPr id="1337" name="Google Shape;1337;p179"/>
          <p:cNvSpPr/>
          <p:nvPr/>
        </p:nvSpPr>
        <p:spPr>
          <a:xfrm>
            <a:off x="7056025" y="2114550"/>
            <a:ext cx="1824300" cy="1702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9"/>
          <p:cNvSpPr/>
          <p:nvPr/>
        </p:nvSpPr>
        <p:spPr>
          <a:xfrm>
            <a:off x="5047700" y="2375069"/>
            <a:ext cx="10446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9"/>
          <p:cNvSpPr/>
          <p:nvPr/>
        </p:nvSpPr>
        <p:spPr>
          <a:xfrm>
            <a:off x="1914526"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Server</a:t>
            </a:r>
            <a:endParaRPr sz="1200"/>
          </a:p>
        </p:txBody>
      </p:sp>
      <p:sp>
        <p:nvSpPr>
          <p:cNvPr id="1340" name="Google Shape;1340;p179"/>
          <p:cNvSpPr/>
          <p:nvPr/>
        </p:nvSpPr>
        <p:spPr>
          <a:xfrm>
            <a:off x="285750"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9"/>
          <p:cNvSpPr txBox="1"/>
          <p:nvPr>
            <p:ph type="title"/>
          </p:nvPr>
        </p:nvSpPr>
        <p:spPr>
          <a:xfrm>
            <a:off x="-12300" y="-42325"/>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Elastic</a:t>
            </a:r>
            <a:r>
              <a:rPr lang="en"/>
              <a:t> </a:t>
            </a:r>
            <a:r>
              <a:rPr lang="en"/>
              <a:t>Stack Overview</a:t>
            </a:r>
            <a:endParaRPr/>
          </a:p>
        </p:txBody>
      </p:sp>
      <p:sp>
        <p:nvSpPr>
          <p:cNvPr id="1342" name="Google Shape;1342;p179"/>
          <p:cNvSpPr/>
          <p:nvPr/>
        </p:nvSpPr>
        <p:spPr>
          <a:xfrm>
            <a:off x="285751"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Agents</a:t>
            </a:r>
            <a:endParaRPr sz="1200"/>
          </a:p>
        </p:txBody>
      </p:sp>
      <p:sp>
        <p:nvSpPr>
          <p:cNvPr id="1343" name="Google Shape;1343;p179"/>
          <p:cNvSpPr/>
          <p:nvPr/>
        </p:nvSpPr>
        <p:spPr>
          <a:xfrm>
            <a:off x="3566525" y="2374175"/>
            <a:ext cx="8901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9"/>
          <p:cNvSpPr txBox="1"/>
          <p:nvPr/>
        </p:nvSpPr>
        <p:spPr>
          <a:xfrm>
            <a:off x="4530625" y="2904775"/>
            <a:ext cx="434400" cy="3885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Data</a:t>
            </a:r>
            <a:endParaRPr sz="1100">
              <a:solidFill>
                <a:schemeClr val="dk1"/>
              </a:solidFill>
              <a:latin typeface="Roboto Medium"/>
              <a:ea typeface="Roboto Medium"/>
              <a:cs typeface="Roboto Medium"/>
              <a:sym typeface="Roboto Medium"/>
            </a:endParaRPr>
          </a:p>
        </p:txBody>
      </p:sp>
      <p:pic>
        <p:nvPicPr>
          <p:cNvPr id="1345" name="Google Shape;1345;p179"/>
          <p:cNvPicPr preferRelativeResize="0"/>
          <p:nvPr/>
        </p:nvPicPr>
        <p:blipFill rotWithShape="1">
          <a:blip r:embed="rId4">
            <a:alphaModFix/>
          </a:blip>
          <a:srcRect b="0" l="5617" r="7824" t="0"/>
          <a:stretch/>
        </p:blipFill>
        <p:spPr>
          <a:xfrm>
            <a:off x="5098350" y="2613150"/>
            <a:ext cx="943300" cy="567200"/>
          </a:xfrm>
          <a:prstGeom prst="rect">
            <a:avLst/>
          </a:prstGeom>
          <a:noFill/>
          <a:ln>
            <a:noFill/>
          </a:ln>
        </p:spPr>
      </p:pic>
      <p:sp>
        <p:nvSpPr>
          <p:cNvPr id="1346" name="Google Shape;1346;p179"/>
          <p:cNvSpPr txBox="1"/>
          <p:nvPr/>
        </p:nvSpPr>
        <p:spPr>
          <a:xfrm>
            <a:off x="6090750" y="2374175"/>
            <a:ext cx="943200" cy="164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Queries</a:t>
            </a:r>
            <a:endParaRPr sz="1100">
              <a:solidFill>
                <a:schemeClr val="dk1"/>
              </a:solidFill>
              <a:latin typeface="Roboto Medium"/>
              <a:ea typeface="Roboto Medium"/>
              <a:cs typeface="Roboto Medium"/>
              <a:sym typeface="Roboto Medium"/>
            </a:endParaRPr>
          </a:p>
        </p:txBody>
      </p:sp>
      <p:sp>
        <p:nvSpPr>
          <p:cNvPr id="1347" name="Google Shape;1347;p179"/>
          <p:cNvSpPr txBox="1"/>
          <p:nvPr/>
        </p:nvSpPr>
        <p:spPr>
          <a:xfrm>
            <a:off x="6135000" y="3385550"/>
            <a:ext cx="943200" cy="164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 Results</a:t>
            </a:r>
            <a:endParaRPr sz="1100">
              <a:solidFill>
                <a:schemeClr val="dk1"/>
              </a:solidFill>
              <a:latin typeface="Roboto Medium"/>
              <a:ea typeface="Roboto Medium"/>
              <a:cs typeface="Roboto Medium"/>
              <a:sym typeface="Roboto Medium"/>
            </a:endParaRPr>
          </a:p>
        </p:txBody>
      </p:sp>
      <p:sp>
        <p:nvSpPr>
          <p:cNvPr id="1348" name="Google Shape;1348;p179"/>
          <p:cNvSpPr/>
          <p:nvPr/>
        </p:nvSpPr>
        <p:spPr>
          <a:xfrm>
            <a:off x="7056025" y="2214850"/>
            <a:ext cx="1824300" cy="254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Web Browser</a:t>
            </a:r>
            <a:endParaRPr sz="1200"/>
          </a:p>
        </p:txBody>
      </p:sp>
      <p:sp>
        <p:nvSpPr>
          <p:cNvPr id="1349" name="Google Shape;1349;p179"/>
          <p:cNvSpPr/>
          <p:nvPr/>
        </p:nvSpPr>
        <p:spPr>
          <a:xfrm>
            <a:off x="2966650"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9"/>
          <p:cNvSpPr/>
          <p:nvPr/>
        </p:nvSpPr>
        <p:spPr>
          <a:xfrm>
            <a:off x="446207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9"/>
          <p:cNvSpPr/>
          <p:nvPr/>
        </p:nvSpPr>
        <p:spPr>
          <a:xfrm>
            <a:off x="6090850" y="2585600"/>
            <a:ext cx="9432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2" name="Google Shape;1352;p179"/>
          <p:cNvPicPr preferRelativeResize="0"/>
          <p:nvPr/>
        </p:nvPicPr>
        <p:blipFill rotWithShape="1">
          <a:blip r:embed="rId5">
            <a:alphaModFix/>
          </a:blip>
          <a:srcRect b="0" l="7884" r="7876" t="0"/>
          <a:stretch/>
        </p:blipFill>
        <p:spPr>
          <a:xfrm>
            <a:off x="3601530" y="2566735"/>
            <a:ext cx="820166" cy="616995"/>
          </a:xfrm>
          <a:prstGeom prst="rect">
            <a:avLst/>
          </a:prstGeom>
          <a:noFill/>
          <a:ln>
            <a:noFill/>
          </a:ln>
        </p:spPr>
      </p:pic>
      <p:grpSp>
        <p:nvGrpSpPr>
          <p:cNvPr id="1353" name="Google Shape;1353;p179"/>
          <p:cNvGrpSpPr/>
          <p:nvPr/>
        </p:nvGrpSpPr>
        <p:grpSpPr>
          <a:xfrm>
            <a:off x="336431" y="1446428"/>
            <a:ext cx="943232" cy="646603"/>
            <a:chOff x="336431" y="1446428"/>
            <a:chExt cx="943232" cy="646603"/>
          </a:xfrm>
        </p:grpSpPr>
        <p:grpSp>
          <p:nvGrpSpPr>
            <p:cNvPr id="1354" name="Google Shape;1354;p179"/>
            <p:cNvGrpSpPr/>
            <p:nvPr/>
          </p:nvGrpSpPr>
          <p:grpSpPr>
            <a:xfrm>
              <a:off x="336431" y="1446428"/>
              <a:ext cx="943232" cy="646603"/>
              <a:chOff x="301345" y="1980442"/>
              <a:chExt cx="2619361" cy="1795620"/>
            </a:xfrm>
          </p:grpSpPr>
          <p:pic>
            <p:nvPicPr>
              <p:cNvPr id="1355" name="Google Shape;1355;p179"/>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356" name="Google Shape;1356;p179"/>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9"/>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58" name="Google Shape;1358;p179"/>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359" name="Google Shape;1359;p179"/>
          <p:cNvGrpSpPr/>
          <p:nvPr/>
        </p:nvGrpSpPr>
        <p:grpSpPr>
          <a:xfrm>
            <a:off x="336431" y="2238386"/>
            <a:ext cx="943232" cy="646603"/>
            <a:chOff x="336431" y="1446428"/>
            <a:chExt cx="943232" cy="646603"/>
          </a:xfrm>
        </p:grpSpPr>
        <p:grpSp>
          <p:nvGrpSpPr>
            <p:cNvPr id="1360" name="Google Shape;1360;p179"/>
            <p:cNvGrpSpPr/>
            <p:nvPr/>
          </p:nvGrpSpPr>
          <p:grpSpPr>
            <a:xfrm>
              <a:off x="336431" y="1446428"/>
              <a:ext cx="943232" cy="646603"/>
              <a:chOff x="301345" y="1980442"/>
              <a:chExt cx="2619361" cy="1795620"/>
            </a:xfrm>
          </p:grpSpPr>
          <p:pic>
            <p:nvPicPr>
              <p:cNvPr id="1361" name="Google Shape;1361;p179"/>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362" name="Google Shape;1362;p179"/>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9"/>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64" name="Google Shape;1364;p179"/>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365" name="Google Shape;1365;p179"/>
          <p:cNvGrpSpPr/>
          <p:nvPr/>
        </p:nvGrpSpPr>
        <p:grpSpPr>
          <a:xfrm>
            <a:off x="336431" y="3030344"/>
            <a:ext cx="943232" cy="646603"/>
            <a:chOff x="336431" y="1446428"/>
            <a:chExt cx="943232" cy="646603"/>
          </a:xfrm>
        </p:grpSpPr>
        <p:grpSp>
          <p:nvGrpSpPr>
            <p:cNvPr id="1366" name="Google Shape;1366;p179"/>
            <p:cNvGrpSpPr/>
            <p:nvPr/>
          </p:nvGrpSpPr>
          <p:grpSpPr>
            <a:xfrm>
              <a:off x="336431" y="1446428"/>
              <a:ext cx="943232" cy="646603"/>
              <a:chOff x="301345" y="1980442"/>
              <a:chExt cx="2619361" cy="1795620"/>
            </a:xfrm>
          </p:grpSpPr>
          <p:pic>
            <p:nvPicPr>
              <p:cNvPr id="1367" name="Google Shape;1367;p179"/>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368" name="Google Shape;1368;p179"/>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79"/>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70" name="Google Shape;1370;p179"/>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371" name="Google Shape;1371;p179"/>
          <p:cNvGrpSpPr/>
          <p:nvPr/>
        </p:nvGrpSpPr>
        <p:grpSpPr>
          <a:xfrm>
            <a:off x="336431" y="3822303"/>
            <a:ext cx="943232" cy="646603"/>
            <a:chOff x="336431" y="1446428"/>
            <a:chExt cx="943232" cy="646603"/>
          </a:xfrm>
        </p:grpSpPr>
        <p:grpSp>
          <p:nvGrpSpPr>
            <p:cNvPr id="1372" name="Google Shape;1372;p179"/>
            <p:cNvGrpSpPr/>
            <p:nvPr/>
          </p:nvGrpSpPr>
          <p:grpSpPr>
            <a:xfrm>
              <a:off x="336431" y="1446428"/>
              <a:ext cx="943232" cy="646603"/>
              <a:chOff x="301345" y="1980442"/>
              <a:chExt cx="2619361" cy="1795620"/>
            </a:xfrm>
          </p:grpSpPr>
          <p:pic>
            <p:nvPicPr>
              <p:cNvPr id="1373" name="Google Shape;1373;p179"/>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374" name="Google Shape;1374;p179"/>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79"/>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76" name="Google Shape;1376;p179"/>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377" name="Google Shape;1377;p179"/>
          <p:cNvGrpSpPr/>
          <p:nvPr/>
        </p:nvGrpSpPr>
        <p:grpSpPr>
          <a:xfrm>
            <a:off x="1965206" y="3100603"/>
            <a:ext cx="943232" cy="646603"/>
            <a:chOff x="336431" y="1446428"/>
            <a:chExt cx="943232" cy="646603"/>
          </a:xfrm>
        </p:grpSpPr>
        <p:grpSp>
          <p:nvGrpSpPr>
            <p:cNvPr id="1378" name="Google Shape;1378;p179"/>
            <p:cNvGrpSpPr/>
            <p:nvPr/>
          </p:nvGrpSpPr>
          <p:grpSpPr>
            <a:xfrm>
              <a:off x="336431" y="1446428"/>
              <a:ext cx="943232" cy="646603"/>
              <a:chOff x="301345" y="1980442"/>
              <a:chExt cx="2619361" cy="1795620"/>
            </a:xfrm>
          </p:grpSpPr>
          <p:pic>
            <p:nvPicPr>
              <p:cNvPr id="1379" name="Google Shape;1379;p179"/>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380" name="Google Shape;1380;p179"/>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79"/>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82" name="Google Shape;1382;p179"/>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383" name="Google Shape;1383;p179"/>
          <p:cNvGrpSpPr/>
          <p:nvPr/>
        </p:nvGrpSpPr>
        <p:grpSpPr>
          <a:xfrm>
            <a:off x="2300301" y="3930050"/>
            <a:ext cx="219900" cy="438771"/>
            <a:chOff x="2300301" y="3930050"/>
            <a:chExt cx="219900" cy="438771"/>
          </a:xfrm>
        </p:grpSpPr>
        <p:pic>
          <p:nvPicPr>
            <p:cNvPr id="1384" name="Google Shape;1384;p179"/>
            <p:cNvPicPr preferRelativeResize="0"/>
            <p:nvPr/>
          </p:nvPicPr>
          <p:blipFill rotWithShape="1">
            <a:blip r:embed="rId8">
              <a:alphaModFix/>
            </a:blip>
            <a:srcRect b="0" l="0" r="10" t="0"/>
            <a:stretch/>
          </p:blipFill>
          <p:spPr>
            <a:xfrm>
              <a:off x="2300301" y="3930050"/>
              <a:ext cx="219900" cy="438771"/>
            </a:xfrm>
            <a:prstGeom prst="rect">
              <a:avLst/>
            </a:prstGeom>
            <a:noFill/>
            <a:ln>
              <a:noFill/>
            </a:ln>
            <a:effectLst>
              <a:outerShdw blurRad="14288" rotWithShape="0" algn="bl">
                <a:srgbClr val="000000">
                  <a:alpha val="13000"/>
                </a:srgbClr>
              </a:outerShdw>
            </a:effectLst>
          </p:spPr>
        </p:pic>
        <p:sp>
          <p:nvSpPr>
            <p:cNvPr id="1385" name="Google Shape;1385;p179"/>
            <p:cNvSpPr/>
            <p:nvPr/>
          </p:nvSpPr>
          <p:spPr>
            <a:xfrm>
              <a:off x="2312025" y="3959925"/>
              <a:ext cx="199200" cy="364200"/>
            </a:xfrm>
            <a:prstGeom prst="rect">
              <a:avLst/>
            </a:prstGeom>
            <a:solidFill>
              <a:srgbClr val="A1DEE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6" name="Google Shape;1386;p179"/>
            <p:cNvPicPr preferRelativeResize="0"/>
            <p:nvPr/>
          </p:nvPicPr>
          <p:blipFill>
            <a:blip r:embed="rId9">
              <a:alphaModFix/>
            </a:blip>
            <a:stretch>
              <a:fillRect/>
            </a:stretch>
          </p:blipFill>
          <p:spPr>
            <a:xfrm>
              <a:off x="2326025" y="4019500"/>
              <a:ext cx="168450" cy="168450"/>
            </a:xfrm>
            <a:prstGeom prst="rect">
              <a:avLst/>
            </a:prstGeom>
            <a:noFill/>
            <a:ln>
              <a:noFill/>
            </a:ln>
          </p:spPr>
        </p:pic>
      </p:grpSp>
      <p:grpSp>
        <p:nvGrpSpPr>
          <p:cNvPr id="1387" name="Google Shape;1387;p179"/>
          <p:cNvGrpSpPr/>
          <p:nvPr/>
        </p:nvGrpSpPr>
        <p:grpSpPr>
          <a:xfrm>
            <a:off x="7143079" y="2533416"/>
            <a:ext cx="1650197" cy="1131241"/>
            <a:chOff x="301345" y="1980442"/>
            <a:chExt cx="2619361" cy="1795620"/>
          </a:xfrm>
        </p:grpSpPr>
        <p:pic>
          <p:nvPicPr>
            <p:cNvPr id="1388" name="Google Shape;1388;p179"/>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389" name="Google Shape;1389;p179"/>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79"/>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91" name="Google Shape;1391;p179"/>
          <p:cNvPicPr preferRelativeResize="0"/>
          <p:nvPr/>
        </p:nvPicPr>
        <p:blipFill>
          <a:blip r:embed="rId10">
            <a:alphaModFix/>
          </a:blip>
          <a:stretch>
            <a:fillRect/>
          </a:stretch>
        </p:blipFill>
        <p:spPr>
          <a:xfrm>
            <a:off x="7599964" y="2642341"/>
            <a:ext cx="707061" cy="646902"/>
          </a:xfrm>
          <a:prstGeom prst="rect">
            <a:avLst/>
          </a:prstGeom>
          <a:noFill/>
          <a:ln>
            <a:noFill/>
          </a:ln>
        </p:spPr>
      </p:pic>
      <p:pic>
        <p:nvPicPr>
          <p:cNvPr id="1392" name="Google Shape;1392;p179"/>
          <p:cNvPicPr preferRelativeResize="0"/>
          <p:nvPr/>
        </p:nvPicPr>
        <p:blipFill>
          <a:blip r:embed="rId7">
            <a:alphaModFix/>
          </a:blip>
          <a:stretch>
            <a:fillRect/>
          </a:stretch>
        </p:blipFill>
        <p:spPr>
          <a:xfrm>
            <a:off x="1935900" y="1315477"/>
            <a:ext cx="350900" cy="412850"/>
          </a:xfrm>
          <a:prstGeom prst="rect">
            <a:avLst/>
          </a:prstGeom>
          <a:noFill/>
          <a:ln>
            <a:noFill/>
          </a:ln>
        </p:spPr>
      </p:pic>
      <p:sp>
        <p:nvSpPr>
          <p:cNvPr id="1393" name="Google Shape;1393;p179"/>
          <p:cNvSpPr/>
          <p:nvPr/>
        </p:nvSpPr>
        <p:spPr>
          <a:xfrm>
            <a:off x="3179675" y="908475"/>
            <a:ext cx="5507100" cy="9201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94" name="Google Shape;1394;p179"/>
          <p:cNvSpPr txBox="1"/>
          <p:nvPr/>
        </p:nvSpPr>
        <p:spPr>
          <a:xfrm>
            <a:off x="3200400" y="987475"/>
            <a:ext cx="5507100" cy="8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Let’s look at how these tools work together with OSSEC to make a comprehensive alert data process.</a:t>
            </a:r>
            <a:endParaRPr sz="1800">
              <a:solidFill>
                <a:schemeClr val="dk2"/>
              </a:solidFill>
              <a:latin typeface="Roboto"/>
              <a:ea typeface="Roboto"/>
              <a:cs typeface="Roboto"/>
              <a:sym typeface="Roboto"/>
            </a:endParaRPr>
          </a:p>
        </p:txBody>
      </p:sp>
      <p:cxnSp>
        <p:nvCxnSpPr>
          <p:cNvPr id="1395" name="Google Shape;1395;p179"/>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399" name="Shape 1399"/>
        <p:cNvGrpSpPr/>
        <p:nvPr/>
      </p:nvGrpSpPr>
      <p:grpSpPr>
        <a:xfrm>
          <a:off x="0" y="0"/>
          <a:ext cx="0" cy="0"/>
          <a:chOff x="0" y="0"/>
          <a:chExt cx="0" cy="0"/>
        </a:xfrm>
      </p:grpSpPr>
      <p:sp>
        <p:nvSpPr>
          <p:cNvPr id="1400" name="Google Shape;1400;p180"/>
          <p:cNvSpPr/>
          <p:nvPr/>
        </p:nvSpPr>
        <p:spPr>
          <a:xfrm>
            <a:off x="285750"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80"/>
          <p:cNvSpPr txBox="1"/>
          <p:nvPr>
            <p:ph type="title"/>
          </p:nvPr>
        </p:nvSpPr>
        <p:spPr>
          <a:xfrm>
            <a:off x="-12300" y="-42325"/>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Elastic</a:t>
            </a:r>
            <a:r>
              <a:rPr lang="en"/>
              <a:t> </a:t>
            </a:r>
            <a:r>
              <a:rPr lang="en"/>
              <a:t>Stack Overview</a:t>
            </a:r>
            <a:endParaRPr/>
          </a:p>
        </p:txBody>
      </p:sp>
      <p:sp>
        <p:nvSpPr>
          <p:cNvPr id="1402" name="Google Shape;1402;p180"/>
          <p:cNvSpPr/>
          <p:nvPr/>
        </p:nvSpPr>
        <p:spPr>
          <a:xfrm>
            <a:off x="285751"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Agents</a:t>
            </a:r>
            <a:endParaRPr sz="1200"/>
          </a:p>
        </p:txBody>
      </p:sp>
      <p:grpSp>
        <p:nvGrpSpPr>
          <p:cNvPr id="1403" name="Google Shape;1403;p180"/>
          <p:cNvGrpSpPr/>
          <p:nvPr/>
        </p:nvGrpSpPr>
        <p:grpSpPr>
          <a:xfrm>
            <a:off x="336431" y="1446428"/>
            <a:ext cx="943232" cy="646603"/>
            <a:chOff x="336431" y="1446428"/>
            <a:chExt cx="943232" cy="646603"/>
          </a:xfrm>
        </p:grpSpPr>
        <p:grpSp>
          <p:nvGrpSpPr>
            <p:cNvPr id="1404" name="Google Shape;1404;p180"/>
            <p:cNvGrpSpPr/>
            <p:nvPr/>
          </p:nvGrpSpPr>
          <p:grpSpPr>
            <a:xfrm>
              <a:off x="336431" y="1446428"/>
              <a:ext cx="943232" cy="646603"/>
              <a:chOff x="301345" y="1980442"/>
              <a:chExt cx="2619361" cy="1795620"/>
            </a:xfrm>
          </p:grpSpPr>
          <p:pic>
            <p:nvPicPr>
              <p:cNvPr id="1405" name="Google Shape;1405;p180"/>
              <p:cNvPicPr preferRelativeResize="0"/>
              <p:nvPr/>
            </p:nvPicPr>
            <p:blipFill>
              <a:blip r:embed="rId3">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06" name="Google Shape;1406;p180"/>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80"/>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08" name="Google Shape;1408;p180"/>
            <p:cNvPicPr preferRelativeResize="0"/>
            <p:nvPr/>
          </p:nvPicPr>
          <p:blipFill>
            <a:blip r:embed="rId4">
              <a:alphaModFix/>
            </a:blip>
            <a:stretch>
              <a:fillRect/>
            </a:stretch>
          </p:blipFill>
          <p:spPr>
            <a:xfrm>
              <a:off x="645575" y="1532792"/>
              <a:ext cx="293997" cy="345907"/>
            </a:xfrm>
            <a:prstGeom prst="rect">
              <a:avLst/>
            </a:prstGeom>
            <a:noFill/>
            <a:ln>
              <a:noFill/>
            </a:ln>
          </p:spPr>
        </p:pic>
      </p:grpSp>
      <p:grpSp>
        <p:nvGrpSpPr>
          <p:cNvPr id="1409" name="Google Shape;1409;p180"/>
          <p:cNvGrpSpPr/>
          <p:nvPr/>
        </p:nvGrpSpPr>
        <p:grpSpPr>
          <a:xfrm>
            <a:off x="336431" y="2238386"/>
            <a:ext cx="943232" cy="646603"/>
            <a:chOff x="336431" y="1446428"/>
            <a:chExt cx="943232" cy="646603"/>
          </a:xfrm>
        </p:grpSpPr>
        <p:grpSp>
          <p:nvGrpSpPr>
            <p:cNvPr id="1410" name="Google Shape;1410;p180"/>
            <p:cNvGrpSpPr/>
            <p:nvPr/>
          </p:nvGrpSpPr>
          <p:grpSpPr>
            <a:xfrm>
              <a:off x="336431" y="1446428"/>
              <a:ext cx="943232" cy="646603"/>
              <a:chOff x="301345" y="1980442"/>
              <a:chExt cx="2619361" cy="1795620"/>
            </a:xfrm>
          </p:grpSpPr>
          <p:pic>
            <p:nvPicPr>
              <p:cNvPr id="1411" name="Google Shape;1411;p180"/>
              <p:cNvPicPr preferRelativeResize="0"/>
              <p:nvPr/>
            </p:nvPicPr>
            <p:blipFill>
              <a:blip r:embed="rId3">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12" name="Google Shape;1412;p180"/>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80"/>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14" name="Google Shape;1414;p180"/>
            <p:cNvPicPr preferRelativeResize="0"/>
            <p:nvPr/>
          </p:nvPicPr>
          <p:blipFill>
            <a:blip r:embed="rId4">
              <a:alphaModFix/>
            </a:blip>
            <a:stretch>
              <a:fillRect/>
            </a:stretch>
          </p:blipFill>
          <p:spPr>
            <a:xfrm>
              <a:off x="645575" y="1532792"/>
              <a:ext cx="293997" cy="345907"/>
            </a:xfrm>
            <a:prstGeom prst="rect">
              <a:avLst/>
            </a:prstGeom>
            <a:noFill/>
            <a:ln>
              <a:noFill/>
            </a:ln>
          </p:spPr>
        </p:pic>
      </p:grpSp>
      <p:grpSp>
        <p:nvGrpSpPr>
          <p:cNvPr id="1415" name="Google Shape;1415;p180"/>
          <p:cNvGrpSpPr/>
          <p:nvPr/>
        </p:nvGrpSpPr>
        <p:grpSpPr>
          <a:xfrm>
            <a:off x="336431" y="3030344"/>
            <a:ext cx="943232" cy="646603"/>
            <a:chOff x="336431" y="1446428"/>
            <a:chExt cx="943232" cy="646603"/>
          </a:xfrm>
        </p:grpSpPr>
        <p:grpSp>
          <p:nvGrpSpPr>
            <p:cNvPr id="1416" name="Google Shape;1416;p180"/>
            <p:cNvGrpSpPr/>
            <p:nvPr/>
          </p:nvGrpSpPr>
          <p:grpSpPr>
            <a:xfrm>
              <a:off x="336431" y="1446428"/>
              <a:ext cx="943232" cy="646603"/>
              <a:chOff x="301345" y="1980442"/>
              <a:chExt cx="2619361" cy="1795620"/>
            </a:xfrm>
          </p:grpSpPr>
          <p:pic>
            <p:nvPicPr>
              <p:cNvPr id="1417" name="Google Shape;1417;p180"/>
              <p:cNvPicPr preferRelativeResize="0"/>
              <p:nvPr/>
            </p:nvPicPr>
            <p:blipFill>
              <a:blip r:embed="rId3">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18" name="Google Shape;1418;p180"/>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80"/>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20" name="Google Shape;1420;p180"/>
            <p:cNvPicPr preferRelativeResize="0"/>
            <p:nvPr/>
          </p:nvPicPr>
          <p:blipFill>
            <a:blip r:embed="rId4">
              <a:alphaModFix/>
            </a:blip>
            <a:stretch>
              <a:fillRect/>
            </a:stretch>
          </p:blipFill>
          <p:spPr>
            <a:xfrm>
              <a:off x="645575" y="1532792"/>
              <a:ext cx="293997" cy="345907"/>
            </a:xfrm>
            <a:prstGeom prst="rect">
              <a:avLst/>
            </a:prstGeom>
            <a:noFill/>
            <a:ln>
              <a:noFill/>
            </a:ln>
          </p:spPr>
        </p:pic>
      </p:grpSp>
      <p:grpSp>
        <p:nvGrpSpPr>
          <p:cNvPr id="1421" name="Google Shape;1421;p180"/>
          <p:cNvGrpSpPr/>
          <p:nvPr/>
        </p:nvGrpSpPr>
        <p:grpSpPr>
          <a:xfrm>
            <a:off x="336431" y="3822303"/>
            <a:ext cx="943232" cy="646603"/>
            <a:chOff x="336431" y="1446428"/>
            <a:chExt cx="943232" cy="646603"/>
          </a:xfrm>
        </p:grpSpPr>
        <p:grpSp>
          <p:nvGrpSpPr>
            <p:cNvPr id="1422" name="Google Shape;1422;p180"/>
            <p:cNvGrpSpPr/>
            <p:nvPr/>
          </p:nvGrpSpPr>
          <p:grpSpPr>
            <a:xfrm>
              <a:off x="336431" y="1446428"/>
              <a:ext cx="943232" cy="646603"/>
              <a:chOff x="301345" y="1980442"/>
              <a:chExt cx="2619361" cy="1795620"/>
            </a:xfrm>
          </p:grpSpPr>
          <p:pic>
            <p:nvPicPr>
              <p:cNvPr id="1423" name="Google Shape;1423;p180"/>
              <p:cNvPicPr preferRelativeResize="0"/>
              <p:nvPr/>
            </p:nvPicPr>
            <p:blipFill>
              <a:blip r:embed="rId3">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24" name="Google Shape;1424;p180"/>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80"/>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26" name="Google Shape;1426;p180"/>
            <p:cNvPicPr preferRelativeResize="0"/>
            <p:nvPr/>
          </p:nvPicPr>
          <p:blipFill>
            <a:blip r:embed="rId4">
              <a:alphaModFix/>
            </a:blip>
            <a:stretch>
              <a:fillRect/>
            </a:stretch>
          </p:blipFill>
          <p:spPr>
            <a:xfrm>
              <a:off x="645575" y="1532792"/>
              <a:ext cx="293997" cy="345907"/>
            </a:xfrm>
            <a:prstGeom prst="rect">
              <a:avLst/>
            </a:prstGeom>
            <a:noFill/>
            <a:ln>
              <a:noFill/>
            </a:ln>
          </p:spPr>
        </p:pic>
      </p:grpSp>
      <p:grpSp>
        <p:nvGrpSpPr>
          <p:cNvPr id="1427" name="Google Shape;1427;p180"/>
          <p:cNvGrpSpPr/>
          <p:nvPr/>
        </p:nvGrpSpPr>
        <p:grpSpPr>
          <a:xfrm>
            <a:off x="3390053" y="790545"/>
            <a:ext cx="5437540" cy="459023"/>
            <a:chOff x="1418917" y="790550"/>
            <a:chExt cx="7626283" cy="459023"/>
          </a:xfrm>
        </p:grpSpPr>
        <p:sp>
          <p:nvSpPr>
            <p:cNvPr id="1428" name="Google Shape;1428;p180"/>
            <p:cNvSpPr/>
            <p:nvPr/>
          </p:nvSpPr>
          <p:spPr>
            <a:xfrm>
              <a:off x="2452400" y="790550"/>
              <a:ext cx="65928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29" name="Google Shape;1429;p180"/>
            <p:cNvGrpSpPr/>
            <p:nvPr/>
          </p:nvGrpSpPr>
          <p:grpSpPr>
            <a:xfrm>
              <a:off x="1418917" y="790555"/>
              <a:ext cx="1005000" cy="459019"/>
              <a:chOff x="253692" y="1466426"/>
              <a:chExt cx="1005000" cy="486300"/>
            </a:xfrm>
          </p:grpSpPr>
          <p:sp>
            <p:nvSpPr>
              <p:cNvPr id="1430" name="Google Shape;1430;p180"/>
              <p:cNvSpPr/>
              <p:nvPr/>
            </p:nvSpPr>
            <p:spPr>
              <a:xfrm>
                <a:off x="253692" y="1466426"/>
                <a:ext cx="10050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3000">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431" name="Google Shape;1431;p180"/>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1432" name="Google Shape;1432;p180"/>
            <p:cNvSpPr txBox="1"/>
            <p:nvPr/>
          </p:nvSpPr>
          <p:spPr>
            <a:xfrm>
              <a:off x="2452475" y="81192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OSSEC agents generate an alert.</a:t>
              </a:r>
              <a:endParaRPr sz="1800">
                <a:solidFill>
                  <a:srgbClr val="082D49"/>
                </a:solidFill>
                <a:latin typeface="Roboto"/>
                <a:ea typeface="Roboto"/>
                <a:cs typeface="Roboto"/>
                <a:sym typeface="Roboto"/>
              </a:endParaRPr>
            </a:p>
          </p:txBody>
        </p:sp>
      </p:grpSp>
      <p:cxnSp>
        <p:nvCxnSpPr>
          <p:cNvPr id="1433" name="Google Shape;1433;p180"/>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37" name="Shape 1437"/>
        <p:cNvGrpSpPr/>
        <p:nvPr/>
      </p:nvGrpSpPr>
      <p:grpSpPr>
        <a:xfrm>
          <a:off x="0" y="0"/>
          <a:ext cx="0" cy="0"/>
          <a:chOff x="0" y="0"/>
          <a:chExt cx="0" cy="0"/>
        </a:xfrm>
      </p:grpSpPr>
      <p:sp>
        <p:nvSpPr>
          <p:cNvPr id="1438" name="Google Shape;1438;p181"/>
          <p:cNvSpPr/>
          <p:nvPr/>
        </p:nvSpPr>
        <p:spPr>
          <a:xfrm>
            <a:off x="1914525"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9" name="Google Shape;1439;p181"/>
          <p:cNvPicPr preferRelativeResize="0"/>
          <p:nvPr/>
        </p:nvPicPr>
        <p:blipFill>
          <a:blip r:embed="rId3">
            <a:alphaModFix/>
          </a:blip>
          <a:stretch>
            <a:fillRect/>
          </a:stretch>
        </p:blipFill>
        <p:spPr>
          <a:xfrm>
            <a:off x="2078500" y="1543000"/>
            <a:ext cx="716649" cy="1502249"/>
          </a:xfrm>
          <a:prstGeom prst="rect">
            <a:avLst/>
          </a:prstGeom>
          <a:noFill/>
          <a:ln>
            <a:noFill/>
          </a:ln>
          <a:effectLst>
            <a:outerShdw blurRad="57150" rotWithShape="0" algn="bl" dir="5400000" dist="19050">
              <a:srgbClr val="000000">
                <a:alpha val="50000"/>
              </a:srgbClr>
            </a:outerShdw>
          </a:effectLst>
        </p:spPr>
      </p:pic>
      <p:sp>
        <p:nvSpPr>
          <p:cNvPr id="1440" name="Google Shape;1440;p181"/>
          <p:cNvSpPr/>
          <p:nvPr/>
        </p:nvSpPr>
        <p:spPr>
          <a:xfrm>
            <a:off x="131882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81"/>
          <p:cNvSpPr txBox="1"/>
          <p:nvPr/>
        </p:nvSpPr>
        <p:spPr>
          <a:xfrm>
            <a:off x="1333650" y="2873800"/>
            <a:ext cx="571500" cy="226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Logs</a:t>
            </a:r>
            <a:endParaRPr sz="1100">
              <a:solidFill>
                <a:schemeClr val="dk1"/>
              </a:solidFill>
              <a:latin typeface="Roboto Medium"/>
              <a:ea typeface="Roboto Medium"/>
              <a:cs typeface="Roboto Medium"/>
              <a:sym typeface="Roboto Medium"/>
            </a:endParaRPr>
          </a:p>
        </p:txBody>
      </p:sp>
      <p:sp>
        <p:nvSpPr>
          <p:cNvPr id="1442" name="Google Shape;1442;p181"/>
          <p:cNvSpPr/>
          <p:nvPr/>
        </p:nvSpPr>
        <p:spPr>
          <a:xfrm>
            <a:off x="1914526"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Server</a:t>
            </a:r>
            <a:endParaRPr sz="1200"/>
          </a:p>
        </p:txBody>
      </p:sp>
      <p:sp>
        <p:nvSpPr>
          <p:cNvPr id="1443" name="Google Shape;1443;p181"/>
          <p:cNvSpPr/>
          <p:nvPr/>
        </p:nvSpPr>
        <p:spPr>
          <a:xfrm>
            <a:off x="285750"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81"/>
          <p:cNvSpPr txBox="1"/>
          <p:nvPr>
            <p:ph type="title"/>
          </p:nvPr>
        </p:nvSpPr>
        <p:spPr>
          <a:xfrm>
            <a:off x="-12300" y="-42325"/>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Elastic</a:t>
            </a:r>
            <a:r>
              <a:rPr lang="en"/>
              <a:t> </a:t>
            </a:r>
            <a:r>
              <a:rPr lang="en"/>
              <a:t>Stack Overview</a:t>
            </a:r>
            <a:endParaRPr/>
          </a:p>
        </p:txBody>
      </p:sp>
      <p:sp>
        <p:nvSpPr>
          <p:cNvPr id="1445" name="Google Shape;1445;p181"/>
          <p:cNvSpPr/>
          <p:nvPr/>
        </p:nvSpPr>
        <p:spPr>
          <a:xfrm>
            <a:off x="285751"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Agents</a:t>
            </a:r>
            <a:endParaRPr sz="1200"/>
          </a:p>
        </p:txBody>
      </p:sp>
      <p:grpSp>
        <p:nvGrpSpPr>
          <p:cNvPr id="1446" name="Google Shape;1446;p181"/>
          <p:cNvGrpSpPr/>
          <p:nvPr/>
        </p:nvGrpSpPr>
        <p:grpSpPr>
          <a:xfrm>
            <a:off x="336431" y="1446428"/>
            <a:ext cx="943232" cy="646603"/>
            <a:chOff x="336431" y="1446428"/>
            <a:chExt cx="943232" cy="646603"/>
          </a:xfrm>
        </p:grpSpPr>
        <p:grpSp>
          <p:nvGrpSpPr>
            <p:cNvPr id="1447" name="Google Shape;1447;p181"/>
            <p:cNvGrpSpPr/>
            <p:nvPr/>
          </p:nvGrpSpPr>
          <p:grpSpPr>
            <a:xfrm>
              <a:off x="336431" y="1446428"/>
              <a:ext cx="943232" cy="646603"/>
              <a:chOff x="301345" y="1980442"/>
              <a:chExt cx="2619361" cy="1795620"/>
            </a:xfrm>
          </p:grpSpPr>
          <p:pic>
            <p:nvPicPr>
              <p:cNvPr id="1448" name="Google Shape;1448;p181"/>
              <p:cNvPicPr preferRelativeResize="0"/>
              <p:nvPr/>
            </p:nvPicPr>
            <p:blipFill>
              <a:blip r:embed="rId4">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49" name="Google Shape;1449;p181"/>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81"/>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51" name="Google Shape;1451;p181"/>
            <p:cNvPicPr preferRelativeResize="0"/>
            <p:nvPr/>
          </p:nvPicPr>
          <p:blipFill>
            <a:blip r:embed="rId5">
              <a:alphaModFix/>
            </a:blip>
            <a:stretch>
              <a:fillRect/>
            </a:stretch>
          </p:blipFill>
          <p:spPr>
            <a:xfrm>
              <a:off x="645575" y="1532792"/>
              <a:ext cx="293997" cy="345907"/>
            </a:xfrm>
            <a:prstGeom prst="rect">
              <a:avLst/>
            </a:prstGeom>
            <a:noFill/>
            <a:ln>
              <a:noFill/>
            </a:ln>
          </p:spPr>
        </p:pic>
      </p:grpSp>
      <p:grpSp>
        <p:nvGrpSpPr>
          <p:cNvPr id="1452" name="Google Shape;1452;p181"/>
          <p:cNvGrpSpPr/>
          <p:nvPr/>
        </p:nvGrpSpPr>
        <p:grpSpPr>
          <a:xfrm>
            <a:off x="336431" y="2238386"/>
            <a:ext cx="943232" cy="646603"/>
            <a:chOff x="336431" y="1446428"/>
            <a:chExt cx="943232" cy="646603"/>
          </a:xfrm>
        </p:grpSpPr>
        <p:grpSp>
          <p:nvGrpSpPr>
            <p:cNvPr id="1453" name="Google Shape;1453;p181"/>
            <p:cNvGrpSpPr/>
            <p:nvPr/>
          </p:nvGrpSpPr>
          <p:grpSpPr>
            <a:xfrm>
              <a:off x="336431" y="1446428"/>
              <a:ext cx="943232" cy="646603"/>
              <a:chOff x="301345" y="1980442"/>
              <a:chExt cx="2619361" cy="1795620"/>
            </a:xfrm>
          </p:grpSpPr>
          <p:pic>
            <p:nvPicPr>
              <p:cNvPr id="1454" name="Google Shape;1454;p181"/>
              <p:cNvPicPr preferRelativeResize="0"/>
              <p:nvPr/>
            </p:nvPicPr>
            <p:blipFill>
              <a:blip r:embed="rId4">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55" name="Google Shape;1455;p181"/>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81"/>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57" name="Google Shape;1457;p181"/>
            <p:cNvPicPr preferRelativeResize="0"/>
            <p:nvPr/>
          </p:nvPicPr>
          <p:blipFill>
            <a:blip r:embed="rId5">
              <a:alphaModFix/>
            </a:blip>
            <a:stretch>
              <a:fillRect/>
            </a:stretch>
          </p:blipFill>
          <p:spPr>
            <a:xfrm>
              <a:off x="645575" y="1532792"/>
              <a:ext cx="293997" cy="345907"/>
            </a:xfrm>
            <a:prstGeom prst="rect">
              <a:avLst/>
            </a:prstGeom>
            <a:noFill/>
            <a:ln>
              <a:noFill/>
            </a:ln>
          </p:spPr>
        </p:pic>
      </p:grpSp>
      <p:grpSp>
        <p:nvGrpSpPr>
          <p:cNvPr id="1458" name="Google Shape;1458;p181"/>
          <p:cNvGrpSpPr/>
          <p:nvPr/>
        </p:nvGrpSpPr>
        <p:grpSpPr>
          <a:xfrm>
            <a:off x="336431" y="3030344"/>
            <a:ext cx="943232" cy="646603"/>
            <a:chOff x="336431" y="1446428"/>
            <a:chExt cx="943232" cy="646603"/>
          </a:xfrm>
        </p:grpSpPr>
        <p:grpSp>
          <p:nvGrpSpPr>
            <p:cNvPr id="1459" name="Google Shape;1459;p181"/>
            <p:cNvGrpSpPr/>
            <p:nvPr/>
          </p:nvGrpSpPr>
          <p:grpSpPr>
            <a:xfrm>
              <a:off x="336431" y="1446428"/>
              <a:ext cx="943232" cy="646603"/>
              <a:chOff x="301345" y="1980442"/>
              <a:chExt cx="2619361" cy="1795620"/>
            </a:xfrm>
          </p:grpSpPr>
          <p:pic>
            <p:nvPicPr>
              <p:cNvPr id="1460" name="Google Shape;1460;p181"/>
              <p:cNvPicPr preferRelativeResize="0"/>
              <p:nvPr/>
            </p:nvPicPr>
            <p:blipFill>
              <a:blip r:embed="rId4">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61" name="Google Shape;1461;p181"/>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1"/>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63" name="Google Shape;1463;p181"/>
            <p:cNvPicPr preferRelativeResize="0"/>
            <p:nvPr/>
          </p:nvPicPr>
          <p:blipFill>
            <a:blip r:embed="rId5">
              <a:alphaModFix/>
            </a:blip>
            <a:stretch>
              <a:fillRect/>
            </a:stretch>
          </p:blipFill>
          <p:spPr>
            <a:xfrm>
              <a:off x="645575" y="1532792"/>
              <a:ext cx="293997" cy="345907"/>
            </a:xfrm>
            <a:prstGeom prst="rect">
              <a:avLst/>
            </a:prstGeom>
            <a:noFill/>
            <a:ln>
              <a:noFill/>
            </a:ln>
          </p:spPr>
        </p:pic>
      </p:grpSp>
      <p:grpSp>
        <p:nvGrpSpPr>
          <p:cNvPr id="1464" name="Google Shape;1464;p181"/>
          <p:cNvGrpSpPr/>
          <p:nvPr/>
        </p:nvGrpSpPr>
        <p:grpSpPr>
          <a:xfrm>
            <a:off x="336431" y="3822303"/>
            <a:ext cx="943232" cy="646603"/>
            <a:chOff x="336431" y="1446428"/>
            <a:chExt cx="943232" cy="646603"/>
          </a:xfrm>
        </p:grpSpPr>
        <p:grpSp>
          <p:nvGrpSpPr>
            <p:cNvPr id="1465" name="Google Shape;1465;p181"/>
            <p:cNvGrpSpPr/>
            <p:nvPr/>
          </p:nvGrpSpPr>
          <p:grpSpPr>
            <a:xfrm>
              <a:off x="336431" y="1446428"/>
              <a:ext cx="943232" cy="646603"/>
              <a:chOff x="301345" y="1980442"/>
              <a:chExt cx="2619361" cy="1795620"/>
            </a:xfrm>
          </p:grpSpPr>
          <p:pic>
            <p:nvPicPr>
              <p:cNvPr id="1466" name="Google Shape;1466;p181"/>
              <p:cNvPicPr preferRelativeResize="0"/>
              <p:nvPr/>
            </p:nvPicPr>
            <p:blipFill>
              <a:blip r:embed="rId4">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67" name="Google Shape;1467;p181"/>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1"/>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69" name="Google Shape;1469;p181"/>
            <p:cNvPicPr preferRelativeResize="0"/>
            <p:nvPr/>
          </p:nvPicPr>
          <p:blipFill>
            <a:blip r:embed="rId5">
              <a:alphaModFix/>
            </a:blip>
            <a:stretch>
              <a:fillRect/>
            </a:stretch>
          </p:blipFill>
          <p:spPr>
            <a:xfrm>
              <a:off x="645575" y="1532792"/>
              <a:ext cx="293997" cy="345907"/>
            </a:xfrm>
            <a:prstGeom prst="rect">
              <a:avLst/>
            </a:prstGeom>
            <a:noFill/>
            <a:ln>
              <a:noFill/>
            </a:ln>
          </p:spPr>
        </p:pic>
      </p:grpSp>
      <p:grpSp>
        <p:nvGrpSpPr>
          <p:cNvPr id="1470" name="Google Shape;1470;p181"/>
          <p:cNvGrpSpPr/>
          <p:nvPr/>
        </p:nvGrpSpPr>
        <p:grpSpPr>
          <a:xfrm>
            <a:off x="1965206" y="3100603"/>
            <a:ext cx="943232" cy="646603"/>
            <a:chOff x="336431" y="1446428"/>
            <a:chExt cx="943232" cy="646603"/>
          </a:xfrm>
        </p:grpSpPr>
        <p:grpSp>
          <p:nvGrpSpPr>
            <p:cNvPr id="1471" name="Google Shape;1471;p181"/>
            <p:cNvGrpSpPr/>
            <p:nvPr/>
          </p:nvGrpSpPr>
          <p:grpSpPr>
            <a:xfrm>
              <a:off x="336431" y="1446428"/>
              <a:ext cx="943232" cy="646603"/>
              <a:chOff x="301345" y="1980442"/>
              <a:chExt cx="2619361" cy="1795620"/>
            </a:xfrm>
          </p:grpSpPr>
          <p:pic>
            <p:nvPicPr>
              <p:cNvPr id="1472" name="Google Shape;1472;p181"/>
              <p:cNvPicPr preferRelativeResize="0"/>
              <p:nvPr/>
            </p:nvPicPr>
            <p:blipFill>
              <a:blip r:embed="rId4">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473" name="Google Shape;1473;p181"/>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81"/>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75" name="Google Shape;1475;p181"/>
            <p:cNvPicPr preferRelativeResize="0"/>
            <p:nvPr/>
          </p:nvPicPr>
          <p:blipFill>
            <a:blip r:embed="rId5">
              <a:alphaModFix/>
            </a:blip>
            <a:stretch>
              <a:fillRect/>
            </a:stretch>
          </p:blipFill>
          <p:spPr>
            <a:xfrm>
              <a:off x="645575" y="1532792"/>
              <a:ext cx="293997" cy="345907"/>
            </a:xfrm>
            <a:prstGeom prst="rect">
              <a:avLst/>
            </a:prstGeom>
            <a:noFill/>
            <a:ln>
              <a:noFill/>
            </a:ln>
          </p:spPr>
        </p:pic>
      </p:grpSp>
      <p:grpSp>
        <p:nvGrpSpPr>
          <p:cNvPr id="1476" name="Google Shape;1476;p181"/>
          <p:cNvGrpSpPr/>
          <p:nvPr/>
        </p:nvGrpSpPr>
        <p:grpSpPr>
          <a:xfrm>
            <a:off x="2300301" y="3930050"/>
            <a:ext cx="219900" cy="438771"/>
            <a:chOff x="2300301" y="3930050"/>
            <a:chExt cx="219900" cy="438771"/>
          </a:xfrm>
        </p:grpSpPr>
        <p:pic>
          <p:nvPicPr>
            <p:cNvPr id="1477" name="Google Shape;1477;p181"/>
            <p:cNvPicPr preferRelativeResize="0"/>
            <p:nvPr/>
          </p:nvPicPr>
          <p:blipFill rotWithShape="1">
            <a:blip r:embed="rId6">
              <a:alphaModFix/>
            </a:blip>
            <a:srcRect b="0" l="0" r="10" t="0"/>
            <a:stretch/>
          </p:blipFill>
          <p:spPr>
            <a:xfrm>
              <a:off x="2300301" y="3930050"/>
              <a:ext cx="219900" cy="438771"/>
            </a:xfrm>
            <a:prstGeom prst="rect">
              <a:avLst/>
            </a:prstGeom>
            <a:noFill/>
            <a:ln>
              <a:noFill/>
            </a:ln>
            <a:effectLst>
              <a:outerShdw blurRad="14288" rotWithShape="0" algn="bl">
                <a:srgbClr val="000000">
                  <a:alpha val="13000"/>
                </a:srgbClr>
              </a:outerShdw>
            </a:effectLst>
          </p:spPr>
        </p:pic>
        <p:sp>
          <p:nvSpPr>
            <p:cNvPr id="1478" name="Google Shape;1478;p181"/>
            <p:cNvSpPr/>
            <p:nvPr/>
          </p:nvSpPr>
          <p:spPr>
            <a:xfrm>
              <a:off x="2312025" y="3959925"/>
              <a:ext cx="199200" cy="364200"/>
            </a:xfrm>
            <a:prstGeom prst="rect">
              <a:avLst/>
            </a:prstGeom>
            <a:solidFill>
              <a:srgbClr val="A1DEE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9" name="Google Shape;1479;p181"/>
            <p:cNvPicPr preferRelativeResize="0"/>
            <p:nvPr/>
          </p:nvPicPr>
          <p:blipFill>
            <a:blip r:embed="rId7">
              <a:alphaModFix/>
            </a:blip>
            <a:stretch>
              <a:fillRect/>
            </a:stretch>
          </p:blipFill>
          <p:spPr>
            <a:xfrm>
              <a:off x="2326025" y="4019500"/>
              <a:ext cx="168450" cy="168450"/>
            </a:xfrm>
            <a:prstGeom prst="rect">
              <a:avLst/>
            </a:prstGeom>
            <a:noFill/>
            <a:ln>
              <a:noFill/>
            </a:ln>
          </p:spPr>
        </p:pic>
      </p:grpSp>
      <p:pic>
        <p:nvPicPr>
          <p:cNvPr id="1480" name="Google Shape;1480;p181"/>
          <p:cNvPicPr preferRelativeResize="0"/>
          <p:nvPr/>
        </p:nvPicPr>
        <p:blipFill>
          <a:blip r:embed="rId5">
            <a:alphaModFix/>
          </a:blip>
          <a:stretch>
            <a:fillRect/>
          </a:stretch>
        </p:blipFill>
        <p:spPr>
          <a:xfrm>
            <a:off x="1935900" y="1315477"/>
            <a:ext cx="350900" cy="412850"/>
          </a:xfrm>
          <a:prstGeom prst="rect">
            <a:avLst/>
          </a:prstGeom>
          <a:noFill/>
          <a:ln>
            <a:noFill/>
          </a:ln>
        </p:spPr>
      </p:pic>
      <p:sp>
        <p:nvSpPr>
          <p:cNvPr id="1481" name="Google Shape;1481;p181"/>
          <p:cNvSpPr/>
          <p:nvPr/>
        </p:nvSpPr>
        <p:spPr>
          <a:xfrm>
            <a:off x="4126925" y="790554"/>
            <a:ext cx="4641900" cy="805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181"/>
          <p:cNvSpPr/>
          <p:nvPr/>
        </p:nvSpPr>
        <p:spPr>
          <a:xfrm>
            <a:off x="3390053" y="790550"/>
            <a:ext cx="716700" cy="4590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3000">
                <a:solidFill>
                  <a:srgbClr val="F2F2F2"/>
                </a:solidFill>
                <a:latin typeface="Roboto"/>
                <a:ea typeface="Roboto"/>
                <a:cs typeface="Roboto"/>
                <a:sym typeface="Roboto"/>
              </a:rPr>
              <a:t>02</a:t>
            </a:r>
            <a:endParaRPr b="0" i="0" sz="3000" u="none" cap="none" strike="noStrike">
              <a:solidFill>
                <a:srgbClr val="F2F2F2"/>
              </a:solidFill>
              <a:latin typeface="Roboto"/>
              <a:ea typeface="Roboto"/>
              <a:cs typeface="Roboto"/>
              <a:sym typeface="Roboto"/>
            </a:endParaRPr>
          </a:p>
        </p:txBody>
      </p:sp>
      <p:sp>
        <p:nvSpPr>
          <p:cNvPr id="1483" name="Google Shape;1483;p181"/>
          <p:cNvSpPr txBox="1"/>
          <p:nvPr/>
        </p:nvSpPr>
        <p:spPr>
          <a:xfrm>
            <a:off x="4126975" y="811925"/>
            <a:ext cx="4641900" cy="805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OSSEC sends alert data gathered from syslog to the Security </a:t>
            </a:r>
            <a:r>
              <a:rPr lang="en" sz="1800">
                <a:solidFill>
                  <a:srgbClr val="082D49"/>
                </a:solidFill>
                <a:latin typeface="Roboto"/>
                <a:ea typeface="Roboto"/>
                <a:cs typeface="Roboto"/>
                <a:sym typeface="Roboto"/>
              </a:rPr>
              <a:t>Onion</a:t>
            </a:r>
            <a:r>
              <a:rPr lang="en" sz="1800">
                <a:solidFill>
                  <a:srgbClr val="082D49"/>
                </a:solidFill>
                <a:latin typeface="Roboto"/>
                <a:ea typeface="Roboto"/>
                <a:cs typeface="Roboto"/>
                <a:sym typeface="Roboto"/>
              </a:rPr>
              <a:t> OSSEC server.</a:t>
            </a:r>
            <a:endParaRPr sz="1800">
              <a:solidFill>
                <a:srgbClr val="082D49"/>
              </a:solidFill>
              <a:latin typeface="Roboto"/>
              <a:ea typeface="Roboto"/>
              <a:cs typeface="Roboto"/>
              <a:sym typeface="Roboto"/>
            </a:endParaRPr>
          </a:p>
        </p:txBody>
      </p:sp>
      <p:cxnSp>
        <p:nvCxnSpPr>
          <p:cNvPr id="1484" name="Google Shape;1484;p181"/>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88" name="Shape 1488"/>
        <p:cNvGrpSpPr/>
        <p:nvPr/>
      </p:nvGrpSpPr>
      <p:grpSpPr>
        <a:xfrm>
          <a:off x="0" y="0"/>
          <a:ext cx="0" cy="0"/>
          <a:chOff x="0" y="0"/>
          <a:chExt cx="0" cy="0"/>
        </a:xfrm>
      </p:grpSpPr>
      <p:sp>
        <p:nvSpPr>
          <p:cNvPr id="1489" name="Google Shape;1489;p182"/>
          <p:cNvSpPr/>
          <p:nvPr/>
        </p:nvSpPr>
        <p:spPr>
          <a:xfrm>
            <a:off x="1914525"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0" name="Google Shape;1490;p182"/>
          <p:cNvPicPr preferRelativeResize="0"/>
          <p:nvPr/>
        </p:nvPicPr>
        <p:blipFill>
          <a:blip r:embed="rId3">
            <a:alphaModFix/>
          </a:blip>
          <a:stretch>
            <a:fillRect/>
          </a:stretch>
        </p:blipFill>
        <p:spPr>
          <a:xfrm>
            <a:off x="2078500" y="1543000"/>
            <a:ext cx="716649" cy="1502249"/>
          </a:xfrm>
          <a:prstGeom prst="rect">
            <a:avLst/>
          </a:prstGeom>
          <a:noFill/>
          <a:ln>
            <a:noFill/>
          </a:ln>
          <a:effectLst>
            <a:outerShdw blurRad="57150" rotWithShape="0" algn="bl" dir="5400000" dist="19050">
              <a:srgbClr val="000000">
                <a:alpha val="50000"/>
              </a:srgbClr>
            </a:outerShdw>
          </a:effectLst>
        </p:spPr>
      </p:pic>
      <p:sp>
        <p:nvSpPr>
          <p:cNvPr id="1491" name="Google Shape;1491;p182"/>
          <p:cNvSpPr/>
          <p:nvPr/>
        </p:nvSpPr>
        <p:spPr>
          <a:xfrm>
            <a:off x="131882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2"/>
          <p:cNvSpPr txBox="1"/>
          <p:nvPr/>
        </p:nvSpPr>
        <p:spPr>
          <a:xfrm>
            <a:off x="2968500" y="2904775"/>
            <a:ext cx="571500" cy="80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edium"/>
                <a:ea typeface="Roboto Medium"/>
                <a:cs typeface="Roboto Medium"/>
                <a:sym typeface="Roboto Medium"/>
              </a:rPr>
              <a:t>Alerts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Via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Syslog</a:t>
            </a:r>
            <a:endParaRPr sz="1100">
              <a:solidFill>
                <a:schemeClr val="dk1"/>
              </a:solidFill>
              <a:latin typeface="Roboto Medium"/>
              <a:ea typeface="Roboto Medium"/>
              <a:cs typeface="Roboto Medium"/>
              <a:sym typeface="Roboto Medium"/>
            </a:endParaRPr>
          </a:p>
          <a:p>
            <a:pPr indent="0" lvl="0" marL="0" rtl="0" algn="ctr">
              <a:lnSpc>
                <a:spcPct val="100000"/>
              </a:lnSpc>
              <a:spcBef>
                <a:spcPts val="0"/>
              </a:spcBef>
              <a:spcAft>
                <a:spcPts val="0"/>
              </a:spcAft>
              <a:buNone/>
            </a:pPr>
            <a:r>
              <a:t/>
            </a:r>
            <a:endParaRPr sz="1100">
              <a:solidFill>
                <a:schemeClr val="dk1"/>
              </a:solidFill>
              <a:latin typeface="Roboto Medium"/>
              <a:ea typeface="Roboto Medium"/>
              <a:cs typeface="Roboto Medium"/>
              <a:sym typeface="Roboto Medium"/>
            </a:endParaRPr>
          </a:p>
        </p:txBody>
      </p:sp>
      <p:sp>
        <p:nvSpPr>
          <p:cNvPr id="1493" name="Google Shape;1493;p182"/>
          <p:cNvSpPr txBox="1"/>
          <p:nvPr/>
        </p:nvSpPr>
        <p:spPr>
          <a:xfrm>
            <a:off x="1333650" y="2873800"/>
            <a:ext cx="571500" cy="226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Logs</a:t>
            </a:r>
            <a:endParaRPr sz="1100">
              <a:solidFill>
                <a:schemeClr val="dk1"/>
              </a:solidFill>
              <a:latin typeface="Roboto Medium"/>
              <a:ea typeface="Roboto Medium"/>
              <a:cs typeface="Roboto Medium"/>
              <a:sym typeface="Roboto Medium"/>
            </a:endParaRPr>
          </a:p>
        </p:txBody>
      </p:sp>
      <p:sp>
        <p:nvSpPr>
          <p:cNvPr id="1494" name="Google Shape;1494;p182"/>
          <p:cNvSpPr/>
          <p:nvPr/>
        </p:nvSpPr>
        <p:spPr>
          <a:xfrm>
            <a:off x="1914526"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Server</a:t>
            </a:r>
            <a:endParaRPr sz="1200"/>
          </a:p>
        </p:txBody>
      </p:sp>
      <p:sp>
        <p:nvSpPr>
          <p:cNvPr id="1495" name="Google Shape;1495;p182"/>
          <p:cNvSpPr/>
          <p:nvPr/>
        </p:nvSpPr>
        <p:spPr>
          <a:xfrm>
            <a:off x="285750"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82"/>
          <p:cNvSpPr txBox="1"/>
          <p:nvPr>
            <p:ph type="title"/>
          </p:nvPr>
        </p:nvSpPr>
        <p:spPr>
          <a:xfrm>
            <a:off x="-12300" y="-42325"/>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Elastic</a:t>
            </a:r>
            <a:r>
              <a:rPr lang="en"/>
              <a:t> </a:t>
            </a:r>
            <a:r>
              <a:rPr lang="en"/>
              <a:t>Stack Overview</a:t>
            </a:r>
            <a:endParaRPr/>
          </a:p>
        </p:txBody>
      </p:sp>
      <p:sp>
        <p:nvSpPr>
          <p:cNvPr id="1497" name="Google Shape;1497;p182"/>
          <p:cNvSpPr/>
          <p:nvPr/>
        </p:nvSpPr>
        <p:spPr>
          <a:xfrm>
            <a:off x="285751"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Agents</a:t>
            </a:r>
            <a:endParaRPr sz="1200"/>
          </a:p>
        </p:txBody>
      </p:sp>
      <p:sp>
        <p:nvSpPr>
          <p:cNvPr id="1498" name="Google Shape;1498;p182"/>
          <p:cNvSpPr/>
          <p:nvPr/>
        </p:nvSpPr>
        <p:spPr>
          <a:xfrm>
            <a:off x="3566525" y="2374175"/>
            <a:ext cx="8901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2"/>
          <p:cNvSpPr/>
          <p:nvPr/>
        </p:nvSpPr>
        <p:spPr>
          <a:xfrm>
            <a:off x="2966650"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0" name="Google Shape;1500;p182"/>
          <p:cNvPicPr preferRelativeResize="0"/>
          <p:nvPr/>
        </p:nvPicPr>
        <p:blipFill rotWithShape="1">
          <a:blip r:embed="rId4">
            <a:alphaModFix/>
          </a:blip>
          <a:srcRect b="0" l="7884" r="7876" t="0"/>
          <a:stretch/>
        </p:blipFill>
        <p:spPr>
          <a:xfrm>
            <a:off x="3601530" y="2566735"/>
            <a:ext cx="820166" cy="616995"/>
          </a:xfrm>
          <a:prstGeom prst="rect">
            <a:avLst/>
          </a:prstGeom>
          <a:noFill/>
          <a:ln>
            <a:noFill/>
          </a:ln>
        </p:spPr>
      </p:pic>
      <p:grpSp>
        <p:nvGrpSpPr>
          <p:cNvPr id="1501" name="Google Shape;1501;p182"/>
          <p:cNvGrpSpPr/>
          <p:nvPr/>
        </p:nvGrpSpPr>
        <p:grpSpPr>
          <a:xfrm>
            <a:off x="336431" y="1446428"/>
            <a:ext cx="943232" cy="646603"/>
            <a:chOff x="336431" y="1446428"/>
            <a:chExt cx="943232" cy="646603"/>
          </a:xfrm>
        </p:grpSpPr>
        <p:grpSp>
          <p:nvGrpSpPr>
            <p:cNvPr id="1502" name="Google Shape;1502;p182"/>
            <p:cNvGrpSpPr/>
            <p:nvPr/>
          </p:nvGrpSpPr>
          <p:grpSpPr>
            <a:xfrm>
              <a:off x="336431" y="1446428"/>
              <a:ext cx="943232" cy="646603"/>
              <a:chOff x="301345" y="1980442"/>
              <a:chExt cx="2619361" cy="1795620"/>
            </a:xfrm>
          </p:grpSpPr>
          <p:pic>
            <p:nvPicPr>
              <p:cNvPr id="1503" name="Google Shape;1503;p182"/>
              <p:cNvPicPr preferRelativeResize="0"/>
              <p:nvPr/>
            </p:nvPicPr>
            <p:blipFill>
              <a:blip r:embed="rId5">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04" name="Google Shape;1504;p182"/>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82"/>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06" name="Google Shape;1506;p182"/>
            <p:cNvPicPr preferRelativeResize="0"/>
            <p:nvPr/>
          </p:nvPicPr>
          <p:blipFill>
            <a:blip r:embed="rId6">
              <a:alphaModFix/>
            </a:blip>
            <a:stretch>
              <a:fillRect/>
            </a:stretch>
          </p:blipFill>
          <p:spPr>
            <a:xfrm>
              <a:off x="645575" y="1532792"/>
              <a:ext cx="293997" cy="345907"/>
            </a:xfrm>
            <a:prstGeom prst="rect">
              <a:avLst/>
            </a:prstGeom>
            <a:noFill/>
            <a:ln>
              <a:noFill/>
            </a:ln>
          </p:spPr>
        </p:pic>
      </p:grpSp>
      <p:grpSp>
        <p:nvGrpSpPr>
          <p:cNvPr id="1507" name="Google Shape;1507;p182"/>
          <p:cNvGrpSpPr/>
          <p:nvPr/>
        </p:nvGrpSpPr>
        <p:grpSpPr>
          <a:xfrm>
            <a:off x="336431" y="2238386"/>
            <a:ext cx="943232" cy="646603"/>
            <a:chOff x="336431" y="1446428"/>
            <a:chExt cx="943232" cy="646603"/>
          </a:xfrm>
        </p:grpSpPr>
        <p:grpSp>
          <p:nvGrpSpPr>
            <p:cNvPr id="1508" name="Google Shape;1508;p182"/>
            <p:cNvGrpSpPr/>
            <p:nvPr/>
          </p:nvGrpSpPr>
          <p:grpSpPr>
            <a:xfrm>
              <a:off x="336431" y="1446428"/>
              <a:ext cx="943232" cy="646603"/>
              <a:chOff x="301345" y="1980442"/>
              <a:chExt cx="2619361" cy="1795620"/>
            </a:xfrm>
          </p:grpSpPr>
          <p:pic>
            <p:nvPicPr>
              <p:cNvPr id="1509" name="Google Shape;1509;p182"/>
              <p:cNvPicPr preferRelativeResize="0"/>
              <p:nvPr/>
            </p:nvPicPr>
            <p:blipFill>
              <a:blip r:embed="rId5">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10" name="Google Shape;1510;p182"/>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82"/>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12" name="Google Shape;1512;p182"/>
            <p:cNvPicPr preferRelativeResize="0"/>
            <p:nvPr/>
          </p:nvPicPr>
          <p:blipFill>
            <a:blip r:embed="rId6">
              <a:alphaModFix/>
            </a:blip>
            <a:stretch>
              <a:fillRect/>
            </a:stretch>
          </p:blipFill>
          <p:spPr>
            <a:xfrm>
              <a:off x="645575" y="1532792"/>
              <a:ext cx="293997" cy="345907"/>
            </a:xfrm>
            <a:prstGeom prst="rect">
              <a:avLst/>
            </a:prstGeom>
            <a:noFill/>
            <a:ln>
              <a:noFill/>
            </a:ln>
          </p:spPr>
        </p:pic>
      </p:grpSp>
      <p:grpSp>
        <p:nvGrpSpPr>
          <p:cNvPr id="1513" name="Google Shape;1513;p182"/>
          <p:cNvGrpSpPr/>
          <p:nvPr/>
        </p:nvGrpSpPr>
        <p:grpSpPr>
          <a:xfrm>
            <a:off x="336431" y="3030344"/>
            <a:ext cx="943232" cy="646603"/>
            <a:chOff x="336431" y="1446428"/>
            <a:chExt cx="943232" cy="646603"/>
          </a:xfrm>
        </p:grpSpPr>
        <p:grpSp>
          <p:nvGrpSpPr>
            <p:cNvPr id="1514" name="Google Shape;1514;p182"/>
            <p:cNvGrpSpPr/>
            <p:nvPr/>
          </p:nvGrpSpPr>
          <p:grpSpPr>
            <a:xfrm>
              <a:off x="336431" y="1446428"/>
              <a:ext cx="943232" cy="646603"/>
              <a:chOff x="301345" y="1980442"/>
              <a:chExt cx="2619361" cy="1795620"/>
            </a:xfrm>
          </p:grpSpPr>
          <p:pic>
            <p:nvPicPr>
              <p:cNvPr id="1515" name="Google Shape;1515;p182"/>
              <p:cNvPicPr preferRelativeResize="0"/>
              <p:nvPr/>
            </p:nvPicPr>
            <p:blipFill>
              <a:blip r:embed="rId5">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16" name="Google Shape;1516;p182"/>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82"/>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18" name="Google Shape;1518;p182"/>
            <p:cNvPicPr preferRelativeResize="0"/>
            <p:nvPr/>
          </p:nvPicPr>
          <p:blipFill>
            <a:blip r:embed="rId6">
              <a:alphaModFix/>
            </a:blip>
            <a:stretch>
              <a:fillRect/>
            </a:stretch>
          </p:blipFill>
          <p:spPr>
            <a:xfrm>
              <a:off x="645575" y="1532792"/>
              <a:ext cx="293997" cy="345907"/>
            </a:xfrm>
            <a:prstGeom prst="rect">
              <a:avLst/>
            </a:prstGeom>
            <a:noFill/>
            <a:ln>
              <a:noFill/>
            </a:ln>
          </p:spPr>
        </p:pic>
      </p:grpSp>
      <p:grpSp>
        <p:nvGrpSpPr>
          <p:cNvPr id="1519" name="Google Shape;1519;p182"/>
          <p:cNvGrpSpPr/>
          <p:nvPr/>
        </p:nvGrpSpPr>
        <p:grpSpPr>
          <a:xfrm>
            <a:off x="336431" y="3822303"/>
            <a:ext cx="943232" cy="646603"/>
            <a:chOff x="336431" y="1446428"/>
            <a:chExt cx="943232" cy="646603"/>
          </a:xfrm>
        </p:grpSpPr>
        <p:grpSp>
          <p:nvGrpSpPr>
            <p:cNvPr id="1520" name="Google Shape;1520;p182"/>
            <p:cNvGrpSpPr/>
            <p:nvPr/>
          </p:nvGrpSpPr>
          <p:grpSpPr>
            <a:xfrm>
              <a:off x="336431" y="1446428"/>
              <a:ext cx="943232" cy="646603"/>
              <a:chOff x="301345" y="1980442"/>
              <a:chExt cx="2619361" cy="1795620"/>
            </a:xfrm>
          </p:grpSpPr>
          <p:pic>
            <p:nvPicPr>
              <p:cNvPr id="1521" name="Google Shape;1521;p182"/>
              <p:cNvPicPr preferRelativeResize="0"/>
              <p:nvPr/>
            </p:nvPicPr>
            <p:blipFill>
              <a:blip r:embed="rId5">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22" name="Google Shape;1522;p182"/>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82"/>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24" name="Google Shape;1524;p182"/>
            <p:cNvPicPr preferRelativeResize="0"/>
            <p:nvPr/>
          </p:nvPicPr>
          <p:blipFill>
            <a:blip r:embed="rId6">
              <a:alphaModFix/>
            </a:blip>
            <a:stretch>
              <a:fillRect/>
            </a:stretch>
          </p:blipFill>
          <p:spPr>
            <a:xfrm>
              <a:off x="645575" y="1532792"/>
              <a:ext cx="293997" cy="345907"/>
            </a:xfrm>
            <a:prstGeom prst="rect">
              <a:avLst/>
            </a:prstGeom>
            <a:noFill/>
            <a:ln>
              <a:noFill/>
            </a:ln>
          </p:spPr>
        </p:pic>
      </p:grpSp>
      <p:grpSp>
        <p:nvGrpSpPr>
          <p:cNvPr id="1525" name="Google Shape;1525;p182"/>
          <p:cNvGrpSpPr/>
          <p:nvPr/>
        </p:nvGrpSpPr>
        <p:grpSpPr>
          <a:xfrm>
            <a:off x="1965206" y="3100603"/>
            <a:ext cx="943232" cy="646603"/>
            <a:chOff x="336431" y="1446428"/>
            <a:chExt cx="943232" cy="646603"/>
          </a:xfrm>
        </p:grpSpPr>
        <p:grpSp>
          <p:nvGrpSpPr>
            <p:cNvPr id="1526" name="Google Shape;1526;p182"/>
            <p:cNvGrpSpPr/>
            <p:nvPr/>
          </p:nvGrpSpPr>
          <p:grpSpPr>
            <a:xfrm>
              <a:off x="336431" y="1446428"/>
              <a:ext cx="943232" cy="646603"/>
              <a:chOff x="301345" y="1980442"/>
              <a:chExt cx="2619361" cy="1795620"/>
            </a:xfrm>
          </p:grpSpPr>
          <p:pic>
            <p:nvPicPr>
              <p:cNvPr id="1527" name="Google Shape;1527;p182"/>
              <p:cNvPicPr preferRelativeResize="0"/>
              <p:nvPr/>
            </p:nvPicPr>
            <p:blipFill>
              <a:blip r:embed="rId5">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28" name="Google Shape;1528;p182"/>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82"/>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30" name="Google Shape;1530;p182"/>
            <p:cNvPicPr preferRelativeResize="0"/>
            <p:nvPr/>
          </p:nvPicPr>
          <p:blipFill>
            <a:blip r:embed="rId6">
              <a:alphaModFix/>
            </a:blip>
            <a:stretch>
              <a:fillRect/>
            </a:stretch>
          </p:blipFill>
          <p:spPr>
            <a:xfrm>
              <a:off x="645575" y="1532792"/>
              <a:ext cx="293997" cy="345907"/>
            </a:xfrm>
            <a:prstGeom prst="rect">
              <a:avLst/>
            </a:prstGeom>
            <a:noFill/>
            <a:ln>
              <a:noFill/>
            </a:ln>
          </p:spPr>
        </p:pic>
      </p:grpSp>
      <p:grpSp>
        <p:nvGrpSpPr>
          <p:cNvPr id="1531" name="Google Shape;1531;p182"/>
          <p:cNvGrpSpPr/>
          <p:nvPr/>
        </p:nvGrpSpPr>
        <p:grpSpPr>
          <a:xfrm>
            <a:off x="2300301" y="3930050"/>
            <a:ext cx="219900" cy="438771"/>
            <a:chOff x="2300301" y="3930050"/>
            <a:chExt cx="219900" cy="438771"/>
          </a:xfrm>
        </p:grpSpPr>
        <p:pic>
          <p:nvPicPr>
            <p:cNvPr id="1532" name="Google Shape;1532;p182"/>
            <p:cNvPicPr preferRelativeResize="0"/>
            <p:nvPr/>
          </p:nvPicPr>
          <p:blipFill rotWithShape="1">
            <a:blip r:embed="rId7">
              <a:alphaModFix/>
            </a:blip>
            <a:srcRect b="0" l="0" r="10" t="0"/>
            <a:stretch/>
          </p:blipFill>
          <p:spPr>
            <a:xfrm>
              <a:off x="2300301" y="3930050"/>
              <a:ext cx="219900" cy="438771"/>
            </a:xfrm>
            <a:prstGeom prst="rect">
              <a:avLst/>
            </a:prstGeom>
            <a:noFill/>
            <a:ln>
              <a:noFill/>
            </a:ln>
            <a:effectLst>
              <a:outerShdw blurRad="14288" rotWithShape="0" algn="bl">
                <a:srgbClr val="000000">
                  <a:alpha val="13000"/>
                </a:srgbClr>
              </a:outerShdw>
            </a:effectLst>
          </p:spPr>
        </p:pic>
        <p:sp>
          <p:nvSpPr>
            <p:cNvPr id="1533" name="Google Shape;1533;p182"/>
            <p:cNvSpPr/>
            <p:nvPr/>
          </p:nvSpPr>
          <p:spPr>
            <a:xfrm>
              <a:off x="2312025" y="3959925"/>
              <a:ext cx="199200" cy="364200"/>
            </a:xfrm>
            <a:prstGeom prst="rect">
              <a:avLst/>
            </a:prstGeom>
            <a:solidFill>
              <a:srgbClr val="A1DEE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4" name="Google Shape;1534;p182"/>
            <p:cNvPicPr preferRelativeResize="0"/>
            <p:nvPr/>
          </p:nvPicPr>
          <p:blipFill>
            <a:blip r:embed="rId8">
              <a:alphaModFix/>
            </a:blip>
            <a:stretch>
              <a:fillRect/>
            </a:stretch>
          </p:blipFill>
          <p:spPr>
            <a:xfrm>
              <a:off x="2326025" y="4019500"/>
              <a:ext cx="168450" cy="168450"/>
            </a:xfrm>
            <a:prstGeom prst="rect">
              <a:avLst/>
            </a:prstGeom>
            <a:noFill/>
            <a:ln>
              <a:noFill/>
            </a:ln>
          </p:spPr>
        </p:pic>
      </p:grpSp>
      <p:pic>
        <p:nvPicPr>
          <p:cNvPr id="1535" name="Google Shape;1535;p182"/>
          <p:cNvPicPr preferRelativeResize="0"/>
          <p:nvPr/>
        </p:nvPicPr>
        <p:blipFill>
          <a:blip r:embed="rId6">
            <a:alphaModFix/>
          </a:blip>
          <a:stretch>
            <a:fillRect/>
          </a:stretch>
        </p:blipFill>
        <p:spPr>
          <a:xfrm>
            <a:off x="1935900" y="1315477"/>
            <a:ext cx="350900" cy="412850"/>
          </a:xfrm>
          <a:prstGeom prst="rect">
            <a:avLst/>
          </a:prstGeom>
          <a:noFill/>
          <a:ln>
            <a:noFill/>
          </a:ln>
        </p:spPr>
      </p:pic>
      <p:sp>
        <p:nvSpPr>
          <p:cNvPr id="1536" name="Google Shape;1536;p182"/>
          <p:cNvSpPr/>
          <p:nvPr/>
        </p:nvSpPr>
        <p:spPr>
          <a:xfrm>
            <a:off x="4126925" y="790554"/>
            <a:ext cx="4641900" cy="805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182"/>
          <p:cNvSpPr/>
          <p:nvPr/>
        </p:nvSpPr>
        <p:spPr>
          <a:xfrm>
            <a:off x="3390053" y="790550"/>
            <a:ext cx="716565" cy="4590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3000">
                <a:solidFill>
                  <a:srgbClr val="F2F2F2"/>
                </a:solidFill>
                <a:latin typeface="Roboto"/>
                <a:ea typeface="Roboto"/>
                <a:cs typeface="Roboto"/>
                <a:sym typeface="Roboto"/>
              </a:rPr>
              <a:t>03</a:t>
            </a:r>
            <a:endParaRPr b="0" i="0" sz="3000" u="none" cap="none" strike="noStrike">
              <a:solidFill>
                <a:srgbClr val="F2F2F2"/>
              </a:solidFill>
              <a:latin typeface="Roboto"/>
              <a:ea typeface="Roboto"/>
              <a:cs typeface="Roboto"/>
              <a:sym typeface="Roboto"/>
            </a:endParaRPr>
          </a:p>
        </p:txBody>
      </p:sp>
      <p:sp>
        <p:nvSpPr>
          <p:cNvPr id="1538" name="Google Shape;1538;p182"/>
          <p:cNvSpPr txBox="1"/>
          <p:nvPr/>
        </p:nvSpPr>
        <p:spPr>
          <a:xfrm>
            <a:off x="4126975" y="811925"/>
            <a:ext cx="4641900" cy="805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OSSEC-generated syslog alerts are written to Logstash for storage.</a:t>
            </a:r>
            <a:endParaRPr sz="1800">
              <a:solidFill>
                <a:srgbClr val="082D49"/>
              </a:solidFill>
              <a:latin typeface="Roboto"/>
              <a:ea typeface="Roboto"/>
              <a:cs typeface="Roboto"/>
              <a:sym typeface="Roboto"/>
            </a:endParaRPr>
          </a:p>
        </p:txBody>
      </p:sp>
      <p:cxnSp>
        <p:nvCxnSpPr>
          <p:cNvPr id="1539" name="Google Shape;1539;p182"/>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543" name="Shape 1543"/>
        <p:cNvGrpSpPr/>
        <p:nvPr/>
      </p:nvGrpSpPr>
      <p:grpSpPr>
        <a:xfrm>
          <a:off x="0" y="0"/>
          <a:ext cx="0" cy="0"/>
          <a:chOff x="0" y="0"/>
          <a:chExt cx="0" cy="0"/>
        </a:xfrm>
      </p:grpSpPr>
      <p:sp>
        <p:nvSpPr>
          <p:cNvPr id="1544" name="Google Shape;1544;p183"/>
          <p:cNvSpPr/>
          <p:nvPr/>
        </p:nvSpPr>
        <p:spPr>
          <a:xfrm>
            <a:off x="1914525"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5" name="Google Shape;1545;p183"/>
          <p:cNvPicPr preferRelativeResize="0"/>
          <p:nvPr/>
        </p:nvPicPr>
        <p:blipFill>
          <a:blip r:embed="rId3">
            <a:alphaModFix/>
          </a:blip>
          <a:stretch>
            <a:fillRect/>
          </a:stretch>
        </p:blipFill>
        <p:spPr>
          <a:xfrm>
            <a:off x="2078500" y="1543000"/>
            <a:ext cx="716649" cy="1502249"/>
          </a:xfrm>
          <a:prstGeom prst="rect">
            <a:avLst/>
          </a:prstGeom>
          <a:noFill/>
          <a:ln>
            <a:noFill/>
          </a:ln>
          <a:effectLst>
            <a:outerShdw blurRad="57150" rotWithShape="0" algn="bl" dir="5400000" dist="19050">
              <a:srgbClr val="000000">
                <a:alpha val="50000"/>
              </a:srgbClr>
            </a:outerShdw>
          </a:effectLst>
        </p:spPr>
      </p:pic>
      <p:sp>
        <p:nvSpPr>
          <p:cNvPr id="1546" name="Google Shape;1546;p183"/>
          <p:cNvSpPr/>
          <p:nvPr/>
        </p:nvSpPr>
        <p:spPr>
          <a:xfrm>
            <a:off x="131882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83"/>
          <p:cNvSpPr txBox="1"/>
          <p:nvPr/>
        </p:nvSpPr>
        <p:spPr>
          <a:xfrm>
            <a:off x="2968500" y="2904775"/>
            <a:ext cx="571500" cy="80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edium"/>
                <a:ea typeface="Roboto Medium"/>
                <a:cs typeface="Roboto Medium"/>
                <a:sym typeface="Roboto Medium"/>
              </a:rPr>
              <a:t>Alerts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Via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Syslog</a:t>
            </a:r>
            <a:endParaRPr sz="1100">
              <a:solidFill>
                <a:schemeClr val="dk1"/>
              </a:solidFill>
              <a:latin typeface="Roboto Medium"/>
              <a:ea typeface="Roboto Medium"/>
              <a:cs typeface="Roboto Medium"/>
              <a:sym typeface="Roboto Medium"/>
            </a:endParaRPr>
          </a:p>
          <a:p>
            <a:pPr indent="0" lvl="0" marL="0" rtl="0" algn="ctr">
              <a:lnSpc>
                <a:spcPct val="100000"/>
              </a:lnSpc>
              <a:spcBef>
                <a:spcPts val="0"/>
              </a:spcBef>
              <a:spcAft>
                <a:spcPts val="0"/>
              </a:spcAft>
              <a:buNone/>
            </a:pPr>
            <a:r>
              <a:t/>
            </a:r>
            <a:endParaRPr sz="1100">
              <a:solidFill>
                <a:schemeClr val="dk1"/>
              </a:solidFill>
              <a:latin typeface="Roboto Medium"/>
              <a:ea typeface="Roboto Medium"/>
              <a:cs typeface="Roboto Medium"/>
              <a:sym typeface="Roboto Medium"/>
            </a:endParaRPr>
          </a:p>
        </p:txBody>
      </p:sp>
      <p:sp>
        <p:nvSpPr>
          <p:cNvPr id="1548" name="Google Shape;1548;p183"/>
          <p:cNvSpPr txBox="1"/>
          <p:nvPr/>
        </p:nvSpPr>
        <p:spPr>
          <a:xfrm>
            <a:off x="1333650" y="2873800"/>
            <a:ext cx="571500" cy="226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Logs</a:t>
            </a:r>
            <a:endParaRPr sz="1100">
              <a:solidFill>
                <a:schemeClr val="dk1"/>
              </a:solidFill>
              <a:latin typeface="Roboto Medium"/>
              <a:ea typeface="Roboto Medium"/>
              <a:cs typeface="Roboto Medium"/>
              <a:sym typeface="Roboto Medium"/>
            </a:endParaRPr>
          </a:p>
        </p:txBody>
      </p:sp>
      <p:sp>
        <p:nvSpPr>
          <p:cNvPr id="1549" name="Google Shape;1549;p183"/>
          <p:cNvSpPr/>
          <p:nvPr/>
        </p:nvSpPr>
        <p:spPr>
          <a:xfrm>
            <a:off x="5047700" y="2375069"/>
            <a:ext cx="10446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83"/>
          <p:cNvSpPr/>
          <p:nvPr/>
        </p:nvSpPr>
        <p:spPr>
          <a:xfrm>
            <a:off x="1914526"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Server</a:t>
            </a:r>
            <a:endParaRPr sz="1200"/>
          </a:p>
        </p:txBody>
      </p:sp>
      <p:sp>
        <p:nvSpPr>
          <p:cNvPr id="1551" name="Google Shape;1551;p183"/>
          <p:cNvSpPr/>
          <p:nvPr/>
        </p:nvSpPr>
        <p:spPr>
          <a:xfrm>
            <a:off x="285750"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83"/>
          <p:cNvSpPr txBox="1"/>
          <p:nvPr>
            <p:ph type="title"/>
          </p:nvPr>
        </p:nvSpPr>
        <p:spPr>
          <a:xfrm>
            <a:off x="-12300" y="-42325"/>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Elastic</a:t>
            </a:r>
            <a:r>
              <a:rPr lang="en"/>
              <a:t> </a:t>
            </a:r>
            <a:r>
              <a:rPr lang="en"/>
              <a:t>Stack Overview</a:t>
            </a:r>
            <a:endParaRPr/>
          </a:p>
        </p:txBody>
      </p:sp>
      <p:sp>
        <p:nvSpPr>
          <p:cNvPr id="1553" name="Google Shape;1553;p183"/>
          <p:cNvSpPr/>
          <p:nvPr/>
        </p:nvSpPr>
        <p:spPr>
          <a:xfrm>
            <a:off x="285751"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Agents</a:t>
            </a:r>
            <a:endParaRPr sz="1200"/>
          </a:p>
        </p:txBody>
      </p:sp>
      <p:sp>
        <p:nvSpPr>
          <p:cNvPr id="1554" name="Google Shape;1554;p183"/>
          <p:cNvSpPr/>
          <p:nvPr/>
        </p:nvSpPr>
        <p:spPr>
          <a:xfrm>
            <a:off x="3566525" y="2374175"/>
            <a:ext cx="8901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83"/>
          <p:cNvSpPr txBox="1"/>
          <p:nvPr/>
        </p:nvSpPr>
        <p:spPr>
          <a:xfrm>
            <a:off x="4530625" y="2904775"/>
            <a:ext cx="434400" cy="3885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Data</a:t>
            </a:r>
            <a:endParaRPr sz="1100">
              <a:solidFill>
                <a:schemeClr val="dk1"/>
              </a:solidFill>
              <a:latin typeface="Roboto Medium"/>
              <a:ea typeface="Roboto Medium"/>
              <a:cs typeface="Roboto Medium"/>
              <a:sym typeface="Roboto Medium"/>
            </a:endParaRPr>
          </a:p>
        </p:txBody>
      </p:sp>
      <p:pic>
        <p:nvPicPr>
          <p:cNvPr id="1556" name="Google Shape;1556;p183"/>
          <p:cNvPicPr preferRelativeResize="0"/>
          <p:nvPr/>
        </p:nvPicPr>
        <p:blipFill rotWithShape="1">
          <a:blip r:embed="rId4">
            <a:alphaModFix/>
          </a:blip>
          <a:srcRect b="0" l="5617" r="7824" t="0"/>
          <a:stretch/>
        </p:blipFill>
        <p:spPr>
          <a:xfrm>
            <a:off x="5098350" y="2613150"/>
            <a:ext cx="943300" cy="567200"/>
          </a:xfrm>
          <a:prstGeom prst="rect">
            <a:avLst/>
          </a:prstGeom>
          <a:noFill/>
          <a:ln>
            <a:noFill/>
          </a:ln>
        </p:spPr>
      </p:pic>
      <p:sp>
        <p:nvSpPr>
          <p:cNvPr id="1557" name="Google Shape;1557;p183"/>
          <p:cNvSpPr/>
          <p:nvPr/>
        </p:nvSpPr>
        <p:spPr>
          <a:xfrm>
            <a:off x="2966650"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83"/>
          <p:cNvSpPr/>
          <p:nvPr/>
        </p:nvSpPr>
        <p:spPr>
          <a:xfrm>
            <a:off x="446207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9" name="Google Shape;1559;p183"/>
          <p:cNvPicPr preferRelativeResize="0"/>
          <p:nvPr/>
        </p:nvPicPr>
        <p:blipFill rotWithShape="1">
          <a:blip r:embed="rId5">
            <a:alphaModFix/>
          </a:blip>
          <a:srcRect b="0" l="7884" r="7876" t="0"/>
          <a:stretch/>
        </p:blipFill>
        <p:spPr>
          <a:xfrm>
            <a:off x="3601530" y="2566735"/>
            <a:ext cx="820166" cy="616995"/>
          </a:xfrm>
          <a:prstGeom prst="rect">
            <a:avLst/>
          </a:prstGeom>
          <a:noFill/>
          <a:ln>
            <a:noFill/>
          </a:ln>
        </p:spPr>
      </p:pic>
      <p:grpSp>
        <p:nvGrpSpPr>
          <p:cNvPr id="1560" name="Google Shape;1560;p183"/>
          <p:cNvGrpSpPr/>
          <p:nvPr/>
        </p:nvGrpSpPr>
        <p:grpSpPr>
          <a:xfrm>
            <a:off x="336431" y="1446428"/>
            <a:ext cx="943232" cy="646603"/>
            <a:chOff x="336431" y="1446428"/>
            <a:chExt cx="943232" cy="646603"/>
          </a:xfrm>
        </p:grpSpPr>
        <p:grpSp>
          <p:nvGrpSpPr>
            <p:cNvPr id="1561" name="Google Shape;1561;p183"/>
            <p:cNvGrpSpPr/>
            <p:nvPr/>
          </p:nvGrpSpPr>
          <p:grpSpPr>
            <a:xfrm>
              <a:off x="336431" y="1446428"/>
              <a:ext cx="943232" cy="646603"/>
              <a:chOff x="301345" y="1980442"/>
              <a:chExt cx="2619361" cy="1795620"/>
            </a:xfrm>
          </p:grpSpPr>
          <p:pic>
            <p:nvPicPr>
              <p:cNvPr id="1562" name="Google Shape;1562;p183"/>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63" name="Google Shape;1563;p183"/>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83"/>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65" name="Google Shape;1565;p183"/>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566" name="Google Shape;1566;p183"/>
          <p:cNvGrpSpPr/>
          <p:nvPr/>
        </p:nvGrpSpPr>
        <p:grpSpPr>
          <a:xfrm>
            <a:off x="336431" y="2238386"/>
            <a:ext cx="943232" cy="646603"/>
            <a:chOff x="336431" y="1446428"/>
            <a:chExt cx="943232" cy="646603"/>
          </a:xfrm>
        </p:grpSpPr>
        <p:grpSp>
          <p:nvGrpSpPr>
            <p:cNvPr id="1567" name="Google Shape;1567;p183"/>
            <p:cNvGrpSpPr/>
            <p:nvPr/>
          </p:nvGrpSpPr>
          <p:grpSpPr>
            <a:xfrm>
              <a:off x="336431" y="1446428"/>
              <a:ext cx="943232" cy="646603"/>
              <a:chOff x="301345" y="1980442"/>
              <a:chExt cx="2619361" cy="1795620"/>
            </a:xfrm>
          </p:grpSpPr>
          <p:pic>
            <p:nvPicPr>
              <p:cNvPr id="1568" name="Google Shape;1568;p183"/>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69" name="Google Shape;1569;p183"/>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83"/>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71" name="Google Shape;1571;p183"/>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572" name="Google Shape;1572;p183"/>
          <p:cNvGrpSpPr/>
          <p:nvPr/>
        </p:nvGrpSpPr>
        <p:grpSpPr>
          <a:xfrm>
            <a:off x="336431" y="3030344"/>
            <a:ext cx="943232" cy="646603"/>
            <a:chOff x="336431" y="1446428"/>
            <a:chExt cx="943232" cy="646603"/>
          </a:xfrm>
        </p:grpSpPr>
        <p:grpSp>
          <p:nvGrpSpPr>
            <p:cNvPr id="1573" name="Google Shape;1573;p183"/>
            <p:cNvGrpSpPr/>
            <p:nvPr/>
          </p:nvGrpSpPr>
          <p:grpSpPr>
            <a:xfrm>
              <a:off x="336431" y="1446428"/>
              <a:ext cx="943232" cy="646603"/>
              <a:chOff x="301345" y="1980442"/>
              <a:chExt cx="2619361" cy="1795620"/>
            </a:xfrm>
          </p:grpSpPr>
          <p:pic>
            <p:nvPicPr>
              <p:cNvPr id="1574" name="Google Shape;1574;p183"/>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75" name="Google Shape;1575;p183"/>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183"/>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77" name="Google Shape;1577;p183"/>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578" name="Google Shape;1578;p183"/>
          <p:cNvGrpSpPr/>
          <p:nvPr/>
        </p:nvGrpSpPr>
        <p:grpSpPr>
          <a:xfrm>
            <a:off x="336431" y="3822303"/>
            <a:ext cx="943232" cy="646603"/>
            <a:chOff x="336431" y="1446428"/>
            <a:chExt cx="943232" cy="646603"/>
          </a:xfrm>
        </p:grpSpPr>
        <p:grpSp>
          <p:nvGrpSpPr>
            <p:cNvPr id="1579" name="Google Shape;1579;p183"/>
            <p:cNvGrpSpPr/>
            <p:nvPr/>
          </p:nvGrpSpPr>
          <p:grpSpPr>
            <a:xfrm>
              <a:off x="336431" y="1446428"/>
              <a:ext cx="943232" cy="646603"/>
              <a:chOff x="301345" y="1980442"/>
              <a:chExt cx="2619361" cy="1795620"/>
            </a:xfrm>
          </p:grpSpPr>
          <p:pic>
            <p:nvPicPr>
              <p:cNvPr id="1580" name="Google Shape;1580;p183"/>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81" name="Google Shape;1581;p183"/>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83"/>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83" name="Google Shape;1583;p183"/>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584" name="Google Shape;1584;p183"/>
          <p:cNvGrpSpPr/>
          <p:nvPr/>
        </p:nvGrpSpPr>
        <p:grpSpPr>
          <a:xfrm>
            <a:off x="1965206" y="3100603"/>
            <a:ext cx="943232" cy="646603"/>
            <a:chOff x="336431" y="1446428"/>
            <a:chExt cx="943232" cy="646603"/>
          </a:xfrm>
        </p:grpSpPr>
        <p:grpSp>
          <p:nvGrpSpPr>
            <p:cNvPr id="1585" name="Google Shape;1585;p183"/>
            <p:cNvGrpSpPr/>
            <p:nvPr/>
          </p:nvGrpSpPr>
          <p:grpSpPr>
            <a:xfrm>
              <a:off x="336431" y="1446428"/>
              <a:ext cx="943232" cy="646603"/>
              <a:chOff x="301345" y="1980442"/>
              <a:chExt cx="2619361" cy="1795620"/>
            </a:xfrm>
          </p:grpSpPr>
          <p:pic>
            <p:nvPicPr>
              <p:cNvPr id="1586" name="Google Shape;1586;p183"/>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587" name="Google Shape;1587;p183"/>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83"/>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89" name="Google Shape;1589;p183"/>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590" name="Google Shape;1590;p183"/>
          <p:cNvGrpSpPr/>
          <p:nvPr/>
        </p:nvGrpSpPr>
        <p:grpSpPr>
          <a:xfrm>
            <a:off x="2300301" y="3930050"/>
            <a:ext cx="219900" cy="438771"/>
            <a:chOff x="2300301" y="3930050"/>
            <a:chExt cx="219900" cy="438771"/>
          </a:xfrm>
        </p:grpSpPr>
        <p:pic>
          <p:nvPicPr>
            <p:cNvPr id="1591" name="Google Shape;1591;p183"/>
            <p:cNvPicPr preferRelativeResize="0"/>
            <p:nvPr/>
          </p:nvPicPr>
          <p:blipFill rotWithShape="1">
            <a:blip r:embed="rId8">
              <a:alphaModFix/>
            </a:blip>
            <a:srcRect b="0" l="0" r="10" t="0"/>
            <a:stretch/>
          </p:blipFill>
          <p:spPr>
            <a:xfrm>
              <a:off x="2300301" y="3930050"/>
              <a:ext cx="219900" cy="438771"/>
            </a:xfrm>
            <a:prstGeom prst="rect">
              <a:avLst/>
            </a:prstGeom>
            <a:noFill/>
            <a:ln>
              <a:noFill/>
            </a:ln>
            <a:effectLst>
              <a:outerShdw blurRad="14288" rotWithShape="0" algn="bl">
                <a:srgbClr val="000000">
                  <a:alpha val="13000"/>
                </a:srgbClr>
              </a:outerShdw>
            </a:effectLst>
          </p:spPr>
        </p:pic>
        <p:sp>
          <p:nvSpPr>
            <p:cNvPr id="1592" name="Google Shape;1592;p183"/>
            <p:cNvSpPr/>
            <p:nvPr/>
          </p:nvSpPr>
          <p:spPr>
            <a:xfrm>
              <a:off x="2312025" y="3959925"/>
              <a:ext cx="199200" cy="364200"/>
            </a:xfrm>
            <a:prstGeom prst="rect">
              <a:avLst/>
            </a:prstGeom>
            <a:solidFill>
              <a:srgbClr val="A1DEE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3" name="Google Shape;1593;p183"/>
            <p:cNvPicPr preferRelativeResize="0"/>
            <p:nvPr/>
          </p:nvPicPr>
          <p:blipFill>
            <a:blip r:embed="rId9">
              <a:alphaModFix/>
            </a:blip>
            <a:stretch>
              <a:fillRect/>
            </a:stretch>
          </p:blipFill>
          <p:spPr>
            <a:xfrm>
              <a:off x="2326025" y="4019500"/>
              <a:ext cx="168450" cy="168450"/>
            </a:xfrm>
            <a:prstGeom prst="rect">
              <a:avLst/>
            </a:prstGeom>
            <a:noFill/>
            <a:ln>
              <a:noFill/>
            </a:ln>
          </p:spPr>
        </p:pic>
      </p:grpSp>
      <p:pic>
        <p:nvPicPr>
          <p:cNvPr id="1594" name="Google Shape;1594;p183"/>
          <p:cNvPicPr preferRelativeResize="0"/>
          <p:nvPr/>
        </p:nvPicPr>
        <p:blipFill>
          <a:blip r:embed="rId7">
            <a:alphaModFix/>
          </a:blip>
          <a:stretch>
            <a:fillRect/>
          </a:stretch>
        </p:blipFill>
        <p:spPr>
          <a:xfrm>
            <a:off x="1935900" y="1315477"/>
            <a:ext cx="350900" cy="412850"/>
          </a:xfrm>
          <a:prstGeom prst="rect">
            <a:avLst/>
          </a:prstGeom>
          <a:noFill/>
          <a:ln>
            <a:noFill/>
          </a:ln>
        </p:spPr>
      </p:pic>
      <p:sp>
        <p:nvSpPr>
          <p:cNvPr id="1595" name="Google Shape;1595;p183"/>
          <p:cNvSpPr/>
          <p:nvPr/>
        </p:nvSpPr>
        <p:spPr>
          <a:xfrm>
            <a:off x="4126925" y="790554"/>
            <a:ext cx="4641900" cy="805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183"/>
          <p:cNvSpPr/>
          <p:nvPr/>
        </p:nvSpPr>
        <p:spPr>
          <a:xfrm>
            <a:off x="3390053" y="790550"/>
            <a:ext cx="716700" cy="4590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3000">
                <a:solidFill>
                  <a:schemeClr val="accent5"/>
                </a:solidFill>
                <a:latin typeface="Roboto"/>
                <a:ea typeface="Roboto"/>
                <a:cs typeface="Roboto"/>
                <a:sym typeface="Roboto"/>
              </a:rPr>
              <a:t>04</a:t>
            </a:r>
            <a:endParaRPr b="0" i="0" sz="3000" u="none" cap="none" strike="noStrike">
              <a:solidFill>
                <a:schemeClr val="accent5"/>
              </a:solidFill>
              <a:latin typeface="Roboto"/>
              <a:ea typeface="Roboto"/>
              <a:cs typeface="Roboto"/>
              <a:sym typeface="Roboto"/>
            </a:endParaRPr>
          </a:p>
        </p:txBody>
      </p:sp>
      <p:sp>
        <p:nvSpPr>
          <p:cNvPr id="1597" name="Google Shape;1597;p183"/>
          <p:cNvSpPr txBox="1"/>
          <p:nvPr/>
        </p:nvSpPr>
        <p:spPr>
          <a:xfrm>
            <a:off x="4126975" y="811925"/>
            <a:ext cx="4641900" cy="805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Log data is ingested into the Elasticsearch analytics engine.</a:t>
            </a:r>
            <a:endParaRPr sz="1800">
              <a:solidFill>
                <a:srgbClr val="082D49"/>
              </a:solidFill>
              <a:latin typeface="Roboto"/>
              <a:ea typeface="Roboto"/>
              <a:cs typeface="Roboto"/>
              <a:sym typeface="Roboto"/>
            </a:endParaRPr>
          </a:p>
        </p:txBody>
      </p:sp>
      <p:cxnSp>
        <p:nvCxnSpPr>
          <p:cNvPr id="1598" name="Google Shape;1598;p183"/>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02" name="Shape 1602"/>
        <p:cNvGrpSpPr/>
        <p:nvPr/>
      </p:nvGrpSpPr>
      <p:grpSpPr>
        <a:xfrm>
          <a:off x="0" y="0"/>
          <a:ext cx="0" cy="0"/>
          <a:chOff x="0" y="0"/>
          <a:chExt cx="0" cy="0"/>
        </a:xfrm>
      </p:grpSpPr>
      <p:sp>
        <p:nvSpPr>
          <p:cNvPr id="1603" name="Google Shape;1603;p184"/>
          <p:cNvSpPr/>
          <p:nvPr/>
        </p:nvSpPr>
        <p:spPr>
          <a:xfrm>
            <a:off x="1914525"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04" name="Google Shape;1604;p184"/>
          <p:cNvPicPr preferRelativeResize="0"/>
          <p:nvPr/>
        </p:nvPicPr>
        <p:blipFill>
          <a:blip r:embed="rId3">
            <a:alphaModFix/>
          </a:blip>
          <a:stretch>
            <a:fillRect/>
          </a:stretch>
        </p:blipFill>
        <p:spPr>
          <a:xfrm>
            <a:off x="2078500" y="1543000"/>
            <a:ext cx="716649" cy="1502249"/>
          </a:xfrm>
          <a:prstGeom prst="rect">
            <a:avLst/>
          </a:prstGeom>
          <a:noFill/>
          <a:ln>
            <a:noFill/>
          </a:ln>
          <a:effectLst>
            <a:outerShdw blurRad="57150" rotWithShape="0" algn="bl" dir="5400000" dist="19050">
              <a:srgbClr val="000000">
                <a:alpha val="50000"/>
              </a:srgbClr>
            </a:outerShdw>
          </a:effectLst>
        </p:spPr>
      </p:pic>
      <p:sp>
        <p:nvSpPr>
          <p:cNvPr id="1605" name="Google Shape;1605;p184"/>
          <p:cNvSpPr/>
          <p:nvPr/>
        </p:nvSpPr>
        <p:spPr>
          <a:xfrm flipH="1">
            <a:off x="6136825" y="3061850"/>
            <a:ext cx="9432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84"/>
          <p:cNvSpPr/>
          <p:nvPr/>
        </p:nvSpPr>
        <p:spPr>
          <a:xfrm>
            <a:off x="131882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84"/>
          <p:cNvSpPr txBox="1"/>
          <p:nvPr/>
        </p:nvSpPr>
        <p:spPr>
          <a:xfrm>
            <a:off x="2968500" y="2904775"/>
            <a:ext cx="571500" cy="80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Roboto Medium"/>
                <a:ea typeface="Roboto Medium"/>
                <a:cs typeface="Roboto Medium"/>
                <a:sym typeface="Roboto Medium"/>
              </a:rPr>
              <a:t>Alerts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Via </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Syslog</a:t>
            </a:r>
            <a:endParaRPr sz="1100">
              <a:solidFill>
                <a:schemeClr val="dk1"/>
              </a:solidFill>
              <a:latin typeface="Roboto Medium"/>
              <a:ea typeface="Roboto Medium"/>
              <a:cs typeface="Roboto Medium"/>
              <a:sym typeface="Roboto Medium"/>
            </a:endParaRPr>
          </a:p>
          <a:p>
            <a:pPr indent="0" lvl="0" marL="0" rtl="0" algn="ctr">
              <a:lnSpc>
                <a:spcPct val="100000"/>
              </a:lnSpc>
              <a:spcBef>
                <a:spcPts val="0"/>
              </a:spcBef>
              <a:spcAft>
                <a:spcPts val="0"/>
              </a:spcAft>
              <a:buNone/>
            </a:pPr>
            <a:r>
              <a:t/>
            </a:r>
            <a:endParaRPr sz="1100">
              <a:solidFill>
                <a:schemeClr val="dk1"/>
              </a:solidFill>
              <a:latin typeface="Roboto Medium"/>
              <a:ea typeface="Roboto Medium"/>
              <a:cs typeface="Roboto Medium"/>
              <a:sym typeface="Roboto Medium"/>
            </a:endParaRPr>
          </a:p>
        </p:txBody>
      </p:sp>
      <p:sp>
        <p:nvSpPr>
          <p:cNvPr id="1608" name="Google Shape;1608;p184"/>
          <p:cNvSpPr txBox="1"/>
          <p:nvPr/>
        </p:nvSpPr>
        <p:spPr>
          <a:xfrm>
            <a:off x="1333650" y="2873800"/>
            <a:ext cx="571500" cy="226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Logs</a:t>
            </a:r>
            <a:endParaRPr sz="1100">
              <a:solidFill>
                <a:schemeClr val="dk1"/>
              </a:solidFill>
              <a:latin typeface="Roboto Medium"/>
              <a:ea typeface="Roboto Medium"/>
              <a:cs typeface="Roboto Medium"/>
              <a:sym typeface="Roboto Medium"/>
            </a:endParaRPr>
          </a:p>
        </p:txBody>
      </p:sp>
      <p:sp>
        <p:nvSpPr>
          <p:cNvPr id="1609" name="Google Shape;1609;p184"/>
          <p:cNvSpPr/>
          <p:nvPr/>
        </p:nvSpPr>
        <p:spPr>
          <a:xfrm>
            <a:off x="7056025" y="2114550"/>
            <a:ext cx="1824300" cy="1702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84"/>
          <p:cNvSpPr/>
          <p:nvPr/>
        </p:nvSpPr>
        <p:spPr>
          <a:xfrm>
            <a:off x="5047700" y="2375069"/>
            <a:ext cx="10446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84"/>
          <p:cNvSpPr/>
          <p:nvPr/>
        </p:nvSpPr>
        <p:spPr>
          <a:xfrm>
            <a:off x="1914526"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Server</a:t>
            </a:r>
            <a:endParaRPr sz="1200"/>
          </a:p>
        </p:txBody>
      </p:sp>
      <p:sp>
        <p:nvSpPr>
          <p:cNvPr id="1612" name="Google Shape;1612;p184"/>
          <p:cNvSpPr/>
          <p:nvPr/>
        </p:nvSpPr>
        <p:spPr>
          <a:xfrm>
            <a:off x="285750" y="916681"/>
            <a:ext cx="1044600" cy="36552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84"/>
          <p:cNvSpPr txBox="1"/>
          <p:nvPr>
            <p:ph type="title"/>
          </p:nvPr>
        </p:nvSpPr>
        <p:spPr>
          <a:xfrm>
            <a:off x="-12300" y="-42325"/>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Elastic</a:t>
            </a:r>
            <a:r>
              <a:rPr lang="en"/>
              <a:t> </a:t>
            </a:r>
            <a:r>
              <a:rPr lang="en"/>
              <a:t>Stack Overview</a:t>
            </a:r>
            <a:endParaRPr/>
          </a:p>
        </p:txBody>
      </p:sp>
      <p:sp>
        <p:nvSpPr>
          <p:cNvPr id="1614" name="Google Shape;1614;p184"/>
          <p:cNvSpPr/>
          <p:nvPr/>
        </p:nvSpPr>
        <p:spPr>
          <a:xfrm>
            <a:off x="285751" y="916681"/>
            <a:ext cx="1044600" cy="4953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OSSEC</a:t>
            </a:r>
            <a:br>
              <a:rPr b="1" lang="en" sz="1200">
                <a:solidFill>
                  <a:schemeClr val="dk1"/>
                </a:solidFill>
                <a:latin typeface="Roboto"/>
                <a:ea typeface="Roboto"/>
                <a:cs typeface="Roboto"/>
                <a:sym typeface="Roboto"/>
              </a:rPr>
            </a:br>
            <a:r>
              <a:rPr b="1" lang="en" sz="1200">
                <a:solidFill>
                  <a:schemeClr val="dk1"/>
                </a:solidFill>
                <a:latin typeface="Roboto"/>
                <a:ea typeface="Roboto"/>
                <a:cs typeface="Roboto"/>
                <a:sym typeface="Roboto"/>
              </a:rPr>
              <a:t>Agents</a:t>
            </a:r>
            <a:endParaRPr sz="1200"/>
          </a:p>
        </p:txBody>
      </p:sp>
      <p:sp>
        <p:nvSpPr>
          <p:cNvPr id="1615" name="Google Shape;1615;p184"/>
          <p:cNvSpPr/>
          <p:nvPr/>
        </p:nvSpPr>
        <p:spPr>
          <a:xfrm>
            <a:off x="3566525" y="2374175"/>
            <a:ext cx="890100" cy="1063500"/>
          </a:xfrm>
          <a:prstGeom prst="roundRect">
            <a:avLst>
              <a:gd fmla="val 4237" name="adj"/>
            </a:avLst>
          </a:prstGeom>
          <a:solidFill>
            <a:srgbClr val="F2F5F9"/>
          </a:solidFill>
          <a:ln cap="flat" cmpd="sng" w="9525">
            <a:solidFill>
              <a:srgbClr val="9E9E9E"/>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84"/>
          <p:cNvSpPr txBox="1"/>
          <p:nvPr/>
        </p:nvSpPr>
        <p:spPr>
          <a:xfrm>
            <a:off x="4530625" y="2904775"/>
            <a:ext cx="434400" cy="3885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a:t>
            </a:r>
            <a:br>
              <a:rPr lang="en" sz="1100">
                <a:solidFill>
                  <a:schemeClr val="dk1"/>
                </a:solidFill>
                <a:latin typeface="Roboto Medium"/>
                <a:ea typeface="Roboto Medium"/>
                <a:cs typeface="Roboto Medium"/>
                <a:sym typeface="Roboto Medium"/>
              </a:rPr>
            </a:br>
            <a:r>
              <a:rPr lang="en" sz="1100">
                <a:solidFill>
                  <a:schemeClr val="dk1"/>
                </a:solidFill>
                <a:latin typeface="Roboto Medium"/>
                <a:ea typeface="Roboto Medium"/>
                <a:cs typeface="Roboto Medium"/>
                <a:sym typeface="Roboto Medium"/>
              </a:rPr>
              <a:t>Data</a:t>
            </a:r>
            <a:endParaRPr sz="1100">
              <a:solidFill>
                <a:schemeClr val="dk1"/>
              </a:solidFill>
              <a:latin typeface="Roboto Medium"/>
              <a:ea typeface="Roboto Medium"/>
              <a:cs typeface="Roboto Medium"/>
              <a:sym typeface="Roboto Medium"/>
            </a:endParaRPr>
          </a:p>
        </p:txBody>
      </p:sp>
      <p:pic>
        <p:nvPicPr>
          <p:cNvPr id="1617" name="Google Shape;1617;p184"/>
          <p:cNvPicPr preferRelativeResize="0"/>
          <p:nvPr/>
        </p:nvPicPr>
        <p:blipFill rotWithShape="1">
          <a:blip r:embed="rId4">
            <a:alphaModFix/>
          </a:blip>
          <a:srcRect b="0" l="5617" r="7824" t="0"/>
          <a:stretch/>
        </p:blipFill>
        <p:spPr>
          <a:xfrm>
            <a:off x="5098350" y="2613150"/>
            <a:ext cx="943300" cy="567200"/>
          </a:xfrm>
          <a:prstGeom prst="rect">
            <a:avLst/>
          </a:prstGeom>
          <a:noFill/>
          <a:ln>
            <a:noFill/>
          </a:ln>
        </p:spPr>
      </p:pic>
      <p:sp>
        <p:nvSpPr>
          <p:cNvPr id="1618" name="Google Shape;1618;p184"/>
          <p:cNvSpPr txBox="1"/>
          <p:nvPr/>
        </p:nvSpPr>
        <p:spPr>
          <a:xfrm>
            <a:off x="6090750" y="2374175"/>
            <a:ext cx="943200" cy="164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Queries</a:t>
            </a:r>
            <a:endParaRPr sz="1100">
              <a:solidFill>
                <a:schemeClr val="dk1"/>
              </a:solidFill>
              <a:latin typeface="Roboto Medium"/>
              <a:ea typeface="Roboto Medium"/>
              <a:cs typeface="Roboto Medium"/>
              <a:sym typeface="Roboto Medium"/>
            </a:endParaRPr>
          </a:p>
        </p:txBody>
      </p:sp>
      <p:sp>
        <p:nvSpPr>
          <p:cNvPr id="1619" name="Google Shape;1619;p184"/>
          <p:cNvSpPr txBox="1"/>
          <p:nvPr/>
        </p:nvSpPr>
        <p:spPr>
          <a:xfrm>
            <a:off x="6135000" y="3385550"/>
            <a:ext cx="943200" cy="164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1100">
                <a:solidFill>
                  <a:schemeClr val="dk1"/>
                </a:solidFill>
                <a:latin typeface="Roboto Medium"/>
                <a:ea typeface="Roboto Medium"/>
                <a:cs typeface="Roboto Medium"/>
                <a:sym typeface="Roboto Medium"/>
              </a:rPr>
              <a:t>Log Results</a:t>
            </a:r>
            <a:endParaRPr sz="1100">
              <a:solidFill>
                <a:schemeClr val="dk1"/>
              </a:solidFill>
              <a:latin typeface="Roboto Medium"/>
              <a:ea typeface="Roboto Medium"/>
              <a:cs typeface="Roboto Medium"/>
              <a:sym typeface="Roboto Medium"/>
            </a:endParaRPr>
          </a:p>
        </p:txBody>
      </p:sp>
      <p:sp>
        <p:nvSpPr>
          <p:cNvPr id="1620" name="Google Shape;1620;p184"/>
          <p:cNvSpPr/>
          <p:nvPr/>
        </p:nvSpPr>
        <p:spPr>
          <a:xfrm>
            <a:off x="7056025" y="2214850"/>
            <a:ext cx="1824300" cy="2544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latin typeface="Roboto"/>
                <a:ea typeface="Roboto"/>
                <a:cs typeface="Roboto"/>
                <a:sym typeface="Roboto"/>
              </a:rPr>
              <a:t>Web Browser</a:t>
            </a:r>
            <a:endParaRPr sz="1200"/>
          </a:p>
        </p:txBody>
      </p:sp>
      <p:sp>
        <p:nvSpPr>
          <p:cNvPr id="1621" name="Google Shape;1621;p184"/>
          <p:cNvSpPr/>
          <p:nvPr/>
        </p:nvSpPr>
        <p:spPr>
          <a:xfrm>
            <a:off x="2966650"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84"/>
          <p:cNvSpPr/>
          <p:nvPr/>
        </p:nvSpPr>
        <p:spPr>
          <a:xfrm>
            <a:off x="4462075" y="2585588"/>
            <a:ext cx="5715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84"/>
          <p:cNvSpPr/>
          <p:nvPr/>
        </p:nvSpPr>
        <p:spPr>
          <a:xfrm>
            <a:off x="6090850" y="2585600"/>
            <a:ext cx="943200" cy="254400"/>
          </a:xfrm>
          <a:prstGeom prst="rightArrow">
            <a:avLst>
              <a:gd fmla="val 50000" name="adj1"/>
              <a:gd fmla="val 50000" name="adj2"/>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4" name="Google Shape;1624;p184"/>
          <p:cNvPicPr preferRelativeResize="0"/>
          <p:nvPr/>
        </p:nvPicPr>
        <p:blipFill rotWithShape="1">
          <a:blip r:embed="rId5">
            <a:alphaModFix/>
          </a:blip>
          <a:srcRect b="0" l="7884" r="7876" t="0"/>
          <a:stretch/>
        </p:blipFill>
        <p:spPr>
          <a:xfrm>
            <a:off x="3601530" y="2566735"/>
            <a:ext cx="820166" cy="616995"/>
          </a:xfrm>
          <a:prstGeom prst="rect">
            <a:avLst/>
          </a:prstGeom>
          <a:noFill/>
          <a:ln>
            <a:noFill/>
          </a:ln>
        </p:spPr>
      </p:pic>
      <p:grpSp>
        <p:nvGrpSpPr>
          <p:cNvPr id="1625" name="Google Shape;1625;p184"/>
          <p:cNvGrpSpPr/>
          <p:nvPr/>
        </p:nvGrpSpPr>
        <p:grpSpPr>
          <a:xfrm>
            <a:off x="336431" y="1446428"/>
            <a:ext cx="943232" cy="646603"/>
            <a:chOff x="336431" y="1446428"/>
            <a:chExt cx="943232" cy="646603"/>
          </a:xfrm>
        </p:grpSpPr>
        <p:grpSp>
          <p:nvGrpSpPr>
            <p:cNvPr id="1626" name="Google Shape;1626;p184"/>
            <p:cNvGrpSpPr/>
            <p:nvPr/>
          </p:nvGrpSpPr>
          <p:grpSpPr>
            <a:xfrm>
              <a:off x="336431" y="1446428"/>
              <a:ext cx="943232" cy="646603"/>
              <a:chOff x="301345" y="1980442"/>
              <a:chExt cx="2619361" cy="1795620"/>
            </a:xfrm>
          </p:grpSpPr>
          <p:pic>
            <p:nvPicPr>
              <p:cNvPr id="1627" name="Google Shape;1627;p184"/>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628" name="Google Shape;1628;p184"/>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84"/>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30" name="Google Shape;1630;p184"/>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631" name="Google Shape;1631;p184"/>
          <p:cNvGrpSpPr/>
          <p:nvPr/>
        </p:nvGrpSpPr>
        <p:grpSpPr>
          <a:xfrm>
            <a:off x="336431" y="2238386"/>
            <a:ext cx="943232" cy="646603"/>
            <a:chOff x="336431" y="1446428"/>
            <a:chExt cx="943232" cy="646603"/>
          </a:xfrm>
        </p:grpSpPr>
        <p:grpSp>
          <p:nvGrpSpPr>
            <p:cNvPr id="1632" name="Google Shape;1632;p184"/>
            <p:cNvGrpSpPr/>
            <p:nvPr/>
          </p:nvGrpSpPr>
          <p:grpSpPr>
            <a:xfrm>
              <a:off x="336431" y="1446428"/>
              <a:ext cx="943232" cy="646603"/>
              <a:chOff x="301345" y="1980442"/>
              <a:chExt cx="2619361" cy="1795620"/>
            </a:xfrm>
          </p:grpSpPr>
          <p:pic>
            <p:nvPicPr>
              <p:cNvPr id="1633" name="Google Shape;1633;p184"/>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634" name="Google Shape;1634;p184"/>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84"/>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36" name="Google Shape;1636;p184"/>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637" name="Google Shape;1637;p184"/>
          <p:cNvGrpSpPr/>
          <p:nvPr/>
        </p:nvGrpSpPr>
        <p:grpSpPr>
          <a:xfrm>
            <a:off x="336431" y="3030344"/>
            <a:ext cx="943232" cy="646603"/>
            <a:chOff x="336431" y="1446428"/>
            <a:chExt cx="943232" cy="646603"/>
          </a:xfrm>
        </p:grpSpPr>
        <p:grpSp>
          <p:nvGrpSpPr>
            <p:cNvPr id="1638" name="Google Shape;1638;p184"/>
            <p:cNvGrpSpPr/>
            <p:nvPr/>
          </p:nvGrpSpPr>
          <p:grpSpPr>
            <a:xfrm>
              <a:off x="336431" y="1446428"/>
              <a:ext cx="943232" cy="646603"/>
              <a:chOff x="301345" y="1980442"/>
              <a:chExt cx="2619361" cy="1795620"/>
            </a:xfrm>
          </p:grpSpPr>
          <p:pic>
            <p:nvPicPr>
              <p:cNvPr id="1639" name="Google Shape;1639;p184"/>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640" name="Google Shape;1640;p184"/>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84"/>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42" name="Google Shape;1642;p184"/>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643" name="Google Shape;1643;p184"/>
          <p:cNvGrpSpPr/>
          <p:nvPr/>
        </p:nvGrpSpPr>
        <p:grpSpPr>
          <a:xfrm>
            <a:off x="336431" y="3822303"/>
            <a:ext cx="943232" cy="646603"/>
            <a:chOff x="336431" y="1446428"/>
            <a:chExt cx="943232" cy="646603"/>
          </a:xfrm>
        </p:grpSpPr>
        <p:grpSp>
          <p:nvGrpSpPr>
            <p:cNvPr id="1644" name="Google Shape;1644;p184"/>
            <p:cNvGrpSpPr/>
            <p:nvPr/>
          </p:nvGrpSpPr>
          <p:grpSpPr>
            <a:xfrm>
              <a:off x="336431" y="1446428"/>
              <a:ext cx="943232" cy="646603"/>
              <a:chOff x="301345" y="1980442"/>
              <a:chExt cx="2619361" cy="1795620"/>
            </a:xfrm>
          </p:grpSpPr>
          <p:pic>
            <p:nvPicPr>
              <p:cNvPr id="1645" name="Google Shape;1645;p184"/>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646" name="Google Shape;1646;p184"/>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84"/>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48" name="Google Shape;1648;p184"/>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649" name="Google Shape;1649;p184"/>
          <p:cNvGrpSpPr/>
          <p:nvPr/>
        </p:nvGrpSpPr>
        <p:grpSpPr>
          <a:xfrm>
            <a:off x="1965206" y="3100603"/>
            <a:ext cx="943232" cy="646603"/>
            <a:chOff x="336431" y="1446428"/>
            <a:chExt cx="943232" cy="646603"/>
          </a:xfrm>
        </p:grpSpPr>
        <p:grpSp>
          <p:nvGrpSpPr>
            <p:cNvPr id="1650" name="Google Shape;1650;p184"/>
            <p:cNvGrpSpPr/>
            <p:nvPr/>
          </p:nvGrpSpPr>
          <p:grpSpPr>
            <a:xfrm>
              <a:off x="336431" y="1446428"/>
              <a:ext cx="943232" cy="646603"/>
              <a:chOff x="301345" y="1980442"/>
              <a:chExt cx="2619361" cy="1795620"/>
            </a:xfrm>
          </p:grpSpPr>
          <p:pic>
            <p:nvPicPr>
              <p:cNvPr id="1651" name="Google Shape;1651;p184"/>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652" name="Google Shape;1652;p184"/>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84"/>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54" name="Google Shape;1654;p184"/>
            <p:cNvPicPr preferRelativeResize="0"/>
            <p:nvPr/>
          </p:nvPicPr>
          <p:blipFill>
            <a:blip r:embed="rId7">
              <a:alphaModFix/>
            </a:blip>
            <a:stretch>
              <a:fillRect/>
            </a:stretch>
          </p:blipFill>
          <p:spPr>
            <a:xfrm>
              <a:off x="645575" y="1532792"/>
              <a:ext cx="293997" cy="345907"/>
            </a:xfrm>
            <a:prstGeom prst="rect">
              <a:avLst/>
            </a:prstGeom>
            <a:noFill/>
            <a:ln>
              <a:noFill/>
            </a:ln>
          </p:spPr>
        </p:pic>
      </p:grpSp>
      <p:grpSp>
        <p:nvGrpSpPr>
          <p:cNvPr id="1655" name="Google Shape;1655;p184"/>
          <p:cNvGrpSpPr/>
          <p:nvPr/>
        </p:nvGrpSpPr>
        <p:grpSpPr>
          <a:xfrm>
            <a:off x="2300301" y="3930050"/>
            <a:ext cx="219900" cy="438771"/>
            <a:chOff x="2300301" y="3930050"/>
            <a:chExt cx="219900" cy="438771"/>
          </a:xfrm>
        </p:grpSpPr>
        <p:pic>
          <p:nvPicPr>
            <p:cNvPr id="1656" name="Google Shape;1656;p184"/>
            <p:cNvPicPr preferRelativeResize="0"/>
            <p:nvPr/>
          </p:nvPicPr>
          <p:blipFill rotWithShape="1">
            <a:blip r:embed="rId8">
              <a:alphaModFix/>
            </a:blip>
            <a:srcRect b="0" l="0" r="10" t="0"/>
            <a:stretch/>
          </p:blipFill>
          <p:spPr>
            <a:xfrm>
              <a:off x="2300301" y="3930050"/>
              <a:ext cx="219900" cy="438771"/>
            </a:xfrm>
            <a:prstGeom prst="rect">
              <a:avLst/>
            </a:prstGeom>
            <a:noFill/>
            <a:ln>
              <a:noFill/>
            </a:ln>
            <a:effectLst>
              <a:outerShdw blurRad="14288" rotWithShape="0" algn="bl">
                <a:srgbClr val="000000">
                  <a:alpha val="13000"/>
                </a:srgbClr>
              </a:outerShdw>
            </a:effectLst>
          </p:spPr>
        </p:pic>
        <p:sp>
          <p:nvSpPr>
            <p:cNvPr id="1657" name="Google Shape;1657;p184"/>
            <p:cNvSpPr/>
            <p:nvPr/>
          </p:nvSpPr>
          <p:spPr>
            <a:xfrm>
              <a:off x="2312025" y="3959925"/>
              <a:ext cx="199200" cy="364200"/>
            </a:xfrm>
            <a:prstGeom prst="rect">
              <a:avLst/>
            </a:prstGeom>
            <a:solidFill>
              <a:srgbClr val="A1DEEB"/>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58" name="Google Shape;1658;p184"/>
            <p:cNvPicPr preferRelativeResize="0"/>
            <p:nvPr/>
          </p:nvPicPr>
          <p:blipFill>
            <a:blip r:embed="rId9">
              <a:alphaModFix/>
            </a:blip>
            <a:stretch>
              <a:fillRect/>
            </a:stretch>
          </p:blipFill>
          <p:spPr>
            <a:xfrm>
              <a:off x="2326025" y="4019500"/>
              <a:ext cx="168450" cy="168450"/>
            </a:xfrm>
            <a:prstGeom prst="rect">
              <a:avLst/>
            </a:prstGeom>
            <a:noFill/>
            <a:ln>
              <a:noFill/>
            </a:ln>
          </p:spPr>
        </p:pic>
      </p:grpSp>
      <p:grpSp>
        <p:nvGrpSpPr>
          <p:cNvPr id="1659" name="Google Shape;1659;p184"/>
          <p:cNvGrpSpPr/>
          <p:nvPr/>
        </p:nvGrpSpPr>
        <p:grpSpPr>
          <a:xfrm>
            <a:off x="7143079" y="2533416"/>
            <a:ext cx="1650197" cy="1131241"/>
            <a:chOff x="301345" y="1980442"/>
            <a:chExt cx="2619361" cy="1795620"/>
          </a:xfrm>
        </p:grpSpPr>
        <p:pic>
          <p:nvPicPr>
            <p:cNvPr id="1660" name="Google Shape;1660;p184"/>
            <p:cNvPicPr preferRelativeResize="0"/>
            <p:nvPr/>
          </p:nvPicPr>
          <p:blipFill>
            <a:blip r:embed="rId6">
              <a:alphaModFix/>
            </a:blip>
            <a:stretch>
              <a:fillRect/>
            </a:stretch>
          </p:blipFill>
          <p:spPr>
            <a:xfrm>
              <a:off x="301345" y="1980442"/>
              <a:ext cx="2619361" cy="1795620"/>
            </a:xfrm>
            <a:prstGeom prst="rect">
              <a:avLst/>
            </a:prstGeom>
            <a:noFill/>
            <a:ln>
              <a:noFill/>
            </a:ln>
            <a:effectLst>
              <a:outerShdw blurRad="57150" rotWithShape="0" algn="bl" dir="5400000" dist="19050">
                <a:srgbClr val="000000">
                  <a:alpha val="50000"/>
                </a:srgbClr>
              </a:outerShdw>
            </a:effectLst>
          </p:spPr>
        </p:pic>
        <p:sp>
          <p:nvSpPr>
            <p:cNvPr id="1661" name="Google Shape;1661;p184"/>
            <p:cNvSpPr/>
            <p:nvPr/>
          </p:nvSpPr>
          <p:spPr>
            <a:xfrm>
              <a:off x="713925" y="2144525"/>
              <a:ext cx="1732200" cy="1054200"/>
            </a:xfrm>
            <a:prstGeom prst="rect">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84"/>
            <p:cNvSpPr/>
            <p:nvPr/>
          </p:nvSpPr>
          <p:spPr>
            <a:xfrm>
              <a:off x="713925" y="2135000"/>
              <a:ext cx="1719000" cy="1063800"/>
            </a:xfrm>
            <a:prstGeom prst="rtTriangle">
              <a:avLst/>
            </a:prstGeom>
            <a:solidFill>
              <a:srgbClr val="FFFFFF">
                <a:alpha val="3017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663" name="Google Shape;1663;p184"/>
          <p:cNvPicPr preferRelativeResize="0"/>
          <p:nvPr/>
        </p:nvPicPr>
        <p:blipFill>
          <a:blip r:embed="rId10">
            <a:alphaModFix/>
          </a:blip>
          <a:stretch>
            <a:fillRect/>
          </a:stretch>
        </p:blipFill>
        <p:spPr>
          <a:xfrm>
            <a:off x="7599964" y="2642341"/>
            <a:ext cx="707061" cy="646902"/>
          </a:xfrm>
          <a:prstGeom prst="rect">
            <a:avLst/>
          </a:prstGeom>
          <a:noFill/>
          <a:ln>
            <a:noFill/>
          </a:ln>
        </p:spPr>
      </p:pic>
      <p:pic>
        <p:nvPicPr>
          <p:cNvPr id="1664" name="Google Shape;1664;p184"/>
          <p:cNvPicPr preferRelativeResize="0"/>
          <p:nvPr/>
        </p:nvPicPr>
        <p:blipFill>
          <a:blip r:embed="rId7">
            <a:alphaModFix/>
          </a:blip>
          <a:stretch>
            <a:fillRect/>
          </a:stretch>
        </p:blipFill>
        <p:spPr>
          <a:xfrm>
            <a:off x="1935900" y="1315477"/>
            <a:ext cx="350900" cy="412850"/>
          </a:xfrm>
          <a:prstGeom prst="rect">
            <a:avLst/>
          </a:prstGeom>
          <a:noFill/>
          <a:ln>
            <a:noFill/>
          </a:ln>
        </p:spPr>
      </p:pic>
      <p:sp>
        <p:nvSpPr>
          <p:cNvPr id="1665" name="Google Shape;1665;p184"/>
          <p:cNvSpPr/>
          <p:nvPr/>
        </p:nvSpPr>
        <p:spPr>
          <a:xfrm>
            <a:off x="4126925" y="790554"/>
            <a:ext cx="4641900" cy="8055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184"/>
          <p:cNvSpPr/>
          <p:nvPr/>
        </p:nvSpPr>
        <p:spPr>
          <a:xfrm>
            <a:off x="3390053" y="790550"/>
            <a:ext cx="716700" cy="4590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lang="en" sz="3000">
                <a:latin typeface="Roboto"/>
                <a:ea typeface="Roboto"/>
                <a:cs typeface="Roboto"/>
                <a:sym typeface="Roboto"/>
              </a:rPr>
              <a:t>05</a:t>
            </a:r>
            <a:endParaRPr b="0" i="0" sz="3000" u="none" cap="none" strike="noStrike">
              <a:latin typeface="Roboto"/>
              <a:ea typeface="Roboto"/>
              <a:cs typeface="Roboto"/>
              <a:sym typeface="Roboto"/>
            </a:endParaRPr>
          </a:p>
        </p:txBody>
      </p:sp>
      <p:sp>
        <p:nvSpPr>
          <p:cNvPr id="1667" name="Google Shape;1667;p184"/>
          <p:cNvSpPr txBox="1"/>
          <p:nvPr/>
        </p:nvSpPr>
        <p:spPr>
          <a:xfrm>
            <a:off x="4126975" y="811925"/>
            <a:ext cx="4641900" cy="805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Users interact with the data through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the Kibana web interface.</a:t>
            </a:r>
            <a:endParaRPr sz="1800">
              <a:solidFill>
                <a:srgbClr val="082D49"/>
              </a:solidFill>
              <a:latin typeface="Roboto"/>
              <a:ea typeface="Roboto"/>
              <a:cs typeface="Roboto"/>
              <a:sym typeface="Roboto"/>
            </a:endParaRPr>
          </a:p>
        </p:txBody>
      </p:sp>
      <p:cxnSp>
        <p:nvCxnSpPr>
          <p:cNvPr id="1668" name="Google Shape;1668;p184"/>
          <p:cNvCxnSpPr/>
          <p:nvPr/>
        </p:nvCxnSpPr>
        <p:spPr>
          <a:xfrm>
            <a:off x="-15750" y="566175"/>
            <a:ext cx="7346700" cy="0"/>
          </a:xfrm>
          <a:prstGeom prst="straightConnector1">
            <a:avLst/>
          </a:prstGeom>
          <a:noFill/>
          <a:ln cap="flat" cmpd="sng" w="19050">
            <a:solidFill>
              <a:schemeClr val="dk2"/>
            </a:solidFill>
            <a:prstDash val="solid"/>
            <a:round/>
            <a:headEnd len="med" w="med" type="none"/>
            <a:tailEnd len="med" w="med" type="oval"/>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672" name="Shape 1672"/>
        <p:cNvGrpSpPr/>
        <p:nvPr/>
      </p:nvGrpSpPr>
      <p:grpSpPr>
        <a:xfrm>
          <a:off x="0" y="0"/>
          <a:ext cx="0" cy="0"/>
          <a:chOff x="0" y="0"/>
          <a:chExt cx="0" cy="0"/>
        </a:xfrm>
      </p:grpSpPr>
      <p:sp>
        <p:nvSpPr>
          <p:cNvPr id="1673" name="Google Shape;1673;p185"/>
          <p:cNvSpPr txBox="1"/>
          <p:nvPr>
            <p:ph idx="1" type="body"/>
          </p:nvPr>
        </p:nvSpPr>
        <p:spPr>
          <a:xfrm>
            <a:off x="464100" y="1196800"/>
            <a:ext cx="3803100" cy="3111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a:t>
            </a:r>
            <a:r>
              <a:rPr lang="en"/>
              <a:t>e will use several tools that work together during an investigation within Security Onion.</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We will also focus on the process of escalation within </a:t>
            </a:r>
            <a:br>
              <a:rPr lang="en"/>
            </a:br>
            <a:r>
              <a:rPr lang="en"/>
              <a:t>an SOC.</a:t>
            </a:r>
            <a:r>
              <a:rPr lang="en"/>
              <a:t> </a:t>
            </a:r>
            <a:endParaRPr/>
          </a:p>
          <a:p>
            <a:pPr indent="-342900" lvl="0" marL="457200" rtl="0" algn="l">
              <a:spcBef>
                <a:spcPts val="1000"/>
              </a:spcBef>
              <a:spcAft>
                <a:spcPts val="0"/>
              </a:spcAft>
              <a:buSzPts val="1800"/>
              <a:buChar char="●"/>
            </a:pPr>
            <a:r>
              <a:rPr lang="en"/>
              <a:t>We'll continue our investigation by looking for more </a:t>
            </a:r>
            <a:r>
              <a:rPr b="1" lang="en">
                <a:latin typeface="Inconsolata"/>
                <a:ea typeface="Inconsolata"/>
                <a:cs typeface="Inconsolata"/>
                <a:sym typeface="Inconsolata"/>
              </a:rPr>
              <a:t>Zbot</a:t>
            </a:r>
            <a:r>
              <a:rPr lang="en"/>
              <a:t> traffic.</a:t>
            </a:r>
            <a:endParaRPr/>
          </a:p>
          <a:p>
            <a:pPr indent="0" lvl="0" marL="0" rtl="0" algn="l">
              <a:spcBef>
                <a:spcPts val="1000"/>
              </a:spcBef>
              <a:spcAft>
                <a:spcPts val="1000"/>
              </a:spcAft>
              <a:buNone/>
            </a:pPr>
            <a:r>
              <a:t/>
            </a:r>
            <a:endParaRPr/>
          </a:p>
        </p:txBody>
      </p:sp>
      <p:cxnSp>
        <p:nvCxnSpPr>
          <p:cNvPr id="1674" name="Google Shape;1674;p185"/>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1675" name="Google Shape;1675;p185"/>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a:t>
            </a:r>
            <a:r>
              <a:rPr b="1" lang="en" sz="2600">
                <a:solidFill>
                  <a:schemeClr val="accent5"/>
                </a:solidFill>
                <a:latin typeface="Roboto"/>
                <a:ea typeface="Roboto"/>
                <a:cs typeface="Roboto"/>
                <a:sym typeface="Roboto"/>
              </a:rPr>
              <a:t>Scenario</a:t>
            </a:r>
            <a:endParaRPr b="1" sz="2600">
              <a:solidFill>
                <a:schemeClr val="accent5"/>
              </a:solidFill>
              <a:latin typeface="Roboto"/>
              <a:ea typeface="Roboto"/>
              <a:cs typeface="Roboto"/>
              <a:sym typeface="Roboto"/>
            </a:endParaRPr>
          </a:p>
        </p:txBody>
      </p:sp>
      <p:sp>
        <p:nvSpPr>
          <p:cNvPr id="1676" name="Google Shape;1676;p185"/>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85"/>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1678" name="Google Shape;1678;p185"/>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1679" name="Google Shape;1679;p185"/>
          <p:cNvPicPr preferRelativeResize="0"/>
          <p:nvPr/>
        </p:nvPicPr>
        <p:blipFill rotWithShape="1">
          <a:blip r:embed="rId4">
            <a:alphaModFix/>
          </a:blip>
          <a:srcRect b="8185" l="0" r="0" t="15097"/>
          <a:stretch/>
        </p:blipFill>
        <p:spPr>
          <a:xfrm>
            <a:off x="3905250" y="1005950"/>
            <a:ext cx="4991099" cy="38288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3" name="Shape 1683"/>
        <p:cNvGrpSpPr/>
        <p:nvPr/>
      </p:nvGrpSpPr>
      <p:grpSpPr>
        <a:xfrm>
          <a:off x="0" y="0"/>
          <a:ext cx="0" cy="0"/>
          <a:chOff x="0" y="0"/>
          <a:chExt cx="0" cy="0"/>
        </a:xfrm>
      </p:grpSpPr>
      <p:sp>
        <p:nvSpPr>
          <p:cNvPr id="1684" name="Google Shape;1684;p186"/>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Investigation, Analysis, and Escalation</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8" name="Shape 1688"/>
        <p:cNvGrpSpPr/>
        <p:nvPr/>
      </p:nvGrpSpPr>
      <p:grpSpPr>
        <a:xfrm>
          <a:off x="0" y="0"/>
          <a:ext cx="0" cy="0"/>
          <a:chOff x="0" y="0"/>
          <a:chExt cx="0" cy="0"/>
        </a:xfrm>
      </p:grpSpPr>
      <p:sp>
        <p:nvSpPr>
          <p:cNvPr id="1689" name="Google Shape;1689;p187"/>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sz="2600"/>
              <a:t>Demonstration Recap </a:t>
            </a:r>
            <a:endParaRPr sz="2600"/>
          </a:p>
        </p:txBody>
      </p:sp>
      <p:sp>
        <p:nvSpPr>
          <p:cNvPr id="1690" name="Google Shape;1690;p187"/>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In this demonstration, we conducted investigations using various threat hunting techniques. We focused on a few of the many ways to start an investigation.</a:t>
            </a:r>
            <a:endParaRPr/>
          </a:p>
        </p:txBody>
      </p:sp>
      <p:sp>
        <p:nvSpPr>
          <p:cNvPr id="1691" name="Google Shape;1691;p187"/>
          <p:cNvSpPr/>
          <p:nvPr/>
        </p:nvSpPr>
        <p:spPr>
          <a:xfrm>
            <a:off x="460806" y="1545875"/>
            <a:ext cx="2660700" cy="3090900"/>
          </a:xfrm>
          <a:prstGeom prst="snip1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87"/>
          <p:cNvSpPr/>
          <p:nvPr/>
        </p:nvSpPr>
        <p:spPr>
          <a:xfrm>
            <a:off x="3290667" y="1545875"/>
            <a:ext cx="2660700" cy="30909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87"/>
          <p:cNvSpPr/>
          <p:nvPr/>
        </p:nvSpPr>
        <p:spPr>
          <a:xfrm>
            <a:off x="6145079" y="1545875"/>
            <a:ext cx="2660700" cy="3090900"/>
          </a:xfrm>
          <a:prstGeom prst="snip1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187"/>
          <p:cNvSpPr txBox="1"/>
          <p:nvPr/>
        </p:nvSpPr>
        <p:spPr>
          <a:xfrm>
            <a:off x="460800" y="1777764"/>
            <a:ext cx="2660700" cy="2764800"/>
          </a:xfrm>
          <a:prstGeom prst="rect">
            <a:avLst/>
          </a:prstGeom>
          <a:noFill/>
          <a:ln>
            <a:noFill/>
          </a:ln>
        </p:spPr>
        <p:txBody>
          <a:bodyPr anchorCtr="0" anchor="t" bIns="91425" lIns="18287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1800">
                <a:solidFill>
                  <a:schemeClr val="lt1"/>
                </a:solidFill>
                <a:latin typeface="Roboto"/>
                <a:ea typeface="Roboto"/>
                <a:cs typeface="Roboto"/>
                <a:sym typeface="Roboto"/>
              </a:rPr>
              <a:t>ESM includes endpoint telemetry, host-based monitoring of system </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data that uses OSSEC collection agents to gather syslog data.</a:t>
            </a:r>
            <a:endParaRPr b="1" sz="1800">
              <a:solidFill>
                <a:schemeClr val="lt1"/>
              </a:solidFill>
              <a:latin typeface="Roboto"/>
              <a:ea typeface="Roboto"/>
              <a:cs typeface="Roboto"/>
              <a:sym typeface="Roboto"/>
            </a:endParaRPr>
          </a:p>
        </p:txBody>
      </p:sp>
      <p:sp>
        <p:nvSpPr>
          <p:cNvPr id="1695" name="Google Shape;1695;p187"/>
          <p:cNvSpPr txBox="1"/>
          <p:nvPr/>
        </p:nvSpPr>
        <p:spPr>
          <a:xfrm>
            <a:off x="3200400" y="1777775"/>
            <a:ext cx="2751000" cy="2764800"/>
          </a:xfrm>
          <a:prstGeom prst="rect">
            <a:avLst/>
          </a:prstGeom>
          <a:noFill/>
          <a:ln>
            <a:noFill/>
          </a:ln>
        </p:spPr>
        <p:txBody>
          <a:bodyPr anchorCtr="0" anchor="t" bIns="91425" lIns="182875" spcFirstLastPara="1" rIns="91425" wrap="square" tIns="91425">
            <a:noAutofit/>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To investigate network-based IDS alerts, security administrators must use ESM, which includes visibility into endpoint OSSEC agents.</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2"/>
              </a:solidFill>
              <a:latin typeface="Roboto"/>
              <a:ea typeface="Roboto"/>
              <a:cs typeface="Roboto"/>
              <a:sym typeface="Roboto"/>
            </a:endParaRPr>
          </a:p>
          <a:p>
            <a:pPr indent="0" lvl="0" marL="0" rtl="0" algn="l">
              <a:lnSpc>
                <a:spcPct val="115000"/>
              </a:lnSpc>
              <a:spcBef>
                <a:spcPts val="0"/>
              </a:spcBef>
              <a:spcAft>
                <a:spcPts val="0"/>
              </a:spcAft>
              <a:buClr>
                <a:srgbClr val="000000"/>
              </a:buClr>
              <a:buSzPts val="1100"/>
              <a:buFont typeface="Arial"/>
              <a:buNone/>
            </a:pPr>
            <a:r>
              <a:t/>
            </a:r>
            <a:endParaRPr sz="1800">
              <a:solidFill>
                <a:schemeClr val="dk2"/>
              </a:solidFill>
              <a:latin typeface="Roboto"/>
              <a:ea typeface="Roboto"/>
              <a:cs typeface="Roboto"/>
              <a:sym typeface="Roboto"/>
            </a:endParaRPr>
          </a:p>
        </p:txBody>
      </p:sp>
      <p:sp>
        <p:nvSpPr>
          <p:cNvPr id="1696" name="Google Shape;1696;p187"/>
          <p:cNvSpPr txBox="1"/>
          <p:nvPr/>
        </p:nvSpPr>
        <p:spPr>
          <a:xfrm>
            <a:off x="6144016" y="1777764"/>
            <a:ext cx="2660700" cy="2764800"/>
          </a:xfrm>
          <a:prstGeom prst="rect">
            <a:avLst/>
          </a:prstGeom>
          <a:noFill/>
          <a:ln>
            <a:noFill/>
          </a:ln>
        </p:spPr>
        <p:txBody>
          <a:bodyPr anchorCtr="0" anchor="t" bIns="91425" lIns="18287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1800">
                <a:latin typeface="Roboto"/>
                <a:ea typeface="Roboto"/>
                <a:cs typeface="Roboto"/>
                <a:sym typeface="Roboto"/>
              </a:rPr>
              <a:t>IDS alerts are snapshots in time. They raise questions that need answers. With the use of Security Onion, security admins can use PCAPs </a:t>
            </a:r>
            <a:br>
              <a:rPr lang="en" sz="1800">
                <a:latin typeface="Roboto"/>
                <a:ea typeface="Roboto"/>
                <a:cs typeface="Roboto"/>
                <a:sym typeface="Roboto"/>
              </a:rPr>
            </a:br>
            <a:r>
              <a:rPr lang="en" sz="1800">
                <a:latin typeface="Roboto"/>
                <a:ea typeface="Roboto"/>
                <a:cs typeface="Roboto"/>
                <a:sym typeface="Roboto"/>
              </a:rPr>
              <a:t>to reconstruct a crime.</a:t>
            </a:r>
            <a:endParaRPr sz="1800">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0" name="Shape 1700"/>
        <p:cNvGrpSpPr/>
        <p:nvPr/>
      </p:nvGrpSpPr>
      <p:grpSpPr>
        <a:xfrm>
          <a:off x="0" y="0"/>
          <a:ext cx="0" cy="0"/>
          <a:chOff x="0" y="0"/>
          <a:chExt cx="0" cy="0"/>
        </a:xfrm>
      </p:grpSpPr>
      <p:sp>
        <p:nvSpPr>
          <p:cNvPr id="1701" name="Google Shape;1701;p188"/>
          <p:cNvSpPr txBox="1"/>
          <p:nvPr>
            <p:ph idx="1" type="subTitle"/>
          </p:nvPr>
        </p:nvSpPr>
        <p:spPr>
          <a:xfrm>
            <a:off x="6174975" y="4568875"/>
            <a:ext cx="29691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20</a:t>
            </a:r>
            <a:r>
              <a:rPr lang="en"/>
              <a:t> minutes</a:t>
            </a:r>
            <a:endParaRPr/>
          </a:p>
        </p:txBody>
      </p:sp>
      <p:sp>
        <p:nvSpPr>
          <p:cNvPr id="1702" name="Google Shape;1702;p188"/>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a:t>
            </a:r>
            <a:r>
              <a:rPr lang="en"/>
              <a:t>nvestigation, analysis, and escalation</a:t>
            </a:r>
            <a:endParaRPr b="1">
              <a:latin typeface="Inconsolata"/>
              <a:ea typeface="Inconsolata"/>
              <a:cs typeface="Inconsolata"/>
              <a:sym typeface="Inconsolata"/>
            </a:endParaRPr>
          </a:p>
        </p:txBody>
      </p:sp>
      <p:sp>
        <p:nvSpPr>
          <p:cNvPr id="1703" name="Google Shape;1703;p188"/>
          <p:cNvSpPr txBox="1"/>
          <p:nvPr>
            <p:ph idx="3" type="body"/>
          </p:nvPr>
        </p:nvSpPr>
        <p:spPr>
          <a:xfrm>
            <a:off x="457200" y="1306375"/>
            <a:ext cx="7315200" cy="221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a:t>
            </a:r>
            <a:r>
              <a:rPr lang="en"/>
              <a:t>n this activity, you will continue your role as an SOC analyst for the California DMV.</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will use Security Onion and Kibana to investigate, analyze, </a:t>
            </a:r>
            <a:br>
              <a:rPr lang="en"/>
            </a:br>
            <a:r>
              <a:rPr lang="en"/>
              <a:t>and escalate indicators of attack.</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704" name="Google Shape;1704;p18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192"/>
          <p:cNvSpPr txBox="1"/>
          <p:nvPr>
            <p:ph type="title"/>
          </p:nvPr>
        </p:nvSpPr>
        <p:spPr>
          <a:xfrm>
            <a:off x="0" y="2628900"/>
            <a:ext cx="9144000" cy="13149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sz="3800">
                <a:solidFill>
                  <a:schemeClr val="accent5"/>
                </a:solidFill>
                <a:latin typeface="Roboto"/>
                <a:ea typeface="Roboto"/>
                <a:cs typeface="Roboto"/>
                <a:sym typeface="Roboto"/>
              </a:rPr>
              <a:t>Threat Hunting </a:t>
            </a:r>
            <a:endParaRPr b="0" sz="3800">
              <a:solidFill>
                <a:schemeClr val="accent5"/>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pic>
        <p:nvPicPr>
          <p:cNvPr id="1722" name="Google Shape;1722;p192"/>
          <p:cNvPicPr preferRelativeResize="0"/>
          <p:nvPr/>
        </p:nvPicPr>
        <p:blipFill>
          <a:blip r:embed="rId3">
            <a:alphaModFix/>
          </a:blip>
          <a:stretch>
            <a:fillRect/>
          </a:stretch>
        </p:blipFill>
        <p:spPr>
          <a:xfrm>
            <a:off x="3409950" y="1052725"/>
            <a:ext cx="2324101" cy="23241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pic>
        <p:nvPicPr>
          <p:cNvPr id="1727" name="Google Shape;1727;p193"/>
          <p:cNvPicPr preferRelativeResize="0"/>
          <p:nvPr/>
        </p:nvPicPr>
        <p:blipFill rotWithShape="1">
          <a:blip r:embed="rId3">
            <a:alphaModFix/>
          </a:blip>
          <a:srcRect b="0" l="5390" r="1195" t="20521"/>
          <a:stretch/>
        </p:blipFill>
        <p:spPr>
          <a:xfrm>
            <a:off x="0" y="0"/>
            <a:ext cx="9144003" cy="5143501"/>
          </a:xfrm>
          <a:prstGeom prst="rect">
            <a:avLst/>
          </a:prstGeom>
          <a:noFill/>
          <a:ln>
            <a:noFill/>
          </a:ln>
        </p:spPr>
      </p:pic>
      <p:sp>
        <p:nvSpPr>
          <p:cNvPr id="1728" name="Google Shape;1728;p193"/>
          <p:cNvSpPr txBox="1"/>
          <p:nvPr>
            <p:ph idx="12" type="sldNum"/>
          </p:nvPr>
        </p:nvSpPr>
        <p:spPr>
          <a:xfrm>
            <a:off x="8607775" y="4957200"/>
            <a:ext cx="261900" cy="105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729" name="Google Shape;1729;p193"/>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p>
            <a:pPr indent="0" lvl="0" marL="0" rtl="0" algn="l">
              <a:spcBef>
                <a:spcPts val="0"/>
              </a:spcBef>
              <a:spcAft>
                <a:spcPts val="0"/>
              </a:spcAft>
              <a:buNone/>
            </a:pPr>
            <a:r>
              <a:t/>
            </a:r>
            <a:endParaRPr/>
          </a:p>
        </p:txBody>
      </p:sp>
      <p:sp>
        <p:nvSpPr>
          <p:cNvPr id="1730" name="Google Shape;1730;p193"/>
          <p:cNvSpPr/>
          <p:nvPr/>
        </p:nvSpPr>
        <p:spPr>
          <a:xfrm>
            <a:off x="5271500" y="1106475"/>
            <a:ext cx="3556800" cy="3556800"/>
          </a:xfrm>
          <a:prstGeom prst="ellipse">
            <a:avLst/>
          </a:prstGeom>
          <a:solidFill>
            <a:schemeClr val="accent4"/>
          </a:solidFill>
          <a:ln>
            <a:noFill/>
          </a:ln>
        </p:spPr>
        <p:txBody>
          <a:bodyPr anchorCtr="0" anchor="ctr" bIns="0" lIns="0" spcFirstLastPara="1" rIns="0" wrap="square" tIns="0">
            <a:noAutofit/>
          </a:bodyPr>
          <a:lstStyle/>
          <a:p>
            <a:pPr indent="0" lvl="0" marL="0" rtl="0" algn="ctr">
              <a:lnSpc>
                <a:spcPct val="115000"/>
              </a:lnSpc>
              <a:spcBef>
                <a:spcPts val="0"/>
              </a:spcBef>
              <a:spcAft>
                <a:spcPts val="0"/>
              </a:spcAft>
              <a:buClr>
                <a:srgbClr val="000000"/>
              </a:buClr>
              <a:buSzPts val="1100"/>
              <a:buFont typeface="Arial"/>
              <a:buNone/>
            </a:pPr>
            <a:r>
              <a:t/>
            </a:r>
            <a:endParaRPr>
              <a:solidFill>
                <a:srgbClr val="000000"/>
              </a:solidFill>
              <a:latin typeface="Roboto"/>
              <a:ea typeface="Roboto"/>
              <a:cs typeface="Roboto"/>
              <a:sym typeface="Roboto"/>
            </a:endParaRPr>
          </a:p>
        </p:txBody>
      </p:sp>
      <p:sp>
        <p:nvSpPr>
          <p:cNvPr id="1731" name="Google Shape;1731;p193"/>
          <p:cNvSpPr txBox="1"/>
          <p:nvPr/>
        </p:nvSpPr>
        <p:spPr>
          <a:xfrm>
            <a:off x="5546375" y="1984195"/>
            <a:ext cx="3007200" cy="1918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000">
                <a:solidFill>
                  <a:schemeClr val="lt1"/>
                </a:solidFill>
                <a:latin typeface="Roboto"/>
                <a:ea typeface="Roboto"/>
                <a:cs typeface="Roboto"/>
                <a:sym typeface="Roboto"/>
              </a:rPr>
              <a:t>Threat intelligence </a:t>
            </a:r>
            <a:br>
              <a:rPr lang="en" sz="1800">
                <a:solidFill>
                  <a:schemeClr val="lt1"/>
                </a:solidFill>
                <a:latin typeface="Roboto"/>
                <a:ea typeface="Roboto"/>
                <a:cs typeface="Roboto"/>
                <a:sym typeface="Roboto"/>
              </a:rPr>
            </a:br>
            <a:r>
              <a:rPr lang="en" sz="1800">
                <a:solidFill>
                  <a:schemeClr val="lt1"/>
                </a:solidFill>
                <a:latin typeface="Roboto"/>
                <a:ea typeface="Roboto"/>
                <a:cs typeface="Roboto"/>
                <a:sym typeface="Roboto"/>
              </a:rPr>
              <a:t>is important at every level of government and public sector organizations where it’s used to determine acceptable risk and develop security controls that inform budgets.</a:t>
            </a:r>
            <a:endParaRPr sz="1800">
              <a:solidFill>
                <a:schemeClr val="lt1"/>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19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737" name="Google Shape;1737;p19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Malicious</a:t>
            </a:r>
            <a:r>
              <a:rPr lang="en"/>
              <a:t> actors</a:t>
            </a:r>
            <a:endParaRPr/>
          </a:p>
        </p:txBody>
      </p:sp>
      <p:sp>
        <p:nvSpPr>
          <p:cNvPr id="1738" name="Google Shape;1738;p194"/>
          <p:cNvSpPr/>
          <p:nvPr/>
        </p:nvSpPr>
        <p:spPr>
          <a:xfrm flipH="1">
            <a:off x="652850" y="20742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94"/>
          <p:cNvSpPr txBox="1"/>
          <p:nvPr/>
        </p:nvSpPr>
        <p:spPr>
          <a:xfrm>
            <a:off x="652850" y="2074250"/>
            <a:ext cx="24666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None/>
            </a:pPr>
            <a:r>
              <a:rPr b="1" lang="en" sz="1800">
                <a:solidFill>
                  <a:schemeClr val="accent5"/>
                </a:solidFill>
              </a:rPr>
              <a:t>Hacktivist</a:t>
            </a:r>
            <a:endParaRPr sz="1800">
              <a:solidFill>
                <a:schemeClr val="accent5"/>
              </a:solidFill>
              <a:latin typeface="Roboto"/>
              <a:ea typeface="Roboto"/>
              <a:cs typeface="Roboto"/>
              <a:sym typeface="Roboto"/>
            </a:endParaRPr>
          </a:p>
        </p:txBody>
      </p:sp>
      <p:grpSp>
        <p:nvGrpSpPr>
          <p:cNvPr id="1740" name="Google Shape;1740;p194"/>
          <p:cNvGrpSpPr/>
          <p:nvPr/>
        </p:nvGrpSpPr>
        <p:grpSpPr>
          <a:xfrm>
            <a:off x="385756" y="1481528"/>
            <a:ext cx="533372" cy="533480"/>
            <a:chOff x="457200" y="1378813"/>
            <a:chExt cx="695400" cy="695450"/>
          </a:xfrm>
        </p:grpSpPr>
        <p:sp>
          <p:nvSpPr>
            <p:cNvPr id="1741" name="Google Shape;1741;p194"/>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01</a:t>
              </a:r>
              <a:endParaRPr sz="2100">
                <a:latin typeface="Roboto"/>
                <a:ea typeface="Roboto"/>
                <a:cs typeface="Roboto"/>
                <a:sym typeface="Roboto"/>
              </a:endParaRPr>
            </a:p>
          </p:txBody>
        </p:sp>
        <p:sp>
          <p:nvSpPr>
            <p:cNvPr id="1742" name="Google Shape;1742;p194"/>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grpSp>
      <p:grpSp>
        <p:nvGrpSpPr>
          <p:cNvPr id="1743" name="Google Shape;1743;p194"/>
          <p:cNvGrpSpPr/>
          <p:nvPr/>
        </p:nvGrpSpPr>
        <p:grpSpPr>
          <a:xfrm>
            <a:off x="3157531" y="1481528"/>
            <a:ext cx="533372" cy="533480"/>
            <a:chOff x="457200" y="1378813"/>
            <a:chExt cx="695400" cy="695450"/>
          </a:xfrm>
        </p:grpSpPr>
        <p:sp>
          <p:nvSpPr>
            <p:cNvPr id="1744" name="Google Shape;1744;p194"/>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02</a:t>
              </a:r>
              <a:endParaRPr sz="2100">
                <a:solidFill>
                  <a:srgbClr val="FFFFFF"/>
                </a:solidFill>
                <a:latin typeface="Roboto"/>
                <a:ea typeface="Roboto"/>
                <a:cs typeface="Roboto"/>
                <a:sym typeface="Roboto"/>
              </a:endParaRPr>
            </a:p>
          </p:txBody>
        </p:sp>
        <p:sp>
          <p:nvSpPr>
            <p:cNvPr id="1745" name="Google Shape;1745;p194"/>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grpSp>
      <p:sp>
        <p:nvSpPr>
          <p:cNvPr id="1746" name="Google Shape;1746;p194"/>
          <p:cNvSpPr/>
          <p:nvPr/>
        </p:nvSpPr>
        <p:spPr>
          <a:xfrm flipH="1">
            <a:off x="3424625" y="207420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94"/>
          <p:cNvSpPr txBox="1"/>
          <p:nvPr/>
        </p:nvSpPr>
        <p:spPr>
          <a:xfrm>
            <a:off x="3424625" y="2074254"/>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rgbClr val="2E5E73"/>
              </a:buClr>
              <a:buSzPts val="1100"/>
              <a:buFont typeface="Arial"/>
              <a:buNone/>
            </a:pPr>
            <a:r>
              <a:rPr b="1" lang="en" sz="1800">
                <a:solidFill>
                  <a:schemeClr val="dk2"/>
                </a:solidFill>
              </a:rPr>
              <a:t>Criminal Hackers</a:t>
            </a:r>
            <a:endParaRPr sz="1800">
              <a:solidFill>
                <a:schemeClr val="dk2"/>
              </a:solidFill>
              <a:latin typeface="Roboto"/>
              <a:ea typeface="Roboto"/>
              <a:cs typeface="Roboto"/>
              <a:sym typeface="Roboto"/>
            </a:endParaRPr>
          </a:p>
        </p:txBody>
      </p:sp>
      <p:grpSp>
        <p:nvGrpSpPr>
          <p:cNvPr id="1748" name="Google Shape;1748;p194"/>
          <p:cNvGrpSpPr/>
          <p:nvPr/>
        </p:nvGrpSpPr>
        <p:grpSpPr>
          <a:xfrm>
            <a:off x="6062656" y="1482278"/>
            <a:ext cx="533372" cy="533480"/>
            <a:chOff x="457200" y="1378813"/>
            <a:chExt cx="695400" cy="695450"/>
          </a:xfrm>
        </p:grpSpPr>
        <p:sp>
          <p:nvSpPr>
            <p:cNvPr id="1749" name="Google Shape;1749;p194"/>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a:ea typeface="Roboto"/>
                  <a:cs typeface="Roboto"/>
                  <a:sym typeface="Roboto"/>
                </a:rPr>
                <a:t>03</a:t>
              </a:r>
              <a:endParaRPr sz="2100">
                <a:solidFill>
                  <a:srgbClr val="FFFFFF"/>
                </a:solidFill>
                <a:latin typeface="Roboto"/>
                <a:ea typeface="Roboto"/>
                <a:cs typeface="Roboto"/>
                <a:sym typeface="Roboto"/>
              </a:endParaRPr>
            </a:p>
          </p:txBody>
        </p:sp>
        <p:sp>
          <p:nvSpPr>
            <p:cNvPr id="1750" name="Google Shape;1750;p194"/>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latin typeface="Roboto"/>
                <a:ea typeface="Roboto"/>
                <a:cs typeface="Roboto"/>
                <a:sym typeface="Roboto"/>
              </a:endParaRPr>
            </a:p>
          </p:txBody>
        </p:sp>
      </p:grpSp>
      <p:sp>
        <p:nvSpPr>
          <p:cNvPr id="1751" name="Google Shape;1751;p194"/>
          <p:cNvSpPr/>
          <p:nvPr/>
        </p:nvSpPr>
        <p:spPr>
          <a:xfrm flipH="1">
            <a:off x="6329750" y="2074950"/>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94"/>
          <p:cNvSpPr txBox="1"/>
          <p:nvPr/>
        </p:nvSpPr>
        <p:spPr>
          <a:xfrm>
            <a:off x="6329750" y="2074483"/>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None/>
            </a:pPr>
            <a:r>
              <a:rPr b="1" lang="en" sz="1800">
                <a:solidFill>
                  <a:srgbClr val="082D49"/>
                </a:solidFill>
              </a:rPr>
              <a:t>Cyber Espionage Campaigns</a:t>
            </a:r>
            <a:endParaRPr b="1" sz="1800">
              <a:solidFill>
                <a:srgbClr val="082D49"/>
              </a:solidFill>
            </a:endParaRPr>
          </a:p>
        </p:txBody>
      </p:sp>
      <p:pic>
        <p:nvPicPr>
          <p:cNvPr id="1753" name="Google Shape;1753;p194"/>
          <p:cNvPicPr preferRelativeResize="0"/>
          <p:nvPr/>
        </p:nvPicPr>
        <p:blipFill>
          <a:blip r:embed="rId3">
            <a:alphaModFix/>
          </a:blip>
          <a:stretch>
            <a:fillRect/>
          </a:stretch>
        </p:blipFill>
        <p:spPr>
          <a:xfrm>
            <a:off x="0" y="63125"/>
            <a:ext cx="914401" cy="914401"/>
          </a:xfrm>
          <a:prstGeom prst="rect">
            <a:avLst/>
          </a:prstGeom>
          <a:noFill/>
          <a:ln>
            <a:noFill/>
          </a:ln>
        </p:spPr>
      </p:pic>
      <p:pic>
        <p:nvPicPr>
          <p:cNvPr id="1754" name="Google Shape;1754;p194"/>
          <p:cNvPicPr preferRelativeResize="0"/>
          <p:nvPr/>
        </p:nvPicPr>
        <p:blipFill rotWithShape="1">
          <a:blip r:embed="rId4">
            <a:alphaModFix/>
          </a:blip>
          <a:srcRect b="16491" l="0" r="0" t="14652"/>
          <a:stretch/>
        </p:blipFill>
        <p:spPr>
          <a:xfrm>
            <a:off x="6350700" y="2886772"/>
            <a:ext cx="2371502" cy="1632901"/>
          </a:xfrm>
          <a:prstGeom prst="rect">
            <a:avLst/>
          </a:prstGeom>
          <a:solidFill>
            <a:srgbClr val="F3F3F3"/>
          </a:solidFill>
          <a:ln>
            <a:noFill/>
          </a:ln>
        </p:spPr>
      </p:pic>
      <p:pic>
        <p:nvPicPr>
          <p:cNvPr id="1755" name="Google Shape;1755;p194"/>
          <p:cNvPicPr preferRelativeResize="0"/>
          <p:nvPr/>
        </p:nvPicPr>
        <p:blipFill>
          <a:blip r:embed="rId5">
            <a:alphaModFix/>
          </a:blip>
          <a:stretch>
            <a:fillRect/>
          </a:stretch>
        </p:blipFill>
        <p:spPr>
          <a:xfrm>
            <a:off x="3472250" y="2425900"/>
            <a:ext cx="2466601" cy="2466601"/>
          </a:xfrm>
          <a:prstGeom prst="rect">
            <a:avLst/>
          </a:prstGeom>
          <a:noFill/>
          <a:ln>
            <a:noFill/>
          </a:ln>
        </p:spPr>
      </p:pic>
      <p:pic>
        <p:nvPicPr>
          <p:cNvPr id="1756" name="Google Shape;1756;p194"/>
          <p:cNvPicPr preferRelativeResize="0"/>
          <p:nvPr/>
        </p:nvPicPr>
        <p:blipFill>
          <a:blip r:embed="rId6">
            <a:alphaModFix/>
          </a:blip>
          <a:stretch>
            <a:fillRect/>
          </a:stretch>
        </p:blipFill>
        <p:spPr>
          <a:xfrm>
            <a:off x="601575" y="2239250"/>
            <a:ext cx="2927949" cy="29279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195"/>
          <p:cNvSpPr txBox="1"/>
          <p:nvPr>
            <p:ph idx="1" type="body"/>
          </p:nvPr>
        </p:nvSpPr>
        <p:spPr>
          <a:xfrm>
            <a:off x="3357400" y="1377600"/>
            <a:ext cx="55692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2600"/>
              <a:t>Computer and incident response teams (CIRTs) are responsible for establishing </a:t>
            </a:r>
            <a:r>
              <a:rPr b="1" lang="en" sz="2600"/>
              <a:t>threat intelligence cards</a:t>
            </a:r>
            <a:r>
              <a:rPr lang="en" sz="2600"/>
              <a:t>, which document the TTPs used by </a:t>
            </a:r>
            <a:br>
              <a:rPr lang="en" sz="2600"/>
            </a:br>
            <a:r>
              <a:rPr lang="en" sz="2600"/>
              <a:t>an adversary to infiltrate a network.</a:t>
            </a:r>
            <a:endParaRPr sz="2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96"/>
          <p:cNvSpPr txBox="1"/>
          <p:nvPr/>
        </p:nvSpPr>
        <p:spPr>
          <a:xfrm>
            <a:off x="-12300" y="-76200"/>
            <a:ext cx="9168600" cy="533700"/>
          </a:xfrm>
          <a:prstGeom prst="rect">
            <a:avLst/>
          </a:prstGeom>
          <a:noFill/>
          <a:ln>
            <a:noFill/>
          </a:ln>
        </p:spPr>
        <p:txBody>
          <a:bodyPr anchorCtr="0" anchor="t" bIns="91425" lIns="457200" spcFirstLastPara="1" rIns="274300" wrap="square" tIns="182875">
            <a:noAutofit/>
          </a:bodyPr>
          <a:lstStyle/>
          <a:p>
            <a:pPr indent="0" lvl="0" marL="0" rtl="0" algn="l">
              <a:spcBef>
                <a:spcPts val="0"/>
              </a:spcBef>
              <a:spcAft>
                <a:spcPts val="0"/>
              </a:spcAft>
              <a:buClr>
                <a:schemeClr val="dk1"/>
              </a:buClr>
              <a:buSzPts val="1100"/>
              <a:buFont typeface="Arial"/>
              <a:buNone/>
            </a:pPr>
            <a:r>
              <a:rPr lang="en" sz="2600">
                <a:solidFill>
                  <a:schemeClr val="accent5"/>
                </a:solidFill>
                <a:latin typeface="Roboto Medium"/>
                <a:ea typeface="Roboto Medium"/>
                <a:cs typeface="Roboto Medium"/>
                <a:sym typeface="Roboto Medium"/>
              </a:rPr>
              <a:t>Threat Intelligence Card</a:t>
            </a:r>
            <a:endParaRPr sz="2600">
              <a:solidFill>
                <a:schemeClr val="accent5"/>
              </a:solidFill>
              <a:latin typeface="Roboto Medium"/>
              <a:ea typeface="Roboto Medium"/>
              <a:cs typeface="Roboto Medium"/>
              <a:sym typeface="Roboto Medium"/>
            </a:endParaRPr>
          </a:p>
          <a:p>
            <a:pPr indent="0" lvl="0" marL="0" rtl="0" algn="l">
              <a:spcBef>
                <a:spcPts val="0"/>
              </a:spcBef>
              <a:spcAft>
                <a:spcPts val="0"/>
              </a:spcAft>
              <a:buNone/>
            </a:pPr>
            <a:r>
              <a:t/>
            </a:r>
            <a:endParaRPr sz="2400">
              <a:latin typeface="Roboto Medium"/>
              <a:ea typeface="Roboto Medium"/>
              <a:cs typeface="Roboto Medium"/>
              <a:sym typeface="Roboto Medium"/>
            </a:endParaRPr>
          </a:p>
        </p:txBody>
      </p:sp>
      <p:sp>
        <p:nvSpPr>
          <p:cNvPr id="1767" name="Google Shape;1767;p196"/>
          <p:cNvSpPr txBox="1"/>
          <p:nvPr/>
        </p:nvSpPr>
        <p:spPr>
          <a:xfrm>
            <a:off x="0" y="675975"/>
            <a:ext cx="5349600" cy="748500"/>
          </a:xfrm>
          <a:prstGeom prst="rect">
            <a:avLst/>
          </a:prstGeom>
          <a:noFill/>
          <a:ln>
            <a:noFill/>
          </a:ln>
        </p:spPr>
        <p:txBody>
          <a:bodyPr anchorCtr="0" anchor="t" bIns="0" lIns="457200" spcFirstLastPara="1" rIns="457200" wrap="square" tIns="91425">
            <a:noAutofit/>
          </a:bodyPr>
          <a:lstStyle/>
          <a:p>
            <a:pPr indent="0" lvl="0" marL="0" rtl="0" algn="l">
              <a:lnSpc>
                <a:spcPct val="100000"/>
              </a:lnSpc>
              <a:spcBef>
                <a:spcPts val="0"/>
              </a:spcBef>
              <a:spcAft>
                <a:spcPts val="1200"/>
              </a:spcAft>
              <a:buNone/>
            </a:pPr>
            <a:r>
              <a:rPr lang="en" sz="1800">
                <a:solidFill>
                  <a:schemeClr val="accent5"/>
                </a:solidFill>
                <a:latin typeface="Roboto"/>
                <a:ea typeface="Roboto"/>
                <a:cs typeface="Roboto"/>
                <a:sym typeface="Roboto"/>
              </a:rPr>
              <a:t>When handling a large-scale intrusion, incident responders often struggle to organize intelligence-gathering efforts. </a:t>
            </a:r>
            <a:endParaRPr sz="1800">
              <a:solidFill>
                <a:schemeClr val="accent5"/>
              </a:solidFill>
              <a:latin typeface="Roboto"/>
              <a:ea typeface="Roboto"/>
              <a:cs typeface="Roboto"/>
              <a:sym typeface="Roboto"/>
            </a:endParaRPr>
          </a:p>
        </p:txBody>
      </p:sp>
      <p:sp>
        <p:nvSpPr>
          <p:cNvPr id="1768" name="Google Shape;1768;p196"/>
          <p:cNvSpPr txBox="1"/>
          <p:nvPr/>
        </p:nvSpPr>
        <p:spPr>
          <a:xfrm>
            <a:off x="-217250" y="1874300"/>
            <a:ext cx="4717800" cy="2440500"/>
          </a:xfrm>
          <a:prstGeom prst="rect">
            <a:avLst/>
          </a:prstGeom>
          <a:noFill/>
          <a:ln>
            <a:noFill/>
          </a:ln>
        </p:spPr>
        <p:txBody>
          <a:bodyPr anchorCtr="0" anchor="t" bIns="914400" lIns="457200" spcFirstLastPara="1" rIns="457200" wrap="square" tIns="0">
            <a:noAutofit/>
          </a:bodyPr>
          <a:lstStyle/>
          <a:p>
            <a:pPr indent="-193039" lvl="0" marL="393192" rtl="0" algn="l">
              <a:lnSpc>
                <a:spcPct val="115000"/>
              </a:lnSpc>
              <a:spcBef>
                <a:spcPts val="0"/>
              </a:spcBef>
              <a:spcAft>
                <a:spcPts val="0"/>
              </a:spcAft>
              <a:buClr>
                <a:schemeClr val="accent5"/>
              </a:buClr>
              <a:buSzPts val="1600"/>
              <a:buFont typeface="Roboto"/>
              <a:buChar char="●"/>
            </a:pPr>
            <a:r>
              <a:rPr lang="en" sz="1600">
                <a:solidFill>
                  <a:schemeClr val="accent5"/>
                </a:solidFill>
                <a:latin typeface="Roboto"/>
                <a:ea typeface="Roboto"/>
                <a:cs typeface="Roboto"/>
                <a:sym typeface="Roboto"/>
              </a:rPr>
              <a:t>Threat intelligence cards are shared among the cyberdefense community, allowing organizations to benefit from the lessons learned by others.</a:t>
            </a:r>
            <a:endParaRPr sz="1600">
              <a:solidFill>
                <a:schemeClr val="accent5"/>
              </a:solidFill>
              <a:latin typeface="Roboto"/>
              <a:ea typeface="Roboto"/>
              <a:cs typeface="Roboto"/>
              <a:sym typeface="Roboto"/>
            </a:endParaRPr>
          </a:p>
          <a:p>
            <a:pPr indent="-193039" lvl="0" marL="393192" rtl="0" algn="l">
              <a:lnSpc>
                <a:spcPct val="115000"/>
              </a:lnSpc>
              <a:spcBef>
                <a:spcPts val="1000"/>
              </a:spcBef>
              <a:spcAft>
                <a:spcPts val="1000"/>
              </a:spcAft>
              <a:buClr>
                <a:schemeClr val="accent5"/>
              </a:buClr>
              <a:buSzPts val="1600"/>
              <a:buFont typeface="Roboto"/>
              <a:buChar char="●"/>
            </a:pPr>
            <a:r>
              <a:rPr lang="en" sz="1600">
                <a:solidFill>
                  <a:schemeClr val="accent5"/>
                </a:solidFill>
                <a:latin typeface="Roboto"/>
                <a:ea typeface="Roboto"/>
                <a:cs typeface="Roboto"/>
                <a:sym typeface="Roboto"/>
              </a:rPr>
              <a:t>The triad of actors, capability, and </a:t>
            </a:r>
            <a:br>
              <a:rPr lang="en" sz="1600">
                <a:solidFill>
                  <a:schemeClr val="accent5"/>
                </a:solidFill>
                <a:latin typeface="Roboto"/>
                <a:ea typeface="Roboto"/>
                <a:cs typeface="Roboto"/>
                <a:sym typeface="Roboto"/>
              </a:rPr>
            </a:br>
            <a:r>
              <a:rPr lang="en" sz="1600">
                <a:solidFill>
                  <a:schemeClr val="accent5"/>
                </a:solidFill>
                <a:latin typeface="Roboto"/>
                <a:ea typeface="Roboto"/>
                <a:cs typeface="Roboto"/>
                <a:sym typeface="Roboto"/>
              </a:rPr>
              <a:t>intent informs situationally aware decision-making, enhanced network defense operations, and effective tactical assessments.</a:t>
            </a:r>
            <a:endParaRPr sz="1600">
              <a:solidFill>
                <a:schemeClr val="accent5"/>
              </a:solidFill>
              <a:latin typeface="Roboto"/>
              <a:ea typeface="Roboto"/>
              <a:cs typeface="Roboto"/>
              <a:sym typeface="Roboto"/>
            </a:endParaRPr>
          </a:p>
        </p:txBody>
      </p:sp>
      <p:sp>
        <p:nvSpPr>
          <p:cNvPr id="1769" name="Google Shape;1769;p196"/>
          <p:cNvSpPr/>
          <p:nvPr/>
        </p:nvSpPr>
        <p:spPr>
          <a:xfrm>
            <a:off x="5195930" y="675975"/>
            <a:ext cx="2391300" cy="2031600"/>
          </a:xfrm>
          <a:prstGeom prst="triangle">
            <a:avLst>
              <a:gd fmla="val 4962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196"/>
          <p:cNvSpPr/>
          <p:nvPr/>
        </p:nvSpPr>
        <p:spPr>
          <a:xfrm rot="10800000">
            <a:off x="5196068" y="2770350"/>
            <a:ext cx="2391300" cy="20316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96"/>
          <p:cNvSpPr/>
          <p:nvPr/>
        </p:nvSpPr>
        <p:spPr>
          <a:xfrm>
            <a:off x="3930150" y="2770458"/>
            <a:ext cx="2391300" cy="20316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96"/>
          <p:cNvSpPr/>
          <p:nvPr/>
        </p:nvSpPr>
        <p:spPr>
          <a:xfrm>
            <a:off x="6449037" y="2770458"/>
            <a:ext cx="2391300" cy="2031600"/>
          </a:xfrm>
          <a:prstGeom prst="triangl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96"/>
          <p:cNvSpPr txBox="1"/>
          <p:nvPr/>
        </p:nvSpPr>
        <p:spPr>
          <a:xfrm>
            <a:off x="5195930" y="1384541"/>
            <a:ext cx="2391300" cy="96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chemeClr val="lt1"/>
                </a:solidFill>
                <a:latin typeface="Roboto Medium"/>
                <a:ea typeface="Roboto Medium"/>
                <a:cs typeface="Roboto Medium"/>
                <a:sym typeface="Roboto Medium"/>
              </a:rPr>
              <a:t>1</a:t>
            </a:r>
            <a:endParaRPr sz="4800">
              <a:solidFill>
                <a:schemeClr val="lt1"/>
              </a:solidFill>
              <a:latin typeface="Roboto Light"/>
              <a:ea typeface="Roboto Light"/>
              <a:cs typeface="Roboto Light"/>
              <a:sym typeface="Roboto Light"/>
            </a:endParaRPr>
          </a:p>
          <a:p>
            <a:pPr indent="0" lvl="0" marL="0" rtl="0" algn="ctr">
              <a:spcBef>
                <a:spcPts val="0"/>
              </a:spcBef>
              <a:spcAft>
                <a:spcPts val="0"/>
              </a:spcAft>
              <a:buNone/>
            </a:pPr>
            <a:r>
              <a:rPr lang="en" sz="1800">
                <a:solidFill>
                  <a:schemeClr val="accent5"/>
                </a:solidFill>
                <a:latin typeface="Roboto"/>
                <a:ea typeface="Roboto"/>
                <a:cs typeface="Roboto"/>
                <a:sym typeface="Roboto"/>
              </a:rPr>
              <a:t>Actors</a:t>
            </a:r>
            <a:endParaRPr sz="1800">
              <a:solidFill>
                <a:schemeClr val="accent5"/>
              </a:solidFill>
              <a:latin typeface="Roboto"/>
              <a:ea typeface="Roboto"/>
              <a:cs typeface="Roboto"/>
              <a:sym typeface="Roboto"/>
            </a:endParaRPr>
          </a:p>
        </p:txBody>
      </p:sp>
      <p:sp>
        <p:nvSpPr>
          <p:cNvPr id="1774" name="Google Shape;1774;p196"/>
          <p:cNvSpPr txBox="1"/>
          <p:nvPr/>
        </p:nvSpPr>
        <p:spPr>
          <a:xfrm>
            <a:off x="3930150" y="3479024"/>
            <a:ext cx="2391300" cy="96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chemeClr val="lt1"/>
                </a:solidFill>
                <a:latin typeface="Roboto Medium"/>
                <a:ea typeface="Roboto Medium"/>
                <a:cs typeface="Roboto Medium"/>
                <a:sym typeface="Roboto Medium"/>
              </a:rPr>
              <a:t>2</a:t>
            </a:r>
            <a:endParaRPr sz="4800">
              <a:solidFill>
                <a:schemeClr val="lt1"/>
              </a:solidFill>
              <a:latin typeface="Roboto Light"/>
              <a:ea typeface="Roboto Light"/>
              <a:cs typeface="Roboto Light"/>
              <a:sym typeface="Roboto Light"/>
            </a:endParaRPr>
          </a:p>
          <a:p>
            <a:pPr indent="0" lvl="0" marL="0" rtl="0" algn="ctr">
              <a:spcBef>
                <a:spcPts val="0"/>
              </a:spcBef>
              <a:spcAft>
                <a:spcPts val="0"/>
              </a:spcAft>
              <a:buNone/>
            </a:pPr>
            <a:r>
              <a:rPr lang="en" sz="1800">
                <a:solidFill>
                  <a:schemeClr val="lt1"/>
                </a:solidFill>
                <a:latin typeface="Roboto"/>
                <a:ea typeface="Roboto"/>
                <a:cs typeface="Roboto"/>
                <a:sym typeface="Roboto"/>
              </a:rPr>
              <a:t>Capability</a:t>
            </a:r>
            <a:endParaRPr sz="1800">
              <a:solidFill>
                <a:schemeClr val="lt1"/>
              </a:solidFill>
              <a:latin typeface="Roboto"/>
              <a:ea typeface="Roboto"/>
              <a:cs typeface="Roboto"/>
              <a:sym typeface="Roboto"/>
            </a:endParaRPr>
          </a:p>
        </p:txBody>
      </p:sp>
      <p:sp>
        <p:nvSpPr>
          <p:cNvPr id="1775" name="Google Shape;1775;p196"/>
          <p:cNvSpPr txBox="1"/>
          <p:nvPr/>
        </p:nvSpPr>
        <p:spPr>
          <a:xfrm>
            <a:off x="6449037" y="3479024"/>
            <a:ext cx="2391300" cy="96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4800">
                <a:solidFill>
                  <a:schemeClr val="lt1"/>
                </a:solidFill>
                <a:latin typeface="Roboto Medium"/>
                <a:ea typeface="Roboto Medium"/>
                <a:cs typeface="Roboto Medium"/>
                <a:sym typeface="Roboto Medium"/>
              </a:rPr>
              <a:t>3</a:t>
            </a:r>
            <a:endParaRPr sz="4800">
              <a:solidFill>
                <a:schemeClr val="lt1"/>
              </a:solidFill>
              <a:latin typeface="Roboto Light"/>
              <a:ea typeface="Roboto Light"/>
              <a:cs typeface="Roboto Light"/>
              <a:sym typeface="Roboto Light"/>
            </a:endParaRPr>
          </a:p>
          <a:p>
            <a:pPr indent="0" lvl="0" marL="0" rtl="0" algn="ctr">
              <a:spcBef>
                <a:spcPts val="0"/>
              </a:spcBef>
              <a:spcAft>
                <a:spcPts val="0"/>
              </a:spcAft>
              <a:buNone/>
            </a:pPr>
            <a:r>
              <a:rPr lang="en" sz="1800">
                <a:solidFill>
                  <a:schemeClr val="dk2"/>
                </a:solidFill>
                <a:latin typeface="Roboto"/>
                <a:ea typeface="Roboto"/>
                <a:cs typeface="Roboto"/>
                <a:sym typeface="Roboto"/>
              </a:rPr>
              <a:t>Intent</a:t>
            </a:r>
            <a:endParaRPr sz="1800">
              <a:solidFill>
                <a:schemeClr val="dk2"/>
              </a:solidFill>
              <a:latin typeface="Roboto"/>
              <a:ea typeface="Roboto"/>
              <a:cs typeface="Roboto"/>
              <a:sym typeface="Roboto"/>
            </a:endParaRPr>
          </a:p>
        </p:txBody>
      </p:sp>
      <p:sp>
        <p:nvSpPr>
          <p:cNvPr id="1776" name="Google Shape;1776;p196"/>
          <p:cNvSpPr txBox="1"/>
          <p:nvPr/>
        </p:nvSpPr>
        <p:spPr>
          <a:xfrm>
            <a:off x="5900141" y="3748343"/>
            <a:ext cx="983100" cy="53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FECF48"/>
                </a:solidFill>
                <a:latin typeface="Oswald"/>
                <a:ea typeface="Oswald"/>
                <a:cs typeface="Oswald"/>
                <a:sym typeface="Oswald"/>
              </a:rPr>
              <a:t>THREAT</a:t>
            </a:r>
            <a:endParaRPr sz="1600">
              <a:solidFill>
                <a:srgbClr val="FECF48"/>
              </a:solidFill>
              <a:latin typeface="Oswald"/>
              <a:ea typeface="Oswald"/>
              <a:cs typeface="Oswald"/>
              <a:sym typeface="Oswald"/>
            </a:endParaRPr>
          </a:p>
        </p:txBody>
      </p:sp>
      <p:pic>
        <p:nvPicPr>
          <p:cNvPr id="1777" name="Google Shape;1777;p196"/>
          <p:cNvPicPr preferRelativeResize="0"/>
          <p:nvPr/>
        </p:nvPicPr>
        <p:blipFill>
          <a:blip r:embed="rId3">
            <a:alphaModFix/>
          </a:blip>
          <a:stretch>
            <a:fillRect/>
          </a:stretch>
        </p:blipFill>
        <p:spPr>
          <a:xfrm>
            <a:off x="5960914" y="2952786"/>
            <a:ext cx="861471" cy="75359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sp>
        <p:nvSpPr>
          <p:cNvPr id="1782" name="Google Shape;1782;p197"/>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783" name="Google Shape;1783;p197"/>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sp>
        <p:nvSpPr>
          <p:cNvPr id="1784" name="Google Shape;1784;p197"/>
          <p:cNvSpPr/>
          <p:nvPr/>
        </p:nvSpPr>
        <p:spPr>
          <a:xfrm>
            <a:off x="1335475" y="1376400"/>
            <a:ext cx="30027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800">
                <a:solidFill>
                  <a:srgbClr val="082D49"/>
                </a:solidFill>
                <a:latin typeface="Roboto"/>
                <a:ea typeface="Roboto"/>
                <a:cs typeface="Roboto"/>
                <a:sym typeface="Roboto"/>
              </a:rPr>
              <a:t>Reconnaissance</a:t>
            </a:r>
            <a:endParaRPr b="0" i="0" sz="1800" u="none" cap="none" strike="noStrike">
              <a:solidFill>
                <a:srgbClr val="082D49"/>
              </a:solidFill>
              <a:latin typeface="Roboto"/>
              <a:ea typeface="Roboto"/>
              <a:cs typeface="Roboto"/>
              <a:sym typeface="Roboto"/>
            </a:endParaRPr>
          </a:p>
        </p:txBody>
      </p:sp>
      <p:grpSp>
        <p:nvGrpSpPr>
          <p:cNvPr id="1785" name="Google Shape;1785;p197"/>
          <p:cNvGrpSpPr/>
          <p:nvPr/>
        </p:nvGrpSpPr>
        <p:grpSpPr>
          <a:xfrm>
            <a:off x="440125" y="1376400"/>
            <a:ext cx="776900" cy="486300"/>
            <a:chOff x="457200" y="1466425"/>
            <a:chExt cx="776900" cy="486300"/>
          </a:xfrm>
        </p:grpSpPr>
        <p:sp>
          <p:nvSpPr>
            <p:cNvPr id="1786" name="Google Shape;1786;p19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1787" name="Google Shape;1787;p19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788" name="Google Shape;1788;p197"/>
          <p:cNvSpPr/>
          <p:nvPr/>
        </p:nvSpPr>
        <p:spPr>
          <a:xfrm>
            <a:off x="1335475" y="2031256"/>
            <a:ext cx="30027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2E5E73"/>
              </a:buClr>
              <a:buSzPts val="1400"/>
              <a:buFont typeface="Arial"/>
              <a:buNone/>
            </a:pPr>
            <a:r>
              <a:rPr lang="en" sz="1800">
                <a:solidFill>
                  <a:srgbClr val="082D49"/>
                </a:solidFill>
                <a:latin typeface="Roboto"/>
                <a:ea typeface="Roboto"/>
                <a:cs typeface="Roboto"/>
                <a:sym typeface="Roboto"/>
              </a:rPr>
              <a:t>Weaponization</a:t>
            </a:r>
            <a:endParaRPr b="0" i="0" sz="1800" u="none" cap="none" strike="noStrike">
              <a:solidFill>
                <a:srgbClr val="082D49"/>
              </a:solidFill>
              <a:latin typeface="Roboto"/>
              <a:ea typeface="Roboto"/>
              <a:cs typeface="Roboto"/>
              <a:sym typeface="Roboto"/>
            </a:endParaRPr>
          </a:p>
        </p:txBody>
      </p:sp>
      <p:grpSp>
        <p:nvGrpSpPr>
          <p:cNvPr id="1789" name="Google Shape;1789;p197"/>
          <p:cNvGrpSpPr/>
          <p:nvPr/>
        </p:nvGrpSpPr>
        <p:grpSpPr>
          <a:xfrm>
            <a:off x="440125" y="2031255"/>
            <a:ext cx="776900" cy="486300"/>
            <a:chOff x="457200" y="1466425"/>
            <a:chExt cx="776900" cy="486300"/>
          </a:xfrm>
        </p:grpSpPr>
        <p:sp>
          <p:nvSpPr>
            <p:cNvPr id="1790" name="Google Shape;1790;p19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1791" name="Google Shape;1791;p19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792" name="Google Shape;1792;p197"/>
          <p:cNvSpPr/>
          <p:nvPr/>
        </p:nvSpPr>
        <p:spPr>
          <a:xfrm>
            <a:off x="1335475" y="2686112"/>
            <a:ext cx="30027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2E5E73"/>
              </a:buClr>
              <a:buSzPts val="1400"/>
              <a:buFont typeface="Arial"/>
              <a:buNone/>
            </a:pPr>
            <a:r>
              <a:rPr lang="en" sz="1800">
                <a:solidFill>
                  <a:srgbClr val="082D49"/>
                </a:solidFill>
                <a:latin typeface="Roboto"/>
                <a:ea typeface="Roboto"/>
                <a:cs typeface="Roboto"/>
                <a:sym typeface="Roboto"/>
              </a:rPr>
              <a:t>Delivery</a:t>
            </a:r>
            <a:endParaRPr b="0" i="0" sz="1800" u="none" cap="none" strike="noStrike">
              <a:solidFill>
                <a:srgbClr val="082D49"/>
              </a:solidFill>
              <a:latin typeface="Roboto"/>
              <a:ea typeface="Roboto"/>
              <a:cs typeface="Roboto"/>
              <a:sym typeface="Roboto"/>
            </a:endParaRPr>
          </a:p>
        </p:txBody>
      </p:sp>
      <p:grpSp>
        <p:nvGrpSpPr>
          <p:cNvPr id="1793" name="Google Shape;1793;p197"/>
          <p:cNvGrpSpPr/>
          <p:nvPr/>
        </p:nvGrpSpPr>
        <p:grpSpPr>
          <a:xfrm>
            <a:off x="440125" y="2686110"/>
            <a:ext cx="776900" cy="486300"/>
            <a:chOff x="457200" y="1466425"/>
            <a:chExt cx="776900" cy="486300"/>
          </a:xfrm>
        </p:grpSpPr>
        <p:sp>
          <p:nvSpPr>
            <p:cNvPr id="1794" name="Google Shape;1794;p19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1795" name="Google Shape;1795;p19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796" name="Google Shape;1796;p197"/>
          <p:cNvSpPr/>
          <p:nvPr/>
        </p:nvSpPr>
        <p:spPr>
          <a:xfrm>
            <a:off x="1335475" y="3340968"/>
            <a:ext cx="30027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2E5E73"/>
              </a:buClr>
              <a:buSzPts val="1400"/>
              <a:buFont typeface="Arial"/>
              <a:buNone/>
            </a:pPr>
            <a:r>
              <a:rPr lang="en" sz="1800">
                <a:solidFill>
                  <a:srgbClr val="082D49"/>
                </a:solidFill>
                <a:latin typeface="Roboto"/>
                <a:ea typeface="Roboto"/>
                <a:cs typeface="Roboto"/>
                <a:sym typeface="Roboto"/>
              </a:rPr>
              <a:t>Exploitation</a:t>
            </a:r>
            <a:endParaRPr b="0" i="0" sz="1800" u="none" cap="none" strike="noStrike">
              <a:solidFill>
                <a:srgbClr val="082D49"/>
              </a:solidFill>
              <a:latin typeface="Roboto"/>
              <a:ea typeface="Roboto"/>
              <a:cs typeface="Roboto"/>
              <a:sym typeface="Roboto"/>
            </a:endParaRPr>
          </a:p>
        </p:txBody>
      </p:sp>
      <p:grpSp>
        <p:nvGrpSpPr>
          <p:cNvPr id="1797" name="Google Shape;1797;p197"/>
          <p:cNvGrpSpPr/>
          <p:nvPr/>
        </p:nvGrpSpPr>
        <p:grpSpPr>
          <a:xfrm>
            <a:off x="440125" y="3340965"/>
            <a:ext cx="776900" cy="486300"/>
            <a:chOff x="457200" y="1466425"/>
            <a:chExt cx="776900" cy="486300"/>
          </a:xfrm>
        </p:grpSpPr>
        <p:sp>
          <p:nvSpPr>
            <p:cNvPr id="1798" name="Google Shape;1798;p19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1799" name="Google Shape;1799;p19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800" name="Google Shape;1800;p197"/>
          <p:cNvSpPr/>
          <p:nvPr/>
        </p:nvSpPr>
        <p:spPr>
          <a:xfrm>
            <a:off x="1335475" y="3995824"/>
            <a:ext cx="30027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2E5E73"/>
              </a:buClr>
              <a:buSzPts val="1400"/>
              <a:buFont typeface="Arial"/>
              <a:buNone/>
            </a:pPr>
            <a:r>
              <a:rPr lang="en" sz="1800">
                <a:solidFill>
                  <a:srgbClr val="082D49"/>
                </a:solidFill>
                <a:latin typeface="Roboto"/>
                <a:ea typeface="Roboto"/>
                <a:cs typeface="Roboto"/>
                <a:sym typeface="Roboto"/>
              </a:rPr>
              <a:t>Installation</a:t>
            </a:r>
            <a:endParaRPr b="0" i="0" sz="1800" u="none" cap="none" strike="noStrike">
              <a:solidFill>
                <a:srgbClr val="082D49"/>
              </a:solidFill>
              <a:latin typeface="Roboto"/>
              <a:ea typeface="Roboto"/>
              <a:cs typeface="Roboto"/>
              <a:sym typeface="Roboto"/>
            </a:endParaRPr>
          </a:p>
        </p:txBody>
      </p:sp>
      <p:grpSp>
        <p:nvGrpSpPr>
          <p:cNvPr id="1801" name="Google Shape;1801;p197"/>
          <p:cNvGrpSpPr/>
          <p:nvPr/>
        </p:nvGrpSpPr>
        <p:grpSpPr>
          <a:xfrm>
            <a:off x="440125" y="3995820"/>
            <a:ext cx="776900" cy="486300"/>
            <a:chOff x="457200" y="1466425"/>
            <a:chExt cx="776900" cy="486300"/>
          </a:xfrm>
        </p:grpSpPr>
        <p:sp>
          <p:nvSpPr>
            <p:cNvPr id="1802" name="Google Shape;1802;p197"/>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1803" name="Google Shape;1803;p197"/>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804" name="Google Shape;1804;p197"/>
          <p:cNvSpPr/>
          <p:nvPr/>
        </p:nvSpPr>
        <p:spPr>
          <a:xfrm>
            <a:off x="5403750" y="1376400"/>
            <a:ext cx="32835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sz="1800">
                <a:solidFill>
                  <a:srgbClr val="082D49"/>
                </a:solidFill>
                <a:latin typeface="Roboto"/>
                <a:ea typeface="Roboto"/>
                <a:cs typeface="Roboto"/>
                <a:sym typeface="Roboto"/>
              </a:rPr>
              <a:t>Command and control (C2)</a:t>
            </a:r>
            <a:endParaRPr b="0" i="0" sz="1800" u="none" cap="none" strike="noStrike">
              <a:solidFill>
                <a:srgbClr val="082D49"/>
              </a:solidFill>
              <a:latin typeface="Roboto"/>
              <a:ea typeface="Roboto"/>
              <a:cs typeface="Roboto"/>
              <a:sym typeface="Roboto"/>
            </a:endParaRPr>
          </a:p>
        </p:txBody>
      </p:sp>
      <p:grpSp>
        <p:nvGrpSpPr>
          <p:cNvPr id="1805" name="Google Shape;1805;p197"/>
          <p:cNvGrpSpPr/>
          <p:nvPr/>
        </p:nvGrpSpPr>
        <p:grpSpPr>
          <a:xfrm>
            <a:off x="4508400" y="1376400"/>
            <a:ext cx="776900" cy="486300"/>
            <a:chOff x="457200" y="1466425"/>
            <a:chExt cx="776900" cy="486300"/>
          </a:xfrm>
        </p:grpSpPr>
        <p:sp>
          <p:nvSpPr>
            <p:cNvPr id="1806" name="Google Shape;1806;p19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06</a:t>
              </a:r>
              <a:endParaRPr b="0" i="0" sz="3000" u="none" cap="none" strike="noStrike">
                <a:solidFill>
                  <a:srgbClr val="082D49"/>
                </a:solidFill>
                <a:latin typeface="Roboto"/>
                <a:ea typeface="Roboto"/>
                <a:cs typeface="Roboto"/>
                <a:sym typeface="Roboto"/>
              </a:endParaRPr>
            </a:p>
          </p:txBody>
        </p:sp>
        <p:sp>
          <p:nvSpPr>
            <p:cNvPr id="1807" name="Google Shape;1807;p19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1808" name="Google Shape;1808;p197"/>
          <p:cNvSpPr/>
          <p:nvPr/>
        </p:nvSpPr>
        <p:spPr>
          <a:xfrm>
            <a:off x="5403750" y="2031258"/>
            <a:ext cx="3283500" cy="486300"/>
          </a:xfrm>
          <a:prstGeom prst="roundRect">
            <a:avLst>
              <a:gd fmla="val 16667" name="adj"/>
            </a:avLst>
          </a:prstGeom>
          <a:solidFill>
            <a:srgbClr val="F2F2F2"/>
          </a:solidFill>
          <a:ln>
            <a:noFill/>
          </a:ln>
        </p:spPr>
        <p:txBody>
          <a:bodyPr anchorCtr="0" anchor="ctr" bIns="91425" lIns="137150" spcFirstLastPara="1" rIns="91425" wrap="square" tIns="91425">
            <a:noAutofit/>
          </a:bodyPr>
          <a:lstStyle/>
          <a:p>
            <a:pPr indent="0" lvl="0" marL="0" marR="0" rtl="0" algn="l">
              <a:lnSpc>
                <a:spcPct val="100000"/>
              </a:lnSpc>
              <a:spcBef>
                <a:spcPts val="0"/>
              </a:spcBef>
              <a:spcAft>
                <a:spcPts val="0"/>
              </a:spcAft>
              <a:buClr>
                <a:srgbClr val="2E5E73"/>
              </a:buClr>
              <a:buSzPts val="1400"/>
              <a:buFont typeface="Arial"/>
              <a:buNone/>
            </a:pPr>
            <a:r>
              <a:rPr lang="en" sz="1800">
                <a:solidFill>
                  <a:srgbClr val="082D49"/>
                </a:solidFill>
                <a:latin typeface="Roboto"/>
                <a:ea typeface="Roboto"/>
                <a:cs typeface="Roboto"/>
                <a:sym typeface="Roboto"/>
              </a:rPr>
              <a:t>Actions on objectives</a:t>
            </a:r>
            <a:endParaRPr b="0" i="0" sz="1800" u="none" cap="none" strike="noStrike">
              <a:solidFill>
                <a:srgbClr val="082D49"/>
              </a:solidFill>
              <a:latin typeface="Roboto"/>
              <a:ea typeface="Roboto"/>
              <a:cs typeface="Roboto"/>
              <a:sym typeface="Roboto"/>
            </a:endParaRPr>
          </a:p>
        </p:txBody>
      </p:sp>
      <p:grpSp>
        <p:nvGrpSpPr>
          <p:cNvPr id="1809" name="Google Shape;1809;p197"/>
          <p:cNvGrpSpPr/>
          <p:nvPr/>
        </p:nvGrpSpPr>
        <p:grpSpPr>
          <a:xfrm>
            <a:off x="4508400" y="2031255"/>
            <a:ext cx="776900" cy="486300"/>
            <a:chOff x="457200" y="1466425"/>
            <a:chExt cx="776900" cy="486300"/>
          </a:xfrm>
        </p:grpSpPr>
        <p:sp>
          <p:nvSpPr>
            <p:cNvPr id="1810" name="Google Shape;1810;p19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07</a:t>
              </a:r>
              <a:endParaRPr b="0" i="0" sz="3000" u="none" cap="none" strike="noStrike">
                <a:solidFill>
                  <a:srgbClr val="FFFFFF"/>
                </a:solidFill>
                <a:latin typeface="Roboto"/>
                <a:ea typeface="Roboto"/>
                <a:cs typeface="Roboto"/>
                <a:sym typeface="Roboto"/>
              </a:endParaRPr>
            </a:p>
          </p:txBody>
        </p:sp>
        <p:sp>
          <p:nvSpPr>
            <p:cNvPr id="1811" name="Google Shape;1811;p19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pic>
        <p:nvPicPr>
          <p:cNvPr id="1812" name="Google Shape;1812;p197"/>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6" name="Shape 1816"/>
        <p:cNvGrpSpPr/>
        <p:nvPr/>
      </p:nvGrpSpPr>
      <p:grpSpPr>
        <a:xfrm>
          <a:off x="0" y="0"/>
          <a:ext cx="0" cy="0"/>
          <a:chOff x="0" y="0"/>
          <a:chExt cx="0" cy="0"/>
        </a:xfrm>
      </p:grpSpPr>
      <p:sp>
        <p:nvSpPr>
          <p:cNvPr id="1817" name="Google Shape;1817;p19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18" name="Google Shape;1818;p19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19" name="Google Shape;1819;p198"/>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22450"/>
                <a:gridCol w="59996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Reconnaissance</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Information-gathering stage against targeted victim. Information sources include:</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DNS registration websites</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LinkedIn</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Facebook</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Twitter</a:t>
                      </a:r>
                      <a:endParaRPr sz="1800">
                        <a:solidFill>
                          <a:schemeClr val="dk2"/>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20" name="Google Shape;1820;p198"/>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4" name="Shape 1824"/>
        <p:cNvGrpSpPr/>
        <p:nvPr/>
      </p:nvGrpSpPr>
      <p:grpSpPr>
        <a:xfrm>
          <a:off x="0" y="0"/>
          <a:ext cx="0" cy="0"/>
          <a:chOff x="0" y="0"/>
          <a:chExt cx="0" cy="0"/>
        </a:xfrm>
      </p:grpSpPr>
      <p:sp>
        <p:nvSpPr>
          <p:cNvPr id="1825" name="Google Shape;1825;p199"/>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26" name="Google Shape;1826;p199"/>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27" name="Google Shape;1827;p199"/>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87450"/>
                <a:gridCol w="61675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Weaponization</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After collecting information regarding infrastructure and employees, adversaries have the capability to establish attack vectors and technical profiles of targets such as: </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Logical and administrative security controls</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Infil/e</a:t>
                      </a:r>
                      <a:r>
                        <a:rPr lang="en" sz="1800">
                          <a:solidFill>
                            <a:schemeClr val="dk2"/>
                          </a:solidFill>
                          <a:latin typeface="Roboto"/>
                          <a:ea typeface="Roboto"/>
                          <a:cs typeface="Roboto"/>
                          <a:sym typeface="Roboto"/>
                        </a:rPr>
                        <a:t>xfil</a:t>
                      </a:r>
                      <a:r>
                        <a:rPr lang="en" sz="1800">
                          <a:solidFill>
                            <a:schemeClr val="dk2"/>
                          </a:solidFill>
                          <a:latin typeface="Roboto"/>
                          <a:ea typeface="Roboto"/>
                          <a:cs typeface="Roboto"/>
                          <a:sym typeface="Roboto"/>
                        </a:rPr>
                        <a:t> points</a:t>
                      </a:r>
                      <a:endParaRPr sz="1800">
                        <a:solidFill>
                          <a:schemeClr val="dk2"/>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28" name="Google Shape;1828;p199"/>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200"/>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34" name="Google Shape;1834;p200"/>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35" name="Google Shape;1835;p200"/>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87450"/>
                <a:gridCol w="61675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Delivery</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The d</a:t>
                      </a:r>
                      <a:r>
                        <a:rPr lang="en" sz="1800">
                          <a:solidFill>
                            <a:schemeClr val="dk2"/>
                          </a:solidFill>
                          <a:latin typeface="Roboto"/>
                          <a:ea typeface="Roboto"/>
                          <a:cs typeface="Roboto"/>
                          <a:sym typeface="Roboto"/>
                        </a:rPr>
                        <a:t>elivery of the weaponized payload via:</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E</a:t>
                      </a:r>
                      <a:r>
                        <a:rPr lang="en" sz="1800">
                          <a:solidFill>
                            <a:schemeClr val="dk2"/>
                          </a:solidFill>
                          <a:latin typeface="Roboto"/>
                          <a:ea typeface="Roboto"/>
                          <a:cs typeface="Roboto"/>
                          <a:sym typeface="Roboto"/>
                        </a:rPr>
                        <a:t>mail</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Website</a:t>
                      </a:r>
                      <a:endParaRPr sz="1800">
                        <a:solidFill>
                          <a:schemeClr val="dk2"/>
                        </a:solidFill>
                        <a:latin typeface="Roboto"/>
                        <a:ea typeface="Roboto"/>
                        <a:cs typeface="Roboto"/>
                        <a:sym typeface="Roboto"/>
                      </a:endParaRPr>
                    </a:p>
                    <a:p>
                      <a:pPr indent="-342900" lvl="0" marL="457200" rtl="0" algn="l">
                        <a:lnSpc>
                          <a:spcPct val="115000"/>
                        </a:lnSpc>
                        <a:spcBef>
                          <a:spcPts val="0"/>
                        </a:spcBef>
                        <a:spcAft>
                          <a:spcPts val="0"/>
                        </a:spcAft>
                        <a:buClr>
                          <a:schemeClr val="dk2"/>
                        </a:buClr>
                        <a:buSzPts val="1800"/>
                        <a:buFont typeface="Roboto"/>
                        <a:buChar char="●"/>
                      </a:pPr>
                      <a:r>
                        <a:rPr lang="en" sz="1800">
                          <a:solidFill>
                            <a:schemeClr val="dk2"/>
                          </a:solidFill>
                          <a:latin typeface="Roboto"/>
                          <a:ea typeface="Roboto"/>
                          <a:cs typeface="Roboto"/>
                          <a:sym typeface="Roboto"/>
                        </a:rPr>
                        <a:t>USB</a:t>
                      </a:r>
                      <a:endParaRPr sz="1800">
                        <a:solidFill>
                          <a:schemeClr val="dk2"/>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36" name="Google Shape;1836;p200"/>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201"/>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42" name="Google Shape;1842;p201"/>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43" name="Google Shape;1843;p201"/>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87450"/>
                <a:gridCol w="61675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Exploitation</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accent5"/>
                          </a:solidFill>
                          <a:latin typeface="Roboto"/>
                          <a:ea typeface="Roboto"/>
                          <a:cs typeface="Roboto"/>
                          <a:sym typeface="Roboto"/>
                        </a:rPr>
                        <a:t>Actively compromise adversary’s applications and servers while averting the physical, logical, and administrative controls. Exploiting employees through social engineering. This stage prepares for escalation during </a:t>
                      </a:r>
                      <a:br>
                        <a:rPr lang="en" sz="1800">
                          <a:solidFill>
                            <a:schemeClr val="accent5"/>
                          </a:solidFill>
                          <a:latin typeface="Roboto"/>
                          <a:ea typeface="Roboto"/>
                          <a:cs typeface="Roboto"/>
                          <a:sym typeface="Roboto"/>
                        </a:rPr>
                      </a:br>
                      <a:r>
                        <a:rPr lang="en" sz="1800">
                          <a:solidFill>
                            <a:schemeClr val="accent5"/>
                          </a:solidFill>
                          <a:latin typeface="Roboto"/>
                          <a:ea typeface="Roboto"/>
                          <a:cs typeface="Roboto"/>
                          <a:sym typeface="Roboto"/>
                        </a:rPr>
                        <a:t>the installation phase.</a:t>
                      </a:r>
                      <a:endParaRPr sz="1800">
                        <a:solidFill>
                          <a:schemeClr val="accent5"/>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44" name="Google Shape;1844;p201"/>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8" name="Shape 1848"/>
        <p:cNvGrpSpPr/>
        <p:nvPr/>
      </p:nvGrpSpPr>
      <p:grpSpPr>
        <a:xfrm>
          <a:off x="0" y="0"/>
          <a:ext cx="0" cy="0"/>
          <a:chOff x="0" y="0"/>
          <a:chExt cx="0" cy="0"/>
        </a:xfrm>
      </p:grpSpPr>
      <p:sp>
        <p:nvSpPr>
          <p:cNvPr id="1849" name="Google Shape;1849;p202"/>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50" name="Google Shape;1850;p202"/>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51" name="Google Shape;1851;p202"/>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87450"/>
                <a:gridCol w="61675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Installation</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A.k.a. the persistence preparation phase. Activities include malicious software installation, backdoor implants, and persistence mechanisms such as cron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jobs, AutoRun keys, services, log file deletion, and timestamp manipulation.</a:t>
                      </a:r>
                      <a:endParaRPr sz="1800">
                        <a:solidFill>
                          <a:schemeClr val="dk2"/>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52" name="Google Shape;1852;p202"/>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203"/>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58" name="Google Shape;1858;p203"/>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59" name="Google Shape;1859;p203"/>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87450"/>
                <a:gridCol w="61675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Command and Control (C2)</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 command channel, most typically Internet Relay Chat (IRC), used for remote control of a victim’s computer.</a:t>
                      </a:r>
                      <a:endParaRPr sz="1800">
                        <a:solidFill>
                          <a:schemeClr val="dk2"/>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60" name="Google Shape;1860;p203"/>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20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a:t>
            </a:r>
            <a:endParaRPr/>
          </a:p>
        </p:txBody>
      </p:sp>
      <p:sp>
        <p:nvSpPr>
          <p:cNvPr id="1866" name="Google Shape;1866;p20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 Kill Chain</a:t>
            </a:r>
            <a:endParaRPr/>
          </a:p>
        </p:txBody>
      </p:sp>
      <p:graphicFrame>
        <p:nvGraphicFramePr>
          <p:cNvPr id="1867" name="Google Shape;1867;p204"/>
          <p:cNvGraphicFramePr/>
          <p:nvPr/>
        </p:nvGraphicFramePr>
        <p:xfrm>
          <a:off x="314725" y="1946225"/>
          <a:ext cx="3000000" cy="3000000"/>
        </p:xfrm>
        <a:graphic>
          <a:graphicData uri="http://schemas.openxmlformats.org/drawingml/2006/table">
            <a:tbl>
              <a:tblPr>
                <a:noFill/>
                <a:tableStyleId>{1328BE73-FE7C-463C-B4DD-11965118B013}</a:tableStyleId>
              </a:tblPr>
              <a:tblGrid>
                <a:gridCol w="2387450"/>
                <a:gridCol w="6167500"/>
              </a:tblGrid>
              <a:tr h="279475">
                <a:tc>
                  <a:txBody>
                    <a:bodyPr/>
                    <a:lstStyle/>
                    <a:p>
                      <a:pPr indent="0" lvl="0" marL="0" rtl="0" algn="r">
                        <a:spcBef>
                          <a:spcPts val="0"/>
                        </a:spcBef>
                        <a:spcAft>
                          <a:spcPts val="0"/>
                        </a:spcAft>
                        <a:buNone/>
                      </a:pPr>
                      <a:r>
                        <a:rPr lang="en" sz="1800">
                          <a:solidFill>
                            <a:schemeClr val="dk2"/>
                          </a:solidFill>
                          <a:latin typeface="Roboto Medium"/>
                          <a:ea typeface="Roboto Medium"/>
                          <a:cs typeface="Roboto Medium"/>
                          <a:sym typeface="Roboto Medium"/>
                        </a:rPr>
                        <a:t>Advantages</a:t>
                      </a:r>
                      <a:endParaRPr sz="1800">
                        <a:solidFill>
                          <a:schemeClr val="dk2"/>
                        </a:solidFill>
                        <a:latin typeface="Roboto Medium"/>
                        <a:ea typeface="Roboto Medium"/>
                        <a:cs typeface="Roboto Medium"/>
                        <a:sym typeface="Roboto Medium"/>
                      </a:endParaRPr>
                    </a:p>
                  </a:txBody>
                  <a:tcPr marT="27425" marB="27425" marR="63500" marL="635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800">
                          <a:solidFill>
                            <a:schemeClr val="dk2"/>
                          </a:solidFill>
                          <a:latin typeface="Roboto Medium"/>
                          <a:ea typeface="Roboto Medium"/>
                          <a:cs typeface="Roboto Medium"/>
                          <a:sym typeface="Roboto Medium"/>
                        </a:rPr>
                        <a:t>Examples</a:t>
                      </a:r>
                      <a:endParaRPr sz="1800">
                        <a:solidFill>
                          <a:schemeClr val="dk2"/>
                        </a:solidFill>
                        <a:latin typeface="Roboto Medium"/>
                        <a:ea typeface="Roboto Medium"/>
                        <a:cs typeface="Roboto Medium"/>
                        <a:sym typeface="Roboto Medium"/>
                      </a:endParaRPr>
                    </a:p>
                  </a:txBody>
                  <a:tcPr marT="27425" marB="27425" marR="63500" marL="1371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401975">
                <a:tc>
                  <a:txBody>
                    <a:bodyPr/>
                    <a:lstStyle/>
                    <a:p>
                      <a:pPr indent="0" lvl="0" marL="0" rtl="0" algn="ctr">
                        <a:spcBef>
                          <a:spcPts val="0"/>
                        </a:spcBef>
                        <a:spcAft>
                          <a:spcPts val="0"/>
                        </a:spcAft>
                        <a:buNone/>
                      </a:pPr>
                      <a:r>
                        <a:rPr b="1" lang="en" sz="1800">
                          <a:solidFill>
                            <a:schemeClr val="lt1"/>
                          </a:solidFill>
                          <a:latin typeface="Roboto"/>
                          <a:ea typeface="Roboto"/>
                          <a:cs typeface="Roboto"/>
                          <a:sym typeface="Roboto"/>
                        </a:rPr>
                        <a:t>Actions on Objectives</a:t>
                      </a:r>
                      <a:endParaRPr b="1" sz="1800">
                        <a:solidFill>
                          <a:schemeClr val="lt1"/>
                        </a:solidFill>
                        <a:latin typeface="Roboto"/>
                        <a:ea typeface="Roboto"/>
                        <a:cs typeface="Roboto"/>
                        <a:sym typeface="Roboto"/>
                      </a:endParaRPr>
                    </a:p>
                  </a:txBody>
                  <a:tcPr marT="27425" marB="27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dk2"/>
                    </a:solidFill>
                  </a:tcPr>
                </a:tc>
                <a:tc>
                  <a:txBody>
                    <a:bodyPr/>
                    <a:lstStyle/>
                    <a:p>
                      <a:pPr indent="0" lvl="0" marL="0" rtl="0" algn="l">
                        <a:lnSpc>
                          <a:spcPct val="115000"/>
                        </a:lnSpc>
                        <a:spcBef>
                          <a:spcPts val="0"/>
                        </a:spcBef>
                        <a:spcAft>
                          <a:spcPts val="0"/>
                        </a:spcAft>
                        <a:buNone/>
                      </a:pPr>
                      <a:r>
                        <a:rPr lang="en" sz="1800">
                          <a:solidFill>
                            <a:schemeClr val="dk2"/>
                          </a:solidFill>
                          <a:latin typeface="Roboto"/>
                          <a:ea typeface="Roboto"/>
                          <a:cs typeface="Roboto"/>
                          <a:sym typeface="Roboto"/>
                        </a:rPr>
                        <a:t>After achieving the equivalent of “Hands on Keyboard” access to a victim's systems, adversaries are now able </a:t>
                      </a:r>
                      <a:br>
                        <a:rPr lang="en" sz="1800">
                          <a:solidFill>
                            <a:schemeClr val="dk2"/>
                          </a:solidFill>
                          <a:latin typeface="Roboto"/>
                          <a:ea typeface="Roboto"/>
                          <a:cs typeface="Roboto"/>
                          <a:sym typeface="Roboto"/>
                        </a:rPr>
                      </a:br>
                      <a:r>
                        <a:rPr lang="en" sz="1800">
                          <a:solidFill>
                            <a:schemeClr val="dk2"/>
                          </a:solidFill>
                          <a:latin typeface="Roboto"/>
                          <a:ea typeface="Roboto"/>
                          <a:cs typeface="Roboto"/>
                          <a:sym typeface="Roboto"/>
                        </a:rPr>
                        <a:t>to action their objectives.</a:t>
                      </a:r>
                      <a:endParaRPr sz="1800">
                        <a:solidFill>
                          <a:schemeClr val="dk2"/>
                        </a:solidFill>
                        <a:latin typeface="Roboto"/>
                        <a:ea typeface="Roboto"/>
                        <a:cs typeface="Roboto"/>
                        <a:sym typeface="Roboto"/>
                      </a:endParaRPr>
                    </a:p>
                  </a:txBody>
                  <a:tcPr marT="27425" marB="27425" marR="155425" marL="1371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1868" name="Google Shape;1868;p204"/>
          <p:cNvPicPr preferRelativeResize="0"/>
          <p:nvPr/>
        </p:nvPicPr>
        <p:blipFill>
          <a:blip r:embed="rId3">
            <a:alphaModFix/>
          </a:blip>
          <a:stretch>
            <a:fillRect/>
          </a:stretch>
        </p:blipFill>
        <p:spPr>
          <a:xfrm>
            <a:off x="0" y="63125"/>
            <a:ext cx="914401" cy="9144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205"/>
          <p:cNvSpPr txBox="1"/>
          <p:nvPr>
            <p:ph idx="1" type="subTitle"/>
          </p:nvPr>
        </p:nvSpPr>
        <p:spPr>
          <a:xfrm>
            <a:off x="6174975" y="4568875"/>
            <a:ext cx="29691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35 minutes</a:t>
            </a:r>
            <a:endParaRPr/>
          </a:p>
        </p:txBody>
      </p:sp>
      <p:sp>
        <p:nvSpPr>
          <p:cNvPr id="1874" name="Google Shape;1874;p205"/>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Threat hunting: cyber threat intelligence</a:t>
            </a:r>
            <a:endParaRPr b="1">
              <a:latin typeface="Inconsolata"/>
              <a:ea typeface="Inconsolata"/>
              <a:cs typeface="Inconsolata"/>
              <a:sym typeface="Inconsolata"/>
            </a:endParaRPr>
          </a:p>
        </p:txBody>
      </p:sp>
      <p:sp>
        <p:nvSpPr>
          <p:cNvPr id="1875" name="Google Shape;1875;p205"/>
          <p:cNvSpPr txBox="1"/>
          <p:nvPr>
            <p:ph idx="3" type="body"/>
          </p:nvPr>
        </p:nvSpPr>
        <p:spPr>
          <a:xfrm>
            <a:off x="457200" y="1306375"/>
            <a:ext cx="7315200" cy="2211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your role as an SOC analyst for the California DMV.</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You've decided to include threat hunting as part of your defense strategy. You assembled a team of highly motivated security professionals.</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This activity only requires hunting a single threat, as time is limited.</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876" name="Google Shape;1876;p205"/>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0" name="Shape 1880"/>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4" name="Shape 1884"/>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208"/>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2200"/>
              <a:t>HTTP with sessions and cookies</a:t>
            </a:r>
            <a:endParaRPr b="1" baseline="-25000" sz="22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