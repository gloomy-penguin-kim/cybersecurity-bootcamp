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5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5143500" cx="9144000"/>
  <p:notesSz cx="6858000" cy="9144000"/>
  <p:embeddedFontLst>
    <p:embeddedFont>
      <p:font typeface="Roboto"/>
      <p:regular r:id="rId30"/>
      <p:bold r:id="rId31"/>
      <p:italic r:id="rId32"/>
      <p:boldItalic r:id="rId33"/>
    </p:embeddedFont>
    <p:embeddedFont>
      <p:font typeface="Roboto Medium"/>
      <p:regular r:id="rId34"/>
      <p:bold r:id="rId35"/>
      <p:italic r:id="rId36"/>
      <p:boldItalic r:id="rId37"/>
    </p:embeddedFont>
    <p:embeddedFont>
      <p:font typeface="Roboto Light"/>
      <p:regular r:id="rId38"/>
      <p:bold r:id="rId39"/>
      <p:italic r:id="rId40"/>
      <p:boldItalic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24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240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Light-italic.fntdata"/><Relationship Id="rId41" Type="http://schemas.openxmlformats.org/officeDocument/2006/relationships/font" Target="fonts/RobotoLight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-bold.fntdata"/><Relationship Id="rId30" Type="http://schemas.openxmlformats.org/officeDocument/2006/relationships/font" Target="fonts/Roboto-regular.fntdata"/><Relationship Id="rId33" Type="http://schemas.openxmlformats.org/officeDocument/2006/relationships/font" Target="fonts/Roboto-boldItalic.fntdata"/><Relationship Id="rId32" Type="http://schemas.openxmlformats.org/officeDocument/2006/relationships/font" Target="fonts/Roboto-italic.fntdata"/><Relationship Id="rId35" Type="http://schemas.openxmlformats.org/officeDocument/2006/relationships/font" Target="fonts/RobotoMedium-bold.fntdata"/><Relationship Id="rId34" Type="http://schemas.openxmlformats.org/officeDocument/2006/relationships/font" Target="fonts/RobotoMedium-regular.fntdata"/><Relationship Id="rId37" Type="http://schemas.openxmlformats.org/officeDocument/2006/relationships/font" Target="fonts/RobotoMedium-boldItalic.fntdata"/><Relationship Id="rId36" Type="http://schemas.openxmlformats.org/officeDocument/2006/relationships/font" Target="fonts/RobotoMedium-italic.fntdata"/><Relationship Id="rId39" Type="http://schemas.openxmlformats.org/officeDocument/2006/relationships/font" Target="fonts/RobotoLight-bold.fntdata"/><Relationship Id="rId38" Type="http://schemas.openxmlformats.org/officeDocument/2006/relationships/font" Target="fonts/RobotoLight-regular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2bbf4ae549a_0_13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2bbf4ae549a_0_13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2bbf4ae549a_0_13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2bbf4ae549a_0_13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2bbf4ae549a_0_13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3" name="Google Shape;473;g2bbf4ae549a_0_13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shutterstock_1200423583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2bbf4ae549a_0_14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0" name="Google Shape;480;g2bbf4ae549a_0_14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31ecf59459a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4" name="Google Shape;484;g31ecf59459a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1ecf59459a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31ecf59459a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31ecf59459a_0_5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2" name="Google Shape;512;g31ecf59459a_0_5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2bbf4ae549a_0_14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2bbf4ae549a_0_14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2bbf4ae549a_0_14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2bbf4ae549a_0_14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Attack: shutterstock_287479460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g2bbf4ae549a_0_14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2" name="Google Shape;552;g2bbf4ae549a_0_14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g2bbf4ae549a_0_14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2" name="Google Shape;562;g2bbf4ae549a_0_14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g2bbf4ae549a_0_14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2" name="Google Shape;572;g2bbf4ae549a_0_14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g2bbf4ae549a_0_14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2" name="Google Shape;582;g2bbf4ae549a_0_14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2bbf4ae549a_0_14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1" name="Google Shape;591;g2bbf4ae549a_0_14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2bbf4ae549a_0_14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0" name="Google Shape;600;g2bbf4ae549a_0_14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g2bbf4ae549a_0_14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9" name="Google Shape;609;g2bbf4ae549a_0_14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g2bbf4ae549a_0_15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7" name="Google Shape;617;g2bbf4ae549a_0_15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g2bbf4ae549a_0_15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2" name="Google Shape;622;g2bbf4ae549a_0_15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g2bbf4ae549a_0_15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7" name="Google Shape;627;g2bbf4ae549a_0_15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g31ecf59459a_0_6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7" name="Google Shape;637;g31ecf59459a_0_6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g31ecf59459a_0_6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7" name="Google Shape;667;g31ecf59459a_0_6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g31bab644d5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4" name="Google Shape;674;g31bab644d5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g2bbf4ae549a_0_15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0" name="Google Shape;680;g2bbf4ae549a_0_15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g2bbf4ae549a_0_15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4" name="Google Shape;684;g2bbf4ae549a_0_15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1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1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20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Relationship Id="rId3" Type="http://schemas.openxmlformats.org/officeDocument/2006/relationships/image" Target="../media/image22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Relationship Id="rId3" Type="http://schemas.openxmlformats.org/officeDocument/2006/relationships/image" Target="../media/image23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image" Target="../media/image20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20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1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Headings + Body text">
  <p:cSld name="CUSTOM_1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57200" y="548650"/>
            <a:ext cx="8223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2" type="body"/>
          </p:nvPr>
        </p:nvSpPr>
        <p:spPr>
          <a:xfrm>
            <a:off x="461225" y="1063525"/>
            <a:ext cx="8229600" cy="3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Right image layout">
  <p:cSld name="CUSTOM_6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>
            <p:ph idx="2" type="pic"/>
          </p:nvPr>
        </p:nvSpPr>
        <p:spPr>
          <a:xfrm>
            <a:off x="5943725" y="150"/>
            <a:ext cx="32001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5" name="Google Shape;15;p3"/>
          <p:cNvSpPr txBox="1"/>
          <p:nvPr>
            <p:ph type="title"/>
          </p:nvPr>
        </p:nvSpPr>
        <p:spPr>
          <a:xfrm>
            <a:off x="457200" y="146300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" type="subTitle"/>
          </p:nvPr>
        </p:nvSpPr>
        <p:spPr>
          <a:xfrm>
            <a:off x="461220" y="548650"/>
            <a:ext cx="5482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3" type="body"/>
          </p:nvPr>
        </p:nvSpPr>
        <p:spPr>
          <a:xfrm>
            <a:off x="457200" y="1063525"/>
            <a:ext cx="5029200" cy="3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With right text layout">
  <p:cSld name="CUSTOM_3_2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5943650" y="0"/>
            <a:ext cx="3196500" cy="51435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6400800" y="725688"/>
            <a:ext cx="2286000" cy="6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1" name="Google Shape;21;p4"/>
          <p:cNvSpPr txBox="1"/>
          <p:nvPr>
            <p:ph idx="1" type="subTitle"/>
          </p:nvPr>
        </p:nvSpPr>
        <p:spPr>
          <a:xfrm>
            <a:off x="6400800" y="1600088"/>
            <a:ext cx="2349300" cy="29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" name="Google Shape;22;p4"/>
          <p:cNvSpPr txBox="1"/>
          <p:nvPr>
            <p:ph idx="2" type="body"/>
          </p:nvPr>
        </p:nvSpPr>
        <p:spPr>
          <a:xfrm>
            <a:off x="457200" y="1063525"/>
            <a:ext cx="5029200" cy="3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" name="Google Shape;23;p4"/>
          <p:cNvSpPr txBox="1"/>
          <p:nvPr>
            <p:ph idx="3" type="subTitle"/>
          </p:nvPr>
        </p:nvSpPr>
        <p:spPr>
          <a:xfrm>
            <a:off x="461220" y="548650"/>
            <a:ext cx="5482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4" type="title"/>
          </p:nvPr>
        </p:nvSpPr>
        <p:spPr>
          <a:xfrm>
            <a:off x="457200" y="146300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With image insert">
  <p:cSld name="CUSTOM_8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 rot="10800000">
            <a:off x="3453900" y="1729748"/>
            <a:ext cx="585300" cy="0"/>
          </a:xfrm>
          <a:prstGeom prst="straightConnector1">
            <a:avLst/>
          </a:prstGeom>
          <a:noFill/>
          <a:ln cap="rnd" cmpd="sng" w="9525">
            <a:solidFill>
              <a:srgbClr val="2E5E73"/>
            </a:solidFill>
            <a:prstDash val="solid"/>
            <a:round/>
            <a:headEnd len="sm" w="sm" type="none"/>
            <a:tailEnd len="med" w="med" type="oval"/>
          </a:ln>
        </p:spPr>
      </p:cxnSp>
      <p:cxnSp>
        <p:nvCxnSpPr>
          <p:cNvPr id="27" name="Google Shape;27;p5"/>
          <p:cNvCxnSpPr/>
          <p:nvPr/>
        </p:nvCxnSpPr>
        <p:spPr>
          <a:xfrm rot="10800000">
            <a:off x="3453900" y="3524825"/>
            <a:ext cx="585300" cy="0"/>
          </a:xfrm>
          <a:prstGeom prst="straightConnector1">
            <a:avLst/>
          </a:prstGeom>
          <a:noFill/>
          <a:ln cap="rnd" cmpd="sng" w="9525">
            <a:solidFill>
              <a:srgbClr val="2E5E73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8" name="Google Shape;28;p5"/>
          <p:cNvSpPr/>
          <p:nvPr>
            <p:ph idx="2" type="pic"/>
          </p:nvPr>
        </p:nvSpPr>
        <p:spPr>
          <a:xfrm>
            <a:off x="3657600" y="1371600"/>
            <a:ext cx="5029200" cy="2742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sp>
      <p:sp>
        <p:nvSpPr>
          <p:cNvPr id="29" name="Google Shape;29;p5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" type="subTitle"/>
          </p:nvPr>
        </p:nvSpPr>
        <p:spPr>
          <a:xfrm>
            <a:off x="463231" y="548650"/>
            <a:ext cx="8223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3" type="body"/>
          </p:nvPr>
        </p:nvSpPr>
        <p:spPr>
          <a:xfrm>
            <a:off x="457200" y="1592650"/>
            <a:ext cx="3013200" cy="11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4" type="body"/>
          </p:nvPr>
        </p:nvSpPr>
        <p:spPr>
          <a:xfrm>
            <a:off x="457200" y="3413275"/>
            <a:ext cx="3013200" cy="11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Left image layout">
  <p:cSld name="CUSTOM_7_2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/>
          <p:nvPr>
            <p:ph idx="2" type="pic"/>
          </p:nvPr>
        </p:nvSpPr>
        <p:spPr>
          <a:xfrm>
            <a:off x="0" y="150"/>
            <a:ext cx="32205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3657600" y="1054550"/>
            <a:ext cx="5025600" cy="34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6" name="Google Shape;36;p6"/>
          <p:cNvSpPr txBox="1"/>
          <p:nvPr>
            <p:ph type="title"/>
          </p:nvPr>
        </p:nvSpPr>
        <p:spPr>
          <a:xfrm>
            <a:off x="3657601" y="146300"/>
            <a:ext cx="5029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3" type="subTitle"/>
          </p:nvPr>
        </p:nvSpPr>
        <p:spPr>
          <a:xfrm>
            <a:off x="3661286" y="548650"/>
            <a:ext cx="5025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 - Heading + Subheading blank">
  <p:cSld name="CUSTOM_21_2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" name="Google Shape;39;p7"/>
          <p:cNvCxnSpPr/>
          <p:nvPr/>
        </p:nvCxnSpPr>
        <p:spPr>
          <a:xfrm>
            <a:off x="-9375" y="929900"/>
            <a:ext cx="73467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40" name="Google Shape;40;p7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7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61225" y="1063525"/>
            <a:ext cx="8229600" cy="3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 - Headings with line (with bullets)">
  <p:cSld name="CUSTOM_2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-9375" y="929900"/>
            <a:ext cx="73467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46" name="Google Shape;46;p8"/>
          <p:cNvSpPr/>
          <p:nvPr/>
        </p:nvSpPr>
        <p:spPr>
          <a:xfrm>
            <a:off x="607675" y="1142050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8"/>
          <p:cNvSpPr/>
          <p:nvPr/>
        </p:nvSpPr>
        <p:spPr>
          <a:xfrm>
            <a:off x="607675" y="388574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8"/>
          <p:cNvSpPr/>
          <p:nvPr/>
        </p:nvSpPr>
        <p:spPr>
          <a:xfrm>
            <a:off x="607675" y="3199824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8"/>
          <p:cNvSpPr/>
          <p:nvPr/>
        </p:nvSpPr>
        <p:spPr>
          <a:xfrm>
            <a:off x="607675" y="251389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8"/>
          <p:cNvSpPr/>
          <p:nvPr/>
        </p:nvSpPr>
        <p:spPr>
          <a:xfrm>
            <a:off x="607675" y="1827975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8"/>
          <p:cNvSpPr/>
          <p:nvPr/>
        </p:nvSpPr>
        <p:spPr>
          <a:xfrm>
            <a:off x="457200" y="114210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8"/>
          <p:cNvSpPr/>
          <p:nvPr/>
        </p:nvSpPr>
        <p:spPr>
          <a:xfrm>
            <a:off x="457200" y="1828014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8"/>
          <p:cNvSpPr/>
          <p:nvPr/>
        </p:nvSpPr>
        <p:spPr>
          <a:xfrm>
            <a:off x="457200" y="2513925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8"/>
          <p:cNvSpPr/>
          <p:nvPr/>
        </p:nvSpPr>
        <p:spPr>
          <a:xfrm>
            <a:off x="457200" y="319983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8"/>
          <p:cNvSpPr/>
          <p:nvPr/>
        </p:nvSpPr>
        <p:spPr>
          <a:xfrm>
            <a:off x="457200" y="388574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8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8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8" name="Google Shape;58;p8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59" name="Google Shape;59;p8"/>
          <p:cNvSpPr txBox="1"/>
          <p:nvPr>
            <p:ph idx="2" type="body"/>
          </p:nvPr>
        </p:nvSpPr>
        <p:spPr>
          <a:xfrm>
            <a:off x="914400" y="1188750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0" name="Google Shape;60;p8"/>
          <p:cNvSpPr txBox="1"/>
          <p:nvPr>
            <p:ph idx="3" type="body"/>
          </p:nvPr>
        </p:nvSpPr>
        <p:spPr>
          <a:xfrm>
            <a:off x="914400" y="1874287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1" name="Google Shape;61;p8"/>
          <p:cNvSpPr txBox="1"/>
          <p:nvPr>
            <p:ph idx="4" type="body"/>
          </p:nvPr>
        </p:nvSpPr>
        <p:spPr>
          <a:xfrm>
            <a:off x="914400" y="2559823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2" name="Google Shape;62;p8"/>
          <p:cNvSpPr txBox="1"/>
          <p:nvPr>
            <p:ph idx="5" type="body"/>
          </p:nvPr>
        </p:nvSpPr>
        <p:spPr>
          <a:xfrm>
            <a:off x="914400" y="3245360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3" name="Google Shape;63;p8"/>
          <p:cNvSpPr txBox="1"/>
          <p:nvPr>
            <p:ph idx="6" type="body"/>
          </p:nvPr>
        </p:nvSpPr>
        <p:spPr>
          <a:xfrm>
            <a:off x="914400" y="3930897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 - Headings without line (blank)">
  <p:cSld name="CUSTOM_21_2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9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9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461225" y="1063525"/>
            <a:ext cx="8229600" cy="3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 - Headings without line (With bullets)">
  <p:cSld name="CUSTOM_21_1_2_1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0"/>
          <p:cNvSpPr/>
          <p:nvPr/>
        </p:nvSpPr>
        <p:spPr>
          <a:xfrm>
            <a:off x="607675" y="1142050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0"/>
          <p:cNvSpPr/>
          <p:nvPr/>
        </p:nvSpPr>
        <p:spPr>
          <a:xfrm>
            <a:off x="607675" y="388574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0"/>
          <p:cNvSpPr/>
          <p:nvPr/>
        </p:nvSpPr>
        <p:spPr>
          <a:xfrm>
            <a:off x="607675" y="3199824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10"/>
          <p:cNvSpPr/>
          <p:nvPr/>
        </p:nvSpPr>
        <p:spPr>
          <a:xfrm>
            <a:off x="607675" y="251389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0"/>
          <p:cNvSpPr/>
          <p:nvPr/>
        </p:nvSpPr>
        <p:spPr>
          <a:xfrm>
            <a:off x="607675" y="1827975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0"/>
          <p:cNvSpPr txBox="1"/>
          <p:nvPr>
            <p:ph idx="1" type="subTitle"/>
          </p:nvPr>
        </p:nvSpPr>
        <p:spPr>
          <a:xfrm>
            <a:off x="916200" y="11528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6" name="Google Shape;76;p10"/>
          <p:cNvSpPr txBox="1"/>
          <p:nvPr>
            <p:ph idx="2" type="subTitle"/>
          </p:nvPr>
        </p:nvSpPr>
        <p:spPr>
          <a:xfrm>
            <a:off x="916200" y="183877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7" name="Google Shape;77;p10"/>
          <p:cNvSpPr txBox="1"/>
          <p:nvPr>
            <p:ph idx="3" type="subTitle"/>
          </p:nvPr>
        </p:nvSpPr>
        <p:spPr>
          <a:xfrm>
            <a:off x="916200" y="252470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" name="Google Shape;78;p10"/>
          <p:cNvSpPr txBox="1"/>
          <p:nvPr>
            <p:ph idx="4" type="subTitle"/>
          </p:nvPr>
        </p:nvSpPr>
        <p:spPr>
          <a:xfrm>
            <a:off x="916200" y="321062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9" name="Google Shape;79;p10"/>
          <p:cNvSpPr txBox="1"/>
          <p:nvPr>
            <p:ph idx="5" type="subTitle"/>
          </p:nvPr>
        </p:nvSpPr>
        <p:spPr>
          <a:xfrm>
            <a:off x="916200" y="38965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0" name="Google Shape;80;p10"/>
          <p:cNvSpPr/>
          <p:nvPr/>
        </p:nvSpPr>
        <p:spPr>
          <a:xfrm>
            <a:off x="457200" y="114210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0"/>
          <p:cNvSpPr/>
          <p:nvPr/>
        </p:nvSpPr>
        <p:spPr>
          <a:xfrm>
            <a:off x="457200" y="1828014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0"/>
          <p:cNvSpPr/>
          <p:nvPr/>
        </p:nvSpPr>
        <p:spPr>
          <a:xfrm>
            <a:off x="457200" y="2513925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0"/>
          <p:cNvSpPr/>
          <p:nvPr/>
        </p:nvSpPr>
        <p:spPr>
          <a:xfrm>
            <a:off x="457200" y="319983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0"/>
          <p:cNvSpPr/>
          <p:nvPr/>
        </p:nvSpPr>
        <p:spPr>
          <a:xfrm>
            <a:off x="457200" y="388574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0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0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0"/>
          <p:cNvSpPr txBox="1"/>
          <p:nvPr>
            <p:ph idx="6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Heading + Subheading blank">
  <p:cSld name="CUSTOM_11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1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11"/>
          <p:cNvSpPr txBox="1"/>
          <p:nvPr>
            <p:ph idx="1" type="subTitle"/>
          </p:nvPr>
        </p:nvSpPr>
        <p:spPr>
          <a:xfrm>
            <a:off x="463231" y="548650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page - Longer title" type="secHead">
  <p:cSld name="SECTION_HEADER">
    <p:bg>
      <p:bgPr>
        <a:solidFill>
          <a:schemeClr val="dk2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2" name="Google Shape;92;p12"/>
          <p:cNvCxnSpPr/>
          <p:nvPr/>
        </p:nvCxnSpPr>
        <p:spPr>
          <a:xfrm>
            <a:off x="4580627" y="1618750"/>
            <a:ext cx="51759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med" w="med" type="oval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cxnSp>
      <p:sp>
        <p:nvSpPr>
          <p:cNvPr id="93" name="Google Shape;93;p12"/>
          <p:cNvSpPr txBox="1"/>
          <p:nvPr>
            <p:ph type="title"/>
          </p:nvPr>
        </p:nvSpPr>
        <p:spPr>
          <a:xfrm>
            <a:off x="4570700" y="1804650"/>
            <a:ext cx="4557900" cy="1215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0" sz="4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4" name="Google Shape;94;p12"/>
          <p:cNvSpPr txBox="1"/>
          <p:nvPr>
            <p:ph idx="1" type="subTitle"/>
          </p:nvPr>
        </p:nvSpPr>
        <p:spPr>
          <a:xfrm>
            <a:off x="4572000" y="1127800"/>
            <a:ext cx="4572000" cy="185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5" name="Google Shape;95;p12"/>
          <p:cNvSpPr txBox="1"/>
          <p:nvPr>
            <p:ph idx="2" type="subTitle"/>
          </p:nvPr>
        </p:nvSpPr>
        <p:spPr>
          <a:xfrm>
            <a:off x="4572000" y="3203450"/>
            <a:ext cx="4557900" cy="244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6" name="Google Shape;96;p12"/>
          <p:cNvSpPr txBox="1"/>
          <p:nvPr/>
        </p:nvSpPr>
        <p:spPr>
          <a:xfrm>
            <a:off x="414900" y="4911900"/>
            <a:ext cx="50643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© 202</a:t>
            </a:r>
            <a:r>
              <a:rPr lang="en"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r>
              <a:rPr b="0" i="0" lang="en" sz="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edX Boot Camps LLC. Confidential and Proprietary. All Rights Reserved.</a:t>
            </a:r>
            <a:endParaRPr b="0" i="0" sz="1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3165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page - Shorter title">
  <p:cSld name="SECTION_HEADER_1_1">
    <p:bg>
      <p:bgPr>
        <a:solidFill>
          <a:schemeClr val="dk2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8" name="Google Shape;98;p13"/>
          <p:cNvCxnSpPr/>
          <p:nvPr/>
        </p:nvCxnSpPr>
        <p:spPr>
          <a:xfrm>
            <a:off x="3582395" y="1823650"/>
            <a:ext cx="9207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cxnSp>
      <p:cxnSp>
        <p:nvCxnSpPr>
          <p:cNvPr id="99" name="Google Shape;99;p13"/>
          <p:cNvCxnSpPr/>
          <p:nvPr/>
        </p:nvCxnSpPr>
        <p:spPr>
          <a:xfrm>
            <a:off x="3592327" y="1823550"/>
            <a:ext cx="56634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med" w="med" type="oval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cxnSp>
      <p:sp>
        <p:nvSpPr>
          <p:cNvPr id="100" name="Google Shape;100;p13"/>
          <p:cNvSpPr txBox="1"/>
          <p:nvPr>
            <p:ph type="title"/>
          </p:nvPr>
        </p:nvSpPr>
        <p:spPr>
          <a:xfrm>
            <a:off x="3582400" y="2028900"/>
            <a:ext cx="4557900" cy="719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0" sz="4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1" name="Google Shape;101;p13"/>
          <p:cNvSpPr txBox="1"/>
          <p:nvPr>
            <p:ph idx="1" type="subTitle"/>
          </p:nvPr>
        </p:nvSpPr>
        <p:spPr>
          <a:xfrm>
            <a:off x="3583700" y="1533250"/>
            <a:ext cx="4572000" cy="180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2" name="Google Shape;102;p13"/>
          <p:cNvSpPr txBox="1"/>
          <p:nvPr>
            <p:ph idx="2" type="subTitle"/>
          </p:nvPr>
        </p:nvSpPr>
        <p:spPr>
          <a:xfrm>
            <a:off x="3583700" y="3314450"/>
            <a:ext cx="4557900" cy="244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3" name="Google Shape;103;p13"/>
          <p:cNvSpPr txBox="1"/>
          <p:nvPr/>
        </p:nvSpPr>
        <p:spPr>
          <a:xfrm>
            <a:off x="414900" y="4911900"/>
            <a:ext cx="50643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© 2024 edX Boot Camps LLC. Confidential and Proprietary. All Rights Reserved.</a:t>
            </a:r>
            <a:endParaRPr b="0" i="0" sz="1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A - Blank">
  <p:cSld name="CUSTOM_26_1">
    <p:bg>
      <p:bgPr>
        <a:solidFill>
          <a:schemeClr val="dk2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4"/>
          <p:cNvSpPr txBox="1"/>
          <p:nvPr>
            <p:ph type="title"/>
          </p:nvPr>
        </p:nvSpPr>
        <p:spPr>
          <a:xfrm>
            <a:off x="0" y="3073400"/>
            <a:ext cx="91440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06" name="Google Shape;106;p14"/>
          <p:cNvSpPr/>
          <p:nvPr/>
        </p:nvSpPr>
        <p:spPr>
          <a:xfrm>
            <a:off x="3657500" y="914400"/>
            <a:ext cx="1828800" cy="1828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4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A - Next class">
  <p:cSld name="CUSTOM_10_1_1_1_2_2_1">
    <p:bg>
      <p:bgPr>
        <a:solidFill>
          <a:schemeClr val="dk2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5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Next </a:t>
            </a:r>
            <a:r>
              <a:rPr lang="en"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lass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" name="Google Shape;110;p15"/>
          <p:cNvSpPr/>
          <p:nvPr/>
        </p:nvSpPr>
        <p:spPr>
          <a:xfrm>
            <a:off x="3657500" y="914400"/>
            <a:ext cx="1828800" cy="1828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5"/>
          <p:cNvSpPr/>
          <p:nvPr/>
        </p:nvSpPr>
        <p:spPr>
          <a:xfrm>
            <a:off x="4429130" y="1541930"/>
            <a:ext cx="285844" cy="574072"/>
          </a:xfrm>
          <a:custGeom>
            <a:rect b="b" l="l" r="r" t="t"/>
            <a:pathLst>
              <a:path extrusionOk="0" fill="none" h="206130" w="102637">
                <a:moveTo>
                  <a:pt x="0" y="1"/>
                </a:moveTo>
                <a:lnTo>
                  <a:pt x="102637" y="103065"/>
                </a:lnTo>
                <a:lnTo>
                  <a:pt x="0" y="206129"/>
                </a:lnTo>
              </a:path>
            </a:pathLst>
          </a:custGeom>
          <a:solidFill>
            <a:srgbClr val="FFFFFF"/>
          </a:solidFill>
          <a:ln cap="rnd" cmpd="sng" w="28575">
            <a:solidFill>
              <a:srgbClr val="2836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836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5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A - Time to Code">
  <p:cSld name="CUSTOM_10_1_1_1_2_2_1_1">
    <p:bg>
      <p:bgPr>
        <a:solidFill>
          <a:schemeClr val="dk2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6"/>
          <p:cNvSpPr txBox="1"/>
          <p:nvPr/>
        </p:nvSpPr>
        <p:spPr>
          <a:xfrm>
            <a:off x="5901175" y="3977950"/>
            <a:ext cx="27855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40075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Suggested Time:</a:t>
            </a:r>
            <a:endParaRPr b="1" i="0" sz="1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" name="Google Shape;115;p16"/>
          <p:cNvSpPr txBox="1"/>
          <p:nvPr/>
        </p:nvSpPr>
        <p:spPr>
          <a:xfrm>
            <a:off x="0" y="3086100"/>
            <a:ext cx="9144000" cy="6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Time to </a:t>
            </a:r>
            <a:r>
              <a:rPr lang="en"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ode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" name="Google Shape;116;p16"/>
          <p:cNvSpPr/>
          <p:nvPr/>
        </p:nvSpPr>
        <p:spPr>
          <a:xfrm>
            <a:off x="3657600" y="914400"/>
            <a:ext cx="1828800" cy="1828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7" name="Google Shape;117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94290" y="1424853"/>
            <a:ext cx="1155368" cy="818142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6"/>
          <p:cNvSpPr txBox="1"/>
          <p:nvPr>
            <p:ph idx="1" type="subTitle"/>
          </p:nvPr>
        </p:nvSpPr>
        <p:spPr>
          <a:xfrm>
            <a:off x="5029200" y="4245725"/>
            <a:ext cx="3657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A - Challenge">
  <p:cSld name="CUSTOM_10_1_1_1_2_1_1">
    <p:bg>
      <p:bgPr>
        <a:solidFill>
          <a:schemeClr val="dk2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7"/>
          <p:cNvSpPr txBox="1"/>
          <p:nvPr/>
        </p:nvSpPr>
        <p:spPr>
          <a:xfrm>
            <a:off x="0" y="3086100"/>
            <a:ext cx="9144000" cy="6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Challenge</a:t>
            </a:r>
            <a:endParaRPr b="0" i="0" sz="4000" u="none" cap="none" strike="noStrike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21" name="Google Shape;121;p17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2" name="Google Shape;122;p17"/>
          <p:cNvSpPr/>
          <p:nvPr/>
        </p:nvSpPr>
        <p:spPr>
          <a:xfrm>
            <a:off x="3657600" y="914400"/>
            <a:ext cx="1820700" cy="18207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3" name="Google Shape;123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72546" y="1094559"/>
            <a:ext cx="1390807" cy="12124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A - Course overview">
  <p:cSld name="CUSTOM_10_1_1_1_2_1_1_1">
    <p:bg>
      <p:bgPr>
        <a:solidFill>
          <a:schemeClr val="dk2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8"/>
          <p:cNvSpPr txBox="1"/>
          <p:nvPr/>
        </p:nvSpPr>
        <p:spPr>
          <a:xfrm>
            <a:off x="0" y="3086100"/>
            <a:ext cx="9144000" cy="6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lang="en"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ourse overview</a:t>
            </a:r>
            <a:endParaRPr b="0" i="0" sz="4000" u="none" cap="none" strike="noStrike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26" name="Google Shape;126;p18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7" name="Google Shape;127;p18"/>
          <p:cNvSpPr/>
          <p:nvPr/>
        </p:nvSpPr>
        <p:spPr>
          <a:xfrm>
            <a:off x="3657600" y="914400"/>
            <a:ext cx="1820700" cy="18207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8" name="Google Shape;128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96605" y="1339647"/>
            <a:ext cx="950800" cy="970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Blank slide">
  <p:cSld name="CUSTOM_26_1_1">
    <p:bg>
      <p:bgPr>
        <a:solidFill>
          <a:schemeClr val="dk2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9"/>
          <p:cNvSpPr txBox="1"/>
          <p:nvPr>
            <p:ph type="title"/>
          </p:nvPr>
        </p:nvSpPr>
        <p:spPr>
          <a:xfrm>
            <a:off x="0" y="3072384"/>
            <a:ext cx="9144000" cy="7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0" sz="4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1" name="Google Shape;131;p19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Welcome page">
  <p:cSld name="CUSTOM_26_1_1_1">
    <p:bg>
      <p:bgPr>
        <a:solidFill>
          <a:schemeClr val="dk2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0"/>
          <p:cNvSpPr txBox="1"/>
          <p:nvPr/>
        </p:nvSpPr>
        <p:spPr>
          <a:xfrm>
            <a:off x="0" y="3073400"/>
            <a:ext cx="9144000" cy="7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Welcome</a:t>
            </a:r>
            <a:endParaRPr b="1" i="0" sz="4000" u="none" cap="none" strike="noStrike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134" name="Google Shape;134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84112" y="1371590"/>
            <a:ext cx="1776025" cy="1324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Conclusion">
  <p:cSld name="CUSTOM_26_1_1_1_1">
    <p:bg>
      <p:bgPr>
        <a:solidFill>
          <a:schemeClr val="dk2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1"/>
          <p:cNvSpPr txBox="1"/>
          <p:nvPr/>
        </p:nvSpPr>
        <p:spPr>
          <a:xfrm>
            <a:off x="0" y="3073400"/>
            <a:ext cx="9144000" cy="7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Conclusion</a:t>
            </a:r>
            <a:endParaRPr b="1" sz="40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137" name="Google Shape;137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48275" y="1452275"/>
            <a:ext cx="1047450" cy="120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Time's up! Let's review">
  <p:cSld name="CUSTOM_10_2_1_1_1">
    <p:bg>
      <p:bgPr>
        <a:solidFill>
          <a:schemeClr val="dk2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56863" y="1371602"/>
            <a:ext cx="1430525" cy="137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2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Time’s up!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1" name="Google Shape;141;p22"/>
          <p:cNvSpPr txBox="1"/>
          <p:nvPr/>
        </p:nvSpPr>
        <p:spPr>
          <a:xfrm>
            <a:off x="311700" y="3657600"/>
            <a:ext cx="8520600" cy="6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" sz="2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Let’s review</a:t>
            </a:r>
            <a:endParaRPr b="0" i="0" sz="2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Break">
  <p:cSld name="CUSTOM_10_1">
    <p:bg>
      <p:bgPr>
        <a:solidFill>
          <a:schemeClr val="dk2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61200" y="1371599"/>
            <a:ext cx="1421602" cy="137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3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Break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5" name="Google Shape;145;p23"/>
          <p:cNvSpPr txBox="1"/>
          <p:nvPr/>
        </p:nvSpPr>
        <p:spPr>
          <a:xfrm>
            <a:off x="311700" y="3657600"/>
            <a:ext cx="8520600" cy="6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" sz="2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15 mins</a:t>
            </a:r>
            <a:endParaRPr b="0" i="0" sz="2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Time for a quick review">
  <p:cSld name="CUSTOM_10_1_1_2">
    <p:bg>
      <p:bgPr>
        <a:solidFill>
          <a:schemeClr val="dk2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722162" y="1448847"/>
            <a:ext cx="1699675" cy="1224853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4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Time for a quick video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Peer review">
  <p:cSld name="CUSTOM_10_1_1_1_3">
    <p:bg>
      <p:bgPr>
        <a:solidFill>
          <a:schemeClr val="dk2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26225" y="1453000"/>
            <a:ext cx="1291550" cy="129155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5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Peer review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Let's recap">
  <p:cSld name="CUSTOM_10_1_1_1_2">
    <p:bg>
      <p:bgPr>
        <a:solidFill>
          <a:schemeClr val="dk2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26225" y="1435359"/>
            <a:ext cx="1291550" cy="1326833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6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Let’s recap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Office hours">
  <p:cSld name="CUSTOM_10_1_1_1_2_3_2">
    <p:bg>
      <p:bgPr>
        <a:solidFill>
          <a:schemeClr val="dk2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492850" y="1583850"/>
            <a:ext cx="2158300" cy="1138725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7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Office hours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8" name="Google Shape;158;p27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Slack slide">
  <p:cSld name="CUSTOM_10_1_1_1_2_3_1">
    <p:bg>
      <p:bgPr>
        <a:solidFill>
          <a:schemeClr val="dk2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8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Class Slack Channel: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1" name="Google Shape;161;p28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62" name="Google Shape;162;p28"/>
          <p:cNvPicPr preferRelativeResize="0"/>
          <p:nvPr/>
        </p:nvPicPr>
        <p:blipFill rotWithShape="1">
          <a:blip r:embed="rId2">
            <a:alphaModFix/>
          </a:blip>
          <a:srcRect b="24412" l="9534" r="69121" t="23790"/>
          <a:stretch/>
        </p:blipFill>
        <p:spPr>
          <a:xfrm>
            <a:off x="3876275" y="1390350"/>
            <a:ext cx="1391451" cy="138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Thank you">
  <p:cSld name="CUSTOM_10_1_1_1_2_1_2">
    <p:bg>
      <p:bgPr>
        <a:solidFill>
          <a:schemeClr val="dk2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9"/>
          <p:cNvSpPr txBox="1"/>
          <p:nvPr/>
        </p:nvSpPr>
        <p:spPr>
          <a:xfrm>
            <a:off x="0" y="3073400"/>
            <a:ext cx="91440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Thank you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5" name="Google Shape;165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83775" y="1371600"/>
            <a:ext cx="1376700" cy="137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Questions">
  <p:cSld name="CUSTOM_10_1_1_1_1_2">
    <p:bg>
      <p:bgPr>
        <a:solidFill>
          <a:schemeClr val="dk2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0"/>
          <p:cNvSpPr txBox="1"/>
          <p:nvPr/>
        </p:nvSpPr>
        <p:spPr>
          <a:xfrm>
            <a:off x="0" y="305495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Questions?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8" name="Google Shape;168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726873" y="1589513"/>
            <a:ext cx="1690255" cy="132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30"/>
          <p:cNvPicPr preferRelativeResize="0"/>
          <p:nvPr/>
        </p:nvPicPr>
        <p:blipFill rotWithShape="1">
          <a:blip r:embed="rId3">
            <a:alphaModFix/>
          </a:blip>
          <a:srcRect b="9853" l="0" r="0" t="0"/>
          <a:stretch/>
        </p:blipFill>
        <p:spPr>
          <a:xfrm>
            <a:off x="653025" y="4126875"/>
            <a:ext cx="870750" cy="119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30"/>
          <p:cNvPicPr preferRelativeResize="0"/>
          <p:nvPr/>
        </p:nvPicPr>
        <p:blipFill rotWithShape="1">
          <a:blip r:embed="rId3">
            <a:alphaModFix/>
          </a:blip>
          <a:srcRect b="19664" l="0" r="0" t="0"/>
          <a:stretch/>
        </p:blipFill>
        <p:spPr>
          <a:xfrm flipH="1">
            <a:off x="1651350" y="4364000"/>
            <a:ext cx="783075" cy="957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30"/>
          <p:cNvPicPr preferRelativeResize="0"/>
          <p:nvPr/>
        </p:nvPicPr>
        <p:blipFill rotWithShape="1">
          <a:blip r:embed="rId3">
            <a:alphaModFix/>
          </a:blip>
          <a:srcRect b="30598" l="0" r="0" t="0"/>
          <a:stretch/>
        </p:blipFill>
        <p:spPr>
          <a:xfrm flipH="1">
            <a:off x="3638200" y="4387525"/>
            <a:ext cx="712575" cy="7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30"/>
          <p:cNvPicPr preferRelativeResize="0"/>
          <p:nvPr/>
        </p:nvPicPr>
        <p:blipFill rotWithShape="1">
          <a:blip r:embed="rId3">
            <a:alphaModFix/>
          </a:blip>
          <a:srcRect b="9853" l="0" r="0" t="0"/>
          <a:stretch/>
        </p:blipFill>
        <p:spPr>
          <a:xfrm>
            <a:off x="2655487" y="3973275"/>
            <a:ext cx="982713" cy="134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30"/>
          <p:cNvPicPr preferRelativeResize="0"/>
          <p:nvPr/>
        </p:nvPicPr>
        <p:blipFill rotWithShape="1">
          <a:blip r:embed="rId3">
            <a:alphaModFix/>
          </a:blip>
          <a:srcRect b="9853" l="0" r="0" t="0"/>
          <a:stretch/>
        </p:blipFill>
        <p:spPr>
          <a:xfrm>
            <a:off x="4517888" y="4134937"/>
            <a:ext cx="870750" cy="119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30"/>
          <p:cNvPicPr preferRelativeResize="0"/>
          <p:nvPr/>
        </p:nvPicPr>
        <p:blipFill rotWithShape="1">
          <a:blip r:embed="rId3">
            <a:alphaModFix/>
          </a:blip>
          <a:srcRect b="5686" l="0" r="0" t="0"/>
          <a:stretch/>
        </p:blipFill>
        <p:spPr>
          <a:xfrm flipH="1">
            <a:off x="5979175" y="4168652"/>
            <a:ext cx="783075" cy="112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23650" y="3973275"/>
            <a:ext cx="870750" cy="132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C - Instructor Demonstration">
  <p:cSld name="CUSTOM_10_2">
    <p:bg>
      <p:bgPr>
        <a:solidFill>
          <a:schemeClr val="dk2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1"/>
          <p:cNvSpPr txBox="1"/>
          <p:nvPr>
            <p:ph type="title"/>
          </p:nvPr>
        </p:nvSpPr>
        <p:spPr>
          <a:xfrm>
            <a:off x="0" y="3772475"/>
            <a:ext cx="9144000" cy="4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78" name="Google Shape;178;p31"/>
          <p:cNvSpPr/>
          <p:nvPr/>
        </p:nvSpPr>
        <p:spPr>
          <a:xfrm>
            <a:off x="3657600" y="919500"/>
            <a:ext cx="1828800" cy="18288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31"/>
          <p:cNvSpPr txBox="1"/>
          <p:nvPr/>
        </p:nvSpPr>
        <p:spPr>
          <a:xfrm>
            <a:off x="311700" y="3073125"/>
            <a:ext cx="85206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Instructor</a:t>
            </a:r>
            <a:r>
              <a:rPr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Demonstration</a:t>
            </a:r>
            <a:endParaRPr i="0" sz="2400" u="none" cap="none" strike="noStrike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180" name="Google Shape;180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34596" y="1424818"/>
            <a:ext cx="1274808" cy="8181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D - Blank chapter title slide">
  <p:cSld name="CUSTOM_26_2">
    <p:bg>
      <p:bgPr>
        <a:solidFill>
          <a:schemeClr val="accent2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2"/>
          <p:cNvSpPr txBox="1"/>
          <p:nvPr>
            <p:ph type="title"/>
          </p:nvPr>
        </p:nvSpPr>
        <p:spPr>
          <a:xfrm>
            <a:off x="0" y="2628900"/>
            <a:ext cx="9144000" cy="8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cap (blank)">
  <p:cSld name="CUSTOM_21_2_2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4" name="Google Shape;184;p33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185" name="Google Shape;185;p33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6" name="Google Shape;186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7700" y="248025"/>
            <a:ext cx="459000" cy="471541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33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88" name="Google Shape;188;p33"/>
          <p:cNvSpPr txBox="1"/>
          <p:nvPr/>
        </p:nvSpPr>
        <p:spPr>
          <a:xfrm>
            <a:off x="916200" y="146300"/>
            <a:ext cx="777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Recap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cap (with bullets)">
  <p:cSld name="CUSTOM_21_2_3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0" name="Google Shape;190;p34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191" name="Google Shape;191;p34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2" name="Google Shape;192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7700" y="248025"/>
            <a:ext cx="459000" cy="471541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34"/>
          <p:cNvSpPr txBox="1"/>
          <p:nvPr/>
        </p:nvSpPr>
        <p:spPr>
          <a:xfrm>
            <a:off x="916200" y="146300"/>
            <a:ext cx="777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Recap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4" name="Google Shape;194;p34"/>
          <p:cNvSpPr/>
          <p:nvPr/>
        </p:nvSpPr>
        <p:spPr>
          <a:xfrm>
            <a:off x="607675" y="1142050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34"/>
          <p:cNvSpPr/>
          <p:nvPr/>
        </p:nvSpPr>
        <p:spPr>
          <a:xfrm>
            <a:off x="607675" y="388574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34"/>
          <p:cNvSpPr/>
          <p:nvPr/>
        </p:nvSpPr>
        <p:spPr>
          <a:xfrm>
            <a:off x="607675" y="3199824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34"/>
          <p:cNvSpPr/>
          <p:nvPr/>
        </p:nvSpPr>
        <p:spPr>
          <a:xfrm>
            <a:off x="607675" y="251389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34"/>
          <p:cNvSpPr/>
          <p:nvPr/>
        </p:nvSpPr>
        <p:spPr>
          <a:xfrm>
            <a:off x="607675" y="1827975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34"/>
          <p:cNvSpPr txBox="1"/>
          <p:nvPr>
            <p:ph idx="1" type="subTitle"/>
          </p:nvPr>
        </p:nvSpPr>
        <p:spPr>
          <a:xfrm>
            <a:off x="916200" y="11528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0" name="Google Shape;200;p34"/>
          <p:cNvSpPr txBox="1"/>
          <p:nvPr>
            <p:ph idx="2" type="subTitle"/>
          </p:nvPr>
        </p:nvSpPr>
        <p:spPr>
          <a:xfrm>
            <a:off x="916200" y="183877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1" name="Google Shape;201;p34"/>
          <p:cNvSpPr txBox="1"/>
          <p:nvPr>
            <p:ph idx="3" type="subTitle"/>
          </p:nvPr>
        </p:nvSpPr>
        <p:spPr>
          <a:xfrm>
            <a:off x="916200" y="252470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2" name="Google Shape;202;p34"/>
          <p:cNvSpPr txBox="1"/>
          <p:nvPr>
            <p:ph idx="4" type="subTitle"/>
          </p:nvPr>
        </p:nvSpPr>
        <p:spPr>
          <a:xfrm>
            <a:off x="916200" y="321062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3" name="Google Shape;203;p34"/>
          <p:cNvSpPr txBox="1"/>
          <p:nvPr>
            <p:ph idx="5" type="subTitle"/>
          </p:nvPr>
        </p:nvSpPr>
        <p:spPr>
          <a:xfrm>
            <a:off x="916200" y="38965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4" name="Google Shape;204;p34"/>
          <p:cNvSpPr/>
          <p:nvPr/>
        </p:nvSpPr>
        <p:spPr>
          <a:xfrm>
            <a:off x="457200" y="114210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34"/>
          <p:cNvSpPr/>
          <p:nvPr/>
        </p:nvSpPr>
        <p:spPr>
          <a:xfrm>
            <a:off x="457200" y="1828014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34"/>
          <p:cNvSpPr/>
          <p:nvPr/>
        </p:nvSpPr>
        <p:spPr>
          <a:xfrm>
            <a:off x="457200" y="2513925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34"/>
          <p:cNvSpPr/>
          <p:nvPr/>
        </p:nvSpPr>
        <p:spPr>
          <a:xfrm>
            <a:off x="457200" y="319983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34"/>
          <p:cNvSpPr/>
          <p:nvPr/>
        </p:nvSpPr>
        <p:spPr>
          <a:xfrm>
            <a:off x="457200" y="388574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34"/>
          <p:cNvSpPr txBox="1"/>
          <p:nvPr>
            <p:ph idx="6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arning Objectives (blank)">
  <p:cSld name="CUSTOM_21_2_2_1"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1" name="Google Shape;211;p35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12" name="Google Shape;212;p35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3" name="Google Shape;213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8763" y="235363"/>
            <a:ext cx="496875" cy="496875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35"/>
          <p:cNvSpPr txBox="1"/>
          <p:nvPr/>
        </p:nvSpPr>
        <p:spPr>
          <a:xfrm>
            <a:off x="916200" y="146300"/>
            <a:ext cx="777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Learning Objectives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5" name="Google Shape;215;p35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arning Objectives (with bullets)">
  <p:cSld name="CUSTOM_21_2_2_1_1"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7" name="Google Shape;217;p36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18" name="Google Shape;218;p36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9" name="Google Shape;219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8763" y="235363"/>
            <a:ext cx="496875" cy="496875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36"/>
          <p:cNvSpPr/>
          <p:nvPr/>
        </p:nvSpPr>
        <p:spPr>
          <a:xfrm>
            <a:off x="607675" y="1142050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36"/>
          <p:cNvSpPr/>
          <p:nvPr/>
        </p:nvSpPr>
        <p:spPr>
          <a:xfrm>
            <a:off x="607675" y="388574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36"/>
          <p:cNvSpPr/>
          <p:nvPr/>
        </p:nvSpPr>
        <p:spPr>
          <a:xfrm>
            <a:off x="607675" y="3199824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36"/>
          <p:cNvSpPr/>
          <p:nvPr/>
        </p:nvSpPr>
        <p:spPr>
          <a:xfrm>
            <a:off x="607675" y="251389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36"/>
          <p:cNvSpPr/>
          <p:nvPr/>
        </p:nvSpPr>
        <p:spPr>
          <a:xfrm>
            <a:off x="607675" y="1827975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36"/>
          <p:cNvSpPr txBox="1"/>
          <p:nvPr>
            <p:ph idx="1" type="subTitle"/>
          </p:nvPr>
        </p:nvSpPr>
        <p:spPr>
          <a:xfrm>
            <a:off x="916200" y="11528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6" name="Google Shape;226;p36"/>
          <p:cNvSpPr txBox="1"/>
          <p:nvPr>
            <p:ph idx="2" type="subTitle"/>
          </p:nvPr>
        </p:nvSpPr>
        <p:spPr>
          <a:xfrm>
            <a:off x="916200" y="183877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7" name="Google Shape;227;p36"/>
          <p:cNvSpPr txBox="1"/>
          <p:nvPr>
            <p:ph idx="3" type="subTitle"/>
          </p:nvPr>
        </p:nvSpPr>
        <p:spPr>
          <a:xfrm>
            <a:off x="916200" y="252470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8" name="Google Shape;228;p36"/>
          <p:cNvSpPr txBox="1"/>
          <p:nvPr>
            <p:ph idx="4" type="subTitle"/>
          </p:nvPr>
        </p:nvSpPr>
        <p:spPr>
          <a:xfrm>
            <a:off x="916200" y="321062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9" name="Google Shape;229;p36"/>
          <p:cNvSpPr txBox="1"/>
          <p:nvPr>
            <p:ph idx="5" type="subTitle"/>
          </p:nvPr>
        </p:nvSpPr>
        <p:spPr>
          <a:xfrm>
            <a:off x="916200" y="38965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0" name="Google Shape;230;p36"/>
          <p:cNvSpPr/>
          <p:nvPr/>
        </p:nvSpPr>
        <p:spPr>
          <a:xfrm>
            <a:off x="457200" y="114210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36"/>
          <p:cNvSpPr/>
          <p:nvPr/>
        </p:nvSpPr>
        <p:spPr>
          <a:xfrm>
            <a:off x="457200" y="1828014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36"/>
          <p:cNvSpPr/>
          <p:nvPr/>
        </p:nvSpPr>
        <p:spPr>
          <a:xfrm>
            <a:off x="457200" y="2513925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36"/>
          <p:cNvSpPr/>
          <p:nvPr/>
        </p:nvSpPr>
        <p:spPr>
          <a:xfrm>
            <a:off x="457200" y="319983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36"/>
          <p:cNvSpPr/>
          <p:nvPr/>
        </p:nvSpPr>
        <p:spPr>
          <a:xfrm>
            <a:off x="457200" y="388574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36"/>
          <p:cNvSpPr txBox="1"/>
          <p:nvPr/>
        </p:nvSpPr>
        <p:spPr>
          <a:xfrm>
            <a:off x="916200" y="146300"/>
            <a:ext cx="777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Learning Objectives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6" name="Google Shape;236;p36"/>
          <p:cNvSpPr txBox="1"/>
          <p:nvPr>
            <p:ph idx="6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_1"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7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37"/>
          <p:cNvSpPr txBox="1"/>
          <p:nvPr/>
        </p:nvSpPr>
        <p:spPr>
          <a:xfrm>
            <a:off x="457200" y="1600200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01.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0" name="Google Shape;240;p37"/>
          <p:cNvSpPr txBox="1"/>
          <p:nvPr/>
        </p:nvSpPr>
        <p:spPr>
          <a:xfrm>
            <a:off x="457197" y="2062175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02.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1" name="Google Shape;241;p37"/>
          <p:cNvSpPr txBox="1"/>
          <p:nvPr/>
        </p:nvSpPr>
        <p:spPr>
          <a:xfrm>
            <a:off x="457204" y="2539250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03.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2" name="Google Shape;242;p37"/>
          <p:cNvSpPr txBox="1"/>
          <p:nvPr/>
        </p:nvSpPr>
        <p:spPr>
          <a:xfrm>
            <a:off x="457197" y="2981656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04.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3" name="Google Shape;243;p37"/>
          <p:cNvSpPr txBox="1"/>
          <p:nvPr/>
        </p:nvSpPr>
        <p:spPr>
          <a:xfrm>
            <a:off x="457200" y="3443301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05.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4" name="Google Shape;244;p37"/>
          <p:cNvSpPr txBox="1"/>
          <p:nvPr/>
        </p:nvSpPr>
        <p:spPr>
          <a:xfrm>
            <a:off x="4563800" y="1600200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06.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5" name="Google Shape;245;p37"/>
          <p:cNvSpPr txBox="1"/>
          <p:nvPr/>
        </p:nvSpPr>
        <p:spPr>
          <a:xfrm>
            <a:off x="4563800" y="2064886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07.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6" name="Google Shape;246;p37"/>
          <p:cNvSpPr txBox="1"/>
          <p:nvPr/>
        </p:nvSpPr>
        <p:spPr>
          <a:xfrm>
            <a:off x="4563800" y="2529587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08.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7" name="Google Shape;247;p37"/>
          <p:cNvSpPr txBox="1"/>
          <p:nvPr/>
        </p:nvSpPr>
        <p:spPr>
          <a:xfrm>
            <a:off x="4563800" y="2981625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09.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8" name="Google Shape;248;p37"/>
          <p:cNvSpPr txBox="1"/>
          <p:nvPr/>
        </p:nvSpPr>
        <p:spPr>
          <a:xfrm>
            <a:off x="4563800" y="3444731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10.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49" name="Google Shape;249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13425" y="301475"/>
            <a:ext cx="287550" cy="3646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0" name="Google Shape;250;p37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51" name="Google Shape;251;p37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52" name="Google Shape;252;p37"/>
          <p:cNvSpPr txBox="1"/>
          <p:nvPr/>
        </p:nvSpPr>
        <p:spPr>
          <a:xfrm>
            <a:off x="916200" y="146300"/>
            <a:ext cx="777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en" sz="2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Table of Contents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3" name="Google Shape;253;p37"/>
          <p:cNvSpPr txBox="1"/>
          <p:nvPr>
            <p:ph idx="2" type="body"/>
          </p:nvPr>
        </p:nvSpPr>
        <p:spPr>
          <a:xfrm>
            <a:off x="914400" y="1609349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54" name="Google Shape;254;p37"/>
          <p:cNvSpPr txBox="1"/>
          <p:nvPr>
            <p:ph idx="3" type="body"/>
          </p:nvPr>
        </p:nvSpPr>
        <p:spPr>
          <a:xfrm>
            <a:off x="914400" y="3435562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55" name="Google Shape;255;p37"/>
          <p:cNvSpPr txBox="1"/>
          <p:nvPr>
            <p:ph idx="4" type="body"/>
          </p:nvPr>
        </p:nvSpPr>
        <p:spPr>
          <a:xfrm>
            <a:off x="914400" y="2065902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56" name="Google Shape;256;p37"/>
          <p:cNvSpPr txBox="1"/>
          <p:nvPr>
            <p:ph idx="5" type="body"/>
          </p:nvPr>
        </p:nvSpPr>
        <p:spPr>
          <a:xfrm>
            <a:off x="914400" y="2522456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57" name="Google Shape;257;p37"/>
          <p:cNvSpPr txBox="1"/>
          <p:nvPr>
            <p:ph idx="6" type="body"/>
          </p:nvPr>
        </p:nvSpPr>
        <p:spPr>
          <a:xfrm>
            <a:off x="914400" y="2979009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58" name="Google Shape;258;p37"/>
          <p:cNvSpPr txBox="1"/>
          <p:nvPr>
            <p:ph idx="7" type="body"/>
          </p:nvPr>
        </p:nvSpPr>
        <p:spPr>
          <a:xfrm>
            <a:off x="5029200" y="1609350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59" name="Google Shape;259;p37"/>
          <p:cNvSpPr txBox="1"/>
          <p:nvPr>
            <p:ph idx="8" type="body"/>
          </p:nvPr>
        </p:nvSpPr>
        <p:spPr>
          <a:xfrm>
            <a:off x="5029200" y="3435550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60" name="Google Shape;260;p37"/>
          <p:cNvSpPr txBox="1"/>
          <p:nvPr>
            <p:ph idx="9" type="body"/>
          </p:nvPr>
        </p:nvSpPr>
        <p:spPr>
          <a:xfrm>
            <a:off x="5029200" y="2065900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61" name="Google Shape;261;p37"/>
          <p:cNvSpPr txBox="1"/>
          <p:nvPr>
            <p:ph idx="13" type="body"/>
          </p:nvPr>
        </p:nvSpPr>
        <p:spPr>
          <a:xfrm>
            <a:off x="5029200" y="2522451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62" name="Google Shape;262;p37"/>
          <p:cNvSpPr txBox="1"/>
          <p:nvPr>
            <p:ph idx="14" type="body"/>
          </p:nvPr>
        </p:nvSpPr>
        <p:spPr>
          <a:xfrm>
            <a:off x="5029200" y="2979000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72">
          <p15:clr>
            <a:srgbClr val="E46962"/>
          </p15:clr>
        </p15:guide>
        <p15:guide id="2" pos="2884">
          <p15:clr>
            <a:srgbClr val="E46962"/>
          </p15:clr>
        </p15:guide>
        <p15:guide id="3" pos="3168">
          <p15:clr>
            <a:srgbClr val="E46962"/>
          </p15:clr>
        </p15:guide>
        <p15:guide id="4" orient="horz" pos="288">
          <p15:clr>
            <a:srgbClr val="E46962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vity">
  <p:cSld name="CUSTOM_23">
    <p:bg>
      <p:bgPr>
        <a:solidFill>
          <a:srgbClr val="F2F2F2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8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38"/>
          <p:cNvSpPr txBox="1"/>
          <p:nvPr/>
        </p:nvSpPr>
        <p:spPr>
          <a:xfrm>
            <a:off x="914400" y="146300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Activity: 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6" name="Google Shape;266;p38"/>
          <p:cNvSpPr txBox="1"/>
          <p:nvPr/>
        </p:nvSpPr>
        <p:spPr>
          <a:xfrm>
            <a:off x="5901175" y="4263275"/>
            <a:ext cx="32427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40075" spcFirstLastPara="1" rIns="45720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Suggested Time: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67" name="Google Shape;267;p38"/>
          <p:cNvPicPr preferRelativeResize="0"/>
          <p:nvPr/>
        </p:nvPicPr>
        <p:blipFill rotWithShape="1">
          <a:blip r:embed="rId2">
            <a:alphaModFix amt="12000"/>
          </a:blip>
          <a:srcRect b="41054" l="-3280" r="-37524" t="-19179"/>
          <a:stretch/>
        </p:blipFill>
        <p:spPr>
          <a:xfrm>
            <a:off x="0" y="3069475"/>
            <a:ext cx="3716100" cy="20740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8" name="Google Shape;268;p38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69" name="Google Shape;269;p38"/>
          <p:cNvSpPr txBox="1"/>
          <p:nvPr>
            <p:ph idx="1" type="subTitle"/>
          </p:nvPr>
        </p:nvSpPr>
        <p:spPr>
          <a:xfrm>
            <a:off x="0" y="4568875"/>
            <a:ext cx="9144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457200" wrap="square" tIns="91425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pic>
        <p:nvPicPr>
          <p:cNvPr id="270" name="Google Shape;27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646" y="287000"/>
            <a:ext cx="399107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38"/>
          <p:cNvSpPr txBox="1"/>
          <p:nvPr>
            <p:ph idx="2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72" name="Google Shape;272;p38"/>
          <p:cNvSpPr txBox="1"/>
          <p:nvPr>
            <p:ph idx="3" type="body"/>
          </p:nvPr>
        </p:nvSpPr>
        <p:spPr>
          <a:xfrm>
            <a:off x="912725" y="1516225"/>
            <a:ext cx="7337400" cy="25974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vity (Class activity)">
  <p:cSld name="CUSTOM_23_2">
    <p:bg>
      <p:bgPr>
        <a:solidFill>
          <a:srgbClr val="F2F2F2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9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39"/>
          <p:cNvSpPr txBox="1"/>
          <p:nvPr/>
        </p:nvSpPr>
        <p:spPr>
          <a:xfrm>
            <a:off x="914400" y="146300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en" sz="2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Class </a:t>
            </a: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Activity: 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6" name="Google Shape;276;p39"/>
          <p:cNvSpPr txBox="1"/>
          <p:nvPr/>
        </p:nvSpPr>
        <p:spPr>
          <a:xfrm>
            <a:off x="5901175" y="4263275"/>
            <a:ext cx="32427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40075" spcFirstLastPara="1" rIns="45720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Suggested Time: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77" name="Google Shape;277;p39"/>
          <p:cNvPicPr preferRelativeResize="0"/>
          <p:nvPr/>
        </p:nvPicPr>
        <p:blipFill rotWithShape="1">
          <a:blip r:embed="rId2">
            <a:alphaModFix amt="12000"/>
          </a:blip>
          <a:srcRect b="41054" l="-3280" r="-37524" t="-19179"/>
          <a:stretch/>
        </p:blipFill>
        <p:spPr>
          <a:xfrm>
            <a:off x="0" y="3069475"/>
            <a:ext cx="3716100" cy="20740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8" name="Google Shape;278;p39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79" name="Google Shape;279;p39"/>
          <p:cNvSpPr txBox="1"/>
          <p:nvPr>
            <p:ph idx="1" type="subTitle"/>
          </p:nvPr>
        </p:nvSpPr>
        <p:spPr>
          <a:xfrm>
            <a:off x="0" y="4568875"/>
            <a:ext cx="9144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457200" wrap="square" tIns="91425">
            <a:noAutofit/>
          </a:bodyPr>
          <a:lstStyle>
            <a:lvl1pPr lv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2pPr>
            <a:lvl3pPr lvl="2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3pPr>
            <a:lvl4pPr lvl="3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4pPr>
            <a:lvl5pPr lvl="4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5pPr>
            <a:lvl6pPr lvl="5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6pPr>
            <a:lvl7pPr lvl="6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7pPr>
            <a:lvl8pPr lvl="7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8pPr>
            <a:lvl9pPr lvl="8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pic>
        <p:nvPicPr>
          <p:cNvPr id="280" name="Google Shape;280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646" y="287000"/>
            <a:ext cx="399107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39"/>
          <p:cNvSpPr txBox="1"/>
          <p:nvPr>
            <p:ph idx="2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82" name="Google Shape;282;p39"/>
          <p:cNvSpPr txBox="1"/>
          <p:nvPr>
            <p:ph idx="3" type="body"/>
          </p:nvPr>
        </p:nvSpPr>
        <p:spPr>
          <a:xfrm>
            <a:off x="912725" y="1516225"/>
            <a:ext cx="7337400" cy="25974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initions">
  <p:cSld name="CUSTOM_22_1_1">
    <p:bg>
      <p:bgPr>
        <a:solidFill>
          <a:schemeClr val="lt2"/>
        </a:soli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0"/>
          <p:cNvSpPr/>
          <p:nvPr/>
        </p:nvSpPr>
        <p:spPr>
          <a:xfrm flipH="1" rot="10800000">
            <a:off x="688800" y="692100"/>
            <a:ext cx="7766400" cy="3759300"/>
          </a:xfrm>
          <a:prstGeom prst="bracePair">
            <a:avLst/>
          </a:prstGeom>
          <a:noFill/>
          <a:ln cap="flat" cmpd="sng" w="762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40"/>
          <p:cNvSpPr/>
          <p:nvPr/>
        </p:nvSpPr>
        <p:spPr>
          <a:xfrm>
            <a:off x="1104268" y="1039688"/>
            <a:ext cx="6935464" cy="3131678"/>
          </a:xfrm>
          <a:custGeom>
            <a:rect b="b" l="l" r="r" t="t"/>
            <a:pathLst>
              <a:path extrusionOk="0" h="128611" w="284824">
                <a:moveTo>
                  <a:pt x="26676" y="0"/>
                </a:moveTo>
                <a:cubicBezTo>
                  <a:pt x="22180" y="0"/>
                  <a:pt x="18965" y="1390"/>
                  <a:pt x="17030" y="4169"/>
                </a:cubicBezTo>
                <a:cubicBezTo>
                  <a:pt x="15068" y="6948"/>
                  <a:pt x="14114" y="11035"/>
                  <a:pt x="14114" y="16431"/>
                </a:cubicBezTo>
                <a:lnTo>
                  <a:pt x="14114" y="45150"/>
                </a:lnTo>
                <a:cubicBezTo>
                  <a:pt x="14114" y="50191"/>
                  <a:pt x="12807" y="54360"/>
                  <a:pt x="10191" y="57684"/>
                </a:cubicBezTo>
                <a:cubicBezTo>
                  <a:pt x="7684" y="60981"/>
                  <a:pt x="4060" y="63242"/>
                  <a:pt x="0" y="64087"/>
                </a:cubicBezTo>
                <a:lnTo>
                  <a:pt x="0" y="64305"/>
                </a:lnTo>
                <a:cubicBezTo>
                  <a:pt x="4332" y="65368"/>
                  <a:pt x="7766" y="67548"/>
                  <a:pt x="10300" y="70817"/>
                </a:cubicBezTo>
                <a:cubicBezTo>
                  <a:pt x="12834" y="74087"/>
                  <a:pt x="14114" y="78283"/>
                  <a:pt x="14114" y="83460"/>
                </a:cubicBezTo>
                <a:lnTo>
                  <a:pt x="14114" y="112180"/>
                </a:lnTo>
                <a:cubicBezTo>
                  <a:pt x="14114" y="117684"/>
                  <a:pt x="15068" y="121798"/>
                  <a:pt x="17030" y="124523"/>
                </a:cubicBezTo>
                <a:cubicBezTo>
                  <a:pt x="18992" y="127248"/>
                  <a:pt x="22207" y="128610"/>
                  <a:pt x="26676" y="128610"/>
                </a:cubicBezTo>
                <a:lnTo>
                  <a:pt x="258148" y="128610"/>
                </a:lnTo>
                <a:cubicBezTo>
                  <a:pt x="262644" y="128610"/>
                  <a:pt x="265832" y="127248"/>
                  <a:pt x="267794" y="124523"/>
                </a:cubicBezTo>
                <a:cubicBezTo>
                  <a:pt x="269728" y="121798"/>
                  <a:pt x="270709" y="117684"/>
                  <a:pt x="270709" y="112180"/>
                </a:cubicBezTo>
                <a:lnTo>
                  <a:pt x="270709" y="83460"/>
                </a:lnTo>
                <a:cubicBezTo>
                  <a:pt x="270709" y="78283"/>
                  <a:pt x="271990" y="74087"/>
                  <a:pt x="274497" y="70817"/>
                </a:cubicBezTo>
                <a:cubicBezTo>
                  <a:pt x="277058" y="67548"/>
                  <a:pt x="280491" y="65395"/>
                  <a:pt x="284824" y="64305"/>
                </a:cubicBezTo>
                <a:lnTo>
                  <a:pt x="284824" y="64087"/>
                </a:lnTo>
                <a:cubicBezTo>
                  <a:pt x="280764" y="63242"/>
                  <a:pt x="277140" y="60981"/>
                  <a:pt x="274606" y="57684"/>
                </a:cubicBezTo>
                <a:cubicBezTo>
                  <a:pt x="272017" y="54360"/>
                  <a:pt x="270709" y="50191"/>
                  <a:pt x="270709" y="45150"/>
                </a:cubicBezTo>
                <a:lnTo>
                  <a:pt x="270709" y="16431"/>
                </a:lnTo>
                <a:cubicBezTo>
                  <a:pt x="270709" y="11035"/>
                  <a:pt x="269728" y="6948"/>
                  <a:pt x="267794" y="4169"/>
                </a:cubicBezTo>
                <a:cubicBezTo>
                  <a:pt x="265832" y="1417"/>
                  <a:pt x="262616" y="27"/>
                  <a:pt x="25814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6" name="Google Shape;286;p40"/>
          <p:cNvPicPr preferRelativeResize="0"/>
          <p:nvPr/>
        </p:nvPicPr>
        <p:blipFill rotWithShape="1">
          <a:blip r:embed="rId2">
            <a:alphaModFix amt="7000"/>
          </a:blip>
          <a:srcRect b="0" l="0" r="0" t="0"/>
          <a:stretch/>
        </p:blipFill>
        <p:spPr>
          <a:xfrm>
            <a:off x="5484975" y="2744075"/>
            <a:ext cx="4044599" cy="2622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40"/>
          <p:cNvSpPr txBox="1"/>
          <p:nvPr>
            <p:ph idx="1" type="body"/>
          </p:nvPr>
        </p:nvSpPr>
        <p:spPr>
          <a:xfrm>
            <a:off x="1450375" y="1039700"/>
            <a:ext cx="6244200" cy="3131700"/>
          </a:xfrm>
          <a:prstGeom prst="rect">
            <a:avLst/>
          </a:prstGeom>
        </p:spPr>
        <p:txBody>
          <a:bodyPr anchorCtr="0" anchor="ctr" bIns="91425" lIns="365750" spcFirstLastPara="1" rIns="91425" wrap="square" tIns="91425">
            <a:noAutofit/>
          </a:bodyPr>
          <a:lstStyle>
            <a:lvl1pPr indent="-444500" lvl="0" marL="457200" rtl="0">
              <a:spcBef>
                <a:spcPts val="0"/>
              </a:spcBef>
              <a:spcAft>
                <a:spcPts val="0"/>
              </a:spcAft>
              <a:buSzPts val="3400"/>
              <a:buChar char="●"/>
              <a:defRPr sz="3400"/>
            </a:lvl1pPr>
            <a:lvl2pPr indent="-444500" lvl="1" marL="914400" rtl="0">
              <a:spcBef>
                <a:spcPts val="0"/>
              </a:spcBef>
              <a:spcAft>
                <a:spcPts val="0"/>
              </a:spcAft>
              <a:buSzPts val="3400"/>
              <a:buChar char="○"/>
              <a:defRPr sz="3400"/>
            </a:lvl2pPr>
            <a:lvl3pPr indent="-444500" lvl="2" marL="1371600" rtl="0">
              <a:spcBef>
                <a:spcPts val="0"/>
              </a:spcBef>
              <a:spcAft>
                <a:spcPts val="0"/>
              </a:spcAft>
              <a:buSzPts val="3400"/>
              <a:buChar char="■"/>
              <a:defRPr sz="3400"/>
            </a:lvl3pPr>
            <a:lvl4pPr indent="-444500" lvl="3" marL="1828800" rtl="0">
              <a:spcBef>
                <a:spcPts val="0"/>
              </a:spcBef>
              <a:spcAft>
                <a:spcPts val="0"/>
              </a:spcAft>
              <a:buSzPts val="3400"/>
              <a:buChar char="●"/>
              <a:defRPr sz="3400"/>
            </a:lvl4pPr>
            <a:lvl5pPr indent="-444500" lvl="4" marL="2286000" rtl="0">
              <a:spcBef>
                <a:spcPts val="0"/>
              </a:spcBef>
              <a:spcAft>
                <a:spcPts val="0"/>
              </a:spcAft>
              <a:buSzPts val="3400"/>
              <a:buChar char="○"/>
              <a:defRPr sz="3400"/>
            </a:lvl5pPr>
            <a:lvl6pPr indent="-444500" lvl="5" marL="2743200" rtl="0">
              <a:spcBef>
                <a:spcPts val="0"/>
              </a:spcBef>
              <a:spcAft>
                <a:spcPts val="0"/>
              </a:spcAft>
              <a:buSzPts val="3400"/>
              <a:buChar char="■"/>
              <a:defRPr sz="3400"/>
            </a:lvl6pPr>
            <a:lvl7pPr indent="-444500" lvl="6" marL="3200400" rtl="0">
              <a:spcBef>
                <a:spcPts val="0"/>
              </a:spcBef>
              <a:spcAft>
                <a:spcPts val="0"/>
              </a:spcAft>
              <a:buSzPts val="3400"/>
              <a:buChar char="●"/>
              <a:defRPr sz="3400"/>
            </a:lvl7pPr>
            <a:lvl8pPr indent="-444500" lvl="7" marL="3657600" rtl="0">
              <a:spcBef>
                <a:spcPts val="0"/>
              </a:spcBef>
              <a:spcAft>
                <a:spcPts val="0"/>
              </a:spcAft>
              <a:buSzPts val="3400"/>
              <a:buChar char="○"/>
              <a:defRPr sz="3400"/>
            </a:lvl8pPr>
            <a:lvl9pPr indent="-444500" lvl="8" marL="4114800" rtl="0">
              <a:spcBef>
                <a:spcPts val="0"/>
              </a:spcBef>
              <a:spcAft>
                <a:spcPts val="0"/>
              </a:spcAft>
              <a:buSzPts val="3400"/>
              <a:buChar char="■"/>
              <a:defRPr sz="34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icons - Key Idea">
  <p:cSld name="CUSTOM_4">
    <p:bg>
      <p:bgPr>
        <a:solidFill>
          <a:schemeClr val="lt2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41"/>
          <p:cNvSpPr/>
          <p:nvPr/>
        </p:nvSpPr>
        <p:spPr>
          <a:xfrm>
            <a:off x="459100" y="1377600"/>
            <a:ext cx="2741400" cy="27414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0" name="Google Shape;290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00550" y="1861613"/>
            <a:ext cx="1856475" cy="1856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41"/>
          <p:cNvPicPr preferRelativeResize="0"/>
          <p:nvPr/>
        </p:nvPicPr>
        <p:blipFill rotWithShape="1">
          <a:blip r:embed="rId3">
            <a:alphaModFix amt="11000"/>
          </a:blip>
          <a:srcRect b="7135" l="-6410" r="6410" t="-3050"/>
          <a:stretch/>
        </p:blipFill>
        <p:spPr>
          <a:xfrm>
            <a:off x="5157740" y="2672100"/>
            <a:ext cx="3986260" cy="247140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41"/>
          <p:cNvSpPr txBox="1"/>
          <p:nvPr>
            <p:ph idx="1" type="body"/>
          </p:nvPr>
        </p:nvSpPr>
        <p:spPr>
          <a:xfrm>
            <a:off x="3647875" y="1377600"/>
            <a:ext cx="50388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indent="-457200" lvl="1" marL="9144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indent="-457200" lvl="2" marL="13716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indent="-457200" lvl="3" marL="18288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indent="-457200" lvl="4" marL="22860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indent="-457200" lvl="5" marL="27432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indent="-457200" lvl="6" marL="32004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indent="-457200" lvl="7" marL="36576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indent="-457200" lvl="8" marL="41148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icons - Question">
  <p:cSld name="CUSTOM_4_1_2_1">
    <p:bg>
      <p:bgPr>
        <a:solidFill>
          <a:schemeClr val="lt2"/>
        </a:solidFill>
      </p:bgPr>
    </p:bg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2"/>
          <p:cNvSpPr/>
          <p:nvPr/>
        </p:nvSpPr>
        <p:spPr>
          <a:xfrm>
            <a:off x="459100" y="1377600"/>
            <a:ext cx="2741400" cy="2741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5" name="Google Shape;295;p42"/>
          <p:cNvPicPr preferRelativeResize="0"/>
          <p:nvPr/>
        </p:nvPicPr>
        <p:blipFill rotWithShape="1">
          <a:blip r:embed="rId2">
            <a:alphaModFix amt="7000"/>
          </a:blip>
          <a:srcRect b="0" l="0" r="0" t="0"/>
          <a:stretch/>
        </p:blipFill>
        <p:spPr>
          <a:xfrm>
            <a:off x="5484975" y="2744075"/>
            <a:ext cx="4044599" cy="262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27875" y="2012779"/>
            <a:ext cx="1003696" cy="1489696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42"/>
          <p:cNvSpPr txBox="1"/>
          <p:nvPr>
            <p:ph idx="1" type="body"/>
          </p:nvPr>
        </p:nvSpPr>
        <p:spPr>
          <a:xfrm>
            <a:off x="3647875" y="1377600"/>
            <a:ext cx="50388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indent="-457200" lvl="1" marL="9144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indent="-457200" lvl="2" marL="13716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indent="-457200" lvl="3" marL="18288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indent="-457200" lvl="4" marL="22860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indent="-457200" lvl="5" marL="27432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indent="-457200" lvl="6" marL="32004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indent="-457200" lvl="7" marL="36576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indent="-457200" lvl="8" marL="41148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icons - Quotation">
  <p:cSld name="CUSTOM_4_1_1">
    <p:bg>
      <p:bgPr>
        <a:solidFill>
          <a:schemeClr val="lt2"/>
        </a:solidFill>
      </p:bgPr>
    </p:bg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43"/>
          <p:cNvSpPr/>
          <p:nvPr/>
        </p:nvSpPr>
        <p:spPr>
          <a:xfrm>
            <a:off x="459100" y="1377600"/>
            <a:ext cx="2741400" cy="2741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0" name="Google Shape;300;p43"/>
          <p:cNvGrpSpPr/>
          <p:nvPr/>
        </p:nvGrpSpPr>
        <p:grpSpPr>
          <a:xfrm>
            <a:off x="1074625" y="2258150"/>
            <a:ext cx="1473491" cy="980288"/>
            <a:chOff x="1074625" y="2258150"/>
            <a:chExt cx="1473491" cy="980288"/>
          </a:xfrm>
        </p:grpSpPr>
        <p:sp>
          <p:nvSpPr>
            <p:cNvPr id="301" name="Google Shape;301;p43"/>
            <p:cNvSpPr/>
            <p:nvPr/>
          </p:nvSpPr>
          <p:spPr>
            <a:xfrm>
              <a:off x="1074625" y="2258150"/>
              <a:ext cx="704970" cy="980288"/>
            </a:xfrm>
            <a:custGeom>
              <a:rect b="b" l="l" r="r" t="t"/>
              <a:pathLst>
                <a:path extrusionOk="0" fill="none" h="79682" w="57303">
                  <a:moveTo>
                    <a:pt x="12677" y="79681"/>
                  </a:moveTo>
                  <a:lnTo>
                    <a:pt x="12677" y="79681"/>
                  </a:lnTo>
                  <a:lnTo>
                    <a:pt x="15652" y="75283"/>
                  </a:lnTo>
                  <a:lnTo>
                    <a:pt x="17980" y="71403"/>
                  </a:lnTo>
                  <a:lnTo>
                    <a:pt x="19920" y="67910"/>
                  </a:lnTo>
                  <a:lnTo>
                    <a:pt x="21343" y="64806"/>
                  </a:lnTo>
                  <a:lnTo>
                    <a:pt x="22378" y="62090"/>
                  </a:lnTo>
                  <a:lnTo>
                    <a:pt x="23025" y="59891"/>
                  </a:lnTo>
                  <a:lnTo>
                    <a:pt x="23413" y="58080"/>
                  </a:lnTo>
                  <a:lnTo>
                    <a:pt x="23542" y="56786"/>
                  </a:lnTo>
                  <a:lnTo>
                    <a:pt x="23542" y="56786"/>
                  </a:lnTo>
                  <a:lnTo>
                    <a:pt x="21084" y="56139"/>
                  </a:lnTo>
                  <a:lnTo>
                    <a:pt x="18627" y="55363"/>
                  </a:lnTo>
                  <a:lnTo>
                    <a:pt x="16428" y="54458"/>
                  </a:lnTo>
                  <a:lnTo>
                    <a:pt x="14229" y="53294"/>
                  </a:lnTo>
                  <a:lnTo>
                    <a:pt x="12159" y="52000"/>
                  </a:lnTo>
                  <a:lnTo>
                    <a:pt x="10219" y="50448"/>
                  </a:lnTo>
                  <a:lnTo>
                    <a:pt x="8408" y="48896"/>
                  </a:lnTo>
                  <a:lnTo>
                    <a:pt x="6726" y="47085"/>
                  </a:lnTo>
                  <a:lnTo>
                    <a:pt x="5304" y="45144"/>
                  </a:lnTo>
                  <a:lnTo>
                    <a:pt x="4010" y="43075"/>
                  </a:lnTo>
                  <a:lnTo>
                    <a:pt x="2846" y="40876"/>
                  </a:lnTo>
                  <a:lnTo>
                    <a:pt x="1811" y="38547"/>
                  </a:lnTo>
                  <a:lnTo>
                    <a:pt x="1035" y="36219"/>
                  </a:lnTo>
                  <a:lnTo>
                    <a:pt x="518" y="33761"/>
                  </a:lnTo>
                  <a:lnTo>
                    <a:pt x="129" y="31174"/>
                  </a:lnTo>
                  <a:lnTo>
                    <a:pt x="0" y="28587"/>
                  </a:lnTo>
                  <a:lnTo>
                    <a:pt x="0" y="28587"/>
                  </a:lnTo>
                  <a:lnTo>
                    <a:pt x="259" y="25742"/>
                  </a:lnTo>
                  <a:lnTo>
                    <a:pt x="647" y="22896"/>
                  </a:lnTo>
                  <a:lnTo>
                    <a:pt x="1294" y="20050"/>
                  </a:lnTo>
                  <a:lnTo>
                    <a:pt x="2328" y="17463"/>
                  </a:lnTo>
                  <a:lnTo>
                    <a:pt x="3493" y="15005"/>
                  </a:lnTo>
                  <a:lnTo>
                    <a:pt x="4915" y="12677"/>
                  </a:lnTo>
                  <a:lnTo>
                    <a:pt x="6597" y="10478"/>
                  </a:lnTo>
                  <a:lnTo>
                    <a:pt x="8408" y="8409"/>
                  </a:lnTo>
                  <a:lnTo>
                    <a:pt x="10478" y="6598"/>
                  </a:lnTo>
                  <a:lnTo>
                    <a:pt x="12677" y="4916"/>
                  </a:lnTo>
                  <a:lnTo>
                    <a:pt x="15005" y="3493"/>
                  </a:lnTo>
                  <a:lnTo>
                    <a:pt x="17592" y="2200"/>
                  </a:lnTo>
                  <a:lnTo>
                    <a:pt x="20179" y="1294"/>
                  </a:lnTo>
                  <a:lnTo>
                    <a:pt x="22895" y="647"/>
                  </a:lnTo>
                  <a:lnTo>
                    <a:pt x="25741" y="130"/>
                  </a:lnTo>
                  <a:lnTo>
                    <a:pt x="28716" y="1"/>
                  </a:lnTo>
                  <a:lnTo>
                    <a:pt x="28716" y="1"/>
                  </a:lnTo>
                  <a:lnTo>
                    <a:pt x="31562" y="130"/>
                  </a:lnTo>
                  <a:lnTo>
                    <a:pt x="34408" y="647"/>
                  </a:lnTo>
                  <a:lnTo>
                    <a:pt x="37124" y="1294"/>
                  </a:lnTo>
                  <a:lnTo>
                    <a:pt x="39840" y="2200"/>
                  </a:lnTo>
                  <a:lnTo>
                    <a:pt x="42298" y="3493"/>
                  </a:lnTo>
                  <a:lnTo>
                    <a:pt x="44626" y="4916"/>
                  </a:lnTo>
                  <a:lnTo>
                    <a:pt x="46825" y="6598"/>
                  </a:lnTo>
                  <a:lnTo>
                    <a:pt x="48895" y="8409"/>
                  </a:lnTo>
                  <a:lnTo>
                    <a:pt x="50706" y="10478"/>
                  </a:lnTo>
                  <a:lnTo>
                    <a:pt x="52388" y="12677"/>
                  </a:lnTo>
                  <a:lnTo>
                    <a:pt x="53810" y="15005"/>
                  </a:lnTo>
                  <a:lnTo>
                    <a:pt x="54975" y="17463"/>
                  </a:lnTo>
                  <a:lnTo>
                    <a:pt x="56009" y="20050"/>
                  </a:lnTo>
                  <a:lnTo>
                    <a:pt x="56656" y="22896"/>
                  </a:lnTo>
                  <a:lnTo>
                    <a:pt x="57174" y="25742"/>
                  </a:lnTo>
                  <a:lnTo>
                    <a:pt x="57303" y="28587"/>
                  </a:lnTo>
                  <a:lnTo>
                    <a:pt x="57303" y="28587"/>
                  </a:lnTo>
                  <a:lnTo>
                    <a:pt x="57174" y="31562"/>
                  </a:lnTo>
                  <a:lnTo>
                    <a:pt x="56915" y="34279"/>
                  </a:lnTo>
                  <a:lnTo>
                    <a:pt x="56398" y="37125"/>
                  </a:lnTo>
                  <a:lnTo>
                    <a:pt x="55751" y="39712"/>
                  </a:lnTo>
                  <a:lnTo>
                    <a:pt x="54845" y="42299"/>
                  </a:lnTo>
                  <a:lnTo>
                    <a:pt x="53940" y="44886"/>
                  </a:lnTo>
                  <a:lnTo>
                    <a:pt x="52776" y="47214"/>
                  </a:lnTo>
                  <a:lnTo>
                    <a:pt x="51611" y="49542"/>
                  </a:lnTo>
                  <a:lnTo>
                    <a:pt x="50189" y="51871"/>
                  </a:lnTo>
                  <a:lnTo>
                    <a:pt x="48766" y="54070"/>
                  </a:lnTo>
                  <a:lnTo>
                    <a:pt x="47214" y="56139"/>
                  </a:lnTo>
                  <a:lnTo>
                    <a:pt x="45532" y="58209"/>
                  </a:lnTo>
                  <a:lnTo>
                    <a:pt x="43850" y="60020"/>
                  </a:lnTo>
                  <a:lnTo>
                    <a:pt x="42039" y="61960"/>
                  </a:lnTo>
                  <a:lnTo>
                    <a:pt x="40229" y="63642"/>
                  </a:lnTo>
                  <a:lnTo>
                    <a:pt x="38288" y="65323"/>
                  </a:lnTo>
                  <a:lnTo>
                    <a:pt x="36477" y="66876"/>
                  </a:lnTo>
                  <a:lnTo>
                    <a:pt x="34537" y="68428"/>
                  </a:lnTo>
                  <a:lnTo>
                    <a:pt x="30786" y="71144"/>
                  </a:lnTo>
                  <a:lnTo>
                    <a:pt x="27035" y="73472"/>
                  </a:lnTo>
                  <a:lnTo>
                    <a:pt x="23413" y="75413"/>
                  </a:lnTo>
                  <a:lnTo>
                    <a:pt x="20050" y="77094"/>
                  </a:lnTo>
                  <a:lnTo>
                    <a:pt x="17204" y="78388"/>
                  </a:lnTo>
                  <a:lnTo>
                    <a:pt x="14617" y="79164"/>
                  </a:lnTo>
                  <a:lnTo>
                    <a:pt x="12677" y="79681"/>
                  </a:lnTo>
                  <a:lnTo>
                    <a:pt x="12677" y="79681"/>
                  </a:lnTo>
                  <a:close/>
                </a:path>
              </a:pathLst>
            </a:custGeom>
            <a:noFill/>
            <a:ln cap="rnd" cmpd="sng" w="28575">
              <a:solidFill>
                <a:srgbClr val="2836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p43"/>
            <p:cNvSpPr/>
            <p:nvPr/>
          </p:nvSpPr>
          <p:spPr>
            <a:xfrm>
              <a:off x="1844733" y="2258150"/>
              <a:ext cx="703383" cy="980288"/>
            </a:xfrm>
            <a:custGeom>
              <a:rect b="b" l="l" r="r" t="t"/>
              <a:pathLst>
                <a:path extrusionOk="0" fill="none" h="79682" w="57174">
                  <a:moveTo>
                    <a:pt x="12548" y="79681"/>
                  </a:moveTo>
                  <a:lnTo>
                    <a:pt x="12548" y="79681"/>
                  </a:lnTo>
                  <a:lnTo>
                    <a:pt x="15523" y="75283"/>
                  </a:lnTo>
                  <a:lnTo>
                    <a:pt x="17980" y="71403"/>
                  </a:lnTo>
                  <a:lnTo>
                    <a:pt x="19791" y="67910"/>
                  </a:lnTo>
                  <a:lnTo>
                    <a:pt x="21214" y="64806"/>
                  </a:lnTo>
                  <a:lnTo>
                    <a:pt x="22249" y="62090"/>
                  </a:lnTo>
                  <a:lnTo>
                    <a:pt x="22896" y="59891"/>
                  </a:lnTo>
                  <a:lnTo>
                    <a:pt x="23284" y="58080"/>
                  </a:lnTo>
                  <a:lnTo>
                    <a:pt x="23413" y="56786"/>
                  </a:lnTo>
                  <a:lnTo>
                    <a:pt x="23413" y="56786"/>
                  </a:lnTo>
                  <a:lnTo>
                    <a:pt x="20955" y="56139"/>
                  </a:lnTo>
                  <a:lnTo>
                    <a:pt x="18498" y="55363"/>
                  </a:lnTo>
                  <a:lnTo>
                    <a:pt x="16299" y="54458"/>
                  </a:lnTo>
                  <a:lnTo>
                    <a:pt x="14100" y="53294"/>
                  </a:lnTo>
                  <a:lnTo>
                    <a:pt x="12030" y="52000"/>
                  </a:lnTo>
                  <a:lnTo>
                    <a:pt x="10090" y="50448"/>
                  </a:lnTo>
                  <a:lnTo>
                    <a:pt x="8279" y="48896"/>
                  </a:lnTo>
                  <a:lnTo>
                    <a:pt x="6727" y="47085"/>
                  </a:lnTo>
                  <a:lnTo>
                    <a:pt x="5174" y="45144"/>
                  </a:lnTo>
                  <a:lnTo>
                    <a:pt x="3881" y="43075"/>
                  </a:lnTo>
                  <a:lnTo>
                    <a:pt x="2717" y="40876"/>
                  </a:lnTo>
                  <a:lnTo>
                    <a:pt x="1811" y="38547"/>
                  </a:lnTo>
                  <a:lnTo>
                    <a:pt x="1035" y="36219"/>
                  </a:lnTo>
                  <a:lnTo>
                    <a:pt x="388" y="33761"/>
                  </a:lnTo>
                  <a:lnTo>
                    <a:pt x="130" y="31174"/>
                  </a:lnTo>
                  <a:lnTo>
                    <a:pt x="0" y="28587"/>
                  </a:lnTo>
                  <a:lnTo>
                    <a:pt x="0" y="28587"/>
                  </a:lnTo>
                  <a:lnTo>
                    <a:pt x="130" y="25742"/>
                  </a:lnTo>
                  <a:lnTo>
                    <a:pt x="518" y="22896"/>
                  </a:lnTo>
                  <a:lnTo>
                    <a:pt x="1294" y="20050"/>
                  </a:lnTo>
                  <a:lnTo>
                    <a:pt x="2199" y="17463"/>
                  </a:lnTo>
                  <a:lnTo>
                    <a:pt x="3364" y="15005"/>
                  </a:lnTo>
                  <a:lnTo>
                    <a:pt x="4786" y="12677"/>
                  </a:lnTo>
                  <a:lnTo>
                    <a:pt x="6468" y="10478"/>
                  </a:lnTo>
                  <a:lnTo>
                    <a:pt x="8279" y="8409"/>
                  </a:lnTo>
                  <a:lnTo>
                    <a:pt x="10349" y="6598"/>
                  </a:lnTo>
                  <a:lnTo>
                    <a:pt x="12548" y="4916"/>
                  </a:lnTo>
                  <a:lnTo>
                    <a:pt x="14876" y="3493"/>
                  </a:lnTo>
                  <a:lnTo>
                    <a:pt x="17463" y="2200"/>
                  </a:lnTo>
                  <a:lnTo>
                    <a:pt x="20050" y="1294"/>
                  </a:lnTo>
                  <a:lnTo>
                    <a:pt x="22766" y="647"/>
                  </a:lnTo>
                  <a:lnTo>
                    <a:pt x="25612" y="130"/>
                  </a:lnTo>
                  <a:lnTo>
                    <a:pt x="28587" y="1"/>
                  </a:lnTo>
                  <a:lnTo>
                    <a:pt x="28587" y="1"/>
                  </a:lnTo>
                  <a:lnTo>
                    <a:pt x="31433" y="130"/>
                  </a:lnTo>
                  <a:lnTo>
                    <a:pt x="34279" y="647"/>
                  </a:lnTo>
                  <a:lnTo>
                    <a:pt x="37124" y="1294"/>
                  </a:lnTo>
                  <a:lnTo>
                    <a:pt x="39711" y="2200"/>
                  </a:lnTo>
                  <a:lnTo>
                    <a:pt x="42169" y="3493"/>
                  </a:lnTo>
                  <a:lnTo>
                    <a:pt x="44627" y="4916"/>
                  </a:lnTo>
                  <a:lnTo>
                    <a:pt x="46826" y="6598"/>
                  </a:lnTo>
                  <a:lnTo>
                    <a:pt x="48766" y="8409"/>
                  </a:lnTo>
                  <a:lnTo>
                    <a:pt x="50706" y="10478"/>
                  </a:lnTo>
                  <a:lnTo>
                    <a:pt x="52259" y="12677"/>
                  </a:lnTo>
                  <a:lnTo>
                    <a:pt x="53681" y="15005"/>
                  </a:lnTo>
                  <a:lnTo>
                    <a:pt x="54975" y="17463"/>
                  </a:lnTo>
                  <a:lnTo>
                    <a:pt x="55880" y="20050"/>
                  </a:lnTo>
                  <a:lnTo>
                    <a:pt x="56657" y="22896"/>
                  </a:lnTo>
                  <a:lnTo>
                    <a:pt x="57045" y="25742"/>
                  </a:lnTo>
                  <a:lnTo>
                    <a:pt x="57174" y="28587"/>
                  </a:lnTo>
                  <a:lnTo>
                    <a:pt x="57174" y="28587"/>
                  </a:lnTo>
                  <a:lnTo>
                    <a:pt x="57045" y="31562"/>
                  </a:lnTo>
                  <a:lnTo>
                    <a:pt x="56786" y="34279"/>
                  </a:lnTo>
                  <a:lnTo>
                    <a:pt x="56268" y="37125"/>
                  </a:lnTo>
                  <a:lnTo>
                    <a:pt x="55622" y="39712"/>
                  </a:lnTo>
                  <a:lnTo>
                    <a:pt x="54846" y="42299"/>
                  </a:lnTo>
                  <a:lnTo>
                    <a:pt x="53811" y="44886"/>
                  </a:lnTo>
                  <a:lnTo>
                    <a:pt x="52776" y="47214"/>
                  </a:lnTo>
                  <a:lnTo>
                    <a:pt x="51482" y="49542"/>
                  </a:lnTo>
                  <a:lnTo>
                    <a:pt x="50060" y="51871"/>
                  </a:lnTo>
                  <a:lnTo>
                    <a:pt x="48637" y="54070"/>
                  </a:lnTo>
                  <a:lnTo>
                    <a:pt x="47084" y="56139"/>
                  </a:lnTo>
                  <a:lnTo>
                    <a:pt x="45403" y="58209"/>
                  </a:lnTo>
                  <a:lnTo>
                    <a:pt x="43721" y="60020"/>
                  </a:lnTo>
                  <a:lnTo>
                    <a:pt x="41910" y="61960"/>
                  </a:lnTo>
                  <a:lnTo>
                    <a:pt x="40099" y="63642"/>
                  </a:lnTo>
                  <a:lnTo>
                    <a:pt x="38289" y="65323"/>
                  </a:lnTo>
                  <a:lnTo>
                    <a:pt x="36348" y="66876"/>
                  </a:lnTo>
                  <a:lnTo>
                    <a:pt x="34408" y="68428"/>
                  </a:lnTo>
                  <a:lnTo>
                    <a:pt x="30657" y="71144"/>
                  </a:lnTo>
                  <a:lnTo>
                    <a:pt x="26906" y="73472"/>
                  </a:lnTo>
                  <a:lnTo>
                    <a:pt x="23284" y="75413"/>
                  </a:lnTo>
                  <a:lnTo>
                    <a:pt x="20050" y="77094"/>
                  </a:lnTo>
                  <a:lnTo>
                    <a:pt x="17075" y="78388"/>
                  </a:lnTo>
                  <a:lnTo>
                    <a:pt x="14488" y="79164"/>
                  </a:lnTo>
                  <a:lnTo>
                    <a:pt x="12548" y="79681"/>
                  </a:lnTo>
                  <a:lnTo>
                    <a:pt x="12548" y="79681"/>
                  </a:lnTo>
                  <a:close/>
                </a:path>
              </a:pathLst>
            </a:custGeom>
            <a:noFill/>
            <a:ln cap="rnd" cmpd="sng" w="28575">
              <a:solidFill>
                <a:srgbClr val="2836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3" name="Google Shape;303;p43"/>
          <p:cNvSpPr txBox="1"/>
          <p:nvPr>
            <p:ph idx="1" type="subTitle"/>
          </p:nvPr>
        </p:nvSpPr>
        <p:spPr>
          <a:xfrm>
            <a:off x="459100" y="4189950"/>
            <a:ext cx="2741400" cy="5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pic>
        <p:nvPicPr>
          <p:cNvPr id="304" name="Google Shape;304;p43"/>
          <p:cNvPicPr preferRelativeResize="0"/>
          <p:nvPr/>
        </p:nvPicPr>
        <p:blipFill rotWithShape="1">
          <a:blip r:embed="rId2">
            <a:alphaModFix amt="7000"/>
          </a:blip>
          <a:srcRect b="0" l="0" r="0" t="0"/>
          <a:stretch/>
        </p:blipFill>
        <p:spPr>
          <a:xfrm>
            <a:off x="5484975" y="2744075"/>
            <a:ext cx="4044599" cy="2622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43"/>
          <p:cNvSpPr txBox="1"/>
          <p:nvPr>
            <p:ph idx="2" type="body"/>
          </p:nvPr>
        </p:nvSpPr>
        <p:spPr>
          <a:xfrm>
            <a:off x="3647875" y="1377600"/>
            <a:ext cx="50388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indent="-457200" lvl="1" marL="9144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indent="-457200" lvl="2" marL="13716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indent="-457200" lvl="3" marL="18288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indent="-457200" lvl="4" marL="22860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indent="-457200" lvl="5" marL="27432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indent="-457200" lvl="6" marL="32004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indent="-457200" lvl="7" marL="36576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indent="-457200" lvl="8" marL="41148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icons - Tip or Answer">
  <p:cSld name="CUSTOM_4_1_1_1">
    <p:bg>
      <p:bgPr>
        <a:solidFill>
          <a:schemeClr val="lt2"/>
        </a:solid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44"/>
          <p:cNvSpPr/>
          <p:nvPr/>
        </p:nvSpPr>
        <p:spPr>
          <a:xfrm>
            <a:off x="459100" y="1380744"/>
            <a:ext cx="2741400" cy="2741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8" name="Google Shape;308;p44"/>
          <p:cNvPicPr preferRelativeResize="0"/>
          <p:nvPr/>
        </p:nvPicPr>
        <p:blipFill rotWithShape="1">
          <a:blip r:embed="rId2">
            <a:alphaModFix amt="7000"/>
          </a:blip>
          <a:srcRect b="0" l="0" r="0" t="0"/>
          <a:stretch/>
        </p:blipFill>
        <p:spPr>
          <a:xfrm>
            <a:off x="5484975" y="2744075"/>
            <a:ext cx="4044599" cy="262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7670" y="1896525"/>
            <a:ext cx="1724260" cy="162045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44"/>
          <p:cNvSpPr txBox="1"/>
          <p:nvPr>
            <p:ph idx="1" type="body"/>
          </p:nvPr>
        </p:nvSpPr>
        <p:spPr>
          <a:xfrm>
            <a:off x="3647875" y="1377600"/>
            <a:ext cx="50388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indent="-457200" lvl="1" marL="9144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indent="-457200" lvl="2" marL="13716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indent="-457200" lvl="3" marL="18288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indent="-457200" lvl="4" marL="22860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indent="-457200" lvl="5" marL="27432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indent="-457200" lvl="6" marL="32004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indent="-457200" lvl="7" marL="36576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indent="-457200" lvl="8" marL="41148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hare Your Answers">
  <p:cSld name="CUSTOM_10_1_1_1_1_1_2">
    <p:bg>
      <p:bgPr>
        <a:solidFill>
          <a:srgbClr val="F2F2F2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45"/>
          <p:cNvSpPr/>
          <p:nvPr/>
        </p:nvSpPr>
        <p:spPr>
          <a:xfrm flipH="1">
            <a:off x="1251238" y="1174875"/>
            <a:ext cx="2443200" cy="2443500"/>
          </a:xfrm>
          <a:prstGeom prst="wedgeEllipseCallout">
            <a:avLst>
              <a:gd fmla="val -20833" name="adj1"/>
              <a:gd fmla="val 62500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45"/>
          <p:cNvSpPr/>
          <p:nvPr/>
        </p:nvSpPr>
        <p:spPr>
          <a:xfrm>
            <a:off x="5449563" y="1174875"/>
            <a:ext cx="2443200" cy="2443500"/>
          </a:xfrm>
          <a:prstGeom prst="wedgeEllipseCallout">
            <a:avLst>
              <a:gd fmla="val -20833" name="adj1"/>
              <a:gd fmla="val 62500" name="adj2"/>
            </a:avLst>
          </a:prstGeom>
          <a:solidFill>
            <a:srgbClr val="00C7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45"/>
          <p:cNvSpPr/>
          <p:nvPr/>
        </p:nvSpPr>
        <p:spPr>
          <a:xfrm>
            <a:off x="3586938" y="1399275"/>
            <a:ext cx="1994400" cy="1994700"/>
          </a:xfrm>
          <a:prstGeom prst="wedgeEllipseCallout">
            <a:avLst>
              <a:gd fmla="val -20833" name="adj1"/>
              <a:gd fmla="val 62500" name="adj2"/>
            </a:avLst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45"/>
          <p:cNvSpPr txBox="1"/>
          <p:nvPr/>
        </p:nvSpPr>
        <p:spPr>
          <a:xfrm>
            <a:off x="1418338" y="2020425"/>
            <a:ext cx="2109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Share</a:t>
            </a:r>
            <a:endParaRPr b="1" i="0" sz="4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6" name="Google Shape;316;p45"/>
          <p:cNvSpPr txBox="1"/>
          <p:nvPr/>
        </p:nvSpPr>
        <p:spPr>
          <a:xfrm>
            <a:off x="3529638" y="2020425"/>
            <a:ext cx="2109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Your</a:t>
            </a:r>
            <a:endParaRPr b="1" i="0" sz="4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7" name="Google Shape;317;p45"/>
          <p:cNvSpPr txBox="1"/>
          <p:nvPr/>
        </p:nvSpPr>
        <p:spPr>
          <a:xfrm>
            <a:off x="5469363" y="2020425"/>
            <a:ext cx="24036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Answers</a:t>
            </a:r>
            <a:endParaRPr b="1" i="0" sz="4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member">
  <p:cSld name="CUSTOM_10_1_1_1_1_1_1">
    <p:bg>
      <p:bgPr>
        <a:solidFill>
          <a:srgbClr val="F2F2F2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6"/>
          <p:cNvSpPr txBox="1"/>
          <p:nvPr/>
        </p:nvSpPr>
        <p:spPr>
          <a:xfrm>
            <a:off x="4869500" y="1501000"/>
            <a:ext cx="3901200" cy="7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200" spcFirstLastPara="1" rIns="4572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b="1" i="0" lang="en" sz="4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Remember, </a:t>
            </a:r>
            <a:endParaRPr b="1" i="0" sz="45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20" name="Google Shape;320;p4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>
            <a:off x="-556324" y="1502075"/>
            <a:ext cx="5962899" cy="25372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1" name="Google Shape;321;p46"/>
          <p:cNvGrpSpPr/>
          <p:nvPr/>
        </p:nvGrpSpPr>
        <p:grpSpPr>
          <a:xfrm>
            <a:off x="3972318" y="1206125"/>
            <a:ext cx="1051285" cy="920372"/>
            <a:chOff x="587700" y="-13400"/>
            <a:chExt cx="5735325" cy="5021125"/>
          </a:xfrm>
        </p:grpSpPr>
        <p:sp>
          <p:nvSpPr>
            <p:cNvPr id="322" name="Google Shape;322;p46"/>
            <p:cNvSpPr/>
            <p:nvPr/>
          </p:nvSpPr>
          <p:spPr>
            <a:xfrm>
              <a:off x="3126550" y="3129550"/>
              <a:ext cx="449525" cy="1850775"/>
            </a:xfrm>
            <a:custGeom>
              <a:rect b="b" l="l" r="r" t="t"/>
              <a:pathLst>
                <a:path extrusionOk="0" fill="none" h="74031" w="17981">
                  <a:moveTo>
                    <a:pt x="1" y="68541"/>
                  </a:moveTo>
                  <a:cubicBezTo>
                    <a:pt x="7486" y="74031"/>
                    <a:pt x="17981" y="42278"/>
                    <a:pt x="5491" y="0"/>
                  </a:cubicBezTo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" name="Google Shape;323;p46"/>
            <p:cNvSpPr/>
            <p:nvPr/>
          </p:nvSpPr>
          <p:spPr>
            <a:xfrm>
              <a:off x="3253475" y="3038050"/>
              <a:ext cx="1008375" cy="1969675"/>
            </a:xfrm>
            <a:custGeom>
              <a:rect b="b" l="l" r="r" t="t"/>
              <a:pathLst>
                <a:path extrusionOk="0" fill="none" h="78787" w="40335">
                  <a:moveTo>
                    <a:pt x="0" y="69792"/>
                  </a:moveTo>
                  <a:cubicBezTo>
                    <a:pt x="16481" y="78787"/>
                    <a:pt x="40334" y="34844"/>
                    <a:pt x="28206" y="11125"/>
                  </a:cubicBezTo>
                  <a:cubicBezTo>
                    <a:pt x="22519" y="0"/>
                    <a:pt x="1541" y="5118"/>
                    <a:pt x="1913" y="9099"/>
                  </a:cubicBezTo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46"/>
            <p:cNvSpPr/>
            <p:nvPr/>
          </p:nvSpPr>
          <p:spPr>
            <a:xfrm>
              <a:off x="587700" y="131875"/>
              <a:ext cx="2878775" cy="2997700"/>
            </a:xfrm>
            <a:custGeom>
              <a:rect b="b" l="l" r="r" t="t"/>
              <a:pathLst>
                <a:path extrusionOk="0" fill="none" h="119908" w="115151">
                  <a:moveTo>
                    <a:pt x="115151" y="119907"/>
                  </a:moveTo>
                  <a:cubicBezTo>
                    <a:pt x="50602" y="114789"/>
                    <a:pt x="1" y="75106"/>
                    <a:pt x="30926" y="48761"/>
                  </a:cubicBezTo>
                  <a:cubicBezTo>
                    <a:pt x="88165" y="0"/>
                    <a:pt x="115151" y="119907"/>
                    <a:pt x="115151" y="119907"/>
                  </a:cubicBezTo>
                  <a:close/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46"/>
            <p:cNvSpPr/>
            <p:nvPr/>
          </p:nvSpPr>
          <p:spPr>
            <a:xfrm>
              <a:off x="3408550" y="-13400"/>
              <a:ext cx="1796500" cy="3142975"/>
            </a:xfrm>
            <a:custGeom>
              <a:rect b="b" l="l" r="r" t="t"/>
              <a:pathLst>
                <a:path extrusionOk="0" fill="none" h="125719" w="71860">
                  <a:moveTo>
                    <a:pt x="2317" y="125718"/>
                  </a:moveTo>
                  <a:cubicBezTo>
                    <a:pt x="1" y="63568"/>
                    <a:pt x="64974" y="1"/>
                    <a:pt x="69492" y="63568"/>
                  </a:cubicBezTo>
                  <a:cubicBezTo>
                    <a:pt x="71860" y="96850"/>
                    <a:pt x="2317" y="125718"/>
                    <a:pt x="2317" y="125718"/>
                  </a:cubicBezTo>
                  <a:close/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46"/>
            <p:cNvSpPr/>
            <p:nvPr/>
          </p:nvSpPr>
          <p:spPr>
            <a:xfrm>
              <a:off x="3466450" y="2580250"/>
              <a:ext cx="2856575" cy="1271275"/>
            </a:xfrm>
            <a:custGeom>
              <a:rect b="b" l="l" r="r" t="t"/>
              <a:pathLst>
                <a:path extrusionOk="0" fill="none" h="50851" w="114263">
                  <a:moveTo>
                    <a:pt x="1" y="21972"/>
                  </a:moveTo>
                  <a:cubicBezTo>
                    <a:pt x="52732" y="1"/>
                    <a:pt x="75965" y="50850"/>
                    <a:pt x="114262" y="13184"/>
                  </a:cubicBezTo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7" name="Google Shape;327;p46"/>
          <p:cNvSpPr txBox="1"/>
          <p:nvPr/>
        </p:nvSpPr>
        <p:spPr>
          <a:xfrm>
            <a:off x="5345350" y="2338950"/>
            <a:ext cx="3524400" cy="24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4572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28" name="Google Shape;328;p46"/>
          <p:cNvPicPr preferRelativeResize="0"/>
          <p:nvPr/>
        </p:nvPicPr>
        <p:blipFill rotWithShape="1">
          <a:blip r:embed="rId3">
            <a:alphaModFix amt="11000"/>
          </a:blip>
          <a:srcRect b="7135" l="-6410" r="6410" t="-3050"/>
          <a:stretch/>
        </p:blipFill>
        <p:spPr>
          <a:xfrm>
            <a:off x="5157740" y="2672100"/>
            <a:ext cx="3986260" cy="247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. Text Only">
  <p:cSld name="CUSTOM_2_7_2_2"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48"/>
          <p:cNvSpPr txBox="1"/>
          <p:nvPr>
            <p:ph type="title"/>
          </p:nvPr>
        </p:nvSpPr>
        <p:spPr>
          <a:xfrm>
            <a:off x="-12300" y="0"/>
            <a:ext cx="9168600" cy="533700"/>
          </a:xfrm>
          <a:prstGeom prst="rect">
            <a:avLst/>
          </a:prstGeom>
        </p:spPr>
        <p:txBody>
          <a:bodyPr anchorCtr="0" anchor="t" bIns="91425" lIns="457200" spcFirstLastPara="1" rIns="274300" wrap="square" tIns="1828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32" name="Google Shape;332;p48"/>
          <p:cNvSpPr txBox="1"/>
          <p:nvPr>
            <p:ph idx="1" type="subTitle"/>
          </p:nvPr>
        </p:nvSpPr>
        <p:spPr>
          <a:xfrm>
            <a:off x="0" y="675975"/>
            <a:ext cx="9144000" cy="364800"/>
          </a:xfrm>
          <a:prstGeom prst="rect">
            <a:avLst/>
          </a:prstGeom>
        </p:spPr>
        <p:txBody>
          <a:bodyPr anchorCtr="0" anchor="t" bIns="0" lIns="457200" spcFirstLastPara="1" rIns="45720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cxnSp>
        <p:nvCxnSpPr>
          <p:cNvPr id="333" name="Google Shape;333;p48"/>
          <p:cNvCxnSpPr/>
          <p:nvPr/>
        </p:nvCxnSpPr>
        <p:spPr>
          <a:xfrm>
            <a:off x="274375" y="640080"/>
            <a:ext cx="8595600" cy="1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4" name="Google Shape;334;p48"/>
          <p:cNvSpPr txBox="1"/>
          <p:nvPr>
            <p:ph idx="12" type="sldNum"/>
          </p:nvPr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>
            <a:lvl1pPr lvl="0">
              <a:buNone/>
              <a:defRPr sz="600">
                <a:solidFill>
                  <a:srgbClr val="000000"/>
                </a:solidFill>
              </a:defRPr>
            </a:lvl1pPr>
            <a:lvl2pPr lvl="1">
              <a:buNone/>
              <a:defRPr sz="600">
                <a:solidFill>
                  <a:srgbClr val="000000"/>
                </a:solidFill>
              </a:defRPr>
            </a:lvl2pPr>
            <a:lvl3pPr lvl="2">
              <a:buNone/>
              <a:defRPr sz="600">
                <a:solidFill>
                  <a:srgbClr val="000000"/>
                </a:solidFill>
              </a:defRPr>
            </a:lvl3pPr>
            <a:lvl4pPr lvl="3">
              <a:buNone/>
              <a:defRPr sz="600">
                <a:solidFill>
                  <a:srgbClr val="000000"/>
                </a:solidFill>
              </a:defRPr>
            </a:lvl4pPr>
            <a:lvl5pPr lvl="4">
              <a:buNone/>
              <a:defRPr sz="600">
                <a:solidFill>
                  <a:srgbClr val="000000"/>
                </a:solidFill>
              </a:defRPr>
            </a:lvl5pPr>
            <a:lvl6pPr lvl="5">
              <a:buNone/>
              <a:defRPr sz="600">
                <a:solidFill>
                  <a:srgbClr val="000000"/>
                </a:solidFill>
              </a:defRPr>
            </a:lvl6pPr>
            <a:lvl7pPr lvl="6">
              <a:buNone/>
              <a:defRPr sz="600">
                <a:solidFill>
                  <a:srgbClr val="000000"/>
                </a:solidFill>
              </a:defRPr>
            </a:lvl7pPr>
            <a:lvl8pPr lvl="7">
              <a:buNone/>
              <a:defRPr sz="600">
                <a:solidFill>
                  <a:srgbClr val="000000"/>
                </a:solidFill>
              </a:defRPr>
            </a:lvl8pPr>
            <a:lvl9pPr lvl="8">
              <a:buNone/>
              <a:defRPr sz="600">
                <a:solidFill>
                  <a:srgbClr val="000000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35" name="Google Shape;335;p48"/>
          <p:cNvCxnSpPr/>
          <p:nvPr/>
        </p:nvCxnSpPr>
        <p:spPr>
          <a:xfrm>
            <a:off x="274320" y="4906455"/>
            <a:ext cx="8595600" cy="10200"/>
          </a:xfrm>
          <a:prstGeom prst="straightConnector1">
            <a:avLst/>
          </a:prstGeom>
          <a:noFill/>
          <a:ln cap="flat" cmpd="sng" w="9525">
            <a:solidFill>
              <a:srgbClr val="A9B7C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6" name="Google Shape;336;p48"/>
          <p:cNvSpPr txBox="1"/>
          <p:nvPr>
            <p:ph idx="2" type="subTitle"/>
          </p:nvPr>
        </p:nvSpPr>
        <p:spPr>
          <a:xfrm>
            <a:off x="-12300" y="4916650"/>
            <a:ext cx="7971900" cy="226800"/>
          </a:xfrm>
          <a:prstGeom prst="rect">
            <a:avLst/>
          </a:prstGeom>
        </p:spPr>
        <p:txBody>
          <a:bodyPr anchorCtr="0" anchor="t" bIns="0" lIns="274300" spcFirstLastPara="1" rIns="0" wrap="square" tIns="457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37" name="Google Shape;337;p48"/>
          <p:cNvSpPr txBox="1"/>
          <p:nvPr>
            <p:ph idx="3" type="body"/>
          </p:nvPr>
        </p:nvSpPr>
        <p:spPr>
          <a:xfrm>
            <a:off x="175" y="1284250"/>
            <a:ext cx="9144000" cy="3622200"/>
          </a:xfrm>
          <a:prstGeom prst="rect">
            <a:avLst/>
          </a:prstGeom>
        </p:spPr>
        <p:txBody>
          <a:bodyPr anchorCtr="0" anchor="t" bIns="914400" lIns="457200" spcFirstLastPara="1" rIns="45720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>
              <a:spcBef>
                <a:spcPts val="800"/>
              </a:spcBef>
              <a:spcAft>
                <a:spcPts val="80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cap slide 02">
  <p:cSld name="CUSTOM_21_2_4"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9" name="Google Shape;339;p49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340" name="Google Shape;340;p49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8229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1" name="Google Shape;341;p49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8229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2" name="Google Shape;342;p49"/>
          <p:cNvSpPr/>
          <p:nvPr/>
        </p:nvSpPr>
        <p:spPr>
          <a:xfrm>
            <a:off x="136025" y="233625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43" name="Google Shape;343;p4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2875" y="284200"/>
            <a:ext cx="459000" cy="4715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ives slide - 1-4 ">
  <p:cSld name="CUSTOM_21_1_1"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5" name="Google Shape;345;p50"/>
          <p:cNvCxnSpPr/>
          <p:nvPr/>
        </p:nvCxnSpPr>
        <p:spPr>
          <a:xfrm>
            <a:off x="-9375" y="929900"/>
            <a:ext cx="7346700" cy="0"/>
          </a:xfrm>
          <a:prstGeom prst="straightConnector1">
            <a:avLst/>
          </a:prstGeom>
          <a:noFill/>
          <a:ln cap="flat" cmpd="sng" w="19050">
            <a:solidFill>
              <a:srgbClr val="2E5E73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346" name="Google Shape;346;p50"/>
          <p:cNvSpPr/>
          <p:nvPr/>
        </p:nvSpPr>
        <p:spPr>
          <a:xfrm>
            <a:off x="953325" y="1778663"/>
            <a:ext cx="7517100" cy="40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50"/>
          <p:cNvSpPr/>
          <p:nvPr/>
        </p:nvSpPr>
        <p:spPr>
          <a:xfrm>
            <a:off x="953325" y="2421088"/>
            <a:ext cx="7517100" cy="40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50"/>
          <p:cNvSpPr/>
          <p:nvPr/>
        </p:nvSpPr>
        <p:spPr>
          <a:xfrm>
            <a:off x="953325" y="3063525"/>
            <a:ext cx="7517100" cy="40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50"/>
          <p:cNvSpPr/>
          <p:nvPr/>
        </p:nvSpPr>
        <p:spPr>
          <a:xfrm>
            <a:off x="953325" y="1136875"/>
            <a:ext cx="7517100" cy="40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50"/>
          <p:cNvSpPr/>
          <p:nvPr/>
        </p:nvSpPr>
        <p:spPr>
          <a:xfrm>
            <a:off x="802850" y="110747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1</a:t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351" name="Google Shape;351;p50"/>
          <p:cNvSpPr/>
          <p:nvPr/>
        </p:nvSpPr>
        <p:spPr>
          <a:xfrm>
            <a:off x="802850" y="174926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2</a:t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352" name="Google Shape;352;p50"/>
          <p:cNvSpPr/>
          <p:nvPr/>
        </p:nvSpPr>
        <p:spPr>
          <a:xfrm>
            <a:off x="802850" y="239169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3</a:t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353" name="Google Shape;353;p50"/>
          <p:cNvSpPr/>
          <p:nvPr/>
        </p:nvSpPr>
        <p:spPr>
          <a:xfrm>
            <a:off x="802850" y="302686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4</a:t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354" name="Google Shape;354;p50"/>
          <p:cNvSpPr txBox="1"/>
          <p:nvPr>
            <p:ph idx="1" type="subTitle"/>
          </p:nvPr>
        </p:nvSpPr>
        <p:spPr>
          <a:xfrm>
            <a:off x="1224625" y="1129175"/>
            <a:ext cx="7110300" cy="40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355" name="Google Shape;355;p50"/>
          <p:cNvSpPr txBox="1"/>
          <p:nvPr>
            <p:ph idx="2" type="subTitle"/>
          </p:nvPr>
        </p:nvSpPr>
        <p:spPr>
          <a:xfrm>
            <a:off x="1224625" y="1793688"/>
            <a:ext cx="7110300" cy="40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356" name="Google Shape;356;p50"/>
          <p:cNvSpPr txBox="1"/>
          <p:nvPr>
            <p:ph idx="3" type="subTitle"/>
          </p:nvPr>
        </p:nvSpPr>
        <p:spPr>
          <a:xfrm>
            <a:off x="1224625" y="2435788"/>
            <a:ext cx="7110300" cy="40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357" name="Google Shape;357;p50"/>
          <p:cNvSpPr txBox="1"/>
          <p:nvPr>
            <p:ph idx="4" type="subTitle"/>
          </p:nvPr>
        </p:nvSpPr>
        <p:spPr>
          <a:xfrm>
            <a:off x="1224625" y="3063525"/>
            <a:ext cx="7110300" cy="40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358" name="Google Shape;358;p50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8229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59" name="Google Shape;359;p50"/>
          <p:cNvSpPr/>
          <p:nvPr/>
        </p:nvSpPr>
        <p:spPr>
          <a:xfrm>
            <a:off x="136025" y="233625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60" name="Google Shape;360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73938" y="271538"/>
            <a:ext cx="496875" cy="496875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50"/>
          <p:cNvSpPr txBox="1"/>
          <p:nvPr>
            <p:ph idx="5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8229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2">
  <p:cSld name="TITLE_AND_BODY_2"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51"/>
          <p:cNvSpPr txBox="1"/>
          <p:nvPr>
            <p:ph idx="1" type="body"/>
          </p:nvPr>
        </p:nvSpPr>
        <p:spPr>
          <a:xfrm>
            <a:off x="692300" y="1122950"/>
            <a:ext cx="8139900" cy="3445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364" name="Google Shape;364;p51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5" name="Google Shape;365;p51"/>
          <p:cNvSpPr txBox="1"/>
          <p:nvPr>
            <p:ph idx="2" type="title"/>
          </p:nvPr>
        </p:nvSpPr>
        <p:spPr>
          <a:xfrm>
            <a:off x="-6000" y="515275"/>
            <a:ext cx="9192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 1">
  <p:cSld name="CUSTOM_27_1">
    <p:bg>
      <p:bgPr>
        <a:solidFill>
          <a:srgbClr val="FFFFFF"/>
        </a:solidFill>
      </p:bgPr>
    </p:bg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52"/>
          <p:cNvSpPr/>
          <p:nvPr/>
        </p:nvSpPr>
        <p:spPr>
          <a:xfrm flipH="1">
            <a:off x="511775" y="1783100"/>
            <a:ext cx="2428500" cy="29970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68" name="Google Shape;368;p52"/>
          <p:cNvGrpSpPr/>
          <p:nvPr/>
        </p:nvGrpSpPr>
        <p:grpSpPr>
          <a:xfrm>
            <a:off x="511772" y="1190428"/>
            <a:ext cx="533372" cy="533480"/>
            <a:chOff x="457200" y="1378813"/>
            <a:chExt cx="695400" cy="695450"/>
          </a:xfrm>
        </p:grpSpPr>
        <p:sp>
          <p:nvSpPr>
            <p:cNvPr id="369" name="Google Shape;369;p52"/>
            <p:cNvSpPr/>
            <p:nvPr/>
          </p:nvSpPr>
          <p:spPr>
            <a:xfrm>
              <a:off x="457200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i="0" lang="en" sz="2100" u="none" cap="none" strike="noStrik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01</a:t>
              </a:r>
              <a:endParaRPr i="0" sz="21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70" name="Google Shape;370;p52"/>
            <p:cNvSpPr/>
            <p:nvPr/>
          </p:nvSpPr>
          <p:spPr>
            <a:xfrm rot="10800000">
              <a:off x="634726" y="1885638"/>
              <a:ext cx="340325" cy="188625"/>
            </a:xfrm>
            <a:prstGeom prst="flowChartExtra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71" name="Google Shape;371;p52"/>
          <p:cNvGrpSpPr/>
          <p:nvPr/>
        </p:nvGrpSpPr>
        <p:grpSpPr>
          <a:xfrm>
            <a:off x="3283547" y="1190428"/>
            <a:ext cx="533372" cy="533480"/>
            <a:chOff x="457200" y="1378813"/>
            <a:chExt cx="695400" cy="695450"/>
          </a:xfrm>
        </p:grpSpPr>
        <p:sp>
          <p:nvSpPr>
            <p:cNvPr id="372" name="Google Shape;372;p52"/>
            <p:cNvSpPr/>
            <p:nvPr/>
          </p:nvSpPr>
          <p:spPr>
            <a:xfrm>
              <a:off x="457200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i="0" lang="en" sz="2100" u="none" cap="none" strike="noStrike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02</a:t>
              </a:r>
              <a:endParaRPr i="0" sz="2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73" name="Google Shape;373;p52"/>
            <p:cNvSpPr/>
            <p:nvPr/>
          </p:nvSpPr>
          <p:spPr>
            <a:xfrm rot="10800000">
              <a:off x="634726" y="1885638"/>
              <a:ext cx="340325" cy="188625"/>
            </a:xfrm>
            <a:prstGeom prst="flowChartExtra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74" name="Google Shape;374;p52"/>
          <p:cNvSpPr/>
          <p:nvPr/>
        </p:nvSpPr>
        <p:spPr>
          <a:xfrm flipH="1">
            <a:off x="3283550" y="1783100"/>
            <a:ext cx="2428500" cy="29970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75" name="Google Shape;375;p52"/>
          <p:cNvGrpSpPr/>
          <p:nvPr/>
        </p:nvGrpSpPr>
        <p:grpSpPr>
          <a:xfrm>
            <a:off x="6188672" y="1191178"/>
            <a:ext cx="533372" cy="533480"/>
            <a:chOff x="457200" y="1378813"/>
            <a:chExt cx="695400" cy="695450"/>
          </a:xfrm>
        </p:grpSpPr>
        <p:sp>
          <p:nvSpPr>
            <p:cNvPr id="376" name="Google Shape;376;p52"/>
            <p:cNvSpPr/>
            <p:nvPr/>
          </p:nvSpPr>
          <p:spPr>
            <a:xfrm>
              <a:off x="457200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i="0" lang="en" sz="2100" u="none" cap="none" strike="noStrike">
                  <a:solidFill>
                    <a:schemeClr val="accent5"/>
                  </a:solidFill>
                  <a:latin typeface="Roboto"/>
                  <a:ea typeface="Roboto"/>
                  <a:cs typeface="Roboto"/>
                  <a:sym typeface="Roboto"/>
                </a:rPr>
                <a:t>03</a:t>
              </a:r>
              <a:endParaRPr i="0" sz="21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77" name="Google Shape;377;p52"/>
            <p:cNvSpPr/>
            <p:nvPr/>
          </p:nvSpPr>
          <p:spPr>
            <a:xfrm rot="10800000">
              <a:off x="634726" y="1885638"/>
              <a:ext cx="340325" cy="188625"/>
            </a:xfrm>
            <a:prstGeom prst="flowChartExtra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78" name="Google Shape;378;p52"/>
          <p:cNvSpPr/>
          <p:nvPr/>
        </p:nvSpPr>
        <p:spPr>
          <a:xfrm flipH="1">
            <a:off x="6188675" y="1783944"/>
            <a:ext cx="2428500" cy="29970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52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0" name="Google Shape;380;p52"/>
          <p:cNvSpPr txBox="1"/>
          <p:nvPr>
            <p:ph idx="2" type="title"/>
          </p:nvPr>
        </p:nvSpPr>
        <p:spPr>
          <a:xfrm>
            <a:off x="-6000" y="515275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lternative Numbered Slide 1-6">
  <p:cSld name="CUSTOM_11_1_1_2"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2" name="Google Shape;382;p53"/>
          <p:cNvGrpSpPr/>
          <p:nvPr/>
        </p:nvGrpSpPr>
        <p:grpSpPr>
          <a:xfrm>
            <a:off x="440125" y="1136875"/>
            <a:ext cx="776900" cy="486300"/>
            <a:chOff x="457200" y="1466425"/>
            <a:chExt cx="776900" cy="486300"/>
          </a:xfrm>
        </p:grpSpPr>
        <p:sp>
          <p:nvSpPr>
            <p:cNvPr id="383" name="Google Shape;383;p53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i="0" lang="en" sz="3000" u="none" cap="none" strike="noStrike">
                  <a:solidFill>
                    <a:srgbClr val="082D49"/>
                  </a:solidFill>
                  <a:latin typeface="Roboto"/>
                  <a:ea typeface="Roboto"/>
                  <a:cs typeface="Roboto"/>
                  <a:sym typeface="Roboto"/>
                </a:rPr>
                <a:t>01</a:t>
              </a:r>
              <a:endParaRPr i="0" sz="3000" u="none" cap="none" strike="noStrike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84" name="Google Shape;384;p53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385" name="Google Shape;385;p53"/>
          <p:cNvGrpSpPr/>
          <p:nvPr/>
        </p:nvGrpSpPr>
        <p:grpSpPr>
          <a:xfrm>
            <a:off x="440125" y="1791730"/>
            <a:ext cx="776900" cy="486300"/>
            <a:chOff x="457200" y="1466425"/>
            <a:chExt cx="776900" cy="486300"/>
          </a:xfrm>
        </p:grpSpPr>
        <p:sp>
          <p:nvSpPr>
            <p:cNvPr id="386" name="Google Shape;386;p53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082D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i="0" lang="en" sz="30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02</a:t>
              </a:r>
              <a:endParaRPr i="0" sz="3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87" name="Google Shape;387;p53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082D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388" name="Google Shape;388;p53"/>
          <p:cNvGrpSpPr/>
          <p:nvPr/>
        </p:nvGrpSpPr>
        <p:grpSpPr>
          <a:xfrm>
            <a:off x="440125" y="2446585"/>
            <a:ext cx="776900" cy="486300"/>
            <a:chOff x="457200" y="1466425"/>
            <a:chExt cx="776900" cy="486300"/>
          </a:xfrm>
        </p:grpSpPr>
        <p:sp>
          <p:nvSpPr>
            <p:cNvPr id="389" name="Google Shape;389;p53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0077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i="0" lang="en" sz="30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03</a:t>
              </a:r>
              <a:endParaRPr i="0" sz="3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90" name="Google Shape;390;p53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0077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391" name="Google Shape;391;p53"/>
          <p:cNvGrpSpPr/>
          <p:nvPr/>
        </p:nvGrpSpPr>
        <p:grpSpPr>
          <a:xfrm>
            <a:off x="440125" y="3101440"/>
            <a:ext cx="776900" cy="486300"/>
            <a:chOff x="457200" y="1466425"/>
            <a:chExt cx="776900" cy="486300"/>
          </a:xfrm>
        </p:grpSpPr>
        <p:sp>
          <p:nvSpPr>
            <p:cNvPr id="392" name="Google Shape;392;p53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00C7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i="0" lang="en" sz="3000" u="none" cap="none" strike="noStrike">
                  <a:solidFill>
                    <a:srgbClr val="082D49"/>
                  </a:solidFill>
                  <a:latin typeface="Roboto"/>
                  <a:ea typeface="Roboto"/>
                  <a:cs typeface="Roboto"/>
                  <a:sym typeface="Roboto"/>
                </a:rPr>
                <a:t>04</a:t>
              </a:r>
              <a:endParaRPr i="0" sz="3000" u="none" cap="none" strike="noStrike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93" name="Google Shape;393;p53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00C7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394" name="Google Shape;394;p53"/>
          <p:cNvGrpSpPr/>
          <p:nvPr/>
        </p:nvGrpSpPr>
        <p:grpSpPr>
          <a:xfrm>
            <a:off x="440125" y="3756295"/>
            <a:ext cx="776900" cy="486300"/>
            <a:chOff x="457200" y="1466425"/>
            <a:chExt cx="776900" cy="486300"/>
          </a:xfrm>
        </p:grpSpPr>
        <p:sp>
          <p:nvSpPr>
            <p:cNvPr id="395" name="Google Shape;395;p53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2E5E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i="0" lang="en" sz="30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05</a:t>
              </a:r>
              <a:endParaRPr i="0" sz="3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96" name="Google Shape;396;p53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2E5E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sp>
        <p:nvSpPr>
          <p:cNvPr id="397" name="Google Shape;397;p53"/>
          <p:cNvSpPr/>
          <p:nvPr/>
        </p:nvSpPr>
        <p:spPr>
          <a:xfrm>
            <a:off x="1335475" y="1136875"/>
            <a:ext cx="7116000" cy="486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8" name="Google Shape;398;p53"/>
          <p:cNvSpPr/>
          <p:nvPr/>
        </p:nvSpPr>
        <p:spPr>
          <a:xfrm>
            <a:off x="1335475" y="1791731"/>
            <a:ext cx="7116000" cy="486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5E77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9" name="Google Shape;399;p53"/>
          <p:cNvSpPr/>
          <p:nvPr/>
        </p:nvSpPr>
        <p:spPr>
          <a:xfrm>
            <a:off x="1335475" y="2446587"/>
            <a:ext cx="7116000" cy="486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5E77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0" name="Google Shape;400;p53"/>
          <p:cNvSpPr/>
          <p:nvPr/>
        </p:nvSpPr>
        <p:spPr>
          <a:xfrm>
            <a:off x="1335475" y="3101443"/>
            <a:ext cx="7116000" cy="486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5E77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1" name="Google Shape;401;p53"/>
          <p:cNvSpPr/>
          <p:nvPr/>
        </p:nvSpPr>
        <p:spPr>
          <a:xfrm>
            <a:off x="1335475" y="3756299"/>
            <a:ext cx="7116000" cy="486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5E77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2" name="Google Shape;402;p53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3" name="Google Shape;403;p53"/>
          <p:cNvSpPr txBox="1"/>
          <p:nvPr>
            <p:ph idx="1" type="subTitle"/>
          </p:nvPr>
        </p:nvSpPr>
        <p:spPr>
          <a:xfrm>
            <a:off x="1354400" y="1129175"/>
            <a:ext cx="7116000" cy="4863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404" name="Google Shape;404;p53"/>
          <p:cNvSpPr txBox="1"/>
          <p:nvPr>
            <p:ph idx="2" type="subTitle"/>
          </p:nvPr>
        </p:nvSpPr>
        <p:spPr>
          <a:xfrm>
            <a:off x="1354400" y="1787875"/>
            <a:ext cx="7116000" cy="4863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405" name="Google Shape;405;p53"/>
          <p:cNvSpPr txBox="1"/>
          <p:nvPr>
            <p:ph idx="3" type="subTitle"/>
          </p:nvPr>
        </p:nvSpPr>
        <p:spPr>
          <a:xfrm>
            <a:off x="1354400" y="2444663"/>
            <a:ext cx="7116000" cy="4863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406" name="Google Shape;406;p53"/>
          <p:cNvSpPr txBox="1"/>
          <p:nvPr>
            <p:ph idx="4" type="subTitle"/>
          </p:nvPr>
        </p:nvSpPr>
        <p:spPr>
          <a:xfrm>
            <a:off x="1354400" y="3103363"/>
            <a:ext cx="7116000" cy="4863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407" name="Google Shape;407;p53"/>
          <p:cNvSpPr txBox="1"/>
          <p:nvPr>
            <p:ph idx="5" type="subTitle"/>
          </p:nvPr>
        </p:nvSpPr>
        <p:spPr>
          <a:xfrm>
            <a:off x="1354400" y="3760163"/>
            <a:ext cx="7116000" cy="4863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408" name="Google Shape;408;p53"/>
          <p:cNvSpPr txBox="1"/>
          <p:nvPr>
            <p:ph idx="6" type="title"/>
          </p:nvPr>
        </p:nvSpPr>
        <p:spPr>
          <a:xfrm>
            <a:off x="-6000" y="515275"/>
            <a:ext cx="9192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ey Idea slide">
  <p:cSld name="CUSTOM_4_1_2"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54"/>
          <p:cNvSpPr/>
          <p:nvPr/>
        </p:nvSpPr>
        <p:spPr>
          <a:xfrm>
            <a:off x="459099" y="1336050"/>
            <a:ext cx="2471400" cy="2471400"/>
          </a:xfrm>
          <a:prstGeom prst="ellipse">
            <a:avLst/>
          </a:prstGeom>
          <a:solidFill>
            <a:srgbClr val="FCB912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11" name="Google Shape;411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72288" y="1643513"/>
            <a:ext cx="1856475" cy="1856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p54"/>
          <p:cNvPicPr preferRelativeResize="0"/>
          <p:nvPr/>
        </p:nvPicPr>
        <p:blipFill rotWithShape="1">
          <a:blip r:embed="rId3">
            <a:alphaModFix amt="11000"/>
          </a:blip>
          <a:srcRect b="7136" l="-6410" r="6410" t="-3050"/>
          <a:stretch/>
        </p:blipFill>
        <p:spPr>
          <a:xfrm>
            <a:off x="5157740" y="2672100"/>
            <a:ext cx="3986260" cy="2471400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54"/>
          <p:cNvSpPr txBox="1"/>
          <p:nvPr>
            <p:ph type="title"/>
          </p:nvPr>
        </p:nvSpPr>
        <p:spPr>
          <a:xfrm>
            <a:off x="3145536" y="1925250"/>
            <a:ext cx="5555100" cy="130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800"/>
              <a:buNone/>
              <a:defRPr sz="38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6 1">
  <p:cSld name="CUSTOM_28_1">
    <p:bg>
      <p:bgPr>
        <a:solidFill>
          <a:srgbClr val="FFFFFF"/>
        </a:solidFill>
      </p:bgPr>
    </p:bg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55"/>
          <p:cNvSpPr/>
          <p:nvPr/>
        </p:nvSpPr>
        <p:spPr>
          <a:xfrm>
            <a:off x="1108877" y="1183050"/>
            <a:ext cx="3196500" cy="476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416" name="Google Shape;416;p55"/>
          <p:cNvSpPr txBox="1"/>
          <p:nvPr>
            <p:ph type="title"/>
          </p:nvPr>
        </p:nvSpPr>
        <p:spPr>
          <a:xfrm>
            <a:off x="1179493" y="1219907"/>
            <a:ext cx="30312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 b="0" sz="17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417" name="Google Shape;417;p55"/>
          <p:cNvSpPr txBox="1"/>
          <p:nvPr>
            <p:ph idx="2"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18" name="Google Shape;418;p5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305138" y="1183050"/>
            <a:ext cx="827470" cy="36625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19" name="Google Shape;419;p55"/>
          <p:cNvGrpSpPr/>
          <p:nvPr/>
        </p:nvGrpSpPr>
        <p:grpSpPr>
          <a:xfrm>
            <a:off x="457147" y="1190428"/>
            <a:ext cx="533372" cy="533480"/>
            <a:chOff x="457200" y="1378813"/>
            <a:chExt cx="695400" cy="695450"/>
          </a:xfrm>
        </p:grpSpPr>
        <p:sp>
          <p:nvSpPr>
            <p:cNvPr id="420" name="Google Shape;420;p55"/>
            <p:cNvSpPr/>
            <p:nvPr/>
          </p:nvSpPr>
          <p:spPr>
            <a:xfrm>
              <a:off x="457200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i="0" lang="en" sz="2100" u="none" cap="none" strike="noStrik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01</a:t>
              </a:r>
              <a:endParaRPr i="0" sz="21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21" name="Google Shape;421;p55"/>
            <p:cNvSpPr/>
            <p:nvPr/>
          </p:nvSpPr>
          <p:spPr>
            <a:xfrm rot="10800000">
              <a:off x="634726" y="1885638"/>
              <a:ext cx="340325" cy="188625"/>
            </a:xfrm>
            <a:prstGeom prst="flowChartExtra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22" name="Google Shape;422;p55"/>
          <p:cNvGrpSpPr/>
          <p:nvPr/>
        </p:nvGrpSpPr>
        <p:grpSpPr>
          <a:xfrm>
            <a:off x="4876797" y="1190428"/>
            <a:ext cx="533372" cy="533480"/>
            <a:chOff x="2605668" y="1378813"/>
            <a:chExt cx="695400" cy="695450"/>
          </a:xfrm>
        </p:grpSpPr>
        <p:sp>
          <p:nvSpPr>
            <p:cNvPr id="423" name="Google Shape;423;p55"/>
            <p:cNvSpPr/>
            <p:nvPr/>
          </p:nvSpPr>
          <p:spPr>
            <a:xfrm>
              <a:off x="2605668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i="0" lang="en" sz="2100" u="none" cap="none" strike="noStrike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02</a:t>
              </a:r>
              <a:endParaRPr i="0" sz="2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24" name="Google Shape;424;p55"/>
            <p:cNvSpPr/>
            <p:nvPr/>
          </p:nvSpPr>
          <p:spPr>
            <a:xfrm rot="10800000">
              <a:off x="2783210" y="1885638"/>
              <a:ext cx="340325" cy="188625"/>
            </a:xfrm>
            <a:prstGeom prst="flowChartExtra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25" name="Google Shape;425;p55"/>
          <p:cNvSpPr/>
          <p:nvPr/>
        </p:nvSpPr>
        <p:spPr>
          <a:xfrm>
            <a:off x="5528977" y="1183050"/>
            <a:ext cx="3196500" cy="476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426" name="Google Shape;426;p55"/>
          <p:cNvSpPr txBox="1"/>
          <p:nvPr>
            <p:ph idx="3" type="title"/>
          </p:nvPr>
        </p:nvSpPr>
        <p:spPr>
          <a:xfrm>
            <a:off x="5599593" y="1219907"/>
            <a:ext cx="30312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 b="0" sz="17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700"/>
              <a:buFont typeface="Roboto"/>
              <a:buNone/>
              <a:defRPr sz="27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700"/>
              <a:buFont typeface="Roboto"/>
              <a:buNone/>
              <a:defRPr sz="27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700"/>
              <a:buFont typeface="Roboto"/>
              <a:buNone/>
              <a:defRPr sz="27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700"/>
              <a:buFont typeface="Roboto"/>
              <a:buNone/>
              <a:defRPr sz="27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700"/>
              <a:buFont typeface="Roboto"/>
              <a:buNone/>
              <a:defRPr sz="27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700"/>
              <a:buFont typeface="Roboto"/>
              <a:buNone/>
              <a:defRPr sz="27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700"/>
              <a:buFont typeface="Roboto"/>
              <a:buNone/>
              <a:defRPr sz="27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700"/>
              <a:buFont typeface="Roboto"/>
              <a:buNone/>
              <a:defRPr sz="27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27" name="Google Shape;427;p55"/>
          <p:cNvSpPr txBox="1"/>
          <p:nvPr>
            <p:ph idx="4" type="title"/>
          </p:nvPr>
        </p:nvSpPr>
        <p:spPr>
          <a:xfrm>
            <a:off x="542175" y="2004350"/>
            <a:ext cx="3649200" cy="248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600"/>
              <a:buNone/>
              <a:defRPr b="0" sz="1600">
                <a:solidFill>
                  <a:srgbClr val="2E5E7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600"/>
              <a:buNone/>
              <a:defRPr sz="16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600"/>
              <a:buNone/>
              <a:defRPr sz="16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600"/>
              <a:buNone/>
              <a:defRPr sz="16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600"/>
              <a:buNone/>
              <a:defRPr sz="16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600"/>
              <a:buNone/>
              <a:defRPr sz="16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600"/>
              <a:buNone/>
              <a:defRPr sz="16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600"/>
              <a:buNone/>
              <a:defRPr sz="16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600"/>
              <a:buNone/>
              <a:defRPr sz="16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428" name="Google Shape;428;p55"/>
          <p:cNvSpPr txBox="1"/>
          <p:nvPr>
            <p:ph idx="5" type="title"/>
          </p:nvPr>
        </p:nvSpPr>
        <p:spPr>
          <a:xfrm>
            <a:off x="4976200" y="2004350"/>
            <a:ext cx="3649200" cy="248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None/>
              <a:defRPr b="0" sz="1600">
                <a:solidFill>
                  <a:srgbClr val="04346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None/>
              <a:defRPr sz="1600">
                <a:solidFill>
                  <a:srgbClr val="043461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None/>
              <a:defRPr sz="1600">
                <a:solidFill>
                  <a:srgbClr val="043461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None/>
              <a:defRPr sz="1600">
                <a:solidFill>
                  <a:srgbClr val="043461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None/>
              <a:defRPr sz="1600">
                <a:solidFill>
                  <a:srgbClr val="043461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None/>
              <a:defRPr sz="1600">
                <a:solidFill>
                  <a:srgbClr val="043461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None/>
              <a:defRPr sz="1600">
                <a:solidFill>
                  <a:srgbClr val="043461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None/>
              <a:defRPr sz="1600">
                <a:solidFill>
                  <a:srgbClr val="043461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None/>
              <a:defRPr sz="1600">
                <a:solidFill>
                  <a:srgbClr val="043461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429" name="Google Shape;429;p55"/>
          <p:cNvSpPr txBox="1"/>
          <p:nvPr>
            <p:ph idx="6" type="title"/>
          </p:nvPr>
        </p:nvSpPr>
        <p:spPr>
          <a:xfrm>
            <a:off x="-6000" y="515275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2 1 1 1 large">
  <p:cSld name="CUSTOM_11_1_1_1"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1" name="Google Shape;431;p56"/>
          <p:cNvCxnSpPr/>
          <p:nvPr/>
        </p:nvCxnSpPr>
        <p:spPr>
          <a:xfrm>
            <a:off x="-6000" y="1449325"/>
            <a:ext cx="1051200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432" name="Google Shape;432;p56"/>
          <p:cNvCxnSpPr/>
          <p:nvPr/>
        </p:nvCxnSpPr>
        <p:spPr>
          <a:xfrm>
            <a:off x="14793" y="2436750"/>
            <a:ext cx="1030500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433" name="Google Shape;433;p56"/>
          <p:cNvCxnSpPr/>
          <p:nvPr/>
        </p:nvCxnSpPr>
        <p:spPr>
          <a:xfrm>
            <a:off x="25190" y="4370125"/>
            <a:ext cx="1020300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434" name="Google Shape;434;p56"/>
          <p:cNvCxnSpPr/>
          <p:nvPr/>
        </p:nvCxnSpPr>
        <p:spPr>
          <a:xfrm>
            <a:off x="-6000" y="3408775"/>
            <a:ext cx="1051200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435" name="Google Shape;435;p56"/>
          <p:cNvSpPr/>
          <p:nvPr/>
        </p:nvSpPr>
        <p:spPr>
          <a:xfrm>
            <a:off x="953325" y="2125312"/>
            <a:ext cx="7517100" cy="6075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56"/>
          <p:cNvSpPr/>
          <p:nvPr/>
        </p:nvSpPr>
        <p:spPr>
          <a:xfrm>
            <a:off x="953325" y="3100561"/>
            <a:ext cx="7517100" cy="6075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56"/>
          <p:cNvSpPr/>
          <p:nvPr/>
        </p:nvSpPr>
        <p:spPr>
          <a:xfrm>
            <a:off x="953325" y="4075829"/>
            <a:ext cx="7517100" cy="6075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56"/>
          <p:cNvSpPr/>
          <p:nvPr/>
        </p:nvSpPr>
        <p:spPr>
          <a:xfrm>
            <a:off x="953325" y="1109550"/>
            <a:ext cx="7517100" cy="6075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56"/>
          <p:cNvSpPr/>
          <p:nvPr/>
        </p:nvSpPr>
        <p:spPr>
          <a:xfrm>
            <a:off x="870800" y="3247222"/>
            <a:ext cx="323100" cy="323100"/>
          </a:xfrm>
          <a:prstGeom prst="ellipse">
            <a:avLst/>
          </a:prstGeom>
          <a:solidFill>
            <a:schemeClr val="lt2"/>
          </a:solidFill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440" name="Google Shape;440;p56"/>
          <p:cNvSpPr txBox="1"/>
          <p:nvPr>
            <p:ph idx="1" type="subTitle"/>
          </p:nvPr>
        </p:nvSpPr>
        <p:spPr>
          <a:xfrm>
            <a:off x="1193900" y="1139342"/>
            <a:ext cx="6952500" cy="6075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441" name="Google Shape;441;p56"/>
          <p:cNvSpPr txBox="1"/>
          <p:nvPr>
            <p:ph idx="2" type="subTitle"/>
          </p:nvPr>
        </p:nvSpPr>
        <p:spPr>
          <a:xfrm>
            <a:off x="1193900" y="2114667"/>
            <a:ext cx="6952500" cy="6075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442" name="Google Shape;442;p56"/>
          <p:cNvSpPr txBox="1"/>
          <p:nvPr>
            <p:ph idx="3" type="subTitle"/>
          </p:nvPr>
        </p:nvSpPr>
        <p:spPr>
          <a:xfrm>
            <a:off x="1193900" y="3095001"/>
            <a:ext cx="6952500" cy="6075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443" name="Google Shape;443;p56"/>
          <p:cNvSpPr txBox="1"/>
          <p:nvPr>
            <p:ph idx="4" type="subTitle"/>
          </p:nvPr>
        </p:nvSpPr>
        <p:spPr>
          <a:xfrm>
            <a:off x="1193900" y="4075374"/>
            <a:ext cx="6952500" cy="6075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444" name="Google Shape;444;p56"/>
          <p:cNvSpPr/>
          <p:nvPr/>
        </p:nvSpPr>
        <p:spPr>
          <a:xfrm>
            <a:off x="870800" y="4212260"/>
            <a:ext cx="323100" cy="323100"/>
          </a:xfrm>
          <a:prstGeom prst="ellipse">
            <a:avLst/>
          </a:prstGeom>
          <a:solidFill>
            <a:schemeClr val="lt2"/>
          </a:solidFill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445" name="Google Shape;445;p56"/>
          <p:cNvSpPr/>
          <p:nvPr/>
        </p:nvSpPr>
        <p:spPr>
          <a:xfrm>
            <a:off x="870800" y="2274747"/>
            <a:ext cx="323100" cy="323100"/>
          </a:xfrm>
          <a:prstGeom prst="ellipse">
            <a:avLst/>
          </a:prstGeom>
          <a:solidFill>
            <a:schemeClr val="lt2"/>
          </a:solidFill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446" name="Google Shape;446;p56"/>
          <p:cNvSpPr/>
          <p:nvPr/>
        </p:nvSpPr>
        <p:spPr>
          <a:xfrm>
            <a:off x="870800" y="1287772"/>
            <a:ext cx="323100" cy="323100"/>
          </a:xfrm>
          <a:prstGeom prst="ellipse">
            <a:avLst/>
          </a:prstGeom>
          <a:solidFill>
            <a:schemeClr val="lt2"/>
          </a:solidFill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447" name="Google Shape;447;p56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8" name="Google Shape;448;p56"/>
          <p:cNvSpPr txBox="1"/>
          <p:nvPr>
            <p:ph idx="5" type="title"/>
          </p:nvPr>
        </p:nvSpPr>
        <p:spPr>
          <a:xfrm>
            <a:off x="-6000" y="515275"/>
            <a:ext cx="9192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51" name="Google Shape;451;p5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452" name="Google Shape;452;p5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 End slide">
  <p:cSld name="CUSTOM_10_1_1_1_2_1_3">
    <p:bg>
      <p:bgPr>
        <a:solidFill>
          <a:srgbClr val="F2F2F2"/>
        </a:solidFill>
      </p:bgPr>
    </p:bg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58"/>
          <p:cNvSpPr txBox="1"/>
          <p:nvPr/>
        </p:nvSpPr>
        <p:spPr>
          <a:xfrm>
            <a:off x="0" y="29381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The</a:t>
            </a:r>
            <a:r>
              <a:rPr lang="en" sz="40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lang="en" sz="40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End</a:t>
            </a:r>
            <a:endParaRPr b="1" sz="40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5" name="Google Shape;455;p58"/>
          <p:cNvSpPr/>
          <p:nvPr/>
        </p:nvSpPr>
        <p:spPr>
          <a:xfrm>
            <a:off x="3731050" y="1119050"/>
            <a:ext cx="1681800" cy="16818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56" name="Google Shape;456;p5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99875" y="1496700"/>
            <a:ext cx="1051550" cy="1051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3" Type="http://schemas.openxmlformats.org/officeDocument/2006/relationships/slideLayout" Target="../slideLayouts/slideLayout53.xml"/><Relationship Id="rId52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11.xml"/><Relationship Id="rId55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10.xml"/><Relationship Id="rId54" Type="http://schemas.openxmlformats.org/officeDocument/2006/relationships/slideLayout" Target="../slideLayouts/slideLayout54.xml"/><Relationship Id="rId13" Type="http://schemas.openxmlformats.org/officeDocument/2006/relationships/slideLayout" Target="../slideLayouts/slideLayout13.xml"/><Relationship Id="rId57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12.xml"/><Relationship Id="rId56" Type="http://schemas.openxmlformats.org/officeDocument/2006/relationships/slideLayout" Target="../slideLayouts/slideLayout5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58" Type="http://schemas.openxmlformats.org/officeDocument/2006/relationships/theme" Target="../theme/theme1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64000"/>
            <a:ext cx="82296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oboto"/>
              <a:buNone/>
              <a:defRPr b="1" i="0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125" y="1143000"/>
            <a:ext cx="8229600" cy="34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○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■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○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■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○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■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2" type="title"/>
          </p:nvPr>
        </p:nvSpPr>
        <p:spPr>
          <a:xfrm>
            <a:off x="457200" y="457200"/>
            <a:ext cx="82296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None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</p:sldLayoutIdLst>
  <mc:AlternateContent>
    <mc:Choice Requires="p14">
      <p:transition p14:dur="400">
        <p:fade thruBlk="1"/>
      </p:transition>
    </mc:Choice>
    <mc:Fallback>
      <p:transition>
        <p:fade/>
      </p:transition>
    </mc:Fallback>
  </mc:AlternateConten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88">
          <p15:clr>
            <a:srgbClr val="E46962"/>
          </p15:clr>
        </p15:guide>
        <p15:guide id="2" orient="horz" pos="288">
          <p15:clr>
            <a:srgbClr val="E46962"/>
          </p15:clr>
        </p15:guide>
        <p15:guide id="3" pos="5472">
          <p15:clr>
            <a:srgbClr val="E46962"/>
          </p15:clr>
        </p15:guide>
        <p15:guide id="4" orient="horz" pos="2878">
          <p15:clr>
            <a:srgbClr val="E46962"/>
          </p15:clr>
        </p15:guide>
        <p15:guide id="5" orient="horz" pos="864">
          <p15:clr>
            <a:srgbClr val="E46962"/>
          </p15:clr>
        </p15:guide>
        <p15:guide id="6" pos="576">
          <p15:clr>
            <a:srgbClr val="E46962"/>
          </p15:clr>
        </p15:guide>
        <p15:guide id="7" pos="864">
          <p15:clr>
            <a:srgbClr val="E46962"/>
          </p15:clr>
        </p15:guide>
        <p15:guide id="8" pos="1152">
          <p15:clr>
            <a:srgbClr val="E46962"/>
          </p15:clr>
        </p15:guide>
        <p15:guide id="9" pos="1440">
          <p15:clr>
            <a:srgbClr val="E46962"/>
          </p15:clr>
        </p15:guide>
        <p15:guide id="10" pos="1728">
          <p15:clr>
            <a:srgbClr val="E46962"/>
          </p15:clr>
        </p15:guide>
        <p15:guide id="11" pos="2016">
          <p15:clr>
            <a:srgbClr val="E46962"/>
          </p15:clr>
        </p15:guide>
        <p15:guide id="12" pos="2304">
          <p15:clr>
            <a:srgbClr val="E46962"/>
          </p15:clr>
        </p15:guide>
        <p15:guide id="13" pos="2592">
          <p15:clr>
            <a:srgbClr val="E46962"/>
          </p15:clr>
        </p15:guide>
        <p15:guide id="14" pos="2880">
          <p15:clr>
            <a:srgbClr val="E46962"/>
          </p15:clr>
        </p15:guide>
        <p15:guide id="15" pos="3168">
          <p15:clr>
            <a:srgbClr val="E46962"/>
          </p15:clr>
        </p15:guide>
        <p15:guide id="16" pos="3456">
          <p15:clr>
            <a:srgbClr val="E46962"/>
          </p15:clr>
        </p15:guide>
        <p15:guide id="17" pos="3744">
          <p15:clr>
            <a:srgbClr val="E46962"/>
          </p15:clr>
        </p15:guide>
        <p15:guide id="18" pos="4032">
          <p15:clr>
            <a:srgbClr val="E46962"/>
          </p15:clr>
        </p15:guide>
        <p15:guide id="19" pos="4320">
          <p15:clr>
            <a:srgbClr val="E46962"/>
          </p15:clr>
        </p15:guide>
        <p15:guide id="20" pos="4608">
          <p15:clr>
            <a:srgbClr val="E46962"/>
          </p15:clr>
        </p15:guide>
        <p15:guide id="21" pos="4896">
          <p15:clr>
            <a:srgbClr val="E46962"/>
          </p15:clr>
        </p15:guide>
        <p15:guide id="22" pos="5184">
          <p15:clr>
            <a:srgbClr val="E46962"/>
          </p15:clr>
        </p15:guide>
        <p15:guide id="23" orient="horz" pos="584">
          <p15:clr>
            <a:srgbClr val="E46962"/>
          </p15:clr>
        </p15:guide>
        <p15:guide id="24" orient="horz" pos="1152">
          <p15:clr>
            <a:srgbClr val="E46962"/>
          </p15:clr>
        </p15:guide>
        <p15:guide id="25" orient="horz" pos="1440">
          <p15:clr>
            <a:srgbClr val="E46962"/>
          </p15:clr>
        </p15:guide>
        <p15:guide id="26" orient="horz" pos="1731">
          <p15:clr>
            <a:srgbClr val="E46962"/>
          </p15:clr>
        </p15:guide>
        <p15:guide id="27" orient="horz" pos="2018">
          <p15:clr>
            <a:srgbClr val="E46962"/>
          </p15:clr>
        </p15:guide>
        <p15:guide id="28" orient="horz" pos="2305">
          <p15:clr>
            <a:srgbClr val="E46962"/>
          </p15:clr>
        </p15:guide>
        <p15:guide id="29" orient="horz" pos="2591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5.png"/><Relationship Id="rId4" Type="http://schemas.openxmlformats.org/officeDocument/2006/relationships/image" Target="../media/image44.png"/><Relationship Id="rId5" Type="http://schemas.openxmlformats.org/officeDocument/2006/relationships/image" Target="../media/image46.png"/><Relationship Id="rId6" Type="http://schemas.openxmlformats.org/officeDocument/2006/relationships/image" Target="../media/image4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7.png"/><Relationship Id="rId4" Type="http://schemas.openxmlformats.org/officeDocument/2006/relationships/image" Target="../media/image4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6.png"/><Relationship Id="rId4" Type="http://schemas.openxmlformats.org/officeDocument/2006/relationships/image" Target="../media/image4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7.png"/><Relationship Id="rId4" Type="http://schemas.openxmlformats.org/officeDocument/2006/relationships/image" Target="../media/image4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8.png"/><Relationship Id="rId4" Type="http://schemas.openxmlformats.org/officeDocument/2006/relationships/image" Target="../media/image4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59"/>
          <p:cNvSpPr txBox="1"/>
          <p:nvPr>
            <p:ph idx="4294967295" type="title"/>
          </p:nvPr>
        </p:nvSpPr>
        <p:spPr>
          <a:xfrm>
            <a:off x="525600" y="4319775"/>
            <a:ext cx="8344500" cy="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Week 1</a:t>
            </a:r>
            <a:endParaRPr/>
          </a:p>
        </p:txBody>
      </p:sp>
      <p:sp>
        <p:nvSpPr>
          <p:cNvPr id="462" name="Google Shape;462;p59"/>
          <p:cNvSpPr txBox="1"/>
          <p:nvPr>
            <p:ph type="title"/>
          </p:nvPr>
        </p:nvSpPr>
        <p:spPr>
          <a:xfrm>
            <a:off x="4570700" y="1804650"/>
            <a:ext cx="4557900" cy="121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Monitoring and Analyzing Attacks</a:t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463" name="Google Shape;463;p59"/>
          <p:cNvSpPr txBox="1"/>
          <p:nvPr/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600"/>
              <a:t>‹#›</a:t>
            </a:fld>
            <a:endParaRPr sz="600"/>
          </a:p>
        </p:txBody>
      </p:sp>
      <p:sp>
        <p:nvSpPr>
          <p:cNvPr id="464" name="Google Shape;464;p59"/>
          <p:cNvSpPr txBox="1"/>
          <p:nvPr>
            <p:ph idx="4294967295" type="title"/>
          </p:nvPr>
        </p:nvSpPr>
        <p:spPr>
          <a:xfrm>
            <a:off x="3254000" y="4157175"/>
            <a:ext cx="4373700" cy="43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3</a:t>
            </a:r>
            <a:endParaRPr/>
          </a:p>
        </p:txBody>
      </p:sp>
      <p:sp>
        <p:nvSpPr>
          <p:cNvPr id="465" name="Google Shape;465;p59"/>
          <p:cNvSpPr txBox="1"/>
          <p:nvPr>
            <p:ph idx="2" type="subTitle"/>
          </p:nvPr>
        </p:nvSpPr>
        <p:spPr>
          <a:xfrm>
            <a:off x="4572000" y="3203450"/>
            <a:ext cx="4557900" cy="244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Week</a:t>
            </a:r>
            <a:endParaRPr/>
          </a:p>
        </p:txBody>
      </p:sp>
      <p:sp>
        <p:nvSpPr>
          <p:cNvPr id="466" name="Google Shape;466;p59"/>
          <p:cNvSpPr txBox="1"/>
          <p:nvPr>
            <p:ph idx="1" type="subTitle"/>
          </p:nvPr>
        </p:nvSpPr>
        <p:spPr>
          <a:xfrm>
            <a:off x="4572000" y="1127800"/>
            <a:ext cx="4572000" cy="18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3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61"/>
          <p:cNvSpPr/>
          <p:nvPr/>
        </p:nvSpPr>
        <p:spPr>
          <a:xfrm>
            <a:off x="0" y="0"/>
            <a:ext cx="9144000" cy="5153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61"/>
          <p:cNvSpPr txBox="1"/>
          <p:nvPr>
            <p:ph idx="1" type="subTitle"/>
          </p:nvPr>
        </p:nvSpPr>
        <p:spPr>
          <a:xfrm>
            <a:off x="0" y="781375"/>
            <a:ext cx="3886200" cy="3076200"/>
          </a:xfrm>
          <a:prstGeom prst="rect">
            <a:avLst/>
          </a:prstGeom>
          <a:noFill/>
        </p:spPr>
        <p:txBody>
          <a:bodyPr anchorCtr="0" anchor="ctr" bIns="91425" lIns="640075" spcFirstLastPara="1" rIns="2743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For your </a:t>
            </a:r>
            <a:r>
              <a:rPr b="1" lang="en" sz="2000"/>
              <a:t>third</a:t>
            </a:r>
            <a:r>
              <a:rPr b="1" lang="en" sz="2000"/>
              <a:t> project, </a:t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will use the skills you learned in the Defensive Security unit to design a custom monitoring environment to protect a fictional organization.</a:t>
            </a:r>
            <a:endParaRPr/>
          </a:p>
        </p:txBody>
      </p:sp>
      <p:pic>
        <p:nvPicPr>
          <p:cNvPr id="477" name="Google Shape;477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86200" y="781375"/>
            <a:ext cx="4686300" cy="3877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63"/>
          <p:cNvSpPr txBox="1"/>
          <p:nvPr>
            <p:ph type="title"/>
          </p:nvPr>
        </p:nvSpPr>
        <p:spPr>
          <a:xfrm>
            <a:off x="50" y="306543"/>
            <a:ext cx="9144000" cy="393600"/>
          </a:xfrm>
          <a:prstGeom prst="rect">
            <a:avLst/>
          </a:prstGeom>
        </p:spPr>
        <p:txBody>
          <a:bodyPr anchorCtr="0" anchor="ctr" bIns="91425" lIns="8229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Day 1 Recap</a:t>
            </a:r>
            <a:endParaRPr/>
          </a:p>
        </p:txBody>
      </p:sp>
      <p:sp>
        <p:nvSpPr>
          <p:cNvPr id="487" name="Google Shape;487;p63"/>
          <p:cNvSpPr txBox="1"/>
          <p:nvPr/>
        </p:nvSpPr>
        <p:spPr>
          <a:xfrm>
            <a:off x="210850" y="1060875"/>
            <a:ext cx="8189700" cy="10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Since VSI heard rumors that a competitor, JobeCorp, may launch cyberattacks to disrupt VSI’s business, you were tasked with using Splunk to develop a monitoring environment.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8" name="Google Shape;488;p63"/>
          <p:cNvSpPr txBox="1"/>
          <p:nvPr>
            <p:ph idx="4294967295" type="body"/>
          </p:nvPr>
        </p:nvSpPr>
        <p:spPr>
          <a:xfrm>
            <a:off x="4736575" y="2860425"/>
            <a:ext cx="3900600" cy="1356300"/>
          </a:xfrm>
          <a:prstGeom prst="rect">
            <a:avLst/>
          </a:prstGeom>
          <a:noFill/>
        </p:spPr>
        <p:txBody>
          <a:bodyPr anchorCtr="0" anchor="ctr" bIns="0" lIns="457200" spcFirstLastPara="1" rIns="45720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 Medium"/>
                <a:ea typeface="Roboto Medium"/>
                <a:cs typeface="Roboto Medium"/>
                <a:sym typeface="Roboto Medium"/>
              </a:rPr>
              <a:t>This environment can protect against potential attacks on VSI’s systems and applications.</a:t>
            </a:r>
            <a:endParaRPr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489" name="Google Shape;489;p63"/>
          <p:cNvPicPr preferRelativeResize="0"/>
          <p:nvPr/>
        </p:nvPicPr>
        <p:blipFill rotWithShape="1">
          <a:blip r:embed="rId3">
            <a:alphaModFix/>
          </a:blip>
          <a:srcRect b="-4832" l="0" r="0" t="0"/>
          <a:stretch/>
        </p:blipFill>
        <p:spPr>
          <a:xfrm>
            <a:off x="716525" y="2225350"/>
            <a:ext cx="4020051" cy="2626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4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the last class, you developed a monitoring environment by: </a:t>
            </a:r>
            <a:endParaRPr/>
          </a:p>
        </p:txBody>
      </p:sp>
      <p:sp>
        <p:nvSpPr>
          <p:cNvPr id="495" name="Google Shape;495;p64"/>
          <p:cNvSpPr/>
          <p:nvPr/>
        </p:nvSpPr>
        <p:spPr>
          <a:xfrm>
            <a:off x="607675" y="1142050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64"/>
          <p:cNvSpPr/>
          <p:nvPr/>
        </p:nvSpPr>
        <p:spPr>
          <a:xfrm>
            <a:off x="607675" y="1827975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64"/>
          <p:cNvSpPr/>
          <p:nvPr/>
        </p:nvSpPr>
        <p:spPr>
          <a:xfrm>
            <a:off x="457200" y="114210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64"/>
          <p:cNvSpPr/>
          <p:nvPr/>
        </p:nvSpPr>
        <p:spPr>
          <a:xfrm>
            <a:off x="457200" y="1828014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64"/>
          <p:cNvSpPr txBox="1"/>
          <p:nvPr/>
        </p:nvSpPr>
        <p:spPr>
          <a:xfrm>
            <a:off x="914400" y="1188750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Loading and analyzing Windows logs</a:t>
            </a:r>
            <a:endParaRPr sz="18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0" name="Google Shape;500;p64"/>
          <p:cNvSpPr txBox="1"/>
          <p:nvPr/>
        </p:nvSpPr>
        <p:spPr>
          <a:xfrm>
            <a:off x="914400" y="1874287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Creating reports, alerts, and dashboards for the Windows logs</a:t>
            </a:r>
            <a:endParaRPr sz="18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1" name="Google Shape;501;p64"/>
          <p:cNvSpPr/>
          <p:nvPr/>
        </p:nvSpPr>
        <p:spPr>
          <a:xfrm>
            <a:off x="607675" y="251389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64"/>
          <p:cNvSpPr/>
          <p:nvPr/>
        </p:nvSpPr>
        <p:spPr>
          <a:xfrm>
            <a:off x="457200" y="2513925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64"/>
          <p:cNvSpPr txBox="1"/>
          <p:nvPr/>
        </p:nvSpPr>
        <p:spPr>
          <a:xfrm>
            <a:off x="914400" y="2559823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Loading and analyzing Apache logs</a:t>
            </a:r>
            <a:endParaRPr sz="18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4" name="Google Shape;504;p64"/>
          <p:cNvSpPr/>
          <p:nvPr/>
        </p:nvSpPr>
        <p:spPr>
          <a:xfrm>
            <a:off x="607675" y="388574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64"/>
          <p:cNvSpPr/>
          <p:nvPr/>
        </p:nvSpPr>
        <p:spPr>
          <a:xfrm>
            <a:off x="607675" y="3199824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64"/>
          <p:cNvSpPr/>
          <p:nvPr/>
        </p:nvSpPr>
        <p:spPr>
          <a:xfrm>
            <a:off x="457200" y="319983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64"/>
          <p:cNvSpPr/>
          <p:nvPr/>
        </p:nvSpPr>
        <p:spPr>
          <a:xfrm>
            <a:off x="457200" y="388574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64"/>
          <p:cNvSpPr txBox="1"/>
          <p:nvPr/>
        </p:nvSpPr>
        <p:spPr>
          <a:xfrm>
            <a:off x="914400" y="3245360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Creating reports, alerts, and dashboards for the Apache logs</a:t>
            </a:r>
            <a:endParaRPr sz="18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9" name="Google Shape;509;p64"/>
          <p:cNvSpPr txBox="1"/>
          <p:nvPr/>
        </p:nvSpPr>
        <p:spPr>
          <a:xfrm>
            <a:off x="914400" y="3930897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Installing add-on Splunk applications for additional monitoring</a:t>
            </a:r>
            <a:endParaRPr sz="18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65"/>
          <p:cNvSpPr txBox="1"/>
          <p:nvPr/>
        </p:nvSpPr>
        <p:spPr>
          <a:xfrm>
            <a:off x="914400" y="146300"/>
            <a:ext cx="7778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Today’s Class</a:t>
            </a:r>
            <a:endParaRPr b="1" sz="26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5" name="Google Shape;515;p65"/>
          <p:cNvSpPr txBox="1"/>
          <p:nvPr/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The rest of today’s class will proceed as follows: </a:t>
            </a:r>
            <a:endParaRPr sz="18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516" name="Google Shape;516;p65"/>
          <p:cNvGrpSpPr/>
          <p:nvPr/>
        </p:nvGrpSpPr>
        <p:grpSpPr>
          <a:xfrm>
            <a:off x="162900" y="200504"/>
            <a:ext cx="588600" cy="567300"/>
            <a:chOff x="914400" y="200161"/>
            <a:chExt cx="588600" cy="567300"/>
          </a:xfrm>
        </p:grpSpPr>
        <p:sp>
          <p:nvSpPr>
            <p:cNvPr id="517" name="Google Shape;517;p65"/>
            <p:cNvSpPr/>
            <p:nvPr/>
          </p:nvSpPr>
          <p:spPr>
            <a:xfrm>
              <a:off x="914400" y="200161"/>
              <a:ext cx="588600" cy="567300"/>
            </a:xfrm>
            <a:prstGeom prst="ellipse">
              <a:avLst/>
            </a:prstGeom>
            <a:solidFill>
              <a:srgbClr val="FCB912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518" name="Google Shape;518;p6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60251" y="235363"/>
              <a:ext cx="496875" cy="4968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19" name="Google Shape;519;p65"/>
          <p:cNvSpPr/>
          <p:nvPr/>
        </p:nvSpPr>
        <p:spPr>
          <a:xfrm>
            <a:off x="607675" y="1142050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65"/>
          <p:cNvSpPr/>
          <p:nvPr/>
        </p:nvSpPr>
        <p:spPr>
          <a:xfrm>
            <a:off x="607675" y="1827975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65"/>
          <p:cNvSpPr/>
          <p:nvPr/>
        </p:nvSpPr>
        <p:spPr>
          <a:xfrm>
            <a:off x="457200" y="114210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65"/>
          <p:cNvSpPr/>
          <p:nvPr/>
        </p:nvSpPr>
        <p:spPr>
          <a:xfrm>
            <a:off x="457200" y="1828014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65"/>
          <p:cNvSpPr txBox="1"/>
          <p:nvPr/>
        </p:nvSpPr>
        <p:spPr>
          <a:xfrm>
            <a:off x="914400" y="1188750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Overview of daily tasks </a:t>
            </a:r>
            <a:endParaRPr sz="18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4" name="Google Shape;524;p65"/>
          <p:cNvSpPr txBox="1"/>
          <p:nvPr/>
        </p:nvSpPr>
        <p:spPr>
          <a:xfrm>
            <a:off x="914400" y="1874287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Introduction to today’s project scenario</a:t>
            </a:r>
            <a:endParaRPr sz="18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5" name="Google Shape;525;p65"/>
          <p:cNvSpPr/>
          <p:nvPr/>
        </p:nvSpPr>
        <p:spPr>
          <a:xfrm>
            <a:off x="607675" y="251389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65"/>
          <p:cNvSpPr/>
          <p:nvPr/>
        </p:nvSpPr>
        <p:spPr>
          <a:xfrm>
            <a:off x="457200" y="2513925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p65"/>
          <p:cNvSpPr txBox="1"/>
          <p:nvPr/>
        </p:nvSpPr>
        <p:spPr>
          <a:xfrm>
            <a:off x="914400" y="2559823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Preview of presentations for next class</a:t>
            </a:r>
            <a:endParaRPr sz="18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8" name="Google Shape;528;p65"/>
          <p:cNvSpPr/>
          <p:nvPr/>
        </p:nvSpPr>
        <p:spPr>
          <a:xfrm>
            <a:off x="607675" y="3199824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65"/>
          <p:cNvSpPr/>
          <p:nvPr/>
        </p:nvSpPr>
        <p:spPr>
          <a:xfrm>
            <a:off x="457200" y="319983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65"/>
          <p:cNvSpPr txBox="1"/>
          <p:nvPr/>
        </p:nvSpPr>
        <p:spPr>
          <a:xfrm>
            <a:off x="914400" y="3245360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Project work</a:t>
            </a:r>
            <a:endParaRPr sz="18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66"/>
          <p:cNvSpPr txBox="1"/>
          <p:nvPr>
            <p:ph type="title"/>
          </p:nvPr>
        </p:nvSpPr>
        <p:spPr>
          <a:xfrm>
            <a:off x="0" y="2628900"/>
            <a:ext cx="9144000" cy="8064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0" lang="en" sz="4000">
                <a:latin typeface="Roboto"/>
                <a:ea typeface="Roboto"/>
                <a:cs typeface="Roboto"/>
                <a:sym typeface="Roboto"/>
              </a:rPr>
              <a:t>Day 2</a:t>
            </a:r>
            <a:r>
              <a:rPr b="0" lang="en" sz="40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4000">
                <a:latin typeface="Roboto"/>
                <a:ea typeface="Roboto"/>
                <a:cs typeface="Roboto"/>
                <a:sym typeface="Roboto"/>
              </a:rPr>
              <a:t>Overview</a:t>
            </a:r>
            <a:endParaRPr sz="40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36" name="Google Shape;536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96125" y="1744050"/>
            <a:ext cx="902675" cy="886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67"/>
          <p:cNvSpPr txBox="1"/>
          <p:nvPr>
            <p:ph type="title"/>
          </p:nvPr>
        </p:nvSpPr>
        <p:spPr>
          <a:xfrm>
            <a:off x="76250" y="512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Day 2 Overview</a:t>
            </a:r>
            <a:endParaRPr/>
          </a:p>
        </p:txBody>
      </p:sp>
      <p:sp>
        <p:nvSpPr>
          <p:cNvPr id="542" name="Google Shape;542;p67"/>
          <p:cNvSpPr txBox="1"/>
          <p:nvPr>
            <p:ph idx="1" type="body"/>
          </p:nvPr>
        </p:nvSpPr>
        <p:spPr>
          <a:xfrm>
            <a:off x="401475" y="1697700"/>
            <a:ext cx="4424400" cy="3445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-293624" lvl="0" marL="420624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Fortunately, you have just set up several monitoring solutions to help </a:t>
            </a:r>
            <a:br>
              <a:rPr lang="en" sz="1600"/>
            </a:br>
            <a:r>
              <a:rPr lang="en" sz="1600"/>
              <a:t>VSI quickly identify what was attacked.</a:t>
            </a:r>
            <a:endParaRPr sz="1600"/>
          </a:p>
          <a:p>
            <a:pPr indent="-293624" lvl="0" marL="420624" rtl="0" algn="l"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The attack targeted several systems — specifically, the Windows and Apache servers, which </a:t>
            </a:r>
            <a:r>
              <a:rPr lang="en" sz="1600"/>
              <a:t>luckily</a:t>
            </a:r>
            <a:r>
              <a:rPr lang="en" sz="1600"/>
              <a:t> you are monitoring.</a:t>
            </a:r>
            <a:endParaRPr sz="1600"/>
          </a:p>
          <a:p>
            <a:pPr indent="-293624" lvl="0" marL="420624" rtl="0" algn="l"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Management has provided you with more logs from those servers. These new logs cover the time period during which the attack occurred.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pic>
        <p:nvPicPr>
          <p:cNvPr id="543" name="Google Shape;543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70250" y="1792875"/>
            <a:ext cx="901895" cy="1890372"/>
          </a:xfrm>
          <a:prstGeom prst="rect">
            <a:avLst/>
          </a:prstGeom>
          <a:noFill/>
          <a:ln>
            <a:noFill/>
          </a:ln>
        </p:spPr>
      </p:pic>
      <p:pic>
        <p:nvPicPr>
          <p:cNvPr id="544" name="Google Shape;544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41255" y="1792875"/>
            <a:ext cx="901895" cy="1890372"/>
          </a:xfrm>
          <a:prstGeom prst="rect">
            <a:avLst/>
          </a:prstGeom>
          <a:noFill/>
          <a:ln>
            <a:noFill/>
          </a:ln>
        </p:spPr>
      </p:pic>
      <p:pic>
        <p:nvPicPr>
          <p:cNvPr id="545" name="Google Shape;545;p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98178" y="1841590"/>
            <a:ext cx="1515873" cy="1435702"/>
          </a:xfrm>
          <a:prstGeom prst="rect">
            <a:avLst/>
          </a:prstGeom>
          <a:noFill/>
          <a:ln>
            <a:noFill/>
          </a:ln>
        </p:spPr>
      </p:pic>
      <p:pic>
        <p:nvPicPr>
          <p:cNvPr id="546" name="Google Shape;546;p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4825749" y="1841590"/>
            <a:ext cx="1515873" cy="1435702"/>
          </a:xfrm>
          <a:prstGeom prst="rect">
            <a:avLst/>
          </a:prstGeom>
          <a:noFill/>
          <a:ln>
            <a:noFill/>
          </a:ln>
        </p:spPr>
      </p:pic>
      <p:pic>
        <p:nvPicPr>
          <p:cNvPr id="547" name="Google Shape;547;p6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62140" y="3704969"/>
            <a:ext cx="520581" cy="520556"/>
          </a:xfrm>
          <a:prstGeom prst="rect">
            <a:avLst/>
          </a:prstGeom>
          <a:noFill/>
          <a:ln>
            <a:noFill/>
          </a:ln>
        </p:spPr>
      </p:pic>
      <p:pic>
        <p:nvPicPr>
          <p:cNvPr id="548" name="Google Shape;548;p6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11535" y="3770740"/>
            <a:ext cx="1019316" cy="389015"/>
          </a:xfrm>
          <a:prstGeom prst="rect">
            <a:avLst/>
          </a:prstGeom>
          <a:noFill/>
          <a:ln>
            <a:noFill/>
          </a:ln>
        </p:spPr>
      </p:pic>
      <p:sp>
        <p:nvSpPr>
          <p:cNvPr id="549" name="Google Shape;549;p67"/>
          <p:cNvSpPr txBox="1"/>
          <p:nvPr>
            <p:ph idx="2" type="title"/>
          </p:nvPr>
        </p:nvSpPr>
        <p:spPr>
          <a:xfrm>
            <a:off x="70200" y="515275"/>
            <a:ext cx="9192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You have just been notified by your manager that VSI recently experienced several cyberattacks, likely from its adversary JobeCorp. Unfortunately, this attack took down several of VSI’s systems.</a:t>
            </a:r>
            <a:endParaRPr sz="1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68"/>
          <p:cNvSpPr txBox="1"/>
          <p:nvPr>
            <p:ph type="title"/>
          </p:nvPr>
        </p:nvSpPr>
        <p:spPr>
          <a:xfrm>
            <a:off x="76250" y="512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Day 2 Overview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68"/>
          <p:cNvSpPr txBox="1"/>
          <p:nvPr>
            <p:ph idx="4294967295" type="subTitle"/>
          </p:nvPr>
        </p:nvSpPr>
        <p:spPr>
          <a:xfrm>
            <a:off x="698500" y="2026525"/>
            <a:ext cx="2042400" cy="2475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are now tasked with analyzing these </a:t>
            </a:r>
            <a:r>
              <a:rPr lang="en"/>
              <a:t>“attack logs”</a:t>
            </a:r>
            <a:r>
              <a:rPr lang="en"/>
              <a:t> with your monitoring solution to determine your solution’s efficacy.</a:t>
            </a:r>
            <a:endParaRPr/>
          </a:p>
        </p:txBody>
      </p:sp>
      <p:sp>
        <p:nvSpPr>
          <p:cNvPr id="556" name="Google Shape;556;p68"/>
          <p:cNvSpPr txBox="1"/>
          <p:nvPr>
            <p:ph idx="4294967295" type="subTitle"/>
          </p:nvPr>
        </p:nvSpPr>
        <p:spPr>
          <a:xfrm>
            <a:off x="3447300" y="2026525"/>
            <a:ext cx="2145600" cy="226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Additionally, your findings will help VSI create any further mitigation strategies that are necessary.</a:t>
            </a:r>
            <a:endParaRPr/>
          </a:p>
        </p:txBody>
      </p:sp>
      <p:sp>
        <p:nvSpPr>
          <p:cNvPr id="557" name="Google Shape;557;p68"/>
          <p:cNvSpPr txBox="1"/>
          <p:nvPr>
            <p:ph idx="4294967295" type="subTitle"/>
          </p:nvPr>
        </p:nvSpPr>
        <p:spPr>
          <a:xfrm>
            <a:off x="6402400" y="2026525"/>
            <a:ext cx="2042400" cy="206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Lastly, you will create a presentation that showcases your </a:t>
            </a:r>
            <a:br>
              <a:rPr lang="en"/>
            </a:br>
            <a:r>
              <a:rPr lang="en"/>
              <a:t>monitoring solution and your findings to senior management.</a:t>
            </a:r>
            <a:endParaRPr/>
          </a:p>
        </p:txBody>
      </p:sp>
      <p:pic>
        <p:nvPicPr>
          <p:cNvPr id="558" name="Google Shape;558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91225" y="3480700"/>
            <a:ext cx="1316125" cy="1246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59" name="Google Shape;559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7547676" y="457200"/>
            <a:ext cx="1228974" cy="1163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69"/>
          <p:cNvSpPr txBox="1"/>
          <p:nvPr>
            <p:ph type="title"/>
          </p:nvPr>
        </p:nvSpPr>
        <p:spPr>
          <a:xfrm>
            <a:off x="76250" y="512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Today’s Steps </a:t>
            </a:r>
            <a:endParaRPr/>
          </a:p>
        </p:txBody>
      </p:sp>
      <p:sp>
        <p:nvSpPr>
          <p:cNvPr id="565" name="Google Shape;565;p69"/>
          <p:cNvSpPr txBox="1"/>
          <p:nvPr>
            <p:ph idx="1" type="subTitle"/>
          </p:nvPr>
        </p:nvSpPr>
        <p:spPr>
          <a:xfrm>
            <a:off x="1454800" y="1129175"/>
            <a:ext cx="7015500" cy="4863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Load Windows attack logs.</a:t>
            </a:r>
            <a:endParaRPr sz="1800"/>
          </a:p>
        </p:txBody>
      </p:sp>
      <p:sp>
        <p:nvSpPr>
          <p:cNvPr id="566" name="Google Shape;566;p69"/>
          <p:cNvSpPr txBox="1"/>
          <p:nvPr>
            <p:ph idx="2" type="subTitle"/>
          </p:nvPr>
        </p:nvSpPr>
        <p:spPr>
          <a:xfrm>
            <a:off x="1454800" y="1787878"/>
            <a:ext cx="7015500" cy="4863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Analyze Windows attack logs.</a:t>
            </a:r>
            <a:endParaRPr sz="1800"/>
          </a:p>
        </p:txBody>
      </p:sp>
      <p:sp>
        <p:nvSpPr>
          <p:cNvPr id="567" name="Google Shape;567;p69"/>
          <p:cNvSpPr txBox="1"/>
          <p:nvPr>
            <p:ph idx="4" type="subTitle"/>
          </p:nvPr>
        </p:nvSpPr>
        <p:spPr>
          <a:xfrm>
            <a:off x="1454800" y="3103370"/>
            <a:ext cx="7015500" cy="4863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Analyze Apache attack logs.</a:t>
            </a:r>
            <a:endParaRPr sz="1800"/>
          </a:p>
        </p:txBody>
      </p:sp>
      <p:sp>
        <p:nvSpPr>
          <p:cNvPr id="568" name="Google Shape;568;p69"/>
          <p:cNvSpPr txBox="1"/>
          <p:nvPr>
            <p:ph idx="3" type="subTitle"/>
          </p:nvPr>
        </p:nvSpPr>
        <p:spPr>
          <a:xfrm>
            <a:off x="1454800" y="2444668"/>
            <a:ext cx="7015500" cy="4863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Load Apache attack logs.</a:t>
            </a:r>
            <a:endParaRPr sz="1800"/>
          </a:p>
        </p:txBody>
      </p:sp>
      <p:sp>
        <p:nvSpPr>
          <p:cNvPr id="569" name="Google Shape;569;p69"/>
          <p:cNvSpPr txBox="1"/>
          <p:nvPr>
            <p:ph idx="5" type="subTitle"/>
          </p:nvPr>
        </p:nvSpPr>
        <p:spPr>
          <a:xfrm>
            <a:off x="1454800" y="3760173"/>
            <a:ext cx="7015500" cy="4863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Create project presentations.</a:t>
            </a:r>
            <a:endParaRPr sz="1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70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1</a:t>
            </a:r>
            <a:endParaRPr/>
          </a:p>
        </p:txBody>
      </p:sp>
      <p:sp>
        <p:nvSpPr>
          <p:cNvPr id="575" name="Google Shape;575;p70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Load Windows Attack Logs</a:t>
            </a:r>
            <a:endParaRPr/>
          </a:p>
        </p:txBody>
      </p:sp>
      <p:sp>
        <p:nvSpPr>
          <p:cNvPr id="576" name="Google Shape;576;p70"/>
          <p:cNvSpPr txBox="1"/>
          <p:nvPr>
            <p:ph idx="2" type="body"/>
          </p:nvPr>
        </p:nvSpPr>
        <p:spPr>
          <a:xfrm>
            <a:off x="461225" y="1063525"/>
            <a:ext cx="7772400" cy="35208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First, you will receive a set of “attack logs” from the Windows servers that run VSI’s back-end systems.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These logs were captured during the time when the attack occurred.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activity guide will provide steps for loading and configuring these new logs.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77" name="Google Shape;577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3098012"/>
            <a:ext cx="8839199" cy="101521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8" name="Google Shape;578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1372" y="263579"/>
            <a:ext cx="307050" cy="4240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79" name="Google Shape;579;p70"/>
          <p:cNvCxnSpPr/>
          <p:nvPr/>
        </p:nvCxnSpPr>
        <p:spPr>
          <a:xfrm>
            <a:off x="-9375" y="929900"/>
            <a:ext cx="73467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71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2</a:t>
            </a:r>
            <a:endParaRPr/>
          </a:p>
        </p:txBody>
      </p:sp>
      <p:sp>
        <p:nvSpPr>
          <p:cNvPr id="585" name="Google Shape;585;p71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Analyze Windows Attack Logs</a:t>
            </a:r>
            <a:endParaRPr/>
          </a:p>
        </p:txBody>
      </p:sp>
      <p:sp>
        <p:nvSpPr>
          <p:cNvPr id="586" name="Google Shape;586;p71"/>
          <p:cNvSpPr txBox="1"/>
          <p:nvPr>
            <p:ph idx="2" type="body"/>
          </p:nvPr>
        </p:nvSpPr>
        <p:spPr>
          <a:xfrm>
            <a:off x="461225" y="1063525"/>
            <a:ext cx="8229600" cy="35208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Then, you will analyze the </a:t>
            </a:r>
            <a:r>
              <a:rPr lang="en"/>
              <a:t>Windows attack logs</a:t>
            </a:r>
            <a:r>
              <a:rPr lang="en"/>
              <a:t> to determine how effective your monitoring solution was or wasn't.</a:t>
            </a:r>
            <a:endParaRPr/>
          </a:p>
        </p:txBody>
      </p:sp>
      <p:pic>
        <p:nvPicPr>
          <p:cNvPr id="587" name="Google Shape;587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2325" y="1962525"/>
            <a:ext cx="5382988" cy="2746937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588" name="Google Shape;588;p7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1372" y="263579"/>
            <a:ext cx="307050" cy="424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72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3</a:t>
            </a:r>
            <a:endParaRPr/>
          </a:p>
        </p:txBody>
      </p:sp>
      <p:sp>
        <p:nvSpPr>
          <p:cNvPr id="594" name="Google Shape;594;p72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Load Apache Attack Logs</a:t>
            </a:r>
            <a:endParaRPr/>
          </a:p>
        </p:txBody>
      </p:sp>
      <p:sp>
        <p:nvSpPr>
          <p:cNvPr id="595" name="Google Shape;595;p72"/>
          <p:cNvSpPr txBox="1"/>
          <p:nvPr>
            <p:ph idx="2" type="body"/>
          </p:nvPr>
        </p:nvSpPr>
        <p:spPr>
          <a:xfrm>
            <a:off x="461225" y="1063525"/>
            <a:ext cx="7935600" cy="35208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will also receive a set of </a:t>
            </a:r>
            <a:r>
              <a:rPr lang="en"/>
              <a:t>“attack logs” from the Apache servers</a:t>
            </a:r>
            <a:r>
              <a:rPr lang="en"/>
              <a:t> that run VSI’s back-end systems.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These logs were captured during the time when the attack occurred.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activity guide will provide steps for loading and configuring these new logs.</a:t>
            </a:r>
            <a:endParaRPr/>
          </a:p>
        </p:txBody>
      </p:sp>
      <p:pic>
        <p:nvPicPr>
          <p:cNvPr id="596" name="Google Shape;596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1325" y="3203562"/>
            <a:ext cx="8839199" cy="101521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7" name="Google Shape;597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1372" y="263579"/>
            <a:ext cx="307050" cy="424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73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4</a:t>
            </a:r>
            <a:endParaRPr/>
          </a:p>
        </p:txBody>
      </p:sp>
      <p:sp>
        <p:nvSpPr>
          <p:cNvPr id="603" name="Google Shape;603;p73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Analyze Apache Attack Logs</a:t>
            </a:r>
            <a:endParaRPr/>
          </a:p>
        </p:txBody>
      </p:sp>
      <p:sp>
        <p:nvSpPr>
          <p:cNvPr id="604" name="Google Shape;604;p73"/>
          <p:cNvSpPr txBox="1"/>
          <p:nvPr>
            <p:ph idx="2" type="body"/>
          </p:nvPr>
        </p:nvSpPr>
        <p:spPr>
          <a:xfrm>
            <a:off x="461225" y="1063525"/>
            <a:ext cx="8229600" cy="35208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Then you will analyze the Apache attack logs to determine how effective your monitoring solution was or wasn't. </a:t>
            </a:r>
            <a:endParaRPr/>
          </a:p>
        </p:txBody>
      </p:sp>
      <p:pic>
        <p:nvPicPr>
          <p:cNvPr id="605" name="Google Shape;605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850" y="2049875"/>
            <a:ext cx="8134925" cy="236785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06" name="Google Shape;606;p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1372" y="263579"/>
            <a:ext cx="307050" cy="424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74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5</a:t>
            </a:r>
            <a:endParaRPr/>
          </a:p>
        </p:txBody>
      </p:sp>
      <p:sp>
        <p:nvSpPr>
          <p:cNvPr id="612" name="Google Shape;612;p74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 Creating Project Presentations</a:t>
            </a:r>
            <a:endParaRPr/>
          </a:p>
        </p:txBody>
      </p:sp>
      <p:sp>
        <p:nvSpPr>
          <p:cNvPr id="613" name="Google Shape;613;p74"/>
          <p:cNvSpPr txBox="1"/>
          <p:nvPr>
            <p:ph idx="2" type="body"/>
          </p:nvPr>
        </p:nvSpPr>
        <p:spPr>
          <a:xfrm>
            <a:off x="461225" y="1368325"/>
            <a:ext cx="8229600" cy="35208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today’s final step, you will begin preparing slides for a presentation of your work this week. You will present in groups on Day 3 of this project.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framework for the slides and instructions will be provided to assist in the creation of the presentation.</a:t>
            </a:r>
            <a:endParaRPr/>
          </a:p>
        </p:txBody>
      </p:sp>
      <p:pic>
        <p:nvPicPr>
          <p:cNvPr id="614" name="Google Shape;614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1372" y="263579"/>
            <a:ext cx="307050" cy="424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75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will present.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76"/>
          <p:cNvSpPr txBox="1"/>
          <p:nvPr>
            <p:ph type="title"/>
          </p:nvPr>
        </p:nvSpPr>
        <p:spPr>
          <a:xfrm>
            <a:off x="3155536" y="1267050"/>
            <a:ext cx="5555100" cy="130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you complete today’s activities, begin working on your presentations. 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77"/>
          <p:cNvSpPr txBox="1"/>
          <p:nvPr>
            <p:ph idx="2" type="title"/>
          </p:nvPr>
        </p:nvSpPr>
        <p:spPr>
          <a:xfrm>
            <a:off x="76250" y="512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Day 3 Schedule:</a:t>
            </a:r>
            <a:endParaRPr/>
          </a:p>
        </p:txBody>
      </p:sp>
      <p:sp>
        <p:nvSpPr>
          <p:cNvPr id="630" name="Google Shape;630;p77"/>
          <p:cNvSpPr txBox="1"/>
          <p:nvPr>
            <p:ph type="title"/>
          </p:nvPr>
        </p:nvSpPr>
        <p:spPr>
          <a:xfrm>
            <a:off x="1179493" y="1219907"/>
            <a:ext cx="30312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 Medium"/>
                <a:ea typeface="Roboto Medium"/>
                <a:cs typeface="Roboto Medium"/>
                <a:sym typeface="Roboto Medium"/>
              </a:rPr>
              <a:t>First 30 Minutes:</a:t>
            </a:r>
            <a:endParaRPr sz="1800">
              <a:solidFill>
                <a:schemeClr val="dk2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631" name="Google Shape;631;p77"/>
          <p:cNvSpPr txBox="1"/>
          <p:nvPr>
            <p:ph idx="3" type="title"/>
          </p:nvPr>
        </p:nvSpPr>
        <p:spPr>
          <a:xfrm>
            <a:off x="5599593" y="1219907"/>
            <a:ext cx="30312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 Medium"/>
                <a:ea typeface="Roboto Medium"/>
                <a:cs typeface="Roboto Medium"/>
                <a:sym typeface="Roboto Medium"/>
              </a:rPr>
              <a:t>Remaining 2 Hours:</a:t>
            </a:r>
            <a:endParaRPr sz="1800">
              <a:solidFill>
                <a:schemeClr val="dk2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632" name="Google Shape;632;p77"/>
          <p:cNvSpPr txBox="1"/>
          <p:nvPr>
            <p:ph idx="4" type="title"/>
          </p:nvPr>
        </p:nvSpPr>
        <p:spPr>
          <a:xfrm>
            <a:off x="542175" y="2004350"/>
            <a:ext cx="3810600" cy="248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You will work in groups to finalize your project presentations.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33" name="Google Shape;633;p77"/>
          <p:cNvSpPr txBox="1"/>
          <p:nvPr>
            <p:ph idx="5" type="title"/>
          </p:nvPr>
        </p:nvSpPr>
        <p:spPr>
          <a:xfrm>
            <a:off x="4976200" y="2004350"/>
            <a:ext cx="3649200" cy="248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Groups will present their project presentations.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634" name="Google Shape;634;p77"/>
          <p:cNvCxnSpPr/>
          <p:nvPr/>
        </p:nvCxnSpPr>
        <p:spPr>
          <a:xfrm>
            <a:off x="-9375" y="695725"/>
            <a:ext cx="73467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9" name="Google Shape;639;p78"/>
          <p:cNvGrpSpPr/>
          <p:nvPr/>
        </p:nvGrpSpPr>
        <p:grpSpPr>
          <a:xfrm>
            <a:off x="-3" y="1055615"/>
            <a:ext cx="8686828" cy="657300"/>
            <a:chOff x="-3" y="1069865"/>
            <a:chExt cx="8686828" cy="657300"/>
          </a:xfrm>
        </p:grpSpPr>
        <p:cxnSp>
          <p:nvCxnSpPr>
            <p:cNvPr id="640" name="Google Shape;640;p78"/>
            <p:cNvCxnSpPr/>
            <p:nvPr/>
          </p:nvCxnSpPr>
          <p:spPr>
            <a:xfrm>
              <a:off x="-3" y="1385850"/>
              <a:ext cx="686400" cy="0"/>
            </a:xfrm>
            <a:prstGeom prst="straightConnector1">
              <a:avLst/>
            </a:prstGeom>
            <a:noFill/>
            <a:ln cap="flat" cmpd="sng" w="19050">
              <a:solidFill>
                <a:srgbClr val="2E5E73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sp>
          <p:nvSpPr>
            <p:cNvPr id="641" name="Google Shape;641;p78"/>
            <p:cNvSpPr/>
            <p:nvPr/>
          </p:nvSpPr>
          <p:spPr>
            <a:xfrm>
              <a:off x="596125" y="1069865"/>
              <a:ext cx="8090700" cy="657300"/>
            </a:xfrm>
            <a:prstGeom prst="roundRect">
              <a:avLst>
                <a:gd fmla="val 16667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2" name="Google Shape;642;p78"/>
            <p:cNvSpPr/>
            <p:nvPr/>
          </p:nvSpPr>
          <p:spPr>
            <a:xfrm>
              <a:off x="513600" y="1224300"/>
              <a:ext cx="323100" cy="323100"/>
            </a:xfrm>
            <a:prstGeom prst="ellipse">
              <a:avLst/>
            </a:prstGeom>
            <a:solidFill>
              <a:srgbClr val="F2F2F2"/>
            </a:solidFill>
            <a:ln cap="flat" cmpd="sng" w="76200">
              <a:solidFill>
                <a:srgbClr val="2E5E7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3" name="Google Shape;643;p78"/>
            <p:cNvSpPr/>
            <p:nvPr/>
          </p:nvSpPr>
          <p:spPr>
            <a:xfrm>
              <a:off x="593400" y="1304100"/>
              <a:ext cx="163500" cy="163500"/>
            </a:xfrm>
            <a:prstGeom prst="ellipse">
              <a:avLst/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644" name="Google Shape;644;p78"/>
          <p:cNvSpPr txBox="1"/>
          <p:nvPr/>
        </p:nvSpPr>
        <p:spPr>
          <a:xfrm>
            <a:off x="914400" y="1055550"/>
            <a:ext cx="7772400" cy="6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Each group will have 15 minutes for their presentation. Plan for a maximum of 12 minutes presenting, followed by 3 minutes of Q&amp;A.</a:t>
            </a:r>
            <a:endParaRPr sz="18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5" name="Google Shape;645;p78"/>
          <p:cNvSpPr txBox="1"/>
          <p:nvPr/>
        </p:nvSpPr>
        <p:spPr>
          <a:xfrm>
            <a:off x="457200" y="1463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Day 2 Presentations</a:t>
            </a:r>
            <a:endParaRPr b="1" sz="26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6" name="Google Shape;646;p78"/>
          <p:cNvSpPr txBox="1"/>
          <p:nvPr/>
        </p:nvSpPr>
        <p:spPr>
          <a:xfrm>
            <a:off x="463231" y="548650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647" name="Google Shape;647;p78"/>
          <p:cNvGrpSpPr/>
          <p:nvPr/>
        </p:nvGrpSpPr>
        <p:grpSpPr>
          <a:xfrm>
            <a:off x="-3" y="1914440"/>
            <a:ext cx="8686828" cy="657300"/>
            <a:chOff x="-3" y="1069865"/>
            <a:chExt cx="8686828" cy="657300"/>
          </a:xfrm>
        </p:grpSpPr>
        <p:cxnSp>
          <p:nvCxnSpPr>
            <p:cNvPr id="648" name="Google Shape;648;p78"/>
            <p:cNvCxnSpPr/>
            <p:nvPr/>
          </p:nvCxnSpPr>
          <p:spPr>
            <a:xfrm>
              <a:off x="-3" y="1385850"/>
              <a:ext cx="686400" cy="0"/>
            </a:xfrm>
            <a:prstGeom prst="straightConnector1">
              <a:avLst/>
            </a:prstGeom>
            <a:noFill/>
            <a:ln cap="flat" cmpd="sng" w="19050">
              <a:solidFill>
                <a:srgbClr val="2E5E73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sp>
          <p:nvSpPr>
            <p:cNvPr id="649" name="Google Shape;649;p78"/>
            <p:cNvSpPr/>
            <p:nvPr/>
          </p:nvSpPr>
          <p:spPr>
            <a:xfrm>
              <a:off x="596125" y="1069865"/>
              <a:ext cx="8090700" cy="657300"/>
            </a:xfrm>
            <a:prstGeom prst="roundRect">
              <a:avLst>
                <a:gd fmla="val 16667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0" name="Google Shape;650;p78"/>
            <p:cNvSpPr/>
            <p:nvPr/>
          </p:nvSpPr>
          <p:spPr>
            <a:xfrm>
              <a:off x="513600" y="1224300"/>
              <a:ext cx="323100" cy="323100"/>
            </a:xfrm>
            <a:prstGeom prst="ellipse">
              <a:avLst/>
            </a:prstGeom>
            <a:solidFill>
              <a:srgbClr val="F2F2F2"/>
            </a:solidFill>
            <a:ln cap="flat" cmpd="sng" w="76200">
              <a:solidFill>
                <a:srgbClr val="2E5E7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1" name="Google Shape;651;p78"/>
            <p:cNvSpPr/>
            <p:nvPr/>
          </p:nvSpPr>
          <p:spPr>
            <a:xfrm>
              <a:off x="593400" y="1304100"/>
              <a:ext cx="163500" cy="163500"/>
            </a:xfrm>
            <a:prstGeom prst="ellipse">
              <a:avLst/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652" name="Google Shape;652;p78"/>
          <p:cNvSpPr txBox="1"/>
          <p:nvPr/>
        </p:nvSpPr>
        <p:spPr>
          <a:xfrm>
            <a:off x="914400" y="1914375"/>
            <a:ext cx="7772400" cy="6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Groups can choose to have one presenter for the whole group, or have the group split up the presentation among members.</a:t>
            </a:r>
            <a:endParaRPr sz="18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653" name="Google Shape;653;p78"/>
          <p:cNvGrpSpPr/>
          <p:nvPr/>
        </p:nvGrpSpPr>
        <p:grpSpPr>
          <a:xfrm>
            <a:off x="-3" y="2779665"/>
            <a:ext cx="8686828" cy="954900"/>
            <a:chOff x="-3" y="917461"/>
            <a:chExt cx="8686828" cy="954900"/>
          </a:xfrm>
        </p:grpSpPr>
        <p:cxnSp>
          <p:nvCxnSpPr>
            <p:cNvPr id="654" name="Google Shape;654;p78"/>
            <p:cNvCxnSpPr/>
            <p:nvPr/>
          </p:nvCxnSpPr>
          <p:spPr>
            <a:xfrm>
              <a:off x="-3" y="1385850"/>
              <a:ext cx="686400" cy="0"/>
            </a:xfrm>
            <a:prstGeom prst="straightConnector1">
              <a:avLst/>
            </a:prstGeom>
            <a:noFill/>
            <a:ln cap="flat" cmpd="sng" w="19050">
              <a:solidFill>
                <a:srgbClr val="2E5E73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sp>
          <p:nvSpPr>
            <p:cNvPr id="655" name="Google Shape;655;p78"/>
            <p:cNvSpPr/>
            <p:nvPr/>
          </p:nvSpPr>
          <p:spPr>
            <a:xfrm>
              <a:off x="596125" y="917461"/>
              <a:ext cx="8090700" cy="954900"/>
            </a:xfrm>
            <a:prstGeom prst="roundRect">
              <a:avLst>
                <a:gd fmla="val 16667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6" name="Google Shape;656;p78"/>
            <p:cNvSpPr/>
            <p:nvPr/>
          </p:nvSpPr>
          <p:spPr>
            <a:xfrm>
              <a:off x="513600" y="1224300"/>
              <a:ext cx="323100" cy="323100"/>
            </a:xfrm>
            <a:prstGeom prst="ellipse">
              <a:avLst/>
            </a:prstGeom>
            <a:solidFill>
              <a:srgbClr val="F2F2F2"/>
            </a:solidFill>
            <a:ln cap="flat" cmpd="sng" w="76200">
              <a:solidFill>
                <a:srgbClr val="2E5E7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7" name="Google Shape;657;p78"/>
            <p:cNvSpPr/>
            <p:nvPr/>
          </p:nvSpPr>
          <p:spPr>
            <a:xfrm>
              <a:off x="593400" y="1304100"/>
              <a:ext cx="163500" cy="163500"/>
            </a:xfrm>
            <a:prstGeom prst="ellipse">
              <a:avLst/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658" name="Google Shape;658;p78"/>
          <p:cNvSpPr txBox="1"/>
          <p:nvPr/>
        </p:nvSpPr>
        <p:spPr>
          <a:xfrm>
            <a:off x="914400" y="2833100"/>
            <a:ext cx="7772400" cy="84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Work with your group to prepare the presentation, but every student must submit a complete presentation as a deliverable (even if it is the same as other group members’).</a:t>
            </a:r>
            <a:endParaRPr sz="18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659" name="Google Shape;659;p78"/>
          <p:cNvGrpSpPr/>
          <p:nvPr/>
        </p:nvGrpSpPr>
        <p:grpSpPr>
          <a:xfrm>
            <a:off x="-3" y="3960825"/>
            <a:ext cx="8686828" cy="709200"/>
            <a:chOff x="-3" y="1056496"/>
            <a:chExt cx="8686828" cy="709200"/>
          </a:xfrm>
        </p:grpSpPr>
        <p:cxnSp>
          <p:nvCxnSpPr>
            <p:cNvPr id="660" name="Google Shape;660;p78"/>
            <p:cNvCxnSpPr/>
            <p:nvPr/>
          </p:nvCxnSpPr>
          <p:spPr>
            <a:xfrm>
              <a:off x="-3" y="1385850"/>
              <a:ext cx="686400" cy="0"/>
            </a:xfrm>
            <a:prstGeom prst="straightConnector1">
              <a:avLst/>
            </a:prstGeom>
            <a:noFill/>
            <a:ln cap="flat" cmpd="sng" w="19050">
              <a:solidFill>
                <a:srgbClr val="2E5E73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sp>
          <p:nvSpPr>
            <p:cNvPr id="661" name="Google Shape;661;p78"/>
            <p:cNvSpPr/>
            <p:nvPr/>
          </p:nvSpPr>
          <p:spPr>
            <a:xfrm>
              <a:off x="596125" y="1056496"/>
              <a:ext cx="8090700" cy="709200"/>
            </a:xfrm>
            <a:prstGeom prst="roundRect">
              <a:avLst>
                <a:gd fmla="val 16667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2" name="Google Shape;662;p78"/>
            <p:cNvSpPr/>
            <p:nvPr/>
          </p:nvSpPr>
          <p:spPr>
            <a:xfrm>
              <a:off x="513600" y="1224300"/>
              <a:ext cx="323100" cy="323100"/>
            </a:xfrm>
            <a:prstGeom prst="ellipse">
              <a:avLst/>
            </a:prstGeom>
            <a:solidFill>
              <a:srgbClr val="F2F2F2"/>
            </a:solidFill>
            <a:ln cap="flat" cmpd="sng" w="76200">
              <a:solidFill>
                <a:srgbClr val="2E5E7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3" name="Google Shape;663;p78"/>
            <p:cNvSpPr/>
            <p:nvPr/>
          </p:nvSpPr>
          <p:spPr>
            <a:xfrm>
              <a:off x="593400" y="1304100"/>
              <a:ext cx="163500" cy="163500"/>
            </a:xfrm>
            <a:prstGeom prst="ellipse">
              <a:avLst/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664" name="Google Shape;664;p78"/>
          <p:cNvSpPr txBox="1"/>
          <p:nvPr/>
        </p:nvSpPr>
        <p:spPr>
          <a:xfrm>
            <a:off x="914400" y="3875225"/>
            <a:ext cx="7772400" cy="84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Use the framework provided for the presentation for general guidance, but feel free to enhance or adjust your presentation as your team sees fit.</a:t>
            </a:r>
            <a:endParaRPr sz="18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79"/>
          <p:cNvSpPr txBox="1"/>
          <p:nvPr>
            <p:ph idx="1" type="subTitle"/>
          </p:nvPr>
        </p:nvSpPr>
        <p:spPr>
          <a:xfrm>
            <a:off x="0" y="4568875"/>
            <a:ext cx="9144000" cy="323100"/>
          </a:xfrm>
          <a:prstGeom prst="rect">
            <a:avLst/>
          </a:prstGeom>
        </p:spPr>
        <p:txBody>
          <a:bodyPr anchorCtr="0" anchor="t" bIns="91425" lIns="91425" spcFirstLastPara="1" rIns="45720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 end of class</a:t>
            </a:r>
            <a:endParaRPr/>
          </a:p>
        </p:txBody>
      </p:sp>
      <p:sp>
        <p:nvSpPr>
          <p:cNvPr id="670" name="Google Shape;670;p79"/>
          <p:cNvSpPr txBox="1"/>
          <p:nvPr>
            <p:ph idx="2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Attacks Incoming!</a:t>
            </a:r>
            <a:endParaRPr/>
          </a:p>
        </p:txBody>
      </p:sp>
      <p:sp>
        <p:nvSpPr>
          <p:cNvPr id="671" name="Google Shape;671;p79"/>
          <p:cNvSpPr txBox="1"/>
          <p:nvPr>
            <p:ph idx="3" type="body"/>
          </p:nvPr>
        </p:nvSpPr>
        <p:spPr>
          <a:xfrm>
            <a:off x="912725" y="1516225"/>
            <a:ext cx="7337400" cy="25974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this project, you will analyze “attack logs” and determine how effective your monitoring solution was or wasn’t.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80"/>
          <p:cNvSpPr txBox="1"/>
          <p:nvPr>
            <p:ph type="title"/>
          </p:nvPr>
        </p:nvSpPr>
        <p:spPr>
          <a:xfrm>
            <a:off x="0" y="2628900"/>
            <a:ext cx="9144000" cy="8064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Work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Time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77" name="Google Shape;677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75124" y="1681800"/>
            <a:ext cx="1193750" cy="845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ootcamp Slides New Theme - July 2024">
  <a:themeElements>
    <a:clrScheme name="Simple Light">
      <a:dk1>
        <a:srgbClr val="2E5E73"/>
      </a:dk1>
      <a:lt1>
        <a:srgbClr val="FFFFFF"/>
      </a:lt1>
      <a:dk2>
        <a:srgbClr val="082D49"/>
      </a:dk2>
      <a:lt2>
        <a:srgbClr val="F2F2F2"/>
      </a:lt2>
      <a:accent1>
        <a:srgbClr val="FCB912"/>
      </a:accent1>
      <a:accent2>
        <a:srgbClr val="AADCF2"/>
      </a:accent2>
      <a:accent3>
        <a:srgbClr val="1475D4"/>
      </a:accent3>
      <a:accent4>
        <a:srgbClr val="00C7CC"/>
      </a:accent4>
      <a:accent5>
        <a:srgbClr val="082D49"/>
      </a:accent5>
      <a:accent6>
        <a:srgbClr val="2E5E73"/>
      </a:accent6>
      <a:hlink>
        <a:srgbClr val="2E5E7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