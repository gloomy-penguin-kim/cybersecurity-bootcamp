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y="5143500" cx="9144000"/>
  <p:notesSz cx="6858000" cy="9144000"/>
  <p:embeddedFontLst>
    <p:embeddedFont>
      <p:font typeface="Oswald Medium"/>
      <p:regular r:id="rId29"/>
      <p:bold r:id="rId30"/>
    </p:embeddedFont>
    <p:embeddedFont>
      <p:font typeface="Roboto"/>
      <p:regular r:id="rId31"/>
      <p:bold r:id="rId32"/>
      <p:italic r:id="rId33"/>
      <p:boldItalic r:id="rId34"/>
    </p:embeddedFont>
    <p:embeddedFont>
      <p:font typeface="Roboto Medium"/>
      <p:regular r:id="rId35"/>
      <p:bold r:id="rId36"/>
      <p:italic r:id="rId37"/>
      <p:boldItalic r:id="rId38"/>
    </p:embeddedFont>
    <p:embeddedFont>
      <p:font typeface="Roboto Light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Light-bold.fntdata"/><Relationship Id="rId42" Type="http://schemas.openxmlformats.org/officeDocument/2006/relationships/font" Target="fonts/RobotoLight-boldItalic.fntdata"/><Relationship Id="rId41" Type="http://schemas.openxmlformats.org/officeDocument/2006/relationships/font" Target="fonts/RobotoLight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-regular.fntdata"/><Relationship Id="rId30" Type="http://schemas.openxmlformats.org/officeDocument/2006/relationships/font" Target="fonts/OswaldMedium-bold.fntdata"/><Relationship Id="rId33" Type="http://schemas.openxmlformats.org/officeDocument/2006/relationships/font" Target="fonts/Roboto-italic.fntdata"/><Relationship Id="rId32" Type="http://schemas.openxmlformats.org/officeDocument/2006/relationships/font" Target="fonts/Roboto-bold.fntdata"/><Relationship Id="rId35" Type="http://schemas.openxmlformats.org/officeDocument/2006/relationships/font" Target="fonts/RobotoMedium-regular.fntdata"/><Relationship Id="rId34" Type="http://schemas.openxmlformats.org/officeDocument/2006/relationships/font" Target="fonts/Roboto-boldItalic.fntdata"/><Relationship Id="rId37" Type="http://schemas.openxmlformats.org/officeDocument/2006/relationships/font" Target="fonts/RobotoMedium-italic.fntdata"/><Relationship Id="rId36" Type="http://schemas.openxmlformats.org/officeDocument/2006/relationships/font" Target="fonts/RobotoMedium-bold.fntdata"/><Relationship Id="rId39" Type="http://schemas.openxmlformats.org/officeDocument/2006/relationships/font" Target="fonts/RobotoLight-regular.fntdata"/><Relationship Id="rId38" Type="http://schemas.openxmlformats.org/officeDocument/2006/relationships/font" Target="fonts/RobotoMedium-boldItalic.fnt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font" Target="fonts/OswaldMedium-regular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2bbf477c9db_1_2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2bbf477c9db_1_2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2bbf477c9db_1_2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2bbf477c9db_1_2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2bbf477c9db_1_2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2bbf477c9db_1_2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2bbf477c9db_1_2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2bbf477c9db_1_2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shutterstock_1200423583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2bbf477c9db_1_2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2bbf477c9db_1_2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2bbf477c9db_1_2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2bbf477c9db_1_2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shutterstock_1815485210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2bbf477c9db_1_2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2bbf477c9db_1_2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2bbf477c9db_1_2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2bbf477c9db_1_2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2bbf477c9db_1_2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2bbf477c9db_1_2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2bbf477c9db_1_2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2bbf477c9db_1_2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2bbf477c9db_1_2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2bbf477c9db_1_2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2bbf477c9db_1_2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2bbf477c9db_1_2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2bbf477c9db_1_25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2bbf477c9db_1_2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2bbf477c9db_1_25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2bbf477c9db_1_2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2bbf477c9db_1_25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2bbf477c9db_1_2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2bbf477c9db_1_2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6" name="Google Shape;666;g2bbf477c9db_1_2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2bbf477c9db_1_2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2bbf477c9db_1_2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2bbf477c9db_1_2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2bbf477c9db_1_2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2bbf477c9db_1_25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2bbf477c9db_1_2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2bbf477c9db_1_25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2bbf477c9db_1_2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2bbf477c9db_1_26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g2bbf477c9db_1_2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2bbf477c9db_1_26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2bbf477c9db_1_2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2bbf477c9db_1_2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6" name="Google Shape;726;g2bbf477c9db_1_2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2bbf477c9db_1_26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2bbf477c9db_1_26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6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6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7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6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8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27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6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1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s + Body text">
  <p:cSld name="CUSTOM_1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Right image layout">
  <p:cSld name="CUSTOM_6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>
            <p:ph idx="2" type="pic"/>
          </p:nvPr>
        </p:nvSpPr>
        <p:spPr>
          <a:xfrm>
            <a:off x="5943725" y="150"/>
            <a:ext cx="3200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3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right text layout">
  <p:cSld name="CUSTOM_3_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5943650" y="0"/>
            <a:ext cx="31965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6400800" y="725688"/>
            <a:ext cx="2286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6400800" y="1600088"/>
            <a:ext cx="2349300" cy="29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3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4"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image insert">
  <p:cSld name="CUSTOM_8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 rot="10800000">
            <a:off x="3453900" y="1729748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27" name="Google Shape;27;p5"/>
          <p:cNvCxnSpPr/>
          <p:nvPr/>
        </p:nvCxnSpPr>
        <p:spPr>
          <a:xfrm rot="10800000">
            <a:off x="3453900" y="3524825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8" name="Google Shape;28;p5"/>
          <p:cNvSpPr/>
          <p:nvPr>
            <p:ph idx="2" type="pic"/>
          </p:nvPr>
        </p:nvSpPr>
        <p:spPr>
          <a:xfrm>
            <a:off x="3657600" y="1371600"/>
            <a:ext cx="5029200" cy="2742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463231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3" type="body"/>
          </p:nvPr>
        </p:nvSpPr>
        <p:spPr>
          <a:xfrm>
            <a:off x="457200" y="1592650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4" type="body"/>
          </p:nvPr>
        </p:nvSpPr>
        <p:spPr>
          <a:xfrm>
            <a:off x="457200" y="3413275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Left image layout">
  <p:cSld name="CUSTOM_7_2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>
            <p:ph idx="2" type="pic"/>
          </p:nvPr>
        </p:nvSpPr>
        <p:spPr>
          <a:xfrm>
            <a:off x="0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657600" y="1054550"/>
            <a:ext cx="5025600" cy="3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657601" y="146300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3" type="subTitle"/>
          </p:nvPr>
        </p:nvSpPr>
        <p:spPr>
          <a:xfrm>
            <a:off x="3661286" y="548650"/>
            <a:ext cx="502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 + Subheading blank">
  <p:cSld name="CUSTOM_21_2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0" name="Google Shape;40;p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7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 line (with bullets)">
  <p:cSld name="CUSTOM_2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6" name="Google Shape;46;p8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8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8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8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8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8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8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8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8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8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8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2" type="body"/>
          </p:nvPr>
        </p:nvSpPr>
        <p:spPr>
          <a:xfrm>
            <a:off x="914400" y="118875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3" type="body"/>
          </p:nvPr>
        </p:nvSpPr>
        <p:spPr>
          <a:xfrm>
            <a:off x="914400" y="18742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4" type="body"/>
          </p:nvPr>
        </p:nvSpPr>
        <p:spPr>
          <a:xfrm>
            <a:off x="914400" y="2559823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5" type="body"/>
          </p:nvPr>
        </p:nvSpPr>
        <p:spPr>
          <a:xfrm>
            <a:off x="914400" y="324536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6" type="body"/>
          </p:nvPr>
        </p:nvSpPr>
        <p:spPr>
          <a:xfrm>
            <a:off x="914400" y="393089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blank)">
  <p:cSld name="CUSTOM_21_2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9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With bullets)">
  <p:cSld name="CUSTOM_21_1_2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0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0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0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0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0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6" name="Google Shape;76;p10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7" name="Google Shape;77;p10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" name="Google Shape;78;p10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" name="Google Shape;79;p10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0" name="Google Shape;80;p10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0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0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0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0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 + Subheading blank">
  <p:cSld name="CUSTOM_1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Longer title" type="secHead">
  <p:cSld name="SECTION_HEADER">
    <p:bg>
      <p:bgPr>
        <a:solidFill>
          <a:schemeClr val="dk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2"/>
          <p:cNvCxnSpPr/>
          <p:nvPr/>
        </p:nvCxnSpPr>
        <p:spPr>
          <a:xfrm>
            <a:off x="4580627" y="16187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93" name="Google Shape;93;p12"/>
          <p:cNvSpPr txBox="1"/>
          <p:nvPr>
            <p:ph type="title"/>
          </p:nvPr>
        </p:nvSpPr>
        <p:spPr>
          <a:xfrm>
            <a:off x="4570700" y="1804650"/>
            <a:ext cx="4557900" cy="1215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4" name="Google Shape;94;p12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5" name="Google Shape;95;p12"/>
          <p:cNvSpPr txBox="1"/>
          <p:nvPr>
            <p:ph idx="2" type="subTitle"/>
          </p:nvPr>
        </p:nvSpPr>
        <p:spPr>
          <a:xfrm>
            <a:off x="4572000" y="32034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12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</a:t>
            </a: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6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Shorter title">
  <p:cSld name="SECTION_HEADER_1_1">
    <p:bg>
      <p:bgPr>
        <a:solidFill>
          <a:schemeClr val="dk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" name="Google Shape;98;p13"/>
          <p:cNvCxnSpPr/>
          <p:nvPr/>
        </p:nvCxnSpPr>
        <p:spPr>
          <a:xfrm>
            <a:off x="3582395" y="1823650"/>
            <a:ext cx="9207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cxnSp>
        <p:nvCxnSpPr>
          <p:cNvPr id="99" name="Google Shape;99;p13"/>
          <p:cNvCxnSpPr/>
          <p:nvPr/>
        </p:nvCxnSpPr>
        <p:spPr>
          <a:xfrm>
            <a:off x="3592327" y="1823550"/>
            <a:ext cx="56634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100" name="Google Shape;100;p13"/>
          <p:cNvSpPr txBox="1"/>
          <p:nvPr>
            <p:ph type="title"/>
          </p:nvPr>
        </p:nvSpPr>
        <p:spPr>
          <a:xfrm>
            <a:off x="3582400" y="2028900"/>
            <a:ext cx="4557900" cy="719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1" type="subTitle"/>
          </p:nvPr>
        </p:nvSpPr>
        <p:spPr>
          <a:xfrm>
            <a:off x="3583700" y="1533250"/>
            <a:ext cx="4572000" cy="18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2" name="Google Shape;102;p13"/>
          <p:cNvSpPr txBox="1"/>
          <p:nvPr>
            <p:ph idx="2" type="subTitle"/>
          </p:nvPr>
        </p:nvSpPr>
        <p:spPr>
          <a:xfrm>
            <a:off x="3583700" y="33144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13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Blank">
  <p:cSld name="CUSTOM_26_1">
    <p:bg>
      <p:bgPr>
        <a:solidFill>
          <a:schemeClr val="dk2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 txBox="1"/>
          <p:nvPr>
            <p:ph type="title"/>
          </p:nvPr>
        </p:nvSpPr>
        <p:spPr>
          <a:xfrm>
            <a:off x="0" y="3073400"/>
            <a:ext cx="91440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06" name="Google Shape;106;p14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4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Next class">
  <p:cSld name="CUSTOM_10_1_1_1_2_2_1">
    <p:bg>
      <p:bgPr>
        <a:solidFill>
          <a:schemeClr val="dk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Next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lass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4429130" y="1541930"/>
            <a:ext cx="285844" cy="574072"/>
          </a:xfrm>
          <a:custGeom>
            <a:rect b="b" l="l" r="r" t="t"/>
            <a:pathLst>
              <a:path extrusionOk="0" fill="none" h="206130" w="102637">
                <a:moveTo>
                  <a:pt x="0" y="1"/>
                </a:moveTo>
                <a:lnTo>
                  <a:pt x="102637" y="103065"/>
                </a:lnTo>
                <a:lnTo>
                  <a:pt x="0" y="206129"/>
                </a:lnTo>
              </a:path>
            </a:pathLst>
          </a:custGeom>
          <a:solidFill>
            <a:srgbClr val="FFFFFF"/>
          </a:solidFill>
          <a:ln cap="rnd" cmpd="sng" w="28575">
            <a:solidFill>
              <a:srgbClr val="283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Time to Code">
  <p:cSld name="CUSTOM_10_1_1_1_2_2_1_1">
    <p:bg>
      <p:bgPr>
        <a:solidFill>
          <a:schemeClr val="dk2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/>
        </p:nvSpPr>
        <p:spPr>
          <a:xfrm>
            <a:off x="0" y="3086100"/>
            <a:ext cx="91440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to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ode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36576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94290" y="1424853"/>
            <a:ext cx="1155368" cy="818142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>
            <p:ph idx="1" type="subTitle"/>
          </p:nvPr>
        </p:nvSpPr>
        <p:spPr>
          <a:xfrm>
            <a:off x="5029200" y="4245725"/>
            <a:ext cx="365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hallenge">
  <p:cSld name="CUSTOM_10_1_1_1_2_1_1">
    <p:bg>
      <p:bgPr>
        <a:solidFill>
          <a:schemeClr val="dk2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Challenge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0" name="Google Shape;120;p1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1" name="Google Shape;121;p17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72546" y="1094559"/>
            <a:ext cx="1390807" cy="1212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ourse overview">
  <p:cSld name="CUSTOM_10_1_1_1_2_1_1_1">
    <p:bg>
      <p:bgPr>
        <a:solidFill>
          <a:schemeClr val="dk2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ourse overview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5" name="Google Shape;125;p1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18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6605" y="1339647"/>
            <a:ext cx="950800" cy="97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lank slide">
  <p:cSld name="CUSTOM_26_1_1">
    <p:bg>
      <p:bgPr>
        <a:solidFill>
          <a:schemeClr val="dk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title"/>
          </p:nvPr>
        </p:nvSpPr>
        <p:spPr>
          <a:xfrm>
            <a:off x="0" y="3072384"/>
            <a:ext cx="91440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Welcome page">
  <p:cSld name="CUSTOM_26_1_1_1">
    <p:bg>
      <p:bgPr>
        <a:solidFill>
          <a:schemeClr val="dk2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Welcome</a:t>
            </a:r>
            <a:endParaRPr b="1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3" name="Google Shape;133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84112" y="1371590"/>
            <a:ext cx="1776025" cy="1324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Conclusion">
  <p:cSld name="CUSTOM_26_1_1_1_1">
    <p:bg>
      <p:bgPr>
        <a:solidFill>
          <a:schemeClr val="dk2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Conclusion</a:t>
            </a:r>
            <a:endParaRPr b="1" sz="4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6" name="Google Shape;136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8275" y="1452275"/>
            <a:ext cx="1047450" cy="120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's up! Let's review">
  <p:cSld name="CUSTOM_10_2_1_1_1">
    <p:bg>
      <p:bgPr>
        <a:solidFill>
          <a:schemeClr val="dk2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56863" y="1371602"/>
            <a:ext cx="1430525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2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Time’s up!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22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review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reak">
  <p:cSld name="CUSTOM_10_1">
    <p:bg>
      <p:bgPr>
        <a:solidFill>
          <a:schemeClr val="dk2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61200" y="1371599"/>
            <a:ext cx="1421602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3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Break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p23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 mins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 for a quick review">
  <p:cSld name="CUSTOM_10_1_1_2">
    <p:bg>
      <p:bgPr>
        <a:solidFill>
          <a:schemeClr val="dk2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2162" y="1448847"/>
            <a:ext cx="1699675" cy="122485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4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for a quick video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Peer review">
  <p:cSld name="CUSTOM_10_1_1_1_3">
    <p:bg>
      <p:bgPr>
        <a:solidFill>
          <a:schemeClr val="dk2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53000"/>
            <a:ext cx="1291550" cy="129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Peer review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Let's recap">
  <p:cSld name="CUSTOM_10_1_1_1_2">
    <p:bg>
      <p:bgPr>
        <a:solidFill>
          <a:schemeClr val="dk2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35359"/>
            <a:ext cx="1291550" cy="1326833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6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recap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Office hours">
  <p:cSld name="CUSTOM_10_1_1_1_2_3_2">
    <p:bg>
      <p:bgPr>
        <a:solidFill>
          <a:schemeClr val="dk2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92850" y="1583850"/>
            <a:ext cx="2158300" cy="11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7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Office hours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2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Slack slide">
  <p:cSld name="CUSTOM_10_1_1_1_2_3_1">
    <p:bg>
      <p:bgPr>
        <a:solidFill>
          <a:schemeClr val="dk2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Class Slack Channel: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2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61" name="Google Shape;161;p28"/>
          <p:cNvPicPr preferRelativeResize="0"/>
          <p:nvPr/>
        </p:nvPicPr>
        <p:blipFill rotWithShape="1">
          <a:blip r:embed="rId2">
            <a:alphaModFix/>
          </a:blip>
          <a:srcRect b="24412" l="9534" r="69121" t="23790"/>
          <a:stretch/>
        </p:blipFill>
        <p:spPr>
          <a:xfrm>
            <a:off x="3876275" y="1390350"/>
            <a:ext cx="1391451" cy="138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hank you">
  <p:cSld name="CUSTOM_10_1_1_1_2_1_2">
    <p:bg>
      <p:bgPr>
        <a:solidFill>
          <a:schemeClr val="dk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/>
        </p:nvSpPr>
        <p:spPr>
          <a:xfrm>
            <a:off x="0" y="3073400"/>
            <a:ext cx="9144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4" name="Google Shape;164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3775" y="1371600"/>
            <a:ext cx="1376700" cy="137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Questions">
  <p:cSld name="CUSTOM_10_1_1_1_1_2">
    <p:bg>
      <p:bgPr>
        <a:solidFill>
          <a:schemeClr val="dk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/>
        </p:nvSpPr>
        <p:spPr>
          <a:xfrm>
            <a:off x="0" y="305495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7" name="Google Shape;167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6873" y="1589513"/>
            <a:ext cx="1690255" cy="13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653025" y="4126875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30"/>
          <p:cNvPicPr preferRelativeResize="0"/>
          <p:nvPr/>
        </p:nvPicPr>
        <p:blipFill rotWithShape="1">
          <a:blip r:embed="rId3">
            <a:alphaModFix/>
          </a:blip>
          <a:srcRect b="19664" l="0" r="0" t="0"/>
          <a:stretch/>
        </p:blipFill>
        <p:spPr>
          <a:xfrm flipH="1">
            <a:off x="1651350" y="4364000"/>
            <a:ext cx="783075" cy="9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0"/>
          <p:cNvPicPr preferRelativeResize="0"/>
          <p:nvPr/>
        </p:nvPicPr>
        <p:blipFill rotWithShape="1">
          <a:blip r:embed="rId3">
            <a:alphaModFix/>
          </a:blip>
          <a:srcRect b="30598" l="0" r="0" t="0"/>
          <a:stretch/>
        </p:blipFill>
        <p:spPr>
          <a:xfrm flipH="1">
            <a:off x="3638200" y="4387525"/>
            <a:ext cx="712575" cy="7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2655487" y="3973275"/>
            <a:ext cx="982713" cy="13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4517888" y="4134937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0"/>
          <p:cNvPicPr preferRelativeResize="0"/>
          <p:nvPr/>
        </p:nvPicPr>
        <p:blipFill rotWithShape="1">
          <a:blip r:embed="rId3">
            <a:alphaModFix/>
          </a:blip>
          <a:srcRect b="5686" l="0" r="0" t="0"/>
          <a:stretch/>
        </p:blipFill>
        <p:spPr>
          <a:xfrm flipH="1">
            <a:off x="5979175" y="4168652"/>
            <a:ext cx="783075" cy="11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650" y="3973275"/>
            <a:ext cx="870750" cy="13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C - Instructor Demonstration">
  <p:cSld name="CUSTOM_10_2">
    <p:bg>
      <p:bgPr>
        <a:solidFill>
          <a:schemeClr val="dk2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77" name="Google Shape;177;p31"/>
          <p:cNvSpPr/>
          <p:nvPr/>
        </p:nvSpPr>
        <p:spPr>
          <a:xfrm>
            <a:off x="3657600" y="919500"/>
            <a:ext cx="1828800" cy="182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1"/>
          <p:cNvSpPr txBox="1"/>
          <p:nvPr/>
        </p:nvSpPr>
        <p:spPr>
          <a:xfrm>
            <a:off x="311700" y="3073125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Instructor</a:t>
            </a:r>
            <a:r>
              <a:rPr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Demonstration</a:t>
            </a:r>
            <a:endParaRPr i="0" sz="24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79" name="Google Shape;179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34596" y="1424818"/>
            <a:ext cx="1274808" cy="818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D - Blank chapter title slide">
  <p:cSld name="CUSTOM_26_2">
    <p:bg>
      <p:bgPr>
        <a:solidFill>
          <a:schemeClr val="accent2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blank)">
  <p:cSld name="CUSTOM_21_2_2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3" name="Google Shape;183;p33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84" name="Google Shape;184;p33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3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87" name="Google Shape;187;p33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with bullets)">
  <p:cSld name="CUSTOM_21_2_3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4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90" name="Google Shape;190;p34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34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" name="Google Shape;193;p34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4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4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4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4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4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9" name="Google Shape;199;p34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0" name="Google Shape;200;p34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1" name="Google Shape;201;p34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2" name="Google Shape;202;p34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3" name="Google Shape;203;p34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4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4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4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4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4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blank)">
  <p:cSld name="CUSTOM_21_2_2_1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0" name="Google Shape;210;p35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1" name="Google Shape;211;p35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5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35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with bullets)">
  <p:cSld name="CUSTOM_21_2_2_1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6" name="Google Shape;216;p36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7" name="Google Shape;217;p36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6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6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6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6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6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6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5" name="Google Shape;225;p36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6" name="Google Shape;226;p36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7" name="Google Shape;227;p36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36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9" name="Google Shape;229;p36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6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6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6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6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6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p36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7"/>
          <p:cNvSpPr txBox="1"/>
          <p:nvPr/>
        </p:nvSpPr>
        <p:spPr>
          <a:xfrm>
            <a:off x="4572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01.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37"/>
          <p:cNvSpPr txBox="1"/>
          <p:nvPr/>
        </p:nvSpPr>
        <p:spPr>
          <a:xfrm>
            <a:off x="457197" y="206217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02.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37"/>
          <p:cNvSpPr txBox="1"/>
          <p:nvPr/>
        </p:nvSpPr>
        <p:spPr>
          <a:xfrm>
            <a:off x="457204" y="253925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03.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37"/>
          <p:cNvSpPr txBox="1"/>
          <p:nvPr/>
        </p:nvSpPr>
        <p:spPr>
          <a:xfrm>
            <a:off x="457197" y="298165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04.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37"/>
          <p:cNvSpPr txBox="1"/>
          <p:nvPr/>
        </p:nvSpPr>
        <p:spPr>
          <a:xfrm>
            <a:off x="457200" y="344330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05.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37"/>
          <p:cNvSpPr txBox="1"/>
          <p:nvPr/>
        </p:nvSpPr>
        <p:spPr>
          <a:xfrm>
            <a:off x="45638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06.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37"/>
          <p:cNvSpPr txBox="1"/>
          <p:nvPr/>
        </p:nvSpPr>
        <p:spPr>
          <a:xfrm>
            <a:off x="4563800" y="206488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07.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37"/>
          <p:cNvSpPr txBox="1"/>
          <p:nvPr/>
        </p:nvSpPr>
        <p:spPr>
          <a:xfrm>
            <a:off x="4563800" y="2529587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08.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37"/>
          <p:cNvSpPr txBox="1"/>
          <p:nvPr/>
        </p:nvSpPr>
        <p:spPr>
          <a:xfrm>
            <a:off x="4563800" y="298162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09.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37"/>
          <p:cNvSpPr txBox="1"/>
          <p:nvPr/>
        </p:nvSpPr>
        <p:spPr>
          <a:xfrm>
            <a:off x="4563800" y="344473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8" name="Google Shape;248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425" y="301475"/>
            <a:ext cx="287550" cy="364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9" name="Google Shape;249;p37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50" name="Google Shape;250;p3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37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Table of Contents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" name="Google Shape;252;p37"/>
          <p:cNvSpPr txBox="1"/>
          <p:nvPr>
            <p:ph idx="2" type="body"/>
          </p:nvPr>
        </p:nvSpPr>
        <p:spPr>
          <a:xfrm>
            <a:off x="914400" y="160934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3" name="Google Shape;253;p37"/>
          <p:cNvSpPr txBox="1"/>
          <p:nvPr>
            <p:ph idx="3" type="body"/>
          </p:nvPr>
        </p:nvSpPr>
        <p:spPr>
          <a:xfrm>
            <a:off x="914400" y="343556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4" name="Google Shape;254;p37"/>
          <p:cNvSpPr txBox="1"/>
          <p:nvPr>
            <p:ph idx="4" type="body"/>
          </p:nvPr>
        </p:nvSpPr>
        <p:spPr>
          <a:xfrm>
            <a:off x="914400" y="206590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5" name="Google Shape;255;p37"/>
          <p:cNvSpPr txBox="1"/>
          <p:nvPr>
            <p:ph idx="5" type="body"/>
          </p:nvPr>
        </p:nvSpPr>
        <p:spPr>
          <a:xfrm>
            <a:off x="914400" y="2522456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6" name="Google Shape;256;p37"/>
          <p:cNvSpPr txBox="1"/>
          <p:nvPr>
            <p:ph idx="6" type="body"/>
          </p:nvPr>
        </p:nvSpPr>
        <p:spPr>
          <a:xfrm>
            <a:off x="914400" y="297900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7" name="Google Shape;257;p37"/>
          <p:cNvSpPr txBox="1"/>
          <p:nvPr>
            <p:ph idx="7" type="body"/>
          </p:nvPr>
        </p:nvSpPr>
        <p:spPr>
          <a:xfrm>
            <a:off x="5029200" y="16093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8" name="Google Shape;258;p37"/>
          <p:cNvSpPr txBox="1"/>
          <p:nvPr>
            <p:ph idx="8" type="body"/>
          </p:nvPr>
        </p:nvSpPr>
        <p:spPr>
          <a:xfrm>
            <a:off x="5029200" y="34355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9" name="Google Shape;259;p37"/>
          <p:cNvSpPr txBox="1"/>
          <p:nvPr>
            <p:ph idx="9" type="body"/>
          </p:nvPr>
        </p:nvSpPr>
        <p:spPr>
          <a:xfrm>
            <a:off x="5029200" y="20659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0" name="Google Shape;260;p37"/>
          <p:cNvSpPr txBox="1"/>
          <p:nvPr>
            <p:ph idx="13" type="body"/>
          </p:nvPr>
        </p:nvSpPr>
        <p:spPr>
          <a:xfrm>
            <a:off x="5029200" y="2522451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1" name="Google Shape;261;p37"/>
          <p:cNvSpPr txBox="1"/>
          <p:nvPr>
            <p:ph idx="14" type="body"/>
          </p:nvPr>
        </p:nvSpPr>
        <p:spPr>
          <a:xfrm>
            <a:off x="5029200" y="29790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72">
          <p15:clr>
            <a:srgbClr val="E46962"/>
          </p15:clr>
        </p15:guide>
        <p15:guide id="2" pos="2884">
          <p15:clr>
            <a:srgbClr val="E46962"/>
          </p15:clr>
        </p15:guide>
        <p15:guide id="3" pos="3168">
          <p15:clr>
            <a:srgbClr val="E46962"/>
          </p15:clr>
        </p15:guide>
        <p15:guide id="4" orient="horz" pos="288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">
  <p:cSld name="CUSTOM_23">
    <p:bg>
      <p:bgPr>
        <a:solidFill>
          <a:srgbClr val="F2F2F2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38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38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6" name="Google Shape;266;p38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7" name="Google Shape;267;p38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68" name="Google Shape;268;p38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69" name="Google Shape;26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8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71" name="Google Shape;271;p38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(Class activity)">
  <p:cSld name="CUSTOM_23_2">
    <p:bg>
      <p:bgPr>
        <a:solidFill>
          <a:srgbClr val="F2F2F2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9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Class </a:t>
            </a: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" name="Google Shape;275;p39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6" name="Google Shape;276;p39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7" name="Google Shape;277;p39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78" name="Google Shape;278;p39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79" name="Google Shape;27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9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39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s">
  <p:cSld name="CUSTOM_22_1_1">
    <p:bg>
      <p:bgPr>
        <a:solidFill>
          <a:schemeClr val="lt2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0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40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5" name="Google Shape;285;p40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40"/>
          <p:cNvSpPr txBox="1"/>
          <p:nvPr>
            <p:ph idx="1" type="body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>
            <a:lvl1pPr indent="-444500" lvl="0" marL="4572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1pPr>
            <a:lvl2pPr indent="-444500" lvl="1" marL="9144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2pPr>
            <a:lvl3pPr indent="-444500" lvl="2" marL="13716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3pPr>
            <a:lvl4pPr indent="-444500" lvl="3" marL="18288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4pPr>
            <a:lvl5pPr indent="-444500" lvl="4" marL="22860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5pPr>
            <a:lvl6pPr indent="-444500" lvl="5" marL="27432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6pPr>
            <a:lvl7pPr indent="-444500" lvl="6" marL="32004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7pPr>
            <a:lvl8pPr indent="-444500" lvl="7" marL="36576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8pPr>
            <a:lvl9pPr indent="-444500" lvl="8" marL="41148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Key Idea">
  <p:cSld name="CUSTOM_4">
    <p:bg>
      <p:bgPr>
        <a:solidFill>
          <a:schemeClr val="lt2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1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9" name="Google Shape;289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0550" y="18616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41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41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estion">
  <p:cSld name="CUSTOM_4_1_2_1">
    <p:bg>
      <p:bgPr>
        <a:solidFill>
          <a:schemeClr val="lt2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2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4" name="Google Shape;294;p42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7875" y="2012779"/>
            <a:ext cx="1003696" cy="1489696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42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otation">
  <p:cSld name="CUSTOM_4_1_1">
    <p:bg>
      <p:bgPr>
        <a:solidFill>
          <a:schemeClr val="lt2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3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9" name="Google Shape;299;p43"/>
          <p:cNvGrpSpPr/>
          <p:nvPr/>
        </p:nvGrpSpPr>
        <p:grpSpPr>
          <a:xfrm>
            <a:off x="1074625" y="2258150"/>
            <a:ext cx="1473491" cy="980288"/>
            <a:chOff x="1074625" y="2258150"/>
            <a:chExt cx="1473491" cy="980288"/>
          </a:xfrm>
        </p:grpSpPr>
        <p:sp>
          <p:nvSpPr>
            <p:cNvPr id="300" name="Google Shape;300;p43"/>
            <p:cNvSpPr/>
            <p:nvPr/>
          </p:nvSpPr>
          <p:spPr>
            <a:xfrm>
              <a:off x="1074625" y="2258150"/>
              <a:ext cx="704970" cy="980288"/>
            </a:xfrm>
            <a:custGeom>
              <a:rect b="b" l="l" r="r" t="t"/>
              <a:pathLst>
                <a:path extrusionOk="0" fill="none" h="79682" w="57303">
                  <a:moveTo>
                    <a:pt x="12677" y="79681"/>
                  </a:moveTo>
                  <a:lnTo>
                    <a:pt x="12677" y="79681"/>
                  </a:lnTo>
                  <a:lnTo>
                    <a:pt x="15652" y="75283"/>
                  </a:lnTo>
                  <a:lnTo>
                    <a:pt x="17980" y="71403"/>
                  </a:lnTo>
                  <a:lnTo>
                    <a:pt x="19920" y="67910"/>
                  </a:lnTo>
                  <a:lnTo>
                    <a:pt x="21343" y="64806"/>
                  </a:lnTo>
                  <a:lnTo>
                    <a:pt x="22378" y="62090"/>
                  </a:lnTo>
                  <a:lnTo>
                    <a:pt x="23025" y="59891"/>
                  </a:lnTo>
                  <a:lnTo>
                    <a:pt x="23413" y="58080"/>
                  </a:lnTo>
                  <a:lnTo>
                    <a:pt x="23542" y="56786"/>
                  </a:lnTo>
                  <a:lnTo>
                    <a:pt x="23542" y="56786"/>
                  </a:lnTo>
                  <a:lnTo>
                    <a:pt x="21084" y="56139"/>
                  </a:lnTo>
                  <a:lnTo>
                    <a:pt x="18627" y="55363"/>
                  </a:lnTo>
                  <a:lnTo>
                    <a:pt x="16428" y="54458"/>
                  </a:lnTo>
                  <a:lnTo>
                    <a:pt x="14229" y="53294"/>
                  </a:lnTo>
                  <a:lnTo>
                    <a:pt x="12159" y="52000"/>
                  </a:lnTo>
                  <a:lnTo>
                    <a:pt x="10219" y="50448"/>
                  </a:lnTo>
                  <a:lnTo>
                    <a:pt x="8408" y="48896"/>
                  </a:lnTo>
                  <a:lnTo>
                    <a:pt x="6726" y="47085"/>
                  </a:lnTo>
                  <a:lnTo>
                    <a:pt x="5304" y="45144"/>
                  </a:lnTo>
                  <a:lnTo>
                    <a:pt x="4010" y="43075"/>
                  </a:lnTo>
                  <a:lnTo>
                    <a:pt x="2846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518" y="33761"/>
                  </a:lnTo>
                  <a:lnTo>
                    <a:pt x="129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259" y="25742"/>
                  </a:lnTo>
                  <a:lnTo>
                    <a:pt x="647" y="22896"/>
                  </a:lnTo>
                  <a:lnTo>
                    <a:pt x="1294" y="20050"/>
                  </a:lnTo>
                  <a:lnTo>
                    <a:pt x="2328" y="17463"/>
                  </a:lnTo>
                  <a:lnTo>
                    <a:pt x="3493" y="15005"/>
                  </a:lnTo>
                  <a:lnTo>
                    <a:pt x="4915" y="12677"/>
                  </a:lnTo>
                  <a:lnTo>
                    <a:pt x="6597" y="10478"/>
                  </a:lnTo>
                  <a:lnTo>
                    <a:pt x="8408" y="8409"/>
                  </a:lnTo>
                  <a:lnTo>
                    <a:pt x="10478" y="6598"/>
                  </a:lnTo>
                  <a:lnTo>
                    <a:pt x="12677" y="4916"/>
                  </a:lnTo>
                  <a:lnTo>
                    <a:pt x="15005" y="3493"/>
                  </a:lnTo>
                  <a:lnTo>
                    <a:pt x="17592" y="2200"/>
                  </a:lnTo>
                  <a:lnTo>
                    <a:pt x="20179" y="1294"/>
                  </a:lnTo>
                  <a:lnTo>
                    <a:pt x="22895" y="647"/>
                  </a:lnTo>
                  <a:lnTo>
                    <a:pt x="25741" y="130"/>
                  </a:lnTo>
                  <a:lnTo>
                    <a:pt x="28716" y="1"/>
                  </a:lnTo>
                  <a:lnTo>
                    <a:pt x="28716" y="1"/>
                  </a:lnTo>
                  <a:lnTo>
                    <a:pt x="31562" y="130"/>
                  </a:lnTo>
                  <a:lnTo>
                    <a:pt x="34408" y="647"/>
                  </a:lnTo>
                  <a:lnTo>
                    <a:pt x="37124" y="1294"/>
                  </a:lnTo>
                  <a:lnTo>
                    <a:pt x="39840" y="2200"/>
                  </a:lnTo>
                  <a:lnTo>
                    <a:pt x="42298" y="3493"/>
                  </a:lnTo>
                  <a:lnTo>
                    <a:pt x="44626" y="4916"/>
                  </a:lnTo>
                  <a:lnTo>
                    <a:pt x="46825" y="6598"/>
                  </a:lnTo>
                  <a:lnTo>
                    <a:pt x="48895" y="8409"/>
                  </a:lnTo>
                  <a:lnTo>
                    <a:pt x="50706" y="10478"/>
                  </a:lnTo>
                  <a:lnTo>
                    <a:pt x="52388" y="12677"/>
                  </a:lnTo>
                  <a:lnTo>
                    <a:pt x="53810" y="15005"/>
                  </a:lnTo>
                  <a:lnTo>
                    <a:pt x="54975" y="17463"/>
                  </a:lnTo>
                  <a:lnTo>
                    <a:pt x="56009" y="20050"/>
                  </a:lnTo>
                  <a:lnTo>
                    <a:pt x="56656" y="22896"/>
                  </a:lnTo>
                  <a:lnTo>
                    <a:pt x="57174" y="25742"/>
                  </a:lnTo>
                  <a:lnTo>
                    <a:pt x="57303" y="28587"/>
                  </a:lnTo>
                  <a:lnTo>
                    <a:pt x="57303" y="28587"/>
                  </a:lnTo>
                  <a:lnTo>
                    <a:pt x="57174" y="31562"/>
                  </a:lnTo>
                  <a:lnTo>
                    <a:pt x="56915" y="34279"/>
                  </a:lnTo>
                  <a:lnTo>
                    <a:pt x="56398" y="37125"/>
                  </a:lnTo>
                  <a:lnTo>
                    <a:pt x="55751" y="39712"/>
                  </a:lnTo>
                  <a:lnTo>
                    <a:pt x="54845" y="42299"/>
                  </a:lnTo>
                  <a:lnTo>
                    <a:pt x="53940" y="44886"/>
                  </a:lnTo>
                  <a:lnTo>
                    <a:pt x="52776" y="47214"/>
                  </a:lnTo>
                  <a:lnTo>
                    <a:pt x="51611" y="49542"/>
                  </a:lnTo>
                  <a:lnTo>
                    <a:pt x="50189" y="51871"/>
                  </a:lnTo>
                  <a:lnTo>
                    <a:pt x="48766" y="54070"/>
                  </a:lnTo>
                  <a:lnTo>
                    <a:pt x="47214" y="56139"/>
                  </a:lnTo>
                  <a:lnTo>
                    <a:pt x="45532" y="58209"/>
                  </a:lnTo>
                  <a:lnTo>
                    <a:pt x="43850" y="60020"/>
                  </a:lnTo>
                  <a:lnTo>
                    <a:pt x="42039" y="61960"/>
                  </a:lnTo>
                  <a:lnTo>
                    <a:pt x="40229" y="63642"/>
                  </a:lnTo>
                  <a:lnTo>
                    <a:pt x="38288" y="65323"/>
                  </a:lnTo>
                  <a:lnTo>
                    <a:pt x="36477" y="66876"/>
                  </a:lnTo>
                  <a:lnTo>
                    <a:pt x="34537" y="68428"/>
                  </a:lnTo>
                  <a:lnTo>
                    <a:pt x="30786" y="71144"/>
                  </a:lnTo>
                  <a:lnTo>
                    <a:pt x="27035" y="73472"/>
                  </a:lnTo>
                  <a:lnTo>
                    <a:pt x="23413" y="75413"/>
                  </a:lnTo>
                  <a:lnTo>
                    <a:pt x="20050" y="77094"/>
                  </a:lnTo>
                  <a:lnTo>
                    <a:pt x="17204" y="78388"/>
                  </a:lnTo>
                  <a:lnTo>
                    <a:pt x="14617" y="79164"/>
                  </a:lnTo>
                  <a:lnTo>
                    <a:pt x="12677" y="79681"/>
                  </a:lnTo>
                  <a:lnTo>
                    <a:pt x="12677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43"/>
            <p:cNvSpPr/>
            <p:nvPr/>
          </p:nvSpPr>
          <p:spPr>
            <a:xfrm>
              <a:off x="1844733" y="2258150"/>
              <a:ext cx="703383" cy="980288"/>
            </a:xfrm>
            <a:custGeom>
              <a:rect b="b" l="l" r="r" t="t"/>
              <a:pathLst>
                <a:path extrusionOk="0" fill="none" h="79682" w="57174">
                  <a:moveTo>
                    <a:pt x="12548" y="79681"/>
                  </a:moveTo>
                  <a:lnTo>
                    <a:pt x="12548" y="79681"/>
                  </a:lnTo>
                  <a:lnTo>
                    <a:pt x="15523" y="75283"/>
                  </a:lnTo>
                  <a:lnTo>
                    <a:pt x="17980" y="71403"/>
                  </a:lnTo>
                  <a:lnTo>
                    <a:pt x="19791" y="67910"/>
                  </a:lnTo>
                  <a:lnTo>
                    <a:pt x="21214" y="64806"/>
                  </a:lnTo>
                  <a:lnTo>
                    <a:pt x="22249" y="62090"/>
                  </a:lnTo>
                  <a:lnTo>
                    <a:pt x="22896" y="59891"/>
                  </a:lnTo>
                  <a:lnTo>
                    <a:pt x="23284" y="58080"/>
                  </a:lnTo>
                  <a:lnTo>
                    <a:pt x="23413" y="56786"/>
                  </a:lnTo>
                  <a:lnTo>
                    <a:pt x="23413" y="56786"/>
                  </a:lnTo>
                  <a:lnTo>
                    <a:pt x="20955" y="56139"/>
                  </a:lnTo>
                  <a:lnTo>
                    <a:pt x="18498" y="55363"/>
                  </a:lnTo>
                  <a:lnTo>
                    <a:pt x="16299" y="54458"/>
                  </a:lnTo>
                  <a:lnTo>
                    <a:pt x="14100" y="53294"/>
                  </a:lnTo>
                  <a:lnTo>
                    <a:pt x="12030" y="52000"/>
                  </a:lnTo>
                  <a:lnTo>
                    <a:pt x="10090" y="50448"/>
                  </a:lnTo>
                  <a:lnTo>
                    <a:pt x="8279" y="48896"/>
                  </a:lnTo>
                  <a:lnTo>
                    <a:pt x="6727" y="47085"/>
                  </a:lnTo>
                  <a:lnTo>
                    <a:pt x="5174" y="45144"/>
                  </a:lnTo>
                  <a:lnTo>
                    <a:pt x="3881" y="43075"/>
                  </a:lnTo>
                  <a:lnTo>
                    <a:pt x="2717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388" y="33761"/>
                  </a:lnTo>
                  <a:lnTo>
                    <a:pt x="130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130" y="25742"/>
                  </a:lnTo>
                  <a:lnTo>
                    <a:pt x="518" y="22896"/>
                  </a:lnTo>
                  <a:lnTo>
                    <a:pt x="1294" y="20050"/>
                  </a:lnTo>
                  <a:lnTo>
                    <a:pt x="2199" y="17463"/>
                  </a:lnTo>
                  <a:lnTo>
                    <a:pt x="3364" y="15005"/>
                  </a:lnTo>
                  <a:lnTo>
                    <a:pt x="4786" y="12677"/>
                  </a:lnTo>
                  <a:lnTo>
                    <a:pt x="6468" y="10478"/>
                  </a:lnTo>
                  <a:lnTo>
                    <a:pt x="8279" y="8409"/>
                  </a:lnTo>
                  <a:lnTo>
                    <a:pt x="10349" y="6598"/>
                  </a:lnTo>
                  <a:lnTo>
                    <a:pt x="12548" y="4916"/>
                  </a:lnTo>
                  <a:lnTo>
                    <a:pt x="14876" y="3493"/>
                  </a:lnTo>
                  <a:lnTo>
                    <a:pt x="17463" y="2200"/>
                  </a:lnTo>
                  <a:lnTo>
                    <a:pt x="20050" y="1294"/>
                  </a:lnTo>
                  <a:lnTo>
                    <a:pt x="22766" y="647"/>
                  </a:lnTo>
                  <a:lnTo>
                    <a:pt x="25612" y="130"/>
                  </a:lnTo>
                  <a:lnTo>
                    <a:pt x="28587" y="1"/>
                  </a:lnTo>
                  <a:lnTo>
                    <a:pt x="28587" y="1"/>
                  </a:lnTo>
                  <a:lnTo>
                    <a:pt x="31433" y="130"/>
                  </a:lnTo>
                  <a:lnTo>
                    <a:pt x="34279" y="647"/>
                  </a:lnTo>
                  <a:lnTo>
                    <a:pt x="37124" y="1294"/>
                  </a:lnTo>
                  <a:lnTo>
                    <a:pt x="39711" y="2200"/>
                  </a:lnTo>
                  <a:lnTo>
                    <a:pt x="42169" y="3493"/>
                  </a:lnTo>
                  <a:lnTo>
                    <a:pt x="44627" y="4916"/>
                  </a:lnTo>
                  <a:lnTo>
                    <a:pt x="46826" y="6598"/>
                  </a:lnTo>
                  <a:lnTo>
                    <a:pt x="48766" y="8409"/>
                  </a:lnTo>
                  <a:lnTo>
                    <a:pt x="50706" y="10478"/>
                  </a:lnTo>
                  <a:lnTo>
                    <a:pt x="52259" y="12677"/>
                  </a:lnTo>
                  <a:lnTo>
                    <a:pt x="53681" y="15005"/>
                  </a:lnTo>
                  <a:lnTo>
                    <a:pt x="54975" y="17463"/>
                  </a:lnTo>
                  <a:lnTo>
                    <a:pt x="55880" y="20050"/>
                  </a:lnTo>
                  <a:lnTo>
                    <a:pt x="56657" y="22896"/>
                  </a:lnTo>
                  <a:lnTo>
                    <a:pt x="57045" y="25742"/>
                  </a:lnTo>
                  <a:lnTo>
                    <a:pt x="57174" y="28587"/>
                  </a:lnTo>
                  <a:lnTo>
                    <a:pt x="57174" y="28587"/>
                  </a:lnTo>
                  <a:lnTo>
                    <a:pt x="57045" y="31562"/>
                  </a:lnTo>
                  <a:lnTo>
                    <a:pt x="56786" y="34279"/>
                  </a:lnTo>
                  <a:lnTo>
                    <a:pt x="56268" y="37125"/>
                  </a:lnTo>
                  <a:lnTo>
                    <a:pt x="55622" y="39712"/>
                  </a:lnTo>
                  <a:lnTo>
                    <a:pt x="54846" y="42299"/>
                  </a:lnTo>
                  <a:lnTo>
                    <a:pt x="53811" y="44886"/>
                  </a:lnTo>
                  <a:lnTo>
                    <a:pt x="52776" y="47214"/>
                  </a:lnTo>
                  <a:lnTo>
                    <a:pt x="51482" y="49542"/>
                  </a:lnTo>
                  <a:lnTo>
                    <a:pt x="50060" y="51871"/>
                  </a:lnTo>
                  <a:lnTo>
                    <a:pt x="48637" y="54070"/>
                  </a:lnTo>
                  <a:lnTo>
                    <a:pt x="47084" y="56139"/>
                  </a:lnTo>
                  <a:lnTo>
                    <a:pt x="45403" y="58209"/>
                  </a:lnTo>
                  <a:lnTo>
                    <a:pt x="43721" y="60020"/>
                  </a:lnTo>
                  <a:lnTo>
                    <a:pt x="41910" y="61960"/>
                  </a:lnTo>
                  <a:lnTo>
                    <a:pt x="40099" y="63642"/>
                  </a:lnTo>
                  <a:lnTo>
                    <a:pt x="38289" y="65323"/>
                  </a:lnTo>
                  <a:lnTo>
                    <a:pt x="36348" y="66876"/>
                  </a:lnTo>
                  <a:lnTo>
                    <a:pt x="34408" y="68428"/>
                  </a:lnTo>
                  <a:lnTo>
                    <a:pt x="30657" y="71144"/>
                  </a:lnTo>
                  <a:lnTo>
                    <a:pt x="26906" y="73472"/>
                  </a:lnTo>
                  <a:lnTo>
                    <a:pt x="23284" y="75413"/>
                  </a:lnTo>
                  <a:lnTo>
                    <a:pt x="20050" y="77094"/>
                  </a:lnTo>
                  <a:lnTo>
                    <a:pt x="17075" y="78388"/>
                  </a:lnTo>
                  <a:lnTo>
                    <a:pt x="14488" y="79164"/>
                  </a:lnTo>
                  <a:lnTo>
                    <a:pt x="12548" y="79681"/>
                  </a:lnTo>
                  <a:lnTo>
                    <a:pt x="12548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2" name="Google Shape;302;p43"/>
          <p:cNvSpPr txBox="1"/>
          <p:nvPr>
            <p:ph idx="1" type="subTitle"/>
          </p:nvPr>
        </p:nvSpPr>
        <p:spPr>
          <a:xfrm>
            <a:off x="459100" y="4189950"/>
            <a:ext cx="27414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03" name="Google Shape;303;p43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3"/>
          <p:cNvSpPr txBox="1"/>
          <p:nvPr>
            <p:ph idx="2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Tip or Answer">
  <p:cSld name="CUSTOM_4_1_1_1">
    <p:bg>
      <p:bgPr>
        <a:solidFill>
          <a:schemeClr val="lt2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4"/>
          <p:cNvSpPr/>
          <p:nvPr/>
        </p:nvSpPr>
        <p:spPr>
          <a:xfrm>
            <a:off x="459100" y="1380744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" name="Google Shape;307;p44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670" y="1896525"/>
            <a:ext cx="1724260" cy="162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44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are Your Answers">
  <p:cSld name="CUSTOM_10_1_1_1_1_1_2">
    <p:bg>
      <p:bgPr>
        <a:solidFill>
          <a:srgbClr val="F2F2F2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5"/>
          <p:cNvSpPr/>
          <p:nvPr/>
        </p:nvSpPr>
        <p:spPr>
          <a:xfrm flipH="1">
            <a:off x="1251238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45"/>
          <p:cNvSpPr/>
          <p:nvPr/>
        </p:nvSpPr>
        <p:spPr>
          <a:xfrm>
            <a:off x="5449563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45"/>
          <p:cNvSpPr/>
          <p:nvPr/>
        </p:nvSpPr>
        <p:spPr>
          <a:xfrm>
            <a:off x="3586938" y="1399275"/>
            <a:ext cx="1994400" cy="19947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5"/>
          <p:cNvSpPr txBox="1"/>
          <p:nvPr/>
        </p:nvSpPr>
        <p:spPr>
          <a:xfrm>
            <a:off x="14183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Share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p45"/>
          <p:cNvSpPr txBox="1"/>
          <p:nvPr/>
        </p:nvSpPr>
        <p:spPr>
          <a:xfrm>
            <a:off x="35296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Your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45"/>
          <p:cNvSpPr txBox="1"/>
          <p:nvPr/>
        </p:nvSpPr>
        <p:spPr>
          <a:xfrm>
            <a:off x="5469363" y="2020425"/>
            <a:ext cx="2403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Answers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member">
  <p:cSld name="CUSTOM_10_1_1_1_1_1_1">
    <p:bg>
      <p:bgPr>
        <a:solidFill>
          <a:srgbClr val="F2F2F2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6"/>
          <p:cNvSpPr txBox="1"/>
          <p:nvPr/>
        </p:nvSpPr>
        <p:spPr>
          <a:xfrm>
            <a:off x="4869500" y="1501000"/>
            <a:ext cx="39012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" sz="4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Remember, </a:t>
            </a:r>
            <a:endParaRPr b="1" i="0" sz="4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9" name="Google Shape;319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-556324" y="1502075"/>
            <a:ext cx="5962899" cy="2537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0" name="Google Shape;320;p46"/>
          <p:cNvGrpSpPr/>
          <p:nvPr/>
        </p:nvGrpSpPr>
        <p:grpSpPr>
          <a:xfrm>
            <a:off x="3972318" y="1206125"/>
            <a:ext cx="1051285" cy="920372"/>
            <a:chOff x="587700" y="-13400"/>
            <a:chExt cx="5735325" cy="5021125"/>
          </a:xfrm>
        </p:grpSpPr>
        <p:sp>
          <p:nvSpPr>
            <p:cNvPr id="321" name="Google Shape;321;p46"/>
            <p:cNvSpPr/>
            <p:nvPr/>
          </p:nvSpPr>
          <p:spPr>
            <a:xfrm>
              <a:off x="3126550" y="3129550"/>
              <a:ext cx="449525" cy="1850775"/>
            </a:xfrm>
            <a:custGeom>
              <a:rect b="b" l="l" r="r" t="t"/>
              <a:pathLst>
                <a:path extrusionOk="0" fill="none" h="74031" w="17981">
                  <a:moveTo>
                    <a:pt x="1" y="68541"/>
                  </a:moveTo>
                  <a:cubicBezTo>
                    <a:pt x="7486" y="74031"/>
                    <a:pt x="17981" y="42278"/>
                    <a:pt x="5491" y="0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46"/>
            <p:cNvSpPr/>
            <p:nvPr/>
          </p:nvSpPr>
          <p:spPr>
            <a:xfrm>
              <a:off x="3253475" y="3038050"/>
              <a:ext cx="1008375" cy="1969675"/>
            </a:xfrm>
            <a:custGeom>
              <a:rect b="b" l="l" r="r" t="t"/>
              <a:pathLst>
                <a:path extrusionOk="0" fill="none" h="78787" w="40335">
                  <a:moveTo>
                    <a:pt x="0" y="69792"/>
                  </a:moveTo>
                  <a:cubicBezTo>
                    <a:pt x="16481" y="78787"/>
                    <a:pt x="40334" y="34844"/>
                    <a:pt x="28206" y="11125"/>
                  </a:cubicBezTo>
                  <a:cubicBezTo>
                    <a:pt x="22519" y="0"/>
                    <a:pt x="1541" y="5118"/>
                    <a:pt x="1913" y="9099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46"/>
            <p:cNvSpPr/>
            <p:nvPr/>
          </p:nvSpPr>
          <p:spPr>
            <a:xfrm>
              <a:off x="587700" y="131875"/>
              <a:ext cx="2878775" cy="2997700"/>
            </a:xfrm>
            <a:custGeom>
              <a:rect b="b" l="l" r="r" t="t"/>
              <a:pathLst>
                <a:path extrusionOk="0" fill="none" h="119908" w="115151">
                  <a:moveTo>
                    <a:pt x="115151" y="119907"/>
                  </a:moveTo>
                  <a:cubicBezTo>
                    <a:pt x="50602" y="114789"/>
                    <a:pt x="1" y="75106"/>
                    <a:pt x="30926" y="48761"/>
                  </a:cubicBezTo>
                  <a:cubicBezTo>
                    <a:pt x="88165" y="0"/>
                    <a:pt x="115151" y="119907"/>
                    <a:pt x="115151" y="119907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46"/>
            <p:cNvSpPr/>
            <p:nvPr/>
          </p:nvSpPr>
          <p:spPr>
            <a:xfrm>
              <a:off x="3408550" y="-13400"/>
              <a:ext cx="1796500" cy="3142975"/>
            </a:xfrm>
            <a:custGeom>
              <a:rect b="b" l="l" r="r" t="t"/>
              <a:pathLst>
                <a:path extrusionOk="0" fill="none" h="125719" w="71860">
                  <a:moveTo>
                    <a:pt x="2317" y="125718"/>
                  </a:moveTo>
                  <a:cubicBezTo>
                    <a:pt x="1" y="63568"/>
                    <a:pt x="64974" y="1"/>
                    <a:pt x="69492" y="63568"/>
                  </a:cubicBezTo>
                  <a:cubicBezTo>
                    <a:pt x="71860" y="96850"/>
                    <a:pt x="2317" y="125718"/>
                    <a:pt x="2317" y="125718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46"/>
            <p:cNvSpPr/>
            <p:nvPr/>
          </p:nvSpPr>
          <p:spPr>
            <a:xfrm>
              <a:off x="3466450" y="2580250"/>
              <a:ext cx="2856575" cy="1271275"/>
            </a:xfrm>
            <a:custGeom>
              <a:rect b="b" l="l" r="r" t="t"/>
              <a:pathLst>
                <a:path extrusionOk="0" fill="none" h="50851" w="114263">
                  <a:moveTo>
                    <a:pt x="1" y="21972"/>
                  </a:moveTo>
                  <a:cubicBezTo>
                    <a:pt x="52732" y="1"/>
                    <a:pt x="75965" y="50850"/>
                    <a:pt x="114262" y="13184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6" name="Google Shape;326;p46"/>
          <p:cNvSpPr txBox="1"/>
          <p:nvPr/>
        </p:nvSpPr>
        <p:spPr>
          <a:xfrm>
            <a:off x="5345350" y="2338950"/>
            <a:ext cx="3524400" cy="24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4572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7" name="Google Shape;327;p46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02 1">
  <p:cSld name="CUSTOM_26_1_1_2">
    <p:bg>
      <p:bgPr>
        <a:solidFill>
          <a:srgbClr val="F2F2F2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8"/>
          <p:cNvSpPr/>
          <p:nvPr/>
        </p:nvSpPr>
        <p:spPr>
          <a:xfrm>
            <a:off x="3731100" y="1119050"/>
            <a:ext cx="1681800" cy="16818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48"/>
          <p:cNvSpPr txBox="1"/>
          <p:nvPr/>
        </p:nvSpPr>
        <p:spPr>
          <a:xfrm>
            <a:off x="0" y="2922900"/>
            <a:ext cx="9144000" cy="7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Welcome</a:t>
            </a:r>
            <a:endParaRPr b="1" sz="40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332" name="Google Shape;33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11125" y="1512075"/>
            <a:ext cx="1321750" cy="98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ternative Numbered Slide 1-3">
  <p:cSld name="CUSTOM_11_1_1_2_1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5" name="Google Shape;335;p49"/>
          <p:cNvSpPr/>
          <p:nvPr/>
        </p:nvSpPr>
        <p:spPr>
          <a:xfrm>
            <a:off x="1352550" y="1289275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6" name="Google Shape;336;p49"/>
          <p:cNvGrpSpPr/>
          <p:nvPr/>
        </p:nvGrpSpPr>
        <p:grpSpPr>
          <a:xfrm>
            <a:off x="457200" y="1289263"/>
            <a:ext cx="776889" cy="621300"/>
            <a:chOff x="457200" y="1378813"/>
            <a:chExt cx="776889" cy="621300"/>
          </a:xfrm>
        </p:grpSpPr>
        <p:sp>
          <p:nvSpPr>
            <p:cNvPr id="337" name="Google Shape;337;p49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i="0" sz="3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8" name="Google Shape;338;p49"/>
            <p:cNvSpPr/>
            <p:nvPr/>
          </p:nvSpPr>
          <p:spPr>
            <a:xfrm rot="5400000">
              <a:off x="969614" y="1607625"/>
              <a:ext cx="34032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339" name="Google Shape;339;p49"/>
          <p:cNvGrpSpPr/>
          <p:nvPr/>
        </p:nvGrpSpPr>
        <p:grpSpPr>
          <a:xfrm>
            <a:off x="457200" y="2139175"/>
            <a:ext cx="776889" cy="621300"/>
            <a:chOff x="457200" y="1378813"/>
            <a:chExt cx="776889" cy="621300"/>
          </a:xfrm>
        </p:grpSpPr>
        <p:sp>
          <p:nvSpPr>
            <p:cNvPr id="340" name="Google Shape;340;p49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1" name="Google Shape;341;p49"/>
            <p:cNvSpPr/>
            <p:nvPr/>
          </p:nvSpPr>
          <p:spPr>
            <a:xfrm rot="5400000">
              <a:off x="969614" y="1607625"/>
              <a:ext cx="340325" cy="188625"/>
            </a:xfrm>
            <a:prstGeom prst="flowChartExtra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342" name="Google Shape;342;p49"/>
          <p:cNvGrpSpPr/>
          <p:nvPr/>
        </p:nvGrpSpPr>
        <p:grpSpPr>
          <a:xfrm>
            <a:off x="457200" y="2984300"/>
            <a:ext cx="776889" cy="621300"/>
            <a:chOff x="457200" y="1378813"/>
            <a:chExt cx="776889" cy="621300"/>
          </a:xfrm>
        </p:grpSpPr>
        <p:sp>
          <p:nvSpPr>
            <p:cNvPr id="343" name="Google Shape;343;p49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4" name="Google Shape;344;p49"/>
            <p:cNvSpPr/>
            <p:nvPr/>
          </p:nvSpPr>
          <p:spPr>
            <a:xfrm rot="5400000">
              <a:off x="969614" y="1607625"/>
              <a:ext cx="340325" cy="188625"/>
            </a:xfrm>
            <a:prstGeom prst="flowChartExtract">
              <a:avLst/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345" name="Google Shape;345;p49"/>
          <p:cNvSpPr/>
          <p:nvPr/>
        </p:nvSpPr>
        <p:spPr>
          <a:xfrm>
            <a:off x="1352550" y="2141586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49"/>
          <p:cNvSpPr/>
          <p:nvPr/>
        </p:nvSpPr>
        <p:spPr>
          <a:xfrm>
            <a:off x="1352550" y="2984300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49"/>
          <p:cNvSpPr txBox="1"/>
          <p:nvPr/>
        </p:nvSpPr>
        <p:spPr>
          <a:xfrm>
            <a:off x="-23999" y="1331650"/>
            <a:ext cx="91803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554475" spcFirstLastPara="1" rIns="4572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" name="Google Shape;348;p49"/>
          <p:cNvSpPr txBox="1"/>
          <p:nvPr/>
        </p:nvSpPr>
        <p:spPr>
          <a:xfrm>
            <a:off x="-23999" y="2143989"/>
            <a:ext cx="91803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554475" spcFirstLastPara="1" rIns="4572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9" name="Google Shape;349;p49"/>
          <p:cNvSpPr txBox="1"/>
          <p:nvPr/>
        </p:nvSpPr>
        <p:spPr>
          <a:xfrm>
            <a:off x="-11683" y="2986724"/>
            <a:ext cx="91803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554475" spcFirstLastPara="1" rIns="4572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" name="Google Shape;350;p49"/>
          <p:cNvSpPr txBox="1"/>
          <p:nvPr>
            <p:ph idx="2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 Text Only 1">
  <p:cSld name="CUSTOM_2_7_2_2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0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53" name="Google Shape;353;p50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54" name="Google Shape;354;p50"/>
          <p:cNvSpPr txBox="1"/>
          <p:nvPr>
            <p:ph idx="2" type="body"/>
          </p:nvPr>
        </p:nvSpPr>
        <p:spPr>
          <a:xfrm>
            <a:off x="175" y="1284250"/>
            <a:ext cx="9144000" cy="35016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slide 01">
  <p:cSld name="CUSTOM_21_2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1"/>
          <p:cNvSpPr/>
          <p:nvPr/>
        </p:nvSpPr>
        <p:spPr>
          <a:xfrm>
            <a:off x="953325" y="177866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7" name="Google Shape;357;p51"/>
          <p:cNvSpPr/>
          <p:nvPr/>
        </p:nvSpPr>
        <p:spPr>
          <a:xfrm>
            <a:off x="953325" y="2421088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8" name="Google Shape;358;p51"/>
          <p:cNvSpPr/>
          <p:nvPr/>
        </p:nvSpPr>
        <p:spPr>
          <a:xfrm>
            <a:off x="953325" y="306352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9" name="Google Shape;359;p51"/>
          <p:cNvSpPr/>
          <p:nvPr/>
        </p:nvSpPr>
        <p:spPr>
          <a:xfrm>
            <a:off x="953325" y="370531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0" name="Google Shape;360;p51"/>
          <p:cNvSpPr/>
          <p:nvPr/>
        </p:nvSpPr>
        <p:spPr>
          <a:xfrm>
            <a:off x="953325" y="4347738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1" name="Google Shape;361;p51"/>
          <p:cNvSpPr/>
          <p:nvPr/>
        </p:nvSpPr>
        <p:spPr>
          <a:xfrm>
            <a:off x="953325" y="113687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2" name="Google Shape;362;p51"/>
          <p:cNvSpPr/>
          <p:nvPr/>
        </p:nvSpPr>
        <p:spPr>
          <a:xfrm>
            <a:off x="802850" y="110747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82D49"/>
                </a:solidFill>
              </a:rPr>
              <a:t>1</a:t>
            </a:r>
            <a:endParaRPr sz="1800">
              <a:solidFill>
                <a:srgbClr val="082D49"/>
              </a:solidFill>
            </a:endParaRPr>
          </a:p>
        </p:txBody>
      </p:sp>
      <p:sp>
        <p:nvSpPr>
          <p:cNvPr id="363" name="Google Shape;363;p51"/>
          <p:cNvSpPr/>
          <p:nvPr/>
        </p:nvSpPr>
        <p:spPr>
          <a:xfrm>
            <a:off x="802850" y="17492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82D49"/>
                </a:solidFill>
              </a:rPr>
              <a:t>2</a:t>
            </a:r>
            <a:endParaRPr sz="1800">
              <a:solidFill>
                <a:srgbClr val="082D49"/>
              </a:solidFill>
            </a:endParaRPr>
          </a:p>
        </p:txBody>
      </p:sp>
      <p:sp>
        <p:nvSpPr>
          <p:cNvPr id="364" name="Google Shape;364;p51"/>
          <p:cNvSpPr/>
          <p:nvPr/>
        </p:nvSpPr>
        <p:spPr>
          <a:xfrm>
            <a:off x="802850" y="239169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82D49"/>
                </a:solidFill>
              </a:rPr>
              <a:t>3</a:t>
            </a:r>
            <a:endParaRPr sz="1800">
              <a:solidFill>
                <a:srgbClr val="082D49"/>
              </a:solidFill>
            </a:endParaRPr>
          </a:p>
        </p:txBody>
      </p:sp>
      <p:sp>
        <p:nvSpPr>
          <p:cNvPr id="365" name="Google Shape;365;p51"/>
          <p:cNvSpPr/>
          <p:nvPr/>
        </p:nvSpPr>
        <p:spPr>
          <a:xfrm>
            <a:off x="802850" y="30268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82D49"/>
                </a:solidFill>
              </a:rPr>
              <a:t>4</a:t>
            </a:r>
            <a:endParaRPr sz="1800">
              <a:solidFill>
                <a:srgbClr val="082D49"/>
              </a:solidFill>
            </a:endParaRPr>
          </a:p>
        </p:txBody>
      </p:sp>
      <p:sp>
        <p:nvSpPr>
          <p:cNvPr id="366" name="Google Shape;366;p51"/>
          <p:cNvSpPr/>
          <p:nvPr/>
        </p:nvSpPr>
        <p:spPr>
          <a:xfrm>
            <a:off x="802850" y="366204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82D49"/>
                </a:solidFill>
              </a:rPr>
              <a:t>5</a:t>
            </a:r>
            <a:endParaRPr sz="1800">
              <a:solidFill>
                <a:srgbClr val="082D49"/>
              </a:solidFill>
            </a:endParaRPr>
          </a:p>
        </p:txBody>
      </p:sp>
      <p:sp>
        <p:nvSpPr>
          <p:cNvPr id="367" name="Google Shape;367;p51"/>
          <p:cNvSpPr/>
          <p:nvPr/>
        </p:nvSpPr>
        <p:spPr>
          <a:xfrm>
            <a:off x="802850" y="429721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82D49"/>
                </a:solidFill>
              </a:rPr>
              <a:t>6</a:t>
            </a:r>
            <a:endParaRPr sz="1800">
              <a:solidFill>
                <a:srgbClr val="082D49"/>
              </a:solidFill>
            </a:endParaRPr>
          </a:p>
        </p:txBody>
      </p:sp>
      <p:sp>
        <p:nvSpPr>
          <p:cNvPr id="368" name="Google Shape;368;p51"/>
          <p:cNvSpPr txBox="1"/>
          <p:nvPr>
            <p:ph idx="1" type="subTitle"/>
          </p:nvPr>
        </p:nvSpPr>
        <p:spPr>
          <a:xfrm>
            <a:off x="1224625" y="1129175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51"/>
          <p:cNvSpPr txBox="1"/>
          <p:nvPr>
            <p:ph idx="2" type="subTitle"/>
          </p:nvPr>
        </p:nvSpPr>
        <p:spPr>
          <a:xfrm>
            <a:off x="1224625" y="1793688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70" name="Google Shape;370;p51"/>
          <p:cNvSpPr txBox="1"/>
          <p:nvPr>
            <p:ph idx="3" type="subTitle"/>
          </p:nvPr>
        </p:nvSpPr>
        <p:spPr>
          <a:xfrm>
            <a:off x="1224625" y="2435788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71" name="Google Shape;371;p51"/>
          <p:cNvSpPr txBox="1"/>
          <p:nvPr>
            <p:ph idx="4" type="subTitle"/>
          </p:nvPr>
        </p:nvSpPr>
        <p:spPr>
          <a:xfrm>
            <a:off x="1224625" y="3063525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72" name="Google Shape;372;p51"/>
          <p:cNvSpPr txBox="1"/>
          <p:nvPr>
            <p:ph idx="5" type="subTitle"/>
          </p:nvPr>
        </p:nvSpPr>
        <p:spPr>
          <a:xfrm>
            <a:off x="1224625" y="3728038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73" name="Google Shape;373;p51"/>
          <p:cNvSpPr txBox="1"/>
          <p:nvPr>
            <p:ph idx="6" type="subTitle"/>
          </p:nvPr>
        </p:nvSpPr>
        <p:spPr>
          <a:xfrm>
            <a:off x="1224625" y="4370138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cxnSp>
        <p:nvCxnSpPr>
          <p:cNvPr id="374" name="Google Shape;374;p51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375" name="Google Shape;375;p5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6" name="Google Shape;376;p51"/>
          <p:cNvSpPr txBox="1"/>
          <p:nvPr>
            <p:ph idx="7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7" name="Google Shape;377;p51"/>
          <p:cNvSpPr/>
          <p:nvPr/>
        </p:nvSpPr>
        <p:spPr>
          <a:xfrm>
            <a:off x="136025" y="23362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8" name="Google Shape;378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2875" y="284200"/>
            <a:ext cx="459000" cy="471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">
  <p:cSld name="CUSTOM_27_1">
    <p:bg>
      <p:bgPr>
        <a:solidFill>
          <a:srgbClr val="FFFFFF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2"/>
          <p:cNvSpPr/>
          <p:nvPr/>
        </p:nvSpPr>
        <p:spPr>
          <a:xfrm flipH="1">
            <a:off x="511766" y="1630700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1" name="Google Shape;381;p52"/>
          <p:cNvGrpSpPr/>
          <p:nvPr/>
        </p:nvGrpSpPr>
        <p:grpSpPr>
          <a:xfrm>
            <a:off x="511772" y="1038028"/>
            <a:ext cx="533372" cy="533480"/>
            <a:chOff x="457200" y="1378813"/>
            <a:chExt cx="695400" cy="695450"/>
          </a:xfrm>
        </p:grpSpPr>
        <p:sp>
          <p:nvSpPr>
            <p:cNvPr id="382" name="Google Shape;382;p52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i="0" lang="en" sz="21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3" name="Google Shape;383;p52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4" name="Google Shape;384;p52"/>
          <p:cNvGrpSpPr/>
          <p:nvPr/>
        </p:nvGrpSpPr>
        <p:grpSpPr>
          <a:xfrm>
            <a:off x="3283547" y="1038028"/>
            <a:ext cx="533372" cy="533480"/>
            <a:chOff x="457200" y="1378813"/>
            <a:chExt cx="695400" cy="695450"/>
          </a:xfrm>
        </p:grpSpPr>
        <p:sp>
          <p:nvSpPr>
            <p:cNvPr id="385" name="Google Shape;385;p52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i="0" lang="en" sz="21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i="0" sz="2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6" name="Google Shape;386;p52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7" name="Google Shape;387;p52"/>
          <p:cNvSpPr/>
          <p:nvPr/>
        </p:nvSpPr>
        <p:spPr>
          <a:xfrm flipH="1">
            <a:off x="3283541" y="1630700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8" name="Google Shape;388;p52"/>
          <p:cNvGrpSpPr/>
          <p:nvPr/>
        </p:nvGrpSpPr>
        <p:grpSpPr>
          <a:xfrm>
            <a:off x="6188672" y="1038778"/>
            <a:ext cx="533372" cy="533480"/>
            <a:chOff x="457200" y="1378813"/>
            <a:chExt cx="695400" cy="695450"/>
          </a:xfrm>
        </p:grpSpPr>
        <p:sp>
          <p:nvSpPr>
            <p:cNvPr id="389" name="Google Shape;389;p52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i="0" lang="en" sz="2100" u="none" cap="none" strike="noStrike">
                  <a:solidFill>
                    <a:schemeClr val="accent5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i="0" sz="21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90" name="Google Shape;390;p52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1" name="Google Shape;391;p52"/>
          <p:cNvSpPr/>
          <p:nvPr/>
        </p:nvSpPr>
        <p:spPr>
          <a:xfrm flipH="1">
            <a:off x="6188666" y="1631450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5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3" name="Google Shape;393;p52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27_2">
    <p:bg>
      <p:bgPr>
        <a:solidFill>
          <a:srgbClr val="FFFFFF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3"/>
          <p:cNvSpPr/>
          <p:nvPr/>
        </p:nvSpPr>
        <p:spPr>
          <a:xfrm flipH="1">
            <a:off x="6333225" y="1422943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53"/>
          <p:cNvSpPr txBox="1"/>
          <p:nvPr/>
        </p:nvSpPr>
        <p:spPr>
          <a:xfrm>
            <a:off x="6359750" y="1907245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7" name="Google Shape;397;p53"/>
          <p:cNvSpPr/>
          <p:nvPr/>
        </p:nvSpPr>
        <p:spPr>
          <a:xfrm>
            <a:off x="6332699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8" name="Google Shape;398;p53"/>
          <p:cNvSpPr/>
          <p:nvPr/>
        </p:nvSpPr>
        <p:spPr>
          <a:xfrm flipH="1">
            <a:off x="467725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53"/>
          <p:cNvSpPr txBox="1"/>
          <p:nvPr/>
        </p:nvSpPr>
        <p:spPr>
          <a:xfrm>
            <a:off x="494250" y="1906474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00" name="Google Shape;400;p53"/>
          <p:cNvSpPr/>
          <p:nvPr/>
        </p:nvSpPr>
        <p:spPr>
          <a:xfrm>
            <a:off x="468324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1" name="Google Shape;401;p53"/>
          <p:cNvSpPr/>
          <p:nvPr/>
        </p:nvSpPr>
        <p:spPr>
          <a:xfrm flipH="1">
            <a:off x="3405788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53"/>
          <p:cNvSpPr txBox="1"/>
          <p:nvPr/>
        </p:nvSpPr>
        <p:spPr>
          <a:xfrm>
            <a:off x="3432313" y="1906486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03" name="Google Shape;403;p53"/>
          <p:cNvSpPr txBox="1"/>
          <p:nvPr/>
        </p:nvSpPr>
        <p:spPr>
          <a:xfrm>
            <a:off x="3366713" y="13450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8363B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04" name="Google Shape;404;p53"/>
          <p:cNvSpPr txBox="1"/>
          <p:nvPr/>
        </p:nvSpPr>
        <p:spPr>
          <a:xfrm>
            <a:off x="6304775" y="1345000"/>
            <a:ext cx="2323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p53"/>
          <p:cNvSpPr/>
          <p:nvPr/>
        </p:nvSpPr>
        <p:spPr>
          <a:xfrm>
            <a:off x="3399112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6" name="Google Shape;406;p5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7" name="Google Shape;407;p53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y tasks">
  <p:cSld name="CUSTOM_21_1_1_1_2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4"/>
          <p:cNvSpPr/>
          <p:nvPr/>
        </p:nvSpPr>
        <p:spPr>
          <a:xfrm>
            <a:off x="2930900" y="2388475"/>
            <a:ext cx="5764800" cy="8088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0" name="Google Shape;410;p54"/>
          <p:cNvCxnSpPr/>
          <p:nvPr/>
        </p:nvCxnSpPr>
        <p:spPr>
          <a:xfrm>
            <a:off x="-9375" y="929900"/>
            <a:ext cx="8141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411" name="Google Shape;411;p54"/>
          <p:cNvSpPr/>
          <p:nvPr/>
        </p:nvSpPr>
        <p:spPr>
          <a:xfrm>
            <a:off x="2930900" y="1338800"/>
            <a:ext cx="5764800" cy="8088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2" name="Google Shape;412;p54"/>
          <p:cNvSpPr/>
          <p:nvPr/>
        </p:nvSpPr>
        <p:spPr>
          <a:xfrm>
            <a:off x="2676250" y="150457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" name="Google Shape;413;p54"/>
          <p:cNvSpPr/>
          <p:nvPr/>
        </p:nvSpPr>
        <p:spPr>
          <a:xfrm>
            <a:off x="2676250" y="253824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" name="Google Shape;414;p54"/>
          <p:cNvSpPr txBox="1"/>
          <p:nvPr>
            <p:ph idx="1" type="subTitle"/>
          </p:nvPr>
        </p:nvSpPr>
        <p:spPr>
          <a:xfrm>
            <a:off x="3326100" y="1368186"/>
            <a:ext cx="5069400" cy="678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15" name="Google Shape;415;p54"/>
          <p:cNvSpPr txBox="1"/>
          <p:nvPr>
            <p:ph idx="2" type="subTitle"/>
          </p:nvPr>
        </p:nvSpPr>
        <p:spPr>
          <a:xfrm>
            <a:off x="3326100" y="2440772"/>
            <a:ext cx="5069400" cy="678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16" name="Google Shape;416;p5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7" name="Google Shape;417;p54"/>
          <p:cNvSpPr/>
          <p:nvPr/>
        </p:nvSpPr>
        <p:spPr>
          <a:xfrm>
            <a:off x="136025" y="23362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8" name="Google Shape;418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3938" y="271538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54"/>
          <p:cNvSpPr txBox="1"/>
          <p:nvPr>
            <p:ph idx="3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">
  <p:cSld name="CUSTOM_28">
    <p:bg>
      <p:bgPr>
        <a:solidFill>
          <a:srgbClr val="FFFFFF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5"/>
          <p:cNvSpPr/>
          <p:nvPr/>
        </p:nvSpPr>
        <p:spPr>
          <a:xfrm>
            <a:off x="457160" y="1292968"/>
            <a:ext cx="3848100" cy="476700"/>
          </a:xfrm>
          <a:prstGeom prst="roundRect">
            <a:avLst>
              <a:gd fmla="val 16667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22" name="Google Shape;422;p55"/>
          <p:cNvSpPr/>
          <p:nvPr/>
        </p:nvSpPr>
        <p:spPr>
          <a:xfrm rot="10800000">
            <a:off x="593369" y="1681756"/>
            <a:ext cx="261029" cy="144694"/>
          </a:xfrm>
          <a:prstGeom prst="flowChartExtract">
            <a:avLst/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23" name="Google Shape;423;p55"/>
          <p:cNvSpPr/>
          <p:nvPr/>
        </p:nvSpPr>
        <p:spPr>
          <a:xfrm>
            <a:off x="4876760" y="1292980"/>
            <a:ext cx="3848100" cy="476700"/>
          </a:xfrm>
          <a:prstGeom prst="roundRect">
            <a:avLst>
              <a:gd fmla="val 16667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24" name="Google Shape;424;p55"/>
          <p:cNvSpPr/>
          <p:nvPr/>
        </p:nvSpPr>
        <p:spPr>
          <a:xfrm rot="10800000">
            <a:off x="5012969" y="1681768"/>
            <a:ext cx="261029" cy="144694"/>
          </a:xfrm>
          <a:prstGeom prst="flowChartExtract">
            <a:avLst/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55"/>
          <p:cNvSpPr txBox="1"/>
          <p:nvPr/>
        </p:nvSpPr>
        <p:spPr>
          <a:xfrm>
            <a:off x="457150" y="1304805"/>
            <a:ext cx="38481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26" name="Google Shape;426;p55"/>
          <p:cNvSpPr txBox="1"/>
          <p:nvPr/>
        </p:nvSpPr>
        <p:spPr>
          <a:xfrm>
            <a:off x="4876750" y="1309518"/>
            <a:ext cx="38481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27" name="Google Shape;427;p55"/>
          <p:cNvSpPr txBox="1"/>
          <p:nvPr>
            <p:ph type="title"/>
          </p:nvPr>
        </p:nvSpPr>
        <p:spPr>
          <a:xfrm>
            <a:off x="542175" y="1329825"/>
            <a:ext cx="36492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28" name="Google Shape;428;p55"/>
          <p:cNvSpPr txBox="1"/>
          <p:nvPr>
            <p:ph idx="2" type="title"/>
          </p:nvPr>
        </p:nvSpPr>
        <p:spPr>
          <a:xfrm>
            <a:off x="4976200" y="1329825"/>
            <a:ext cx="36492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29" name="Google Shape;429;p55"/>
          <p:cNvSpPr txBox="1"/>
          <p:nvPr>
            <p:ph idx="3" type="title"/>
          </p:nvPr>
        </p:nvSpPr>
        <p:spPr>
          <a:xfrm>
            <a:off x="542175" y="2004350"/>
            <a:ext cx="3649200" cy="24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b="0" sz="1600">
                <a:solidFill>
                  <a:srgbClr val="2E5E7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30" name="Google Shape;430;p55"/>
          <p:cNvSpPr txBox="1"/>
          <p:nvPr>
            <p:ph idx="4" type="title"/>
          </p:nvPr>
        </p:nvSpPr>
        <p:spPr>
          <a:xfrm>
            <a:off x="4976200" y="2004350"/>
            <a:ext cx="3649200" cy="24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b="0" sz="1600">
                <a:solidFill>
                  <a:srgbClr val="04346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31" name="Google Shape;431;p55"/>
          <p:cNvSpPr txBox="1"/>
          <p:nvPr>
            <p:ph idx="5"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2" name="Google Shape;432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05138" y="1183050"/>
            <a:ext cx="827470" cy="3662574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55"/>
          <p:cNvSpPr txBox="1"/>
          <p:nvPr>
            <p:ph idx="6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5. Numbered 1–3">
  <p:cSld name="CUSTOM_2_7_1_5_2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6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36" name="Google Shape;436;p56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37" name="Google Shape;437;p56"/>
          <p:cNvSpPr/>
          <p:nvPr/>
        </p:nvSpPr>
        <p:spPr>
          <a:xfrm flipH="1">
            <a:off x="724275" y="1937775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56"/>
          <p:cNvSpPr txBox="1"/>
          <p:nvPr>
            <p:ph idx="2" type="subTitle"/>
          </p:nvPr>
        </p:nvSpPr>
        <p:spPr>
          <a:xfrm>
            <a:off x="724275" y="1937825"/>
            <a:ext cx="2371500" cy="26628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grpSp>
        <p:nvGrpSpPr>
          <p:cNvPr id="439" name="Google Shape;439;p56"/>
          <p:cNvGrpSpPr/>
          <p:nvPr/>
        </p:nvGrpSpPr>
        <p:grpSpPr>
          <a:xfrm>
            <a:off x="457181" y="1345103"/>
            <a:ext cx="533372" cy="533480"/>
            <a:chOff x="457200" y="1378813"/>
            <a:chExt cx="695400" cy="695450"/>
          </a:xfrm>
        </p:grpSpPr>
        <p:sp>
          <p:nvSpPr>
            <p:cNvPr id="440" name="Google Shape;440;p56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sz="2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1" name="Google Shape;441;p56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42" name="Google Shape;442;p56"/>
          <p:cNvGrpSpPr/>
          <p:nvPr/>
        </p:nvGrpSpPr>
        <p:grpSpPr>
          <a:xfrm>
            <a:off x="3228956" y="1345103"/>
            <a:ext cx="533372" cy="533480"/>
            <a:chOff x="457200" y="1378813"/>
            <a:chExt cx="695400" cy="695450"/>
          </a:xfrm>
        </p:grpSpPr>
        <p:sp>
          <p:nvSpPr>
            <p:cNvPr id="443" name="Google Shape;443;p56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sz="2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4" name="Google Shape;444;p56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45" name="Google Shape;445;p56"/>
          <p:cNvSpPr/>
          <p:nvPr/>
        </p:nvSpPr>
        <p:spPr>
          <a:xfrm flipH="1">
            <a:off x="3496050" y="1937775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56"/>
          <p:cNvSpPr txBox="1"/>
          <p:nvPr>
            <p:ph idx="3" type="subTitle"/>
          </p:nvPr>
        </p:nvSpPr>
        <p:spPr>
          <a:xfrm>
            <a:off x="3496050" y="1937837"/>
            <a:ext cx="2371500" cy="26628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grpSp>
        <p:nvGrpSpPr>
          <p:cNvPr id="447" name="Google Shape;447;p56"/>
          <p:cNvGrpSpPr/>
          <p:nvPr/>
        </p:nvGrpSpPr>
        <p:grpSpPr>
          <a:xfrm>
            <a:off x="6134081" y="1345853"/>
            <a:ext cx="533372" cy="533480"/>
            <a:chOff x="457200" y="1378813"/>
            <a:chExt cx="695400" cy="695450"/>
          </a:xfrm>
        </p:grpSpPr>
        <p:sp>
          <p:nvSpPr>
            <p:cNvPr id="448" name="Google Shape;448;p56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0434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sz="2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9" name="Google Shape;449;p56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0434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50" name="Google Shape;450;p56"/>
          <p:cNvSpPr/>
          <p:nvPr/>
        </p:nvSpPr>
        <p:spPr>
          <a:xfrm flipH="1">
            <a:off x="6401175" y="1938525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56"/>
          <p:cNvSpPr txBox="1"/>
          <p:nvPr>
            <p:ph idx="4" type="subTitle"/>
          </p:nvPr>
        </p:nvSpPr>
        <p:spPr>
          <a:xfrm>
            <a:off x="6401175" y="1938587"/>
            <a:ext cx="2371500" cy="26628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F9AD4C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4" name="Google Shape;454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55" name="Google Shape;455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ternative Numbered Slide 1-6">
  <p:cSld name="CUSTOM_11_1_1_2_2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7" name="Google Shape;457;p58"/>
          <p:cNvGrpSpPr/>
          <p:nvPr/>
        </p:nvGrpSpPr>
        <p:grpSpPr>
          <a:xfrm>
            <a:off x="440125" y="1136875"/>
            <a:ext cx="776900" cy="486300"/>
            <a:chOff x="457200" y="1466425"/>
            <a:chExt cx="776900" cy="486300"/>
          </a:xfrm>
        </p:grpSpPr>
        <p:sp>
          <p:nvSpPr>
            <p:cNvPr id="458" name="Google Shape;458;p58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i="0" sz="30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59" name="Google Shape;459;p58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460" name="Google Shape;460;p58"/>
          <p:cNvGrpSpPr/>
          <p:nvPr/>
        </p:nvGrpSpPr>
        <p:grpSpPr>
          <a:xfrm>
            <a:off x="440125" y="1791730"/>
            <a:ext cx="776900" cy="486300"/>
            <a:chOff x="457200" y="1466425"/>
            <a:chExt cx="776900" cy="486300"/>
          </a:xfrm>
        </p:grpSpPr>
        <p:sp>
          <p:nvSpPr>
            <p:cNvPr id="461" name="Google Shape;461;p58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2" name="Google Shape;462;p58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463" name="Google Shape;463;p58"/>
          <p:cNvGrpSpPr/>
          <p:nvPr/>
        </p:nvGrpSpPr>
        <p:grpSpPr>
          <a:xfrm>
            <a:off x="440125" y="2446585"/>
            <a:ext cx="776900" cy="486300"/>
            <a:chOff x="457200" y="1466425"/>
            <a:chExt cx="776900" cy="486300"/>
          </a:xfrm>
        </p:grpSpPr>
        <p:sp>
          <p:nvSpPr>
            <p:cNvPr id="464" name="Google Shape;464;p58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5" name="Google Shape;465;p58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466" name="Google Shape;466;p58"/>
          <p:cNvGrpSpPr/>
          <p:nvPr/>
        </p:nvGrpSpPr>
        <p:grpSpPr>
          <a:xfrm>
            <a:off x="440125" y="3101440"/>
            <a:ext cx="776900" cy="486300"/>
            <a:chOff x="457200" y="1466425"/>
            <a:chExt cx="776900" cy="486300"/>
          </a:xfrm>
        </p:grpSpPr>
        <p:sp>
          <p:nvSpPr>
            <p:cNvPr id="467" name="Google Shape;467;p58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  <a:endParaRPr i="0" sz="30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8" name="Google Shape;468;p58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469" name="Google Shape;469;p58"/>
          <p:cNvGrpSpPr/>
          <p:nvPr/>
        </p:nvGrpSpPr>
        <p:grpSpPr>
          <a:xfrm>
            <a:off x="440125" y="3756295"/>
            <a:ext cx="776900" cy="486300"/>
            <a:chOff x="457200" y="1466425"/>
            <a:chExt cx="776900" cy="486300"/>
          </a:xfrm>
        </p:grpSpPr>
        <p:sp>
          <p:nvSpPr>
            <p:cNvPr id="470" name="Google Shape;470;p58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05</a:t>
              </a:r>
              <a:endParaRPr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1" name="Google Shape;471;p58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472" name="Google Shape;472;p58"/>
          <p:cNvSpPr/>
          <p:nvPr/>
        </p:nvSpPr>
        <p:spPr>
          <a:xfrm>
            <a:off x="1335475" y="1136875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3" name="Google Shape;473;p58"/>
          <p:cNvSpPr/>
          <p:nvPr/>
        </p:nvSpPr>
        <p:spPr>
          <a:xfrm>
            <a:off x="1335475" y="1791731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4" name="Google Shape;474;p58"/>
          <p:cNvSpPr/>
          <p:nvPr/>
        </p:nvSpPr>
        <p:spPr>
          <a:xfrm>
            <a:off x="1335475" y="2446587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5" name="Google Shape;475;p58"/>
          <p:cNvSpPr/>
          <p:nvPr/>
        </p:nvSpPr>
        <p:spPr>
          <a:xfrm>
            <a:off x="1335475" y="3101443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6" name="Google Shape;476;p58"/>
          <p:cNvSpPr/>
          <p:nvPr/>
        </p:nvSpPr>
        <p:spPr>
          <a:xfrm>
            <a:off x="1335475" y="3756299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7" name="Google Shape;477;p58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8" name="Google Shape;478;p58"/>
          <p:cNvSpPr txBox="1"/>
          <p:nvPr>
            <p:ph idx="1" type="subTitle"/>
          </p:nvPr>
        </p:nvSpPr>
        <p:spPr>
          <a:xfrm>
            <a:off x="1354400" y="1129175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79" name="Google Shape;479;p58"/>
          <p:cNvSpPr txBox="1"/>
          <p:nvPr>
            <p:ph idx="2" type="subTitle"/>
          </p:nvPr>
        </p:nvSpPr>
        <p:spPr>
          <a:xfrm>
            <a:off x="1354400" y="1787875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80" name="Google Shape;480;p58"/>
          <p:cNvSpPr txBox="1"/>
          <p:nvPr>
            <p:ph idx="3" type="subTitle"/>
          </p:nvPr>
        </p:nvSpPr>
        <p:spPr>
          <a:xfrm>
            <a:off x="1354400" y="24446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81" name="Google Shape;481;p58"/>
          <p:cNvSpPr txBox="1"/>
          <p:nvPr>
            <p:ph idx="4" type="subTitle"/>
          </p:nvPr>
        </p:nvSpPr>
        <p:spPr>
          <a:xfrm>
            <a:off x="1354400" y="31033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82" name="Google Shape;482;p58"/>
          <p:cNvSpPr txBox="1"/>
          <p:nvPr>
            <p:ph idx="5" type="subTitle"/>
          </p:nvPr>
        </p:nvSpPr>
        <p:spPr>
          <a:xfrm>
            <a:off x="1354400" y="37601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58"/>
          <p:cNvSpPr txBox="1"/>
          <p:nvPr>
            <p:ph idx="6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">
  <p:cSld name="CUSTOM_2_7_2_3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9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86" name="Google Shape;486;p59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487" name="Google Shape;487;p59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8" name="Google Shape;488;p59"/>
          <p:cNvSpPr txBox="1"/>
          <p:nvPr>
            <p:ph idx="2" type="body"/>
          </p:nvPr>
        </p:nvSpPr>
        <p:spPr>
          <a:xfrm>
            <a:off x="175" y="1284250"/>
            <a:ext cx="9144000" cy="35817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02">
  <p:cSld name="CUSTOM_26_1_2">
    <p:bg>
      <p:bgPr>
        <a:solidFill>
          <a:srgbClr val="F2F2F2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0"/>
          <p:cNvSpPr txBox="1"/>
          <p:nvPr>
            <p:ph type="title"/>
          </p:nvPr>
        </p:nvSpPr>
        <p:spPr>
          <a:xfrm>
            <a:off x="0" y="2922900"/>
            <a:ext cx="9144000" cy="740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91" name="Google Shape;491;p60"/>
          <p:cNvSpPr/>
          <p:nvPr/>
        </p:nvSpPr>
        <p:spPr>
          <a:xfrm>
            <a:off x="3731100" y="1119050"/>
            <a:ext cx="1681800" cy="16818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slide">
  <p:cSld name="CUSTOM_23_3">
    <p:bg>
      <p:bgPr>
        <a:solidFill>
          <a:srgbClr val="F2F2F2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61"/>
          <p:cNvSpPr/>
          <p:nvPr/>
        </p:nvSpPr>
        <p:spPr>
          <a:xfrm>
            <a:off x="136025" y="23362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61"/>
          <p:cNvSpPr txBox="1"/>
          <p:nvPr/>
        </p:nvSpPr>
        <p:spPr>
          <a:xfrm>
            <a:off x="-5875" y="203600"/>
            <a:ext cx="9168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8229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sz="24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5" name="Google Shape;495;p61"/>
          <p:cNvSpPr txBox="1"/>
          <p:nvPr/>
        </p:nvSpPr>
        <p:spPr>
          <a:xfrm>
            <a:off x="5901175" y="3977950"/>
            <a:ext cx="2872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96" name="Google Shape;496;p61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7" name="Google Shape;497;p61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498" name="Google Shape;498;p61"/>
          <p:cNvSpPr txBox="1"/>
          <p:nvPr>
            <p:ph idx="1" type="subTitle"/>
          </p:nvPr>
        </p:nvSpPr>
        <p:spPr>
          <a:xfrm>
            <a:off x="818575" y="1726975"/>
            <a:ext cx="6518700" cy="2116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99" name="Google Shape;499;p61"/>
          <p:cNvSpPr txBox="1"/>
          <p:nvPr>
            <p:ph idx="2" type="subTitle"/>
          </p:nvPr>
        </p:nvSpPr>
        <p:spPr>
          <a:xfrm>
            <a:off x="0" y="4246400"/>
            <a:ext cx="8703600" cy="323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pic>
        <p:nvPicPr>
          <p:cNvPr id="500" name="Google Shape;500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21" y="323175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61"/>
          <p:cNvSpPr txBox="1"/>
          <p:nvPr>
            <p:ph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stions slide">
  <p:cSld name="CUSTOM_10_1_1_1_1_3">
    <p:bg>
      <p:bgPr>
        <a:solidFill>
          <a:srgbClr val="F2F2F2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62"/>
          <p:cNvSpPr txBox="1"/>
          <p:nvPr/>
        </p:nvSpPr>
        <p:spPr>
          <a:xfrm>
            <a:off x="0" y="268845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sz="40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04" name="Google Shape;504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62650" y="1443625"/>
            <a:ext cx="1345550" cy="1054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62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653025" y="3974475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62"/>
          <p:cNvPicPr preferRelativeResize="0"/>
          <p:nvPr/>
        </p:nvPicPr>
        <p:blipFill rotWithShape="1">
          <a:blip r:embed="rId3">
            <a:alphaModFix/>
          </a:blip>
          <a:srcRect b="19665" l="0" r="0" t="0"/>
          <a:stretch/>
        </p:blipFill>
        <p:spPr>
          <a:xfrm flipH="1">
            <a:off x="1651350" y="4211600"/>
            <a:ext cx="783075" cy="9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62"/>
          <p:cNvPicPr preferRelativeResize="0"/>
          <p:nvPr/>
        </p:nvPicPr>
        <p:blipFill rotWithShape="1">
          <a:blip r:embed="rId3">
            <a:alphaModFix/>
          </a:blip>
          <a:srcRect b="30598" l="0" r="0" t="0"/>
          <a:stretch/>
        </p:blipFill>
        <p:spPr>
          <a:xfrm flipH="1">
            <a:off x="3638200" y="4387525"/>
            <a:ext cx="712575" cy="7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62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2655487" y="3820875"/>
            <a:ext cx="982713" cy="13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62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4517888" y="3982537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62"/>
          <p:cNvPicPr preferRelativeResize="0"/>
          <p:nvPr/>
        </p:nvPicPr>
        <p:blipFill rotWithShape="1">
          <a:blip r:embed="rId3">
            <a:alphaModFix/>
          </a:blip>
          <a:srcRect b="5687" l="0" r="0" t="0"/>
          <a:stretch/>
        </p:blipFill>
        <p:spPr>
          <a:xfrm flipH="1">
            <a:off x="5979175" y="4016252"/>
            <a:ext cx="783075" cy="11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650" y="3820875"/>
            <a:ext cx="870750" cy="13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End slide">
  <p:cSld name="CUSTOM_10_1_1_1_2_1_3">
    <p:bg>
      <p:bgPr>
        <a:solidFill>
          <a:srgbClr val="F2F2F2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3"/>
          <p:cNvSpPr txBox="1"/>
          <p:nvPr/>
        </p:nvSpPr>
        <p:spPr>
          <a:xfrm>
            <a:off x="0" y="29381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The</a:t>
            </a:r>
            <a:r>
              <a:rPr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End</a:t>
            </a:r>
            <a:endParaRPr b="1" sz="4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" name="Google Shape;514;p63"/>
          <p:cNvSpPr/>
          <p:nvPr/>
        </p:nvSpPr>
        <p:spPr>
          <a:xfrm>
            <a:off x="3731050" y="1119050"/>
            <a:ext cx="1681800" cy="16818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5" name="Google Shape;515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99875" y="1496700"/>
            <a:ext cx="1051550" cy="105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20.xml"/><Relationship Id="rId63" Type="http://schemas.openxmlformats.org/officeDocument/2006/relationships/theme" Target="../theme/theme2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60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640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oboto"/>
              <a:buNone/>
              <a:defRPr b="1" i="0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125" y="1143000"/>
            <a:ext cx="8229600" cy="3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title"/>
          </p:nvPr>
        </p:nvSpPr>
        <p:spPr>
          <a:xfrm>
            <a:off x="457200" y="4572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pos="5472">
          <p15:clr>
            <a:srgbClr val="E46962"/>
          </p15:clr>
        </p15:guide>
        <p15:guide id="4" orient="horz" pos="2878">
          <p15:clr>
            <a:srgbClr val="E46962"/>
          </p15:clr>
        </p15:guide>
        <p15:guide id="5" orient="horz" pos="864">
          <p15:clr>
            <a:srgbClr val="E46962"/>
          </p15:clr>
        </p15:guide>
        <p15:guide id="6" pos="576">
          <p15:clr>
            <a:srgbClr val="E46962"/>
          </p15:clr>
        </p15:guide>
        <p15:guide id="7" pos="864">
          <p15:clr>
            <a:srgbClr val="E46962"/>
          </p15:clr>
        </p15:guide>
        <p15:guide id="8" pos="1152">
          <p15:clr>
            <a:srgbClr val="E46962"/>
          </p15:clr>
        </p15:guide>
        <p15:guide id="9" pos="1440">
          <p15:clr>
            <a:srgbClr val="E46962"/>
          </p15:clr>
        </p15:guide>
        <p15:guide id="10" pos="1728">
          <p15:clr>
            <a:srgbClr val="E46962"/>
          </p15:clr>
        </p15:guide>
        <p15:guide id="11" pos="2016">
          <p15:clr>
            <a:srgbClr val="E46962"/>
          </p15:clr>
        </p15:guide>
        <p15:guide id="12" pos="2304">
          <p15:clr>
            <a:srgbClr val="E46962"/>
          </p15:clr>
        </p15:guide>
        <p15:guide id="13" pos="2592">
          <p15:clr>
            <a:srgbClr val="E46962"/>
          </p15:clr>
        </p15:guide>
        <p15:guide id="14" pos="2880">
          <p15:clr>
            <a:srgbClr val="E46962"/>
          </p15:clr>
        </p15:guide>
        <p15:guide id="15" pos="3168">
          <p15:clr>
            <a:srgbClr val="E46962"/>
          </p15:clr>
        </p15:guide>
        <p15:guide id="16" pos="3456">
          <p15:clr>
            <a:srgbClr val="E46962"/>
          </p15:clr>
        </p15:guide>
        <p15:guide id="17" pos="3744">
          <p15:clr>
            <a:srgbClr val="E46962"/>
          </p15:clr>
        </p15:guide>
        <p15:guide id="18" pos="4032">
          <p15:clr>
            <a:srgbClr val="E46962"/>
          </p15:clr>
        </p15:guide>
        <p15:guide id="19" pos="4320">
          <p15:clr>
            <a:srgbClr val="E46962"/>
          </p15:clr>
        </p15:guide>
        <p15:guide id="20" pos="4608">
          <p15:clr>
            <a:srgbClr val="E46962"/>
          </p15:clr>
        </p15:guide>
        <p15:guide id="21" pos="4896">
          <p15:clr>
            <a:srgbClr val="E46962"/>
          </p15:clr>
        </p15:guide>
        <p15:guide id="22" pos="5184">
          <p15:clr>
            <a:srgbClr val="E46962"/>
          </p15:clr>
        </p15:guide>
        <p15:guide id="23" orient="horz" pos="584">
          <p15:clr>
            <a:srgbClr val="E46962"/>
          </p15:clr>
        </p15:guide>
        <p15:guide id="24" orient="horz" pos="1152">
          <p15:clr>
            <a:srgbClr val="E46962"/>
          </p15:clr>
        </p15:guide>
        <p15:guide id="25" orient="horz" pos="1440">
          <p15:clr>
            <a:srgbClr val="E46962"/>
          </p15:clr>
        </p15:guide>
        <p15:guide id="26" orient="horz" pos="1731">
          <p15:clr>
            <a:srgbClr val="E46962"/>
          </p15:clr>
        </p15:guide>
        <p15:guide id="27" orient="horz" pos="2018">
          <p15:clr>
            <a:srgbClr val="E46962"/>
          </p15:clr>
        </p15:guide>
        <p15:guide id="28" orient="horz" pos="2305">
          <p15:clr>
            <a:srgbClr val="E46962"/>
          </p15:clr>
        </p15:guide>
        <p15:guide id="29" orient="horz" pos="259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5.png"/><Relationship Id="rId4" Type="http://schemas.openxmlformats.org/officeDocument/2006/relationships/image" Target="../media/image4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8.png"/><Relationship Id="rId4" Type="http://schemas.openxmlformats.org/officeDocument/2006/relationships/image" Target="../media/image4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4.png"/><Relationship Id="rId4" Type="http://schemas.openxmlformats.org/officeDocument/2006/relationships/image" Target="../media/image36.png"/><Relationship Id="rId5" Type="http://schemas.openxmlformats.org/officeDocument/2006/relationships/image" Target="../media/image4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9.png"/><Relationship Id="rId4" Type="http://schemas.openxmlformats.org/officeDocument/2006/relationships/image" Target="../media/image4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1.png"/><Relationship Id="rId4" Type="http://schemas.openxmlformats.org/officeDocument/2006/relationships/image" Target="../media/image4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4"/>
          <p:cNvSpPr txBox="1"/>
          <p:nvPr>
            <p:ph idx="4294967295" type="title"/>
          </p:nvPr>
        </p:nvSpPr>
        <p:spPr>
          <a:xfrm>
            <a:off x="525600" y="4319775"/>
            <a:ext cx="8344500" cy="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Week 1</a:t>
            </a:r>
            <a:endParaRPr/>
          </a:p>
        </p:txBody>
      </p:sp>
      <p:sp>
        <p:nvSpPr>
          <p:cNvPr id="521" name="Google Shape;521;p64"/>
          <p:cNvSpPr txBox="1"/>
          <p:nvPr>
            <p:ph type="title"/>
          </p:nvPr>
        </p:nvSpPr>
        <p:spPr>
          <a:xfrm>
            <a:off x="4570700" y="1886000"/>
            <a:ext cx="4557900" cy="12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Designing Your</a:t>
            </a:r>
            <a:r>
              <a:rPr lang="en" sz="3600"/>
              <a:t> Defensive Monitoring Environment</a:t>
            </a:r>
            <a:endParaRPr sz="35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22" name="Google Shape;522;p64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/>
              <a:t>‹#›</a:t>
            </a:fld>
            <a:endParaRPr sz="600"/>
          </a:p>
        </p:txBody>
      </p:sp>
      <p:sp>
        <p:nvSpPr>
          <p:cNvPr id="523" name="Google Shape;523;p64"/>
          <p:cNvSpPr txBox="1"/>
          <p:nvPr>
            <p:ph idx="4294967295" type="title"/>
          </p:nvPr>
        </p:nvSpPr>
        <p:spPr>
          <a:xfrm>
            <a:off x="3254000" y="4157175"/>
            <a:ext cx="4373700" cy="43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3</a:t>
            </a:r>
            <a:endParaRPr/>
          </a:p>
        </p:txBody>
      </p:sp>
      <p:sp>
        <p:nvSpPr>
          <p:cNvPr id="524" name="Google Shape;524;p6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5" name="Google Shape;525;p64"/>
          <p:cNvSpPr txBox="1"/>
          <p:nvPr>
            <p:ph idx="2" type="subTitle"/>
          </p:nvPr>
        </p:nvSpPr>
        <p:spPr>
          <a:xfrm>
            <a:off x="4570700" y="3430600"/>
            <a:ext cx="4909200" cy="490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Week</a:t>
            </a:r>
            <a:endParaRPr/>
          </a:p>
        </p:txBody>
      </p:sp>
      <p:sp>
        <p:nvSpPr>
          <p:cNvPr id="526" name="Google Shape;526;p64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6"/>
          <p:cNvSpPr txBox="1"/>
          <p:nvPr>
            <p:ph type="title"/>
          </p:nvPr>
        </p:nvSpPr>
        <p:spPr>
          <a:xfrm>
            <a:off x="76250" y="512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Week:</a:t>
            </a:r>
            <a:endParaRPr/>
          </a:p>
        </p:txBody>
      </p:sp>
      <p:sp>
        <p:nvSpPr>
          <p:cNvPr id="536" name="Google Shape;536;p66"/>
          <p:cNvSpPr txBox="1"/>
          <p:nvPr>
            <p:ph idx="4294967295" type="subTitle"/>
          </p:nvPr>
        </p:nvSpPr>
        <p:spPr>
          <a:xfrm>
            <a:off x="1516300" y="2182096"/>
            <a:ext cx="7003200" cy="526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/>
              <a:t>VSI has heard rumors that a competitor, JobeCorp, may launch cyberattacks to disrupt VSI’s business.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/>
          </a:p>
        </p:txBody>
      </p:sp>
      <p:sp>
        <p:nvSpPr>
          <p:cNvPr id="537" name="Google Shape;537;p66"/>
          <p:cNvSpPr txBox="1"/>
          <p:nvPr>
            <p:ph idx="4294967295" type="subTitle"/>
          </p:nvPr>
        </p:nvSpPr>
        <p:spPr>
          <a:xfrm>
            <a:off x="1516300" y="1339025"/>
            <a:ext cx="7107300" cy="615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/>
              <a:t>VSI is a company that specializes in the design of virtual-reality programs for businesses.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/>
          </a:p>
        </p:txBody>
      </p:sp>
      <p:sp>
        <p:nvSpPr>
          <p:cNvPr id="538" name="Google Shape;538;p66"/>
          <p:cNvSpPr txBox="1"/>
          <p:nvPr>
            <p:ph idx="4294967295" type="subTitle"/>
          </p:nvPr>
        </p:nvSpPr>
        <p:spPr>
          <a:xfrm>
            <a:off x="1516300" y="3010380"/>
            <a:ext cx="7003200" cy="572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/>
              <a:t>As an SOC analyst, you are tasked with using Splunk to monitor against potential attacks on your systems and applications.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/>
          </a:p>
        </p:txBody>
      </p:sp>
      <p:sp>
        <p:nvSpPr>
          <p:cNvPr id="539" name="Google Shape;539;p66"/>
          <p:cNvSpPr txBox="1"/>
          <p:nvPr>
            <p:ph idx="2" type="title"/>
          </p:nvPr>
        </p:nvSpPr>
        <p:spPr>
          <a:xfrm>
            <a:off x="70200" y="451875"/>
            <a:ext cx="8616600" cy="5262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In this project, you will play the role of an SOC analyst at a fictional organization called Virtual Space Industries (VSI).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540" name="Google Shape;540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1950" y="3760763"/>
            <a:ext cx="1618425" cy="112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67"/>
          <p:cNvSpPr/>
          <p:nvPr/>
        </p:nvSpPr>
        <p:spPr>
          <a:xfrm>
            <a:off x="0" y="0"/>
            <a:ext cx="9144000" cy="5153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67"/>
          <p:cNvSpPr txBox="1"/>
          <p:nvPr>
            <p:ph idx="1" type="subTitle"/>
          </p:nvPr>
        </p:nvSpPr>
        <p:spPr>
          <a:xfrm>
            <a:off x="0" y="781375"/>
            <a:ext cx="3886200" cy="3076200"/>
          </a:xfrm>
          <a:prstGeom prst="rect">
            <a:avLst/>
          </a:prstGeom>
          <a:noFill/>
        </p:spPr>
        <p:txBody>
          <a:bodyPr anchorCtr="0" anchor="ctr" bIns="91425" lIns="640075" spcFirstLastPara="1" rIns="2743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For your </a:t>
            </a:r>
            <a:r>
              <a:rPr b="1" lang="en"/>
              <a:t>third</a:t>
            </a:r>
            <a:r>
              <a:rPr b="1" lang="en"/>
              <a:t> project,</a:t>
            </a:r>
            <a:r>
              <a:rPr b="1" lang="en" sz="2000"/>
              <a:t> 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will use the skills you learned in the Defensive Security unit to design a custom monitoring environment to protect a fictional organization.</a:t>
            </a:r>
            <a:endParaRPr/>
          </a:p>
        </p:txBody>
      </p:sp>
      <p:pic>
        <p:nvPicPr>
          <p:cNvPr id="547" name="Google Shape;54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6200" y="781375"/>
            <a:ext cx="4686300" cy="387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8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Defensive Security</a:t>
            </a:r>
            <a:endParaRPr/>
          </a:p>
        </p:txBody>
      </p:sp>
      <p:sp>
        <p:nvSpPr>
          <p:cNvPr id="553" name="Google Shape;553;p68"/>
          <p:cNvSpPr txBox="1"/>
          <p:nvPr>
            <p:ph idx="2" type="subTitle"/>
          </p:nvPr>
        </p:nvSpPr>
        <p:spPr>
          <a:xfrm>
            <a:off x="1377025" y="1842750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Log types and how they are used for monitoring</a:t>
            </a:r>
            <a:endParaRPr sz="1900"/>
          </a:p>
        </p:txBody>
      </p:sp>
      <p:sp>
        <p:nvSpPr>
          <p:cNvPr id="554" name="Google Shape;554;p68"/>
          <p:cNvSpPr txBox="1"/>
          <p:nvPr>
            <p:ph idx="1" type="subTitle"/>
          </p:nvPr>
        </p:nvSpPr>
        <p:spPr>
          <a:xfrm>
            <a:off x="1377025" y="1205350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Information security continuous monitoring (ISCM)</a:t>
            </a:r>
            <a:endParaRPr sz="1900"/>
          </a:p>
        </p:txBody>
      </p:sp>
      <p:sp>
        <p:nvSpPr>
          <p:cNvPr id="555" name="Google Shape;555;p68"/>
          <p:cNvSpPr txBox="1"/>
          <p:nvPr>
            <p:ph idx="3" type="subTitle"/>
          </p:nvPr>
        </p:nvSpPr>
        <p:spPr>
          <a:xfrm>
            <a:off x="1377025" y="2480138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Log aggregation and correlation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56" name="Google Shape;556;p68"/>
          <p:cNvSpPr txBox="1"/>
          <p:nvPr>
            <p:ph idx="4" type="subTitle"/>
          </p:nvPr>
        </p:nvSpPr>
        <p:spPr>
          <a:xfrm>
            <a:off x="1377025" y="3100300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Baselining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57" name="Google Shape;557;p68"/>
          <p:cNvSpPr txBox="1"/>
          <p:nvPr>
            <p:ph idx="5" type="subTitle"/>
          </p:nvPr>
        </p:nvSpPr>
        <p:spPr>
          <a:xfrm>
            <a:off x="1377025" y="3754925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SIEMS</a:t>
            </a:r>
            <a:endParaRPr sz="1900"/>
          </a:p>
        </p:txBody>
      </p:sp>
      <p:sp>
        <p:nvSpPr>
          <p:cNvPr id="558" name="Google Shape;558;p68"/>
          <p:cNvSpPr txBox="1"/>
          <p:nvPr>
            <p:ph idx="7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In the Defensive Security unit, we’ve covered: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59" name="Google Shape;559;p68"/>
          <p:cNvSpPr txBox="1"/>
          <p:nvPr>
            <p:ph idx="6" type="subTitle"/>
          </p:nvPr>
        </p:nvSpPr>
        <p:spPr>
          <a:xfrm>
            <a:off x="1377025" y="4409538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Splunk</a:t>
            </a:r>
            <a:endParaRPr sz="1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69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Work</a:t>
            </a:r>
            <a:endParaRPr/>
          </a:p>
        </p:txBody>
      </p:sp>
      <p:sp>
        <p:nvSpPr>
          <p:cNvPr id="565" name="Google Shape;565;p69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a group project. </a:t>
            </a:r>
            <a:endParaRPr/>
          </a:p>
        </p:txBody>
      </p:sp>
      <p:sp>
        <p:nvSpPr>
          <p:cNvPr id="566" name="Google Shape;566;p69"/>
          <p:cNvSpPr txBox="1"/>
          <p:nvPr>
            <p:ph idx="2" type="body"/>
          </p:nvPr>
        </p:nvSpPr>
        <p:spPr>
          <a:xfrm>
            <a:off x="175" y="1284250"/>
            <a:ext cx="4608600" cy="36222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-205740" lvl="0" marL="32004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will complete this project in groups, but every student is required to remain in class. </a:t>
            </a:r>
            <a:endParaRPr/>
          </a:p>
          <a:p>
            <a:pPr indent="-205740" lvl="0" marL="32004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Groups are permitted to split up the work on this project, but each student must submit all project deliverables.</a:t>
            </a:r>
            <a:endParaRPr/>
          </a:p>
          <a:p>
            <a:pPr indent="-205740" lvl="0" marL="32004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day builds on the previous day’s work to complete the project, and each day’s activities must be completed in order.</a:t>
            </a:r>
            <a:endParaRPr/>
          </a:p>
        </p:txBody>
      </p:sp>
      <p:pic>
        <p:nvPicPr>
          <p:cNvPr id="567" name="Google Shape;56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8910" y="675975"/>
            <a:ext cx="4260762" cy="412517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70"/>
          <p:cNvSpPr txBox="1"/>
          <p:nvPr>
            <p:ph type="title"/>
          </p:nvPr>
        </p:nvSpPr>
        <p:spPr>
          <a:xfrm>
            <a:off x="76250" y="512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Week:</a:t>
            </a:r>
            <a:endParaRPr/>
          </a:p>
        </p:txBody>
      </p:sp>
      <p:sp>
        <p:nvSpPr>
          <p:cNvPr id="573" name="Google Shape;573;p70"/>
          <p:cNvSpPr txBox="1"/>
          <p:nvPr>
            <p:ph idx="2" type="title"/>
          </p:nvPr>
        </p:nvSpPr>
        <p:spPr>
          <a:xfrm>
            <a:off x="702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You are tasked with monitoring the following VSI products: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74" name="Google Shape;574;p70"/>
          <p:cNvSpPr txBox="1"/>
          <p:nvPr/>
        </p:nvSpPr>
        <p:spPr>
          <a:xfrm>
            <a:off x="663400" y="1725825"/>
            <a:ext cx="2125800" cy="23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 administrative webpage: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https://vsi-corporation.azurewebsites.net/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75" name="Google Shape;575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4075" y="3205750"/>
            <a:ext cx="1808949" cy="69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63309" y="3158375"/>
            <a:ext cx="809098" cy="809098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70"/>
          <p:cNvSpPr txBox="1"/>
          <p:nvPr/>
        </p:nvSpPr>
        <p:spPr>
          <a:xfrm>
            <a:off x="6320325" y="1686150"/>
            <a:ext cx="2261100" cy="11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Windows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operating system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which runs many of VSI’s back-end operations.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8" name="Google Shape;578;p70"/>
          <p:cNvSpPr txBox="1"/>
          <p:nvPr>
            <p:ph idx="4294967295" type="body"/>
          </p:nvPr>
        </p:nvSpPr>
        <p:spPr>
          <a:xfrm>
            <a:off x="475850" y="4430500"/>
            <a:ext cx="8379000" cy="809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600"/>
              <a:t>Your networking team has also provided you with past logs to help you develop baselines and create reports, alerts, and dashboards to protect VSI from any attacks by JobeCorp.</a:t>
            </a:r>
            <a:endParaRPr sz="1600"/>
          </a:p>
        </p:txBody>
      </p:sp>
      <p:sp>
        <p:nvSpPr>
          <p:cNvPr id="579" name="Google Shape;579;p70"/>
          <p:cNvSpPr txBox="1"/>
          <p:nvPr/>
        </p:nvSpPr>
        <p:spPr>
          <a:xfrm>
            <a:off x="3452150" y="1725813"/>
            <a:ext cx="2032800" cy="13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 Apache web server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which hosts this webpage.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71"/>
          <p:cNvSpPr txBox="1"/>
          <p:nvPr>
            <p:ph type="title"/>
          </p:nvPr>
        </p:nvSpPr>
        <p:spPr>
          <a:xfrm>
            <a:off x="76250" y="512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Week’s Daily Structure</a:t>
            </a:r>
            <a:endParaRPr/>
          </a:p>
        </p:txBody>
      </p:sp>
      <p:sp>
        <p:nvSpPr>
          <p:cNvPr id="585" name="Google Shape;585;p71"/>
          <p:cNvSpPr txBox="1"/>
          <p:nvPr>
            <p:ph idx="2" type="title"/>
          </p:nvPr>
        </p:nvSpPr>
        <p:spPr>
          <a:xfrm>
            <a:off x="70200" y="5914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Class will run a little differently during project week. Each day will include:</a:t>
            </a:r>
            <a:endParaRPr sz="1800"/>
          </a:p>
        </p:txBody>
      </p:sp>
      <p:sp>
        <p:nvSpPr>
          <p:cNvPr id="586" name="Google Shape;586;p71"/>
          <p:cNvSpPr txBox="1"/>
          <p:nvPr/>
        </p:nvSpPr>
        <p:spPr>
          <a:xfrm>
            <a:off x="668924" y="1364200"/>
            <a:ext cx="2017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Brief Lecture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7" name="Google Shape;587;p71"/>
          <p:cNvSpPr txBox="1"/>
          <p:nvPr/>
        </p:nvSpPr>
        <p:spPr>
          <a:xfrm>
            <a:off x="663400" y="1928959"/>
            <a:ext cx="2017500" cy="22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We will begin by introducing some new concepts.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8" name="Google Shape;588;p71"/>
          <p:cNvSpPr txBox="1"/>
          <p:nvPr/>
        </p:nvSpPr>
        <p:spPr>
          <a:xfrm>
            <a:off x="3563250" y="1364200"/>
            <a:ext cx="2017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Brief Overview</a:t>
            </a:r>
            <a:endParaRPr b="1"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9" name="Google Shape;589;p71"/>
          <p:cNvSpPr txBox="1"/>
          <p:nvPr/>
        </p:nvSpPr>
        <p:spPr>
          <a:xfrm>
            <a:off x="6553925" y="1364200"/>
            <a:ext cx="2017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Daily Guides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0" name="Google Shape;590;p71"/>
          <p:cNvSpPr txBox="1"/>
          <p:nvPr/>
        </p:nvSpPr>
        <p:spPr>
          <a:xfrm>
            <a:off x="3608663" y="1928959"/>
            <a:ext cx="2017500" cy="22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Then, we’ll review the day’s project tasks.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1" name="Google Shape;591;p71"/>
          <p:cNvSpPr txBox="1"/>
          <p:nvPr/>
        </p:nvSpPr>
        <p:spPr>
          <a:xfrm>
            <a:off x="6553950" y="1928950"/>
            <a:ext cx="2390100" cy="22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Finally, you’ll use a guide to complete the project tasks during the remaining class time.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Day 2’s guide concludes with review questions, which you’ll submit at the end of the project.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72"/>
          <p:cNvSpPr txBox="1"/>
          <p:nvPr>
            <p:ph idx="1" type="subTitle"/>
          </p:nvPr>
        </p:nvSpPr>
        <p:spPr>
          <a:xfrm>
            <a:off x="3326100" y="1368186"/>
            <a:ext cx="5069400" cy="6789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You will be given logs of “typical” business functions in order to understand VSI's environment.</a:t>
            </a:r>
            <a:endParaRPr sz="1600"/>
          </a:p>
        </p:txBody>
      </p:sp>
      <p:sp>
        <p:nvSpPr>
          <p:cNvPr id="597" name="Google Shape;597;p72"/>
          <p:cNvSpPr/>
          <p:nvPr/>
        </p:nvSpPr>
        <p:spPr>
          <a:xfrm>
            <a:off x="445325" y="1368175"/>
            <a:ext cx="2007300" cy="3200700"/>
          </a:xfrm>
          <a:prstGeom prst="roundRect">
            <a:avLst>
              <a:gd fmla="val 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12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598" name="Google Shape;598;p72"/>
          <p:cNvSpPr/>
          <p:nvPr/>
        </p:nvSpPr>
        <p:spPr>
          <a:xfrm>
            <a:off x="684928" y="1588400"/>
            <a:ext cx="1556700" cy="401100"/>
          </a:xfrm>
          <a:prstGeom prst="roundRect">
            <a:avLst>
              <a:gd fmla="val 165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12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Day 1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9" name="Google Shape;599;p72"/>
          <p:cNvSpPr txBox="1"/>
          <p:nvPr/>
        </p:nvSpPr>
        <p:spPr>
          <a:xfrm>
            <a:off x="413350" y="1998275"/>
            <a:ext cx="21105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20025" spcFirstLastPara="1" rIns="91425" wrap="square" tIns="182875">
            <a:spAutoFit/>
          </a:bodyPr>
          <a:lstStyle/>
          <a:p>
            <a:pPr indent="0" lvl="0" marL="0" marR="158654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You will develop a defensive solution utilizing a variety</a:t>
            </a:r>
            <a:b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of Splunk tools you learned in class in order to protect VSI.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0" name="Google Shape;600;p72"/>
          <p:cNvSpPr txBox="1"/>
          <p:nvPr>
            <p:ph idx="2" type="subTitle"/>
          </p:nvPr>
        </p:nvSpPr>
        <p:spPr>
          <a:xfrm>
            <a:off x="3326100" y="2440772"/>
            <a:ext cx="5069400" cy="678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You will use these logs to create baselines and then design custom alerts, reports, and dashboards.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01" name="Google Shape;601;p72"/>
          <p:cNvSpPr txBox="1"/>
          <p:nvPr>
            <p:ph idx="4294967295" type="subTitle"/>
          </p:nvPr>
        </p:nvSpPr>
        <p:spPr>
          <a:xfrm>
            <a:off x="3216650" y="3515225"/>
            <a:ext cx="5571900" cy="678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Additionally, you will download and use a Splunk “add-on” app of your choice to monitor against other types of attacks.</a:t>
            </a:r>
            <a:endParaRPr sz="1600"/>
          </a:p>
        </p:txBody>
      </p:sp>
      <p:sp>
        <p:nvSpPr>
          <p:cNvPr id="602" name="Google Shape;602;p7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Daily Objectives and Milestones</a:t>
            </a:r>
            <a:endParaRPr/>
          </a:p>
        </p:txBody>
      </p:sp>
      <p:sp>
        <p:nvSpPr>
          <p:cNvPr id="603" name="Google Shape;603;p72"/>
          <p:cNvSpPr txBox="1"/>
          <p:nvPr>
            <p:ph idx="3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73"/>
          <p:cNvSpPr/>
          <p:nvPr/>
        </p:nvSpPr>
        <p:spPr>
          <a:xfrm>
            <a:off x="445325" y="1368175"/>
            <a:ext cx="2007300" cy="2883600"/>
          </a:xfrm>
          <a:prstGeom prst="roundRect">
            <a:avLst>
              <a:gd fmla="val 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12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609" name="Google Shape;609;p73"/>
          <p:cNvSpPr/>
          <p:nvPr/>
        </p:nvSpPr>
        <p:spPr>
          <a:xfrm>
            <a:off x="684928" y="1588400"/>
            <a:ext cx="1556700" cy="401100"/>
          </a:xfrm>
          <a:prstGeom prst="roundRect">
            <a:avLst>
              <a:gd fmla="val 165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12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Day 2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0" name="Google Shape;610;p7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Daily Objectives and Milestones</a:t>
            </a:r>
            <a:endParaRPr/>
          </a:p>
        </p:txBody>
      </p:sp>
      <p:sp>
        <p:nvSpPr>
          <p:cNvPr id="611" name="Google Shape;611;p73"/>
          <p:cNvSpPr txBox="1"/>
          <p:nvPr>
            <p:ph idx="1" type="subTitle"/>
          </p:nvPr>
        </p:nvSpPr>
        <p:spPr>
          <a:xfrm>
            <a:off x="3326100" y="1368186"/>
            <a:ext cx="5069400" cy="678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You will analyze the reports and dashboards that you created on Day 1 in order to determine whether your defensive choices protected VSI from these attacks.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12" name="Google Shape;612;p73"/>
          <p:cNvSpPr txBox="1"/>
          <p:nvPr/>
        </p:nvSpPr>
        <p:spPr>
          <a:xfrm>
            <a:off x="413348" y="2004550"/>
            <a:ext cx="20073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20025" spcFirstLastPara="1" rIns="91425" wrap="square" tIns="1828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VSI will experience </a:t>
            </a:r>
            <a:b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 simulated </a:t>
            </a: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cyber attack</a:t>
            </a: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3" name="Google Shape;613;p73"/>
          <p:cNvSpPr txBox="1"/>
          <p:nvPr>
            <p:ph idx="2" type="subTitle"/>
          </p:nvPr>
        </p:nvSpPr>
        <p:spPr>
          <a:xfrm>
            <a:off x="3326100" y="2440772"/>
            <a:ext cx="5069400" cy="678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You will be provided with and answer review and analysis questions. </a:t>
            </a:r>
            <a:endParaRPr sz="1600"/>
          </a:p>
        </p:txBody>
      </p:sp>
      <p:sp>
        <p:nvSpPr>
          <p:cNvPr id="614" name="Google Shape;614;p73"/>
          <p:cNvSpPr txBox="1"/>
          <p:nvPr>
            <p:ph idx="4294967295" type="subTitle"/>
          </p:nvPr>
        </p:nvSpPr>
        <p:spPr>
          <a:xfrm>
            <a:off x="3175549" y="3572868"/>
            <a:ext cx="5328900" cy="678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Additionally, you will start preparing slides to present your findings on Day 3 of class.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15" name="Google Shape;615;p73"/>
          <p:cNvSpPr txBox="1"/>
          <p:nvPr>
            <p:ph idx="3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74"/>
          <p:cNvSpPr/>
          <p:nvPr/>
        </p:nvSpPr>
        <p:spPr>
          <a:xfrm>
            <a:off x="445325" y="1368175"/>
            <a:ext cx="2007300" cy="2883600"/>
          </a:xfrm>
          <a:prstGeom prst="roundRect">
            <a:avLst>
              <a:gd fmla="val 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12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621" name="Google Shape;621;p74"/>
          <p:cNvSpPr/>
          <p:nvPr/>
        </p:nvSpPr>
        <p:spPr>
          <a:xfrm>
            <a:off x="684928" y="1588400"/>
            <a:ext cx="1556700" cy="401100"/>
          </a:xfrm>
          <a:prstGeom prst="roundRect">
            <a:avLst>
              <a:gd fmla="val 165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12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Day 3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2" name="Google Shape;622;p7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Daily Objectives and Milestones</a:t>
            </a:r>
            <a:endParaRPr/>
          </a:p>
        </p:txBody>
      </p:sp>
      <p:sp>
        <p:nvSpPr>
          <p:cNvPr id="623" name="Google Shape;623;p74"/>
          <p:cNvSpPr txBox="1"/>
          <p:nvPr>
            <p:ph idx="1" type="subTitle"/>
          </p:nvPr>
        </p:nvSpPr>
        <p:spPr>
          <a:xfrm>
            <a:off x="3326100" y="1368186"/>
            <a:ext cx="5069400" cy="678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You will discuss h</a:t>
            </a:r>
            <a:r>
              <a:rPr lang="en" sz="1800"/>
              <a:t>ow well or poorly it alerted and protected against the simulated attacks.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24" name="Google Shape;624;p74"/>
          <p:cNvSpPr txBox="1"/>
          <p:nvPr>
            <p:ph idx="2" type="subTitle"/>
          </p:nvPr>
        </p:nvSpPr>
        <p:spPr>
          <a:xfrm>
            <a:off x="3326100" y="2440772"/>
            <a:ext cx="5069400" cy="6789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You will suggest a</a:t>
            </a:r>
            <a:r>
              <a:rPr lang="en" sz="1800"/>
              <a:t>ny adjustments you would make to your defensive solution.</a:t>
            </a:r>
            <a:endParaRPr sz="1800"/>
          </a:p>
        </p:txBody>
      </p:sp>
      <p:sp>
        <p:nvSpPr>
          <p:cNvPr id="625" name="Google Shape;625;p74"/>
          <p:cNvSpPr txBox="1"/>
          <p:nvPr>
            <p:ph idx="3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In your groups, you will present:</a:t>
            </a:r>
            <a:endParaRPr sz="1800"/>
          </a:p>
        </p:txBody>
      </p:sp>
      <p:sp>
        <p:nvSpPr>
          <p:cNvPr id="626" name="Google Shape;626;p74"/>
          <p:cNvSpPr txBox="1"/>
          <p:nvPr/>
        </p:nvSpPr>
        <p:spPr>
          <a:xfrm>
            <a:off x="413348" y="1989500"/>
            <a:ext cx="18729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20025" spcFirstLastPara="1" rIns="91425" wrap="square" tIns="1828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You will present t</a:t>
            </a: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he defensive solution you created.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75"/>
          <p:cNvSpPr txBox="1"/>
          <p:nvPr>
            <p:ph idx="5" type="title"/>
          </p:nvPr>
        </p:nvSpPr>
        <p:spPr>
          <a:xfrm>
            <a:off x="76250" y="512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Deliverables</a:t>
            </a:r>
            <a:endParaRPr/>
          </a:p>
        </p:txBody>
      </p:sp>
      <p:sp>
        <p:nvSpPr>
          <p:cNvPr id="632" name="Google Shape;632;p75"/>
          <p:cNvSpPr txBox="1"/>
          <p:nvPr>
            <p:ph type="title"/>
          </p:nvPr>
        </p:nvSpPr>
        <p:spPr>
          <a:xfrm>
            <a:off x="767225" y="1329825"/>
            <a:ext cx="37401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-17145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Technical Brief and Review Questions </a:t>
            </a:r>
            <a:endParaRPr b="1" sz="1700"/>
          </a:p>
        </p:txBody>
      </p:sp>
      <p:sp>
        <p:nvSpPr>
          <p:cNvPr id="633" name="Google Shape;633;p75"/>
          <p:cNvSpPr txBox="1"/>
          <p:nvPr>
            <p:ph idx="2" type="title"/>
          </p:nvPr>
        </p:nvSpPr>
        <p:spPr>
          <a:xfrm>
            <a:off x="5180509" y="1329825"/>
            <a:ext cx="3240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Presentation Slides</a:t>
            </a:r>
            <a:endParaRPr b="1" sz="1700"/>
          </a:p>
        </p:txBody>
      </p:sp>
      <p:sp>
        <p:nvSpPr>
          <p:cNvPr id="634" name="Google Shape;634;p75"/>
          <p:cNvSpPr txBox="1"/>
          <p:nvPr>
            <p:ph idx="3" type="title"/>
          </p:nvPr>
        </p:nvSpPr>
        <p:spPr>
          <a:xfrm>
            <a:off x="542175" y="2004350"/>
            <a:ext cx="3649200" cy="24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Provide a</a:t>
            </a:r>
            <a:r>
              <a:rPr lang="en" sz="1800">
                <a:solidFill>
                  <a:schemeClr val="dk2"/>
                </a:solidFill>
              </a:rPr>
              <a:t>nswers to a series of questions explaining your monitoring solution and its efficacy at defending against attacks. Screenshots of your monitoring solution will also be submitted with this document.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5" name="Google Shape;635;p75"/>
          <p:cNvSpPr txBox="1"/>
          <p:nvPr>
            <p:ph idx="4" type="title"/>
          </p:nvPr>
        </p:nvSpPr>
        <p:spPr>
          <a:xfrm>
            <a:off x="4976200" y="2004350"/>
            <a:ext cx="3649200" cy="24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Submit t</a:t>
            </a:r>
            <a:r>
              <a:rPr lang="en" sz="1800"/>
              <a:t>he slides your group uses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for Day 3’s presentation.</a:t>
            </a:r>
            <a:endParaRPr sz="1800"/>
          </a:p>
        </p:txBody>
      </p:sp>
      <p:sp>
        <p:nvSpPr>
          <p:cNvPr id="636" name="Google Shape;636;p75"/>
          <p:cNvSpPr txBox="1"/>
          <p:nvPr>
            <p:ph idx="6" type="title"/>
          </p:nvPr>
        </p:nvSpPr>
        <p:spPr>
          <a:xfrm>
            <a:off x="702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The project is due one week from the third day of this project. There is no additional Challenge this week. You will submit the following project deliverables: 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76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Today’s Class</a:t>
            </a:r>
            <a:endParaRPr/>
          </a:p>
        </p:txBody>
      </p:sp>
      <p:sp>
        <p:nvSpPr>
          <p:cNvPr id="642" name="Google Shape;642;p76"/>
          <p:cNvSpPr txBox="1"/>
          <p:nvPr>
            <p:ph idx="1" type="subTitle"/>
          </p:nvPr>
        </p:nvSpPr>
        <p:spPr>
          <a:xfrm>
            <a:off x="0" y="5235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rest of today’s class will proceed as follows: </a:t>
            </a:r>
            <a:endParaRPr/>
          </a:p>
        </p:txBody>
      </p:sp>
      <p:sp>
        <p:nvSpPr>
          <p:cNvPr id="643" name="Google Shape;643;p76"/>
          <p:cNvSpPr txBox="1"/>
          <p:nvPr>
            <p:ph idx="2" type="subTitle"/>
          </p:nvPr>
        </p:nvSpPr>
        <p:spPr>
          <a:xfrm>
            <a:off x="724275" y="1937825"/>
            <a:ext cx="2371500" cy="26628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Introduction to the project scenario</a:t>
            </a:r>
            <a:endParaRPr sz="1800"/>
          </a:p>
        </p:txBody>
      </p:sp>
      <p:sp>
        <p:nvSpPr>
          <p:cNvPr id="644" name="Google Shape;644;p76"/>
          <p:cNvSpPr txBox="1"/>
          <p:nvPr>
            <p:ph idx="3" type="subTitle"/>
          </p:nvPr>
        </p:nvSpPr>
        <p:spPr>
          <a:xfrm>
            <a:off x="3496050" y="1937837"/>
            <a:ext cx="2371500" cy="26628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Overview of </a:t>
            </a:r>
            <a:br>
              <a:rPr lang="en" sz="1800"/>
            </a:br>
            <a:r>
              <a:rPr lang="en" sz="1800"/>
              <a:t>today’s tasks </a:t>
            </a:r>
            <a:endParaRPr sz="1800"/>
          </a:p>
        </p:txBody>
      </p:sp>
      <p:sp>
        <p:nvSpPr>
          <p:cNvPr id="645" name="Google Shape;645;p76"/>
          <p:cNvSpPr txBox="1"/>
          <p:nvPr>
            <p:ph idx="4" type="subTitle"/>
          </p:nvPr>
        </p:nvSpPr>
        <p:spPr>
          <a:xfrm>
            <a:off x="6401175" y="1938587"/>
            <a:ext cx="2371500" cy="26628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Project work</a:t>
            </a:r>
            <a:endParaRPr sz="1800"/>
          </a:p>
        </p:txBody>
      </p:sp>
      <p:cxnSp>
        <p:nvCxnSpPr>
          <p:cNvPr id="646" name="Google Shape;646;p76"/>
          <p:cNvCxnSpPr/>
          <p:nvPr/>
        </p:nvCxnSpPr>
        <p:spPr>
          <a:xfrm>
            <a:off x="-9375" y="10061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082D49"/>
            </a:solidFill>
            <a:prstDash val="solid"/>
            <a:round/>
            <a:headEnd len="sm" w="sm" type="none"/>
            <a:tailEnd len="med" w="med" type="oval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77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" sz="4000">
                <a:latin typeface="Roboto"/>
                <a:ea typeface="Roboto"/>
                <a:cs typeface="Roboto"/>
                <a:sym typeface="Roboto"/>
              </a:rPr>
              <a:t>Day 1</a:t>
            </a:r>
            <a:r>
              <a:rPr b="0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4000">
                <a:latin typeface="Roboto"/>
                <a:ea typeface="Roboto"/>
                <a:cs typeface="Roboto"/>
                <a:sym typeface="Roboto"/>
              </a:rPr>
              <a:t>Overview</a:t>
            </a:r>
            <a:endParaRPr sz="4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52" name="Google Shape;652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6125" y="1744050"/>
            <a:ext cx="902675" cy="88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78"/>
          <p:cNvSpPr txBox="1"/>
          <p:nvPr>
            <p:ph type="title"/>
          </p:nvPr>
        </p:nvSpPr>
        <p:spPr>
          <a:xfrm>
            <a:off x="76250" y="512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Day 1 Project Overview</a:t>
            </a:r>
            <a:endParaRPr/>
          </a:p>
        </p:txBody>
      </p:sp>
      <p:sp>
        <p:nvSpPr>
          <p:cNvPr id="658" name="Google Shape;658;p78"/>
          <p:cNvSpPr txBox="1"/>
          <p:nvPr>
            <p:ph idx="1" type="subTitle"/>
          </p:nvPr>
        </p:nvSpPr>
        <p:spPr>
          <a:xfrm>
            <a:off x="1430600" y="1129175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Load and analyze Windows logs.</a:t>
            </a:r>
            <a:endParaRPr sz="1800"/>
          </a:p>
        </p:txBody>
      </p:sp>
      <p:sp>
        <p:nvSpPr>
          <p:cNvPr id="659" name="Google Shape;659;p78"/>
          <p:cNvSpPr txBox="1"/>
          <p:nvPr>
            <p:ph idx="2" type="subTitle"/>
          </p:nvPr>
        </p:nvSpPr>
        <p:spPr>
          <a:xfrm>
            <a:off x="1430600" y="1787875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Create reports, alerts, and dashboards for the Windows logs.</a:t>
            </a:r>
            <a:endParaRPr sz="1800"/>
          </a:p>
        </p:txBody>
      </p:sp>
      <p:sp>
        <p:nvSpPr>
          <p:cNvPr id="660" name="Google Shape;660;p78"/>
          <p:cNvSpPr txBox="1"/>
          <p:nvPr>
            <p:ph idx="3" type="subTitle"/>
          </p:nvPr>
        </p:nvSpPr>
        <p:spPr>
          <a:xfrm>
            <a:off x="1430600" y="24446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Load and analyze Apache logs.</a:t>
            </a:r>
            <a:endParaRPr sz="1800"/>
          </a:p>
        </p:txBody>
      </p:sp>
      <p:sp>
        <p:nvSpPr>
          <p:cNvPr id="661" name="Google Shape;661;p78"/>
          <p:cNvSpPr txBox="1"/>
          <p:nvPr>
            <p:ph idx="4" type="subTitle"/>
          </p:nvPr>
        </p:nvSpPr>
        <p:spPr>
          <a:xfrm>
            <a:off x="1430600" y="31033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Create reports, alerts, and dashboards for the Apache logs.</a:t>
            </a:r>
            <a:endParaRPr sz="1800"/>
          </a:p>
        </p:txBody>
      </p:sp>
      <p:sp>
        <p:nvSpPr>
          <p:cNvPr id="662" name="Google Shape;662;p78"/>
          <p:cNvSpPr txBox="1"/>
          <p:nvPr>
            <p:ph idx="5" type="subTitle"/>
          </p:nvPr>
        </p:nvSpPr>
        <p:spPr>
          <a:xfrm>
            <a:off x="1430600" y="37601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Install an add-on Splunk application for additional monitoring.</a:t>
            </a:r>
            <a:endParaRPr sz="1800"/>
          </a:p>
        </p:txBody>
      </p:sp>
      <p:sp>
        <p:nvSpPr>
          <p:cNvPr id="663" name="Google Shape;663;p78"/>
          <p:cNvSpPr txBox="1"/>
          <p:nvPr>
            <p:ph idx="6" type="title"/>
          </p:nvPr>
        </p:nvSpPr>
        <p:spPr>
          <a:xfrm>
            <a:off x="702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On Day 1, you will complete the following: </a:t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79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</a:t>
            </a:r>
            <a:endParaRPr/>
          </a:p>
        </p:txBody>
      </p:sp>
      <p:sp>
        <p:nvSpPr>
          <p:cNvPr id="669" name="Google Shape;669;p7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Load and Analyze Windows Logs</a:t>
            </a:r>
            <a:endParaRPr/>
          </a:p>
        </p:txBody>
      </p:sp>
      <p:sp>
        <p:nvSpPr>
          <p:cNvPr id="670" name="Google Shape;670;p79"/>
          <p:cNvSpPr txBox="1"/>
          <p:nvPr>
            <p:ph idx="2" type="body"/>
          </p:nvPr>
        </p:nvSpPr>
        <p:spPr>
          <a:xfrm>
            <a:off x="461225" y="1063525"/>
            <a:ext cx="2981700" cy="3520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will be provided with </a:t>
            </a:r>
            <a:br>
              <a:rPr lang="en"/>
            </a:br>
            <a:r>
              <a:rPr lang="en"/>
              <a:t>a set of logs from the Windows servers that run VSI’s back-end systems.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logs represent normal business operations.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will load these logs </a:t>
            </a:r>
            <a:br>
              <a:rPr lang="en"/>
            </a:br>
            <a:r>
              <a:rPr lang="en"/>
              <a:t>and analyze the data they contain to determine baselines of normal activity.</a:t>
            </a:r>
            <a:endParaRPr/>
          </a:p>
        </p:txBody>
      </p:sp>
      <p:pic>
        <p:nvPicPr>
          <p:cNvPr id="671" name="Google Shape;671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5425" y="1335824"/>
            <a:ext cx="5184524" cy="29257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72" name="Google Shape;672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975" y="246625"/>
            <a:ext cx="479300" cy="47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80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2</a:t>
            </a:r>
            <a:endParaRPr/>
          </a:p>
        </p:txBody>
      </p:sp>
      <p:sp>
        <p:nvSpPr>
          <p:cNvPr id="678" name="Google Shape;678;p80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Reports, Alerts, and Dashboards for the Windows Logs</a:t>
            </a:r>
            <a:endParaRPr/>
          </a:p>
        </p:txBody>
      </p:sp>
      <p:sp>
        <p:nvSpPr>
          <p:cNvPr id="679" name="Google Shape;679;p80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Then, you will create reports, alerts, and dashboards based on your research in the previous step. You’ll use these reports, alerts, and dashboards to determine if a future attack occurs.</a:t>
            </a:r>
            <a:endParaRPr sz="1600"/>
          </a:p>
        </p:txBody>
      </p:sp>
      <p:pic>
        <p:nvPicPr>
          <p:cNvPr id="680" name="Google Shape;680;p80"/>
          <p:cNvPicPr preferRelativeResize="0"/>
          <p:nvPr/>
        </p:nvPicPr>
        <p:blipFill rotWithShape="1">
          <a:blip r:embed="rId3">
            <a:alphaModFix/>
          </a:blip>
          <a:srcRect b="0" l="0" r="0" t="16001"/>
          <a:stretch/>
        </p:blipFill>
        <p:spPr>
          <a:xfrm>
            <a:off x="523975" y="1992275"/>
            <a:ext cx="6099925" cy="2646850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80"/>
          <p:cNvSpPr txBox="1"/>
          <p:nvPr/>
        </p:nvSpPr>
        <p:spPr>
          <a:xfrm>
            <a:off x="6924600" y="2039875"/>
            <a:ext cx="1720800" cy="295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14300" marR="8146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Important: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14300" marR="81460" rtl="0" algn="l">
              <a:spcBef>
                <a:spcPts val="600"/>
              </a:spcBef>
              <a:spcAft>
                <a:spcPts val="100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You must grab screenshots where indicated in the daily guide. You will add them to your presentation.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82" name="Google Shape;682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99836" y="2230853"/>
            <a:ext cx="706371" cy="66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" name="Google Shape;683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0975" y="246625"/>
            <a:ext cx="479300" cy="47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81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3</a:t>
            </a:r>
            <a:endParaRPr/>
          </a:p>
        </p:txBody>
      </p:sp>
      <p:sp>
        <p:nvSpPr>
          <p:cNvPr id="689" name="Google Shape;689;p81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Load and Analyze Apache Logs</a:t>
            </a:r>
            <a:endParaRPr/>
          </a:p>
        </p:txBody>
      </p:sp>
      <p:sp>
        <p:nvSpPr>
          <p:cNvPr id="690" name="Google Shape;690;p81"/>
          <p:cNvSpPr txBox="1"/>
          <p:nvPr>
            <p:ph idx="2" type="body"/>
          </p:nvPr>
        </p:nvSpPr>
        <p:spPr>
          <a:xfrm>
            <a:off x="461225" y="1063525"/>
            <a:ext cx="2907000" cy="3520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Next, you will be provided with a set of logs from the Apache web servers that host VSI’s web application. The logs represent normal business operations.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You will load these logs and analyze the data they contain to determine baselines of normal activity.</a:t>
            </a:r>
            <a:endParaRPr sz="1600"/>
          </a:p>
        </p:txBody>
      </p:sp>
      <p:pic>
        <p:nvPicPr>
          <p:cNvPr id="691" name="Google Shape;691;p81"/>
          <p:cNvPicPr preferRelativeResize="0"/>
          <p:nvPr/>
        </p:nvPicPr>
        <p:blipFill rotWithShape="1">
          <a:blip r:embed="rId3">
            <a:alphaModFix/>
          </a:blip>
          <a:srcRect b="0" l="0" r="0" t="537"/>
          <a:stretch/>
        </p:blipFill>
        <p:spPr>
          <a:xfrm>
            <a:off x="3741275" y="1209812"/>
            <a:ext cx="5128399" cy="3071288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92" name="Google Shape;692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975" y="246625"/>
            <a:ext cx="479300" cy="47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82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4</a:t>
            </a:r>
            <a:endParaRPr/>
          </a:p>
        </p:txBody>
      </p:sp>
      <p:sp>
        <p:nvSpPr>
          <p:cNvPr id="698" name="Google Shape;698;p82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Reports, Alerts, and Dashboards for the Apache Logs</a:t>
            </a:r>
            <a:endParaRPr/>
          </a:p>
        </p:txBody>
      </p:sp>
      <p:sp>
        <p:nvSpPr>
          <p:cNvPr id="699" name="Google Shape;699;p82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Then, you will create reports, alerts, and dashboards based on your research in the previous step. You’ll use these reports, alerts, and dashboards to determine if a future attack occurs against VSI’s web server.</a:t>
            </a:r>
            <a:endParaRPr/>
          </a:p>
        </p:txBody>
      </p:sp>
      <p:pic>
        <p:nvPicPr>
          <p:cNvPr id="700" name="Google Shape;700;p82"/>
          <p:cNvPicPr preferRelativeResize="0"/>
          <p:nvPr/>
        </p:nvPicPr>
        <p:blipFill rotWithShape="1">
          <a:blip r:embed="rId3">
            <a:alphaModFix/>
          </a:blip>
          <a:srcRect b="0" l="0" r="1380" t="0"/>
          <a:stretch/>
        </p:blipFill>
        <p:spPr>
          <a:xfrm>
            <a:off x="106675" y="2343150"/>
            <a:ext cx="8930626" cy="2077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975" y="246625"/>
            <a:ext cx="479300" cy="47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83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5</a:t>
            </a:r>
            <a:endParaRPr/>
          </a:p>
        </p:txBody>
      </p:sp>
      <p:sp>
        <p:nvSpPr>
          <p:cNvPr id="707" name="Google Shape;707;p83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Install Add-On Splunk Applications for Additional Monitoring</a:t>
            </a:r>
            <a:endParaRPr/>
          </a:p>
        </p:txBody>
      </p:sp>
      <p:sp>
        <p:nvSpPr>
          <p:cNvPr id="708" name="Google Shape;708;p83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will choose one of several Splunk add-on apps to assist with monitoring.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will install the app and configure it to protect VSI’s systems.</a:t>
            </a:r>
            <a:endParaRPr/>
          </a:p>
        </p:txBody>
      </p:sp>
      <p:pic>
        <p:nvPicPr>
          <p:cNvPr id="709" name="Google Shape;709;p83"/>
          <p:cNvPicPr preferRelativeResize="0"/>
          <p:nvPr/>
        </p:nvPicPr>
        <p:blipFill rotWithShape="1">
          <a:blip r:embed="rId3">
            <a:alphaModFix/>
          </a:blip>
          <a:srcRect b="119" l="0" r="0" t="119"/>
          <a:stretch/>
        </p:blipFill>
        <p:spPr>
          <a:xfrm>
            <a:off x="371475" y="2095560"/>
            <a:ext cx="8498200" cy="2636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975" y="246625"/>
            <a:ext cx="479300" cy="47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84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Group </a:t>
            </a:r>
            <a:r>
              <a:rPr lang="en"/>
              <a:t>Assignments</a:t>
            </a:r>
            <a:endParaRPr/>
          </a:p>
        </p:txBody>
      </p:sp>
      <p:pic>
        <p:nvPicPr>
          <p:cNvPr id="716" name="Google Shape;716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2050" y="1359665"/>
            <a:ext cx="1219900" cy="121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85"/>
          <p:cNvSpPr txBox="1"/>
          <p:nvPr>
            <p:ph idx="4294967295" type="subTitle"/>
          </p:nvPr>
        </p:nvSpPr>
        <p:spPr>
          <a:xfrm>
            <a:off x="902100" y="1726975"/>
            <a:ext cx="6435300" cy="2116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project, you will design reports, alerts, and dashboards, and select and install a Splunk add-on app in order to protect VSI from attacks.</a:t>
            </a:r>
            <a:endParaRPr/>
          </a:p>
        </p:txBody>
      </p:sp>
      <p:sp>
        <p:nvSpPr>
          <p:cNvPr id="722" name="Google Shape;722;p85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end of class</a:t>
            </a:r>
            <a:endParaRPr/>
          </a:p>
        </p:txBody>
      </p:sp>
      <p:sp>
        <p:nvSpPr>
          <p:cNvPr id="723" name="Google Shape;723;p85"/>
          <p:cNvSpPr txBox="1"/>
          <p:nvPr>
            <p:ph idx="4294967295" type="title"/>
          </p:nvPr>
        </p:nvSpPr>
        <p:spPr>
          <a:xfrm>
            <a:off x="902100" y="528900"/>
            <a:ext cx="91686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/>
              <a:t>Building a Security Monitoring Environment — Day 1</a:t>
            </a:r>
            <a:endParaRPr b="0"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ootcamp Slides New Theme - July 2024">
  <a:themeElements>
    <a:clrScheme name="Simple Light">
      <a:dk1>
        <a:srgbClr val="2E5E73"/>
      </a:dk1>
      <a:lt1>
        <a:srgbClr val="FFFFFF"/>
      </a:lt1>
      <a:dk2>
        <a:srgbClr val="082D49"/>
      </a:dk2>
      <a:lt2>
        <a:srgbClr val="F2F2F2"/>
      </a:lt2>
      <a:accent1>
        <a:srgbClr val="FCB912"/>
      </a:accent1>
      <a:accent2>
        <a:srgbClr val="AADCF2"/>
      </a:accent2>
      <a:accent3>
        <a:srgbClr val="1475D4"/>
      </a:accent3>
      <a:accent4>
        <a:srgbClr val="00C7CC"/>
      </a:accent4>
      <a:accent5>
        <a:srgbClr val="082D49"/>
      </a:accent5>
      <a:accent6>
        <a:srgbClr val="2E5E73"/>
      </a:accent6>
      <a:hlink>
        <a:srgbClr val="2E5E7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