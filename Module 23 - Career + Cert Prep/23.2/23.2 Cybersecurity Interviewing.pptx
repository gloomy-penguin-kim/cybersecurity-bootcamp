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2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5143500" cx="9144000"/>
  <p:notesSz cx="6858000" cy="9144000"/>
  <p:embeddedFontLst>
    <p:embeddedFont>
      <p:font typeface="Roboto"/>
      <p:regular r:id="rId65"/>
      <p:bold r:id="rId66"/>
      <p:italic r:id="rId67"/>
      <p:boldItalic r:id="rId68"/>
    </p:embeddedFont>
    <p:embeddedFont>
      <p:font typeface="Roboto Medium"/>
      <p:regular r:id="rId69"/>
      <p:bold r:id="rId70"/>
      <p:italic r:id="rId71"/>
      <p:boldItalic r:id="rId72"/>
    </p:embeddedFont>
    <p:embeddedFont>
      <p:font typeface="Roboto Light"/>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B23CD1-ED1C-4E11-8C75-9EFEBD0502A2}">
  <a:tblStyle styleId="{49B23CD1-ED1C-4E11-8C75-9EFEBD0502A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Light-regular.fntdata"/><Relationship Id="rId72" Type="http://schemas.openxmlformats.org/officeDocument/2006/relationships/font" Target="fonts/RobotoMedium-boldItalic.fntdata"/><Relationship Id="rId75" Type="http://schemas.openxmlformats.org/officeDocument/2006/relationships/font" Target="fonts/RobotoLight-italic.fntdata"/><Relationship Id="rId74" Type="http://schemas.openxmlformats.org/officeDocument/2006/relationships/font" Target="fonts/RobotoLight-bold.fntdata"/><Relationship Id="rId76" Type="http://schemas.openxmlformats.org/officeDocument/2006/relationships/font" Target="fonts/RobotoLight-boldItalic.fntdata"/><Relationship Id="rId71" Type="http://schemas.openxmlformats.org/officeDocument/2006/relationships/font" Target="fonts/RobotoMedium-italic.fntdata"/><Relationship Id="rId70" Type="http://schemas.openxmlformats.org/officeDocument/2006/relationships/font" Target="fonts/RobotoMedium-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font" Target="fonts/Roboto-bold.fntdata"/><Relationship Id="rId65" Type="http://schemas.openxmlformats.org/officeDocument/2006/relationships/font" Target="fonts/Roboto-regular.fntdata"/><Relationship Id="rId68" Type="http://schemas.openxmlformats.org/officeDocument/2006/relationships/font" Target="fonts/Roboto-boldItalic.fntdata"/><Relationship Id="rId67" Type="http://schemas.openxmlformats.org/officeDocument/2006/relationships/font" Target="fonts/Roboto-italic.fntdata"/><Relationship Id="rId60" Type="http://schemas.openxmlformats.org/officeDocument/2006/relationships/slide" Target="slides/slide54.xml"/><Relationship Id="rId69" Type="http://schemas.openxmlformats.org/officeDocument/2006/relationships/font" Target="fonts/RobotoMedium-regular.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14698a569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314698a569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14698a569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314698a569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14698a56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314698a56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314698a5693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314698a5693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14698a5693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314698a5693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14698a5693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314698a5693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14698a5693_0_1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314698a5693_0_1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14698a5693_0_2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314698a5693_0_2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314698a5693_0_3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314698a5693_0_3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14698a5693_0_3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314698a5693_0_3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314698a5693_0_4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314698a5693_0_4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14698a5693_0_4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314698a5693_0_4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14698a5693_0_4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314698a5693_0_4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14698a5693_0_5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314698a5693_0_5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314698a5693_0_5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3" name="Google Shape;1503;g314698a5693_0_5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314698a5693_0_6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314698a5693_0_6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14c1af97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314c1af97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14c1af9758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314c1af9758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314c1af9758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314c1af9758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314c1af9758_0_1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1" name="Google Shape;1551;g314c1af9758_0_1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g314c1af9758_0_1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6" name="Google Shape;1556;g314c1af9758_0_1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g312693c97d5_1_2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2" name="Google Shape;1572;g312693c97d5_1_2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312693c97d5_1_4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312693c97d5_1_4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312693c97d5_1_4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312693c97d5_1_4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312ceca1a8f_0_6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312ceca1a8f_0_6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g314c1af9758_0_2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5" name="Google Shape;1595;g314c1af9758_0_2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g314c1af9758_0_2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8" name="Google Shape;1608;g314c1af9758_0_2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14c1af9758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314c1af9758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g314c1af9758_1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3" name="Google Shape;1633;g314c1af9758_1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https://pixabay.com/illustrations/hacker-hacking-cyber-security-hack-1944688/</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14c1af9758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314c1af9758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14c1af9758_1_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314c1af9758_1_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g314c1af9758_1_1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1" name="Google Shape;1691;g314c1af9758_1_1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314c1af9758_1_1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314c1af9758_1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g314c1af9758_1_2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3" name="Google Shape;1723;g314c1af9758_1_2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314c1af9758_1_2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314c1af9758_1_2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314c1af9758_1_3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314c1af9758_1_3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g314c1af9758_1_3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1" name="Google Shape;1761;g314c1af9758_1_3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g314c1af9758_1_3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6" name="Google Shape;1766;g314c1af9758_1_3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3132f40dc1a_0_2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3132f40dc1a_0_2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3" name="Shape 1793"/>
        <p:cNvGrpSpPr/>
        <p:nvPr/>
      </p:nvGrpSpPr>
      <p:grpSpPr>
        <a:xfrm>
          <a:off x="0" y="0"/>
          <a:ext cx="0" cy="0"/>
          <a:chOff x="0" y="0"/>
          <a:chExt cx="0" cy="0"/>
        </a:xfrm>
      </p:grpSpPr>
      <p:sp>
        <p:nvSpPr>
          <p:cNvPr id="1794" name="Google Shape;1794;g3132f40dc1a_0_2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5" name="Google Shape;1795;g3132f40dc1a_0_2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g3132f40dc1a_0_3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3" name="Google Shape;1803;g3132f40dc1a_0_3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3132f40dc1a_0_3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3132f40dc1a_0_3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31668cd356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31668cd356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g313fee012f0_0_6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5" name="Google Shape;1815;g313fee012f0_0_6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31668cd356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31668cd356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shutterstock_2011018508</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3260a2da42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5" name="Google Shape;1835;g3260a2da42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g31668cd3563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6" name="Google Shape;1856;g31668cd3563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g31668cd3563_0_1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1" name="Google Shape;1861;g31668cd3563_0_1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31668cd3563_0_29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4" name="Google Shape;1884;g31668cd3563_0_29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g31668cd3563_0_3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1" name="Google Shape;1891;g31668cd3563_0_3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g313fee012f0_0_7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9" name="Google Shape;1899;g313fee012f0_0_7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g313fee012f0_0_7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g313fee012f0_0_7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g31668cd3563_0_3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7" name="Google Shape;1907;g31668cd3563_0_38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8" name="Google Shape;1938;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3" name="Google Shape;1943;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50" name="Shape 350"/>
        <p:cNvGrpSpPr/>
        <p:nvPr/>
      </p:nvGrpSpPr>
      <p:grpSpPr>
        <a:xfrm>
          <a:off x="0" y="0"/>
          <a:ext cx="0" cy="0"/>
          <a:chOff x="0" y="0"/>
          <a:chExt cx="0" cy="0"/>
        </a:xfrm>
      </p:grpSpPr>
      <p:sp>
        <p:nvSpPr>
          <p:cNvPr id="351" name="Google Shape;351;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2" name="Google Shape;352;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3" name="Google Shape;353;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5" name="Google Shape;355;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6" name="Google Shape;356;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7" name="Google Shape;357;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8" name="Shape 358"/>
        <p:cNvGrpSpPr/>
        <p:nvPr/>
      </p:nvGrpSpPr>
      <p:grpSpPr>
        <a:xfrm>
          <a:off x="0" y="0"/>
          <a:ext cx="0" cy="0"/>
          <a:chOff x="0" y="0"/>
          <a:chExt cx="0" cy="0"/>
        </a:xfrm>
      </p:grpSpPr>
      <p:sp>
        <p:nvSpPr>
          <p:cNvPr id="359" name="Google Shape;359;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1" name="Google Shape;361;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3" name="Google Shape;363;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4" name="Google Shape;364;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5" name="Google Shape;365;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6" name="Shape 366"/>
        <p:cNvGrpSpPr/>
        <p:nvPr/>
      </p:nvGrpSpPr>
      <p:grpSpPr>
        <a:xfrm>
          <a:off x="0" y="0"/>
          <a:ext cx="0" cy="0"/>
          <a:chOff x="0" y="0"/>
          <a:chExt cx="0" cy="0"/>
        </a:xfrm>
      </p:grpSpPr>
      <p:sp>
        <p:nvSpPr>
          <p:cNvPr id="367" name="Google Shape;367;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8" name="Google Shape;368;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9" name="Google Shape;369;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0" name="Google Shape;370;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1" name="Shape 371"/>
        <p:cNvGrpSpPr/>
        <p:nvPr/>
      </p:nvGrpSpPr>
      <p:grpSpPr>
        <a:xfrm>
          <a:off x="0" y="0"/>
          <a:ext cx="0" cy="0"/>
          <a:chOff x="0" y="0"/>
          <a:chExt cx="0" cy="0"/>
        </a:xfrm>
      </p:grpSpPr>
      <p:sp>
        <p:nvSpPr>
          <p:cNvPr id="372" name="Google Shape;372;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8" name="Google Shape;378;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80" name="Google Shape;380;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1" name="Google Shape;381;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2" name="Google Shape;382;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3" name="Google Shape;383;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4" name="Google Shape;384;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5" name="Shape 385"/>
        <p:cNvGrpSpPr/>
        <p:nvPr/>
      </p:nvGrpSpPr>
      <p:grpSpPr>
        <a:xfrm>
          <a:off x="0" y="0"/>
          <a:ext cx="0" cy="0"/>
          <a:chOff x="0" y="0"/>
          <a:chExt cx="0" cy="0"/>
        </a:xfrm>
      </p:grpSpPr>
      <p:sp>
        <p:nvSpPr>
          <p:cNvPr id="386" name="Google Shape;386;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88" name="Google Shape;388;p56"/>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9" name="Google Shape;389;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90" name="Google Shape;390;p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91" name="Google Shape;391;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2" name="Google Shape;392;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3" name="Shape 393"/>
        <p:cNvGrpSpPr/>
        <p:nvPr/>
      </p:nvGrpSpPr>
      <p:grpSpPr>
        <a:xfrm>
          <a:off x="0" y="0"/>
          <a:ext cx="0" cy="0"/>
          <a:chOff x="0" y="0"/>
          <a:chExt cx="0" cy="0"/>
        </a:xfrm>
      </p:grpSpPr>
      <p:sp>
        <p:nvSpPr>
          <p:cNvPr id="394" name="Google Shape;394;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6" name="Google Shape;396;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7" name="Google Shape;397;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9" name="Google Shape;399;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400" name="Google Shape;400;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402" name="Google Shape;402;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3" name="Google Shape;403;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4" name="Google Shape;404;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5" name="Google Shape;405;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7" name="Shape 407"/>
        <p:cNvGrpSpPr/>
        <p:nvPr/>
      </p:nvGrpSpPr>
      <p:grpSpPr>
        <a:xfrm>
          <a:off x="0" y="0"/>
          <a:ext cx="0" cy="0"/>
          <a:chOff x="0" y="0"/>
          <a:chExt cx="0" cy="0"/>
        </a:xfrm>
      </p:grpSpPr>
      <p:cxnSp>
        <p:nvCxnSpPr>
          <p:cNvPr id="408" name="Google Shape;408;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9" name="Google Shape;409;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5" name="Google Shape;415;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6" name="Google Shape;416;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7" name="Google Shape;417;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8" name="Google Shape;418;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9" name="Google Shape;419;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2" name="Google Shape;422;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3" name="Google Shape;423;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4" name="Google Shape;424;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5" name="Google Shape;425;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7" name="Google Shape;427;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8" name="Google Shape;428;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9" name="Shape 429"/>
        <p:cNvGrpSpPr/>
        <p:nvPr/>
      </p:nvGrpSpPr>
      <p:grpSpPr>
        <a:xfrm>
          <a:off x="0" y="0"/>
          <a:ext cx="0" cy="0"/>
          <a:chOff x="0" y="0"/>
          <a:chExt cx="0" cy="0"/>
        </a:xfrm>
      </p:grpSpPr>
      <p:pic>
        <p:nvPicPr>
          <p:cNvPr id="430" name="Google Shape;430;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31" name="Google Shape;431;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32" name="Google Shape;432;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3" name="Google Shape;433;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4" name="Shape 434"/>
        <p:cNvGrpSpPr/>
        <p:nvPr/>
      </p:nvGrpSpPr>
      <p:grpSpPr>
        <a:xfrm>
          <a:off x="0" y="0"/>
          <a:ext cx="0" cy="0"/>
          <a:chOff x="0" y="0"/>
          <a:chExt cx="0" cy="0"/>
        </a:xfrm>
      </p:grpSpPr>
      <p:sp>
        <p:nvSpPr>
          <p:cNvPr id="435" name="Google Shape;435;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6" name="Google Shape;436;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7" name="Google Shape;437;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8" name="Google Shape;438;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9" name="Google Shape;439;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40" name="Shape 440"/>
        <p:cNvGrpSpPr/>
        <p:nvPr/>
      </p:nvGrpSpPr>
      <p:grpSpPr>
        <a:xfrm>
          <a:off x="0" y="0"/>
          <a:ext cx="0" cy="0"/>
          <a:chOff x="0" y="0"/>
          <a:chExt cx="0" cy="0"/>
        </a:xfrm>
      </p:grpSpPr>
      <p:sp>
        <p:nvSpPr>
          <p:cNvPr id="441" name="Google Shape;441;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2" name="Google Shape;442;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3" name="Google Shape;443;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44" name="Google Shape;444;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6" name="Google Shape;446;p61"/>
          <p:cNvGrpSpPr/>
          <p:nvPr/>
        </p:nvGrpSpPr>
        <p:grpSpPr>
          <a:xfrm>
            <a:off x="457181" y="1345103"/>
            <a:ext cx="533372" cy="533480"/>
            <a:chOff x="457200" y="1378813"/>
            <a:chExt cx="695400" cy="695450"/>
          </a:xfrm>
        </p:grpSpPr>
        <p:sp>
          <p:nvSpPr>
            <p:cNvPr id="447" name="Google Shape;447;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01</a:t>
              </a:r>
              <a:endParaRPr sz="2100">
                <a:latin typeface="Roboto"/>
                <a:ea typeface="Roboto"/>
                <a:cs typeface="Roboto"/>
                <a:sym typeface="Roboto"/>
              </a:endParaRPr>
            </a:p>
          </p:txBody>
        </p:sp>
        <p:sp>
          <p:nvSpPr>
            <p:cNvPr id="448" name="Google Shape;448;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grpSp>
        <p:nvGrpSpPr>
          <p:cNvPr id="449" name="Google Shape;449;p61"/>
          <p:cNvGrpSpPr/>
          <p:nvPr/>
        </p:nvGrpSpPr>
        <p:grpSpPr>
          <a:xfrm>
            <a:off x="3228956" y="1345103"/>
            <a:ext cx="533372" cy="533480"/>
            <a:chOff x="457200" y="1378813"/>
            <a:chExt cx="695400" cy="695450"/>
          </a:xfrm>
        </p:grpSpPr>
        <p:sp>
          <p:nvSpPr>
            <p:cNvPr id="450" name="Google Shape;450;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02</a:t>
              </a:r>
              <a:endParaRPr sz="2100">
                <a:solidFill>
                  <a:srgbClr val="FFFFFF"/>
                </a:solidFill>
                <a:latin typeface="Roboto"/>
                <a:ea typeface="Roboto"/>
                <a:cs typeface="Roboto"/>
                <a:sym typeface="Roboto"/>
              </a:endParaRPr>
            </a:p>
          </p:txBody>
        </p:sp>
        <p:sp>
          <p:nvSpPr>
            <p:cNvPr id="451" name="Google Shape;451;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grpSp>
      <p:sp>
        <p:nvSpPr>
          <p:cNvPr id="452" name="Google Shape;452;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4" name="Google Shape;454;p61"/>
          <p:cNvGrpSpPr/>
          <p:nvPr/>
        </p:nvGrpSpPr>
        <p:grpSpPr>
          <a:xfrm>
            <a:off x="6134081" y="1345853"/>
            <a:ext cx="533372" cy="533480"/>
            <a:chOff x="457200" y="1378813"/>
            <a:chExt cx="695400" cy="695450"/>
          </a:xfrm>
        </p:grpSpPr>
        <p:sp>
          <p:nvSpPr>
            <p:cNvPr id="455" name="Google Shape;455;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03</a:t>
              </a:r>
              <a:endParaRPr sz="2100">
                <a:solidFill>
                  <a:srgbClr val="FFFFFF"/>
                </a:solidFill>
                <a:latin typeface="Roboto"/>
                <a:ea typeface="Roboto"/>
                <a:cs typeface="Roboto"/>
                <a:sym typeface="Roboto"/>
              </a:endParaRPr>
            </a:p>
          </p:txBody>
        </p:sp>
        <p:sp>
          <p:nvSpPr>
            <p:cNvPr id="456" name="Google Shape;456;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grpSp>
      <p:sp>
        <p:nvSpPr>
          <p:cNvPr id="457" name="Google Shape;457;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9" name="Google Shape;459;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60" name="Shape 460"/>
        <p:cNvGrpSpPr/>
        <p:nvPr/>
      </p:nvGrpSpPr>
      <p:grpSpPr>
        <a:xfrm>
          <a:off x="0" y="0"/>
          <a:ext cx="0" cy="0"/>
          <a:chOff x="0" y="0"/>
          <a:chExt cx="0" cy="0"/>
        </a:xfrm>
      </p:grpSpPr>
      <p:sp>
        <p:nvSpPr>
          <p:cNvPr id="461" name="Google Shape;461;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2" name="Google Shape;462;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3" name="Google Shape;463;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4" name="Google Shape;464;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5" name="Shape 465"/>
        <p:cNvGrpSpPr/>
        <p:nvPr/>
      </p:nvGrpSpPr>
      <p:grpSpPr>
        <a:xfrm>
          <a:off x="0" y="0"/>
          <a:ext cx="0" cy="0"/>
          <a:chOff x="0" y="0"/>
          <a:chExt cx="0" cy="0"/>
        </a:xfrm>
      </p:grpSpPr>
      <p:sp>
        <p:nvSpPr>
          <p:cNvPr id="466" name="Google Shape;466;p63"/>
          <p:cNvSpPr/>
          <p:nvPr>
            <p:ph idx="2" type="pic"/>
          </p:nvPr>
        </p:nvSpPr>
        <p:spPr>
          <a:xfrm>
            <a:off x="5923375" y="150"/>
            <a:ext cx="3220500" cy="5143500"/>
          </a:xfrm>
          <a:prstGeom prst="rect">
            <a:avLst/>
          </a:prstGeom>
          <a:noFill/>
          <a:ln>
            <a:noFill/>
          </a:ln>
        </p:spPr>
      </p:sp>
      <p:sp>
        <p:nvSpPr>
          <p:cNvPr id="467" name="Google Shape;467;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8" name="Google Shape;468;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9" name="Google Shape;469;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70" name="Shape 470"/>
        <p:cNvGrpSpPr/>
        <p:nvPr/>
      </p:nvGrpSpPr>
      <p:grpSpPr>
        <a:xfrm>
          <a:off x="0" y="0"/>
          <a:ext cx="0" cy="0"/>
          <a:chOff x="0" y="0"/>
          <a:chExt cx="0" cy="0"/>
        </a:xfrm>
      </p:grpSpPr>
      <p:sp>
        <p:nvSpPr>
          <p:cNvPr id="471" name="Google Shape;471;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2" name="Google Shape;472;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3" name="Google Shape;473;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4" name="Google Shape;474;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5" name="Shape 475"/>
        <p:cNvGrpSpPr/>
        <p:nvPr/>
      </p:nvGrpSpPr>
      <p:grpSpPr>
        <a:xfrm>
          <a:off x="0" y="0"/>
          <a:ext cx="0" cy="0"/>
          <a:chOff x="0" y="0"/>
          <a:chExt cx="0" cy="0"/>
        </a:xfrm>
      </p:grpSpPr>
      <p:sp>
        <p:nvSpPr>
          <p:cNvPr id="476" name="Google Shape;476;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7" name="Google Shape;477;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8" name="Google Shape;478;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9" name="Google Shape;479;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0" name="Google Shape;480;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1" name="Shape 481"/>
        <p:cNvGrpSpPr/>
        <p:nvPr/>
      </p:nvGrpSpPr>
      <p:grpSpPr>
        <a:xfrm>
          <a:off x="0" y="0"/>
          <a:ext cx="0" cy="0"/>
          <a:chOff x="0" y="0"/>
          <a:chExt cx="0" cy="0"/>
        </a:xfrm>
      </p:grpSpPr>
      <p:sp>
        <p:nvSpPr>
          <p:cNvPr id="482" name="Google Shape;482;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3" name="Google Shape;483;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4" name="Google Shape;484;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5" name="Google Shape;485;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7" name="Shape 487"/>
        <p:cNvGrpSpPr/>
        <p:nvPr/>
      </p:nvGrpSpPr>
      <p:grpSpPr>
        <a:xfrm>
          <a:off x="0" y="0"/>
          <a:ext cx="0" cy="0"/>
          <a:chOff x="0" y="0"/>
          <a:chExt cx="0" cy="0"/>
        </a:xfrm>
      </p:grpSpPr>
      <p:grpSp>
        <p:nvGrpSpPr>
          <p:cNvPr id="488" name="Google Shape;488;p67"/>
          <p:cNvGrpSpPr/>
          <p:nvPr/>
        </p:nvGrpSpPr>
        <p:grpSpPr>
          <a:xfrm>
            <a:off x="511772" y="1190428"/>
            <a:ext cx="533372" cy="533480"/>
            <a:chOff x="457200" y="1378813"/>
            <a:chExt cx="695400" cy="695450"/>
          </a:xfrm>
        </p:grpSpPr>
        <p:sp>
          <p:nvSpPr>
            <p:cNvPr id="489" name="Google Shape;489;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90" name="Google Shape;490;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1" name="Google Shape;491;p67"/>
          <p:cNvGrpSpPr/>
          <p:nvPr/>
        </p:nvGrpSpPr>
        <p:grpSpPr>
          <a:xfrm>
            <a:off x="3283547" y="1190428"/>
            <a:ext cx="533372" cy="533480"/>
            <a:chOff x="457200" y="1378813"/>
            <a:chExt cx="695400" cy="695450"/>
          </a:xfrm>
        </p:grpSpPr>
        <p:sp>
          <p:nvSpPr>
            <p:cNvPr id="492" name="Google Shape;492;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3" name="Google Shape;493;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4" name="Google Shape;494;p67"/>
          <p:cNvGrpSpPr/>
          <p:nvPr/>
        </p:nvGrpSpPr>
        <p:grpSpPr>
          <a:xfrm>
            <a:off x="6188672" y="1191178"/>
            <a:ext cx="533372" cy="533480"/>
            <a:chOff x="457200" y="1378813"/>
            <a:chExt cx="695400" cy="695450"/>
          </a:xfrm>
        </p:grpSpPr>
        <p:sp>
          <p:nvSpPr>
            <p:cNvPr id="495" name="Google Shape;495;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6" name="Google Shape;496;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7" name="Google Shape;497;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2" name="Shape 502"/>
        <p:cNvGrpSpPr/>
        <p:nvPr/>
      </p:nvGrpSpPr>
      <p:grpSpPr>
        <a:xfrm>
          <a:off x="0" y="0"/>
          <a:ext cx="0" cy="0"/>
          <a:chOff x="0" y="0"/>
          <a:chExt cx="0" cy="0"/>
        </a:xfrm>
      </p:grpSpPr>
      <p:sp>
        <p:nvSpPr>
          <p:cNvPr id="503" name="Google Shape;503;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4" name="Google Shape;504;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5" name="Google Shape;505;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6" name="Google Shape;506;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7" name="Google Shape;507;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8" name="Google Shape;508;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9" name="Google Shape;509;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10" name="Shape 510"/>
        <p:cNvGrpSpPr/>
        <p:nvPr/>
      </p:nvGrpSpPr>
      <p:grpSpPr>
        <a:xfrm>
          <a:off x="0" y="0"/>
          <a:ext cx="0" cy="0"/>
          <a:chOff x="0" y="0"/>
          <a:chExt cx="0" cy="0"/>
        </a:xfrm>
      </p:grpSpPr>
      <p:sp>
        <p:nvSpPr>
          <p:cNvPr id="511" name="Google Shape;511;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2" name="Google Shape;512;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3" name="Google Shape;513;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4" name="Google Shape;514;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5" name="Google Shape;515;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6" name="Shape 516"/>
        <p:cNvGrpSpPr/>
        <p:nvPr/>
      </p:nvGrpSpPr>
      <p:grpSpPr>
        <a:xfrm>
          <a:off x="0" y="0"/>
          <a:ext cx="0" cy="0"/>
          <a:chOff x="0" y="0"/>
          <a:chExt cx="0" cy="0"/>
        </a:xfrm>
      </p:grpSpPr>
      <p:sp>
        <p:nvSpPr>
          <p:cNvPr id="517" name="Google Shape;517;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8" name="Google Shape;518;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9" name="Google Shape;519;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0" name="Google Shape;520;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1" name="Google Shape;521;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2" name="Shape 522"/>
        <p:cNvGrpSpPr/>
        <p:nvPr/>
      </p:nvGrpSpPr>
      <p:grpSpPr>
        <a:xfrm>
          <a:off x="0" y="0"/>
          <a:ext cx="0" cy="0"/>
          <a:chOff x="0" y="0"/>
          <a:chExt cx="0" cy="0"/>
        </a:xfrm>
      </p:grpSpPr>
      <p:sp>
        <p:nvSpPr>
          <p:cNvPr id="523" name="Google Shape;523;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4" name="Google Shape;524;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5" name="Google Shape;525;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6" name="Google Shape;526;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7" name="Google Shape;527;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8" name="Shape 528"/>
        <p:cNvGrpSpPr/>
        <p:nvPr/>
      </p:nvGrpSpPr>
      <p:grpSpPr>
        <a:xfrm>
          <a:off x="0" y="0"/>
          <a:ext cx="0" cy="0"/>
          <a:chOff x="0" y="0"/>
          <a:chExt cx="0" cy="0"/>
        </a:xfrm>
      </p:grpSpPr>
      <p:sp>
        <p:nvSpPr>
          <p:cNvPr id="529" name="Google Shape;529;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0" name="Google Shape;530;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1" name="Google Shape;531;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2" name="Google Shape;532;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3" name="Google Shape;533;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4" name="Shape 534"/>
        <p:cNvGrpSpPr/>
        <p:nvPr/>
      </p:nvGrpSpPr>
      <p:grpSpPr>
        <a:xfrm>
          <a:off x="0" y="0"/>
          <a:ext cx="0" cy="0"/>
          <a:chOff x="0" y="0"/>
          <a:chExt cx="0" cy="0"/>
        </a:xfrm>
      </p:grpSpPr>
      <p:sp>
        <p:nvSpPr>
          <p:cNvPr id="535" name="Google Shape;535;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6" name="Google Shape;536;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7" name="Google Shape;537;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8" name="Google Shape;538;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9" name="Google Shape;539;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40" name="Shape 540"/>
        <p:cNvGrpSpPr/>
        <p:nvPr/>
      </p:nvGrpSpPr>
      <p:grpSpPr>
        <a:xfrm>
          <a:off x="0" y="0"/>
          <a:ext cx="0" cy="0"/>
          <a:chOff x="0" y="0"/>
          <a:chExt cx="0" cy="0"/>
        </a:xfrm>
      </p:grpSpPr>
      <p:sp>
        <p:nvSpPr>
          <p:cNvPr id="541" name="Google Shape;541;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2" name="Google Shape;542;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3" name="Google Shape;543;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4" name="Google Shape;544;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5" name="Google Shape;545;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6" name="Shape 546"/>
        <p:cNvGrpSpPr/>
        <p:nvPr/>
      </p:nvGrpSpPr>
      <p:grpSpPr>
        <a:xfrm>
          <a:off x="0" y="0"/>
          <a:ext cx="0" cy="0"/>
          <a:chOff x="0" y="0"/>
          <a:chExt cx="0" cy="0"/>
        </a:xfrm>
      </p:grpSpPr>
      <p:sp>
        <p:nvSpPr>
          <p:cNvPr id="547" name="Google Shape;547;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8" name="Google Shape;548;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9" name="Google Shape;549;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0" name="Google Shape;550;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2" name="Shape 552"/>
        <p:cNvGrpSpPr/>
        <p:nvPr/>
      </p:nvGrpSpPr>
      <p:grpSpPr>
        <a:xfrm>
          <a:off x="0" y="0"/>
          <a:ext cx="0" cy="0"/>
          <a:chOff x="0" y="0"/>
          <a:chExt cx="0" cy="0"/>
        </a:xfrm>
      </p:grpSpPr>
      <p:sp>
        <p:nvSpPr>
          <p:cNvPr id="553" name="Google Shape;553;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4" name="Google Shape;554;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5" name="Google Shape;555;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6" name="Google Shape;556;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7" name="Google Shape;557;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8" name="Shape 558"/>
        <p:cNvGrpSpPr/>
        <p:nvPr/>
      </p:nvGrpSpPr>
      <p:grpSpPr>
        <a:xfrm>
          <a:off x="0" y="0"/>
          <a:ext cx="0" cy="0"/>
          <a:chOff x="0" y="0"/>
          <a:chExt cx="0" cy="0"/>
        </a:xfrm>
      </p:grpSpPr>
      <p:sp>
        <p:nvSpPr>
          <p:cNvPr id="559" name="Google Shape;559;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0" name="Google Shape;560;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1" name="Google Shape;561;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2" name="Google Shape;562;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3" name="Google Shape;563;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4" name="Shape 564"/>
        <p:cNvGrpSpPr/>
        <p:nvPr/>
      </p:nvGrpSpPr>
      <p:grpSpPr>
        <a:xfrm>
          <a:off x="0" y="0"/>
          <a:ext cx="0" cy="0"/>
          <a:chOff x="0" y="0"/>
          <a:chExt cx="0" cy="0"/>
        </a:xfrm>
      </p:grpSpPr>
      <p:sp>
        <p:nvSpPr>
          <p:cNvPr id="565" name="Google Shape;565;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6" name="Google Shape;566;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7" name="Google Shape;567;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8" name="Google Shape;568;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9" name="Google Shape;569;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70" name="Shape 570"/>
        <p:cNvGrpSpPr/>
        <p:nvPr/>
      </p:nvGrpSpPr>
      <p:grpSpPr>
        <a:xfrm>
          <a:off x="0" y="0"/>
          <a:ext cx="0" cy="0"/>
          <a:chOff x="0" y="0"/>
          <a:chExt cx="0" cy="0"/>
        </a:xfrm>
      </p:grpSpPr>
      <p:sp>
        <p:nvSpPr>
          <p:cNvPr id="571" name="Google Shape;571;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2" name="Google Shape;572;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3" name="Google Shape;573;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4" name="Google Shape;574;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5" name="Google Shape;575;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6" name="Shape 576"/>
        <p:cNvGrpSpPr/>
        <p:nvPr/>
      </p:nvGrpSpPr>
      <p:grpSpPr>
        <a:xfrm>
          <a:off x="0" y="0"/>
          <a:ext cx="0" cy="0"/>
          <a:chOff x="0" y="0"/>
          <a:chExt cx="0" cy="0"/>
        </a:xfrm>
      </p:grpSpPr>
      <p:sp>
        <p:nvSpPr>
          <p:cNvPr id="577" name="Google Shape;577;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8" name="Google Shape;578;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9" name="Google Shape;579;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80" name="Google Shape;580;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2" name="Google Shape;582;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3" name="Google Shape;583;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4" name="Google Shape;584;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5" name="Google Shape;585;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6" name="Google Shape;586;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8" name="Google Shape;588;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9" name="Shape 589"/>
        <p:cNvGrpSpPr/>
        <p:nvPr/>
      </p:nvGrpSpPr>
      <p:grpSpPr>
        <a:xfrm>
          <a:off x="0" y="0"/>
          <a:ext cx="0" cy="0"/>
          <a:chOff x="0" y="0"/>
          <a:chExt cx="0" cy="0"/>
        </a:xfrm>
      </p:grpSpPr>
      <p:sp>
        <p:nvSpPr>
          <p:cNvPr id="590" name="Google Shape;590;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1" name="Google Shape;591;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2" name="Google Shape;592;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3" name="Google Shape;593;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5" name="Shape 595"/>
        <p:cNvGrpSpPr/>
        <p:nvPr/>
      </p:nvGrpSpPr>
      <p:grpSpPr>
        <a:xfrm>
          <a:off x="0" y="0"/>
          <a:ext cx="0" cy="0"/>
          <a:chOff x="0" y="0"/>
          <a:chExt cx="0" cy="0"/>
        </a:xfrm>
      </p:grpSpPr>
      <p:sp>
        <p:nvSpPr>
          <p:cNvPr id="596" name="Google Shape;596;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7" name="Google Shape;597;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8" name="Google Shape;598;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9" name="Google Shape;599;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0" name="Google Shape;600;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1" name="Shape 601"/>
        <p:cNvGrpSpPr/>
        <p:nvPr/>
      </p:nvGrpSpPr>
      <p:grpSpPr>
        <a:xfrm>
          <a:off x="0" y="0"/>
          <a:ext cx="0" cy="0"/>
          <a:chOff x="0" y="0"/>
          <a:chExt cx="0" cy="0"/>
        </a:xfrm>
      </p:grpSpPr>
      <p:sp>
        <p:nvSpPr>
          <p:cNvPr id="602" name="Google Shape;602;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4" name="Google Shape;604;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5" name="Google Shape;605;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7" name="Google Shape;607;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8" name="Google Shape;608;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10" name="Google Shape;610;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1" name="Google Shape;611;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2" name="Google Shape;612;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3" name="Google Shape;613;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4" name="Google Shape;614;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5" name="Shape 615"/>
        <p:cNvGrpSpPr/>
        <p:nvPr/>
      </p:nvGrpSpPr>
      <p:grpSpPr>
        <a:xfrm>
          <a:off x="0" y="0"/>
          <a:ext cx="0" cy="0"/>
          <a:chOff x="0" y="0"/>
          <a:chExt cx="0" cy="0"/>
        </a:xfrm>
      </p:grpSpPr>
      <p:pic>
        <p:nvPicPr>
          <p:cNvPr id="616" name="Google Shape;616;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7" name="Google Shape;617;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8" name="Google Shape;618;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1" name="Shape 621"/>
        <p:cNvGrpSpPr/>
        <p:nvPr/>
      </p:nvGrpSpPr>
      <p:grpSpPr>
        <a:xfrm>
          <a:off x="0" y="0"/>
          <a:ext cx="0" cy="0"/>
          <a:chOff x="0" y="0"/>
          <a:chExt cx="0" cy="0"/>
        </a:xfrm>
      </p:grpSpPr>
      <p:sp>
        <p:nvSpPr>
          <p:cNvPr id="622" name="Google Shape;622;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3" name="Google Shape;623;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4" name="Google Shape;624;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6" name="Google Shape;626;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7" name="Shape 627"/>
        <p:cNvGrpSpPr/>
        <p:nvPr/>
      </p:nvGrpSpPr>
      <p:grpSpPr>
        <a:xfrm>
          <a:off x="0" y="0"/>
          <a:ext cx="0" cy="0"/>
          <a:chOff x="0" y="0"/>
          <a:chExt cx="0" cy="0"/>
        </a:xfrm>
      </p:grpSpPr>
      <p:sp>
        <p:nvSpPr>
          <p:cNvPr id="628" name="Google Shape;628;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9" name="Google Shape;629;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30" name="Google Shape;630;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1" name="Google Shape;631;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2" name="Google Shape;632;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3" name="Shape 633"/>
        <p:cNvGrpSpPr/>
        <p:nvPr/>
      </p:nvGrpSpPr>
      <p:grpSpPr>
        <a:xfrm>
          <a:off x="0" y="0"/>
          <a:ext cx="0" cy="0"/>
          <a:chOff x="0" y="0"/>
          <a:chExt cx="0" cy="0"/>
        </a:xfrm>
      </p:grpSpPr>
      <p:sp>
        <p:nvSpPr>
          <p:cNvPr id="634" name="Google Shape;634;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5" name="Google Shape;635;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6" name="Google Shape;636;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7" name="Google Shape;637;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8" name="Google Shape;638;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9" name="Shape 639"/>
        <p:cNvGrpSpPr/>
        <p:nvPr/>
      </p:nvGrpSpPr>
      <p:grpSpPr>
        <a:xfrm>
          <a:off x="0" y="0"/>
          <a:ext cx="0" cy="0"/>
          <a:chOff x="0" y="0"/>
          <a:chExt cx="0" cy="0"/>
        </a:xfrm>
      </p:grpSpPr>
      <p:sp>
        <p:nvSpPr>
          <p:cNvPr id="640" name="Google Shape;640;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1" name="Google Shape;641;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2" name="Google Shape;642;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3" name="Google Shape;643;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4" name="Google Shape;644;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5" name="Shape 645"/>
        <p:cNvGrpSpPr/>
        <p:nvPr/>
      </p:nvGrpSpPr>
      <p:grpSpPr>
        <a:xfrm>
          <a:off x="0" y="0"/>
          <a:ext cx="0" cy="0"/>
          <a:chOff x="0" y="0"/>
          <a:chExt cx="0" cy="0"/>
        </a:xfrm>
      </p:grpSpPr>
      <p:sp>
        <p:nvSpPr>
          <p:cNvPr id="646" name="Google Shape;646;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7" name="Google Shape;647;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8" name="Google Shape;648;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9" name="Google Shape;649;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0" name="Google Shape;650;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1" name="Shape 651"/>
        <p:cNvGrpSpPr/>
        <p:nvPr/>
      </p:nvGrpSpPr>
      <p:grpSpPr>
        <a:xfrm>
          <a:off x="0" y="0"/>
          <a:ext cx="0" cy="0"/>
          <a:chOff x="0" y="0"/>
          <a:chExt cx="0" cy="0"/>
        </a:xfrm>
      </p:grpSpPr>
      <p:sp>
        <p:nvSpPr>
          <p:cNvPr id="652" name="Google Shape;652;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3" name="Google Shape;653;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4" name="Google Shape;654;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5" name="Google Shape;655;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6" name="Google Shape;656;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7" name="Shape 657"/>
        <p:cNvGrpSpPr/>
        <p:nvPr/>
      </p:nvGrpSpPr>
      <p:grpSpPr>
        <a:xfrm>
          <a:off x="0" y="0"/>
          <a:ext cx="0" cy="0"/>
          <a:chOff x="0" y="0"/>
          <a:chExt cx="0" cy="0"/>
        </a:xfrm>
      </p:grpSpPr>
      <p:sp>
        <p:nvSpPr>
          <p:cNvPr id="658" name="Google Shape;658;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9" name="Google Shape;659;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0" name="Google Shape;660;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1" name="Google Shape;661;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2" name="Google Shape;662;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3" name="Shape 663"/>
        <p:cNvGrpSpPr/>
        <p:nvPr/>
      </p:nvGrpSpPr>
      <p:grpSpPr>
        <a:xfrm>
          <a:off x="0" y="0"/>
          <a:ext cx="0" cy="0"/>
          <a:chOff x="0" y="0"/>
          <a:chExt cx="0" cy="0"/>
        </a:xfrm>
      </p:grpSpPr>
      <p:sp>
        <p:nvSpPr>
          <p:cNvPr id="664" name="Google Shape;664;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5" name="Google Shape;665;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6" name="Google Shape;666;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7" name="Google Shape;667;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8" name="Google Shape;668;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9" name="Shape 669"/>
        <p:cNvGrpSpPr/>
        <p:nvPr/>
      </p:nvGrpSpPr>
      <p:grpSpPr>
        <a:xfrm>
          <a:off x="0" y="0"/>
          <a:ext cx="0" cy="0"/>
          <a:chOff x="0" y="0"/>
          <a:chExt cx="0" cy="0"/>
        </a:xfrm>
      </p:grpSpPr>
      <p:sp>
        <p:nvSpPr>
          <p:cNvPr id="670" name="Google Shape;670;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1" name="Google Shape;671;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2" name="Google Shape;672;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3" name="Google Shape;673;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4" name="Google Shape;674;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5" name="Shape 675"/>
        <p:cNvGrpSpPr/>
        <p:nvPr/>
      </p:nvGrpSpPr>
      <p:grpSpPr>
        <a:xfrm>
          <a:off x="0" y="0"/>
          <a:ext cx="0" cy="0"/>
          <a:chOff x="0" y="0"/>
          <a:chExt cx="0" cy="0"/>
        </a:xfrm>
      </p:grpSpPr>
      <p:sp>
        <p:nvSpPr>
          <p:cNvPr id="676" name="Google Shape;676;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7" name="Google Shape;677;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8" name="Google Shape;678;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9" name="Google Shape;679;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0" name="Google Shape;680;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1" name="Shape 681"/>
        <p:cNvGrpSpPr/>
        <p:nvPr/>
      </p:nvGrpSpPr>
      <p:grpSpPr>
        <a:xfrm>
          <a:off x="0" y="0"/>
          <a:ext cx="0" cy="0"/>
          <a:chOff x="0" y="0"/>
          <a:chExt cx="0" cy="0"/>
        </a:xfrm>
      </p:grpSpPr>
      <p:sp>
        <p:nvSpPr>
          <p:cNvPr id="682" name="Google Shape;682;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3" name="Google Shape;683;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4" name="Google Shape;684;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5" name="Google Shape;685;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6" name="Google Shape;686;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7" name="Shape 687"/>
        <p:cNvGrpSpPr/>
        <p:nvPr/>
      </p:nvGrpSpPr>
      <p:grpSpPr>
        <a:xfrm>
          <a:off x="0" y="0"/>
          <a:ext cx="0" cy="0"/>
          <a:chOff x="0" y="0"/>
          <a:chExt cx="0" cy="0"/>
        </a:xfrm>
      </p:grpSpPr>
      <p:sp>
        <p:nvSpPr>
          <p:cNvPr id="688" name="Google Shape;688;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9" name="Google Shape;689;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0" name="Google Shape;690;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1" name="Google Shape;691;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2" name="Google Shape;692;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3" name="Shape 693"/>
        <p:cNvGrpSpPr/>
        <p:nvPr/>
      </p:nvGrpSpPr>
      <p:grpSpPr>
        <a:xfrm>
          <a:off x="0" y="0"/>
          <a:ext cx="0" cy="0"/>
          <a:chOff x="0" y="0"/>
          <a:chExt cx="0" cy="0"/>
        </a:xfrm>
      </p:grpSpPr>
      <p:sp>
        <p:nvSpPr>
          <p:cNvPr id="694" name="Google Shape;694;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5" name="Google Shape;695;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6" name="Google Shape;696;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7" name="Google Shape;697;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8" name="Google Shape;698;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9" name="Shape 699"/>
        <p:cNvGrpSpPr/>
        <p:nvPr/>
      </p:nvGrpSpPr>
      <p:grpSpPr>
        <a:xfrm>
          <a:off x="0" y="0"/>
          <a:ext cx="0" cy="0"/>
          <a:chOff x="0" y="0"/>
          <a:chExt cx="0" cy="0"/>
        </a:xfrm>
      </p:grpSpPr>
      <p:sp>
        <p:nvSpPr>
          <p:cNvPr id="700" name="Google Shape;700;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1" name="Google Shape;701;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2" name="Google Shape;702;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3" name="Google Shape;703;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4" name="Google Shape;704;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5" name="Shape 705"/>
        <p:cNvGrpSpPr/>
        <p:nvPr/>
      </p:nvGrpSpPr>
      <p:grpSpPr>
        <a:xfrm>
          <a:off x="0" y="0"/>
          <a:ext cx="0" cy="0"/>
          <a:chOff x="0" y="0"/>
          <a:chExt cx="0" cy="0"/>
        </a:xfrm>
      </p:grpSpPr>
      <p:sp>
        <p:nvSpPr>
          <p:cNvPr id="706" name="Google Shape;706;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7" name="Google Shape;707;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8" name="Google Shape;708;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9" name="Google Shape;709;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0" name="Google Shape;710;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1" name="Shape 711"/>
        <p:cNvGrpSpPr/>
        <p:nvPr/>
      </p:nvGrpSpPr>
      <p:grpSpPr>
        <a:xfrm>
          <a:off x="0" y="0"/>
          <a:ext cx="0" cy="0"/>
          <a:chOff x="0" y="0"/>
          <a:chExt cx="0" cy="0"/>
        </a:xfrm>
      </p:grpSpPr>
      <p:sp>
        <p:nvSpPr>
          <p:cNvPr id="712" name="Google Shape;712;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3" name="Google Shape;713;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4" name="Google Shape;714;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5" name="Google Shape;715;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6" name="Google Shape;716;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7" name="Shape 717"/>
        <p:cNvGrpSpPr/>
        <p:nvPr/>
      </p:nvGrpSpPr>
      <p:grpSpPr>
        <a:xfrm>
          <a:off x="0" y="0"/>
          <a:ext cx="0" cy="0"/>
          <a:chOff x="0" y="0"/>
          <a:chExt cx="0" cy="0"/>
        </a:xfrm>
      </p:grpSpPr>
      <p:sp>
        <p:nvSpPr>
          <p:cNvPr id="718" name="Google Shape;718;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9" name="Google Shape;719;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0" name="Google Shape;720;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1" name="Google Shape;721;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2" name="Google Shape;722;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3" name="Shape 723"/>
        <p:cNvGrpSpPr/>
        <p:nvPr/>
      </p:nvGrpSpPr>
      <p:grpSpPr>
        <a:xfrm>
          <a:off x="0" y="0"/>
          <a:ext cx="0" cy="0"/>
          <a:chOff x="0" y="0"/>
          <a:chExt cx="0" cy="0"/>
        </a:xfrm>
      </p:grpSpPr>
      <p:sp>
        <p:nvSpPr>
          <p:cNvPr id="724" name="Google Shape;724;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5" name="Google Shape;725;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6" name="Google Shape;726;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7" name="Google Shape;727;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8" name="Google Shape;728;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9" name="Shape 729"/>
        <p:cNvGrpSpPr/>
        <p:nvPr/>
      </p:nvGrpSpPr>
      <p:grpSpPr>
        <a:xfrm>
          <a:off x="0" y="0"/>
          <a:ext cx="0" cy="0"/>
          <a:chOff x="0" y="0"/>
          <a:chExt cx="0" cy="0"/>
        </a:xfrm>
      </p:grpSpPr>
      <p:sp>
        <p:nvSpPr>
          <p:cNvPr id="730" name="Google Shape;730;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1" name="Google Shape;731;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2" name="Google Shape;732;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3" name="Google Shape;733;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4" name="Google Shape;734;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5" name="Shape 735"/>
        <p:cNvGrpSpPr/>
        <p:nvPr/>
      </p:nvGrpSpPr>
      <p:grpSpPr>
        <a:xfrm>
          <a:off x="0" y="0"/>
          <a:ext cx="0" cy="0"/>
          <a:chOff x="0" y="0"/>
          <a:chExt cx="0" cy="0"/>
        </a:xfrm>
      </p:grpSpPr>
      <p:sp>
        <p:nvSpPr>
          <p:cNvPr id="736" name="Google Shape;736;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7" name="Google Shape;737;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8" name="Google Shape;738;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9" name="Google Shape;739;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0" name="Google Shape;740;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1" name="Shape 741"/>
        <p:cNvGrpSpPr/>
        <p:nvPr/>
      </p:nvGrpSpPr>
      <p:grpSpPr>
        <a:xfrm>
          <a:off x="0" y="0"/>
          <a:ext cx="0" cy="0"/>
          <a:chOff x="0" y="0"/>
          <a:chExt cx="0" cy="0"/>
        </a:xfrm>
      </p:grpSpPr>
      <p:sp>
        <p:nvSpPr>
          <p:cNvPr id="742" name="Google Shape;742;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3" name="Google Shape;743;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4" name="Google Shape;744;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5" name="Google Shape;745;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6" name="Google Shape;746;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7" name="Shape 747"/>
        <p:cNvGrpSpPr/>
        <p:nvPr/>
      </p:nvGrpSpPr>
      <p:grpSpPr>
        <a:xfrm>
          <a:off x="0" y="0"/>
          <a:ext cx="0" cy="0"/>
          <a:chOff x="0" y="0"/>
          <a:chExt cx="0" cy="0"/>
        </a:xfrm>
      </p:grpSpPr>
      <p:sp>
        <p:nvSpPr>
          <p:cNvPr id="748" name="Google Shape;748;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9" name="Google Shape;749;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50" name="Google Shape;750;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1" name="Google Shape;751;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2" name="Google Shape;752;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3" name="Shape 753"/>
        <p:cNvGrpSpPr/>
        <p:nvPr/>
      </p:nvGrpSpPr>
      <p:grpSpPr>
        <a:xfrm>
          <a:off x="0" y="0"/>
          <a:ext cx="0" cy="0"/>
          <a:chOff x="0" y="0"/>
          <a:chExt cx="0" cy="0"/>
        </a:xfrm>
      </p:grpSpPr>
      <p:sp>
        <p:nvSpPr>
          <p:cNvPr id="754" name="Google Shape;754;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8" name="Google Shape;758;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9" name="Google Shape;759;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60" name="Google Shape;760;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1" name="Google Shape;761;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3" name="Google Shape;763;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4" name="Google Shape;764;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6" name="Google Shape;766;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8" name="Google Shape;768;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9" name="Shape 769"/>
        <p:cNvGrpSpPr/>
        <p:nvPr/>
      </p:nvGrpSpPr>
      <p:grpSpPr>
        <a:xfrm>
          <a:off x="0" y="0"/>
          <a:ext cx="0" cy="0"/>
          <a:chOff x="0" y="0"/>
          <a:chExt cx="0" cy="0"/>
        </a:xfrm>
      </p:grpSpPr>
      <p:sp>
        <p:nvSpPr>
          <p:cNvPr id="770" name="Google Shape;770;p108"/>
          <p:cNvSpPr/>
          <p:nvPr>
            <p:ph idx="2" type="pic"/>
          </p:nvPr>
        </p:nvSpPr>
        <p:spPr>
          <a:xfrm>
            <a:off x="5923375" y="150"/>
            <a:ext cx="3220500" cy="5143500"/>
          </a:xfrm>
          <a:prstGeom prst="rect">
            <a:avLst/>
          </a:prstGeom>
          <a:noFill/>
          <a:ln>
            <a:noFill/>
          </a:ln>
        </p:spPr>
      </p:sp>
      <p:sp>
        <p:nvSpPr>
          <p:cNvPr id="771" name="Google Shape;771;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2" name="Google Shape;772;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3" name="Google Shape;773;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4" name="Shape 774"/>
        <p:cNvGrpSpPr/>
        <p:nvPr/>
      </p:nvGrpSpPr>
      <p:grpSpPr>
        <a:xfrm>
          <a:off x="0" y="0"/>
          <a:ext cx="0" cy="0"/>
          <a:chOff x="0" y="0"/>
          <a:chExt cx="0" cy="0"/>
        </a:xfrm>
      </p:grpSpPr>
      <p:sp>
        <p:nvSpPr>
          <p:cNvPr id="775" name="Google Shape;775;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6" name="Shape 776"/>
        <p:cNvGrpSpPr/>
        <p:nvPr/>
      </p:nvGrpSpPr>
      <p:grpSpPr>
        <a:xfrm>
          <a:off x="0" y="0"/>
          <a:ext cx="0" cy="0"/>
          <a:chOff x="0" y="0"/>
          <a:chExt cx="0" cy="0"/>
        </a:xfrm>
      </p:grpSpPr>
      <p:sp>
        <p:nvSpPr>
          <p:cNvPr id="777" name="Google Shape;777;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8" name="Shape 778"/>
        <p:cNvGrpSpPr/>
        <p:nvPr/>
      </p:nvGrpSpPr>
      <p:grpSpPr>
        <a:xfrm>
          <a:off x="0" y="0"/>
          <a:ext cx="0" cy="0"/>
          <a:chOff x="0" y="0"/>
          <a:chExt cx="0" cy="0"/>
        </a:xfrm>
      </p:grpSpPr>
      <p:sp>
        <p:nvSpPr>
          <p:cNvPr id="779" name="Google Shape;779;p111"/>
          <p:cNvSpPr/>
          <p:nvPr>
            <p:ph idx="2" type="pic"/>
          </p:nvPr>
        </p:nvSpPr>
        <p:spPr>
          <a:xfrm>
            <a:off x="5923375" y="150"/>
            <a:ext cx="3220500" cy="5143500"/>
          </a:xfrm>
          <a:prstGeom prst="rect">
            <a:avLst/>
          </a:prstGeom>
          <a:noFill/>
          <a:ln>
            <a:noFill/>
          </a:ln>
        </p:spPr>
      </p:sp>
      <p:sp>
        <p:nvSpPr>
          <p:cNvPr id="780" name="Google Shape;780;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1" name="Google Shape;781;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2" name="Google Shape;782;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3" name="Shape 783"/>
        <p:cNvGrpSpPr/>
        <p:nvPr/>
      </p:nvGrpSpPr>
      <p:grpSpPr>
        <a:xfrm>
          <a:off x="0" y="0"/>
          <a:ext cx="0" cy="0"/>
          <a:chOff x="0" y="0"/>
          <a:chExt cx="0" cy="0"/>
        </a:xfrm>
      </p:grpSpPr>
      <p:sp>
        <p:nvSpPr>
          <p:cNvPr id="784" name="Google Shape;784;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5" name="Google Shape;785;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6" name="Google Shape;786;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7" name="Google Shape;787;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8" name="Shape 788"/>
        <p:cNvGrpSpPr/>
        <p:nvPr/>
      </p:nvGrpSpPr>
      <p:grpSpPr>
        <a:xfrm>
          <a:off x="0" y="0"/>
          <a:ext cx="0" cy="0"/>
          <a:chOff x="0" y="0"/>
          <a:chExt cx="0" cy="0"/>
        </a:xfrm>
      </p:grpSpPr>
      <p:sp>
        <p:nvSpPr>
          <p:cNvPr id="789" name="Google Shape;789;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0" name="Google Shape;790;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1" name="Google Shape;791;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2" name="Google Shape;792;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3" name="Shape 793"/>
        <p:cNvGrpSpPr/>
        <p:nvPr/>
      </p:nvGrpSpPr>
      <p:grpSpPr>
        <a:xfrm>
          <a:off x="0" y="0"/>
          <a:ext cx="0" cy="0"/>
          <a:chOff x="0" y="0"/>
          <a:chExt cx="0" cy="0"/>
        </a:xfrm>
      </p:grpSpPr>
      <p:sp>
        <p:nvSpPr>
          <p:cNvPr id="794" name="Google Shape;794;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 name="Google Shape;795;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7" name="Shape 797"/>
        <p:cNvGrpSpPr/>
        <p:nvPr/>
      </p:nvGrpSpPr>
      <p:grpSpPr>
        <a:xfrm>
          <a:off x="0" y="0"/>
          <a:ext cx="0" cy="0"/>
          <a:chOff x="0" y="0"/>
          <a:chExt cx="0" cy="0"/>
        </a:xfrm>
      </p:grpSpPr>
      <p:sp>
        <p:nvSpPr>
          <p:cNvPr id="798" name="Google Shape;798;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9" name="Google Shape;799;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0" name="Google Shape;800;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1" name="Google Shape;801;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2" name="Google Shape;802;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3" name="Shape 803"/>
        <p:cNvGrpSpPr/>
        <p:nvPr/>
      </p:nvGrpSpPr>
      <p:grpSpPr>
        <a:xfrm>
          <a:off x="0" y="0"/>
          <a:ext cx="0" cy="0"/>
          <a:chOff x="0" y="0"/>
          <a:chExt cx="0" cy="0"/>
        </a:xfrm>
      </p:grpSpPr>
      <p:cxnSp>
        <p:nvCxnSpPr>
          <p:cNvPr id="804" name="Google Shape;804;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5" name="Google Shape;805;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6" name="Google Shape;806;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7" name="Google Shape;807;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8" name="Shape 808"/>
        <p:cNvGrpSpPr/>
        <p:nvPr/>
      </p:nvGrpSpPr>
      <p:grpSpPr>
        <a:xfrm>
          <a:off x="0" y="0"/>
          <a:ext cx="0" cy="0"/>
          <a:chOff x="0" y="0"/>
          <a:chExt cx="0" cy="0"/>
        </a:xfrm>
      </p:grpSpPr>
      <p:cxnSp>
        <p:nvCxnSpPr>
          <p:cNvPr id="809" name="Google Shape;809;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0" name="Google Shape;810;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1" name="Google Shape;811;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2" name="Google Shape;812;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3" name="Shape 813"/>
        <p:cNvGrpSpPr/>
        <p:nvPr/>
      </p:nvGrpSpPr>
      <p:grpSpPr>
        <a:xfrm>
          <a:off x="0" y="0"/>
          <a:ext cx="0" cy="0"/>
          <a:chOff x="0" y="0"/>
          <a:chExt cx="0" cy="0"/>
        </a:xfrm>
      </p:grpSpPr>
      <p:cxnSp>
        <p:nvCxnSpPr>
          <p:cNvPr id="814" name="Google Shape;814;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5" name="Google Shape;815;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6" name="Google Shape;816;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7" name="Google Shape;817;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8" name="Shape 818"/>
        <p:cNvGrpSpPr/>
        <p:nvPr/>
      </p:nvGrpSpPr>
      <p:grpSpPr>
        <a:xfrm>
          <a:off x="0" y="0"/>
          <a:ext cx="0" cy="0"/>
          <a:chOff x="0" y="0"/>
          <a:chExt cx="0" cy="0"/>
        </a:xfrm>
      </p:grpSpPr>
      <p:sp>
        <p:nvSpPr>
          <p:cNvPr id="819" name="Google Shape;819;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0" name="Google Shape;820;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1" name="Google Shape;821;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2" name="Google Shape;822;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3" name="Google Shape;823;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4" name="Shape 824"/>
        <p:cNvGrpSpPr/>
        <p:nvPr/>
      </p:nvGrpSpPr>
      <p:grpSpPr>
        <a:xfrm>
          <a:off x="0" y="0"/>
          <a:ext cx="0" cy="0"/>
          <a:chOff x="0" y="0"/>
          <a:chExt cx="0" cy="0"/>
        </a:xfrm>
      </p:grpSpPr>
      <p:sp>
        <p:nvSpPr>
          <p:cNvPr id="825" name="Google Shape;825;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6" name="Google Shape;826;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7" name="Google Shape;827;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8" name="Google Shape;828;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9" name="Shape 829"/>
        <p:cNvGrpSpPr/>
        <p:nvPr/>
      </p:nvGrpSpPr>
      <p:grpSpPr>
        <a:xfrm>
          <a:off x="0" y="0"/>
          <a:ext cx="0" cy="0"/>
          <a:chOff x="0" y="0"/>
          <a:chExt cx="0" cy="0"/>
        </a:xfrm>
      </p:grpSpPr>
      <p:sp>
        <p:nvSpPr>
          <p:cNvPr id="830" name="Google Shape;830;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1" name="Google Shape;831;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2" name="Google Shape;832;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3" name="Google Shape;833;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4" name="Shape 834"/>
        <p:cNvGrpSpPr/>
        <p:nvPr/>
      </p:nvGrpSpPr>
      <p:grpSpPr>
        <a:xfrm>
          <a:off x="0" y="0"/>
          <a:ext cx="0" cy="0"/>
          <a:chOff x="0" y="0"/>
          <a:chExt cx="0" cy="0"/>
        </a:xfrm>
      </p:grpSpPr>
      <p:sp>
        <p:nvSpPr>
          <p:cNvPr id="835" name="Google Shape;835;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6" name="Google Shape;836;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7" name="Google Shape;837;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8" name="Google Shape;838;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9" name="Shape 839"/>
        <p:cNvGrpSpPr/>
        <p:nvPr/>
      </p:nvGrpSpPr>
      <p:grpSpPr>
        <a:xfrm>
          <a:off x="0" y="0"/>
          <a:ext cx="0" cy="0"/>
          <a:chOff x="0" y="0"/>
          <a:chExt cx="0" cy="0"/>
        </a:xfrm>
      </p:grpSpPr>
      <p:sp>
        <p:nvSpPr>
          <p:cNvPr id="840" name="Google Shape;840;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1" name="Google Shape;841;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2" name="Google Shape;842;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3" name="Google Shape;843;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4" name="Shape 844"/>
        <p:cNvGrpSpPr/>
        <p:nvPr/>
      </p:nvGrpSpPr>
      <p:grpSpPr>
        <a:xfrm>
          <a:off x="0" y="0"/>
          <a:ext cx="0" cy="0"/>
          <a:chOff x="0" y="0"/>
          <a:chExt cx="0" cy="0"/>
        </a:xfrm>
      </p:grpSpPr>
      <p:sp>
        <p:nvSpPr>
          <p:cNvPr id="845" name="Google Shape;845;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6" name="Google Shape;846;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7" name="Google Shape;847;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8" name="Google Shape;848;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9" name="Shape 849"/>
        <p:cNvGrpSpPr/>
        <p:nvPr/>
      </p:nvGrpSpPr>
      <p:grpSpPr>
        <a:xfrm>
          <a:off x="0" y="0"/>
          <a:ext cx="0" cy="0"/>
          <a:chOff x="0" y="0"/>
          <a:chExt cx="0" cy="0"/>
        </a:xfrm>
      </p:grpSpPr>
      <p:grpSp>
        <p:nvGrpSpPr>
          <p:cNvPr id="850" name="Google Shape;850;p125"/>
          <p:cNvGrpSpPr/>
          <p:nvPr/>
        </p:nvGrpSpPr>
        <p:grpSpPr>
          <a:xfrm>
            <a:off x="440125" y="1136875"/>
            <a:ext cx="776900" cy="486300"/>
            <a:chOff x="457200" y="1466425"/>
            <a:chExt cx="776900" cy="486300"/>
          </a:xfrm>
        </p:grpSpPr>
        <p:sp>
          <p:nvSpPr>
            <p:cNvPr id="851" name="Google Shape;851;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2" name="Google Shape;852;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3" name="Google Shape;853;p125"/>
          <p:cNvGrpSpPr/>
          <p:nvPr/>
        </p:nvGrpSpPr>
        <p:grpSpPr>
          <a:xfrm>
            <a:off x="440125" y="1791730"/>
            <a:ext cx="776900" cy="486300"/>
            <a:chOff x="457200" y="1466425"/>
            <a:chExt cx="776900" cy="486300"/>
          </a:xfrm>
        </p:grpSpPr>
        <p:sp>
          <p:nvSpPr>
            <p:cNvPr id="854" name="Google Shape;854;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5" name="Google Shape;855;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6" name="Google Shape;856;p125"/>
          <p:cNvGrpSpPr/>
          <p:nvPr/>
        </p:nvGrpSpPr>
        <p:grpSpPr>
          <a:xfrm>
            <a:off x="440125" y="2446585"/>
            <a:ext cx="776900" cy="486300"/>
            <a:chOff x="457200" y="1466425"/>
            <a:chExt cx="776900" cy="486300"/>
          </a:xfrm>
        </p:grpSpPr>
        <p:sp>
          <p:nvSpPr>
            <p:cNvPr id="857" name="Google Shape;857;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8" name="Google Shape;858;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9" name="Google Shape;859;p125"/>
          <p:cNvGrpSpPr/>
          <p:nvPr/>
        </p:nvGrpSpPr>
        <p:grpSpPr>
          <a:xfrm>
            <a:off x="440125" y="3101440"/>
            <a:ext cx="776900" cy="486300"/>
            <a:chOff x="457200" y="1466425"/>
            <a:chExt cx="776900" cy="486300"/>
          </a:xfrm>
        </p:grpSpPr>
        <p:sp>
          <p:nvSpPr>
            <p:cNvPr id="860" name="Google Shape;860;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1" name="Google Shape;861;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2" name="Google Shape;862;p125"/>
          <p:cNvGrpSpPr/>
          <p:nvPr/>
        </p:nvGrpSpPr>
        <p:grpSpPr>
          <a:xfrm>
            <a:off x="440125" y="3756295"/>
            <a:ext cx="776900" cy="486300"/>
            <a:chOff x="457200" y="1466425"/>
            <a:chExt cx="776900" cy="486300"/>
          </a:xfrm>
        </p:grpSpPr>
        <p:sp>
          <p:nvSpPr>
            <p:cNvPr id="863" name="Google Shape;863;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4" name="Google Shape;864;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5" name="Google Shape;865;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6" name="Google Shape;866;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70" name="Google Shape;870;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1" name="Google Shape;871;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2" name="Google Shape;872;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6" name="Google Shape;876;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7" name="Google Shape;877;p125"/>
          <p:cNvGrpSpPr/>
          <p:nvPr/>
        </p:nvGrpSpPr>
        <p:grpSpPr>
          <a:xfrm>
            <a:off x="440125" y="4413095"/>
            <a:ext cx="776900" cy="486300"/>
            <a:chOff x="457200" y="1466425"/>
            <a:chExt cx="776900" cy="486300"/>
          </a:xfrm>
        </p:grpSpPr>
        <p:sp>
          <p:nvSpPr>
            <p:cNvPr id="878" name="Google Shape;878;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79" name="Google Shape;879;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80" name="Google Shape;880;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1" name="Google Shape;881;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2" name="Shape 882"/>
        <p:cNvGrpSpPr/>
        <p:nvPr/>
      </p:nvGrpSpPr>
      <p:grpSpPr>
        <a:xfrm>
          <a:off x="0" y="0"/>
          <a:ext cx="0" cy="0"/>
          <a:chOff x="0" y="0"/>
          <a:chExt cx="0" cy="0"/>
        </a:xfrm>
      </p:grpSpPr>
      <p:sp>
        <p:nvSpPr>
          <p:cNvPr id="883" name="Google Shape;883;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4" name="Google Shape;884;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5" name="Google Shape;885;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6" name="Google Shape;886;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7" name="Shape 887"/>
        <p:cNvGrpSpPr/>
        <p:nvPr/>
      </p:nvGrpSpPr>
      <p:grpSpPr>
        <a:xfrm>
          <a:off x="0" y="0"/>
          <a:ext cx="0" cy="0"/>
          <a:chOff x="0" y="0"/>
          <a:chExt cx="0" cy="0"/>
        </a:xfrm>
      </p:grpSpPr>
      <p:sp>
        <p:nvSpPr>
          <p:cNvPr id="888" name="Google Shape;888;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9" name="Google Shape;889;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0" name="Google Shape;890;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1" name="Google Shape;891;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2" name="Shape 892"/>
        <p:cNvGrpSpPr/>
        <p:nvPr/>
      </p:nvGrpSpPr>
      <p:grpSpPr>
        <a:xfrm>
          <a:off x="0" y="0"/>
          <a:ext cx="0" cy="0"/>
          <a:chOff x="0" y="0"/>
          <a:chExt cx="0" cy="0"/>
        </a:xfrm>
      </p:grpSpPr>
      <p:sp>
        <p:nvSpPr>
          <p:cNvPr id="893" name="Google Shape;893;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4" name="Google Shape;894;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5" name="Google Shape;895;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6" name="Google Shape;896;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7" name="Shape 897"/>
        <p:cNvGrpSpPr/>
        <p:nvPr/>
      </p:nvGrpSpPr>
      <p:grpSpPr>
        <a:xfrm>
          <a:off x="0" y="0"/>
          <a:ext cx="0" cy="0"/>
          <a:chOff x="0" y="0"/>
          <a:chExt cx="0" cy="0"/>
        </a:xfrm>
      </p:grpSpPr>
      <p:sp>
        <p:nvSpPr>
          <p:cNvPr id="898" name="Google Shape;898;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9" name="Google Shape;899;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0" name="Google Shape;900;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1" name="Google Shape;901;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2" name="Shape 902"/>
        <p:cNvGrpSpPr/>
        <p:nvPr/>
      </p:nvGrpSpPr>
      <p:grpSpPr>
        <a:xfrm>
          <a:off x="0" y="0"/>
          <a:ext cx="0" cy="0"/>
          <a:chOff x="0" y="0"/>
          <a:chExt cx="0" cy="0"/>
        </a:xfrm>
      </p:grpSpPr>
      <p:sp>
        <p:nvSpPr>
          <p:cNvPr id="903" name="Google Shape;903;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4" name="Google Shape;904;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5" name="Google Shape;905;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6" name="Google Shape;906;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7" name="Shape 907"/>
        <p:cNvGrpSpPr/>
        <p:nvPr/>
      </p:nvGrpSpPr>
      <p:grpSpPr>
        <a:xfrm>
          <a:off x="0" y="0"/>
          <a:ext cx="0" cy="0"/>
          <a:chOff x="0" y="0"/>
          <a:chExt cx="0" cy="0"/>
        </a:xfrm>
      </p:grpSpPr>
      <p:sp>
        <p:nvSpPr>
          <p:cNvPr id="908" name="Google Shape;908;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9" name="Google Shape;909;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0" name="Google Shape;910;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1" name="Google Shape;911;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2" name="Shape 912"/>
        <p:cNvGrpSpPr/>
        <p:nvPr/>
      </p:nvGrpSpPr>
      <p:grpSpPr>
        <a:xfrm>
          <a:off x="0" y="0"/>
          <a:ext cx="0" cy="0"/>
          <a:chOff x="0" y="0"/>
          <a:chExt cx="0" cy="0"/>
        </a:xfrm>
      </p:grpSpPr>
      <p:sp>
        <p:nvSpPr>
          <p:cNvPr id="913" name="Google Shape;913;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4" name="Google Shape;914;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5" name="Google Shape;915;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6" name="Google Shape;916;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7" name="Shape 917"/>
        <p:cNvGrpSpPr/>
        <p:nvPr/>
      </p:nvGrpSpPr>
      <p:grpSpPr>
        <a:xfrm>
          <a:off x="0" y="0"/>
          <a:ext cx="0" cy="0"/>
          <a:chOff x="0" y="0"/>
          <a:chExt cx="0" cy="0"/>
        </a:xfrm>
      </p:grpSpPr>
      <p:sp>
        <p:nvSpPr>
          <p:cNvPr id="918" name="Google Shape;918;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9" name="Google Shape;919;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0" name="Google Shape;920;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1" name="Google Shape;921;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2" name="Shape 922"/>
        <p:cNvGrpSpPr/>
        <p:nvPr/>
      </p:nvGrpSpPr>
      <p:grpSpPr>
        <a:xfrm>
          <a:off x="0" y="0"/>
          <a:ext cx="0" cy="0"/>
          <a:chOff x="0" y="0"/>
          <a:chExt cx="0" cy="0"/>
        </a:xfrm>
      </p:grpSpPr>
      <p:sp>
        <p:nvSpPr>
          <p:cNvPr id="923" name="Google Shape;923;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5" name="Google Shape;925;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6" name="Google Shape;926;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7" name="Google Shape;927;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8" name="Shape 928"/>
        <p:cNvGrpSpPr/>
        <p:nvPr/>
      </p:nvGrpSpPr>
      <p:grpSpPr>
        <a:xfrm>
          <a:off x="0" y="0"/>
          <a:ext cx="0" cy="0"/>
          <a:chOff x="0" y="0"/>
          <a:chExt cx="0" cy="0"/>
        </a:xfrm>
      </p:grpSpPr>
      <p:sp>
        <p:nvSpPr>
          <p:cNvPr id="929" name="Google Shape;929;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1" name="Google Shape;931;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2" name="Google Shape;932;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3" name="Google Shape;933;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4" name="Shape 934"/>
        <p:cNvGrpSpPr/>
        <p:nvPr/>
      </p:nvGrpSpPr>
      <p:grpSpPr>
        <a:xfrm>
          <a:off x="0" y="0"/>
          <a:ext cx="0" cy="0"/>
          <a:chOff x="0" y="0"/>
          <a:chExt cx="0" cy="0"/>
        </a:xfrm>
      </p:grpSpPr>
      <p:sp>
        <p:nvSpPr>
          <p:cNvPr id="935" name="Google Shape;935;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6" name="Google Shape;936;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7" name="Google Shape;937;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8" name="Google Shape;938;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9" name="Google Shape;939;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40" name="Shape 940"/>
        <p:cNvGrpSpPr/>
        <p:nvPr/>
      </p:nvGrpSpPr>
      <p:grpSpPr>
        <a:xfrm>
          <a:off x="0" y="0"/>
          <a:ext cx="0" cy="0"/>
          <a:chOff x="0" y="0"/>
          <a:chExt cx="0" cy="0"/>
        </a:xfrm>
      </p:grpSpPr>
      <p:cxnSp>
        <p:nvCxnSpPr>
          <p:cNvPr id="941" name="Google Shape;941;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2" name="Google Shape;942;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6" name="Google Shape;946;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7" name="Google Shape;947;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8" name="Google Shape;948;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9" name="Google Shape;949;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1" name="Google Shape;951;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2" name="Google Shape;952;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3" name="Google Shape;953;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4" name="Google Shape;954;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5" name="Shape 955"/>
        <p:cNvGrpSpPr/>
        <p:nvPr/>
      </p:nvGrpSpPr>
      <p:grpSpPr>
        <a:xfrm>
          <a:off x="0" y="0"/>
          <a:ext cx="0" cy="0"/>
          <a:chOff x="0" y="0"/>
          <a:chExt cx="0" cy="0"/>
        </a:xfrm>
      </p:grpSpPr>
      <p:sp>
        <p:nvSpPr>
          <p:cNvPr id="956" name="Google Shape;956;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7" name="Google Shape;957;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8" name="Google Shape;958;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9" name="Google Shape;959;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60" name="Google Shape;960;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1" name="Google Shape;961;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2" name="Google Shape;962;p138"/>
          <p:cNvGrpSpPr/>
          <p:nvPr/>
        </p:nvGrpSpPr>
        <p:grpSpPr>
          <a:xfrm>
            <a:off x="457147" y="1190428"/>
            <a:ext cx="533372" cy="533480"/>
            <a:chOff x="457200" y="1378813"/>
            <a:chExt cx="695400" cy="695450"/>
          </a:xfrm>
        </p:grpSpPr>
        <p:sp>
          <p:nvSpPr>
            <p:cNvPr id="963" name="Google Shape;963;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4" name="Google Shape;964;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5" name="Google Shape;965;p138"/>
          <p:cNvGrpSpPr/>
          <p:nvPr/>
        </p:nvGrpSpPr>
        <p:grpSpPr>
          <a:xfrm>
            <a:off x="4876797" y="1190428"/>
            <a:ext cx="533372" cy="533480"/>
            <a:chOff x="2605668" y="1378813"/>
            <a:chExt cx="695400" cy="695450"/>
          </a:xfrm>
        </p:grpSpPr>
        <p:sp>
          <p:nvSpPr>
            <p:cNvPr id="966" name="Google Shape;966;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7" name="Google Shape;967;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8" name="Google Shape;968;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9" name="Google Shape;969;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70" name="Google Shape;970;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1" name="Shape 971"/>
        <p:cNvGrpSpPr/>
        <p:nvPr/>
      </p:nvGrpSpPr>
      <p:grpSpPr>
        <a:xfrm>
          <a:off x="0" y="0"/>
          <a:ext cx="0" cy="0"/>
          <a:chOff x="0" y="0"/>
          <a:chExt cx="0" cy="0"/>
        </a:xfrm>
      </p:grpSpPr>
      <p:sp>
        <p:nvSpPr>
          <p:cNvPr id="972" name="Google Shape;972;p139"/>
          <p:cNvSpPr/>
          <p:nvPr>
            <p:ph idx="2" type="pic"/>
          </p:nvPr>
        </p:nvSpPr>
        <p:spPr>
          <a:xfrm>
            <a:off x="5923375" y="150"/>
            <a:ext cx="3220500" cy="5143500"/>
          </a:xfrm>
          <a:prstGeom prst="rect">
            <a:avLst/>
          </a:prstGeom>
          <a:noFill/>
          <a:ln>
            <a:noFill/>
          </a:ln>
        </p:spPr>
      </p:sp>
      <p:sp>
        <p:nvSpPr>
          <p:cNvPr id="973" name="Google Shape;973;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4" name="Google Shape;974;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5" name="Google Shape;975;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6" name="Shape 976"/>
        <p:cNvGrpSpPr/>
        <p:nvPr/>
      </p:nvGrpSpPr>
      <p:grpSpPr>
        <a:xfrm>
          <a:off x="0" y="0"/>
          <a:ext cx="0" cy="0"/>
          <a:chOff x="0" y="0"/>
          <a:chExt cx="0" cy="0"/>
        </a:xfrm>
      </p:grpSpPr>
      <p:sp>
        <p:nvSpPr>
          <p:cNvPr id="977" name="Google Shape;977;p140"/>
          <p:cNvSpPr/>
          <p:nvPr>
            <p:ph idx="2" type="pic"/>
          </p:nvPr>
        </p:nvSpPr>
        <p:spPr>
          <a:xfrm>
            <a:off x="5923375" y="150"/>
            <a:ext cx="3220500" cy="5143500"/>
          </a:xfrm>
          <a:prstGeom prst="rect">
            <a:avLst/>
          </a:prstGeom>
          <a:noFill/>
          <a:ln>
            <a:noFill/>
          </a:ln>
        </p:spPr>
      </p:sp>
      <p:sp>
        <p:nvSpPr>
          <p:cNvPr id="978" name="Google Shape;978;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9" name="Google Shape;979;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0" name="Google Shape;980;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1" name="Shape 981"/>
        <p:cNvGrpSpPr/>
        <p:nvPr/>
      </p:nvGrpSpPr>
      <p:grpSpPr>
        <a:xfrm>
          <a:off x="0" y="0"/>
          <a:ext cx="0" cy="0"/>
          <a:chOff x="0" y="0"/>
          <a:chExt cx="0" cy="0"/>
        </a:xfrm>
      </p:grpSpPr>
      <p:sp>
        <p:nvSpPr>
          <p:cNvPr id="982" name="Google Shape;982;p141"/>
          <p:cNvSpPr/>
          <p:nvPr>
            <p:ph idx="2" type="pic"/>
          </p:nvPr>
        </p:nvSpPr>
        <p:spPr>
          <a:xfrm>
            <a:off x="5923375" y="150"/>
            <a:ext cx="3220500" cy="5143500"/>
          </a:xfrm>
          <a:prstGeom prst="rect">
            <a:avLst/>
          </a:prstGeom>
          <a:noFill/>
          <a:ln>
            <a:noFill/>
          </a:ln>
        </p:spPr>
      </p:sp>
      <p:sp>
        <p:nvSpPr>
          <p:cNvPr id="983" name="Google Shape;983;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4" name="Google Shape;984;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5" name="Google Shape;985;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6" name="Shape 986"/>
        <p:cNvGrpSpPr/>
        <p:nvPr/>
      </p:nvGrpSpPr>
      <p:grpSpPr>
        <a:xfrm>
          <a:off x="0" y="0"/>
          <a:ext cx="0" cy="0"/>
          <a:chOff x="0" y="0"/>
          <a:chExt cx="0" cy="0"/>
        </a:xfrm>
      </p:grpSpPr>
      <p:sp>
        <p:nvSpPr>
          <p:cNvPr id="987" name="Google Shape;987;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8" name="Google Shape;988;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9" name="Google Shape;989;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90" name="Google Shape;990;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2" name="Google Shape;992;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3" name="Google Shape;993;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4" name="Google Shape;994;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5" name="Google Shape;995;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6" name="Google Shape;996;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7" name="Google Shape;997;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8" name="Google Shape;998;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9" name="Google Shape;999;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1000" name="Shape 1000"/>
        <p:cNvGrpSpPr/>
        <p:nvPr/>
      </p:nvGrpSpPr>
      <p:grpSpPr>
        <a:xfrm>
          <a:off x="0" y="0"/>
          <a:ext cx="0" cy="0"/>
          <a:chOff x="0" y="0"/>
          <a:chExt cx="0" cy="0"/>
        </a:xfrm>
      </p:grpSpPr>
      <p:sp>
        <p:nvSpPr>
          <p:cNvPr id="1001" name="Google Shape;1001;p143"/>
          <p:cNvSpPr/>
          <p:nvPr>
            <p:ph idx="2" type="pic"/>
          </p:nvPr>
        </p:nvSpPr>
        <p:spPr>
          <a:xfrm>
            <a:off x="5923375" y="150"/>
            <a:ext cx="3220500" cy="5143500"/>
          </a:xfrm>
          <a:prstGeom prst="rect">
            <a:avLst/>
          </a:prstGeom>
          <a:noFill/>
          <a:ln>
            <a:noFill/>
          </a:ln>
        </p:spPr>
      </p:sp>
      <p:sp>
        <p:nvSpPr>
          <p:cNvPr id="1002" name="Google Shape;1002;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3" name="Google Shape;1003;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5" name="Shape 1005"/>
        <p:cNvGrpSpPr/>
        <p:nvPr/>
      </p:nvGrpSpPr>
      <p:grpSpPr>
        <a:xfrm>
          <a:off x="0" y="0"/>
          <a:ext cx="0" cy="0"/>
          <a:chOff x="0" y="0"/>
          <a:chExt cx="0" cy="0"/>
        </a:xfrm>
      </p:grpSpPr>
      <p:sp>
        <p:nvSpPr>
          <p:cNvPr id="1006" name="Google Shape;1006;p144"/>
          <p:cNvSpPr/>
          <p:nvPr>
            <p:ph idx="2" type="pic"/>
          </p:nvPr>
        </p:nvSpPr>
        <p:spPr>
          <a:xfrm>
            <a:off x="5923375" y="150"/>
            <a:ext cx="3220500" cy="5143500"/>
          </a:xfrm>
          <a:prstGeom prst="rect">
            <a:avLst/>
          </a:prstGeom>
          <a:noFill/>
          <a:ln>
            <a:noFill/>
          </a:ln>
        </p:spPr>
      </p:sp>
      <p:sp>
        <p:nvSpPr>
          <p:cNvPr id="1007" name="Google Shape;1007;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8" name="Google Shape;1008;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9" name="Google Shape;1009;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10" name="Shape 1010"/>
        <p:cNvGrpSpPr/>
        <p:nvPr/>
      </p:nvGrpSpPr>
      <p:grpSpPr>
        <a:xfrm>
          <a:off x="0" y="0"/>
          <a:ext cx="0" cy="0"/>
          <a:chOff x="0" y="0"/>
          <a:chExt cx="0" cy="0"/>
        </a:xfrm>
      </p:grpSpPr>
      <p:sp>
        <p:nvSpPr>
          <p:cNvPr id="1011" name="Google Shape;1011;p145"/>
          <p:cNvSpPr/>
          <p:nvPr>
            <p:ph idx="2" type="pic"/>
          </p:nvPr>
        </p:nvSpPr>
        <p:spPr>
          <a:xfrm>
            <a:off x="5923375" y="150"/>
            <a:ext cx="3220500" cy="5143500"/>
          </a:xfrm>
          <a:prstGeom prst="rect">
            <a:avLst/>
          </a:prstGeom>
          <a:noFill/>
          <a:ln>
            <a:noFill/>
          </a:ln>
        </p:spPr>
      </p:sp>
      <p:sp>
        <p:nvSpPr>
          <p:cNvPr id="1012" name="Google Shape;1012;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3" name="Google Shape;1013;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4" name="Google Shape;1014;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5" name="Shape 1015"/>
        <p:cNvGrpSpPr/>
        <p:nvPr/>
      </p:nvGrpSpPr>
      <p:grpSpPr>
        <a:xfrm>
          <a:off x="0" y="0"/>
          <a:ext cx="0" cy="0"/>
          <a:chOff x="0" y="0"/>
          <a:chExt cx="0" cy="0"/>
        </a:xfrm>
      </p:grpSpPr>
      <p:sp>
        <p:nvSpPr>
          <p:cNvPr id="1016" name="Google Shape;1016;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7" name="Google Shape;1017;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8" name="Google Shape;1018;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9" name="Google Shape;1019;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20" name="Shape 1020"/>
        <p:cNvGrpSpPr/>
        <p:nvPr/>
      </p:nvGrpSpPr>
      <p:grpSpPr>
        <a:xfrm>
          <a:off x="0" y="0"/>
          <a:ext cx="0" cy="0"/>
          <a:chOff x="0" y="0"/>
          <a:chExt cx="0" cy="0"/>
        </a:xfrm>
      </p:grpSpPr>
      <p:sp>
        <p:nvSpPr>
          <p:cNvPr id="1021" name="Google Shape;1021;p147"/>
          <p:cNvSpPr/>
          <p:nvPr>
            <p:ph idx="2" type="pic"/>
          </p:nvPr>
        </p:nvSpPr>
        <p:spPr>
          <a:xfrm>
            <a:off x="5923375" y="150"/>
            <a:ext cx="3220500" cy="5143500"/>
          </a:xfrm>
          <a:prstGeom prst="rect">
            <a:avLst/>
          </a:prstGeom>
          <a:noFill/>
          <a:ln>
            <a:noFill/>
          </a:ln>
        </p:spPr>
      </p:sp>
      <p:sp>
        <p:nvSpPr>
          <p:cNvPr id="1022" name="Google Shape;1022;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3" name="Google Shape;1023;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4" name="Google Shape;1024;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5" name="Shape 1025"/>
        <p:cNvGrpSpPr/>
        <p:nvPr/>
      </p:nvGrpSpPr>
      <p:grpSpPr>
        <a:xfrm>
          <a:off x="0" y="0"/>
          <a:ext cx="0" cy="0"/>
          <a:chOff x="0" y="0"/>
          <a:chExt cx="0" cy="0"/>
        </a:xfrm>
      </p:grpSpPr>
      <p:sp>
        <p:nvSpPr>
          <p:cNvPr id="1026" name="Google Shape;1026;p148"/>
          <p:cNvSpPr/>
          <p:nvPr>
            <p:ph idx="2" type="pic"/>
          </p:nvPr>
        </p:nvSpPr>
        <p:spPr>
          <a:xfrm>
            <a:off x="5923375" y="150"/>
            <a:ext cx="3220500" cy="5143500"/>
          </a:xfrm>
          <a:prstGeom prst="rect">
            <a:avLst/>
          </a:prstGeom>
          <a:noFill/>
          <a:ln>
            <a:noFill/>
          </a:ln>
        </p:spPr>
      </p:sp>
      <p:sp>
        <p:nvSpPr>
          <p:cNvPr id="1027" name="Google Shape;1027;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8" name="Google Shape;1028;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9" name="Google Shape;1029;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30" name="Shape 1030"/>
        <p:cNvGrpSpPr/>
        <p:nvPr/>
      </p:nvGrpSpPr>
      <p:grpSpPr>
        <a:xfrm>
          <a:off x="0" y="0"/>
          <a:ext cx="0" cy="0"/>
          <a:chOff x="0" y="0"/>
          <a:chExt cx="0" cy="0"/>
        </a:xfrm>
      </p:grpSpPr>
      <p:grpSp>
        <p:nvGrpSpPr>
          <p:cNvPr id="1031" name="Google Shape;1031;p149"/>
          <p:cNvGrpSpPr/>
          <p:nvPr/>
        </p:nvGrpSpPr>
        <p:grpSpPr>
          <a:xfrm>
            <a:off x="440125" y="1136875"/>
            <a:ext cx="776900" cy="486300"/>
            <a:chOff x="457200" y="1466425"/>
            <a:chExt cx="776900" cy="486300"/>
          </a:xfrm>
        </p:grpSpPr>
        <p:sp>
          <p:nvSpPr>
            <p:cNvPr id="1032" name="Google Shape;1032;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3" name="Google Shape;1033;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4" name="Google Shape;1034;p149"/>
          <p:cNvGrpSpPr/>
          <p:nvPr/>
        </p:nvGrpSpPr>
        <p:grpSpPr>
          <a:xfrm>
            <a:off x="440125" y="1791730"/>
            <a:ext cx="776900" cy="486300"/>
            <a:chOff x="457200" y="1466425"/>
            <a:chExt cx="776900" cy="486300"/>
          </a:xfrm>
        </p:grpSpPr>
        <p:sp>
          <p:nvSpPr>
            <p:cNvPr id="1035" name="Google Shape;1035;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6" name="Google Shape;1036;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7" name="Google Shape;1037;p149"/>
          <p:cNvGrpSpPr/>
          <p:nvPr/>
        </p:nvGrpSpPr>
        <p:grpSpPr>
          <a:xfrm>
            <a:off x="440125" y="2446585"/>
            <a:ext cx="776900" cy="486300"/>
            <a:chOff x="457200" y="1466425"/>
            <a:chExt cx="776900" cy="486300"/>
          </a:xfrm>
        </p:grpSpPr>
        <p:sp>
          <p:nvSpPr>
            <p:cNvPr id="1038" name="Google Shape;1038;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9" name="Google Shape;1039;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0" name="Google Shape;1040;p149"/>
          <p:cNvGrpSpPr/>
          <p:nvPr/>
        </p:nvGrpSpPr>
        <p:grpSpPr>
          <a:xfrm>
            <a:off x="440125" y="3101440"/>
            <a:ext cx="776900" cy="486300"/>
            <a:chOff x="457200" y="1466425"/>
            <a:chExt cx="776900" cy="486300"/>
          </a:xfrm>
        </p:grpSpPr>
        <p:sp>
          <p:nvSpPr>
            <p:cNvPr id="1041" name="Google Shape;1041;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2" name="Google Shape;1042;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3" name="Google Shape;1043;p149"/>
          <p:cNvGrpSpPr/>
          <p:nvPr/>
        </p:nvGrpSpPr>
        <p:grpSpPr>
          <a:xfrm>
            <a:off x="440125" y="3756295"/>
            <a:ext cx="776900" cy="486300"/>
            <a:chOff x="457200" y="1466425"/>
            <a:chExt cx="776900" cy="486300"/>
          </a:xfrm>
        </p:grpSpPr>
        <p:sp>
          <p:nvSpPr>
            <p:cNvPr id="1044" name="Google Shape;1044;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5" name="Google Shape;1045;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6" name="Google Shape;1046;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7" name="Google Shape;1047;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8" name="Google Shape;1048;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1" name="Google Shape;1051;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2" name="Google Shape;1052;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3" name="Google Shape;1053;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7" name="Google Shape;1057;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8" name="Shape 1058"/>
        <p:cNvGrpSpPr/>
        <p:nvPr/>
      </p:nvGrpSpPr>
      <p:grpSpPr>
        <a:xfrm>
          <a:off x="0" y="0"/>
          <a:ext cx="0" cy="0"/>
          <a:chOff x="0" y="0"/>
          <a:chExt cx="0" cy="0"/>
        </a:xfrm>
      </p:grpSpPr>
      <p:sp>
        <p:nvSpPr>
          <p:cNvPr id="1059" name="Google Shape;1059;p150"/>
          <p:cNvSpPr/>
          <p:nvPr>
            <p:ph idx="2" type="pic"/>
          </p:nvPr>
        </p:nvSpPr>
        <p:spPr>
          <a:xfrm>
            <a:off x="5923375" y="150"/>
            <a:ext cx="3220500" cy="5143500"/>
          </a:xfrm>
          <a:prstGeom prst="rect">
            <a:avLst/>
          </a:prstGeom>
          <a:noFill/>
          <a:ln>
            <a:noFill/>
          </a:ln>
        </p:spPr>
      </p:sp>
      <p:sp>
        <p:nvSpPr>
          <p:cNvPr id="1060" name="Google Shape;1060;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1" name="Google Shape;1061;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2" name="Google Shape;1062;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3" name="Shape 1063"/>
        <p:cNvGrpSpPr/>
        <p:nvPr/>
      </p:nvGrpSpPr>
      <p:grpSpPr>
        <a:xfrm>
          <a:off x="0" y="0"/>
          <a:ext cx="0" cy="0"/>
          <a:chOff x="0" y="0"/>
          <a:chExt cx="0" cy="0"/>
        </a:xfrm>
      </p:grpSpPr>
      <p:sp>
        <p:nvSpPr>
          <p:cNvPr id="1064" name="Google Shape;1064;p151"/>
          <p:cNvSpPr/>
          <p:nvPr>
            <p:ph idx="2" type="pic"/>
          </p:nvPr>
        </p:nvSpPr>
        <p:spPr>
          <a:xfrm>
            <a:off x="5923375" y="150"/>
            <a:ext cx="3220500" cy="5143500"/>
          </a:xfrm>
          <a:prstGeom prst="rect">
            <a:avLst/>
          </a:prstGeom>
          <a:noFill/>
          <a:ln>
            <a:noFill/>
          </a:ln>
        </p:spPr>
      </p:sp>
      <p:sp>
        <p:nvSpPr>
          <p:cNvPr id="1065" name="Google Shape;1065;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6" name="Google Shape;1066;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7" name="Google Shape;1067;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8" name="Shape 1068"/>
        <p:cNvGrpSpPr/>
        <p:nvPr/>
      </p:nvGrpSpPr>
      <p:grpSpPr>
        <a:xfrm>
          <a:off x="0" y="0"/>
          <a:ext cx="0" cy="0"/>
          <a:chOff x="0" y="0"/>
          <a:chExt cx="0" cy="0"/>
        </a:xfrm>
      </p:grpSpPr>
      <p:sp>
        <p:nvSpPr>
          <p:cNvPr id="1069" name="Google Shape;1069;p152"/>
          <p:cNvSpPr/>
          <p:nvPr>
            <p:ph idx="2" type="pic"/>
          </p:nvPr>
        </p:nvSpPr>
        <p:spPr>
          <a:xfrm>
            <a:off x="5923375" y="150"/>
            <a:ext cx="3220500" cy="5143500"/>
          </a:xfrm>
          <a:prstGeom prst="rect">
            <a:avLst/>
          </a:prstGeom>
          <a:noFill/>
          <a:ln>
            <a:noFill/>
          </a:ln>
        </p:spPr>
      </p:sp>
      <p:sp>
        <p:nvSpPr>
          <p:cNvPr id="1070" name="Google Shape;1070;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1" name="Google Shape;1071;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2" name="Google Shape;1072;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3" name="Shape 1073"/>
        <p:cNvGrpSpPr/>
        <p:nvPr/>
      </p:nvGrpSpPr>
      <p:grpSpPr>
        <a:xfrm>
          <a:off x="0" y="0"/>
          <a:ext cx="0" cy="0"/>
          <a:chOff x="0" y="0"/>
          <a:chExt cx="0" cy="0"/>
        </a:xfrm>
      </p:grpSpPr>
      <p:sp>
        <p:nvSpPr>
          <p:cNvPr id="1074" name="Google Shape;1074;p153"/>
          <p:cNvSpPr/>
          <p:nvPr>
            <p:ph idx="2" type="pic"/>
          </p:nvPr>
        </p:nvSpPr>
        <p:spPr>
          <a:xfrm>
            <a:off x="5923375" y="150"/>
            <a:ext cx="3220500" cy="5143500"/>
          </a:xfrm>
          <a:prstGeom prst="rect">
            <a:avLst/>
          </a:prstGeom>
          <a:noFill/>
          <a:ln>
            <a:noFill/>
          </a:ln>
        </p:spPr>
      </p:sp>
      <p:sp>
        <p:nvSpPr>
          <p:cNvPr id="1075" name="Google Shape;1075;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6" name="Google Shape;1076;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7" name="Google Shape;1077;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8" name="Shape 1078"/>
        <p:cNvGrpSpPr/>
        <p:nvPr/>
      </p:nvGrpSpPr>
      <p:grpSpPr>
        <a:xfrm>
          <a:off x="0" y="0"/>
          <a:ext cx="0" cy="0"/>
          <a:chOff x="0" y="0"/>
          <a:chExt cx="0" cy="0"/>
        </a:xfrm>
      </p:grpSpPr>
      <p:sp>
        <p:nvSpPr>
          <p:cNvPr id="1079" name="Google Shape;1079;p154"/>
          <p:cNvSpPr/>
          <p:nvPr>
            <p:ph idx="2" type="pic"/>
          </p:nvPr>
        </p:nvSpPr>
        <p:spPr>
          <a:xfrm>
            <a:off x="5923375" y="150"/>
            <a:ext cx="3220500" cy="5143500"/>
          </a:xfrm>
          <a:prstGeom prst="rect">
            <a:avLst/>
          </a:prstGeom>
          <a:noFill/>
          <a:ln>
            <a:noFill/>
          </a:ln>
        </p:spPr>
      </p:sp>
      <p:sp>
        <p:nvSpPr>
          <p:cNvPr id="1080" name="Google Shape;1080;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1" name="Google Shape;1081;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2" name="Google Shape;1082;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3" name="Shape 1083"/>
        <p:cNvGrpSpPr/>
        <p:nvPr/>
      </p:nvGrpSpPr>
      <p:grpSpPr>
        <a:xfrm>
          <a:off x="0" y="0"/>
          <a:ext cx="0" cy="0"/>
          <a:chOff x="0" y="0"/>
          <a:chExt cx="0" cy="0"/>
        </a:xfrm>
      </p:grpSpPr>
      <p:sp>
        <p:nvSpPr>
          <p:cNvPr id="1084" name="Google Shape;1084;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5" name="Google Shape;1085;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6" name="Google Shape;1086;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7" name="Google Shape;1087;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8" name="Shape 1088"/>
        <p:cNvGrpSpPr/>
        <p:nvPr/>
      </p:nvGrpSpPr>
      <p:grpSpPr>
        <a:xfrm>
          <a:off x="0" y="0"/>
          <a:ext cx="0" cy="0"/>
          <a:chOff x="0" y="0"/>
          <a:chExt cx="0" cy="0"/>
        </a:xfrm>
      </p:grpSpPr>
      <p:cxnSp>
        <p:nvCxnSpPr>
          <p:cNvPr id="1089" name="Google Shape;1089;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90" name="Google Shape;1090;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91" name="Google Shape;1091;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92" name="Google Shape;1092;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93" name="Google Shape;1093;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7" name="Google Shape;1097;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8" name="Google Shape;1098;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9" name="Google Shape;1099;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00" name="Google Shape;1100;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1" name="Google Shape;1101;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2" name="Google Shape;1102;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3" name="Google Shape;1103;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104" name="Shape 1104"/>
        <p:cNvGrpSpPr/>
        <p:nvPr/>
      </p:nvGrpSpPr>
      <p:grpSpPr>
        <a:xfrm>
          <a:off x="0" y="0"/>
          <a:ext cx="0" cy="0"/>
          <a:chOff x="0" y="0"/>
          <a:chExt cx="0" cy="0"/>
        </a:xfrm>
      </p:grpSpPr>
      <p:sp>
        <p:nvSpPr>
          <p:cNvPr id="1105" name="Google Shape;1105;p157"/>
          <p:cNvSpPr/>
          <p:nvPr>
            <p:ph idx="2" type="pic"/>
          </p:nvPr>
        </p:nvSpPr>
        <p:spPr>
          <a:xfrm>
            <a:off x="5923375" y="150"/>
            <a:ext cx="3220500" cy="5143500"/>
          </a:xfrm>
          <a:prstGeom prst="rect">
            <a:avLst/>
          </a:prstGeom>
          <a:noFill/>
          <a:ln>
            <a:noFill/>
          </a:ln>
        </p:spPr>
      </p:sp>
      <p:sp>
        <p:nvSpPr>
          <p:cNvPr id="1106" name="Google Shape;1106;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7" name="Google Shape;1107;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8" name="Google Shape;1108;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09" name="Shape 1109"/>
        <p:cNvGrpSpPr/>
        <p:nvPr/>
      </p:nvGrpSpPr>
      <p:grpSpPr>
        <a:xfrm>
          <a:off x="0" y="0"/>
          <a:ext cx="0" cy="0"/>
          <a:chOff x="0" y="0"/>
          <a:chExt cx="0" cy="0"/>
        </a:xfrm>
      </p:grpSpPr>
      <p:sp>
        <p:nvSpPr>
          <p:cNvPr id="1110" name="Google Shape;1110;p158"/>
          <p:cNvSpPr/>
          <p:nvPr>
            <p:ph idx="2" type="pic"/>
          </p:nvPr>
        </p:nvSpPr>
        <p:spPr>
          <a:xfrm>
            <a:off x="5923375" y="150"/>
            <a:ext cx="3220500" cy="5143500"/>
          </a:xfrm>
          <a:prstGeom prst="rect">
            <a:avLst/>
          </a:prstGeom>
          <a:noFill/>
          <a:ln>
            <a:noFill/>
          </a:ln>
        </p:spPr>
      </p:sp>
      <p:sp>
        <p:nvSpPr>
          <p:cNvPr id="1111" name="Google Shape;1111;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2" name="Google Shape;1112;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3" name="Google Shape;1113;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14" name="Shape 1114"/>
        <p:cNvGrpSpPr/>
        <p:nvPr/>
      </p:nvGrpSpPr>
      <p:grpSpPr>
        <a:xfrm>
          <a:off x="0" y="0"/>
          <a:ext cx="0" cy="0"/>
          <a:chOff x="0" y="0"/>
          <a:chExt cx="0" cy="0"/>
        </a:xfrm>
      </p:grpSpPr>
      <p:sp>
        <p:nvSpPr>
          <p:cNvPr id="1115" name="Google Shape;1115;p159"/>
          <p:cNvSpPr/>
          <p:nvPr>
            <p:ph idx="2" type="pic"/>
          </p:nvPr>
        </p:nvSpPr>
        <p:spPr>
          <a:xfrm>
            <a:off x="5923375" y="150"/>
            <a:ext cx="3220500" cy="5143500"/>
          </a:xfrm>
          <a:prstGeom prst="rect">
            <a:avLst/>
          </a:prstGeom>
          <a:noFill/>
          <a:ln>
            <a:noFill/>
          </a:ln>
        </p:spPr>
      </p:sp>
      <p:sp>
        <p:nvSpPr>
          <p:cNvPr id="1116" name="Google Shape;1116;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7" name="Google Shape;1117;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8" name="Google Shape;1118;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19" name="Shape 1119"/>
        <p:cNvGrpSpPr/>
        <p:nvPr/>
      </p:nvGrpSpPr>
      <p:grpSpPr>
        <a:xfrm>
          <a:off x="0" y="0"/>
          <a:ext cx="0" cy="0"/>
          <a:chOff x="0" y="0"/>
          <a:chExt cx="0" cy="0"/>
        </a:xfrm>
      </p:grpSpPr>
      <p:sp>
        <p:nvSpPr>
          <p:cNvPr id="1120" name="Google Shape;1120;p160"/>
          <p:cNvSpPr/>
          <p:nvPr>
            <p:ph idx="2" type="pic"/>
          </p:nvPr>
        </p:nvSpPr>
        <p:spPr>
          <a:xfrm>
            <a:off x="5923375" y="150"/>
            <a:ext cx="3220500" cy="5143500"/>
          </a:xfrm>
          <a:prstGeom prst="rect">
            <a:avLst/>
          </a:prstGeom>
          <a:noFill/>
          <a:ln>
            <a:noFill/>
          </a:ln>
        </p:spPr>
      </p:sp>
      <p:sp>
        <p:nvSpPr>
          <p:cNvPr id="1121" name="Google Shape;1121;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2" name="Google Shape;1122;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3" name="Google Shape;1123;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24" name="Shape 1124"/>
        <p:cNvGrpSpPr/>
        <p:nvPr/>
      </p:nvGrpSpPr>
      <p:grpSpPr>
        <a:xfrm>
          <a:off x="0" y="0"/>
          <a:ext cx="0" cy="0"/>
          <a:chOff x="0" y="0"/>
          <a:chExt cx="0" cy="0"/>
        </a:xfrm>
      </p:grpSpPr>
      <p:sp>
        <p:nvSpPr>
          <p:cNvPr id="1125" name="Google Shape;1125;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6" name="Google Shape;1126;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7" name="Google Shape;1127;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8" name="Google Shape;1128;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p:cSld name="CUSTOM_11_1_1_2_1">
    <p:spTree>
      <p:nvGrpSpPr>
        <p:cNvPr id="1129" name="Shape 1129"/>
        <p:cNvGrpSpPr/>
        <p:nvPr/>
      </p:nvGrpSpPr>
      <p:grpSpPr>
        <a:xfrm>
          <a:off x="0" y="0"/>
          <a:ext cx="0" cy="0"/>
          <a:chOff x="0" y="0"/>
          <a:chExt cx="0" cy="0"/>
        </a:xfrm>
      </p:grpSpPr>
      <p:sp>
        <p:nvSpPr>
          <p:cNvPr id="1130" name="Google Shape;1130;p1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1" name="Google Shape;1131;p162"/>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32" name="Google Shape;1132;p162"/>
          <p:cNvGrpSpPr/>
          <p:nvPr/>
        </p:nvGrpSpPr>
        <p:grpSpPr>
          <a:xfrm>
            <a:off x="457200" y="1136863"/>
            <a:ext cx="776889" cy="621300"/>
            <a:chOff x="457200" y="1378813"/>
            <a:chExt cx="776889" cy="621300"/>
          </a:xfrm>
        </p:grpSpPr>
        <p:sp>
          <p:nvSpPr>
            <p:cNvPr id="1133" name="Google Shape;1133;p162"/>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34" name="Google Shape;1134;p162"/>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135" name="Google Shape;1135;p162"/>
          <p:cNvGrpSpPr/>
          <p:nvPr/>
        </p:nvGrpSpPr>
        <p:grpSpPr>
          <a:xfrm>
            <a:off x="457200" y="1986775"/>
            <a:ext cx="776889" cy="621300"/>
            <a:chOff x="457200" y="1378813"/>
            <a:chExt cx="776889" cy="621300"/>
          </a:xfrm>
        </p:grpSpPr>
        <p:sp>
          <p:nvSpPr>
            <p:cNvPr id="1136" name="Google Shape;1136;p162"/>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37" name="Google Shape;1137;p162"/>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138" name="Google Shape;1138;p162"/>
          <p:cNvGrpSpPr/>
          <p:nvPr/>
        </p:nvGrpSpPr>
        <p:grpSpPr>
          <a:xfrm>
            <a:off x="457200" y="2831900"/>
            <a:ext cx="776889" cy="621300"/>
            <a:chOff x="457200" y="1378813"/>
            <a:chExt cx="776889" cy="621300"/>
          </a:xfrm>
        </p:grpSpPr>
        <p:sp>
          <p:nvSpPr>
            <p:cNvPr id="1139" name="Google Shape;1139;p162"/>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40" name="Google Shape;1140;p162"/>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141" name="Google Shape;1141;p162"/>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62"/>
          <p:cNvSpPr/>
          <p:nvPr/>
        </p:nvSpPr>
        <p:spPr>
          <a:xfrm>
            <a:off x="1352550" y="28319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62"/>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4" name="Google Shape;1144;p162"/>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5" name="Google Shape;1145;p162"/>
          <p:cNvSpPr txBox="1"/>
          <p:nvPr/>
        </p:nvSpPr>
        <p:spPr>
          <a:xfrm>
            <a:off x="-11683" y="2834324"/>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6" name="Google Shape;1146;p162"/>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p:cSld name="CUSTOM_11_1_1_4">
    <p:spTree>
      <p:nvGrpSpPr>
        <p:cNvPr id="1147" name="Shape 1147"/>
        <p:cNvGrpSpPr/>
        <p:nvPr/>
      </p:nvGrpSpPr>
      <p:grpSpPr>
        <a:xfrm>
          <a:off x="0" y="0"/>
          <a:ext cx="0" cy="0"/>
          <a:chOff x="0" y="0"/>
          <a:chExt cx="0" cy="0"/>
        </a:xfrm>
      </p:grpSpPr>
      <p:sp>
        <p:nvSpPr>
          <p:cNvPr id="1148" name="Google Shape;1148;p163"/>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63"/>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63"/>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63"/>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3"/>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53" name="Google Shape;1153;p163"/>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54" name="Google Shape;1154;p163"/>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55" name="Google Shape;1155;p163"/>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56" name="Google Shape;1156;p163"/>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7" name="Google Shape;1157;p163"/>
          <p:cNvSpPr txBox="1"/>
          <p:nvPr>
            <p:ph idx="2" type="subTitle"/>
          </p:nvPr>
        </p:nvSpPr>
        <p:spPr>
          <a:xfrm>
            <a:off x="1354400" y="1771638"/>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8" name="Google Shape;1158;p163"/>
          <p:cNvSpPr txBox="1"/>
          <p:nvPr>
            <p:ph idx="3" type="subTitle"/>
          </p:nvPr>
        </p:nvSpPr>
        <p:spPr>
          <a:xfrm>
            <a:off x="1354400" y="241742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9" name="Google Shape;1159;p163"/>
          <p:cNvSpPr txBox="1"/>
          <p:nvPr>
            <p:ph idx="4" type="subTitle"/>
          </p:nvPr>
        </p:nvSpPr>
        <p:spPr>
          <a:xfrm>
            <a:off x="1354400" y="3063213"/>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0" name="Google Shape;1160;p16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1" name="Google Shape;1161;p163"/>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2">
  <p:cSld name="CUSTOM_11_1_1_2_5">
    <p:spTree>
      <p:nvGrpSpPr>
        <p:cNvPr id="1162" name="Shape 1162"/>
        <p:cNvGrpSpPr/>
        <p:nvPr/>
      </p:nvGrpSpPr>
      <p:grpSpPr>
        <a:xfrm>
          <a:off x="0" y="0"/>
          <a:ext cx="0" cy="0"/>
          <a:chOff x="0" y="0"/>
          <a:chExt cx="0" cy="0"/>
        </a:xfrm>
      </p:grpSpPr>
      <p:grpSp>
        <p:nvGrpSpPr>
          <p:cNvPr id="1163" name="Google Shape;1163;p164"/>
          <p:cNvGrpSpPr/>
          <p:nvPr/>
        </p:nvGrpSpPr>
        <p:grpSpPr>
          <a:xfrm>
            <a:off x="440125" y="1136875"/>
            <a:ext cx="776900" cy="486300"/>
            <a:chOff x="457200" y="1466425"/>
            <a:chExt cx="776900" cy="486300"/>
          </a:xfrm>
        </p:grpSpPr>
        <p:sp>
          <p:nvSpPr>
            <p:cNvPr id="1164" name="Google Shape;1164;p16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1165" name="Google Shape;1165;p16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66" name="Google Shape;1166;p164"/>
          <p:cNvGrpSpPr/>
          <p:nvPr/>
        </p:nvGrpSpPr>
        <p:grpSpPr>
          <a:xfrm>
            <a:off x="440125" y="1791730"/>
            <a:ext cx="776900" cy="486300"/>
            <a:chOff x="457200" y="1466425"/>
            <a:chExt cx="776900" cy="486300"/>
          </a:xfrm>
        </p:grpSpPr>
        <p:sp>
          <p:nvSpPr>
            <p:cNvPr id="1167" name="Google Shape;1167;p16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68" name="Google Shape;1168;p16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69" name="Google Shape;1169;p164"/>
          <p:cNvGrpSpPr/>
          <p:nvPr/>
        </p:nvGrpSpPr>
        <p:grpSpPr>
          <a:xfrm>
            <a:off x="440125" y="2446585"/>
            <a:ext cx="776900" cy="486300"/>
            <a:chOff x="457200" y="1466425"/>
            <a:chExt cx="776900" cy="486300"/>
          </a:xfrm>
        </p:grpSpPr>
        <p:sp>
          <p:nvSpPr>
            <p:cNvPr id="1170" name="Google Shape;1170;p16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71" name="Google Shape;1171;p16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72" name="Google Shape;1172;p164"/>
          <p:cNvGrpSpPr/>
          <p:nvPr/>
        </p:nvGrpSpPr>
        <p:grpSpPr>
          <a:xfrm>
            <a:off x="440125" y="3101440"/>
            <a:ext cx="776900" cy="486300"/>
            <a:chOff x="457200" y="1466425"/>
            <a:chExt cx="776900" cy="486300"/>
          </a:xfrm>
        </p:grpSpPr>
        <p:sp>
          <p:nvSpPr>
            <p:cNvPr id="1173" name="Google Shape;1173;p164"/>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04</a:t>
              </a:r>
              <a:endParaRPr i="0" sz="3000" u="none" cap="none" strike="noStrike">
                <a:solidFill>
                  <a:srgbClr val="082D49"/>
                </a:solidFill>
                <a:latin typeface="Roboto"/>
                <a:ea typeface="Roboto"/>
                <a:cs typeface="Roboto"/>
                <a:sym typeface="Roboto"/>
              </a:endParaRPr>
            </a:p>
          </p:txBody>
        </p:sp>
        <p:sp>
          <p:nvSpPr>
            <p:cNvPr id="1174" name="Google Shape;1174;p164"/>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75" name="Google Shape;1175;p164"/>
          <p:cNvGrpSpPr/>
          <p:nvPr/>
        </p:nvGrpSpPr>
        <p:grpSpPr>
          <a:xfrm>
            <a:off x="440125" y="3756295"/>
            <a:ext cx="776900" cy="486300"/>
            <a:chOff x="457200" y="1466425"/>
            <a:chExt cx="776900" cy="486300"/>
          </a:xfrm>
        </p:grpSpPr>
        <p:sp>
          <p:nvSpPr>
            <p:cNvPr id="1176" name="Google Shape;1176;p164"/>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05</a:t>
              </a:r>
              <a:endParaRPr i="0" sz="3000" u="none" cap="none" strike="noStrike">
                <a:solidFill>
                  <a:srgbClr val="FFFFFF"/>
                </a:solidFill>
                <a:latin typeface="Roboto"/>
                <a:ea typeface="Roboto"/>
                <a:cs typeface="Roboto"/>
                <a:sym typeface="Roboto"/>
              </a:endParaRPr>
            </a:p>
          </p:txBody>
        </p:sp>
        <p:sp>
          <p:nvSpPr>
            <p:cNvPr id="1177" name="Google Shape;1177;p164"/>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178" name="Google Shape;1178;p164"/>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179" name="Google Shape;1179;p164"/>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0" name="Google Shape;1180;p164"/>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1" name="Google Shape;1181;p164"/>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2" name="Google Shape;1182;p164"/>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3" name="Google Shape;1183;p16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4" name="Google Shape;1184;p164"/>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5" name="Google Shape;1185;p164"/>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6" name="Google Shape;1186;p164"/>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7" name="Google Shape;1187;p164"/>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8" name="Google Shape;1188;p164"/>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9" name="Google Shape;1189;p164"/>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190" name="Shape 1190"/>
        <p:cNvGrpSpPr/>
        <p:nvPr/>
      </p:nvGrpSpPr>
      <p:grpSpPr>
        <a:xfrm>
          <a:off x="0" y="0"/>
          <a:ext cx="0" cy="0"/>
          <a:chOff x="0" y="0"/>
          <a:chExt cx="0" cy="0"/>
        </a:xfrm>
      </p:grpSpPr>
      <p:sp>
        <p:nvSpPr>
          <p:cNvPr id="1191" name="Google Shape;1191;p165"/>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92" name="Google Shape;1192;p1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3" name="Google Shape;1193;p165"/>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2">
  <p:cSld name="CUSTOM_11_1_1_2_1_2">
    <p:spTree>
      <p:nvGrpSpPr>
        <p:cNvPr id="1194" name="Shape 1194"/>
        <p:cNvGrpSpPr/>
        <p:nvPr/>
      </p:nvGrpSpPr>
      <p:grpSpPr>
        <a:xfrm>
          <a:off x="0" y="0"/>
          <a:ext cx="0" cy="0"/>
          <a:chOff x="0" y="0"/>
          <a:chExt cx="0" cy="0"/>
        </a:xfrm>
      </p:grpSpPr>
      <p:sp>
        <p:nvSpPr>
          <p:cNvPr id="1195" name="Google Shape;1195;p1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6" name="Google Shape;1196;p166"/>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7" name="Google Shape;1197;p166"/>
          <p:cNvGrpSpPr/>
          <p:nvPr/>
        </p:nvGrpSpPr>
        <p:grpSpPr>
          <a:xfrm>
            <a:off x="457200" y="1136863"/>
            <a:ext cx="776889" cy="621300"/>
            <a:chOff x="457200" y="1378813"/>
            <a:chExt cx="776889" cy="621300"/>
          </a:xfrm>
        </p:grpSpPr>
        <p:sp>
          <p:nvSpPr>
            <p:cNvPr id="1198" name="Google Shape;1198;p166"/>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99" name="Google Shape;1199;p166"/>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00" name="Google Shape;1200;p166"/>
          <p:cNvGrpSpPr/>
          <p:nvPr/>
        </p:nvGrpSpPr>
        <p:grpSpPr>
          <a:xfrm>
            <a:off x="457200" y="1986775"/>
            <a:ext cx="776889" cy="621300"/>
            <a:chOff x="457200" y="1378813"/>
            <a:chExt cx="776889" cy="621300"/>
          </a:xfrm>
        </p:grpSpPr>
        <p:sp>
          <p:nvSpPr>
            <p:cNvPr id="1201" name="Google Shape;1201;p166"/>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02" name="Google Shape;1202;p166"/>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203" name="Google Shape;1203;p166"/>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66"/>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05" name="Google Shape;1205;p166"/>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06" name="Google Shape;1206;p166"/>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p:cSld name="CUSTOM_11_1_1_2_2">
    <p:spTree>
      <p:nvGrpSpPr>
        <p:cNvPr id="1207" name="Shape 1207"/>
        <p:cNvGrpSpPr/>
        <p:nvPr/>
      </p:nvGrpSpPr>
      <p:grpSpPr>
        <a:xfrm>
          <a:off x="0" y="0"/>
          <a:ext cx="0" cy="0"/>
          <a:chOff x="0" y="0"/>
          <a:chExt cx="0" cy="0"/>
        </a:xfrm>
      </p:grpSpPr>
      <p:grpSp>
        <p:nvGrpSpPr>
          <p:cNvPr id="1208" name="Google Shape;1208;p167"/>
          <p:cNvGrpSpPr/>
          <p:nvPr/>
        </p:nvGrpSpPr>
        <p:grpSpPr>
          <a:xfrm>
            <a:off x="440125" y="1136875"/>
            <a:ext cx="776900" cy="486300"/>
            <a:chOff x="457200" y="1466425"/>
            <a:chExt cx="776900" cy="486300"/>
          </a:xfrm>
        </p:grpSpPr>
        <p:sp>
          <p:nvSpPr>
            <p:cNvPr id="1209" name="Google Shape;1209;p16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210" name="Google Shape;1210;p16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11" name="Google Shape;1211;p167"/>
          <p:cNvGrpSpPr/>
          <p:nvPr/>
        </p:nvGrpSpPr>
        <p:grpSpPr>
          <a:xfrm>
            <a:off x="440125" y="1791730"/>
            <a:ext cx="776900" cy="486300"/>
            <a:chOff x="457200" y="1466425"/>
            <a:chExt cx="776900" cy="486300"/>
          </a:xfrm>
        </p:grpSpPr>
        <p:sp>
          <p:nvSpPr>
            <p:cNvPr id="1212" name="Google Shape;1212;p16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13" name="Google Shape;1213;p16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14" name="Google Shape;1214;p167"/>
          <p:cNvGrpSpPr/>
          <p:nvPr/>
        </p:nvGrpSpPr>
        <p:grpSpPr>
          <a:xfrm>
            <a:off x="440125" y="2446585"/>
            <a:ext cx="776900" cy="486300"/>
            <a:chOff x="457200" y="1466425"/>
            <a:chExt cx="776900" cy="486300"/>
          </a:xfrm>
        </p:grpSpPr>
        <p:sp>
          <p:nvSpPr>
            <p:cNvPr id="1215" name="Google Shape;1215;p16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216" name="Google Shape;1216;p16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17" name="Google Shape;1217;p167"/>
          <p:cNvGrpSpPr/>
          <p:nvPr/>
        </p:nvGrpSpPr>
        <p:grpSpPr>
          <a:xfrm>
            <a:off x="440125" y="3101440"/>
            <a:ext cx="776900" cy="486300"/>
            <a:chOff x="457200" y="1466425"/>
            <a:chExt cx="776900" cy="486300"/>
          </a:xfrm>
        </p:grpSpPr>
        <p:sp>
          <p:nvSpPr>
            <p:cNvPr id="1218" name="Google Shape;1218;p16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04</a:t>
              </a:r>
              <a:endParaRPr i="0" sz="3000" u="none" cap="none" strike="noStrike">
                <a:solidFill>
                  <a:schemeClr val="dk2"/>
                </a:solidFill>
                <a:latin typeface="Roboto"/>
                <a:ea typeface="Roboto"/>
                <a:cs typeface="Roboto"/>
                <a:sym typeface="Roboto"/>
              </a:endParaRPr>
            </a:p>
          </p:txBody>
        </p:sp>
        <p:sp>
          <p:nvSpPr>
            <p:cNvPr id="1219" name="Google Shape;1219;p16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20" name="Google Shape;1220;p167"/>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21" name="Google Shape;1221;p167"/>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2" name="Google Shape;1222;p167"/>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3" name="Google Shape;1223;p167"/>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4" name="Google Shape;1224;p1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5" name="Google Shape;1225;p167"/>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6" name="Google Shape;1226;p167"/>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7" name="Google Shape;1227;p167"/>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8" name="Google Shape;1228;p167"/>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9" name="Google Shape;1229;p167"/>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3">
  <p:cSld name="CUSTOM_11_1_1_2_1_3">
    <p:spTree>
      <p:nvGrpSpPr>
        <p:cNvPr id="1230" name="Shape 1230"/>
        <p:cNvGrpSpPr/>
        <p:nvPr/>
      </p:nvGrpSpPr>
      <p:grpSpPr>
        <a:xfrm>
          <a:off x="0" y="0"/>
          <a:ext cx="0" cy="0"/>
          <a:chOff x="0" y="0"/>
          <a:chExt cx="0" cy="0"/>
        </a:xfrm>
      </p:grpSpPr>
      <p:sp>
        <p:nvSpPr>
          <p:cNvPr id="1231" name="Google Shape;1231;p16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2" name="Google Shape;1232;p168"/>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3" name="Google Shape;1233;p168"/>
          <p:cNvGrpSpPr/>
          <p:nvPr/>
        </p:nvGrpSpPr>
        <p:grpSpPr>
          <a:xfrm>
            <a:off x="457200" y="1136863"/>
            <a:ext cx="776889" cy="621300"/>
            <a:chOff x="457200" y="1378813"/>
            <a:chExt cx="776889" cy="621300"/>
          </a:xfrm>
        </p:grpSpPr>
        <p:sp>
          <p:nvSpPr>
            <p:cNvPr id="1234" name="Google Shape;1234;p168"/>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235" name="Google Shape;1235;p168"/>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36" name="Google Shape;1236;p168"/>
          <p:cNvGrpSpPr/>
          <p:nvPr/>
        </p:nvGrpSpPr>
        <p:grpSpPr>
          <a:xfrm>
            <a:off x="457200" y="1986775"/>
            <a:ext cx="776889" cy="621300"/>
            <a:chOff x="457200" y="1378813"/>
            <a:chExt cx="776889" cy="621300"/>
          </a:xfrm>
        </p:grpSpPr>
        <p:sp>
          <p:nvSpPr>
            <p:cNvPr id="1237" name="Google Shape;1237;p168"/>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38" name="Google Shape;1238;p168"/>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39" name="Google Shape;1239;p168"/>
          <p:cNvGrpSpPr/>
          <p:nvPr/>
        </p:nvGrpSpPr>
        <p:grpSpPr>
          <a:xfrm>
            <a:off x="457200" y="2831900"/>
            <a:ext cx="776889" cy="621300"/>
            <a:chOff x="457200" y="1378813"/>
            <a:chExt cx="776889" cy="621300"/>
          </a:xfrm>
        </p:grpSpPr>
        <p:sp>
          <p:nvSpPr>
            <p:cNvPr id="1240" name="Google Shape;1240;p168"/>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241" name="Google Shape;1241;p168"/>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242" name="Google Shape;1242;p168"/>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68"/>
          <p:cNvSpPr/>
          <p:nvPr/>
        </p:nvSpPr>
        <p:spPr>
          <a:xfrm>
            <a:off x="1352550" y="2831900"/>
            <a:ext cx="7517100" cy="11301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68"/>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5" name="Google Shape;1245;p168"/>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6" name="Google Shape;1246;p168"/>
          <p:cNvSpPr txBox="1"/>
          <p:nvPr/>
        </p:nvSpPr>
        <p:spPr>
          <a:xfrm>
            <a:off x="372667" y="407864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7" name="Google Shape;1247;p168"/>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8">
  <p:cSld name="CUSTOM_2_58">
    <p:spTree>
      <p:nvGrpSpPr>
        <p:cNvPr id="1248" name="Shape 1248"/>
        <p:cNvGrpSpPr/>
        <p:nvPr/>
      </p:nvGrpSpPr>
      <p:grpSpPr>
        <a:xfrm>
          <a:off x="0" y="0"/>
          <a:ext cx="0" cy="0"/>
          <a:chOff x="0" y="0"/>
          <a:chExt cx="0" cy="0"/>
        </a:xfrm>
      </p:grpSpPr>
      <p:sp>
        <p:nvSpPr>
          <p:cNvPr id="1249" name="Google Shape;1249;p1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50" name="Google Shape;1250;p1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51" name="Google Shape;1251;p1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2" name="Google Shape;1252;p16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Font typeface="Roboto"/>
              <a:buNone/>
              <a:defRPr>
                <a:latin typeface="Roboto"/>
                <a:ea typeface="Roboto"/>
                <a:cs typeface="Roboto"/>
                <a:sym typeface="Roboto"/>
              </a:defRPr>
            </a:lvl2pPr>
            <a:lvl3pPr lvl="2">
              <a:spcBef>
                <a:spcPts val="0"/>
              </a:spcBef>
              <a:spcAft>
                <a:spcPts val="0"/>
              </a:spcAft>
              <a:buSzPts val="2800"/>
              <a:buFont typeface="Roboto"/>
              <a:buNone/>
              <a:defRPr>
                <a:latin typeface="Roboto"/>
                <a:ea typeface="Roboto"/>
                <a:cs typeface="Roboto"/>
                <a:sym typeface="Roboto"/>
              </a:defRPr>
            </a:lvl3pPr>
            <a:lvl4pPr lvl="3">
              <a:spcBef>
                <a:spcPts val="0"/>
              </a:spcBef>
              <a:spcAft>
                <a:spcPts val="0"/>
              </a:spcAft>
              <a:buSzPts val="2800"/>
              <a:buFont typeface="Roboto"/>
              <a:buNone/>
              <a:defRPr>
                <a:latin typeface="Roboto"/>
                <a:ea typeface="Roboto"/>
                <a:cs typeface="Roboto"/>
                <a:sym typeface="Roboto"/>
              </a:defRPr>
            </a:lvl4pPr>
            <a:lvl5pPr lvl="4">
              <a:spcBef>
                <a:spcPts val="0"/>
              </a:spcBef>
              <a:spcAft>
                <a:spcPts val="0"/>
              </a:spcAft>
              <a:buSzPts val="2800"/>
              <a:buFont typeface="Roboto"/>
              <a:buNone/>
              <a:defRPr>
                <a:latin typeface="Roboto"/>
                <a:ea typeface="Roboto"/>
                <a:cs typeface="Roboto"/>
                <a:sym typeface="Roboto"/>
              </a:defRPr>
            </a:lvl5pPr>
            <a:lvl6pPr lvl="5">
              <a:spcBef>
                <a:spcPts val="0"/>
              </a:spcBef>
              <a:spcAft>
                <a:spcPts val="0"/>
              </a:spcAft>
              <a:buSzPts val="2800"/>
              <a:buFont typeface="Roboto"/>
              <a:buNone/>
              <a:defRPr>
                <a:latin typeface="Roboto"/>
                <a:ea typeface="Roboto"/>
                <a:cs typeface="Roboto"/>
                <a:sym typeface="Roboto"/>
              </a:defRPr>
            </a:lvl6pPr>
            <a:lvl7pPr lvl="6">
              <a:spcBef>
                <a:spcPts val="0"/>
              </a:spcBef>
              <a:spcAft>
                <a:spcPts val="0"/>
              </a:spcAft>
              <a:buSzPts val="2800"/>
              <a:buFont typeface="Roboto"/>
              <a:buNone/>
              <a:defRPr>
                <a:latin typeface="Roboto"/>
                <a:ea typeface="Roboto"/>
                <a:cs typeface="Roboto"/>
                <a:sym typeface="Roboto"/>
              </a:defRPr>
            </a:lvl7pPr>
            <a:lvl8pPr lvl="7">
              <a:spcBef>
                <a:spcPts val="0"/>
              </a:spcBef>
              <a:spcAft>
                <a:spcPts val="0"/>
              </a:spcAft>
              <a:buSzPts val="2800"/>
              <a:buFont typeface="Roboto"/>
              <a:buNone/>
              <a:defRPr>
                <a:latin typeface="Roboto"/>
                <a:ea typeface="Roboto"/>
                <a:cs typeface="Roboto"/>
                <a:sym typeface="Roboto"/>
              </a:defRPr>
            </a:lvl8pPr>
            <a:lvl9pPr lvl="8">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3">
  <p:cSld name="CUSTOM_11_1_1_2_6">
    <p:spTree>
      <p:nvGrpSpPr>
        <p:cNvPr id="1253" name="Shape 1253"/>
        <p:cNvGrpSpPr/>
        <p:nvPr/>
      </p:nvGrpSpPr>
      <p:grpSpPr>
        <a:xfrm>
          <a:off x="0" y="0"/>
          <a:ext cx="0" cy="0"/>
          <a:chOff x="0" y="0"/>
          <a:chExt cx="0" cy="0"/>
        </a:xfrm>
      </p:grpSpPr>
      <p:grpSp>
        <p:nvGrpSpPr>
          <p:cNvPr id="1254" name="Google Shape;1254;p170"/>
          <p:cNvGrpSpPr/>
          <p:nvPr/>
        </p:nvGrpSpPr>
        <p:grpSpPr>
          <a:xfrm>
            <a:off x="440125" y="1136875"/>
            <a:ext cx="776900" cy="486300"/>
            <a:chOff x="457200" y="1466425"/>
            <a:chExt cx="776900" cy="486300"/>
          </a:xfrm>
        </p:grpSpPr>
        <p:sp>
          <p:nvSpPr>
            <p:cNvPr id="1255" name="Google Shape;1255;p170"/>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256" name="Google Shape;1256;p170"/>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57" name="Google Shape;1257;p170"/>
          <p:cNvGrpSpPr/>
          <p:nvPr/>
        </p:nvGrpSpPr>
        <p:grpSpPr>
          <a:xfrm>
            <a:off x="440125" y="1791730"/>
            <a:ext cx="776900" cy="486300"/>
            <a:chOff x="457200" y="1466425"/>
            <a:chExt cx="776900" cy="486300"/>
          </a:xfrm>
        </p:grpSpPr>
        <p:sp>
          <p:nvSpPr>
            <p:cNvPr id="1258" name="Google Shape;1258;p170"/>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259" name="Google Shape;1259;p170"/>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0" name="Google Shape;1260;p170"/>
          <p:cNvGrpSpPr/>
          <p:nvPr/>
        </p:nvGrpSpPr>
        <p:grpSpPr>
          <a:xfrm>
            <a:off x="440125" y="2446585"/>
            <a:ext cx="776900" cy="486300"/>
            <a:chOff x="457200" y="1466425"/>
            <a:chExt cx="776900" cy="486300"/>
          </a:xfrm>
        </p:grpSpPr>
        <p:sp>
          <p:nvSpPr>
            <p:cNvPr id="1261" name="Google Shape;1261;p170"/>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262" name="Google Shape;1262;p170"/>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3" name="Google Shape;1263;p170"/>
          <p:cNvGrpSpPr/>
          <p:nvPr/>
        </p:nvGrpSpPr>
        <p:grpSpPr>
          <a:xfrm>
            <a:off x="440125" y="3101440"/>
            <a:ext cx="776900" cy="486300"/>
            <a:chOff x="457200" y="1466425"/>
            <a:chExt cx="776900" cy="486300"/>
          </a:xfrm>
        </p:grpSpPr>
        <p:sp>
          <p:nvSpPr>
            <p:cNvPr id="1264" name="Google Shape;1264;p170"/>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265" name="Google Shape;1265;p170"/>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6" name="Google Shape;1266;p170"/>
          <p:cNvGrpSpPr/>
          <p:nvPr/>
        </p:nvGrpSpPr>
        <p:grpSpPr>
          <a:xfrm>
            <a:off x="440125" y="3756295"/>
            <a:ext cx="776900" cy="486300"/>
            <a:chOff x="457200" y="1466425"/>
            <a:chExt cx="776900" cy="486300"/>
          </a:xfrm>
        </p:grpSpPr>
        <p:sp>
          <p:nvSpPr>
            <p:cNvPr id="1267" name="Google Shape;1267;p170"/>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268" name="Google Shape;1268;p170"/>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69" name="Google Shape;1269;p170"/>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70" name="Google Shape;1270;p170"/>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1" name="Google Shape;1271;p170"/>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2" name="Google Shape;1272;p170"/>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3" name="Google Shape;1273;p170"/>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4" name="Google Shape;1274;p1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5" name="Google Shape;1275;p170"/>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6" name="Google Shape;1276;p170"/>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7" name="Google Shape;1277;p170"/>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8" name="Google Shape;1278;p170"/>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9" name="Google Shape;1279;p170"/>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80" name="Google Shape;1280;p170"/>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1">
  <p:cSld name="CUSTOM_11_1_1_2_2_1">
    <p:spTree>
      <p:nvGrpSpPr>
        <p:cNvPr id="1281" name="Shape 1281"/>
        <p:cNvGrpSpPr/>
        <p:nvPr/>
      </p:nvGrpSpPr>
      <p:grpSpPr>
        <a:xfrm>
          <a:off x="0" y="0"/>
          <a:ext cx="0" cy="0"/>
          <a:chOff x="0" y="0"/>
          <a:chExt cx="0" cy="0"/>
        </a:xfrm>
      </p:grpSpPr>
      <p:grpSp>
        <p:nvGrpSpPr>
          <p:cNvPr id="1282" name="Google Shape;1282;p171"/>
          <p:cNvGrpSpPr/>
          <p:nvPr/>
        </p:nvGrpSpPr>
        <p:grpSpPr>
          <a:xfrm>
            <a:off x="440125" y="1136875"/>
            <a:ext cx="776900" cy="486300"/>
            <a:chOff x="457200" y="1466425"/>
            <a:chExt cx="776900" cy="486300"/>
          </a:xfrm>
        </p:grpSpPr>
        <p:sp>
          <p:nvSpPr>
            <p:cNvPr id="1283" name="Google Shape;1283;p171"/>
            <p:cNvSpPr/>
            <p:nvPr/>
          </p:nvSpPr>
          <p:spPr>
            <a:xfrm>
              <a:off x="457200" y="1466425"/>
              <a:ext cx="695400" cy="48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oboto Light"/>
                  <a:ea typeface="Roboto Light"/>
                  <a:cs typeface="Roboto Light"/>
                  <a:sym typeface="Roboto Light"/>
                </a:rPr>
                <a:t>0</a:t>
              </a:r>
              <a:r>
                <a:rPr lang="en" sz="3000">
                  <a:solidFill>
                    <a:schemeClr val="lt1"/>
                  </a:solidFill>
                  <a:latin typeface="Roboto Light"/>
                  <a:ea typeface="Roboto Light"/>
                  <a:cs typeface="Roboto Light"/>
                  <a:sym typeface="Roboto Light"/>
                </a:rPr>
                <a:t>5</a:t>
              </a:r>
              <a:endParaRPr b="0" i="0" sz="3000" u="none" cap="none" strike="noStrike">
                <a:solidFill>
                  <a:schemeClr val="lt1"/>
                </a:solidFill>
                <a:latin typeface="Roboto Light"/>
                <a:ea typeface="Roboto Light"/>
                <a:cs typeface="Roboto Light"/>
                <a:sym typeface="Roboto Light"/>
              </a:endParaRPr>
            </a:p>
          </p:txBody>
        </p:sp>
        <p:sp>
          <p:nvSpPr>
            <p:cNvPr id="1284" name="Google Shape;1284;p171"/>
            <p:cNvSpPr/>
            <p:nvPr/>
          </p:nvSpPr>
          <p:spPr>
            <a:xfrm rot="5400000">
              <a:off x="973100" y="1624950"/>
              <a:ext cx="33337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85" name="Google Shape;1285;p171"/>
          <p:cNvGrpSpPr/>
          <p:nvPr/>
        </p:nvGrpSpPr>
        <p:grpSpPr>
          <a:xfrm>
            <a:off x="440125" y="1791730"/>
            <a:ext cx="776900" cy="486300"/>
            <a:chOff x="457200" y="1466425"/>
            <a:chExt cx="776900" cy="486300"/>
          </a:xfrm>
        </p:grpSpPr>
        <p:sp>
          <p:nvSpPr>
            <p:cNvPr id="1286" name="Google Shape;1286;p171"/>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1287" name="Google Shape;1287;p171"/>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88" name="Google Shape;1288;p171"/>
          <p:cNvGrpSpPr/>
          <p:nvPr/>
        </p:nvGrpSpPr>
        <p:grpSpPr>
          <a:xfrm>
            <a:off x="440125" y="2446585"/>
            <a:ext cx="776900" cy="486300"/>
            <a:chOff x="457200" y="1466425"/>
            <a:chExt cx="776900" cy="486300"/>
          </a:xfrm>
        </p:grpSpPr>
        <p:sp>
          <p:nvSpPr>
            <p:cNvPr id="1289" name="Google Shape;1289;p171"/>
            <p:cNvSpPr/>
            <p:nvPr/>
          </p:nvSpPr>
          <p:spPr>
            <a:xfrm>
              <a:off x="457200" y="1466425"/>
              <a:ext cx="695400" cy="486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a:t>
              </a:r>
              <a:r>
                <a:rPr lang="en" sz="3000">
                  <a:solidFill>
                    <a:srgbClr val="FFFFFF"/>
                  </a:solidFill>
                  <a:latin typeface="Roboto Light"/>
                  <a:ea typeface="Roboto Light"/>
                  <a:cs typeface="Roboto Light"/>
                  <a:sym typeface="Roboto Light"/>
                </a:rPr>
                <a:t>7</a:t>
              </a:r>
              <a:endParaRPr b="0" i="0" sz="3000" u="none" cap="none" strike="noStrike">
                <a:solidFill>
                  <a:srgbClr val="FFFFFF"/>
                </a:solidFill>
                <a:latin typeface="Roboto Light"/>
                <a:ea typeface="Roboto Light"/>
                <a:cs typeface="Roboto Light"/>
                <a:sym typeface="Roboto Light"/>
              </a:endParaRPr>
            </a:p>
          </p:txBody>
        </p:sp>
        <p:sp>
          <p:nvSpPr>
            <p:cNvPr id="1290" name="Google Shape;1290;p171"/>
            <p:cNvSpPr/>
            <p:nvPr/>
          </p:nvSpPr>
          <p:spPr>
            <a:xfrm rot="5400000">
              <a:off x="973100" y="1624950"/>
              <a:ext cx="33337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91" name="Google Shape;1291;p171"/>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92" name="Google Shape;1292;p171"/>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93" name="Google Shape;1293;p171"/>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94" name="Google Shape;1294;p1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5" name="Google Shape;1295;p171"/>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96" name="Google Shape;1296;p171"/>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97" name="Google Shape;1297;p171"/>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98" name="Google Shape;1298;p171"/>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_1">
    <p:spTree>
      <p:nvGrpSpPr>
        <p:cNvPr id="1299" name="Shape 1299"/>
        <p:cNvGrpSpPr/>
        <p:nvPr/>
      </p:nvGrpSpPr>
      <p:grpSpPr>
        <a:xfrm>
          <a:off x="0" y="0"/>
          <a:ext cx="0" cy="0"/>
          <a:chOff x="0" y="0"/>
          <a:chExt cx="0" cy="0"/>
        </a:xfrm>
      </p:grpSpPr>
      <p:sp>
        <p:nvSpPr>
          <p:cNvPr id="1300" name="Google Shape;1300;p17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1" name="Google Shape;1301;p172"/>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2" name="Google Shape;1302;p1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2">
    <p:spTree>
      <p:nvGrpSpPr>
        <p:cNvPr id="1303" name="Shape 1303"/>
        <p:cNvGrpSpPr/>
        <p:nvPr/>
      </p:nvGrpSpPr>
      <p:grpSpPr>
        <a:xfrm>
          <a:off x="0" y="0"/>
          <a:ext cx="0" cy="0"/>
          <a:chOff x="0" y="0"/>
          <a:chExt cx="0" cy="0"/>
        </a:xfrm>
      </p:grpSpPr>
      <p:sp>
        <p:nvSpPr>
          <p:cNvPr id="1304" name="Google Shape;1304;p17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5" name="Google Shape;1305;p173"/>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6" name="Google Shape;1306;p1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2">
  <p:cSld name="TITLE_AND_BODY_2_3">
    <p:spTree>
      <p:nvGrpSpPr>
        <p:cNvPr id="1307" name="Shape 1307"/>
        <p:cNvGrpSpPr/>
        <p:nvPr/>
      </p:nvGrpSpPr>
      <p:grpSpPr>
        <a:xfrm>
          <a:off x="0" y="0"/>
          <a:ext cx="0" cy="0"/>
          <a:chOff x="0" y="0"/>
          <a:chExt cx="0" cy="0"/>
        </a:xfrm>
      </p:grpSpPr>
      <p:sp>
        <p:nvSpPr>
          <p:cNvPr id="1308" name="Google Shape;1308;p17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9" name="Google Shape;1309;p174"/>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10" name="Google Shape;1310;p1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3">
  <p:cSld name="TITLE_AND_BODY_2_4">
    <p:spTree>
      <p:nvGrpSpPr>
        <p:cNvPr id="1311" name="Shape 1311"/>
        <p:cNvGrpSpPr/>
        <p:nvPr/>
      </p:nvGrpSpPr>
      <p:grpSpPr>
        <a:xfrm>
          <a:off x="0" y="0"/>
          <a:ext cx="0" cy="0"/>
          <a:chOff x="0" y="0"/>
          <a:chExt cx="0" cy="0"/>
        </a:xfrm>
      </p:grpSpPr>
      <p:sp>
        <p:nvSpPr>
          <p:cNvPr id="1312" name="Google Shape;1312;p17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13" name="Google Shape;1313;p175"/>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14" name="Google Shape;1314;p1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3">
  <p:cSld name="CUSTOM_4_4">
    <p:spTree>
      <p:nvGrpSpPr>
        <p:cNvPr id="1315" name="Shape 1315"/>
        <p:cNvGrpSpPr/>
        <p:nvPr/>
      </p:nvGrpSpPr>
      <p:grpSpPr>
        <a:xfrm>
          <a:off x="0" y="0"/>
          <a:ext cx="0" cy="0"/>
          <a:chOff x="0" y="0"/>
          <a:chExt cx="0" cy="0"/>
        </a:xfrm>
      </p:grpSpPr>
      <p:sp>
        <p:nvSpPr>
          <p:cNvPr id="1316" name="Google Shape;1316;p176"/>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7" name="Google Shape;1317;p176"/>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318" name="Google Shape;1318;p176"/>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319" name="Google Shape;1319;p176"/>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176" Type="http://schemas.openxmlformats.org/officeDocument/2006/relationships/theme" Target="../theme/theme2.xml"/><Relationship Id="rId36" Type="http://schemas.openxmlformats.org/officeDocument/2006/relationships/slideLayout" Target="../slideLayouts/slideLayout36.xml"/><Relationship Id="rId175" Type="http://schemas.openxmlformats.org/officeDocument/2006/relationships/slideLayout" Target="../slideLayouts/slideLayout175.xml"/><Relationship Id="rId39" Type="http://schemas.openxmlformats.org/officeDocument/2006/relationships/slideLayout" Target="../slideLayouts/slideLayout39.xml"/><Relationship Id="rId174" Type="http://schemas.openxmlformats.org/officeDocument/2006/relationships/slideLayout" Target="../slideLayouts/slideLayout174.xml"/><Relationship Id="rId38" Type="http://schemas.openxmlformats.org/officeDocument/2006/relationships/slideLayout" Target="../slideLayouts/slideLayout38.xml"/><Relationship Id="rId173" Type="http://schemas.openxmlformats.org/officeDocument/2006/relationships/slideLayout" Target="../slideLayouts/slideLayout173.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172" Type="http://schemas.openxmlformats.org/officeDocument/2006/relationships/slideLayout" Target="../slideLayouts/slideLayout172.xml"/><Relationship Id="rId65" Type="http://schemas.openxmlformats.org/officeDocument/2006/relationships/slideLayout" Target="../slideLayouts/slideLayout65.xml"/><Relationship Id="rId171" Type="http://schemas.openxmlformats.org/officeDocument/2006/relationships/slideLayout" Target="../slideLayouts/slideLayout171.xml"/><Relationship Id="rId68" Type="http://schemas.openxmlformats.org/officeDocument/2006/relationships/slideLayout" Target="../slideLayouts/slideLayout68.xml"/><Relationship Id="rId170" Type="http://schemas.openxmlformats.org/officeDocument/2006/relationships/slideLayout" Target="../slideLayouts/slideLayout170.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165" Type="http://schemas.openxmlformats.org/officeDocument/2006/relationships/slideLayout" Target="../slideLayouts/slideLayout165.xml"/><Relationship Id="rId69" Type="http://schemas.openxmlformats.org/officeDocument/2006/relationships/slideLayout" Target="../slideLayouts/slideLayout69.xml"/><Relationship Id="rId164" Type="http://schemas.openxmlformats.org/officeDocument/2006/relationships/slideLayout" Target="../slideLayouts/slideLayout164.xml"/><Relationship Id="rId163" Type="http://schemas.openxmlformats.org/officeDocument/2006/relationships/slideLayout" Target="../slideLayouts/slideLayout163.xml"/><Relationship Id="rId162" Type="http://schemas.openxmlformats.org/officeDocument/2006/relationships/slideLayout" Target="../slideLayouts/slideLayout162.xml"/><Relationship Id="rId169" Type="http://schemas.openxmlformats.org/officeDocument/2006/relationships/slideLayout" Target="../slideLayouts/slideLayout169.xml"/><Relationship Id="rId168" Type="http://schemas.openxmlformats.org/officeDocument/2006/relationships/slideLayout" Target="../slideLayouts/slideLayout168.xml"/><Relationship Id="rId167" Type="http://schemas.openxmlformats.org/officeDocument/2006/relationships/slideLayout" Target="../slideLayouts/slideLayout167.xml"/><Relationship Id="rId166" Type="http://schemas.openxmlformats.org/officeDocument/2006/relationships/slideLayout" Target="../slideLayouts/slideLayout166.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slideLayout" Target="../slideLayouts/slideLayout16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 id="2147483808" r:id="rId161"/>
    <p:sldLayoutId id="2147483809" r:id="rId162"/>
    <p:sldLayoutId id="2147483810" r:id="rId163"/>
    <p:sldLayoutId id="2147483811" r:id="rId164"/>
    <p:sldLayoutId id="2147483812" r:id="rId165"/>
    <p:sldLayoutId id="2147483813" r:id="rId166"/>
    <p:sldLayoutId id="2147483814" r:id="rId167"/>
    <p:sldLayoutId id="2147483815" r:id="rId168"/>
    <p:sldLayoutId id="2147483816" r:id="rId169"/>
    <p:sldLayoutId id="2147483817" r:id="rId170"/>
    <p:sldLayoutId id="2147483818" r:id="rId171"/>
    <p:sldLayoutId id="2147483819" r:id="rId172"/>
    <p:sldLayoutId id="2147483820" r:id="rId173"/>
    <p:sldLayoutId id="2147483821" r:id="rId174"/>
    <p:sldLayoutId id="2147483822" r:id="rId17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 Id="rId3"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9.xml"/><Relationship Id="rId3" Type="http://schemas.openxmlformats.org/officeDocument/2006/relationships/image" Target="../media/image6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0.xml"/><Relationship Id="rId3" Type="http://schemas.openxmlformats.org/officeDocument/2006/relationships/image" Target="../media/image6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6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 Id="rId3" Type="http://schemas.openxmlformats.org/officeDocument/2006/relationships/image" Target="../media/image55.jp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 Id="rId3" Type="http://schemas.openxmlformats.org/officeDocument/2006/relationships/image" Target="../media/image52.gif"/><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8.xml"/><Relationship Id="rId3"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9.xml"/><Relationship Id="rId3" Type="http://schemas.openxmlformats.org/officeDocument/2006/relationships/image" Target="../media/image6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1.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51.png"/><Relationship Id="rId4" Type="http://schemas.openxmlformats.org/officeDocument/2006/relationships/image" Target="../media/image48.png"/><Relationship Id="rId5" Type="http://schemas.openxmlformats.org/officeDocument/2006/relationships/image" Target="../media/image53.jpg"/><Relationship Id="rId6"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3.xml"/><Relationship Id="rId3" Type="http://schemas.openxmlformats.org/officeDocument/2006/relationships/image" Target="../media/image57.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4.xml"/><Relationship Id="rId3" Type="http://schemas.openxmlformats.org/officeDocument/2006/relationships/image" Target="../media/image63.jpg"/><Relationship Id="rId4" Type="http://schemas.openxmlformats.org/officeDocument/2006/relationships/image" Target="../media/image62.jpg"/><Relationship Id="rId5"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68.jpg"/><Relationship Id="rId5" Type="http://schemas.openxmlformats.org/officeDocument/2006/relationships/image" Target="../media/image6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60.jpg"/><Relationship Id="rId5" Type="http://schemas.openxmlformats.org/officeDocument/2006/relationships/image" Target="../media/image6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8.xml"/><Relationship Id="rId3" Type="http://schemas.openxmlformats.org/officeDocument/2006/relationships/image" Target="../media/image5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1.xml"/><Relationship Id="rId3" Type="http://schemas.openxmlformats.org/officeDocument/2006/relationships/image" Target="../media/image5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3.xml"/><Relationship Id="rId3"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6.xml"/><Relationship Id="rId3" Type="http://schemas.openxmlformats.org/officeDocument/2006/relationships/hyperlink" Target="https://danielmiessler.com/study/infosec_interview_questions/" TargetMode="External"/><Relationship Id="rId4" Type="http://schemas.openxmlformats.org/officeDocument/2006/relationships/hyperlink" Target="https://www.guru99.com/cyber-security-interview-questions.html" TargetMode="External"/><Relationship Id="rId5" Type="http://schemas.openxmlformats.org/officeDocument/2006/relationships/hyperlink" Target="https://www.edureka.co/blog/interview-questions/cybersecurity-interview-questions/" TargetMode="External"/><Relationship Id="rId6" Type="http://schemas.openxmlformats.org/officeDocument/2006/relationships/hyperlink" Target="https://www.indeed.com/career-advice/interviewing/cyber-security-interview-questions" TargetMode="External"/><Relationship Id="rId7" Type="http://schemas.openxmlformats.org/officeDocument/2006/relationships/hyperlink" Target="https://www.indeed.com/career-advice/interviewing/cyber-security-interview-question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77"/>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 Interviewing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25" name="Google Shape;1325;p177"/>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326" name="Google Shape;1326;p177"/>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23.2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179"/>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336" name="Google Shape;1336;p179"/>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class, you will be able to:</a:t>
            </a:r>
            <a:endParaRPr/>
          </a:p>
          <a:p>
            <a:pPr indent="0" lvl="0" marL="0" rtl="0" algn="l">
              <a:spcBef>
                <a:spcPts val="1200"/>
              </a:spcBef>
              <a:spcAft>
                <a:spcPts val="0"/>
              </a:spcAft>
              <a:buNone/>
            </a:pPr>
            <a:r>
              <a:t/>
            </a:r>
            <a:endParaRPr/>
          </a:p>
        </p:txBody>
      </p:sp>
      <p:grpSp>
        <p:nvGrpSpPr>
          <p:cNvPr id="1337" name="Google Shape;1337;p179"/>
          <p:cNvGrpSpPr/>
          <p:nvPr/>
        </p:nvGrpSpPr>
        <p:grpSpPr>
          <a:xfrm>
            <a:off x="162900" y="173561"/>
            <a:ext cx="588600" cy="567300"/>
            <a:chOff x="914400" y="200161"/>
            <a:chExt cx="588600" cy="567300"/>
          </a:xfrm>
        </p:grpSpPr>
        <p:sp>
          <p:nvSpPr>
            <p:cNvPr id="1338" name="Google Shape;1338;p179"/>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339" name="Google Shape;1339;p179"/>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1340" name="Google Shape;1340;p179"/>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sp>
        <p:nvSpPr>
          <p:cNvPr id="1341" name="Google Shape;1341;p179"/>
          <p:cNvSpPr/>
          <p:nvPr/>
        </p:nvSpPr>
        <p:spPr>
          <a:xfrm>
            <a:off x="531475" y="1294450"/>
            <a:ext cx="8079000" cy="721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79"/>
          <p:cNvSpPr/>
          <p:nvPr/>
        </p:nvSpPr>
        <p:spPr>
          <a:xfrm>
            <a:off x="381000" y="142698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343" name="Google Shape;1343;p179"/>
          <p:cNvSpPr txBox="1"/>
          <p:nvPr/>
        </p:nvSpPr>
        <p:spPr>
          <a:xfrm>
            <a:off x="838200" y="1417350"/>
            <a:ext cx="7772400" cy="487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Prepare for an initial phone interview used to screen candidates for IT and cybersecurity positions.</a:t>
            </a:r>
            <a:endParaRPr sz="1800">
              <a:solidFill>
                <a:srgbClr val="082D49"/>
              </a:solidFill>
              <a:latin typeface="Roboto"/>
              <a:ea typeface="Roboto"/>
              <a:cs typeface="Roboto"/>
              <a:sym typeface="Roboto"/>
            </a:endParaRPr>
          </a:p>
        </p:txBody>
      </p:sp>
      <p:sp>
        <p:nvSpPr>
          <p:cNvPr id="1344" name="Google Shape;1344;p179"/>
          <p:cNvSpPr/>
          <p:nvPr/>
        </p:nvSpPr>
        <p:spPr>
          <a:xfrm>
            <a:off x="515363" y="220260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79"/>
          <p:cNvSpPr/>
          <p:nvPr/>
        </p:nvSpPr>
        <p:spPr>
          <a:xfrm>
            <a:off x="364888" y="220263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1346" name="Google Shape;1346;p179"/>
          <p:cNvSpPr txBox="1"/>
          <p:nvPr/>
        </p:nvSpPr>
        <p:spPr>
          <a:xfrm>
            <a:off x="822088" y="224891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Answer technical and behavioral interview questions.</a:t>
            </a:r>
            <a:endParaRPr sz="1800">
              <a:solidFill>
                <a:srgbClr val="082D49"/>
              </a:solidFill>
              <a:latin typeface="Roboto"/>
              <a:ea typeface="Roboto"/>
              <a:cs typeface="Roboto"/>
              <a:sym typeface="Roboto"/>
            </a:endParaRPr>
          </a:p>
        </p:txBody>
      </p:sp>
      <p:sp>
        <p:nvSpPr>
          <p:cNvPr id="1347" name="Google Shape;1347;p179"/>
          <p:cNvSpPr/>
          <p:nvPr/>
        </p:nvSpPr>
        <p:spPr>
          <a:xfrm>
            <a:off x="531475" y="2879225"/>
            <a:ext cx="8079000" cy="721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79"/>
          <p:cNvSpPr/>
          <p:nvPr/>
        </p:nvSpPr>
        <p:spPr>
          <a:xfrm>
            <a:off x="381000" y="301175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3</a:t>
            </a:r>
            <a:endParaRPr b="0" i="0" sz="1800" u="none" cap="none" strike="noStrike">
              <a:solidFill>
                <a:srgbClr val="082D49"/>
              </a:solidFill>
              <a:latin typeface="Arial"/>
              <a:ea typeface="Arial"/>
              <a:cs typeface="Arial"/>
              <a:sym typeface="Arial"/>
            </a:endParaRPr>
          </a:p>
        </p:txBody>
      </p:sp>
      <p:sp>
        <p:nvSpPr>
          <p:cNvPr id="1349" name="Google Shape;1349;p179"/>
          <p:cNvSpPr txBox="1"/>
          <p:nvPr/>
        </p:nvSpPr>
        <p:spPr>
          <a:xfrm>
            <a:off x="838200" y="3002125"/>
            <a:ext cx="7772400" cy="487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Conduct, answer, and provide constructive feedback to mock interview questions.</a:t>
            </a:r>
            <a:endParaRPr sz="1800">
              <a:solidFill>
                <a:srgbClr val="082D49"/>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80"/>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Introduction to</a:t>
            </a:r>
            <a:r>
              <a:rPr lang="en">
                <a:latin typeface="Roboto"/>
                <a:ea typeface="Roboto"/>
                <a:cs typeface="Roboto"/>
                <a:sym typeface="Roboto"/>
              </a:rPr>
              <a:t>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Cybersecurity Interviewing</a:t>
            </a:r>
            <a:endParaRPr>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1355" name="Google Shape;1355;p180"/>
          <p:cNvGrpSpPr/>
          <p:nvPr/>
        </p:nvGrpSpPr>
        <p:grpSpPr>
          <a:xfrm>
            <a:off x="4139300" y="1883815"/>
            <a:ext cx="865403" cy="804364"/>
            <a:chOff x="1135700" y="333625"/>
            <a:chExt cx="5348600" cy="4971350"/>
          </a:xfrm>
        </p:grpSpPr>
        <p:sp>
          <p:nvSpPr>
            <p:cNvPr id="1356" name="Google Shape;1356;p180"/>
            <p:cNvSpPr/>
            <p:nvPr/>
          </p:nvSpPr>
          <p:spPr>
            <a:xfrm>
              <a:off x="2639975" y="333625"/>
              <a:ext cx="3844325" cy="3863425"/>
            </a:xfrm>
            <a:custGeom>
              <a:rect b="b" l="l" r="r" t="t"/>
              <a:pathLst>
                <a:path extrusionOk="0" fill="none" h="154537" w="153773">
                  <a:moveTo>
                    <a:pt x="25980" y="0"/>
                  </a:moveTo>
                  <a:lnTo>
                    <a:pt x="126648" y="0"/>
                  </a:lnTo>
                  <a:lnTo>
                    <a:pt x="126648" y="0"/>
                  </a:lnTo>
                  <a:lnTo>
                    <a:pt x="129131" y="191"/>
                  </a:lnTo>
                  <a:lnTo>
                    <a:pt x="131805" y="573"/>
                  </a:lnTo>
                  <a:lnTo>
                    <a:pt x="134288" y="1147"/>
                  </a:lnTo>
                  <a:lnTo>
                    <a:pt x="136772" y="1911"/>
                  </a:lnTo>
                  <a:lnTo>
                    <a:pt x="139255" y="3057"/>
                  </a:lnTo>
                  <a:lnTo>
                    <a:pt x="141356" y="4394"/>
                  </a:lnTo>
                  <a:lnTo>
                    <a:pt x="143457" y="5731"/>
                  </a:lnTo>
                  <a:lnTo>
                    <a:pt x="145559" y="7450"/>
                  </a:lnTo>
                  <a:lnTo>
                    <a:pt x="147278" y="9169"/>
                  </a:lnTo>
                  <a:lnTo>
                    <a:pt x="148997" y="11271"/>
                  </a:lnTo>
                  <a:lnTo>
                    <a:pt x="150334" y="13372"/>
                  </a:lnTo>
                  <a:lnTo>
                    <a:pt x="151480" y="15473"/>
                  </a:lnTo>
                  <a:lnTo>
                    <a:pt x="152435" y="17956"/>
                  </a:lnTo>
                  <a:lnTo>
                    <a:pt x="153200" y="20440"/>
                  </a:lnTo>
                  <a:lnTo>
                    <a:pt x="153582" y="22923"/>
                  </a:lnTo>
                  <a:lnTo>
                    <a:pt x="153773" y="25597"/>
                  </a:lnTo>
                  <a:lnTo>
                    <a:pt x="153773" y="106208"/>
                  </a:lnTo>
                  <a:lnTo>
                    <a:pt x="153773" y="106208"/>
                  </a:lnTo>
                  <a:lnTo>
                    <a:pt x="153582" y="108691"/>
                  </a:lnTo>
                  <a:lnTo>
                    <a:pt x="153200" y="111175"/>
                  </a:lnTo>
                  <a:lnTo>
                    <a:pt x="152626" y="113467"/>
                  </a:lnTo>
                  <a:lnTo>
                    <a:pt x="151671" y="115759"/>
                  </a:lnTo>
                  <a:lnTo>
                    <a:pt x="150525" y="118051"/>
                  </a:lnTo>
                  <a:lnTo>
                    <a:pt x="149188" y="119962"/>
                  </a:lnTo>
                  <a:lnTo>
                    <a:pt x="147660" y="122063"/>
                  </a:lnTo>
                  <a:lnTo>
                    <a:pt x="146132" y="123782"/>
                  </a:lnTo>
                  <a:lnTo>
                    <a:pt x="144222" y="125501"/>
                  </a:lnTo>
                  <a:lnTo>
                    <a:pt x="142311" y="127029"/>
                  </a:lnTo>
                  <a:lnTo>
                    <a:pt x="140401" y="128367"/>
                  </a:lnTo>
                  <a:lnTo>
                    <a:pt x="138109" y="129513"/>
                  </a:lnTo>
                  <a:lnTo>
                    <a:pt x="136008" y="130468"/>
                  </a:lnTo>
                  <a:lnTo>
                    <a:pt x="133715" y="131232"/>
                  </a:lnTo>
                  <a:lnTo>
                    <a:pt x="131423" y="131614"/>
                  </a:lnTo>
                  <a:lnTo>
                    <a:pt x="129131" y="131996"/>
                  </a:lnTo>
                  <a:lnTo>
                    <a:pt x="129131" y="154536"/>
                  </a:lnTo>
                  <a:lnTo>
                    <a:pt x="93219" y="132378"/>
                  </a:lnTo>
                  <a:lnTo>
                    <a:pt x="25980" y="132378"/>
                  </a:lnTo>
                  <a:lnTo>
                    <a:pt x="25980" y="132378"/>
                  </a:lnTo>
                  <a:lnTo>
                    <a:pt x="23305" y="132187"/>
                  </a:lnTo>
                  <a:lnTo>
                    <a:pt x="20631" y="131805"/>
                  </a:lnTo>
                  <a:lnTo>
                    <a:pt x="18148" y="131041"/>
                  </a:lnTo>
                  <a:lnTo>
                    <a:pt x="15856" y="130277"/>
                  </a:lnTo>
                  <a:lnTo>
                    <a:pt x="13563" y="129131"/>
                  </a:lnTo>
                  <a:lnTo>
                    <a:pt x="11462" y="127793"/>
                  </a:lnTo>
                  <a:lnTo>
                    <a:pt x="9361" y="126265"/>
                  </a:lnTo>
                  <a:lnTo>
                    <a:pt x="7642" y="124546"/>
                  </a:lnTo>
                  <a:lnTo>
                    <a:pt x="5923" y="122636"/>
                  </a:lnTo>
                  <a:lnTo>
                    <a:pt x="4394" y="120726"/>
                  </a:lnTo>
                  <a:lnTo>
                    <a:pt x="3057" y="118624"/>
                  </a:lnTo>
                  <a:lnTo>
                    <a:pt x="1911" y="116332"/>
                  </a:lnTo>
                  <a:lnTo>
                    <a:pt x="1147" y="113849"/>
                  </a:lnTo>
                  <a:lnTo>
                    <a:pt x="383" y="111366"/>
                  </a:lnTo>
                  <a:lnTo>
                    <a:pt x="1" y="108882"/>
                  </a:lnTo>
                  <a:lnTo>
                    <a:pt x="1" y="106208"/>
                  </a:lnTo>
                  <a:lnTo>
                    <a:pt x="1" y="25597"/>
                  </a:lnTo>
                  <a:lnTo>
                    <a:pt x="1" y="25597"/>
                  </a:lnTo>
                  <a:lnTo>
                    <a:pt x="1" y="22923"/>
                  </a:lnTo>
                  <a:lnTo>
                    <a:pt x="383" y="20440"/>
                  </a:lnTo>
                  <a:lnTo>
                    <a:pt x="1147" y="17956"/>
                  </a:lnTo>
                  <a:lnTo>
                    <a:pt x="1911" y="15473"/>
                  </a:lnTo>
                  <a:lnTo>
                    <a:pt x="3057" y="13372"/>
                  </a:lnTo>
                  <a:lnTo>
                    <a:pt x="4394" y="11271"/>
                  </a:lnTo>
                  <a:lnTo>
                    <a:pt x="5923" y="9169"/>
                  </a:lnTo>
                  <a:lnTo>
                    <a:pt x="7642" y="7450"/>
                  </a:lnTo>
                  <a:lnTo>
                    <a:pt x="9361" y="5731"/>
                  </a:lnTo>
                  <a:lnTo>
                    <a:pt x="11462" y="4394"/>
                  </a:lnTo>
                  <a:lnTo>
                    <a:pt x="13563" y="3057"/>
                  </a:lnTo>
                  <a:lnTo>
                    <a:pt x="15856" y="1911"/>
                  </a:lnTo>
                  <a:lnTo>
                    <a:pt x="18148" y="1147"/>
                  </a:lnTo>
                  <a:lnTo>
                    <a:pt x="20631" y="573"/>
                  </a:lnTo>
                  <a:lnTo>
                    <a:pt x="23305" y="191"/>
                  </a:lnTo>
                  <a:lnTo>
                    <a:pt x="25980" y="0"/>
                  </a:lnTo>
                  <a:lnTo>
                    <a:pt x="25980" y="0"/>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80"/>
            <p:cNvSpPr/>
            <p:nvPr/>
          </p:nvSpPr>
          <p:spPr>
            <a:xfrm>
              <a:off x="4363950" y="1747175"/>
              <a:ext cx="386850" cy="382075"/>
            </a:xfrm>
            <a:custGeom>
              <a:rect b="b" l="l" r="r" t="t"/>
              <a:pathLst>
                <a:path extrusionOk="0" fill="none" h="15283" w="15474">
                  <a:moveTo>
                    <a:pt x="0" y="7641"/>
                  </a:moveTo>
                  <a:lnTo>
                    <a:pt x="0" y="7641"/>
                  </a:lnTo>
                  <a:lnTo>
                    <a:pt x="191" y="6113"/>
                  </a:lnTo>
                  <a:lnTo>
                    <a:pt x="764" y="4585"/>
                  </a:lnTo>
                  <a:lnTo>
                    <a:pt x="1338" y="3439"/>
                  </a:lnTo>
                  <a:lnTo>
                    <a:pt x="2293" y="2293"/>
                  </a:lnTo>
                  <a:lnTo>
                    <a:pt x="3439" y="1338"/>
                  </a:lnTo>
                  <a:lnTo>
                    <a:pt x="4776" y="574"/>
                  </a:lnTo>
                  <a:lnTo>
                    <a:pt x="6113" y="192"/>
                  </a:lnTo>
                  <a:lnTo>
                    <a:pt x="7641" y="1"/>
                  </a:lnTo>
                  <a:lnTo>
                    <a:pt x="7641" y="1"/>
                  </a:lnTo>
                  <a:lnTo>
                    <a:pt x="9360" y="192"/>
                  </a:lnTo>
                  <a:lnTo>
                    <a:pt x="10698" y="574"/>
                  </a:lnTo>
                  <a:lnTo>
                    <a:pt x="12035" y="1338"/>
                  </a:lnTo>
                  <a:lnTo>
                    <a:pt x="13181" y="2293"/>
                  </a:lnTo>
                  <a:lnTo>
                    <a:pt x="14136" y="3439"/>
                  </a:lnTo>
                  <a:lnTo>
                    <a:pt x="14709" y="4585"/>
                  </a:lnTo>
                  <a:lnTo>
                    <a:pt x="15282" y="6113"/>
                  </a:lnTo>
                  <a:lnTo>
                    <a:pt x="15473" y="7641"/>
                  </a:lnTo>
                  <a:lnTo>
                    <a:pt x="15473" y="7641"/>
                  </a:lnTo>
                  <a:lnTo>
                    <a:pt x="15282" y="9170"/>
                  </a:lnTo>
                  <a:lnTo>
                    <a:pt x="14709" y="10698"/>
                  </a:lnTo>
                  <a:lnTo>
                    <a:pt x="14136" y="11844"/>
                  </a:lnTo>
                  <a:lnTo>
                    <a:pt x="13181" y="12990"/>
                  </a:lnTo>
                  <a:lnTo>
                    <a:pt x="12035" y="13945"/>
                  </a:lnTo>
                  <a:lnTo>
                    <a:pt x="10698" y="14709"/>
                  </a:lnTo>
                  <a:lnTo>
                    <a:pt x="9360" y="15091"/>
                  </a:lnTo>
                  <a:lnTo>
                    <a:pt x="7641" y="15282"/>
                  </a:lnTo>
                  <a:lnTo>
                    <a:pt x="7641" y="15282"/>
                  </a:lnTo>
                  <a:lnTo>
                    <a:pt x="6113" y="15091"/>
                  </a:lnTo>
                  <a:lnTo>
                    <a:pt x="4776" y="14709"/>
                  </a:lnTo>
                  <a:lnTo>
                    <a:pt x="3439" y="13945"/>
                  </a:lnTo>
                  <a:lnTo>
                    <a:pt x="2293" y="12990"/>
                  </a:lnTo>
                  <a:lnTo>
                    <a:pt x="1338" y="11844"/>
                  </a:lnTo>
                  <a:lnTo>
                    <a:pt x="764" y="10698"/>
                  </a:lnTo>
                  <a:lnTo>
                    <a:pt x="191" y="9170"/>
                  </a:lnTo>
                  <a:lnTo>
                    <a:pt x="0" y="7641"/>
                  </a:lnTo>
                  <a:lnTo>
                    <a:pt x="0" y="764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80"/>
            <p:cNvSpPr/>
            <p:nvPr/>
          </p:nvSpPr>
          <p:spPr>
            <a:xfrm>
              <a:off x="3518675" y="1747175"/>
              <a:ext cx="382075" cy="382075"/>
            </a:xfrm>
            <a:custGeom>
              <a:rect b="b" l="l" r="r" t="t"/>
              <a:pathLst>
                <a:path extrusionOk="0" fill="none" h="15283" w="15283">
                  <a:moveTo>
                    <a:pt x="1" y="7641"/>
                  </a:moveTo>
                  <a:lnTo>
                    <a:pt x="1" y="7641"/>
                  </a:lnTo>
                  <a:lnTo>
                    <a:pt x="1" y="6113"/>
                  </a:lnTo>
                  <a:lnTo>
                    <a:pt x="574" y="4585"/>
                  </a:lnTo>
                  <a:lnTo>
                    <a:pt x="1147" y="3439"/>
                  </a:lnTo>
                  <a:lnTo>
                    <a:pt x="2102" y="2293"/>
                  </a:lnTo>
                  <a:lnTo>
                    <a:pt x="3248" y="1338"/>
                  </a:lnTo>
                  <a:lnTo>
                    <a:pt x="4585" y="574"/>
                  </a:lnTo>
                  <a:lnTo>
                    <a:pt x="6113" y="192"/>
                  </a:lnTo>
                  <a:lnTo>
                    <a:pt x="7642" y="1"/>
                  </a:lnTo>
                  <a:lnTo>
                    <a:pt x="7642" y="1"/>
                  </a:lnTo>
                  <a:lnTo>
                    <a:pt x="9170" y="192"/>
                  </a:lnTo>
                  <a:lnTo>
                    <a:pt x="10507" y="574"/>
                  </a:lnTo>
                  <a:lnTo>
                    <a:pt x="11844" y="1338"/>
                  </a:lnTo>
                  <a:lnTo>
                    <a:pt x="12990" y="2293"/>
                  </a:lnTo>
                  <a:lnTo>
                    <a:pt x="13945" y="3439"/>
                  </a:lnTo>
                  <a:lnTo>
                    <a:pt x="14709" y="4585"/>
                  </a:lnTo>
                  <a:lnTo>
                    <a:pt x="15091" y="6113"/>
                  </a:lnTo>
                  <a:lnTo>
                    <a:pt x="15282" y="7641"/>
                  </a:lnTo>
                  <a:lnTo>
                    <a:pt x="15282" y="7641"/>
                  </a:lnTo>
                  <a:lnTo>
                    <a:pt x="15091" y="9170"/>
                  </a:lnTo>
                  <a:lnTo>
                    <a:pt x="14709" y="10698"/>
                  </a:lnTo>
                  <a:lnTo>
                    <a:pt x="13945" y="11844"/>
                  </a:lnTo>
                  <a:lnTo>
                    <a:pt x="12990" y="12990"/>
                  </a:lnTo>
                  <a:lnTo>
                    <a:pt x="11844" y="13945"/>
                  </a:lnTo>
                  <a:lnTo>
                    <a:pt x="10507" y="14709"/>
                  </a:lnTo>
                  <a:lnTo>
                    <a:pt x="9170" y="15091"/>
                  </a:lnTo>
                  <a:lnTo>
                    <a:pt x="7642" y="15282"/>
                  </a:lnTo>
                  <a:lnTo>
                    <a:pt x="7642" y="15282"/>
                  </a:lnTo>
                  <a:lnTo>
                    <a:pt x="6113" y="15091"/>
                  </a:lnTo>
                  <a:lnTo>
                    <a:pt x="4585" y="14709"/>
                  </a:lnTo>
                  <a:lnTo>
                    <a:pt x="3248" y="13945"/>
                  </a:lnTo>
                  <a:lnTo>
                    <a:pt x="2102" y="12990"/>
                  </a:lnTo>
                  <a:lnTo>
                    <a:pt x="1147" y="11844"/>
                  </a:lnTo>
                  <a:lnTo>
                    <a:pt x="574" y="10698"/>
                  </a:lnTo>
                  <a:lnTo>
                    <a:pt x="1" y="9170"/>
                  </a:lnTo>
                  <a:lnTo>
                    <a:pt x="1" y="7641"/>
                  </a:lnTo>
                  <a:lnTo>
                    <a:pt x="1" y="764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80"/>
            <p:cNvSpPr/>
            <p:nvPr/>
          </p:nvSpPr>
          <p:spPr>
            <a:xfrm>
              <a:off x="5214000" y="1747175"/>
              <a:ext cx="382050" cy="382075"/>
            </a:xfrm>
            <a:custGeom>
              <a:rect b="b" l="l" r="r" t="t"/>
              <a:pathLst>
                <a:path extrusionOk="0" fill="none" h="15283" w="15282">
                  <a:moveTo>
                    <a:pt x="0" y="7641"/>
                  </a:moveTo>
                  <a:lnTo>
                    <a:pt x="0" y="7641"/>
                  </a:lnTo>
                  <a:lnTo>
                    <a:pt x="191" y="6113"/>
                  </a:lnTo>
                  <a:lnTo>
                    <a:pt x="573" y="4585"/>
                  </a:lnTo>
                  <a:lnTo>
                    <a:pt x="1337" y="3439"/>
                  </a:lnTo>
                  <a:lnTo>
                    <a:pt x="2292" y="2293"/>
                  </a:lnTo>
                  <a:lnTo>
                    <a:pt x="3438" y="1338"/>
                  </a:lnTo>
                  <a:lnTo>
                    <a:pt x="4776" y="574"/>
                  </a:lnTo>
                  <a:lnTo>
                    <a:pt x="6113" y="192"/>
                  </a:lnTo>
                  <a:lnTo>
                    <a:pt x="7641" y="1"/>
                  </a:lnTo>
                  <a:lnTo>
                    <a:pt x="7641" y="1"/>
                  </a:lnTo>
                  <a:lnTo>
                    <a:pt x="9169" y="192"/>
                  </a:lnTo>
                  <a:lnTo>
                    <a:pt x="10697" y="574"/>
                  </a:lnTo>
                  <a:lnTo>
                    <a:pt x="12034" y="1338"/>
                  </a:lnTo>
                  <a:lnTo>
                    <a:pt x="13181" y="2293"/>
                  </a:lnTo>
                  <a:lnTo>
                    <a:pt x="14136" y="3439"/>
                  </a:lnTo>
                  <a:lnTo>
                    <a:pt x="14709" y="4585"/>
                  </a:lnTo>
                  <a:lnTo>
                    <a:pt x="15282" y="6113"/>
                  </a:lnTo>
                  <a:lnTo>
                    <a:pt x="15282" y="7641"/>
                  </a:lnTo>
                  <a:lnTo>
                    <a:pt x="15282" y="7641"/>
                  </a:lnTo>
                  <a:lnTo>
                    <a:pt x="15282" y="9170"/>
                  </a:lnTo>
                  <a:lnTo>
                    <a:pt x="14709" y="10698"/>
                  </a:lnTo>
                  <a:lnTo>
                    <a:pt x="14136" y="11844"/>
                  </a:lnTo>
                  <a:lnTo>
                    <a:pt x="13181" y="12990"/>
                  </a:lnTo>
                  <a:lnTo>
                    <a:pt x="12034" y="13945"/>
                  </a:lnTo>
                  <a:lnTo>
                    <a:pt x="10697" y="14709"/>
                  </a:lnTo>
                  <a:lnTo>
                    <a:pt x="9169" y="15091"/>
                  </a:lnTo>
                  <a:lnTo>
                    <a:pt x="7641" y="15282"/>
                  </a:lnTo>
                  <a:lnTo>
                    <a:pt x="7641" y="15282"/>
                  </a:lnTo>
                  <a:lnTo>
                    <a:pt x="6113" y="15091"/>
                  </a:lnTo>
                  <a:lnTo>
                    <a:pt x="4776" y="14709"/>
                  </a:lnTo>
                  <a:lnTo>
                    <a:pt x="3438" y="13945"/>
                  </a:lnTo>
                  <a:lnTo>
                    <a:pt x="2292" y="12990"/>
                  </a:lnTo>
                  <a:lnTo>
                    <a:pt x="1337" y="11844"/>
                  </a:lnTo>
                  <a:lnTo>
                    <a:pt x="573" y="10698"/>
                  </a:lnTo>
                  <a:lnTo>
                    <a:pt x="191" y="9170"/>
                  </a:lnTo>
                  <a:lnTo>
                    <a:pt x="0" y="7641"/>
                  </a:lnTo>
                  <a:lnTo>
                    <a:pt x="0" y="764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80"/>
            <p:cNvSpPr/>
            <p:nvPr/>
          </p:nvSpPr>
          <p:spPr>
            <a:xfrm>
              <a:off x="1135700" y="1441550"/>
              <a:ext cx="3844325" cy="3863425"/>
            </a:xfrm>
            <a:custGeom>
              <a:rect b="b" l="l" r="r" t="t"/>
              <a:pathLst>
                <a:path extrusionOk="0" fill="none" h="154537" w="153773">
                  <a:moveTo>
                    <a:pt x="60172" y="0"/>
                  </a:moveTo>
                  <a:lnTo>
                    <a:pt x="27125" y="0"/>
                  </a:lnTo>
                  <a:lnTo>
                    <a:pt x="27125" y="0"/>
                  </a:lnTo>
                  <a:lnTo>
                    <a:pt x="24642" y="0"/>
                  </a:lnTo>
                  <a:lnTo>
                    <a:pt x="21968" y="382"/>
                  </a:lnTo>
                  <a:lnTo>
                    <a:pt x="19485" y="1146"/>
                  </a:lnTo>
                  <a:lnTo>
                    <a:pt x="17001" y="1910"/>
                  </a:lnTo>
                  <a:lnTo>
                    <a:pt x="14518" y="3057"/>
                  </a:lnTo>
                  <a:lnTo>
                    <a:pt x="12417" y="4203"/>
                  </a:lnTo>
                  <a:lnTo>
                    <a:pt x="10125" y="5731"/>
                  </a:lnTo>
                  <a:lnTo>
                    <a:pt x="8214" y="7450"/>
                  </a:lnTo>
                  <a:lnTo>
                    <a:pt x="6495" y="9169"/>
                  </a:lnTo>
                  <a:lnTo>
                    <a:pt x="4776" y="11080"/>
                  </a:lnTo>
                  <a:lnTo>
                    <a:pt x="3439" y="13181"/>
                  </a:lnTo>
                  <a:lnTo>
                    <a:pt x="2293" y="15473"/>
                  </a:lnTo>
                  <a:lnTo>
                    <a:pt x="1338" y="17765"/>
                  </a:lnTo>
                  <a:lnTo>
                    <a:pt x="573" y="20249"/>
                  </a:lnTo>
                  <a:lnTo>
                    <a:pt x="191" y="22923"/>
                  </a:lnTo>
                  <a:lnTo>
                    <a:pt x="0" y="25597"/>
                  </a:lnTo>
                  <a:lnTo>
                    <a:pt x="0" y="106017"/>
                  </a:lnTo>
                  <a:lnTo>
                    <a:pt x="0" y="106017"/>
                  </a:lnTo>
                  <a:lnTo>
                    <a:pt x="191" y="108691"/>
                  </a:lnTo>
                  <a:lnTo>
                    <a:pt x="573" y="111174"/>
                  </a:lnTo>
                  <a:lnTo>
                    <a:pt x="1147" y="113467"/>
                  </a:lnTo>
                  <a:lnTo>
                    <a:pt x="2102" y="115759"/>
                  </a:lnTo>
                  <a:lnTo>
                    <a:pt x="3248" y="117860"/>
                  </a:lnTo>
                  <a:lnTo>
                    <a:pt x="4585" y="119961"/>
                  </a:lnTo>
                  <a:lnTo>
                    <a:pt x="6113" y="121872"/>
                  </a:lnTo>
                  <a:lnTo>
                    <a:pt x="7641" y="123782"/>
                  </a:lnTo>
                  <a:lnTo>
                    <a:pt x="9551" y="125501"/>
                  </a:lnTo>
                  <a:lnTo>
                    <a:pt x="11462" y="126838"/>
                  </a:lnTo>
                  <a:lnTo>
                    <a:pt x="13372" y="128175"/>
                  </a:lnTo>
                  <a:lnTo>
                    <a:pt x="15664" y="129321"/>
                  </a:lnTo>
                  <a:lnTo>
                    <a:pt x="17765" y="130277"/>
                  </a:lnTo>
                  <a:lnTo>
                    <a:pt x="20058" y="131041"/>
                  </a:lnTo>
                  <a:lnTo>
                    <a:pt x="22350" y="131614"/>
                  </a:lnTo>
                  <a:lnTo>
                    <a:pt x="24642" y="131996"/>
                  </a:lnTo>
                  <a:lnTo>
                    <a:pt x="24642" y="154536"/>
                  </a:lnTo>
                  <a:lnTo>
                    <a:pt x="60554" y="132187"/>
                  </a:lnTo>
                  <a:lnTo>
                    <a:pt x="127793" y="132187"/>
                  </a:lnTo>
                  <a:lnTo>
                    <a:pt x="127793" y="132187"/>
                  </a:lnTo>
                  <a:lnTo>
                    <a:pt x="130468" y="132187"/>
                  </a:lnTo>
                  <a:lnTo>
                    <a:pt x="133142" y="131805"/>
                  </a:lnTo>
                  <a:lnTo>
                    <a:pt x="135625" y="131041"/>
                  </a:lnTo>
                  <a:lnTo>
                    <a:pt x="137917" y="130086"/>
                  </a:lnTo>
                  <a:lnTo>
                    <a:pt x="140210" y="129130"/>
                  </a:lnTo>
                  <a:lnTo>
                    <a:pt x="142311" y="127793"/>
                  </a:lnTo>
                  <a:lnTo>
                    <a:pt x="144412" y="126265"/>
                  </a:lnTo>
                  <a:lnTo>
                    <a:pt x="146131" y="124546"/>
                  </a:lnTo>
                  <a:lnTo>
                    <a:pt x="147850" y="122636"/>
                  </a:lnTo>
                  <a:lnTo>
                    <a:pt x="149379" y="120726"/>
                  </a:lnTo>
                  <a:lnTo>
                    <a:pt x="150716" y="118433"/>
                  </a:lnTo>
                  <a:lnTo>
                    <a:pt x="151862" y="116141"/>
                  </a:lnTo>
                  <a:lnTo>
                    <a:pt x="152626" y="113849"/>
                  </a:lnTo>
                  <a:lnTo>
                    <a:pt x="153390" y="111366"/>
                  </a:lnTo>
                  <a:lnTo>
                    <a:pt x="153772" y="108691"/>
                  </a:lnTo>
                  <a:lnTo>
                    <a:pt x="153772" y="106017"/>
                  </a:lnTo>
                  <a:lnTo>
                    <a:pt x="153772" y="88061"/>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181"/>
          <p:cNvSpPr txBox="1"/>
          <p:nvPr/>
        </p:nvSpPr>
        <p:spPr>
          <a:xfrm>
            <a:off x="0" y="51200"/>
            <a:ext cx="8832300" cy="5727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Introduction to Cybersecurity Interviewing</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sz="2200">
              <a:solidFill>
                <a:srgbClr val="2E5E73"/>
              </a:solidFill>
              <a:latin typeface="Roboto"/>
              <a:ea typeface="Roboto"/>
              <a:cs typeface="Roboto"/>
              <a:sym typeface="Roboto"/>
            </a:endParaRPr>
          </a:p>
        </p:txBody>
      </p:sp>
      <p:pic>
        <p:nvPicPr>
          <p:cNvPr id="1366" name="Google Shape;1366;p181"/>
          <p:cNvPicPr preferRelativeResize="0"/>
          <p:nvPr/>
        </p:nvPicPr>
        <p:blipFill rotWithShape="1">
          <a:blip r:embed="rId3">
            <a:alphaModFix/>
          </a:blip>
          <a:srcRect b="3418" l="0" r="0" t="0"/>
          <a:stretch/>
        </p:blipFill>
        <p:spPr>
          <a:xfrm>
            <a:off x="1278725" y="894225"/>
            <a:ext cx="6325051" cy="3677849"/>
          </a:xfrm>
          <a:prstGeom prst="rect">
            <a:avLst/>
          </a:prstGeom>
          <a:noFill/>
          <a:ln>
            <a:noFill/>
          </a:ln>
        </p:spPr>
      </p:pic>
      <p:sp>
        <p:nvSpPr>
          <p:cNvPr id="1367" name="Google Shape;1367;p181"/>
          <p:cNvSpPr txBox="1"/>
          <p:nvPr/>
        </p:nvSpPr>
        <p:spPr>
          <a:xfrm>
            <a:off x="1725325" y="1982700"/>
            <a:ext cx="2416800" cy="1500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800">
                <a:solidFill>
                  <a:schemeClr val="dk2"/>
                </a:solidFill>
                <a:latin typeface="Roboto"/>
                <a:ea typeface="Roboto"/>
                <a:cs typeface="Roboto"/>
                <a:sym typeface="Roboto"/>
              </a:rPr>
              <a:t>Today, we’ll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cover cybersecurity behavioral and technical interviewing.</a:t>
            </a:r>
            <a:endParaRPr sz="1800">
              <a:solidFill>
                <a:schemeClr val="dk2"/>
              </a:solidFill>
              <a:latin typeface="Roboto"/>
              <a:ea typeface="Roboto"/>
              <a:cs typeface="Roboto"/>
              <a:sym typeface="Roboto"/>
            </a:endParaRPr>
          </a:p>
        </p:txBody>
      </p:sp>
      <p:sp>
        <p:nvSpPr>
          <p:cNvPr id="1368" name="Google Shape;1368;p181"/>
          <p:cNvSpPr txBox="1"/>
          <p:nvPr/>
        </p:nvSpPr>
        <p:spPr>
          <a:xfrm>
            <a:off x="4829525" y="1982700"/>
            <a:ext cx="2196600" cy="1500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800">
                <a:solidFill>
                  <a:schemeClr val="dk2"/>
                </a:solidFill>
                <a:latin typeface="Roboto"/>
                <a:ea typeface="Roboto"/>
                <a:cs typeface="Roboto"/>
                <a:sym typeface="Roboto"/>
              </a:rPr>
              <a:t>Then, you’ll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practice these skills by conducting mock interviews with your peers.</a:t>
            </a:r>
            <a:endParaRPr sz="18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183"/>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Let’s Review</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78" name="Google Shape;1378;p183"/>
          <p:cNvSpPr txBox="1"/>
          <p:nvPr>
            <p:ph idx="1" type="subTitle"/>
          </p:nvPr>
        </p:nvSpPr>
        <p:spPr>
          <a:xfrm>
            <a:off x="1427825" y="1129175"/>
            <a:ext cx="70425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500"/>
              <a:t>Certification is a good way to demonstrate a specific set of skills and knowledge.</a:t>
            </a:r>
            <a:endParaRPr sz="1500"/>
          </a:p>
        </p:txBody>
      </p:sp>
      <p:sp>
        <p:nvSpPr>
          <p:cNvPr id="1379" name="Google Shape;1379;p183"/>
          <p:cNvSpPr txBox="1"/>
          <p:nvPr>
            <p:ph idx="2" type="subTitle"/>
          </p:nvPr>
        </p:nvSpPr>
        <p:spPr>
          <a:xfrm>
            <a:off x="1427825" y="1787878"/>
            <a:ext cx="70425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500"/>
              <a:t>Cybersecurity professionals take a variety of paths to reach different positions.</a:t>
            </a:r>
            <a:endParaRPr sz="1500"/>
          </a:p>
        </p:txBody>
      </p:sp>
      <p:sp>
        <p:nvSpPr>
          <p:cNvPr id="1380" name="Google Shape;1380;p183"/>
          <p:cNvSpPr txBox="1"/>
          <p:nvPr>
            <p:ph idx="3" type="subTitle"/>
          </p:nvPr>
        </p:nvSpPr>
        <p:spPr>
          <a:xfrm>
            <a:off x="1427825" y="2444668"/>
            <a:ext cx="70425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500"/>
              <a:t>Building a cyber network is one of the best ways to find career opportunities.</a:t>
            </a:r>
            <a:endParaRPr sz="1500"/>
          </a:p>
        </p:txBody>
      </p:sp>
      <p:sp>
        <p:nvSpPr>
          <p:cNvPr id="1381" name="Google Shape;1381;p183"/>
          <p:cNvSpPr txBox="1"/>
          <p:nvPr>
            <p:ph idx="4" type="subTitle"/>
          </p:nvPr>
        </p:nvSpPr>
        <p:spPr>
          <a:xfrm>
            <a:off x="1427825" y="3196061"/>
            <a:ext cx="7042500" cy="3936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500"/>
              <a:t>Non-traditional approaches to job seeking can lead you to less crowded career opportunities.</a:t>
            </a:r>
            <a:endParaRPr sz="1500"/>
          </a:p>
        </p:txBody>
      </p:sp>
      <p:sp>
        <p:nvSpPr>
          <p:cNvPr id="1382" name="Google Shape;1382;p183"/>
          <p:cNvSpPr txBox="1"/>
          <p:nvPr>
            <p:ph idx="5" type="subTitle"/>
          </p:nvPr>
        </p:nvSpPr>
        <p:spPr>
          <a:xfrm>
            <a:off x="1427825" y="3760173"/>
            <a:ext cx="70425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500"/>
              <a:t>Building a powerful resume and LinkedIn profile can increase your odds.</a:t>
            </a:r>
            <a:endParaRPr sz="1500"/>
          </a:p>
        </p:txBody>
      </p:sp>
      <p:sp>
        <p:nvSpPr>
          <p:cNvPr id="1383" name="Google Shape;1383;p183"/>
          <p:cNvSpPr txBox="1"/>
          <p:nvPr>
            <p:ph idx="6"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Previously, we learned that:</a:t>
            </a:r>
            <a:endParaRPr sz="1800">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84"/>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Interviewing </a:t>
            </a:r>
            <a:r>
              <a:rPr lang="en">
                <a:latin typeface="Roboto"/>
                <a:ea typeface="Roboto"/>
                <a:cs typeface="Roboto"/>
                <a:sym typeface="Roboto"/>
              </a:rPr>
              <a:t>Tips</a:t>
            </a:r>
            <a:endParaRPr>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1389" name="Google Shape;1389;p184"/>
          <p:cNvGrpSpPr/>
          <p:nvPr/>
        </p:nvGrpSpPr>
        <p:grpSpPr>
          <a:xfrm>
            <a:off x="4088991" y="1646696"/>
            <a:ext cx="966009" cy="1001693"/>
            <a:chOff x="1329225" y="238125"/>
            <a:chExt cx="4961525" cy="5144800"/>
          </a:xfrm>
        </p:grpSpPr>
        <p:sp>
          <p:nvSpPr>
            <p:cNvPr id="1390" name="Google Shape;1390;p184"/>
            <p:cNvSpPr/>
            <p:nvPr/>
          </p:nvSpPr>
          <p:spPr>
            <a:xfrm>
              <a:off x="2029275" y="989850"/>
              <a:ext cx="343000" cy="347725"/>
            </a:xfrm>
            <a:custGeom>
              <a:rect b="b" l="l" r="r" t="t"/>
              <a:pathLst>
                <a:path extrusionOk="0" fill="none" h="13909" w="13720">
                  <a:moveTo>
                    <a:pt x="1" y="1"/>
                  </a:moveTo>
                  <a:lnTo>
                    <a:pt x="13720" y="13908"/>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84"/>
            <p:cNvSpPr/>
            <p:nvPr/>
          </p:nvSpPr>
          <p:spPr>
            <a:xfrm>
              <a:off x="5275875" y="1032150"/>
              <a:ext cx="352400" cy="333600"/>
            </a:xfrm>
            <a:custGeom>
              <a:rect b="b" l="l" r="r" t="t"/>
              <a:pathLst>
                <a:path extrusionOk="0" fill="none" h="13344" w="14096">
                  <a:moveTo>
                    <a:pt x="1" y="13344"/>
                  </a:moveTo>
                  <a:lnTo>
                    <a:pt x="14096" y="0"/>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84"/>
            <p:cNvSpPr/>
            <p:nvPr/>
          </p:nvSpPr>
          <p:spPr>
            <a:xfrm>
              <a:off x="5806800" y="2873925"/>
              <a:ext cx="483950" cy="25"/>
            </a:xfrm>
            <a:custGeom>
              <a:rect b="b" l="l" r="r" t="t"/>
              <a:pathLst>
                <a:path extrusionOk="0" fill="none" h="1" w="19358">
                  <a:moveTo>
                    <a:pt x="1" y="1"/>
                  </a:moveTo>
                  <a:lnTo>
                    <a:pt x="19358" y="1"/>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84"/>
            <p:cNvSpPr/>
            <p:nvPr/>
          </p:nvSpPr>
          <p:spPr>
            <a:xfrm>
              <a:off x="1329225" y="2873925"/>
              <a:ext cx="483950" cy="25"/>
            </a:xfrm>
            <a:custGeom>
              <a:rect b="b" l="l" r="r" t="t"/>
              <a:pathLst>
                <a:path extrusionOk="0" fill="none" h="1" w="19358">
                  <a:moveTo>
                    <a:pt x="0" y="1"/>
                  </a:moveTo>
                  <a:lnTo>
                    <a:pt x="19357" y="1"/>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84"/>
            <p:cNvSpPr/>
            <p:nvPr/>
          </p:nvSpPr>
          <p:spPr>
            <a:xfrm>
              <a:off x="3838175" y="238125"/>
              <a:ext cx="25" cy="488650"/>
            </a:xfrm>
            <a:custGeom>
              <a:rect b="b" l="l" r="r" t="t"/>
              <a:pathLst>
                <a:path extrusionOk="0" fill="none" h="19546" w="1">
                  <a:moveTo>
                    <a:pt x="0" y="0"/>
                  </a:moveTo>
                  <a:lnTo>
                    <a:pt x="0" y="19545"/>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84"/>
            <p:cNvSpPr/>
            <p:nvPr/>
          </p:nvSpPr>
          <p:spPr>
            <a:xfrm>
              <a:off x="3335425" y="4861375"/>
              <a:ext cx="949125" cy="521550"/>
            </a:xfrm>
            <a:custGeom>
              <a:rect b="b" l="l" r="r" t="t"/>
              <a:pathLst>
                <a:path extrusionOk="0" fill="none" h="20862" w="37965">
                  <a:moveTo>
                    <a:pt x="34957" y="20861"/>
                  </a:moveTo>
                  <a:lnTo>
                    <a:pt x="3008" y="20861"/>
                  </a:lnTo>
                  <a:lnTo>
                    <a:pt x="3008" y="20861"/>
                  </a:lnTo>
                  <a:lnTo>
                    <a:pt x="2444" y="20673"/>
                  </a:lnTo>
                  <a:lnTo>
                    <a:pt x="1880" y="20485"/>
                  </a:lnTo>
                  <a:lnTo>
                    <a:pt x="1316" y="20297"/>
                  </a:lnTo>
                  <a:lnTo>
                    <a:pt x="753" y="19922"/>
                  </a:lnTo>
                  <a:lnTo>
                    <a:pt x="377" y="19358"/>
                  </a:lnTo>
                  <a:lnTo>
                    <a:pt x="189" y="18982"/>
                  </a:lnTo>
                  <a:lnTo>
                    <a:pt x="1" y="18230"/>
                  </a:lnTo>
                  <a:lnTo>
                    <a:pt x="1" y="17666"/>
                  </a:lnTo>
                  <a:lnTo>
                    <a:pt x="1" y="0"/>
                  </a:lnTo>
                  <a:lnTo>
                    <a:pt x="37964" y="0"/>
                  </a:lnTo>
                  <a:lnTo>
                    <a:pt x="37964" y="17666"/>
                  </a:lnTo>
                  <a:lnTo>
                    <a:pt x="37964" y="17666"/>
                  </a:lnTo>
                  <a:lnTo>
                    <a:pt x="37964" y="18230"/>
                  </a:lnTo>
                  <a:lnTo>
                    <a:pt x="37776" y="18982"/>
                  </a:lnTo>
                  <a:lnTo>
                    <a:pt x="37400" y="19358"/>
                  </a:lnTo>
                  <a:lnTo>
                    <a:pt x="37024" y="19922"/>
                  </a:lnTo>
                  <a:lnTo>
                    <a:pt x="36649" y="20297"/>
                  </a:lnTo>
                  <a:lnTo>
                    <a:pt x="36085" y="20485"/>
                  </a:lnTo>
                  <a:lnTo>
                    <a:pt x="35521" y="20673"/>
                  </a:lnTo>
                  <a:lnTo>
                    <a:pt x="34957" y="20861"/>
                  </a:lnTo>
                  <a:lnTo>
                    <a:pt x="34957" y="2086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84"/>
            <p:cNvSpPr/>
            <p:nvPr/>
          </p:nvSpPr>
          <p:spPr>
            <a:xfrm>
              <a:off x="3208575" y="2873925"/>
              <a:ext cx="1202825" cy="1409550"/>
            </a:xfrm>
            <a:custGeom>
              <a:rect b="b" l="l" r="r" t="t"/>
              <a:pathLst>
                <a:path extrusionOk="0" fill="none" h="56382" w="48113">
                  <a:moveTo>
                    <a:pt x="33077" y="56382"/>
                  </a:moveTo>
                  <a:lnTo>
                    <a:pt x="33077" y="7894"/>
                  </a:lnTo>
                  <a:lnTo>
                    <a:pt x="33077" y="7894"/>
                  </a:lnTo>
                  <a:lnTo>
                    <a:pt x="33265" y="6203"/>
                  </a:lnTo>
                  <a:lnTo>
                    <a:pt x="33641" y="4699"/>
                  </a:lnTo>
                  <a:lnTo>
                    <a:pt x="34393" y="3384"/>
                  </a:lnTo>
                  <a:lnTo>
                    <a:pt x="35333" y="2256"/>
                  </a:lnTo>
                  <a:lnTo>
                    <a:pt x="36648" y="1316"/>
                  </a:lnTo>
                  <a:lnTo>
                    <a:pt x="37964" y="565"/>
                  </a:lnTo>
                  <a:lnTo>
                    <a:pt x="39467" y="1"/>
                  </a:lnTo>
                  <a:lnTo>
                    <a:pt x="40971" y="1"/>
                  </a:lnTo>
                  <a:lnTo>
                    <a:pt x="40971" y="1"/>
                  </a:lnTo>
                  <a:lnTo>
                    <a:pt x="40971" y="1"/>
                  </a:lnTo>
                  <a:lnTo>
                    <a:pt x="42474" y="1"/>
                  </a:lnTo>
                  <a:lnTo>
                    <a:pt x="43790" y="565"/>
                  </a:lnTo>
                  <a:lnTo>
                    <a:pt x="44917" y="1128"/>
                  </a:lnTo>
                  <a:lnTo>
                    <a:pt x="46045" y="2068"/>
                  </a:lnTo>
                  <a:lnTo>
                    <a:pt x="46797" y="3008"/>
                  </a:lnTo>
                  <a:lnTo>
                    <a:pt x="47549" y="4323"/>
                  </a:lnTo>
                  <a:lnTo>
                    <a:pt x="47924" y="5639"/>
                  </a:lnTo>
                  <a:lnTo>
                    <a:pt x="48112" y="6954"/>
                  </a:lnTo>
                  <a:lnTo>
                    <a:pt x="48112" y="6954"/>
                  </a:lnTo>
                  <a:lnTo>
                    <a:pt x="48112" y="6954"/>
                  </a:lnTo>
                  <a:lnTo>
                    <a:pt x="47924" y="8458"/>
                  </a:lnTo>
                  <a:lnTo>
                    <a:pt x="47549" y="9774"/>
                  </a:lnTo>
                  <a:lnTo>
                    <a:pt x="46797" y="10901"/>
                  </a:lnTo>
                  <a:lnTo>
                    <a:pt x="46045" y="12029"/>
                  </a:lnTo>
                  <a:lnTo>
                    <a:pt x="44917" y="12781"/>
                  </a:lnTo>
                  <a:lnTo>
                    <a:pt x="43790" y="13532"/>
                  </a:lnTo>
                  <a:lnTo>
                    <a:pt x="42474" y="13908"/>
                  </a:lnTo>
                  <a:lnTo>
                    <a:pt x="40971" y="14096"/>
                  </a:lnTo>
                  <a:lnTo>
                    <a:pt x="7142" y="14096"/>
                  </a:lnTo>
                  <a:lnTo>
                    <a:pt x="7142" y="14096"/>
                  </a:lnTo>
                  <a:lnTo>
                    <a:pt x="5639" y="13908"/>
                  </a:lnTo>
                  <a:lnTo>
                    <a:pt x="4323" y="13532"/>
                  </a:lnTo>
                  <a:lnTo>
                    <a:pt x="3008" y="12781"/>
                  </a:lnTo>
                  <a:lnTo>
                    <a:pt x="2068" y="12029"/>
                  </a:lnTo>
                  <a:lnTo>
                    <a:pt x="1128" y="10901"/>
                  </a:lnTo>
                  <a:lnTo>
                    <a:pt x="564" y="9774"/>
                  </a:lnTo>
                  <a:lnTo>
                    <a:pt x="189" y="8458"/>
                  </a:lnTo>
                  <a:lnTo>
                    <a:pt x="1" y="6954"/>
                  </a:lnTo>
                  <a:lnTo>
                    <a:pt x="1" y="6954"/>
                  </a:lnTo>
                  <a:lnTo>
                    <a:pt x="1" y="6954"/>
                  </a:lnTo>
                  <a:lnTo>
                    <a:pt x="189" y="5639"/>
                  </a:lnTo>
                  <a:lnTo>
                    <a:pt x="564" y="4323"/>
                  </a:lnTo>
                  <a:lnTo>
                    <a:pt x="1128" y="3008"/>
                  </a:lnTo>
                  <a:lnTo>
                    <a:pt x="2068" y="2068"/>
                  </a:lnTo>
                  <a:lnTo>
                    <a:pt x="3008" y="1128"/>
                  </a:lnTo>
                  <a:lnTo>
                    <a:pt x="4323" y="565"/>
                  </a:lnTo>
                  <a:lnTo>
                    <a:pt x="5639" y="1"/>
                  </a:lnTo>
                  <a:lnTo>
                    <a:pt x="7142" y="1"/>
                  </a:lnTo>
                  <a:lnTo>
                    <a:pt x="7142" y="1"/>
                  </a:lnTo>
                  <a:lnTo>
                    <a:pt x="7142" y="1"/>
                  </a:lnTo>
                  <a:lnTo>
                    <a:pt x="8646" y="1"/>
                  </a:lnTo>
                  <a:lnTo>
                    <a:pt x="10149" y="565"/>
                  </a:lnTo>
                  <a:lnTo>
                    <a:pt x="11465" y="1316"/>
                  </a:lnTo>
                  <a:lnTo>
                    <a:pt x="12592" y="2256"/>
                  </a:lnTo>
                  <a:lnTo>
                    <a:pt x="13532" y="3384"/>
                  </a:lnTo>
                  <a:lnTo>
                    <a:pt x="14284" y="4699"/>
                  </a:lnTo>
                  <a:lnTo>
                    <a:pt x="14848" y="6203"/>
                  </a:lnTo>
                  <a:lnTo>
                    <a:pt x="14848" y="7894"/>
                  </a:lnTo>
                  <a:lnTo>
                    <a:pt x="14848" y="56382"/>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84"/>
            <p:cNvSpPr/>
            <p:nvPr/>
          </p:nvSpPr>
          <p:spPr>
            <a:xfrm>
              <a:off x="3199175" y="4283450"/>
              <a:ext cx="1221625" cy="577950"/>
            </a:xfrm>
            <a:custGeom>
              <a:rect b="b" l="l" r="r" t="t"/>
              <a:pathLst>
                <a:path extrusionOk="0" fill="none" h="23118" w="48865">
                  <a:moveTo>
                    <a:pt x="47737" y="23117"/>
                  </a:moveTo>
                  <a:lnTo>
                    <a:pt x="1128" y="23117"/>
                  </a:lnTo>
                  <a:lnTo>
                    <a:pt x="1128" y="23117"/>
                  </a:lnTo>
                  <a:lnTo>
                    <a:pt x="565" y="22929"/>
                  </a:lnTo>
                  <a:lnTo>
                    <a:pt x="377" y="22741"/>
                  </a:lnTo>
                  <a:lnTo>
                    <a:pt x="1" y="22365"/>
                  </a:lnTo>
                  <a:lnTo>
                    <a:pt x="1" y="21990"/>
                  </a:lnTo>
                  <a:lnTo>
                    <a:pt x="1" y="1129"/>
                  </a:lnTo>
                  <a:lnTo>
                    <a:pt x="1" y="1129"/>
                  </a:lnTo>
                  <a:lnTo>
                    <a:pt x="1" y="565"/>
                  </a:lnTo>
                  <a:lnTo>
                    <a:pt x="377" y="189"/>
                  </a:lnTo>
                  <a:lnTo>
                    <a:pt x="565" y="1"/>
                  </a:lnTo>
                  <a:lnTo>
                    <a:pt x="1128" y="1"/>
                  </a:lnTo>
                  <a:lnTo>
                    <a:pt x="47737" y="1"/>
                  </a:lnTo>
                  <a:lnTo>
                    <a:pt x="47737" y="1"/>
                  </a:lnTo>
                  <a:lnTo>
                    <a:pt x="48113" y="1"/>
                  </a:lnTo>
                  <a:lnTo>
                    <a:pt x="48488" y="189"/>
                  </a:lnTo>
                  <a:lnTo>
                    <a:pt x="48676" y="565"/>
                  </a:lnTo>
                  <a:lnTo>
                    <a:pt x="48864" y="1129"/>
                  </a:lnTo>
                  <a:lnTo>
                    <a:pt x="48864" y="21990"/>
                  </a:lnTo>
                  <a:lnTo>
                    <a:pt x="48864" y="21990"/>
                  </a:lnTo>
                  <a:lnTo>
                    <a:pt x="48676" y="22365"/>
                  </a:lnTo>
                  <a:lnTo>
                    <a:pt x="48488" y="22741"/>
                  </a:lnTo>
                  <a:lnTo>
                    <a:pt x="48113" y="22929"/>
                  </a:lnTo>
                  <a:lnTo>
                    <a:pt x="47737" y="23117"/>
                  </a:lnTo>
                  <a:lnTo>
                    <a:pt x="47737" y="23117"/>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84"/>
            <p:cNvSpPr/>
            <p:nvPr/>
          </p:nvSpPr>
          <p:spPr>
            <a:xfrm>
              <a:off x="2386350" y="1304650"/>
              <a:ext cx="2847275" cy="2978825"/>
            </a:xfrm>
            <a:custGeom>
              <a:rect b="b" l="l" r="r" t="t"/>
              <a:pathLst>
                <a:path extrusionOk="0" fill="none" h="119153" w="113891">
                  <a:moveTo>
                    <a:pt x="35521" y="119153"/>
                  </a:moveTo>
                  <a:lnTo>
                    <a:pt x="35521" y="119153"/>
                  </a:lnTo>
                  <a:lnTo>
                    <a:pt x="34393" y="116710"/>
                  </a:lnTo>
                  <a:lnTo>
                    <a:pt x="33265" y="114455"/>
                  </a:lnTo>
                  <a:lnTo>
                    <a:pt x="31950" y="112199"/>
                  </a:lnTo>
                  <a:lnTo>
                    <a:pt x="30259" y="109944"/>
                  </a:lnTo>
                  <a:lnTo>
                    <a:pt x="28755" y="108065"/>
                  </a:lnTo>
                  <a:lnTo>
                    <a:pt x="26876" y="105997"/>
                  </a:lnTo>
                  <a:lnTo>
                    <a:pt x="24808" y="104306"/>
                  </a:lnTo>
                  <a:lnTo>
                    <a:pt x="22741" y="102614"/>
                  </a:lnTo>
                  <a:lnTo>
                    <a:pt x="22741" y="102614"/>
                  </a:lnTo>
                  <a:lnTo>
                    <a:pt x="20298" y="100547"/>
                  </a:lnTo>
                  <a:lnTo>
                    <a:pt x="17855" y="98480"/>
                  </a:lnTo>
                  <a:lnTo>
                    <a:pt x="15599" y="96225"/>
                  </a:lnTo>
                  <a:lnTo>
                    <a:pt x="13344" y="93781"/>
                  </a:lnTo>
                  <a:lnTo>
                    <a:pt x="11277" y="91150"/>
                  </a:lnTo>
                  <a:lnTo>
                    <a:pt x="9398" y="88519"/>
                  </a:lnTo>
                  <a:lnTo>
                    <a:pt x="7706" y="85700"/>
                  </a:lnTo>
                  <a:lnTo>
                    <a:pt x="6203" y="82881"/>
                  </a:lnTo>
                  <a:lnTo>
                    <a:pt x="4699" y="79874"/>
                  </a:lnTo>
                  <a:lnTo>
                    <a:pt x="3572" y="76867"/>
                  </a:lnTo>
                  <a:lnTo>
                    <a:pt x="2444" y="73672"/>
                  </a:lnTo>
                  <a:lnTo>
                    <a:pt x="1504" y="70477"/>
                  </a:lnTo>
                  <a:lnTo>
                    <a:pt x="940" y="67282"/>
                  </a:lnTo>
                  <a:lnTo>
                    <a:pt x="377" y="63899"/>
                  </a:lnTo>
                  <a:lnTo>
                    <a:pt x="1" y="60517"/>
                  </a:lnTo>
                  <a:lnTo>
                    <a:pt x="1" y="56946"/>
                  </a:lnTo>
                  <a:lnTo>
                    <a:pt x="1" y="56946"/>
                  </a:lnTo>
                  <a:lnTo>
                    <a:pt x="1" y="53939"/>
                  </a:lnTo>
                  <a:lnTo>
                    <a:pt x="189" y="51120"/>
                  </a:lnTo>
                  <a:lnTo>
                    <a:pt x="565" y="48301"/>
                  </a:lnTo>
                  <a:lnTo>
                    <a:pt x="1128" y="45482"/>
                  </a:lnTo>
                  <a:lnTo>
                    <a:pt x="1692" y="42663"/>
                  </a:lnTo>
                  <a:lnTo>
                    <a:pt x="2632" y="39843"/>
                  </a:lnTo>
                  <a:lnTo>
                    <a:pt x="3384" y="37212"/>
                  </a:lnTo>
                  <a:lnTo>
                    <a:pt x="4511" y="34581"/>
                  </a:lnTo>
                  <a:lnTo>
                    <a:pt x="5639" y="32138"/>
                  </a:lnTo>
                  <a:lnTo>
                    <a:pt x="6954" y="29695"/>
                  </a:lnTo>
                  <a:lnTo>
                    <a:pt x="8270" y="27252"/>
                  </a:lnTo>
                  <a:lnTo>
                    <a:pt x="9773" y="24808"/>
                  </a:lnTo>
                  <a:lnTo>
                    <a:pt x="11465" y="22553"/>
                  </a:lnTo>
                  <a:lnTo>
                    <a:pt x="13156" y="20486"/>
                  </a:lnTo>
                  <a:lnTo>
                    <a:pt x="15036" y="18419"/>
                  </a:lnTo>
                  <a:lnTo>
                    <a:pt x="16915" y="16351"/>
                  </a:lnTo>
                  <a:lnTo>
                    <a:pt x="18982" y="14472"/>
                  </a:lnTo>
                  <a:lnTo>
                    <a:pt x="21050" y="12780"/>
                  </a:lnTo>
                  <a:lnTo>
                    <a:pt x="23117" y="11089"/>
                  </a:lnTo>
                  <a:lnTo>
                    <a:pt x="25372" y="9398"/>
                  </a:lnTo>
                  <a:lnTo>
                    <a:pt x="27815" y="8082"/>
                  </a:lnTo>
                  <a:lnTo>
                    <a:pt x="30259" y="6579"/>
                  </a:lnTo>
                  <a:lnTo>
                    <a:pt x="32702" y="5451"/>
                  </a:lnTo>
                  <a:lnTo>
                    <a:pt x="35333" y="4323"/>
                  </a:lnTo>
                  <a:lnTo>
                    <a:pt x="37964" y="3196"/>
                  </a:lnTo>
                  <a:lnTo>
                    <a:pt x="40595" y="2444"/>
                  </a:lnTo>
                  <a:lnTo>
                    <a:pt x="43226" y="1692"/>
                  </a:lnTo>
                  <a:lnTo>
                    <a:pt x="46045" y="940"/>
                  </a:lnTo>
                  <a:lnTo>
                    <a:pt x="48864" y="565"/>
                  </a:lnTo>
                  <a:lnTo>
                    <a:pt x="51871" y="189"/>
                  </a:lnTo>
                  <a:lnTo>
                    <a:pt x="54690" y="1"/>
                  </a:lnTo>
                  <a:lnTo>
                    <a:pt x="57697" y="1"/>
                  </a:lnTo>
                  <a:lnTo>
                    <a:pt x="57697" y="1"/>
                  </a:lnTo>
                  <a:lnTo>
                    <a:pt x="60704" y="189"/>
                  </a:lnTo>
                  <a:lnTo>
                    <a:pt x="63523" y="377"/>
                  </a:lnTo>
                  <a:lnTo>
                    <a:pt x="66342" y="752"/>
                  </a:lnTo>
                  <a:lnTo>
                    <a:pt x="69161" y="1316"/>
                  </a:lnTo>
                  <a:lnTo>
                    <a:pt x="71980" y="2068"/>
                  </a:lnTo>
                  <a:lnTo>
                    <a:pt x="74612" y="2820"/>
                  </a:lnTo>
                  <a:lnTo>
                    <a:pt x="77243" y="3759"/>
                  </a:lnTo>
                  <a:lnTo>
                    <a:pt x="79874" y="4887"/>
                  </a:lnTo>
                  <a:lnTo>
                    <a:pt x="82317" y="6015"/>
                  </a:lnTo>
                  <a:lnTo>
                    <a:pt x="84760" y="7330"/>
                  </a:lnTo>
                  <a:lnTo>
                    <a:pt x="87203" y="8834"/>
                  </a:lnTo>
                  <a:lnTo>
                    <a:pt x="89459" y="10337"/>
                  </a:lnTo>
                  <a:lnTo>
                    <a:pt x="91714" y="12029"/>
                  </a:lnTo>
                  <a:lnTo>
                    <a:pt x="93781" y="13720"/>
                  </a:lnTo>
                  <a:lnTo>
                    <a:pt x="95848" y="15600"/>
                  </a:lnTo>
                  <a:lnTo>
                    <a:pt x="97916" y="17479"/>
                  </a:lnTo>
                  <a:lnTo>
                    <a:pt x="99795" y="19546"/>
                  </a:lnTo>
                  <a:lnTo>
                    <a:pt x="101486" y="21614"/>
                  </a:lnTo>
                  <a:lnTo>
                    <a:pt x="103178" y="23869"/>
                  </a:lnTo>
                  <a:lnTo>
                    <a:pt x="104681" y="26124"/>
                  </a:lnTo>
                  <a:lnTo>
                    <a:pt x="106185" y="28379"/>
                  </a:lnTo>
                  <a:lnTo>
                    <a:pt x="107500" y="30822"/>
                  </a:lnTo>
                  <a:lnTo>
                    <a:pt x="108628" y="33266"/>
                  </a:lnTo>
                  <a:lnTo>
                    <a:pt x="109756" y="35897"/>
                  </a:lnTo>
                  <a:lnTo>
                    <a:pt x="110695" y="38528"/>
                  </a:lnTo>
                  <a:lnTo>
                    <a:pt x="111635" y="41159"/>
                  </a:lnTo>
                  <a:lnTo>
                    <a:pt x="112387" y="43978"/>
                  </a:lnTo>
                  <a:lnTo>
                    <a:pt x="112951" y="46797"/>
                  </a:lnTo>
                  <a:lnTo>
                    <a:pt x="113326" y="49616"/>
                  </a:lnTo>
                  <a:lnTo>
                    <a:pt x="113702" y="52435"/>
                  </a:lnTo>
                  <a:lnTo>
                    <a:pt x="113890" y="55254"/>
                  </a:lnTo>
                  <a:lnTo>
                    <a:pt x="113890" y="58261"/>
                  </a:lnTo>
                  <a:lnTo>
                    <a:pt x="113890" y="58261"/>
                  </a:lnTo>
                  <a:lnTo>
                    <a:pt x="113702" y="61644"/>
                  </a:lnTo>
                  <a:lnTo>
                    <a:pt x="113326" y="65027"/>
                  </a:lnTo>
                  <a:lnTo>
                    <a:pt x="112763" y="68222"/>
                  </a:lnTo>
                  <a:lnTo>
                    <a:pt x="112011" y="71417"/>
                  </a:lnTo>
                  <a:lnTo>
                    <a:pt x="111071" y="74612"/>
                  </a:lnTo>
                  <a:lnTo>
                    <a:pt x="109944" y="77619"/>
                  </a:lnTo>
                  <a:lnTo>
                    <a:pt x="108816" y="80626"/>
                  </a:lnTo>
                  <a:lnTo>
                    <a:pt x="107313" y="83445"/>
                  </a:lnTo>
                  <a:lnTo>
                    <a:pt x="105809" y="86264"/>
                  </a:lnTo>
                  <a:lnTo>
                    <a:pt x="103930" y="89083"/>
                  </a:lnTo>
                  <a:lnTo>
                    <a:pt x="102050" y="91526"/>
                  </a:lnTo>
                  <a:lnTo>
                    <a:pt x="100171" y="94157"/>
                  </a:lnTo>
                  <a:lnTo>
                    <a:pt x="97916" y="96413"/>
                  </a:lnTo>
                  <a:lnTo>
                    <a:pt x="95660" y="98668"/>
                  </a:lnTo>
                  <a:lnTo>
                    <a:pt x="93405" y="100735"/>
                  </a:lnTo>
                  <a:lnTo>
                    <a:pt x="90774" y="102802"/>
                  </a:lnTo>
                  <a:lnTo>
                    <a:pt x="90774" y="102802"/>
                  </a:lnTo>
                  <a:lnTo>
                    <a:pt x="88707" y="104494"/>
                  </a:lnTo>
                  <a:lnTo>
                    <a:pt x="86827" y="106185"/>
                  </a:lnTo>
                  <a:lnTo>
                    <a:pt x="84948" y="108065"/>
                  </a:lnTo>
                  <a:lnTo>
                    <a:pt x="83445" y="110132"/>
                  </a:lnTo>
                  <a:lnTo>
                    <a:pt x="81941" y="112199"/>
                  </a:lnTo>
                  <a:lnTo>
                    <a:pt x="80438" y="114455"/>
                  </a:lnTo>
                  <a:lnTo>
                    <a:pt x="79310" y="116710"/>
                  </a:lnTo>
                  <a:lnTo>
                    <a:pt x="78182" y="119153"/>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pic>
        <p:nvPicPr>
          <p:cNvPr id="1403" name="Google Shape;1403;p185"/>
          <p:cNvPicPr preferRelativeResize="0"/>
          <p:nvPr/>
        </p:nvPicPr>
        <p:blipFill rotWithShape="1">
          <a:blip r:embed="rId3">
            <a:alphaModFix/>
          </a:blip>
          <a:srcRect b="7969" l="-25640" r="25640" t="7969"/>
          <a:stretch/>
        </p:blipFill>
        <p:spPr>
          <a:xfrm>
            <a:off x="-8525" y="0"/>
            <a:ext cx="9168600" cy="5143504"/>
          </a:xfrm>
          <a:prstGeom prst="rect">
            <a:avLst/>
          </a:prstGeom>
          <a:noFill/>
          <a:ln>
            <a:noFill/>
          </a:ln>
        </p:spPr>
      </p:pic>
      <p:sp>
        <p:nvSpPr>
          <p:cNvPr id="1404" name="Google Shape;1404;p185"/>
          <p:cNvSpPr/>
          <p:nvPr/>
        </p:nvSpPr>
        <p:spPr>
          <a:xfrm flipH="1" rot="-5400000">
            <a:off x="395600" y="-410400"/>
            <a:ext cx="5161500" cy="5982300"/>
          </a:xfrm>
          <a:prstGeom prst="rect">
            <a:avLst/>
          </a:prstGeom>
          <a:gradFill>
            <a:gsLst>
              <a:gs pos="0">
                <a:srgbClr val="E3E3E5"/>
              </a:gs>
              <a:gs pos="50000">
                <a:srgbClr val="E3E3E5"/>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85"/>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Interviewing Tips</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sz="2200">
              <a:solidFill>
                <a:srgbClr val="2E5E73"/>
              </a:solidFill>
              <a:latin typeface="Roboto"/>
              <a:ea typeface="Roboto"/>
              <a:cs typeface="Roboto"/>
              <a:sym typeface="Roboto"/>
            </a:endParaRPr>
          </a:p>
        </p:txBody>
      </p:sp>
      <p:sp>
        <p:nvSpPr>
          <p:cNvPr id="1406" name="Google Shape;1406;p185"/>
          <p:cNvSpPr txBox="1"/>
          <p:nvPr>
            <p:ph idx="1" type="body"/>
          </p:nvPr>
        </p:nvSpPr>
        <p:spPr>
          <a:xfrm>
            <a:off x="45750" y="785225"/>
            <a:ext cx="3993000" cy="11805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As you prepare to interview for cyber jobs, consider these:</a:t>
            </a:r>
            <a:endParaRPr/>
          </a:p>
        </p:txBody>
      </p:sp>
      <p:sp>
        <p:nvSpPr>
          <p:cNvPr id="1407" name="Google Shape;1407;p185"/>
          <p:cNvSpPr/>
          <p:nvPr/>
        </p:nvSpPr>
        <p:spPr>
          <a:xfrm>
            <a:off x="658050" y="2691338"/>
            <a:ext cx="66573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85"/>
          <p:cNvSpPr/>
          <p:nvPr/>
        </p:nvSpPr>
        <p:spPr>
          <a:xfrm>
            <a:off x="658050" y="3333763"/>
            <a:ext cx="66573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85"/>
          <p:cNvSpPr/>
          <p:nvPr/>
        </p:nvSpPr>
        <p:spPr>
          <a:xfrm>
            <a:off x="658050" y="3976200"/>
            <a:ext cx="66573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85"/>
          <p:cNvSpPr/>
          <p:nvPr/>
        </p:nvSpPr>
        <p:spPr>
          <a:xfrm>
            <a:off x="658050" y="2049550"/>
            <a:ext cx="66573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85"/>
          <p:cNvSpPr/>
          <p:nvPr/>
        </p:nvSpPr>
        <p:spPr>
          <a:xfrm>
            <a:off x="507575" y="20201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1412" name="Google Shape;1412;p185"/>
          <p:cNvSpPr/>
          <p:nvPr/>
        </p:nvSpPr>
        <p:spPr>
          <a:xfrm>
            <a:off x="507575" y="26619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1413" name="Google Shape;1413;p185"/>
          <p:cNvSpPr/>
          <p:nvPr/>
        </p:nvSpPr>
        <p:spPr>
          <a:xfrm>
            <a:off x="507575" y="33043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sp>
        <p:nvSpPr>
          <p:cNvPr id="1414" name="Google Shape;1414;p185"/>
          <p:cNvSpPr/>
          <p:nvPr/>
        </p:nvSpPr>
        <p:spPr>
          <a:xfrm>
            <a:off x="507575" y="39395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4</a:t>
            </a:r>
            <a:endParaRPr sz="1600">
              <a:solidFill>
                <a:srgbClr val="082D49"/>
              </a:solidFill>
            </a:endParaRPr>
          </a:p>
        </p:txBody>
      </p:sp>
      <p:sp>
        <p:nvSpPr>
          <p:cNvPr id="1415" name="Google Shape;1415;p185"/>
          <p:cNvSpPr txBox="1"/>
          <p:nvPr/>
        </p:nvSpPr>
        <p:spPr>
          <a:xfrm>
            <a:off x="966575" y="2041850"/>
            <a:ext cx="6348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What should I do to prepare for a successful interview?</a:t>
            </a:r>
            <a:endParaRPr sz="1600">
              <a:solidFill>
                <a:schemeClr val="dk2"/>
              </a:solidFill>
              <a:latin typeface="Roboto"/>
              <a:ea typeface="Roboto"/>
              <a:cs typeface="Roboto"/>
              <a:sym typeface="Roboto"/>
            </a:endParaRPr>
          </a:p>
        </p:txBody>
      </p:sp>
      <p:sp>
        <p:nvSpPr>
          <p:cNvPr id="1416" name="Google Shape;1416;p185"/>
          <p:cNvSpPr txBox="1"/>
          <p:nvPr/>
        </p:nvSpPr>
        <p:spPr>
          <a:xfrm>
            <a:off x="966575" y="2706363"/>
            <a:ext cx="6348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What kind of questions can I expect during the behavioral interview?</a:t>
            </a:r>
            <a:endParaRPr sz="1600">
              <a:solidFill>
                <a:schemeClr val="dk2"/>
              </a:solidFill>
              <a:latin typeface="Roboto"/>
              <a:ea typeface="Roboto"/>
              <a:cs typeface="Roboto"/>
              <a:sym typeface="Roboto"/>
            </a:endParaRPr>
          </a:p>
        </p:txBody>
      </p:sp>
      <p:sp>
        <p:nvSpPr>
          <p:cNvPr id="1417" name="Google Shape;1417;p185"/>
          <p:cNvSpPr txBox="1"/>
          <p:nvPr/>
        </p:nvSpPr>
        <p:spPr>
          <a:xfrm>
            <a:off x="966575" y="3348463"/>
            <a:ext cx="6348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What kind of questions can I expect during the technical interview?</a:t>
            </a:r>
            <a:endParaRPr sz="1600">
              <a:solidFill>
                <a:schemeClr val="dk2"/>
              </a:solidFill>
              <a:latin typeface="Roboto"/>
              <a:ea typeface="Roboto"/>
              <a:cs typeface="Roboto"/>
              <a:sym typeface="Roboto"/>
            </a:endParaRPr>
          </a:p>
        </p:txBody>
      </p:sp>
      <p:sp>
        <p:nvSpPr>
          <p:cNvPr id="1418" name="Google Shape;1418;p185"/>
          <p:cNvSpPr txBox="1"/>
          <p:nvPr/>
        </p:nvSpPr>
        <p:spPr>
          <a:xfrm>
            <a:off x="966575" y="3976200"/>
            <a:ext cx="6348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What should I avoid during the interview?</a:t>
            </a:r>
            <a:endParaRPr sz="160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86"/>
          <p:cNvSpPr txBox="1"/>
          <p:nvPr/>
        </p:nvSpPr>
        <p:spPr>
          <a:xfrm>
            <a:off x="0" y="51200"/>
            <a:ext cx="8832300" cy="5727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Interview Process</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sz="2200">
              <a:solidFill>
                <a:srgbClr val="2E5E73"/>
              </a:solidFill>
              <a:latin typeface="Roboto"/>
              <a:ea typeface="Roboto"/>
              <a:cs typeface="Roboto"/>
              <a:sym typeface="Roboto"/>
            </a:endParaRPr>
          </a:p>
        </p:txBody>
      </p:sp>
      <p:sp>
        <p:nvSpPr>
          <p:cNvPr id="1424" name="Google Shape;1424;p186"/>
          <p:cNvSpPr txBox="1"/>
          <p:nvPr>
            <p:ph idx="1" type="body"/>
          </p:nvPr>
        </p:nvSpPr>
        <p:spPr>
          <a:xfrm>
            <a:off x="0" y="620600"/>
            <a:ext cx="7393200" cy="4272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Before receiving a job offer, expect  three common interviews:</a:t>
            </a:r>
            <a:endParaRPr/>
          </a:p>
        </p:txBody>
      </p:sp>
      <p:pic>
        <p:nvPicPr>
          <p:cNvPr id="1425" name="Google Shape;1425;p186"/>
          <p:cNvPicPr preferRelativeResize="0"/>
          <p:nvPr/>
        </p:nvPicPr>
        <p:blipFill>
          <a:blip r:embed="rId3">
            <a:alphaModFix/>
          </a:blip>
          <a:stretch>
            <a:fillRect/>
          </a:stretch>
        </p:blipFill>
        <p:spPr>
          <a:xfrm>
            <a:off x="495300" y="1241250"/>
            <a:ext cx="8000998" cy="3727049"/>
          </a:xfrm>
          <a:prstGeom prst="rect">
            <a:avLst/>
          </a:prstGeom>
          <a:noFill/>
          <a:ln>
            <a:noFill/>
          </a:ln>
        </p:spPr>
      </p:pic>
      <p:sp>
        <p:nvSpPr>
          <p:cNvPr id="1426" name="Google Shape;1426;p186"/>
          <p:cNvSpPr txBox="1"/>
          <p:nvPr/>
        </p:nvSpPr>
        <p:spPr>
          <a:xfrm>
            <a:off x="199750" y="1875925"/>
            <a:ext cx="2300400" cy="63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500">
                <a:solidFill>
                  <a:schemeClr val="dk2"/>
                </a:solidFill>
                <a:latin typeface="Roboto"/>
                <a:ea typeface="Roboto"/>
                <a:cs typeface="Roboto"/>
                <a:sym typeface="Roboto"/>
              </a:rPr>
              <a:t>Initial interview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(A.k.a.  the phone screener or preliminary interview)</a:t>
            </a:r>
            <a:endParaRPr sz="1500">
              <a:solidFill>
                <a:schemeClr val="dk2"/>
              </a:solidFill>
              <a:latin typeface="Roboto"/>
              <a:ea typeface="Roboto"/>
              <a:cs typeface="Roboto"/>
              <a:sym typeface="Roboto"/>
            </a:endParaRPr>
          </a:p>
        </p:txBody>
      </p:sp>
      <p:sp>
        <p:nvSpPr>
          <p:cNvPr id="1427" name="Google Shape;1427;p186"/>
          <p:cNvSpPr txBox="1"/>
          <p:nvPr/>
        </p:nvSpPr>
        <p:spPr>
          <a:xfrm>
            <a:off x="2707162" y="1875925"/>
            <a:ext cx="1286100" cy="63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500">
                <a:solidFill>
                  <a:schemeClr val="dk2"/>
                </a:solidFill>
                <a:latin typeface="Roboto"/>
                <a:ea typeface="Roboto"/>
                <a:cs typeface="Roboto"/>
                <a:sym typeface="Roboto"/>
              </a:rPr>
              <a:t>Behavioral </a:t>
            </a:r>
            <a:r>
              <a:rPr b="1" lang="en" sz="1500">
                <a:solidFill>
                  <a:schemeClr val="dk2"/>
                </a:solidFill>
                <a:latin typeface="Roboto"/>
                <a:ea typeface="Roboto"/>
                <a:cs typeface="Roboto"/>
                <a:sym typeface="Roboto"/>
              </a:rPr>
              <a:t>Interview</a:t>
            </a:r>
            <a:r>
              <a:rPr b="1" lang="en" sz="1500">
                <a:solidFill>
                  <a:schemeClr val="dk2"/>
                </a:solidFill>
                <a:latin typeface="Roboto"/>
                <a:ea typeface="Roboto"/>
                <a:cs typeface="Roboto"/>
                <a:sym typeface="Roboto"/>
              </a:rPr>
              <a:t> </a:t>
            </a:r>
            <a:endParaRPr b="1" sz="1500">
              <a:solidFill>
                <a:schemeClr val="dk2"/>
              </a:solidFill>
              <a:latin typeface="Roboto"/>
              <a:ea typeface="Roboto"/>
              <a:cs typeface="Roboto"/>
              <a:sym typeface="Roboto"/>
            </a:endParaRPr>
          </a:p>
        </p:txBody>
      </p:sp>
      <p:sp>
        <p:nvSpPr>
          <p:cNvPr id="1428" name="Google Shape;1428;p186"/>
          <p:cNvSpPr txBox="1"/>
          <p:nvPr/>
        </p:nvSpPr>
        <p:spPr>
          <a:xfrm>
            <a:off x="4707412" y="1875925"/>
            <a:ext cx="1286100" cy="63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500">
                <a:solidFill>
                  <a:schemeClr val="dk2"/>
                </a:solidFill>
                <a:latin typeface="Roboto"/>
                <a:ea typeface="Roboto"/>
                <a:cs typeface="Roboto"/>
                <a:sym typeface="Roboto"/>
              </a:rPr>
              <a:t>Technical Interview </a:t>
            </a:r>
            <a:endParaRPr b="1" sz="1500">
              <a:solidFill>
                <a:schemeClr val="dk2"/>
              </a:solidFill>
              <a:latin typeface="Roboto"/>
              <a:ea typeface="Roboto"/>
              <a:cs typeface="Roboto"/>
              <a:sym typeface="Roboto"/>
            </a:endParaRPr>
          </a:p>
        </p:txBody>
      </p:sp>
      <p:grpSp>
        <p:nvGrpSpPr>
          <p:cNvPr id="1429" name="Google Shape;1429;p186"/>
          <p:cNvGrpSpPr/>
          <p:nvPr/>
        </p:nvGrpSpPr>
        <p:grpSpPr>
          <a:xfrm>
            <a:off x="1083272" y="1266628"/>
            <a:ext cx="533372" cy="533480"/>
            <a:chOff x="457200" y="1378813"/>
            <a:chExt cx="695400" cy="695450"/>
          </a:xfrm>
        </p:grpSpPr>
        <p:sp>
          <p:nvSpPr>
            <p:cNvPr id="1430" name="Google Shape;1430;p186"/>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1431" name="Google Shape;1431;p186"/>
            <p:cNvSpPr/>
            <p:nvPr/>
          </p:nvSpPr>
          <p:spPr>
            <a:xfrm rot="10800000">
              <a:off x="634726" y="1885638"/>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432" name="Google Shape;1432;p186"/>
          <p:cNvGrpSpPr/>
          <p:nvPr/>
        </p:nvGrpSpPr>
        <p:grpSpPr>
          <a:xfrm>
            <a:off x="3083522" y="1266628"/>
            <a:ext cx="533372" cy="533480"/>
            <a:chOff x="457200" y="1378813"/>
            <a:chExt cx="695400" cy="695450"/>
          </a:xfrm>
        </p:grpSpPr>
        <p:sp>
          <p:nvSpPr>
            <p:cNvPr id="1433" name="Google Shape;1433;p186"/>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82D49"/>
                  </a:solidFill>
                  <a:latin typeface="Roboto"/>
                  <a:ea typeface="Roboto"/>
                  <a:cs typeface="Roboto"/>
                  <a:sym typeface="Roboto"/>
                </a:rPr>
                <a:t>02</a:t>
              </a:r>
              <a:endParaRPr i="0" sz="2100" u="none" cap="none" strike="noStrike">
                <a:solidFill>
                  <a:srgbClr val="082D49"/>
                </a:solidFill>
                <a:latin typeface="Roboto"/>
                <a:ea typeface="Roboto"/>
                <a:cs typeface="Roboto"/>
                <a:sym typeface="Roboto"/>
              </a:endParaRPr>
            </a:p>
          </p:txBody>
        </p:sp>
        <p:sp>
          <p:nvSpPr>
            <p:cNvPr id="1434" name="Google Shape;1434;p186"/>
            <p:cNvSpPr/>
            <p:nvPr/>
          </p:nvSpPr>
          <p:spPr>
            <a:xfrm rot="10800000">
              <a:off x="634726" y="1885638"/>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82D49"/>
                </a:solidFill>
                <a:latin typeface="Roboto"/>
                <a:ea typeface="Roboto"/>
                <a:cs typeface="Roboto"/>
                <a:sym typeface="Roboto"/>
              </a:endParaRPr>
            </a:p>
          </p:txBody>
        </p:sp>
      </p:grpSp>
      <p:grpSp>
        <p:nvGrpSpPr>
          <p:cNvPr id="1435" name="Google Shape;1435;p186"/>
          <p:cNvGrpSpPr/>
          <p:nvPr/>
        </p:nvGrpSpPr>
        <p:grpSpPr>
          <a:xfrm>
            <a:off x="5083772" y="1267378"/>
            <a:ext cx="533372" cy="533480"/>
            <a:chOff x="457200" y="1378813"/>
            <a:chExt cx="695400" cy="695450"/>
          </a:xfrm>
        </p:grpSpPr>
        <p:sp>
          <p:nvSpPr>
            <p:cNvPr id="1436" name="Google Shape;1436;p186"/>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82D49"/>
                  </a:solidFill>
                  <a:latin typeface="Roboto"/>
                  <a:ea typeface="Roboto"/>
                  <a:cs typeface="Roboto"/>
                  <a:sym typeface="Roboto"/>
                </a:rPr>
                <a:t>03</a:t>
              </a:r>
              <a:endParaRPr i="0" sz="2100" u="none" cap="none" strike="noStrike">
                <a:solidFill>
                  <a:srgbClr val="082D49"/>
                </a:solidFill>
                <a:latin typeface="Roboto"/>
                <a:ea typeface="Roboto"/>
                <a:cs typeface="Roboto"/>
                <a:sym typeface="Roboto"/>
              </a:endParaRPr>
            </a:p>
          </p:txBody>
        </p:sp>
        <p:sp>
          <p:nvSpPr>
            <p:cNvPr id="1437" name="Google Shape;1437;p186"/>
            <p:cNvSpPr/>
            <p:nvPr/>
          </p:nvSpPr>
          <p:spPr>
            <a:xfrm rot="10800000">
              <a:off x="634726" y="1885638"/>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82D49"/>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pic>
        <p:nvPicPr>
          <p:cNvPr id="1442" name="Google Shape;1442;p187"/>
          <p:cNvPicPr preferRelativeResize="0"/>
          <p:nvPr/>
        </p:nvPicPr>
        <p:blipFill rotWithShape="1">
          <a:blip r:embed="rId3">
            <a:alphaModFix/>
          </a:blip>
          <a:srcRect b="0" l="-5730" r="5729" t="0"/>
          <a:stretch/>
        </p:blipFill>
        <p:spPr>
          <a:xfrm>
            <a:off x="1429503" y="0"/>
            <a:ext cx="7714498" cy="5143503"/>
          </a:xfrm>
          <a:prstGeom prst="rect">
            <a:avLst/>
          </a:prstGeom>
          <a:noFill/>
          <a:ln>
            <a:noFill/>
          </a:ln>
        </p:spPr>
      </p:pic>
      <p:sp>
        <p:nvSpPr>
          <p:cNvPr id="1443" name="Google Shape;1443;p187"/>
          <p:cNvSpPr/>
          <p:nvPr/>
        </p:nvSpPr>
        <p:spPr>
          <a:xfrm flipH="1" rot="-5400000">
            <a:off x="1008525" y="-1021350"/>
            <a:ext cx="5142600" cy="7185300"/>
          </a:xfrm>
          <a:prstGeom prst="rect">
            <a:avLst/>
          </a:prstGeom>
          <a:gradFill>
            <a:gsLst>
              <a:gs pos="0">
                <a:schemeClr val="dk1"/>
              </a:gs>
              <a:gs pos="50000">
                <a:srgbClr val="42454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87"/>
          <p:cNvSpPr txBox="1"/>
          <p:nvPr/>
        </p:nvSpPr>
        <p:spPr>
          <a:xfrm>
            <a:off x="-12825" y="127400"/>
            <a:ext cx="8845200" cy="5727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lt1"/>
                </a:solidFill>
                <a:latin typeface="Roboto"/>
                <a:ea typeface="Roboto"/>
                <a:cs typeface="Roboto"/>
                <a:sym typeface="Roboto"/>
              </a:rPr>
              <a:t>The Initial Interview</a:t>
            </a:r>
            <a:endParaRPr b="1" i="1" sz="2600">
              <a:solidFill>
                <a:schemeClr val="lt1"/>
              </a:solidFill>
              <a:latin typeface="Roboto"/>
              <a:ea typeface="Roboto"/>
              <a:cs typeface="Roboto"/>
              <a:sym typeface="Roboto"/>
            </a:endParaRPr>
          </a:p>
          <a:p>
            <a:pPr indent="0" lvl="0" marL="0" rtl="0" algn="l">
              <a:lnSpc>
                <a:spcPct val="115000"/>
              </a:lnSpc>
              <a:spcBef>
                <a:spcPts val="0"/>
              </a:spcBef>
              <a:spcAft>
                <a:spcPts val="1600"/>
              </a:spcAft>
              <a:buNone/>
            </a:pPr>
            <a:r>
              <a:t/>
            </a:r>
            <a:endParaRPr sz="2200">
              <a:solidFill>
                <a:schemeClr val="lt1"/>
              </a:solidFill>
              <a:latin typeface="Roboto"/>
              <a:ea typeface="Roboto"/>
              <a:cs typeface="Roboto"/>
              <a:sym typeface="Roboto"/>
            </a:endParaRPr>
          </a:p>
        </p:txBody>
      </p:sp>
      <p:sp>
        <p:nvSpPr>
          <p:cNvPr id="1445" name="Google Shape;1445;p187"/>
          <p:cNvSpPr txBox="1"/>
          <p:nvPr>
            <p:ph idx="1" type="body"/>
          </p:nvPr>
        </p:nvSpPr>
        <p:spPr>
          <a:xfrm>
            <a:off x="-12825" y="811100"/>
            <a:ext cx="4797300" cy="9450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solidFill>
                  <a:schemeClr val="lt1"/>
                </a:solidFill>
              </a:rPr>
              <a:t>Once you’re selected as a potential candidate, an HR staffer usually conducts an initial interview, which aims to: </a:t>
            </a:r>
            <a:endParaRPr>
              <a:solidFill>
                <a:schemeClr val="lt1"/>
              </a:solidFill>
            </a:endParaRPr>
          </a:p>
        </p:txBody>
      </p:sp>
      <p:sp>
        <p:nvSpPr>
          <p:cNvPr id="1446" name="Google Shape;1446;p187"/>
          <p:cNvSpPr/>
          <p:nvPr/>
        </p:nvSpPr>
        <p:spPr>
          <a:xfrm>
            <a:off x="610425" y="2691338"/>
            <a:ext cx="58980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87"/>
          <p:cNvSpPr/>
          <p:nvPr/>
        </p:nvSpPr>
        <p:spPr>
          <a:xfrm>
            <a:off x="610425" y="3333763"/>
            <a:ext cx="58980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87"/>
          <p:cNvSpPr/>
          <p:nvPr/>
        </p:nvSpPr>
        <p:spPr>
          <a:xfrm>
            <a:off x="610425" y="3976200"/>
            <a:ext cx="58980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87"/>
          <p:cNvSpPr/>
          <p:nvPr/>
        </p:nvSpPr>
        <p:spPr>
          <a:xfrm>
            <a:off x="610425" y="2049550"/>
            <a:ext cx="58980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87"/>
          <p:cNvSpPr/>
          <p:nvPr/>
        </p:nvSpPr>
        <p:spPr>
          <a:xfrm>
            <a:off x="459950" y="20201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1451" name="Google Shape;1451;p187"/>
          <p:cNvSpPr/>
          <p:nvPr/>
        </p:nvSpPr>
        <p:spPr>
          <a:xfrm>
            <a:off x="459950" y="26619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1452" name="Google Shape;1452;p187"/>
          <p:cNvSpPr/>
          <p:nvPr/>
        </p:nvSpPr>
        <p:spPr>
          <a:xfrm>
            <a:off x="459950" y="33043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sp>
        <p:nvSpPr>
          <p:cNvPr id="1453" name="Google Shape;1453;p187"/>
          <p:cNvSpPr/>
          <p:nvPr/>
        </p:nvSpPr>
        <p:spPr>
          <a:xfrm>
            <a:off x="459950" y="39395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4</a:t>
            </a:r>
            <a:endParaRPr sz="1600">
              <a:solidFill>
                <a:srgbClr val="082D49"/>
              </a:solidFill>
            </a:endParaRPr>
          </a:p>
        </p:txBody>
      </p:sp>
      <p:sp>
        <p:nvSpPr>
          <p:cNvPr id="1454" name="Google Shape;1454;p187"/>
          <p:cNvSpPr txBox="1"/>
          <p:nvPr/>
        </p:nvSpPr>
        <p:spPr>
          <a:xfrm>
            <a:off x="918950" y="2041850"/>
            <a:ext cx="45294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Narrow down the list of candidates.</a:t>
            </a:r>
            <a:endParaRPr sz="1600">
              <a:solidFill>
                <a:schemeClr val="dk2"/>
              </a:solidFill>
              <a:latin typeface="Roboto"/>
              <a:ea typeface="Roboto"/>
              <a:cs typeface="Roboto"/>
              <a:sym typeface="Roboto"/>
            </a:endParaRPr>
          </a:p>
        </p:txBody>
      </p:sp>
      <p:sp>
        <p:nvSpPr>
          <p:cNvPr id="1455" name="Google Shape;1455;p187"/>
          <p:cNvSpPr txBox="1"/>
          <p:nvPr/>
        </p:nvSpPr>
        <p:spPr>
          <a:xfrm>
            <a:off x="918950" y="2696850"/>
            <a:ext cx="5675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Give basic job description, location, and hourly expectations.</a:t>
            </a:r>
            <a:endParaRPr sz="1600">
              <a:solidFill>
                <a:schemeClr val="dk2"/>
              </a:solidFill>
              <a:latin typeface="Roboto"/>
              <a:ea typeface="Roboto"/>
              <a:cs typeface="Roboto"/>
              <a:sym typeface="Roboto"/>
            </a:endParaRPr>
          </a:p>
        </p:txBody>
      </p:sp>
      <p:sp>
        <p:nvSpPr>
          <p:cNvPr id="1456" name="Google Shape;1456;p187"/>
          <p:cNvSpPr txBox="1"/>
          <p:nvPr/>
        </p:nvSpPr>
        <p:spPr>
          <a:xfrm>
            <a:off x="918950" y="3338950"/>
            <a:ext cx="38103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Confirm that the pay range is agreeable.</a:t>
            </a:r>
            <a:endParaRPr sz="1600">
              <a:solidFill>
                <a:schemeClr val="dk2"/>
              </a:solidFill>
              <a:latin typeface="Roboto"/>
              <a:ea typeface="Roboto"/>
              <a:cs typeface="Roboto"/>
              <a:sym typeface="Roboto"/>
            </a:endParaRPr>
          </a:p>
        </p:txBody>
      </p:sp>
      <p:sp>
        <p:nvSpPr>
          <p:cNvPr id="1457" name="Google Shape;1457;p187"/>
          <p:cNvSpPr txBox="1"/>
          <p:nvPr/>
        </p:nvSpPr>
        <p:spPr>
          <a:xfrm>
            <a:off x="918950" y="3976200"/>
            <a:ext cx="3990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Confirm your interest in this position.</a:t>
            </a:r>
            <a:endParaRPr sz="16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188"/>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 </a:t>
            </a:r>
            <a:r>
              <a:rPr b="1" lang="en"/>
              <a:t>behavioral interview </a:t>
            </a:r>
            <a:r>
              <a:rPr lang="en"/>
              <a:t>evaluates your future performance based on your communication and soft skills.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pic>
        <p:nvPicPr>
          <p:cNvPr id="1467" name="Google Shape;1467;p189"/>
          <p:cNvPicPr preferRelativeResize="0"/>
          <p:nvPr/>
        </p:nvPicPr>
        <p:blipFill rotWithShape="1">
          <a:blip r:embed="rId3">
            <a:alphaModFix/>
          </a:blip>
          <a:srcRect b="1893" l="0" r="0" t="0"/>
          <a:stretch/>
        </p:blipFill>
        <p:spPr>
          <a:xfrm>
            <a:off x="-12300" y="0"/>
            <a:ext cx="9168599" cy="5143500"/>
          </a:xfrm>
          <a:prstGeom prst="rect">
            <a:avLst/>
          </a:prstGeom>
          <a:noFill/>
          <a:ln>
            <a:noFill/>
          </a:ln>
        </p:spPr>
      </p:pic>
      <p:sp>
        <p:nvSpPr>
          <p:cNvPr id="1468" name="Google Shape;1468;p189"/>
          <p:cNvSpPr/>
          <p:nvPr/>
        </p:nvSpPr>
        <p:spPr>
          <a:xfrm>
            <a:off x="-12300" y="0"/>
            <a:ext cx="5632200" cy="5143500"/>
          </a:xfrm>
          <a:prstGeom prst="rect">
            <a:avLst/>
          </a:prstGeom>
          <a:gradFill>
            <a:gsLst>
              <a:gs pos="0">
                <a:schemeClr val="lt1"/>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9"/>
          <p:cNvSpPr txBox="1"/>
          <p:nvPr/>
        </p:nvSpPr>
        <p:spPr>
          <a:xfrm>
            <a:off x="-12825" y="127400"/>
            <a:ext cx="8845200" cy="5727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Behavioral Interviews</a:t>
            </a:r>
            <a:endParaRPr b="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sz="2200">
              <a:solidFill>
                <a:schemeClr val="dk1"/>
              </a:solidFill>
              <a:latin typeface="Roboto"/>
              <a:ea typeface="Roboto"/>
              <a:cs typeface="Roboto"/>
              <a:sym typeface="Roboto"/>
            </a:endParaRPr>
          </a:p>
        </p:txBody>
      </p:sp>
      <p:sp>
        <p:nvSpPr>
          <p:cNvPr id="1470" name="Google Shape;1470;p189"/>
          <p:cNvSpPr txBox="1"/>
          <p:nvPr>
            <p:ph idx="1" type="body"/>
          </p:nvPr>
        </p:nvSpPr>
        <p:spPr>
          <a:xfrm>
            <a:off x="-12825" y="811100"/>
            <a:ext cx="3449700" cy="1532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Hiring managers use these interviews to determine how interested and qualified you are, as well as to assess your ability to communicate.</a:t>
            </a:r>
            <a:endParaRPr/>
          </a:p>
        </p:txBody>
      </p:sp>
      <p:sp>
        <p:nvSpPr>
          <p:cNvPr id="1471" name="Google Shape;1471;p189"/>
          <p:cNvSpPr/>
          <p:nvPr/>
        </p:nvSpPr>
        <p:spPr>
          <a:xfrm>
            <a:off x="175" y="3491325"/>
            <a:ext cx="4114500" cy="10563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0" lvl="0" marL="914400" rtl="0" algn="l">
              <a:spcBef>
                <a:spcPts val="0"/>
              </a:spcBef>
              <a:spcAft>
                <a:spcPts val="0"/>
              </a:spcAft>
              <a:buNone/>
            </a:pPr>
            <a:r>
              <a:t/>
            </a:r>
            <a:endParaRPr sz="1700">
              <a:solidFill>
                <a:schemeClr val="dk2"/>
              </a:solidFill>
              <a:latin typeface="Roboto"/>
              <a:ea typeface="Roboto"/>
              <a:cs typeface="Roboto"/>
              <a:sym typeface="Roboto"/>
            </a:endParaRPr>
          </a:p>
          <a:p>
            <a:pPr indent="0" lvl="0" marL="914400" rtl="0" algn="l">
              <a:spcBef>
                <a:spcPts val="0"/>
              </a:spcBef>
              <a:spcAft>
                <a:spcPts val="0"/>
              </a:spcAft>
              <a:buNone/>
            </a:pPr>
            <a:r>
              <a:rPr lang="en" sz="1700">
                <a:solidFill>
                  <a:schemeClr val="dk2"/>
                </a:solidFill>
                <a:latin typeface="Roboto"/>
                <a:ea typeface="Roboto"/>
                <a:cs typeface="Roboto"/>
                <a:sym typeface="Roboto"/>
              </a:rPr>
              <a:t>Behavioral interview questions are often similar across companies.</a:t>
            </a:r>
            <a:endParaRPr sz="1700">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sz="1600">
              <a:solidFill>
                <a:srgbClr val="082D49"/>
              </a:solidFill>
              <a:latin typeface="Roboto"/>
              <a:ea typeface="Roboto"/>
              <a:cs typeface="Roboto"/>
              <a:sym typeface="Roboto"/>
            </a:endParaRPr>
          </a:p>
        </p:txBody>
      </p:sp>
      <p:pic>
        <p:nvPicPr>
          <p:cNvPr id="1472" name="Google Shape;1472;p189"/>
          <p:cNvPicPr preferRelativeResize="0"/>
          <p:nvPr/>
        </p:nvPicPr>
        <p:blipFill>
          <a:blip r:embed="rId4">
            <a:alphaModFix/>
          </a:blip>
          <a:stretch>
            <a:fillRect/>
          </a:stretch>
        </p:blipFill>
        <p:spPr>
          <a:xfrm>
            <a:off x="208027" y="3711162"/>
            <a:ext cx="706371" cy="669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190"/>
          <p:cNvSpPr txBox="1"/>
          <p:nvPr>
            <p:ph idx="1" type="body"/>
          </p:nvPr>
        </p:nvSpPr>
        <p:spPr>
          <a:xfrm>
            <a:off x="3357200" y="1377600"/>
            <a:ext cx="53295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Behavioral Question 1</a:t>
            </a:r>
            <a:endParaRPr b="1"/>
          </a:p>
          <a:p>
            <a:pPr indent="0" lvl="0" marL="0" rtl="0" algn="l">
              <a:spcBef>
                <a:spcPts val="0"/>
              </a:spcBef>
              <a:spcAft>
                <a:spcPts val="0"/>
              </a:spcAft>
              <a:buNone/>
            </a:pPr>
            <a:r>
              <a:rPr lang="en" sz="3400"/>
              <a:t>Tell me a bit about yourself.</a:t>
            </a:r>
            <a:endParaRPr sz="3400"/>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9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Behavioral Question 1: Information About Yourself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3" name="Google Shape;1483;p19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This question allows you to: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4" name="Google Shape;1484;p19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p>
            <a:pPr indent="0" lvl="0" marL="0" rtl="0" algn="l">
              <a:spcBef>
                <a:spcPts val="0"/>
              </a:spcBef>
              <a:spcAft>
                <a:spcPts val="0"/>
              </a:spcAft>
              <a:buNone/>
            </a:pPr>
            <a:r>
              <a:rPr lang="en"/>
              <a:t>Show your communication skills and accomplishments.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5" name="Google Shape;1485;p19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p>
            <a:pPr indent="0" lvl="0" marL="0" rtl="0" algn="l">
              <a:spcBef>
                <a:spcPts val="0"/>
              </a:spcBef>
              <a:spcAft>
                <a:spcPts val="0"/>
              </a:spcAft>
              <a:buNone/>
            </a:pPr>
            <a:r>
              <a:rPr lang="en"/>
              <a:t>Highlight pieces of your personal background, interests, and work experience.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6" name="Google Shape;1486;p19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p>
            <a:pPr indent="0" lvl="0" marL="0" rtl="0" algn="l">
              <a:spcBef>
                <a:spcPts val="0"/>
              </a:spcBef>
              <a:spcAft>
                <a:spcPts val="0"/>
              </a:spcAft>
              <a:buNone/>
            </a:pPr>
            <a:r>
              <a:rPr lang="en"/>
              <a:t>Briefly explain your work history and how you came to apply to this position.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1487" name="Google Shape;1487;p191"/>
          <p:cNvCxnSpPr/>
          <p:nvPr/>
        </p:nvCxnSpPr>
        <p:spPr>
          <a:xfrm>
            <a:off x="-15750" y="694225"/>
            <a:ext cx="7346700" cy="0"/>
          </a:xfrm>
          <a:prstGeom prst="straightConnector1">
            <a:avLst/>
          </a:prstGeom>
          <a:noFill/>
          <a:ln cap="flat" cmpd="sng" w="19050">
            <a:solidFill>
              <a:srgbClr val="082D49"/>
            </a:solidFill>
            <a:prstDash val="solid"/>
            <a:round/>
            <a:headEnd len="med" w="med" type="none"/>
            <a:tailEnd len="med" w="med" type="oval"/>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92"/>
          <p:cNvSpPr txBox="1"/>
          <p:nvPr/>
        </p:nvSpPr>
        <p:spPr>
          <a:xfrm>
            <a:off x="0" y="51200"/>
            <a:ext cx="88323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Behavioral Question 1:</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Information</a:t>
            </a:r>
            <a:r>
              <a:rPr lang="en" sz="1800">
                <a:solidFill>
                  <a:schemeClr val="dk2"/>
                </a:solidFill>
                <a:latin typeface="Roboto"/>
                <a:ea typeface="Roboto"/>
                <a:cs typeface="Roboto"/>
                <a:sym typeface="Roboto"/>
              </a:rPr>
              <a:t> About Yourself</a:t>
            </a:r>
            <a:endParaRPr sz="1800">
              <a:solidFill>
                <a:schemeClr val="dk2"/>
              </a:solidFill>
              <a:latin typeface="Roboto"/>
              <a:ea typeface="Roboto"/>
              <a:cs typeface="Roboto"/>
              <a:sym typeface="Roboto"/>
            </a:endParaRPr>
          </a:p>
        </p:txBody>
      </p:sp>
      <p:sp>
        <p:nvSpPr>
          <p:cNvPr id="1493" name="Google Shape;1493;p192"/>
          <p:cNvSpPr txBox="1"/>
          <p:nvPr>
            <p:ph idx="4294967295" type="subTitle"/>
          </p:nvPr>
        </p:nvSpPr>
        <p:spPr>
          <a:xfrm>
            <a:off x="0" y="1007900"/>
            <a:ext cx="4629000" cy="7488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b="1" lang="en"/>
              <a:t>This question is almost always asked, so have your answer prepared.</a:t>
            </a:r>
            <a:endParaRPr b="1"/>
          </a:p>
        </p:txBody>
      </p:sp>
      <p:pic>
        <p:nvPicPr>
          <p:cNvPr id="1494" name="Google Shape;1494;p192"/>
          <p:cNvPicPr preferRelativeResize="0"/>
          <p:nvPr/>
        </p:nvPicPr>
        <p:blipFill>
          <a:blip r:embed="rId3">
            <a:alphaModFix/>
          </a:blip>
          <a:stretch>
            <a:fillRect/>
          </a:stretch>
        </p:blipFill>
        <p:spPr>
          <a:xfrm>
            <a:off x="4629025" y="1016318"/>
            <a:ext cx="4114922" cy="3534305"/>
          </a:xfrm>
          <a:prstGeom prst="rect">
            <a:avLst/>
          </a:prstGeom>
          <a:noFill/>
          <a:ln>
            <a:noFill/>
          </a:ln>
        </p:spPr>
      </p:pic>
      <p:sp>
        <p:nvSpPr>
          <p:cNvPr id="1495" name="Google Shape;1495;p192"/>
          <p:cNvSpPr txBox="1"/>
          <p:nvPr>
            <p:ph idx="1" type="body"/>
          </p:nvPr>
        </p:nvSpPr>
        <p:spPr>
          <a:xfrm>
            <a:off x="457200" y="1971675"/>
            <a:ext cx="4486500" cy="2181300"/>
          </a:xfrm>
          <a:prstGeom prst="rect">
            <a:avLst/>
          </a:prstGeom>
        </p:spPr>
        <p:txBody>
          <a:bodyPr anchorCtr="0" anchor="t" bIns="91425" lIns="0" spcFirstLastPara="1" rIns="91425" wrap="square" tIns="0">
            <a:noAutofit/>
          </a:bodyPr>
          <a:lstStyle/>
          <a:p>
            <a:pPr indent="-205740" lvl="0" marL="320040" rtl="0" algn="l">
              <a:spcBef>
                <a:spcPts val="0"/>
              </a:spcBef>
              <a:spcAft>
                <a:spcPts val="0"/>
              </a:spcAft>
              <a:buSzPts val="1800"/>
              <a:buChar char="●"/>
            </a:pPr>
            <a:r>
              <a:rPr lang="en"/>
              <a:t>Use a past, present, future structure: your past work history, why you’re applying for this job, and how you could contribute in this role in the future.</a:t>
            </a:r>
            <a:endParaRPr/>
          </a:p>
          <a:p>
            <a:pPr indent="-205740" lvl="0" marL="320040" rtl="0" algn="l">
              <a:spcBef>
                <a:spcPts val="1000"/>
              </a:spcBef>
              <a:spcAft>
                <a:spcPts val="0"/>
              </a:spcAft>
              <a:buSzPts val="1800"/>
              <a:buChar char="●"/>
            </a:pPr>
            <a:r>
              <a:rPr lang="en"/>
              <a:t>Stay on point, and do not ramble. Keep your answer under five minutes.</a:t>
            </a:r>
            <a:endParaRPr/>
          </a:p>
          <a:p>
            <a:pPr indent="-205740" lvl="0" marL="320040" rtl="0" algn="l">
              <a:spcBef>
                <a:spcPts val="1000"/>
              </a:spcBef>
              <a:spcAft>
                <a:spcPts val="0"/>
              </a:spcAft>
              <a:buSzPts val="1800"/>
              <a:buChar char="●"/>
            </a:pPr>
            <a:r>
              <a:rPr lang="en"/>
              <a:t>Illustrate your passion for cybersecurity.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193"/>
          <p:cNvSpPr txBox="1"/>
          <p:nvPr>
            <p:ph idx="1" type="body"/>
          </p:nvPr>
        </p:nvSpPr>
        <p:spPr>
          <a:xfrm>
            <a:off x="3301375" y="1260125"/>
            <a:ext cx="5574000" cy="28587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Behavioral Question 2</a:t>
            </a:r>
            <a:endParaRPr b="1"/>
          </a:p>
          <a:p>
            <a:pPr indent="0" lvl="0" marL="0" rtl="0" algn="l">
              <a:lnSpc>
                <a:spcPct val="100000"/>
              </a:lnSpc>
              <a:spcBef>
                <a:spcPts val="0"/>
              </a:spcBef>
              <a:spcAft>
                <a:spcPts val="0"/>
              </a:spcAft>
              <a:buNone/>
            </a:pPr>
            <a:r>
              <a:rPr lang="en" sz="3400"/>
              <a:t>Why are you interested in this cybersecurity position?</a:t>
            </a:r>
            <a:endParaRPr sz="3400"/>
          </a:p>
          <a:p>
            <a:pPr indent="0" lvl="0" marL="0" rtl="0" algn="l">
              <a:lnSpc>
                <a:spcPct val="100000"/>
              </a:lnSpc>
              <a:spcBef>
                <a:spcPts val="0"/>
              </a:spcBef>
              <a:spcAft>
                <a:spcPts val="0"/>
              </a:spcAft>
              <a:buNone/>
            </a:pPr>
            <a:r>
              <a:t/>
            </a:r>
            <a:endParaRPr sz="3400"/>
          </a:p>
          <a:p>
            <a:pPr indent="0" lvl="0" marL="0" rtl="0" algn="l">
              <a:lnSpc>
                <a:spcPct val="100000"/>
              </a:lnSpc>
              <a:spcBef>
                <a:spcPts val="0"/>
              </a:spcBef>
              <a:spcAft>
                <a:spcPts val="0"/>
              </a:spcAft>
              <a:buNone/>
            </a:pPr>
            <a:r>
              <a:rPr lang="en" sz="3400"/>
              <a:t>Why are you interested in a career in cybersecurity?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194"/>
          <p:cNvSpPr txBox="1"/>
          <p:nvPr/>
        </p:nvSpPr>
        <p:spPr>
          <a:xfrm>
            <a:off x="0" y="127400"/>
            <a:ext cx="88323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Behavioral Question 2:</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Interest in </a:t>
            </a:r>
            <a:r>
              <a:rPr lang="en" sz="1800">
                <a:solidFill>
                  <a:schemeClr val="dk2"/>
                </a:solidFill>
                <a:latin typeface="Roboto"/>
                <a:ea typeface="Roboto"/>
                <a:cs typeface="Roboto"/>
                <a:sym typeface="Roboto"/>
              </a:rPr>
              <a:t>cybersecurity</a:t>
            </a:r>
            <a:r>
              <a:rPr lang="en" sz="1800">
                <a:solidFill>
                  <a:schemeClr val="dk2"/>
                </a:solidFill>
                <a:latin typeface="Roboto"/>
                <a:ea typeface="Roboto"/>
                <a:cs typeface="Roboto"/>
                <a:sym typeface="Roboto"/>
              </a:rPr>
              <a:t> position or career</a:t>
            </a:r>
            <a:endParaRPr sz="1800">
              <a:solidFill>
                <a:schemeClr val="dk2"/>
              </a:solidFill>
              <a:latin typeface="Roboto"/>
              <a:ea typeface="Roboto"/>
              <a:cs typeface="Roboto"/>
              <a:sym typeface="Roboto"/>
            </a:endParaRPr>
          </a:p>
        </p:txBody>
      </p:sp>
      <p:sp>
        <p:nvSpPr>
          <p:cNvPr id="1506" name="Google Shape;1506;p194"/>
          <p:cNvSpPr txBox="1"/>
          <p:nvPr>
            <p:ph idx="1" type="body"/>
          </p:nvPr>
        </p:nvSpPr>
        <p:spPr>
          <a:xfrm>
            <a:off x="0" y="1115900"/>
            <a:ext cx="7393200" cy="4272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b="1" lang="en"/>
              <a:t>This question allows you to:</a:t>
            </a:r>
            <a:endParaRPr b="1"/>
          </a:p>
        </p:txBody>
      </p:sp>
      <p:sp>
        <p:nvSpPr>
          <p:cNvPr id="1507" name="Google Shape;1507;p194"/>
          <p:cNvSpPr/>
          <p:nvPr/>
        </p:nvSpPr>
        <p:spPr>
          <a:xfrm>
            <a:off x="566825" y="1695500"/>
            <a:ext cx="7400400" cy="729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94"/>
          <p:cNvSpPr/>
          <p:nvPr/>
        </p:nvSpPr>
        <p:spPr>
          <a:xfrm>
            <a:off x="399658" y="1785543"/>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509" name="Google Shape;1509;p194"/>
          <p:cNvSpPr/>
          <p:nvPr/>
        </p:nvSpPr>
        <p:spPr>
          <a:xfrm>
            <a:off x="566825" y="2580675"/>
            <a:ext cx="7400400" cy="748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94"/>
          <p:cNvSpPr/>
          <p:nvPr/>
        </p:nvSpPr>
        <p:spPr>
          <a:xfrm>
            <a:off x="399658" y="2678728"/>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511" name="Google Shape;1511;p194"/>
          <p:cNvSpPr txBox="1"/>
          <p:nvPr/>
        </p:nvSpPr>
        <p:spPr>
          <a:xfrm>
            <a:off x="1075825" y="1792340"/>
            <a:ext cx="6595500" cy="42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Discuss what led you to this boot camp and what parts were the most interesting or exciting.</a:t>
            </a:r>
            <a:endParaRPr sz="1800">
              <a:solidFill>
                <a:schemeClr val="dk2"/>
              </a:solidFill>
              <a:latin typeface="Roboto"/>
              <a:ea typeface="Roboto"/>
              <a:cs typeface="Roboto"/>
              <a:sym typeface="Roboto"/>
            </a:endParaRPr>
          </a:p>
        </p:txBody>
      </p:sp>
      <p:sp>
        <p:nvSpPr>
          <p:cNvPr id="1512" name="Google Shape;1512;p194"/>
          <p:cNvSpPr txBox="1"/>
          <p:nvPr/>
        </p:nvSpPr>
        <p:spPr>
          <a:xfrm>
            <a:off x="1075825" y="2703353"/>
            <a:ext cx="6850800" cy="42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If the question is focused on the exact position, be specific and demonstrate your knowledge of the job description.</a:t>
            </a:r>
            <a:endParaRPr sz="1800">
              <a:solidFill>
                <a:schemeClr val="dk2"/>
              </a:solidFill>
              <a:latin typeface="Roboto"/>
              <a:ea typeface="Roboto"/>
              <a:cs typeface="Roboto"/>
              <a:sym typeface="Roboto"/>
            </a:endParaRPr>
          </a:p>
        </p:txBody>
      </p:sp>
      <p:sp>
        <p:nvSpPr>
          <p:cNvPr id="1513" name="Google Shape;1513;p194"/>
          <p:cNvSpPr/>
          <p:nvPr/>
        </p:nvSpPr>
        <p:spPr>
          <a:xfrm>
            <a:off x="175" y="3733800"/>
            <a:ext cx="9144000" cy="9144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57150" lvl="0" marL="2171700" marR="0" rtl="0" algn="l">
              <a:lnSpc>
                <a:spcPct val="100000"/>
              </a:lnSpc>
              <a:spcBef>
                <a:spcPts val="0"/>
              </a:spcBef>
              <a:spcAft>
                <a:spcPts val="0"/>
              </a:spcAft>
              <a:buClr>
                <a:srgbClr val="000000"/>
              </a:buClr>
              <a:buSzPts val="1100"/>
              <a:buFont typeface="Arial"/>
              <a:buNone/>
            </a:pPr>
            <a:r>
              <a:rPr b="1" lang="en" sz="1800">
                <a:solidFill>
                  <a:schemeClr val="dk2"/>
                </a:solidFill>
                <a:latin typeface="Roboto"/>
                <a:ea typeface="Roboto"/>
                <a:cs typeface="Roboto"/>
                <a:sym typeface="Roboto"/>
              </a:rPr>
              <a:t>For example</a:t>
            </a:r>
            <a:r>
              <a:rPr b="1" lang="en" sz="1600">
                <a:solidFill>
                  <a:srgbClr val="082D49"/>
                </a:solidFill>
                <a:latin typeface="Roboto"/>
                <a:ea typeface="Roboto"/>
                <a:cs typeface="Roboto"/>
                <a:sym typeface="Roboto"/>
              </a:rPr>
              <a:t>:</a:t>
            </a:r>
            <a:r>
              <a:rPr lang="en" sz="1600">
                <a:solidFill>
                  <a:srgbClr val="082D49"/>
                </a:solidFill>
                <a:latin typeface="Roboto"/>
                <a:ea typeface="Roboto"/>
                <a:cs typeface="Roboto"/>
                <a:sym typeface="Roboto"/>
              </a:rPr>
              <a:t> </a:t>
            </a:r>
            <a:r>
              <a:rPr lang="en" sz="1800">
                <a:solidFill>
                  <a:schemeClr val="dk2"/>
                </a:solidFill>
                <a:latin typeface="Roboto"/>
                <a:ea typeface="Roboto"/>
                <a:cs typeface="Roboto"/>
                <a:sym typeface="Roboto"/>
              </a:rPr>
              <a:t>If the position uses Burp Suite, you can note how</a:t>
            </a:r>
            <a:endParaRPr sz="1800">
              <a:solidFill>
                <a:schemeClr val="dk2"/>
              </a:solidFill>
              <a:latin typeface="Roboto"/>
              <a:ea typeface="Roboto"/>
              <a:cs typeface="Roboto"/>
              <a:sym typeface="Roboto"/>
            </a:endParaRPr>
          </a:p>
          <a:p>
            <a:pPr indent="-57150" lvl="0" marL="2171700" marR="0" rtl="0" algn="l">
              <a:lnSpc>
                <a:spcPct val="100000"/>
              </a:lnSpc>
              <a:spcBef>
                <a:spcPts val="0"/>
              </a:spcBef>
              <a:spcAft>
                <a:spcPts val="0"/>
              </a:spcAft>
              <a:buClr>
                <a:srgbClr val="000000"/>
              </a:buClr>
              <a:buSzPts val="1100"/>
              <a:buFont typeface="Arial"/>
              <a:buNone/>
            </a:pPr>
            <a:r>
              <a:rPr lang="en" sz="1800">
                <a:solidFill>
                  <a:schemeClr val="dk2"/>
                </a:solidFill>
                <a:latin typeface="Roboto"/>
                <a:ea typeface="Roboto"/>
                <a:cs typeface="Roboto"/>
                <a:sym typeface="Roboto"/>
              </a:rPr>
              <a:t>you enjoy finding web application vulnerabilities.</a:t>
            </a:r>
            <a:endParaRPr sz="1600">
              <a:solidFill>
                <a:srgbClr val="082D49"/>
              </a:solidFill>
              <a:latin typeface="Roboto"/>
              <a:ea typeface="Roboto"/>
              <a:cs typeface="Roboto"/>
              <a:sym typeface="Roboto"/>
            </a:endParaRPr>
          </a:p>
        </p:txBody>
      </p:sp>
      <p:pic>
        <p:nvPicPr>
          <p:cNvPr id="1514" name="Google Shape;1514;p194"/>
          <p:cNvPicPr preferRelativeResize="0"/>
          <p:nvPr/>
        </p:nvPicPr>
        <p:blipFill>
          <a:blip r:embed="rId3">
            <a:alphaModFix/>
          </a:blip>
          <a:stretch>
            <a:fillRect/>
          </a:stretch>
        </p:blipFill>
        <p:spPr>
          <a:xfrm>
            <a:off x="1317727" y="3838530"/>
            <a:ext cx="706371" cy="669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195"/>
          <p:cNvSpPr txBox="1"/>
          <p:nvPr>
            <p:ph idx="1" type="body"/>
          </p:nvPr>
        </p:nvSpPr>
        <p:spPr>
          <a:xfrm>
            <a:off x="3301375" y="1260125"/>
            <a:ext cx="5574000" cy="28587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Behavioral Question 3</a:t>
            </a:r>
            <a:endParaRPr b="1"/>
          </a:p>
          <a:p>
            <a:pPr indent="0" lvl="0" marL="0" rtl="0" algn="l">
              <a:lnSpc>
                <a:spcPct val="100000"/>
              </a:lnSpc>
              <a:spcBef>
                <a:spcPts val="0"/>
              </a:spcBef>
              <a:spcAft>
                <a:spcPts val="0"/>
              </a:spcAft>
              <a:buNone/>
            </a:pPr>
            <a:r>
              <a:rPr lang="en" sz="3400"/>
              <a:t>Why did you leave your</a:t>
            </a:r>
            <a:endParaRPr sz="3400"/>
          </a:p>
          <a:p>
            <a:pPr indent="0" lvl="0" marL="0" rtl="0" algn="l">
              <a:lnSpc>
                <a:spcPct val="100000"/>
              </a:lnSpc>
              <a:spcBef>
                <a:spcPts val="0"/>
              </a:spcBef>
              <a:spcAft>
                <a:spcPts val="0"/>
              </a:spcAft>
              <a:buNone/>
            </a:pPr>
            <a:r>
              <a:rPr lang="en" sz="3400"/>
              <a:t>last position? </a:t>
            </a:r>
            <a:endParaRPr sz="3400"/>
          </a:p>
          <a:p>
            <a:pPr indent="0" lvl="0" marL="0" rtl="0" algn="l">
              <a:lnSpc>
                <a:spcPct val="100000"/>
              </a:lnSpc>
              <a:spcBef>
                <a:spcPts val="0"/>
              </a:spcBef>
              <a:spcAft>
                <a:spcPts val="0"/>
              </a:spcAft>
              <a:buNone/>
            </a:pPr>
            <a:r>
              <a:rPr lang="en" sz="3400"/>
              <a:t>Why are you looking for</a:t>
            </a:r>
            <a:endParaRPr sz="3400"/>
          </a:p>
          <a:p>
            <a:pPr indent="0" lvl="0" marL="0" rtl="0" algn="l">
              <a:lnSpc>
                <a:spcPct val="100000"/>
              </a:lnSpc>
              <a:spcBef>
                <a:spcPts val="0"/>
              </a:spcBef>
              <a:spcAft>
                <a:spcPts val="0"/>
              </a:spcAft>
              <a:buNone/>
            </a:pPr>
            <a:r>
              <a:rPr lang="en" sz="3400"/>
              <a:t>a new position?</a:t>
            </a:r>
            <a:endParaRPr sz="3400"/>
          </a:p>
          <a:p>
            <a:pPr indent="0" lvl="0" marL="0" rtl="0" algn="l">
              <a:lnSpc>
                <a:spcPct val="100000"/>
              </a:lnSpc>
              <a:spcBef>
                <a:spcPts val="0"/>
              </a:spcBef>
              <a:spcAft>
                <a:spcPts val="0"/>
              </a:spcAft>
              <a:buNone/>
            </a:pPr>
            <a:r>
              <a:t/>
            </a:r>
            <a:endParaRPr sz="3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96"/>
          <p:cNvSpPr txBox="1"/>
          <p:nvPr/>
        </p:nvSpPr>
        <p:spPr>
          <a:xfrm>
            <a:off x="0" y="127400"/>
            <a:ext cx="48084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Behavioral Question 3:</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Reasons for leaving a position or seeking a new one</a:t>
            </a:r>
            <a:endParaRPr sz="1800">
              <a:solidFill>
                <a:schemeClr val="dk2"/>
              </a:solidFill>
              <a:latin typeface="Roboto"/>
              <a:ea typeface="Roboto"/>
              <a:cs typeface="Roboto"/>
              <a:sym typeface="Roboto"/>
            </a:endParaRPr>
          </a:p>
        </p:txBody>
      </p:sp>
      <p:sp>
        <p:nvSpPr>
          <p:cNvPr id="1525" name="Google Shape;1525;p196"/>
          <p:cNvSpPr txBox="1"/>
          <p:nvPr>
            <p:ph idx="4294967295" type="subTitle"/>
          </p:nvPr>
        </p:nvSpPr>
        <p:spPr>
          <a:xfrm>
            <a:off x="0" y="1525475"/>
            <a:ext cx="4601700" cy="389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b="1" lang="en"/>
              <a:t>Be careful answering.</a:t>
            </a:r>
            <a:endParaRPr b="1"/>
          </a:p>
        </p:txBody>
      </p:sp>
      <p:pic>
        <p:nvPicPr>
          <p:cNvPr id="1526" name="Google Shape;1526;p196"/>
          <p:cNvPicPr preferRelativeResize="0"/>
          <p:nvPr/>
        </p:nvPicPr>
        <p:blipFill>
          <a:blip r:embed="rId3">
            <a:alphaModFix/>
          </a:blip>
          <a:stretch>
            <a:fillRect/>
          </a:stretch>
        </p:blipFill>
        <p:spPr>
          <a:xfrm>
            <a:off x="4629025" y="1016318"/>
            <a:ext cx="4114922" cy="3534305"/>
          </a:xfrm>
          <a:prstGeom prst="rect">
            <a:avLst/>
          </a:prstGeom>
          <a:noFill/>
          <a:ln>
            <a:noFill/>
          </a:ln>
        </p:spPr>
      </p:pic>
      <p:sp>
        <p:nvSpPr>
          <p:cNvPr id="1527" name="Google Shape;1527;p196"/>
          <p:cNvSpPr txBox="1"/>
          <p:nvPr>
            <p:ph idx="1" type="body"/>
          </p:nvPr>
        </p:nvSpPr>
        <p:spPr>
          <a:xfrm>
            <a:off x="325961" y="1971675"/>
            <a:ext cx="4303200" cy="1733700"/>
          </a:xfrm>
          <a:prstGeom prst="rect">
            <a:avLst/>
          </a:prstGeom>
        </p:spPr>
        <p:txBody>
          <a:bodyPr anchorCtr="0" anchor="t" bIns="91425" lIns="0" spcFirstLastPara="1" rIns="91425" wrap="square" tIns="0">
            <a:noAutofit/>
          </a:bodyPr>
          <a:lstStyle/>
          <a:p>
            <a:pPr indent="-342900" lvl="0" marL="457200" rtl="0" algn="l">
              <a:spcBef>
                <a:spcPts val="0"/>
              </a:spcBef>
              <a:spcAft>
                <a:spcPts val="0"/>
              </a:spcAft>
              <a:buSzPts val="1800"/>
              <a:buChar char="●"/>
            </a:pPr>
            <a:r>
              <a:rPr lang="en"/>
              <a:t>Do not use this question to say negative things about your past employer.</a:t>
            </a:r>
            <a:endParaRPr/>
          </a:p>
          <a:p>
            <a:pPr indent="-342900" lvl="0" marL="457200" rtl="0" algn="l">
              <a:spcBef>
                <a:spcPts val="1000"/>
              </a:spcBef>
              <a:spcAft>
                <a:spcPts val="1000"/>
              </a:spcAft>
              <a:buSzPts val="1800"/>
              <a:buChar char="●"/>
            </a:pPr>
            <a:r>
              <a:rPr lang="en"/>
              <a:t>Instead, stay focused on what you're looking for next, your passion for cybersecurity, and how this position aligns with those things.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197"/>
          <p:cNvSpPr txBox="1"/>
          <p:nvPr>
            <p:ph idx="1" type="body"/>
          </p:nvPr>
        </p:nvSpPr>
        <p:spPr>
          <a:xfrm>
            <a:off x="3301375" y="1260125"/>
            <a:ext cx="5574000" cy="28587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Behavioral Question 4</a:t>
            </a:r>
            <a:endParaRPr b="1"/>
          </a:p>
          <a:p>
            <a:pPr indent="0" lvl="0" marL="0" rtl="0" algn="l">
              <a:lnSpc>
                <a:spcPct val="100000"/>
              </a:lnSpc>
              <a:spcBef>
                <a:spcPts val="0"/>
              </a:spcBef>
              <a:spcAft>
                <a:spcPts val="0"/>
              </a:spcAft>
              <a:buNone/>
            </a:pPr>
            <a:r>
              <a:rPr lang="en" sz="3400"/>
              <a:t>Why do you want to work for this organization?</a:t>
            </a:r>
            <a:endParaRPr sz="3400"/>
          </a:p>
          <a:p>
            <a:pPr indent="0" lvl="0" marL="0" rtl="0" algn="l">
              <a:lnSpc>
                <a:spcPct val="100000"/>
              </a:lnSpc>
              <a:spcBef>
                <a:spcPts val="0"/>
              </a:spcBef>
              <a:spcAft>
                <a:spcPts val="0"/>
              </a:spcAft>
              <a:buNone/>
            </a:pPr>
            <a:r>
              <a:t/>
            </a:r>
            <a:endParaRPr sz="3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198"/>
          <p:cNvSpPr txBox="1"/>
          <p:nvPr/>
        </p:nvSpPr>
        <p:spPr>
          <a:xfrm>
            <a:off x="0" y="127400"/>
            <a:ext cx="88323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Behavioral Question 4:</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Reasons for choosing this particular organization</a:t>
            </a:r>
            <a:endParaRPr sz="1800">
              <a:solidFill>
                <a:schemeClr val="dk2"/>
              </a:solidFill>
              <a:latin typeface="Roboto"/>
              <a:ea typeface="Roboto"/>
              <a:cs typeface="Roboto"/>
              <a:sym typeface="Roboto"/>
            </a:endParaRPr>
          </a:p>
        </p:txBody>
      </p:sp>
      <p:sp>
        <p:nvSpPr>
          <p:cNvPr id="1538" name="Google Shape;1538;p198"/>
          <p:cNvSpPr txBox="1"/>
          <p:nvPr>
            <p:ph idx="1" type="body"/>
          </p:nvPr>
        </p:nvSpPr>
        <p:spPr>
          <a:xfrm>
            <a:off x="0" y="1115900"/>
            <a:ext cx="7393200" cy="4272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b="1" lang="en"/>
              <a:t>This question allows you to:</a:t>
            </a:r>
            <a:endParaRPr b="1"/>
          </a:p>
        </p:txBody>
      </p:sp>
      <p:sp>
        <p:nvSpPr>
          <p:cNvPr id="1539" name="Google Shape;1539;p198"/>
          <p:cNvSpPr/>
          <p:nvPr/>
        </p:nvSpPr>
        <p:spPr>
          <a:xfrm>
            <a:off x="566825" y="1650975"/>
            <a:ext cx="7605600" cy="96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98"/>
          <p:cNvSpPr/>
          <p:nvPr/>
        </p:nvSpPr>
        <p:spPr>
          <a:xfrm>
            <a:off x="399658" y="1864913"/>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1541" name="Google Shape;1541;p198"/>
          <p:cNvSpPr/>
          <p:nvPr/>
        </p:nvSpPr>
        <p:spPr>
          <a:xfrm>
            <a:off x="566825" y="2809275"/>
            <a:ext cx="7605600" cy="713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98"/>
          <p:cNvSpPr/>
          <p:nvPr/>
        </p:nvSpPr>
        <p:spPr>
          <a:xfrm>
            <a:off x="399658" y="2880586"/>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1543" name="Google Shape;1543;p198"/>
          <p:cNvSpPr txBox="1"/>
          <p:nvPr/>
        </p:nvSpPr>
        <p:spPr>
          <a:xfrm>
            <a:off x="1075825" y="1693425"/>
            <a:ext cx="7058100" cy="85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Demonstrate excitement about working at this company specifically. Prepare this answer, and do research to find something interesting about the organization.</a:t>
            </a:r>
            <a:endParaRPr sz="1800">
              <a:solidFill>
                <a:schemeClr val="dk2"/>
              </a:solidFill>
              <a:latin typeface="Roboto"/>
              <a:ea typeface="Roboto"/>
              <a:cs typeface="Roboto"/>
              <a:sym typeface="Roboto"/>
            </a:endParaRPr>
          </a:p>
        </p:txBody>
      </p:sp>
      <p:sp>
        <p:nvSpPr>
          <p:cNvPr id="1544" name="Google Shape;1544;p198"/>
          <p:cNvSpPr txBox="1"/>
          <p:nvPr/>
        </p:nvSpPr>
        <p:spPr>
          <a:xfrm>
            <a:off x="1075825" y="2891575"/>
            <a:ext cx="6829500" cy="54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Be specific—don’t just recite the first few lines that come up in a Wikipedia search.</a:t>
            </a:r>
            <a:endParaRPr sz="1800">
              <a:solidFill>
                <a:schemeClr val="dk2"/>
              </a:solidFill>
              <a:latin typeface="Roboto"/>
              <a:ea typeface="Roboto"/>
              <a:cs typeface="Roboto"/>
              <a:sym typeface="Roboto"/>
            </a:endParaRPr>
          </a:p>
        </p:txBody>
      </p:sp>
      <p:sp>
        <p:nvSpPr>
          <p:cNvPr id="1545" name="Google Shape;1545;p198"/>
          <p:cNvSpPr/>
          <p:nvPr/>
        </p:nvSpPr>
        <p:spPr>
          <a:xfrm>
            <a:off x="1343025" y="5501925"/>
            <a:ext cx="6829500" cy="621300"/>
          </a:xfrm>
          <a:prstGeom prst="roundRect">
            <a:avLst>
              <a:gd fmla="val 16667" name="adj"/>
            </a:avLst>
          </a:prstGeom>
          <a:solidFill>
            <a:schemeClr val="accent1"/>
          </a:solidFill>
          <a:ln>
            <a:noFill/>
          </a:ln>
        </p:spPr>
        <p:txBody>
          <a:bodyPr anchorCtr="0" anchor="ctr" bIns="91425" lIns="182875" spcFirstLastPara="1" rIns="91425" wrap="square" tIns="64000">
            <a:noAutofit/>
          </a:bodyPr>
          <a:lstStyle/>
          <a:p>
            <a:pPr indent="0" lvl="0" marL="0" marR="0" rtl="0" algn="l">
              <a:lnSpc>
                <a:spcPct val="100000"/>
              </a:lnSpc>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For example:</a:t>
            </a:r>
            <a:r>
              <a:rPr lang="en">
                <a:solidFill>
                  <a:schemeClr val="dk2"/>
                </a:solidFill>
                <a:latin typeface="Roboto"/>
                <a:ea typeface="Roboto"/>
                <a:cs typeface="Roboto"/>
                <a:sym typeface="Roboto"/>
              </a:rPr>
              <a:t> Point out that you liked the organization’s launch of a new malware identification program that was able to identify patterns in ransomware.</a:t>
            </a:r>
            <a:endParaRPr i="0" u="none" cap="none" strike="noStrike">
              <a:solidFill>
                <a:schemeClr val="dk2"/>
              </a:solidFill>
              <a:latin typeface="Roboto"/>
              <a:ea typeface="Roboto"/>
              <a:cs typeface="Roboto"/>
              <a:sym typeface="Roboto"/>
            </a:endParaRPr>
          </a:p>
        </p:txBody>
      </p:sp>
      <p:pic>
        <p:nvPicPr>
          <p:cNvPr id="1546" name="Google Shape;1546;p198"/>
          <p:cNvPicPr preferRelativeResize="0"/>
          <p:nvPr/>
        </p:nvPicPr>
        <p:blipFill rotWithShape="1">
          <a:blip r:embed="rId3">
            <a:alphaModFix/>
          </a:blip>
          <a:srcRect b="0" l="0" r="0" t="0"/>
          <a:stretch/>
        </p:blipFill>
        <p:spPr>
          <a:xfrm>
            <a:off x="79363" y="5217946"/>
            <a:ext cx="1189274" cy="1189274"/>
          </a:xfrm>
          <a:prstGeom prst="rect">
            <a:avLst/>
          </a:prstGeom>
          <a:noFill/>
          <a:ln>
            <a:noFill/>
          </a:ln>
        </p:spPr>
      </p:pic>
      <p:sp>
        <p:nvSpPr>
          <p:cNvPr id="1547" name="Google Shape;1547;p198"/>
          <p:cNvSpPr/>
          <p:nvPr/>
        </p:nvSpPr>
        <p:spPr>
          <a:xfrm>
            <a:off x="175" y="3733800"/>
            <a:ext cx="9144000" cy="9621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57150" lvl="0" marL="2171700" marR="0" rtl="0" algn="l">
              <a:lnSpc>
                <a:spcPct val="100000"/>
              </a:lnSpc>
              <a:spcBef>
                <a:spcPts val="0"/>
              </a:spcBef>
              <a:spcAft>
                <a:spcPts val="0"/>
              </a:spcAft>
              <a:buClr>
                <a:srgbClr val="000000"/>
              </a:buClr>
              <a:buSzPts val="1100"/>
              <a:buFont typeface="Arial"/>
              <a:buNone/>
            </a:pPr>
            <a:r>
              <a:rPr b="1" lang="en" sz="1800">
                <a:solidFill>
                  <a:schemeClr val="dk2"/>
                </a:solidFill>
                <a:latin typeface="Roboto"/>
                <a:ea typeface="Roboto"/>
                <a:cs typeface="Roboto"/>
                <a:sym typeface="Roboto"/>
              </a:rPr>
              <a:t> </a:t>
            </a:r>
            <a:r>
              <a:rPr b="1" lang="en" sz="1800">
                <a:solidFill>
                  <a:schemeClr val="dk2"/>
                </a:solidFill>
                <a:latin typeface="Roboto"/>
                <a:ea typeface="Roboto"/>
                <a:cs typeface="Roboto"/>
                <a:sym typeface="Roboto"/>
              </a:rPr>
              <a:t>For example</a:t>
            </a:r>
            <a:r>
              <a:rPr b="1" lang="en" sz="1600">
                <a:solidFill>
                  <a:srgbClr val="082D49"/>
                </a:solidFill>
                <a:latin typeface="Roboto"/>
                <a:ea typeface="Roboto"/>
                <a:cs typeface="Roboto"/>
                <a:sym typeface="Roboto"/>
              </a:rPr>
              <a:t>:</a:t>
            </a:r>
            <a:r>
              <a:rPr lang="en" sz="1600">
                <a:solidFill>
                  <a:srgbClr val="082D49"/>
                </a:solidFill>
                <a:latin typeface="Roboto"/>
                <a:ea typeface="Roboto"/>
                <a:cs typeface="Roboto"/>
                <a:sym typeface="Roboto"/>
              </a:rPr>
              <a:t> </a:t>
            </a:r>
            <a:r>
              <a:rPr lang="en" sz="1800">
                <a:solidFill>
                  <a:schemeClr val="dk2"/>
                </a:solidFill>
                <a:latin typeface="Roboto"/>
                <a:ea typeface="Roboto"/>
                <a:cs typeface="Roboto"/>
                <a:sym typeface="Roboto"/>
              </a:rPr>
              <a:t>Point out that you liked the organization’s launch of a new malware identification program that was able to identify patterns in ransomware.</a:t>
            </a:r>
            <a:endParaRPr sz="1600">
              <a:solidFill>
                <a:srgbClr val="082D49"/>
              </a:solidFill>
              <a:latin typeface="Roboto"/>
              <a:ea typeface="Roboto"/>
              <a:cs typeface="Roboto"/>
              <a:sym typeface="Roboto"/>
            </a:endParaRPr>
          </a:p>
        </p:txBody>
      </p:sp>
      <p:pic>
        <p:nvPicPr>
          <p:cNvPr id="1548" name="Google Shape;1548;p198"/>
          <p:cNvPicPr preferRelativeResize="0"/>
          <p:nvPr/>
        </p:nvPicPr>
        <p:blipFill>
          <a:blip r:embed="rId4">
            <a:alphaModFix/>
          </a:blip>
          <a:stretch>
            <a:fillRect/>
          </a:stretch>
        </p:blipFill>
        <p:spPr>
          <a:xfrm>
            <a:off x="1317727" y="3896902"/>
            <a:ext cx="706371" cy="669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199"/>
          <p:cNvSpPr txBox="1"/>
          <p:nvPr>
            <p:ph idx="1" type="body"/>
          </p:nvPr>
        </p:nvSpPr>
        <p:spPr>
          <a:xfrm>
            <a:off x="3301375" y="1260125"/>
            <a:ext cx="5574000" cy="28587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Behavioral Question 5</a:t>
            </a:r>
            <a:endParaRPr b="1"/>
          </a:p>
          <a:p>
            <a:pPr indent="0" lvl="0" marL="0" rtl="0" algn="l">
              <a:lnSpc>
                <a:spcPct val="100000"/>
              </a:lnSpc>
              <a:spcBef>
                <a:spcPts val="0"/>
              </a:spcBef>
              <a:spcAft>
                <a:spcPts val="0"/>
              </a:spcAft>
              <a:buNone/>
            </a:pPr>
            <a:r>
              <a:rPr lang="en" sz="3400"/>
              <a:t>What questions do you have for us?</a:t>
            </a:r>
            <a:endParaRPr sz="3400"/>
          </a:p>
          <a:p>
            <a:pPr indent="0" lvl="0" marL="0" rtl="0" algn="l">
              <a:lnSpc>
                <a:spcPct val="100000"/>
              </a:lnSpc>
              <a:spcBef>
                <a:spcPts val="0"/>
              </a:spcBef>
              <a:spcAft>
                <a:spcPts val="0"/>
              </a:spcAft>
              <a:buNone/>
            </a:pPr>
            <a:r>
              <a:t/>
            </a:r>
            <a:endParaRPr sz="3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200"/>
          <p:cNvSpPr txBox="1"/>
          <p:nvPr/>
        </p:nvSpPr>
        <p:spPr>
          <a:xfrm>
            <a:off x="0" y="127400"/>
            <a:ext cx="88323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Behavioral Question 5:</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Questions for interviewer</a:t>
            </a:r>
            <a:endParaRPr sz="1800">
              <a:solidFill>
                <a:schemeClr val="dk2"/>
              </a:solidFill>
              <a:latin typeface="Roboto"/>
              <a:ea typeface="Roboto"/>
              <a:cs typeface="Roboto"/>
              <a:sym typeface="Roboto"/>
            </a:endParaRPr>
          </a:p>
        </p:txBody>
      </p:sp>
      <p:sp>
        <p:nvSpPr>
          <p:cNvPr id="1559" name="Google Shape;1559;p200"/>
          <p:cNvSpPr txBox="1"/>
          <p:nvPr>
            <p:ph idx="1" type="body"/>
          </p:nvPr>
        </p:nvSpPr>
        <p:spPr>
          <a:xfrm>
            <a:off x="0" y="1936100"/>
            <a:ext cx="7393200" cy="4272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b="1" lang="en"/>
              <a:t>Questions you could ask include:</a:t>
            </a:r>
            <a:endParaRPr b="1"/>
          </a:p>
        </p:txBody>
      </p:sp>
      <p:sp>
        <p:nvSpPr>
          <p:cNvPr id="1560" name="Google Shape;1560;p200"/>
          <p:cNvSpPr/>
          <p:nvPr/>
        </p:nvSpPr>
        <p:spPr>
          <a:xfrm>
            <a:off x="566825" y="2471175"/>
            <a:ext cx="76056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00"/>
          <p:cNvSpPr/>
          <p:nvPr/>
        </p:nvSpPr>
        <p:spPr>
          <a:xfrm>
            <a:off x="399658" y="2453343"/>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1562" name="Google Shape;1562;p200"/>
          <p:cNvSpPr/>
          <p:nvPr/>
        </p:nvSpPr>
        <p:spPr>
          <a:xfrm>
            <a:off x="566825" y="3248475"/>
            <a:ext cx="7605600" cy="51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00"/>
          <p:cNvSpPr/>
          <p:nvPr/>
        </p:nvSpPr>
        <p:spPr>
          <a:xfrm>
            <a:off x="399658" y="3230643"/>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1564" name="Google Shape;1564;p200"/>
          <p:cNvSpPr txBox="1"/>
          <p:nvPr/>
        </p:nvSpPr>
        <p:spPr>
          <a:xfrm>
            <a:off x="1075825" y="2616450"/>
            <a:ext cx="6832200" cy="20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What does a typical day in this position consist of?</a:t>
            </a:r>
            <a:endParaRPr sz="1800">
              <a:solidFill>
                <a:schemeClr val="dk2"/>
              </a:solidFill>
              <a:latin typeface="Roboto"/>
              <a:ea typeface="Roboto"/>
              <a:cs typeface="Roboto"/>
              <a:sym typeface="Roboto"/>
            </a:endParaRPr>
          </a:p>
        </p:txBody>
      </p:sp>
      <p:sp>
        <p:nvSpPr>
          <p:cNvPr id="1565" name="Google Shape;1565;p200"/>
          <p:cNvSpPr txBox="1"/>
          <p:nvPr/>
        </p:nvSpPr>
        <p:spPr>
          <a:xfrm>
            <a:off x="1075825" y="3384225"/>
            <a:ext cx="7096500" cy="20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What is your favorite part of working here?</a:t>
            </a:r>
            <a:endParaRPr sz="1800">
              <a:solidFill>
                <a:schemeClr val="dk2"/>
              </a:solidFill>
              <a:latin typeface="Roboto"/>
              <a:ea typeface="Roboto"/>
              <a:cs typeface="Roboto"/>
              <a:sym typeface="Roboto"/>
            </a:endParaRPr>
          </a:p>
        </p:txBody>
      </p:sp>
      <p:sp>
        <p:nvSpPr>
          <p:cNvPr id="1566" name="Google Shape;1566;p200"/>
          <p:cNvSpPr txBox="1"/>
          <p:nvPr>
            <p:ph idx="4294967295" type="subTitle"/>
          </p:nvPr>
        </p:nvSpPr>
        <p:spPr>
          <a:xfrm>
            <a:off x="0" y="927100"/>
            <a:ext cx="8724000" cy="8646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This question usually comes at the end of the interview.</a:t>
            </a:r>
            <a:endParaRPr/>
          </a:p>
          <a:p>
            <a:pPr indent="0" lvl="0" marL="0" rtl="0" algn="l">
              <a:spcBef>
                <a:spcPts val="0"/>
              </a:spcBef>
              <a:spcAft>
                <a:spcPts val="0"/>
              </a:spcAft>
              <a:buNone/>
            </a:pPr>
            <a:r>
              <a:rPr lang="en"/>
              <a:t>Not asking any questions can signal to the employer that you lack interest in the job or company.</a:t>
            </a:r>
            <a:endParaRPr/>
          </a:p>
        </p:txBody>
      </p:sp>
      <p:sp>
        <p:nvSpPr>
          <p:cNvPr id="1567" name="Google Shape;1567;p200"/>
          <p:cNvSpPr/>
          <p:nvPr/>
        </p:nvSpPr>
        <p:spPr>
          <a:xfrm>
            <a:off x="566825" y="4044550"/>
            <a:ext cx="7605600" cy="648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00"/>
          <p:cNvSpPr/>
          <p:nvPr/>
        </p:nvSpPr>
        <p:spPr>
          <a:xfrm>
            <a:off x="399658" y="4076176"/>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sp>
        <p:nvSpPr>
          <p:cNvPr id="1569" name="Google Shape;1569;p200"/>
          <p:cNvSpPr txBox="1"/>
          <p:nvPr/>
        </p:nvSpPr>
        <p:spPr>
          <a:xfrm>
            <a:off x="1075825" y="4102922"/>
            <a:ext cx="7096500" cy="46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What challenges does your company/department currently face, and how can this position help overcome those challenges?</a:t>
            </a:r>
            <a:endParaRPr sz="1800">
              <a:solidFill>
                <a:schemeClr val="dk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sp>
        <p:nvSpPr>
          <p:cNvPr id="1574" name="Google Shape;1574;p201"/>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575" name="Google Shape;1575;p201"/>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Behavioral Interviews Activity</a:t>
            </a:r>
            <a:endParaRPr/>
          </a:p>
        </p:txBody>
      </p:sp>
      <p:sp>
        <p:nvSpPr>
          <p:cNvPr id="1576" name="Google Shape;1576;p201"/>
          <p:cNvSpPr txBox="1"/>
          <p:nvPr>
            <p:ph idx="3" type="body"/>
          </p:nvPr>
        </p:nvSpPr>
        <p:spPr>
          <a:xfrm>
            <a:off x="914400" y="1176975"/>
            <a:ext cx="7315200" cy="2395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and a partner will practice answering the "tell me about yourself" question.</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Be sure to provide constructive feedback on each other's answers.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577" name="Google Shape;1577;p201"/>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204"/>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Technical</a:t>
            </a:r>
            <a:r>
              <a:rPr b="0" lang="en">
                <a:latin typeface="Roboto"/>
                <a:ea typeface="Roboto"/>
                <a:cs typeface="Roboto"/>
                <a:sym typeface="Roboto"/>
              </a:rPr>
              <a:t> Interviews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591" name="Google Shape;1591;p204" title="File:Share icon BLACK-01.svg - Wikimedia Commons"/>
          <p:cNvPicPr preferRelativeResize="0"/>
          <p:nvPr/>
        </p:nvPicPr>
        <p:blipFill>
          <a:blip r:embed="rId3">
            <a:alphaModFix/>
          </a:blip>
          <a:stretch>
            <a:fillRect/>
          </a:stretch>
        </p:blipFill>
        <p:spPr>
          <a:xfrm>
            <a:off x="9653000" y="4069975"/>
            <a:ext cx="1133550" cy="1133550"/>
          </a:xfrm>
          <a:prstGeom prst="rect">
            <a:avLst/>
          </a:prstGeom>
          <a:noFill/>
          <a:ln>
            <a:noFill/>
          </a:ln>
        </p:spPr>
      </p:pic>
      <p:pic>
        <p:nvPicPr>
          <p:cNvPr id="1592" name="Google Shape;1592;p204"/>
          <p:cNvPicPr preferRelativeResize="0"/>
          <p:nvPr/>
        </p:nvPicPr>
        <p:blipFill>
          <a:blip r:embed="rId4">
            <a:alphaModFix/>
          </a:blip>
          <a:stretch>
            <a:fillRect/>
          </a:stretch>
        </p:blipFill>
        <p:spPr>
          <a:xfrm>
            <a:off x="4048187" y="1737150"/>
            <a:ext cx="1047625" cy="891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id="1597" name="Google Shape;1597;p205"/>
          <p:cNvSpPr txBox="1"/>
          <p:nvPr/>
        </p:nvSpPr>
        <p:spPr>
          <a:xfrm>
            <a:off x="0" y="127400"/>
            <a:ext cx="8832300" cy="5727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Technical Interviews</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sz="2200">
              <a:solidFill>
                <a:srgbClr val="2E5E73"/>
              </a:solidFill>
              <a:latin typeface="Roboto"/>
              <a:ea typeface="Roboto"/>
              <a:cs typeface="Roboto"/>
              <a:sym typeface="Roboto"/>
            </a:endParaRPr>
          </a:p>
        </p:txBody>
      </p:sp>
      <p:pic>
        <p:nvPicPr>
          <p:cNvPr id="1598" name="Google Shape;1598;p205"/>
          <p:cNvPicPr preferRelativeResize="0"/>
          <p:nvPr/>
        </p:nvPicPr>
        <p:blipFill rotWithShape="1">
          <a:blip r:embed="rId3">
            <a:alphaModFix/>
          </a:blip>
          <a:srcRect b="0" l="43741" r="0" t="0"/>
          <a:stretch/>
        </p:blipFill>
        <p:spPr>
          <a:xfrm>
            <a:off x="3995124" y="1241250"/>
            <a:ext cx="4501176" cy="3727049"/>
          </a:xfrm>
          <a:prstGeom prst="rect">
            <a:avLst/>
          </a:prstGeom>
          <a:noFill/>
          <a:ln>
            <a:noFill/>
          </a:ln>
        </p:spPr>
      </p:pic>
      <p:sp>
        <p:nvSpPr>
          <p:cNvPr id="1599" name="Google Shape;1599;p205"/>
          <p:cNvSpPr txBox="1"/>
          <p:nvPr/>
        </p:nvSpPr>
        <p:spPr>
          <a:xfrm>
            <a:off x="4707412" y="1875925"/>
            <a:ext cx="1286100" cy="63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500">
                <a:solidFill>
                  <a:schemeClr val="dk2"/>
                </a:solidFill>
                <a:latin typeface="Roboto"/>
                <a:ea typeface="Roboto"/>
                <a:cs typeface="Roboto"/>
                <a:sym typeface="Roboto"/>
              </a:rPr>
              <a:t>Technical Interview </a:t>
            </a:r>
            <a:endParaRPr b="1" sz="1500">
              <a:solidFill>
                <a:schemeClr val="dk2"/>
              </a:solidFill>
              <a:latin typeface="Roboto"/>
              <a:ea typeface="Roboto"/>
              <a:cs typeface="Roboto"/>
              <a:sym typeface="Roboto"/>
            </a:endParaRPr>
          </a:p>
        </p:txBody>
      </p:sp>
      <p:grpSp>
        <p:nvGrpSpPr>
          <p:cNvPr id="1600" name="Google Shape;1600;p205"/>
          <p:cNvGrpSpPr/>
          <p:nvPr/>
        </p:nvGrpSpPr>
        <p:grpSpPr>
          <a:xfrm>
            <a:off x="5083772" y="1267378"/>
            <a:ext cx="533372" cy="533480"/>
            <a:chOff x="457200" y="1378813"/>
            <a:chExt cx="695400" cy="695450"/>
          </a:xfrm>
        </p:grpSpPr>
        <p:sp>
          <p:nvSpPr>
            <p:cNvPr id="1601" name="Google Shape;1601;p205"/>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82D49"/>
                  </a:solidFill>
                  <a:latin typeface="Roboto"/>
                  <a:ea typeface="Roboto"/>
                  <a:cs typeface="Roboto"/>
                  <a:sym typeface="Roboto"/>
                </a:rPr>
                <a:t>03</a:t>
              </a:r>
              <a:endParaRPr i="0" sz="2100" u="none" cap="none" strike="noStrike">
                <a:solidFill>
                  <a:srgbClr val="082D49"/>
                </a:solidFill>
                <a:latin typeface="Roboto"/>
                <a:ea typeface="Roboto"/>
                <a:cs typeface="Roboto"/>
                <a:sym typeface="Roboto"/>
              </a:endParaRPr>
            </a:p>
          </p:txBody>
        </p:sp>
        <p:sp>
          <p:nvSpPr>
            <p:cNvPr id="1602" name="Google Shape;1602;p205"/>
            <p:cNvSpPr/>
            <p:nvPr/>
          </p:nvSpPr>
          <p:spPr>
            <a:xfrm rot="10800000">
              <a:off x="634726" y="1885638"/>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82D49"/>
                </a:solidFill>
                <a:latin typeface="Roboto"/>
                <a:ea typeface="Roboto"/>
                <a:cs typeface="Roboto"/>
                <a:sym typeface="Roboto"/>
              </a:endParaRPr>
            </a:p>
          </p:txBody>
        </p:sp>
      </p:grpSp>
      <p:sp>
        <p:nvSpPr>
          <p:cNvPr id="1603" name="Google Shape;1603;p205"/>
          <p:cNvSpPr/>
          <p:nvPr/>
        </p:nvSpPr>
        <p:spPr>
          <a:xfrm>
            <a:off x="366775" y="2161250"/>
            <a:ext cx="3835800" cy="289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04" name="Google Shape;1604;p205"/>
          <p:cNvSpPr/>
          <p:nvPr/>
        </p:nvSpPr>
        <p:spPr>
          <a:xfrm>
            <a:off x="4114800" y="1151025"/>
            <a:ext cx="2286000" cy="3907500"/>
          </a:xfrm>
          <a:prstGeom prst="roundRect">
            <a:avLst>
              <a:gd fmla="val 16667" name="adj"/>
            </a:avLst>
          </a:prstGeom>
          <a:noFill/>
          <a:ln cap="flat" cmpd="sng" w="76200">
            <a:solidFill>
              <a:schemeClr val="accent1"/>
            </a:solidFill>
            <a:prstDash val="solid"/>
            <a:round/>
            <a:headEnd len="sm" w="sm" type="none"/>
            <a:tailEnd len="sm" w="sm" type="none"/>
          </a:ln>
          <a:effectLst>
            <a:reflection blurRad="0" dir="5400000" dist="38100" endA="0" endPos="30000" fadeDir="5400012" kx="0" rotWithShape="0" algn="bl" stA="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05" name="Google Shape;1605;p205"/>
          <p:cNvSpPr txBox="1"/>
          <p:nvPr>
            <p:ph idx="1" type="body"/>
          </p:nvPr>
        </p:nvSpPr>
        <p:spPr>
          <a:xfrm>
            <a:off x="119575" y="1526150"/>
            <a:ext cx="3787800" cy="3442200"/>
          </a:xfrm>
          <a:prstGeom prst="rect">
            <a:avLst/>
          </a:prstGeom>
        </p:spPr>
        <p:txBody>
          <a:bodyPr anchorCtr="0" anchor="t" bIns="91425" lIns="457200" spcFirstLastPara="1" rIns="91425" wrap="square" tIns="91425">
            <a:noAutofit/>
          </a:bodyPr>
          <a:lstStyle/>
          <a:p>
            <a:pPr indent="0" lvl="0" marL="0" rtl="0" algn="l">
              <a:lnSpc>
                <a:spcPct val="115000"/>
              </a:lnSpc>
              <a:spcBef>
                <a:spcPts val="0"/>
              </a:spcBef>
              <a:spcAft>
                <a:spcPts val="0"/>
              </a:spcAft>
              <a:buNone/>
            </a:pPr>
            <a:r>
              <a:rPr b="1" lang="en">
                <a:latin typeface="Roboto Light"/>
                <a:ea typeface="Roboto Light"/>
                <a:cs typeface="Roboto Light"/>
                <a:sym typeface="Roboto Light"/>
              </a:rPr>
              <a:t>Once a candidate has successfully moved through a screener and behavioral interview, they will be invited to a </a:t>
            </a:r>
            <a:r>
              <a:rPr b="1" lang="en"/>
              <a:t>technical interview.</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206"/>
          <p:cNvSpPr txBox="1"/>
          <p:nvPr>
            <p:ph idx="2" type="title"/>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sz="2800">
                <a:latin typeface="Roboto"/>
                <a:ea typeface="Roboto"/>
                <a:cs typeface="Roboto"/>
                <a:sym typeface="Roboto"/>
              </a:rPr>
              <a:t>The </a:t>
            </a:r>
            <a:r>
              <a:rPr b="1" lang="en" sz="2800">
                <a:latin typeface="Roboto"/>
                <a:ea typeface="Roboto"/>
                <a:cs typeface="Roboto"/>
                <a:sym typeface="Roboto"/>
              </a:rPr>
              <a:t>technical interview</a:t>
            </a:r>
            <a:r>
              <a:rPr lang="en" sz="2800">
                <a:latin typeface="Roboto"/>
                <a:ea typeface="Roboto"/>
                <a:cs typeface="Roboto"/>
                <a:sym typeface="Roboto"/>
              </a:rPr>
              <a:t> is a common step in the cybersecurity interview process in which candidates demonstrate their technical and problem-solving skills.</a:t>
            </a:r>
            <a:endParaRPr sz="28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207"/>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Technical Interviews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16" name="Google Shape;1616;p207"/>
          <p:cNvSpPr txBox="1"/>
          <p:nvPr>
            <p:ph idx="1" type="subTitle"/>
          </p:nvPr>
        </p:nvSpPr>
        <p:spPr>
          <a:xfrm>
            <a:off x="914400" y="548650"/>
            <a:ext cx="80901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interview typically contains three types of questions:</a:t>
            </a:r>
            <a:endParaRPr/>
          </a:p>
        </p:txBody>
      </p:sp>
      <p:sp>
        <p:nvSpPr>
          <p:cNvPr id="1617" name="Google Shape;1617;p207"/>
          <p:cNvSpPr/>
          <p:nvPr/>
        </p:nvSpPr>
        <p:spPr>
          <a:xfrm>
            <a:off x="1492700" y="1418550"/>
            <a:ext cx="1985400" cy="23010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8" name="Google Shape;1618;p207"/>
          <p:cNvSpPr/>
          <p:nvPr/>
        </p:nvSpPr>
        <p:spPr>
          <a:xfrm>
            <a:off x="3563698" y="1418550"/>
            <a:ext cx="1985400" cy="23010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207"/>
          <p:cNvSpPr/>
          <p:nvPr/>
        </p:nvSpPr>
        <p:spPr>
          <a:xfrm>
            <a:off x="5665900" y="1418550"/>
            <a:ext cx="1985400" cy="23010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20" name="Google Shape;1620;p207"/>
          <p:cNvGrpSpPr/>
          <p:nvPr/>
        </p:nvGrpSpPr>
        <p:grpSpPr>
          <a:xfrm>
            <a:off x="3288208" y="2339542"/>
            <a:ext cx="459000" cy="459000"/>
            <a:chOff x="4898908" y="4195167"/>
            <a:chExt cx="459000" cy="459000"/>
          </a:xfrm>
        </p:grpSpPr>
        <p:sp>
          <p:nvSpPr>
            <p:cNvPr id="1621" name="Google Shape;1621;p207"/>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622" name="Google Shape;1622;p207"/>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3" name="Google Shape;1623;p207"/>
          <p:cNvGrpSpPr/>
          <p:nvPr/>
        </p:nvGrpSpPr>
        <p:grpSpPr>
          <a:xfrm>
            <a:off x="5378008" y="2339542"/>
            <a:ext cx="459000" cy="459000"/>
            <a:chOff x="4898908" y="4195167"/>
            <a:chExt cx="459000" cy="459000"/>
          </a:xfrm>
        </p:grpSpPr>
        <p:sp>
          <p:nvSpPr>
            <p:cNvPr id="1624" name="Google Shape;1624;p207"/>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625" name="Google Shape;1625;p207"/>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26" name="Google Shape;1626;p207"/>
          <p:cNvSpPr txBox="1"/>
          <p:nvPr/>
        </p:nvSpPr>
        <p:spPr>
          <a:xfrm>
            <a:off x="3747200" y="1418550"/>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Background Technical Questions</a:t>
            </a:r>
            <a:endParaRPr b="1" i="0" sz="1800" u="none" cap="none" strike="noStrike">
              <a:solidFill>
                <a:schemeClr val="dk2"/>
              </a:solidFill>
              <a:latin typeface="Roboto"/>
              <a:ea typeface="Roboto"/>
              <a:cs typeface="Roboto"/>
              <a:sym typeface="Roboto"/>
            </a:endParaRPr>
          </a:p>
        </p:txBody>
      </p:sp>
      <p:sp>
        <p:nvSpPr>
          <p:cNvPr id="1627" name="Google Shape;1627;p207"/>
          <p:cNvSpPr txBox="1"/>
          <p:nvPr/>
        </p:nvSpPr>
        <p:spPr>
          <a:xfrm>
            <a:off x="5837000" y="1418550"/>
            <a:ext cx="16245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Situational Technical Questions</a:t>
            </a:r>
            <a:endParaRPr b="1" i="0" sz="1800" u="none" cap="none" strike="noStrike">
              <a:solidFill>
                <a:schemeClr val="dk2"/>
              </a:solidFill>
              <a:latin typeface="Roboto"/>
              <a:ea typeface="Roboto"/>
              <a:cs typeface="Roboto"/>
              <a:sym typeface="Roboto"/>
            </a:endParaRPr>
          </a:p>
        </p:txBody>
      </p:sp>
      <p:sp>
        <p:nvSpPr>
          <p:cNvPr id="1628" name="Google Shape;1628;p207"/>
          <p:cNvSpPr txBox="1"/>
          <p:nvPr/>
        </p:nvSpPr>
        <p:spPr>
          <a:xfrm>
            <a:off x="1676275" y="1418550"/>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lt1"/>
                </a:solidFill>
                <a:latin typeface="Roboto"/>
                <a:ea typeface="Roboto"/>
                <a:cs typeface="Roboto"/>
                <a:sym typeface="Roboto"/>
              </a:rPr>
              <a:t>Basic Technical Questions</a:t>
            </a:r>
            <a:endParaRPr b="1" i="0" sz="1800" u="none" cap="none" strike="noStrike">
              <a:solidFill>
                <a:schemeClr val="lt1"/>
              </a:solidFill>
              <a:latin typeface="Roboto"/>
              <a:ea typeface="Roboto"/>
              <a:cs typeface="Roboto"/>
              <a:sym typeface="Roboto"/>
            </a:endParaRPr>
          </a:p>
        </p:txBody>
      </p:sp>
      <p:pic>
        <p:nvPicPr>
          <p:cNvPr id="1629" name="Google Shape;1629;p207" title="File:Share icon BLACK-01.svg - Wikimedia Commons"/>
          <p:cNvPicPr preferRelativeResize="0"/>
          <p:nvPr/>
        </p:nvPicPr>
        <p:blipFill>
          <a:blip r:embed="rId3">
            <a:alphaModFix/>
          </a:blip>
          <a:stretch>
            <a:fillRect/>
          </a:stretch>
        </p:blipFill>
        <p:spPr>
          <a:xfrm>
            <a:off x="9839088" y="2667988"/>
            <a:ext cx="535575" cy="535575"/>
          </a:xfrm>
          <a:prstGeom prst="rect">
            <a:avLst/>
          </a:prstGeom>
          <a:noFill/>
          <a:ln>
            <a:noFill/>
          </a:ln>
        </p:spPr>
      </p:pic>
      <p:pic>
        <p:nvPicPr>
          <p:cNvPr id="1630" name="Google Shape;1630;p207"/>
          <p:cNvPicPr preferRelativeResize="0"/>
          <p:nvPr/>
        </p:nvPicPr>
        <p:blipFill>
          <a:blip r:embed="rId4">
            <a:alphaModFix/>
          </a:blip>
          <a:stretch>
            <a:fillRect/>
          </a:stretch>
        </p:blipFill>
        <p:spPr>
          <a:xfrm>
            <a:off x="248665" y="323564"/>
            <a:ext cx="408575" cy="347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20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Technical Interviews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36" name="Google Shape;1636;p208"/>
          <p:cNvSpPr txBox="1"/>
          <p:nvPr>
            <p:ph idx="1" type="subTitle"/>
          </p:nvPr>
        </p:nvSpPr>
        <p:spPr>
          <a:xfrm>
            <a:off x="914400" y="548650"/>
            <a:ext cx="80901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Basic Technical Questions</a:t>
            </a:r>
            <a:endParaRPr/>
          </a:p>
        </p:txBody>
      </p:sp>
      <p:pic>
        <p:nvPicPr>
          <p:cNvPr id="1637" name="Google Shape;1637;p208" title="File:Share icon BLACK-01.svg - Wikimedia Commons"/>
          <p:cNvPicPr preferRelativeResize="0"/>
          <p:nvPr/>
        </p:nvPicPr>
        <p:blipFill>
          <a:blip r:embed="rId3">
            <a:alphaModFix/>
          </a:blip>
          <a:stretch>
            <a:fillRect/>
          </a:stretch>
        </p:blipFill>
        <p:spPr>
          <a:xfrm>
            <a:off x="9871288" y="3203563"/>
            <a:ext cx="535575" cy="535575"/>
          </a:xfrm>
          <a:prstGeom prst="rect">
            <a:avLst/>
          </a:prstGeom>
          <a:noFill/>
          <a:ln>
            <a:noFill/>
          </a:ln>
        </p:spPr>
      </p:pic>
      <p:sp>
        <p:nvSpPr>
          <p:cNvPr id="1638" name="Google Shape;1638;p208"/>
          <p:cNvSpPr txBox="1"/>
          <p:nvPr/>
        </p:nvSpPr>
        <p:spPr>
          <a:xfrm>
            <a:off x="-304800" y="1069325"/>
            <a:ext cx="8686800" cy="427200"/>
          </a:xfrm>
          <a:prstGeom prst="rect">
            <a:avLst/>
          </a:prstGeom>
          <a:noFill/>
          <a:ln>
            <a:noFill/>
          </a:ln>
        </p:spPr>
        <p:txBody>
          <a:bodyPr anchorCtr="0" anchor="t" bIns="91425" lIns="457200" spcFirstLastPara="1" rIns="91425" wrap="square" tIns="91425">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These gauge your knowledge of specific concepts and tools. They can include:</a:t>
            </a:r>
            <a:endParaRPr sz="1800">
              <a:solidFill>
                <a:schemeClr val="dk2"/>
              </a:solidFill>
              <a:latin typeface="Roboto"/>
              <a:ea typeface="Roboto"/>
              <a:cs typeface="Roboto"/>
              <a:sym typeface="Roboto"/>
            </a:endParaRPr>
          </a:p>
        </p:txBody>
      </p:sp>
      <p:grpSp>
        <p:nvGrpSpPr>
          <p:cNvPr id="1639" name="Google Shape;1639;p208"/>
          <p:cNvGrpSpPr/>
          <p:nvPr/>
        </p:nvGrpSpPr>
        <p:grpSpPr>
          <a:xfrm>
            <a:off x="135325" y="1981425"/>
            <a:ext cx="776900" cy="486300"/>
            <a:chOff x="457200" y="1466425"/>
            <a:chExt cx="776900" cy="486300"/>
          </a:xfrm>
        </p:grpSpPr>
        <p:sp>
          <p:nvSpPr>
            <p:cNvPr id="1640" name="Google Shape;1640;p208"/>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1641" name="Google Shape;1641;p208"/>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642" name="Google Shape;1642;p208"/>
          <p:cNvGrpSpPr/>
          <p:nvPr/>
        </p:nvGrpSpPr>
        <p:grpSpPr>
          <a:xfrm>
            <a:off x="135325" y="2636280"/>
            <a:ext cx="776900" cy="486300"/>
            <a:chOff x="457200" y="1466425"/>
            <a:chExt cx="776900" cy="486300"/>
          </a:xfrm>
        </p:grpSpPr>
        <p:sp>
          <p:nvSpPr>
            <p:cNvPr id="1643" name="Google Shape;1643;p208"/>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644" name="Google Shape;1644;p208"/>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645" name="Google Shape;1645;p208"/>
          <p:cNvGrpSpPr/>
          <p:nvPr/>
        </p:nvGrpSpPr>
        <p:grpSpPr>
          <a:xfrm>
            <a:off x="135325" y="3291135"/>
            <a:ext cx="776900" cy="486300"/>
            <a:chOff x="457200" y="1466425"/>
            <a:chExt cx="776900" cy="486300"/>
          </a:xfrm>
        </p:grpSpPr>
        <p:sp>
          <p:nvSpPr>
            <p:cNvPr id="1646" name="Google Shape;1646;p208"/>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647" name="Google Shape;1647;p208"/>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1648" name="Google Shape;1648;p208"/>
          <p:cNvSpPr/>
          <p:nvPr/>
        </p:nvSpPr>
        <p:spPr>
          <a:xfrm>
            <a:off x="1030675" y="1981425"/>
            <a:ext cx="42675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649" name="Google Shape;1649;p208"/>
          <p:cNvSpPr/>
          <p:nvPr/>
        </p:nvSpPr>
        <p:spPr>
          <a:xfrm>
            <a:off x="1030675" y="2636275"/>
            <a:ext cx="4395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650" name="Google Shape;1650;p208"/>
          <p:cNvSpPr/>
          <p:nvPr/>
        </p:nvSpPr>
        <p:spPr>
          <a:xfrm>
            <a:off x="1030675" y="3291125"/>
            <a:ext cx="4395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651" name="Google Shape;1651;p208"/>
          <p:cNvSpPr txBox="1"/>
          <p:nvPr/>
        </p:nvSpPr>
        <p:spPr>
          <a:xfrm>
            <a:off x="1049600" y="1973725"/>
            <a:ext cx="42675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652" name="Google Shape;1652;p208"/>
          <p:cNvSpPr txBox="1"/>
          <p:nvPr/>
        </p:nvSpPr>
        <p:spPr>
          <a:xfrm>
            <a:off x="1042075" y="2632425"/>
            <a:ext cx="25467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653" name="Google Shape;1653;p208"/>
          <p:cNvSpPr txBox="1"/>
          <p:nvPr/>
        </p:nvSpPr>
        <p:spPr>
          <a:xfrm>
            <a:off x="1049600" y="3289225"/>
            <a:ext cx="4395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654" name="Google Shape;1654;p208"/>
          <p:cNvSpPr txBox="1"/>
          <p:nvPr/>
        </p:nvSpPr>
        <p:spPr>
          <a:xfrm>
            <a:off x="1049600" y="3293075"/>
            <a:ext cx="45306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How many keys does asymmetric encryption use?</a:t>
            </a:r>
            <a:endParaRPr sz="1500">
              <a:solidFill>
                <a:schemeClr val="dk2"/>
              </a:solidFill>
              <a:latin typeface="Roboto Light"/>
              <a:ea typeface="Roboto Light"/>
              <a:cs typeface="Roboto Light"/>
              <a:sym typeface="Roboto Light"/>
            </a:endParaRPr>
          </a:p>
        </p:txBody>
      </p:sp>
      <p:sp>
        <p:nvSpPr>
          <p:cNvPr id="1655" name="Google Shape;1655;p208"/>
          <p:cNvSpPr txBox="1"/>
          <p:nvPr/>
        </p:nvSpPr>
        <p:spPr>
          <a:xfrm>
            <a:off x="1030675" y="2631475"/>
            <a:ext cx="39834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What is the difference between data in motion  and data at rest in terms of security?</a:t>
            </a:r>
            <a:endParaRPr sz="1500">
              <a:solidFill>
                <a:schemeClr val="dk2"/>
              </a:solidFill>
              <a:latin typeface="Roboto Light"/>
              <a:ea typeface="Roboto Light"/>
              <a:cs typeface="Roboto Light"/>
              <a:sym typeface="Roboto Light"/>
            </a:endParaRPr>
          </a:p>
        </p:txBody>
      </p:sp>
      <p:sp>
        <p:nvSpPr>
          <p:cNvPr id="1656" name="Google Shape;1656;p208"/>
          <p:cNvSpPr txBox="1"/>
          <p:nvPr/>
        </p:nvSpPr>
        <p:spPr>
          <a:xfrm>
            <a:off x="1049600" y="1975625"/>
            <a:ext cx="4395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What is the difference between TCP and UDP?</a:t>
            </a:r>
            <a:endParaRPr sz="1500">
              <a:solidFill>
                <a:schemeClr val="dk2"/>
              </a:solidFill>
              <a:latin typeface="Roboto Light"/>
              <a:ea typeface="Roboto Light"/>
              <a:cs typeface="Roboto Light"/>
              <a:sym typeface="Roboto Light"/>
            </a:endParaRPr>
          </a:p>
        </p:txBody>
      </p:sp>
      <p:pic>
        <p:nvPicPr>
          <p:cNvPr id="1657" name="Google Shape;1657;p208"/>
          <p:cNvPicPr preferRelativeResize="0"/>
          <p:nvPr/>
        </p:nvPicPr>
        <p:blipFill>
          <a:blip r:embed="rId4">
            <a:alphaModFix/>
          </a:blip>
          <a:stretch>
            <a:fillRect/>
          </a:stretch>
        </p:blipFill>
        <p:spPr>
          <a:xfrm>
            <a:off x="9381025" y="3289231"/>
            <a:ext cx="3527125" cy="2476594"/>
          </a:xfrm>
          <a:prstGeom prst="rect">
            <a:avLst/>
          </a:prstGeom>
          <a:noFill/>
          <a:ln>
            <a:noFill/>
          </a:ln>
        </p:spPr>
      </p:pic>
      <p:pic>
        <p:nvPicPr>
          <p:cNvPr id="1658" name="Google Shape;1658;p208"/>
          <p:cNvPicPr preferRelativeResize="0"/>
          <p:nvPr/>
        </p:nvPicPr>
        <p:blipFill rotWithShape="1">
          <a:blip r:embed="rId5">
            <a:alphaModFix/>
          </a:blip>
          <a:srcRect b="0" l="20503" r="20965" t="0"/>
          <a:stretch/>
        </p:blipFill>
        <p:spPr>
          <a:xfrm>
            <a:off x="5717568" y="1606700"/>
            <a:ext cx="3139627" cy="3576134"/>
          </a:xfrm>
          <a:prstGeom prst="rect">
            <a:avLst/>
          </a:prstGeom>
          <a:noFill/>
          <a:ln>
            <a:noFill/>
          </a:ln>
        </p:spPr>
      </p:pic>
      <p:pic>
        <p:nvPicPr>
          <p:cNvPr id="1659" name="Google Shape;1659;p208"/>
          <p:cNvPicPr preferRelativeResize="0"/>
          <p:nvPr/>
        </p:nvPicPr>
        <p:blipFill>
          <a:blip r:embed="rId6">
            <a:alphaModFix/>
          </a:blip>
          <a:stretch>
            <a:fillRect/>
          </a:stretch>
        </p:blipFill>
        <p:spPr>
          <a:xfrm>
            <a:off x="248665" y="323564"/>
            <a:ext cx="408575" cy="347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209"/>
          <p:cNvSpPr txBox="1"/>
          <p:nvPr/>
        </p:nvSpPr>
        <p:spPr>
          <a:xfrm>
            <a:off x="7373000" y="1968250"/>
            <a:ext cx="1750800" cy="2467800"/>
          </a:xfrm>
          <a:prstGeom prst="rect">
            <a:avLst/>
          </a:prstGeom>
          <a:solidFill>
            <a:schemeClr val="accen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1500">
              <a:solidFill>
                <a:schemeClr val="dk2"/>
              </a:solidFill>
              <a:latin typeface="Roboto"/>
              <a:ea typeface="Roboto"/>
              <a:cs typeface="Roboto"/>
              <a:sym typeface="Roboto"/>
            </a:endParaRPr>
          </a:p>
          <a:p>
            <a:pPr indent="0" lvl="0" marL="0" rtl="0" algn="ctr">
              <a:spcBef>
                <a:spcPts val="800"/>
              </a:spcBef>
              <a:spcAft>
                <a:spcPts val="0"/>
              </a:spcAft>
              <a:buNone/>
            </a:pPr>
            <a:r>
              <a:t/>
            </a:r>
            <a:endParaRPr b="1" sz="1500">
              <a:solidFill>
                <a:schemeClr val="dk2"/>
              </a:solidFill>
              <a:latin typeface="Roboto"/>
              <a:ea typeface="Roboto"/>
              <a:cs typeface="Roboto"/>
              <a:sym typeface="Roboto"/>
            </a:endParaRPr>
          </a:p>
          <a:p>
            <a:pPr indent="0" lvl="0" marL="0" rtl="0" algn="ctr">
              <a:spcBef>
                <a:spcPts val="800"/>
              </a:spcBef>
              <a:spcAft>
                <a:spcPts val="800"/>
              </a:spcAft>
              <a:buNone/>
            </a:pPr>
            <a:r>
              <a:rPr b="1" lang="en" sz="1500">
                <a:solidFill>
                  <a:schemeClr val="dk2"/>
                </a:solidFill>
                <a:latin typeface="Roboto"/>
                <a:ea typeface="Roboto"/>
                <a:cs typeface="Roboto"/>
                <a:sym typeface="Roboto"/>
              </a:rPr>
              <a:t>BONUS</a:t>
            </a:r>
            <a:br>
              <a:rPr b="1"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After the interview, send the interviewer the answer to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the question you didn’t know.</a:t>
            </a:r>
            <a:endParaRPr sz="1500">
              <a:solidFill>
                <a:schemeClr val="dk2"/>
              </a:solidFill>
              <a:latin typeface="Roboto"/>
              <a:ea typeface="Roboto"/>
              <a:cs typeface="Roboto"/>
              <a:sym typeface="Roboto"/>
            </a:endParaRPr>
          </a:p>
        </p:txBody>
      </p:sp>
      <p:sp>
        <p:nvSpPr>
          <p:cNvPr id="1665" name="Google Shape;1665;p209"/>
          <p:cNvSpPr txBox="1"/>
          <p:nvPr/>
        </p:nvSpPr>
        <p:spPr>
          <a:xfrm>
            <a:off x="-6000" y="4786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1666" name="Google Shape;1666;p209"/>
          <p:cNvSpPr txBox="1"/>
          <p:nvPr/>
        </p:nvSpPr>
        <p:spPr>
          <a:xfrm>
            <a:off x="347250" y="1274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Basic Technical Questions</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a:solidFill>
                <a:srgbClr val="2E5E73"/>
              </a:solidFill>
              <a:latin typeface="Roboto"/>
              <a:ea typeface="Roboto"/>
              <a:cs typeface="Roboto"/>
              <a:sym typeface="Roboto"/>
            </a:endParaRPr>
          </a:p>
        </p:txBody>
      </p:sp>
      <p:sp>
        <p:nvSpPr>
          <p:cNvPr id="1667" name="Google Shape;1667;p209"/>
          <p:cNvSpPr txBox="1"/>
          <p:nvPr>
            <p:ph idx="1" type="body"/>
          </p:nvPr>
        </p:nvSpPr>
        <p:spPr>
          <a:xfrm>
            <a:off x="0" y="755000"/>
            <a:ext cx="7393200" cy="4272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When answering these questions:</a:t>
            </a:r>
            <a:endParaRPr/>
          </a:p>
        </p:txBody>
      </p:sp>
      <p:pic>
        <p:nvPicPr>
          <p:cNvPr id="1668" name="Google Shape;1668;p209"/>
          <p:cNvPicPr preferRelativeResize="0"/>
          <p:nvPr/>
        </p:nvPicPr>
        <p:blipFill rotWithShape="1">
          <a:blip r:embed="rId3">
            <a:alphaModFix/>
          </a:blip>
          <a:srcRect b="-2871" l="-2487" r="-2027" t="-3863"/>
          <a:stretch/>
        </p:blipFill>
        <p:spPr>
          <a:xfrm>
            <a:off x="156625" y="755000"/>
            <a:ext cx="7001951" cy="4037074"/>
          </a:xfrm>
          <a:prstGeom prst="rect">
            <a:avLst/>
          </a:prstGeom>
          <a:noFill/>
          <a:ln>
            <a:noFill/>
          </a:ln>
        </p:spPr>
      </p:pic>
      <p:sp>
        <p:nvSpPr>
          <p:cNvPr id="1669" name="Google Shape;1669;p209"/>
          <p:cNvSpPr txBox="1"/>
          <p:nvPr/>
        </p:nvSpPr>
        <p:spPr>
          <a:xfrm>
            <a:off x="457200" y="2425025"/>
            <a:ext cx="2907900" cy="73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chemeClr val="dk2"/>
                </a:solidFill>
                <a:latin typeface="Roboto"/>
                <a:ea typeface="Roboto"/>
                <a:cs typeface="Roboto"/>
                <a:sym typeface="Roboto"/>
              </a:rPr>
              <a:t>It is acceptable and recommended</a:t>
            </a:r>
            <a:r>
              <a:rPr lang="en" sz="1500">
                <a:solidFill>
                  <a:schemeClr val="dk2"/>
                </a:solidFill>
                <a:latin typeface="Roboto"/>
                <a:ea typeface="Roboto"/>
                <a:cs typeface="Roboto"/>
                <a:sym typeface="Roboto"/>
              </a:rPr>
              <a:t> to recite back the question before answering.</a:t>
            </a:r>
            <a:endParaRPr sz="1500">
              <a:solidFill>
                <a:schemeClr val="dk2"/>
              </a:solidFill>
              <a:latin typeface="Roboto"/>
              <a:ea typeface="Roboto"/>
              <a:cs typeface="Roboto"/>
              <a:sym typeface="Roboto"/>
            </a:endParaRPr>
          </a:p>
        </p:txBody>
      </p:sp>
      <p:sp>
        <p:nvSpPr>
          <p:cNvPr id="1670" name="Google Shape;1670;p209"/>
          <p:cNvSpPr txBox="1"/>
          <p:nvPr/>
        </p:nvSpPr>
        <p:spPr>
          <a:xfrm>
            <a:off x="4195125" y="1289225"/>
            <a:ext cx="3103500" cy="113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500">
                <a:solidFill>
                  <a:schemeClr val="dk2"/>
                </a:solidFill>
                <a:latin typeface="Roboto"/>
                <a:ea typeface="Roboto"/>
                <a:cs typeface="Roboto"/>
                <a:sym typeface="Roboto"/>
              </a:rPr>
              <a:t>Answer the question and provide additional details if you can.</a:t>
            </a:r>
            <a:endParaRPr b="1" sz="1500">
              <a:solidFill>
                <a:schemeClr val="dk2"/>
              </a:solidFill>
              <a:latin typeface="Roboto"/>
              <a:ea typeface="Roboto"/>
              <a:cs typeface="Roboto"/>
              <a:sym typeface="Roboto"/>
            </a:endParaRPr>
          </a:p>
          <a:p>
            <a:pPr indent="0" lvl="0" marL="0" rtl="0" algn="l">
              <a:spcBef>
                <a:spcPts val="400"/>
              </a:spcBef>
              <a:spcAft>
                <a:spcPts val="1000"/>
              </a:spcAft>
              <a:buNone/>
            </a:pPr>
            <a:r>
              <a:rPr lang="en" sz="1500">
                <a:solidFill>
                  <a:schemeClr val="dk2"/>
                </a:solidFill>
                <a:latin typeface="Roboto"/>
                <a:ea typeface="Roboto"/>
                <a:cs typeface="Roboto"/>
                <a:sym typeface="Roboto"/>
              </a:rPr>
              <a:t>We’ll cover the difference between basic and detailed responses next.</a:t>
            </a:r>
            <a:r>
              <a:rPr lang="en" sz="1500">
                <a:solidFill>
                  <a:schemeClr val="dk2"/>
                </a:solidFill>
                <a:latin typeface="Roboto"/>
                <a:ea typeface="Roboto"/>
                <a:cs typeface="Roboto"/>
                <a:sym typeface="Roboto"/>
              </a:rPr>
              <a:t> </a:t>
            </a:r>
            <a:endParaRPr sz="1500">
              <a:solidFill>
                <a:schemeClr val="dk2"/>
              </a:solidFill>
              <a:latin typeface="Roboto"/>
              <a:ea typeface="Roboto"/>
              <a:cs typeface="Roboto"/>
              <a:sym typeface="Roboto"/>
            </a:endParaRPr>
          </a:p>
        </p:txBody>
      </p:sp>
      <p:sp>
        <p:nvSpPr>
          <p:cNvPr id="1671" name="Google Shape;1671;p209"/>
          <p:cNvSpPr txBox="1"/>
          <p:nvPr/>
        </p:nvSpPr>
        <p:spPr>
          <a:xfrm>
            <a:off x="4195125" y="3241375"/>
            <a:ext cx="3103500" cy="106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chemeClr val="dk2"/>
                </a:solidFill>
                <a:latin typeface="Roboto"/>
                <a:ea typeface="Roboto"/>
                <a:cs typeface="Roboto"/>
                <a:sym typeface="Roboto"/>
              </a:rPr>
              <a:t>If you do not know the answer, be truthful and say that. </a:t>
            </a:r>
            <a:endParaRPr b="1" sz="1500">
              <a:solidFill>
                <a:schemeClr val="dk2"/>
              </a:solidFill>
              <a:latin typeface="Roboto"/>
              <a:ea typeface="Roboto"/>
              <a:cs typeface="Roboto"/>
              <a:sym typeface="Roboto"/>
            </a:endParaRPr>
          </a:p>
          <a:p>
            <a:pPr indent="0" lvl="0" marL="0" rtl="0" algn="l">
              <a:spcBef>
                <a:spcPts val="400"/>
              </a:spcBef>
              <a:spcAft>
                <a:spcPts val="1000"/>
              </a:spcAft>
              <a:buNone/>
            </a:pPr>
            <a:r>
              <a:rPr lang="en" sz="1500">
                <a:solidFill>
                  <a:schemeClr val="dk2"/>
                </a:solidFill>
                <a:latin typeface="Roboto"/>
                <a:ea typeface="Roboto"/>
                <a:cs typeface="Roboto"/>
                <a:sym typeface="Roboto"/>
              </a:rPr>
              <a:t>Explain how you would research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the answer.</a:t>
            </a:r>
            <a:endParaRPr sz="1500">
              <a:solidFill>
                <a:schemeClr val="dk2"/>
              </a:solidFill>
              <a:latin typeface="Roboto"/>
              <a:ea typeface="Roboto"/>
              <a:cs typeface="Roboto"/>
              <a:sym typeface="Roboto"/>
            </a:endParaRPr>
          </a:p>
        </p:txBody>
      </p:sp>
      <p:pic>
        <p:nvPicPr>
          <p:cNvPr id="1672" name="Google Shape;1672;p209"/>
          <p:cNvPicPr preferRelativeResize="0"/>
          <p:nvPr/>
        </p:nvPicPr>
        <p:blipFill>
          <a:blip r:embed="rId4">
            <a:alphaModFix/>
          </a:blip>
          <a:stretch>
            <a:fillRect/>
          </a:stretch>
        </p:blipFill>
        <p:spPr>
          <a:xfrm>
            <a:off x="7942089" y="2002777"/>
            <a:ext cx="706371" cy="669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pic>
        <p:nvPicPr>
          <p:cNvPr id="1677" name="Google Shape;1677;p210"/>
          <p:cNvPicPr preferRelativeResize="0"/>
          <p:nvPr/>
        </p:nvPicPr>
        <p:blipFill rotWithShape="1">
          <a:blip r:embed="rId3">
            <a:alphaModFix/>
          </a:blip>
          <a:srcRect b="52958" l="0" r="10746" t="-3018"/>
          <a:stretch/>
        </p:blipFill>
        <p:spPr>
          <a:xfrm>
            <a:off x="5731736" y="3456400"/>
            <a:ext cx="2138228" cy="1687088"/>
          </a:xfrm>
          <a:prstGeom prst="rect">
            <a:avLst/>
          </a:prstGeom>
          <a:noFill/>
          <a:ln>
            <a:noFill/>
          </a:ln>
        </p:spPr>
      </p:pic>
      <p:pic>
        <p:nvPicPr>
          <p:cNvPr id="1678" name="Google Shape;1678;p210"/>
          <p:cNvPicPr preferRelativeResize="0"/>
          <p:nvPr/>
        </p:nvPicPr>
        <p:blipFill rotWithShape="1">
          <a:blip r:embed="rId4">
            <a:alphaModFix/>
          </a:blip>
          <a:srcRect b="17938" l="4000" r="-4000" t="3795"/>
          <a:stretch/>
        </p:blipFill>
        <p:spPr>
          <a:xfrm>
            <a:off x="1172348" y="3571813"/>
            <a:ext cx="2175012" cy="1571686"/>
          </a:xfrm>
          <a:prstGeom prst="rect">
            <a:avLst/>
          </a:prstGeom>
          <a:noFill/>
          <a:ln>
            <a:noFill/>
          </a:ln>
        </p:spPr>
      </p:pic>
      <p:pic>
        <p:nvPicPr>
          <p:cNvPr id="1679" name="Google Shape;1679;p210"/>
          <p:cNvPicPr preferRelativeResize="0"/>
          <p:nvPr/>
        </p:nvPicPr>
        <p:blipFill rotWithShape="1">
          <a:blip r:embed="rId5">
            <a:alphaModFix/>
          </a:blip>
          <a:srcRect b="0" l="0" r="0" t="0"/>
          <a:stretch/>
        </p:blipFill>
        <p:spPr>
          <a:xfrm>
            <a:off x="4267038" y="878250"/>
            <a:ext cx="827470" cy="3662574"/>
          </a:xfrm>
          <a:prstGeom prst="rect">
            <a:avLst/>
          </a:prstGeom>
          <a:noFill/>
          <a:ln>
            <a:noFill/>
          </a:ln>
        </p:spPr>
      </p:pic>
      <p:sp>
        <p:nvSpPr>
          <p:cNvPr id="1680" name="Google Shape;1680;p210"/>
          <p:cNvSpPr txBox="1"/>
          <p:nvPr/>
        </p:nvSpPr>
        <p:spPr>
          <a:xfrm>
            <a:off x="4466800" y="1757100"/>
            <a:ext cx="4429500" cy="2544600"/>
          </a:xfrm>
          <a:prstGeom prst="rect">
            <a:avLst/>
          </a:prstGeom>
          <a:noFill/>
          <a:ln>
            <a:noFill/>
          </a:ln>
        </p:spPr>
        <p:txBody>
          <a:bodyPr anchorCtr="0" anchor="t" bIns="0" lIns="457200" spcFirstLastPara="1" rIns="457200" wrap="square" tIns="0">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TCP is connection-oriented and UDP is connectionless. TCP works well for applications that require high reliability, while UDP works well for applications that prefer higher speed over reliability, such as video games or video streaming.</a:t>
            </a:r>
            <a:endParaRPr sz="1600">
              <a:solidFill>
                <a:schemeClr val="dk2"/>
              </a:solidFill>
              <a:latin typeface="Roboto"/>
              <a:ea typeface="Roboto"/>
              <a:cs typeface="Roboto"/>
              <a:sym typeface="Roboto"/>
            </a:endParaRPr>
          </a:p>
        </p:txBody>
      </p:sp>
      <p:sp>
        <p:nvSpPr>
          <p:cNvPr id="1681" name="Google Shape;1681;p210"/>
          <p:cNvSpPr txBox="1"/>
          <p:nvPr/>
        </p:nvSpPr>
        <p:spPr>
          <a:xfrm>
            <a:off x="-12300" y="1754850"/>
            <a:ext cx="3848100" cy="2544600"/>
          </a:xfrm>
          <a:prstGeom prst="rect">
            <a:avLst/>
          </a:prstGeom>
          <a:noFill/>
          <a:ln>
            <a:noFill/>
          </a:ln>
        </p:spPr>
        <p:txBody>
          <a:bodyPr anchorCtr="0" anchor="t" bIns="0" lIns="457200" spcFirstLastPara="1" rIns="457200" wrap="square" tIns="0">
            <a:noAutofit/>
          </a:bodyPr>
          <a:lstStyle/>
          <a:p>
            <a:pPr indent="0" lvl="0" marL="0" rtl="0" algn="l">
              <a:spcBef>
                <a:spcPts val="1000"/>
              </a:spcBef>
              <a:spcAft>
                <a:spcPts val="0"/>
              </a:spcAft>
              <a:buNone/>
            </a:pPr>
            <a:r>
              <a:rPr lang="en" sz="1600">
                <a:solidFill>
                  <a:schemeClr val="dk2"/>
                </a:solidFill>
                <a:latin typeface="Roboto"/>
                <a:ea typeface="Roboto"/>
                <a:cs typeface="Roboto"/>
                <a:sym typeface="Roboto"/>
              </a:rPr>
              <a:t>TCP is connection-oriented and UDP is connectionless.</a:t>
            </a:r>
            <a:endParaRPr sz="1600">
              <a:solidFill>
                <a:schemeClr val="dk2"/>
              </a:solidFill>
              <a:latin typeface="Roboto"/>
              <a:ea typeface="Roboto"/>
              <a:cs typeface="Roboto"/>
              <a:sym typeface="Roboto"/>
            </a:endParaRPr>
          </a:p>
        </p:txBody>
      </p:sp>
      <p:grpSp>
        <p:nvGrpSpPr>
          <p:cNvPr id="1682" name="Google Shape;1682;p210"/>
          <p:cNvGrpSpPr/>
          <p:nvPr/>
        </p:nvGrpSpPr>
        <p:grpSpPr>
          <a:xfrm>
            <a:off x="457150" y="1024088"/>
            <a:ext cx="3848100" cy="532825"/>
            <a:chOff x="457150" y="768450"/>
            <a:chExt cx="3848100" cy="532825"/>
          </a:xfrm>
        </p:grpSpPr>
        <p:sp>
          <p:nvSpPr>
            <p:cNvPr id="1683" name="Google Shape;1683;p210"/>
            <p:cNvSpPr/>
            <p:nvPr/>
          </p:nvSpPr>
          <p:spPr>
            <a:xfrm>
              <a:off x="457150" y="768450"/>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Basic Answer</a:t>
              </a:r>
              <a:endParaRPr>
                <a:latin typeface="Roboto"/>
                <a:ea typeface="Roboto"/>
                <a:cs typeface="Roboto"/>
                <a:sym typeface="Roboto"/>
              </a:endParaRPr>
            </a:p>
          </p:txBody>
        </p:sp>
        <p:sp>
          <p:nvSpPr>
            <p:cNvPr id="1684" name="Google Shape;1684;p210"/>
            <p:cNvSpPr/>
            <p:nvPr/>
          </p:nvSpPr>
          <p:spPr>
            <a:xfrm rot="10800000">
              <a:off x="645075" y="1212475"/>
              <a:ext cx="157800" cy="88800"/>
            </a:xfrm>
            <a:prstGeom prst="triangle">
              <a:avLst>
                <a:gd fmla="val 50000"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grpSp>
        <p:nvGrpSpPr>
          <p:cNvPr id="1685" name="Google Shape;1685;p210"/>
          <p:cNvGrpSpPr/>
          <p:nvPr/>
        </p:nvGrpSpPr>
        <p:grpSpPr>
          <a:xfrm>
            <a:off x="4876800" y="1024088"/>
            <a:ext cx="3848100" cy="532825"/>
            <a:chOff x="457150" y="768450"/>
            <a:chExt cx="3848100" cy="532825"/>
          </a:xfrm>
        </p:grpSpPr>
        <p:sp>
          <p:nvSpPr>
            <p:cNvPr id="1686" name="Google Shape;1686;p210"/>
            <p:cNvSpPr/>
            <p:nvPr/>
          </p:nvSpPr>
          <p:spPr>
            <a:xfrm>
              <a:off x="457150" y="768450"/>
              <a:ext cx="3848100" cy="4767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Detailed Answer</a:t>
              </a:r>
              <a:endParaRPr>
                <a:latin typeface="Roboto"/>
                <a:ea typeface="Roboto"/>
                <a:cs typeface="Roboto"/>
                <a:sym typeface="Roboto"/>
              </a:endParaRPr>
            </a:p>
          </p:txBody>
        </p:sp>
        <p:sp>
          <p:nvSpPr>
            <p:cNvPr id="1687" name="Google Shape;1687;p210"/>
            <p:cNvSpPr/>
            <p:nvPr/>
          </p:nvSpPr>
          <p:spPr>
            <a:xfrm rot="10800000">
              <a:off x="645075" y="1212475"/>
              <a:ext cx="157800" cy="888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688" name="Google Shape;1688;p210"/>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Basic Technical Sample Question</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What is the difference between TCP and UDP?</a:t>
            </a:r>
            <a:endParaRPr sz="1800">
              <a:solidFill>
                <a:schemeClr val="dk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pic>
        <p:nvPicPr>
          <p:cNvPr id="1693" name="Google Shape;1693;p211"/>
          <p:cNvPicPr preferRelativeResize="0"/>
          <p:nvPr/>
        </p:nvPicPr>
        <p:blipFill rotWithShape="1">
          <a:blip r:embed="rId3">
            <a:alphaModFix/>
          </a:blip>
          <a:srcRect b="0" l="0" r="0" t="0"/>
          <a:stretch/>
        </p:blipFill>
        <p:spPr>
          <a:xfrm>
            <a:off x="2714413" y="878250"/>
            <a:ext cx="827470" cy="3662574"/>
          </a:xfrm>
          <a:prstGeom prst="rect">
            <a:avLst/>
          </a:prstGeom>
          <a:noFill/>
          <a:ln>
            <a:noFill/>
          </a:ln>
        </p:spPr>
      </p:pic>
      <p:sp>
        <p:nvSpPr>
          <p:cNvPr id="1694" name="Google Shape;1694;p211"/>
          <p:cNvSpPr txBox="1"/>
          <p:nvPr/>
        </p:nvSpPr>
        <p:spPr>
          <a:xfrm>
            <a:off x="2924175" y="1757100"/>
            <a:ext cx="6096600" cy="1934400"/>
          </a:xfrm>
          <a:prstGeom prst="rect">
            <a:avLst/>
          </a:prstGeom>
          <a:noFill/>
          <a:ln>
            <a:noFill/>
          </a:ln>
        </p:spPr>
        <p:txBody>
          <a:bodyPr anchorCtr="0" anchor="t" bIns="0" lIns="457200" spcFirstLastPara="1" rIns="274300" wrap="square" tIns="0">
            <a:noAutofit/>
          </a:bodyPr>
          <a:lstStyle/>
          <a:p>
            <a:pPr indent="0" lvl="0" marL="0" rtl="0" algn="l">
              <a:spcBef>
                <a:spcPts val="0"/>
              </a:spcBef>
              <a:spcAft>
                <a:spcPts val="0"/>
              </a:spcAft>
              <a:buNone/>
            </a:pPr>
            <a:r>
              <a:rPr lang="en">
                <a:solidFill>
                  <a:srgbClr val="082D49"/>
                </a:solidFill>
                <a:latin typeface="Roboto"/>
                <a:ea typeface="Roboto"/>
                <a:cs typeface="Roboto"/>
                <a:sym typeface="Roboto"/>
              </a:rPr>
              <a:t>Data in motion is data that is transferred on the network between machines, or "live on the wire." Data at rest is data that is being stored on a static file system, such as a hard drive or database. Encrypting data in motion typically requires faster algorithms than encrypting data at rest. When data is transferred between machines, slow algorithms manifest as high latency (i.e., long transfer times). Reducing latency requires using faster algorithms. For this reason, protocols like SSL/TLS use symmetric encryption for the main data transfer and avoid slower asymmetric methods.</a:t>
            </a:r>
            <a:endParaRPr>
              <a:solidFill>
                <a:srgbClr val="082D49"/>
              </a:solidFill>
              <a:latin typeface="Roboto"/>
              <a:ea typeface="Roboto"/>
              <a:cs typeface="Roboto"/>
              <a:sym typeface="Roboto"/>
            </a:endParaRPr>
          </a:p>
        </p:txBody>
      </p:sp>
      <p:sp>
        <p:nvSpPr>
          <p:cNvPr id="1695" name="Google Shape;1695;p211"/>
          <p:cNvSpPr txBox="1"/>
          <p:nvPr/>
        </p:nvSpPr>
        <p:spPr>
          <a:xfrm>
            <a:off x="-12300" y="1754850"/>
            <a:ext cx="2936400" cy="1934400"/>
          </a:xfrm>
          <a:prstGeom prst="rect">
            <a:avLst/>
          </a:prstGeom>
          <a:noFill/>
          <a:ln>
            <a:noFill/>
          </a:ln>
        </p:spPr>
        <p:txBody>
          <a:bodyPr anchorCtr="0" anchor="t" bIns="0" lIns="457200" spcFirstLastPara="1" rIns="274300" wrap="square" tIns="0">
            <a:noAutofit/>
          </a:bodyPr>
          <a:lstStyle/>
          <a:p>
            <a:pPr indent="0" lvl="0" marL="0" rtl="0" algn="l">
              <a:spcBef>
                <a:spcPts val="1000"/>
              </a:spcBef>
              <a:spcAft>
                <a:spcPts val="0"/>
              </a:spcAft>
              <a:buNone/>
            </a:pPr>
            <a:r>
              <a:rPr lang="en">
                <a:solidFill>
                  <a:schemeClr val="dk2"/>
                </a:solidFill>
                <a:latin typeface="Roboto"/>
                <a:ea typeface="Roboto"/>
                <a:cs typeface="Roboto"/>
                <a:sym typeface="Roboto"/>
              </a:rPr>
              <a:t>Data in motion is data that is transferred on the network between machines, or “live on the wire.” </a:t>
            </a:r>
            <a:endParaRPr>
              <a:solidFill>
                <a:schemeClr val="dk2"/>
              </a:solidFill>
              <a:latin typeface="Roboto"/>
              <a:ea typeface="Roboto"/>
              <a:cs typeface="Roboto"/>
              <a:sym typeface="Roboto"/>
            </a:endParaRPr>
          </a:p>
          <a:p>
            <a:pPr indent="0" lvl="0" marL="0" rtl="0" algn="l">
              <a:spcBef>
                <a:spcPts val="1000"/>
              </a:spcBef>
              <a:spcAft>
                <a:spcPts val="0"/>
              </a:spcAft>
              <a:buNone/>
            </a:pPr>
            <a:r>
              <a:rPr lang="en">
                <a:solidFill>
                  <a:schemeClr val="dk2"/>
                </a:solidFill>
                <a:latin typeface="Roboto"/>
                <a:ea typeface="Roboto"/>
                <a:cs typeface="Roboto"/>
                <a:sym typeface="Roboto"/>
              </a:rPr>
              <a:t>Data at rest is data that is being stored on a static file system, such as a hard drive or database.</a:t>
            </a:r>
            <a:endParaRPr>
              <a:solidFill>
                <a:schemeClr val="dk2"/>
              </a:solidFill>
              <a:latin typeface="Roboto"/>
              <a:ea typeface="Roboto"/>
              <a:cs typeface="Roboto"/>
              <a:sym typeface="Roboto"/>
            </a:endParaRPr>
          </a:p>
        </p:txBody>
      </p:sp>
      <p:grpSp>
        <p:nvGrpSpPr>
          <p:cNvPr id="1696" name="Google Shape;1696;p211"/>
          <p:cNvGrpSpPr/>
          <p:nvPr/>
        </p:nvGrpSpPr>
        <p:grpSpPr>
          <a:xfrm>
            <a:off x="457129" y="1024100"/>
            <a:ext cx="2257295" cy="532825"/>
            <a:chOff x="457150" y="768450"/>
            <a:chExt cx="3848100" cy="532825"/>
          </a:xfrm>
        </p:grpSpPr>
        <p:sp>
          <p:nvSpPr>
            <p:cNvPr id="1697" name="Google Shape;1697;p211"/>
            <p:cNvSpPr/>
            <p:nvPr/>
          </p:nvSpPr>
          <p:spPr>
            <a:xfrm>
              <a:off x="457150" y="768450"/>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Basic Answer</a:t>
              </a:r>
              <a:endParaRPr>
                <a:latin typeface="Roboto"/>
                <a:ea typeface="Roboto"/>
                <a:cs typeface="Roboto"/>
                <a:sym typeface="Roboto"/>
              </a:endParaRPr>
            </a:p>
          </p:txBody>
        </p:sp>
        <p:sp>
          <p:nvSpPr>
            <p:cNvPr id="1698" name="Google Shape;1698;p211"/>
            <p:cNvSpPr/>
            <p:nvPr/>
          </p:nvSpPr>
          <p:spPr>
            <a:xfrm rot="10800000">
              <a:off x="645075" y="1212475"/>
              <a:ext cx="157800" cy="88800"/>
            </a:xfrm>
            <a:prstGeom prst="triangle">
              <a:avLst>
                <a:gd fmla="val 50000"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grpSp>
        <p:nvGrpSpPr>
          <p:cNvPr id="1699" name="Google Shape;1699;p211"/>
          <p:cNvGrpSpPr/>
          <p:nvPr/>
        </p:nvGrpSpPr>
        <p:grpSpPr>
          <a:xfrm>
            <a:off x="3360900" y="1024100"/>
            <a:ext cx="5421300" cy="532813"/>
            <a:chOff x="457150" y="768463"/>
            <a:chExt cx="5421300" cy="532813"/>
          </a:xfrm>
        </p:grpSpPr>
        <p:sp>
          <p:nvSpPr>
            <p:cNvPr id="1700" name="Google Shape;1700;p211"/>
            <p:cNvSpPr/>
            <p:nvPr/>
          </p:nvSpPr>
          <p:spPr>
            <a:xfrm>
              <a:off x="457150" y="768463"/>
              <a:ext cx="5421300" cy="4767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Detailed Answer</a:t>
              </a:r>
              <a:endParaRPr>
                <a:latin typeface="Roboto"/>
                <a:ea typeface="Roboto"/>
                <a:cs typeface="Roboto"/>
                <a:sym typeface="Roboto"/>
              </a:endParaRPr>
            </a:p>
          </p:txBody>
        </p:sp>
        <p:sp>
          <p:nvSpPr>
            <p:cNvPr id="1701" name="Google Shape;1701;p211"/>
            <p:cNvSpPr/>
            <p:nvPr/>
          </p:nvSpPr>
          <p:spPr>
            <a:xfrm rot="10800000">
              <a:off x="645075" y="1212475"/>
              <a:ext cx="157800" cy="888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702" name="Google Shape;1702;p211"/>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Basic Technical Sample Question</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700">
                <a:solidFill>
                  <a:schemeClr val="dk2"/>
                </a:solidFill>
                <a:latin typeface="Roboto"/>
                <a:ea typeface="Roboto"/>
                <a:cs typeface="Roboto"/>
                <a:sym typeface="Roboto"/>
              </a:rPr>
              <a:t>What is the difference between data in motion and data at rest in terms of security?</a:t>
            </a:r>
            <a:endParaRPr sz="1700">
              <a:solidFill>
                <a:schemeClr val="dk2"/>
              </a:solidFill>
              <a:latin typeface="Roboto"/>
              <a:ea typeface="Roboto"/>
              <a:cs typeface="Roboto"/>
              <a:sym typeface="Roboto"/>
            </a:endParaRPr>
          </a:p>
        </p:txBody>
      </p:sp>
      <p:pic>
        <p:nvPicPr>
          <p:cNvPr id="1703" name="Google Shape;1703;p211"/>
          <p:cNvPicPr preferRelativeResize="0"/>
          <p:nvPr/>
        </p:nvPicPr>
        <p:blipFill rotWithShape="1">
          <a:blip r:embed="rId4">
            <a:alphaModFix/>
          </a:blip>
          <a:srcRect b="43313" l="-2994" r="17677" t="0"/>
          <a:stretch/>
        </p:blipFill>
        <p:spPr>
          <a:xfrm>
            <a:off x="5223214" y="3689249"/>
            <a:ext cx="1498499" cy="1454248"/>
          </a:xfrm>
          <a:prstGeom prst="rect">
            <a:avLst/>
          </a:prstGeom>
          <a:noFill/>
          <a:ln>
            <a:noFill/>
          </a:ln>
        </p:spPr>
      </p:pic>
      <p:pic>
        <p:nvPicPr>
          <p:cNvPr id="1704" name="Google Shape;1704;p211"/>
          <p:cNvPicPr preferRelativeResize="0"/>
          <p:nvPr/>
        </p:nvPicPr>
        <p:blipFill rotWithShape="1">
          <a:blip r:embed="rId5">
            <a:alphaModFix/>
          </a:blip>
          <a:srcRect b="38487" l="-1670" r="7268" t="-1519"/>
          <a:stretch/>
        </p:blipFill>
        <p:spPr>
          <a:xfrm>
            <a:off x="844650" y="3689249"/>
            <a:ext cx="1482240" cy="145424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pic>
        <p:nvPicPr>
          <p:cNvPr id="1709" name="Google Shape;1709;p212"/>
          <p:cNvPicPr preferRelativeResize="0"/>
          <p:nvPr/>
        </p:nvPicPr>
        <p:blipFill rotWithShape="1">
          <a:blip r:embed="rId3">
            <a:alphaModFix/>
          </a:blip>
          <a:srcRect b="0" l="0" r="0" t="0"/>
          <a:stretch/>
        </p:blipFill>
        <p:spPr>
          <a:xfrm>
            <a:off x="4267038" y="878250"/>
            <a:ext cx="827470" cy="3662574"/>
          </a:xfrm>
          <a:prstGeom prst="rect">
            <a:avLst/>
          </a:prstGeom>
          <a:noFill/>
          <a:ln>
            <a:noFill/>
          </a:ln>
        </p:spPr>
      </p:pic>
      <p:sp>
        <p:nvSpPr>
          <p:cNvPr id="1710" name="Google Shape;1710;p212"/>
          <p:cNvSpPr txBox="1"/>
          <p:nvPr/>
        </p:nvSpPr>
        <p:spPr>
          <a:xfrm>
            <a:off x="4466800" y="1757100"/>
            <a:ext cx="4429500" cy="2544600"/>
          </a:xfrm>
          <a:prstGeom prst="rect">
            <a:avLst/>
          </a:prstGeom>
          <a:noFill/>
          <a:ln>
            <a:noFill/>
          </a:ln>
        </p:spPr>
        <p:txBody>
          <a:bodyPr anchorCtr="0" anchor="t" bIns="0" lIns="457200" spcFirstLastPara="1" rIns="457200" wrap="square" tIns="0">
            <a:noAutofit/>
          </a:bodyPr>
          <a:lstStyle/>
          <a:p>
            <a:pPr indent="0" lvl="0" marL="0" rtl="0" algn="l">
              <a:spcBef>
                <a:spcPts val="0"/>
              </a:spcBef>
              <a:spcAft>
                <a:spcPts val="0"/>
              </a:spcAft>
              <a:buNone/>
            </a:pPr>
            <a:r>
              <a:rPr lang="en" sz="1800">
                <a:solidFill>
                  <a:srgbClr val="082D49"/>
                </a:solidFill>
                <a:latin typeface="Roboto"/>
                <a:ea typeface="Roboto"/>
                <a:cs typeface="Roboto"/>
                <a:sym typeface="Roboto"/>
              </a:rPr>
              <a:t>Two. Asymmetric encryption uses a public and private key. Each individual is required to have this two-key pair.</a:t>
            </a:r>
            <a:endParaRPr sz="1800">
              <a:solidFill>
                <a:srgbClr val="082D49"/>
              </a:solidFill>
              <a:latin typeface="Roboto"/>
              <a:ea typeface="Roboto"/>
              <a:cs typeface="Roboto"/>
              <a:sym typeface="Roboto"/>
            </a:endParaRPr>
          </a:p>
        </p:txBody>
      </p:sp>
      <p:sp>
        <p:nvSpPr>
          <p:cNvPr id="1711" name="Google Shape;1711;p212"/>
          <p:cNvSpPr txBox="1"/>
          <p:nvPr/>
        </p:nvSpPr>
        <p:spPr>
          <a:xfrm>
            <a:off x="-12300" y="1754850"/>
            <a:ext cx="3848100" cy="2544600"/>
          </a:xfrm>
          <a:prstGeom prst="rect">
            <a:avLst/>
          </a:prstGeom>
          <a:noFill/>
          <a:ln>
            <a:noFill/>
          </a:ln>
        </p:spPr>
        <p:txBody>
          <a:bodyPr anchorCtr="0" anchor="t" bIns="0" lIns="457200" spcFirstLastPara="1" rIns="457200" wrap="square" tIns="0">
            <a:noAutofit/>
          </a:bodyPr>
          <a:lstStyle/>
          <a:p>
            <a:pPr indent="0" lvl="0" marL="0" rtl="0" algn="l">
              <a:spcBef>
                <a:spcPts val="1000"/>
              </a:spcBef>
              <a:spcAft>
                <a:spcPts val="0"/>
              </a:spcAft>
              <a:buNone/>
            </a:pPr>
            <a:r>
              <a:rPr lang="en" sz="1800">
                <a:solidFill>
                  <a:schemeClr val="dk2"/>
                </a:solidFill>
                <a:latin typeface="Roboto"/>
                <a:ea typeface="Roboto"/>
                <a:cs typeface="Roboto"/>
                <a:sym typeface="Roboto"/>
              </a:rPr>
              <a:t>Two.</a:t>
            </a:r>
            <a:endParaRPr sz="1800">
              <a:solidFill>
                <a:schemeClr val="dk2"/>
              </a:solidFill>
              <a:latin typeface="Roboto"/>
              <a:ea typeface="Roboto"/>
              <a:cs typeface="Roboto"/>
              <a:sym typeface="Roboto"/>
            </a:endParaRPr>
          </a:p>
        </p:txBody>
      </p:sp>
      <p:grpSp>
        <p:nvGrpSpPr>
          <p:cNvPr id="1712" name="Google Shape;1712;p212"/>
          <p:cNvGrpSpPr/>
          <p:nvPr/>
        </p:nvGrpSpPr>
        <p:grpSpPr>
          <a:xfrm>
            <a:off x="457150" y="1024088"/>
            <a:ext cx="3848100" cy="532825"/>
            <a:chOff x="457150" y="768450"/>
            <a:chExt cx="3848100" cy="532825"/>
          </a:xfrm>
        </p:grpSpPr>
        <p:sp>
          <p:nvSpPr>
            <p:cNvPr id="1713" name="Google Shape;1713;p212"/>
            <p:cNvSpPr/>
            <p:nvPr/>
          </p:nvSpPr>
          <p:spPr>
            <a:xfrm>
              <a:off x="457150" y="768450"/>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Basic Answer</a:t>
              </a:r>
              <a:endParaRPr>
                <a:latin typeface="Roboto"/>
                <a:ea typeface="Roboto"/>
                <a:cs typeface="Roboto"/>
                <a:sym typeface="Roboto"/>
              </a:endParaRPr>
            </a:p>
          </p:txBody>
        </p:sp>
        <p:sp>
          <p:nvSpPr>
            <p:cNvPr id="1714" name="Google Shape;1714;p212"/>
            <p:cNvSpPr/>
            <p:nvPr/>
          </p:nvSpPr>
          <p:spPr>
            <a:xfrm rot="10800000">
              <a:off x="645075" y="1212475"/>
              <a:ext cx="157800" cy="88800"/>
            </a:xfrm>
            <a:prstGeom prst="triangle">
              <a:avLst>
                <a:gd fmla="val 50000"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grpSp>
        <p:nvGrpSpPr>
          <p:cNvPr id="1715" name="Google Shape;1715;p212"/>
          <p:cNvGrpSpPr/>
          <p:nvPr/>
        </p:nvGrpSpPr>
        <p:grpSpPr>
          <a:xfrm>
            <a:off x="4876800" y="1024088"/>
            <a:ext cx="3848100" cy="532825"/>
            <a:chOff x="457150" y="768450"/>
            <a:chExt cx="3848100" cy="532825"/>
          </a:xfrm>
        </p:grpSpPr>
        <p:sp>
          <p:nvSpPr>
            <p:cNvPr id="1716" name="Google Shape;1716;p212"/>
            <p:cNvSpPr/>
            <p:nvPr/>
          </p:nvSpPr>
          <p:spPr>
            <a:xfrm>
              <a:off x="457150" y="768450"/>
              <a:ext cx="3848100" cy="4767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Detailed Answer</a:t>
              </a:r>
              <a:endParaRPr>
                <a:latin typeface="Roboto"/>
                <a:ea typeface="Roboto"/>
                <a:cs typeface="Roboto"/>
                <a:sym typeface="Roboto"/>
              </a:endParaRPr>
            </a:p>
          </p:txBody>
        </p:sp>
        <p:sp>
          <p:nvSpPr>
            <p:cNvPr id="1717" name="Google Shape;1717;p212"/>
            <p:cNvSpPr/>
            <p:nvPr/>
          </p:nvSpPr>
          <p:spPr>
            <a:xfrm rot="10800000">
              <a:off x="645075" y="1212475"/>
              <a:ext cx="157800" cy="888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1718" name="Google Shape;1718;p212"/>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Basic Technical Sample Question</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How many keys does asymmetric encryption use?</a:t>
            </a:r>
            <a:endParaRPr sz="1800">
              <a:solidFill>
                <a:schemeClr val="dk2"/>
              </a:solidFill>
              <a:latin typeface="Roboto"/>
              <a:ea typeface="Roboto"/>
              <a:cs typeface="Roboto"/>
              <a:sym typeface="Roboto"/>
            </a:endParaRPr>
          </a:p>
        </p:txBody>
      </p:sp>
      <p:pic>
        <p:nvPicPr>
          <p:cNvPr id="1719" name="Google Shape;1719;p212"/>
          <p:cNvPicPr preferRelativeResize="0"/>
          <p:nvPr/>
        </p:nvPicPr>
        <p:blipFill rotWithShape="1">
          <a:blip r:embed="rId4">
            <a:alphaModFix/>
          </a:blip>
          <a:srcRect b="41139" l="0" r="0" t="6259"/>
          <a:stretch/>
        </p:blipFill>
        <p:spPr>
          <a:xfrm>
            <a:off x="5451315" y="3013850"/>
            <a:ext cx="2699061" cy="2129648"/>
          </a:xfrm>
          <a:prstGeom prst="rect">
            <a:avLst/>
          </a:prstGeom>
          <a:noFill/>
          <a:ln>
            <a:noFill/>
          </a:ln>
        </p:spPr>
      </p:pic>
      <p:pic>
        <p:nvPicPr>
          <p:cNvPr id="1720" name="Google Shape;1720;p212"/>
          <p:cNvPicPr preferRelativeResize="0"/>
          <p:nvPr/>
        </p:nvPicPr>
        <p:blipFill rotWithShape="1">
          <a:blip r:embed="rId5">
            <a:alphaModFix/>
          </a:blip>
          <a:srcRect b="34511" l="-4799" r="11602" t="7467"/>
          <a:stretch/>
        </p:blipFill>
        <p:spPr>
          <a:xfrm>
            <a:off x="985090" y="3013846"/>
            <a:ext cx="2792226" cy="212965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sp>
        <p:nvSpPr>
          <p:cNvPr id="1725" name="Google Shape;1725;p213"/>
          <p:cNvSpPr txBox="1"/>
          <p:nvPr>
            <p:ph idx="2" type="title"/>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2800">
                <a:latin typeface="Roboto"/>
                <a:ea typeface="Roboto"/>
                <a:cs typeface="Roboto"/>
                <a:sym typeface="Roboto"/>
              </a:rPr>
              <a:t>Background technical questions</a:t>
            </a:r>
            <a:r>
              <a:rPr lang="en" sz="2800">
                <a:latin typeface="Roboto"/>
                <a:ea typeface="Roboto"/>
                <a:cs typeface="Roboto"/>
                <a:sym typeface="Roboto"/>
              </a:rPr>
              <a:t> are used to gauge a candidate's exposure to and experience with real-world scenarios.</a:t>
            </a:r>
            <a:endParaRPr sz="28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214"/>
          <p:cNvSpPr/>
          <p:nvPr/>
        </p:nvSpPr>
        <p:spPr>
          <a:xfrm>
            <a:off x="175" y="3733800"/>
            <a:ext cx="9144000" cy="11370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57150" lvl="0" marL="2171700" marR="0" rtl="0" algn="l">
              <a:lnSpc>
                <a:spcPct val="100000"/>
              </a:lnSpc>
              <a:spcBef>
                <a:spcPts val="0"/>
              </a:spcBef>
              <a:spcAft>
                <a:spcPts val="0"/>
              </a:spcAft>
              <a:buClr>
                <a:srgbClr val="000000"/>
              </a:buClr>
              <a:buSzPts val="1100"/>
              <a:buFont typeface="Arial"/>
              <a:buNone/>
            </a:pPr>
            <a:r>
              <a:t/>
            </a:r>
            <a:endParaRPr sz="1500">
              <a:solidFill>
                <a:schemeClr val="dk2"/>
              </a:solidFill>
              <a:latin typeface="Roboto"/>
              <a:ea typeface="Roboto"/>
              <a:cs typeface="Roboto"/>
              <a:sym typeface="Roboto"/>
            </a:endParaRPr>
          </a:p>
        </p:txBody>
      </p:sp>
      <p:sp>
        <p:nvSpPr>
          <p:cNvPr id="1731" name="Google Shape;1731;p214"/>
          <p:cNvSpPr txBox="1"/>
          <p:nvPr/>
        </p:nvSpPr>
        <p:spPr>
          <a:xfrm>
            <a:off x="-19500" y="3725100"/>
            <a:ext cx="8268600" cy="1154400"/>
          </a:xfrm>
          <a:prstGeom prst="rect">
            <a:avLst/>
          </a:prstGeom>
          <a:noFill/>
          <a:ln>
            <a:noFill/>
          </a:ln>
        </p:spPr>
        <p:txBody>
          <a:bodyPr anchorCtr="0" anchor="t" bIns="91425" lIns="91425" spcFirstLastPara="1" rIns="91425" wrap="square" tIns="91425">
            <a:spAutoFit/>
          </a:bodyPr>
          <a:lstStyle/>
          <a:p>
            <a:pPr indent="-57150" lvl="0" marL="2171700" rtl="0" algn="l">
              <a:spcBef>
                <a:spcPts val="0"/>
              </a:spcBef>
              <a:spcAft>
                <a:spcPts val="0"/>
              </a:spcAft>
              <a:buClr>
                <a:srgbClr val="000000"/>
              </a:buClr>
              <a:buSzPts val="1100"/>
              <a:buFont typeface="Arial"/>
              <a:buNone/>
            </a:pPr>
            <a:r>
              <a:rPr b="1" lang="en" sz="1800">
                <a:solidFill>
                  <a:schemeClr val="dk2"/>
                </a:solidFill>
                <a:latin typeface="Roboto"/>
                <a:ea typeface="Roboto"/>
                <a:cs typeface="Roboto"/>
                <a:sym typeface="Roboto"/>
              </a:rPr>
              <a:t> </a:t>
            </a:r>
            <a:r>
              <a:rPr b="1" lang="en" sz="1500">
                <a:solidFill>
                  <a:schemeClr val="dk2"/>
                </a:solidFill>
                <a:latin typeface="Roboto"/>
                <a:ea typeface="Roboto"/>
                <a:cs typeface="Roboto"/>
                <a:sym typeface="Roboto"/>
              </a:rPr>
              <a:t>For example: </a:t>
            </a:r>
            <a:r>
              <a:rPr lang="en" sz="1500">
                <a:solidFill>
                  <a:schemeClr val="dk2"/>
                </a:solidFill>
                <a:latin typeface="Roboto"/>
                <a:ea typeface="Roboto"/>
                <a:cs typeface="Roboto"/>
                <a:sym typeface="Roboto"/>
              </a:rPr>
              <a:t>“XYZ organization didn't patch their Apache servers, exposing an Apache Struts vulnerability. I would ensure that our organization had a detailed process to guarantee all systems were patched appropriately and in a timely manner.”</a:t>
            </a:r>
            <a:endParaRPr sz="1800">
              <a:solidFill>
                <a:schemeClr val="dk2"/>
              </a:solidFill>
              <a:latin typeface="Roboto"/>
              <a:ea typeface="Roboto"/>
              <a:cs typeface="Roboto"/>
              <a:sym typeface="Roboto"/>
            </a:endParaRPr>
          </a:p>
        </p:txBody>
      </p:sp>
      <p:sp>
        <p:nvSpPr>
          <p:cNvPr id="1732" name="Google Shape;1732;p214"/>
          <p:cNvSpPr txBox="1"/>
          <p:nvPr/>
        </p:nvSpPr>
        <p:spPr>
          <a:xfrm>
            <a:off x="-6000" y="4786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1733" name="Google Shape;1733;p214"/>
          <p:cNvSpPr txBox="1"/>
          <p:nvPr/>
        </p:nvSpPr>
        <p:spPr>
          <a:xfrm>
            <a:off x="347250" y="1274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Background Technical Sample Questions</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a:solidFill>
                <a:srgbClr val="2E5E73"/>
              </a:solidFill>
              <a:latin typeface="Roboto"/>
              <a:ea typeface="Roboto"/>
              <a:cs typeface="Roboto"/>
              <a:sym typeface="Roboto"/>
            </a:endParaRPr>
          </a:p>
        </p:txBody>
      </p:sp>
      <p:sp>
        <p:nvSpPr>
          <p:cNvPr id="1734" name="Google Shape;1734;p214"/>
          <p:cNvSpPr txBox="1"/>
          <p:nvPr>
            <p:ph idx="1" type="body"/>
          </p:nvPr>
        </p:nvSpPr>
        <p:spPr>
          <a:xfrm>
            <a:off x="0" y="695225"/>
            <a:ext cx="7393200" cy="5727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Describe a breach or security vulnerability you contained.</a:t>
            </a:r>
            <a:endParaRPr/>
          </a:p>
        </p:txBody>
      </p:sp>
      <p:grpSp>
        <p:nvGrpSpPr>
          <p:cNvPr id="1735" name="Google Shape;1735;p214"/>
          <p:cNvGrpSpPr/>
          <p:nvPr/>
        </p:nvGrpSpPr>
        <p:grpSpPr>
          <a:xfrm>
            <a:off x="440125" y="1448025"/>
            <a:ext cx="776900" cy="486300"/>
            <a:chOff x="457200" y="1466425"/>
            <a:chExt cx="776900" cy="486300"/>
          </a:xfrm>
        </p:grpSpPr>
        <p:sp>
          <p:nvSpPr>
            <p:cNvPr id="1736" name="Google Shape;1736;p21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1737" name="Google Shape;1737;p21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738" name="Google Shape;1738;p214"/>
          <p:cNvGrpSpPr/>
          <p:nvPr/>
        </p:nvGrpSpPr>
        <p:grpSpPr>
          <a:xfrm>
            <a:off x="440125" y="2179080"/>
            <a:ext cx="776900" cy="486300"/>
            <a:chOff x="457200" y="1466425"/>
            <a:chExt cx="776900" cy="486300"/>
          </a:xfrm>
        </p:grpSpPr>
        <p:sp>
          <p:nvSpPr>
            <p:cNvPr id="1739" name="Google Shape;1739;p21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740" name="Google Shape;1740;p21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741" name="Google Shape;1741;p214"/>
          <p:cNvGrpSpPr/>
          <p:nvPr/>
        </p:nvGrpSpPr>
        <p:grpSpPr>
          <a:xfrm>
            <a:off x="440125" y="2910135"/>
            <a:ext cx="776900" cy="486300"/>
            <a:chOff x="457200" y="1466425"/>
            <a:chExt cx="776900" cy="486300"/>
          </a:xfrm>
        </p:grpSpPr>
        <p:sp>
          <p:nvSpPr>
            <p:cNvPr id="1742" name="Google Shape;1742;p21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743" name="Google Shape;1743;p21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1744" name="Google Shape;1744;p214"/>
          <p:cNvSpPr/>
          <p:nvPr/>
        </p:nvSpPr>
        <p:spPr>
          <a:xfrm>
            <a:off x="1335475" y="1448025"/>
            <a:ext cx="72462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745" name="Google Shape;1745;p214"/>
          <p:cNvSpPr/>
          <p:nvPr/>
        </p:nvSpPr>
        <p:spPr>
          <a:xfrm>
            <a:off x="1335475" y="2179086"/>
            <a:ext cx="72462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746" name="Google Shape;1746;p214"/>
          <p:cNvSpPr/>
          <p:nvPr/>
        </p:nvSpPr>
        <p:spPr>
          <a:xfrm>
            <a:off x="1335475" y="2910146"/>
            <a:ext cx="72462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747" name="Google Shape;1747;p214"/>
          <p:cNvSpPr txBox="1"/>
          <p:nvPr/>
        </p:nvSpPr>
        <p:spPr>
          <a:xfrm>
            <a:off x="1354750" y="1440325"/>
            <a:ext cx="70176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748" name="Google Shape;1748;p214"/>
          <p:cNvSpPr txBox="1"/>
          <p:nvPr/>
        </p:nvSpPr>
        <p:spPr>
          <a:xfrm>
            <a:off x="1354747" y="2175230"/>
            <a:ext cx="72462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749" name="Google Shape;1749;p214"/>
          <p:cNvSpPr txBox="1"/>
          <p:nvPr/>
        </p:nvSpPr>
        <p:spPr>
          <a:xfrm>
            <a:off x="1354747" y="2908222"/>
            <a:ext cx="72462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750" name="Google Shape;1750;p214"/>
          <p:cNvSpPr txBox="1"/>
          <p:nvPr/>
        </p:nvSpPr>
        <p:spPr>
          <a:xfrm>
            <a:off x="1354750" y="2912075"/>
            <a:ext cx="70176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If you do not have professional experience, pick a breach or vulnerability from the news and discuss how you would contain it.</a:t>
            </a:r>
            <a:endParaRPr sz="1500">
              <a:solidFill>
                <a:schemeClr val="dk2"/>
              </a:solidFill>
              <a:latin typeface="Roboto Light"/>
              <a:ea typeface="Roboto Light"/>
              <a:cs typeface="Roboto Light"/>
              <a:sym typeface="Roboto Light"/>
            </a:endParaRPr>
          </a:p>
        </p:txBody>
      </p:sp>
      <p:sp>
        <p:nvSpPr>
          <p:cNvPr id="1751" name="Google Shape;1751;p214"/>
          <p:cNvSpPr txBox="1"/>
          <p:nvPr/>
        </p:nvSpPr>
        <p:spPr>
          <a:xfrm>
            <a:off x="1354750" y="2179075"/>
            <a:ext cx="70176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If you have experience containing a breach of a security vulnerability, explain your specific process step-by-step.</a:t>
            </a:r>
            <a:endParaRPr sz="1500">
              <a:solidFill>
                <a:schemeClr val="dk2"/>
              </a:solidFill>
              <a:latin typeface="Roboto Light"/>
              <a:ea typeface="Roboto Light"/>
              <a:cs typeface="Roboto Light"/>
              <a:sym typeface="Roboto Light"/>
            </a:endParaRPr>
          </a:p>
        </p:txBody>
      </p:sp>
      <p:sp>
        <p:nvSpPr>
          <p:cNvPr id="1752" name="Google Shape;1752;p214"/>
          <p:cNvSpPr txBox="1"/>
          <p:nvPr/>
        </p:nvSpPr>
        <p:spPr>
          <a:xfrm>
            <a:off x="1354400" y="1442225"/>
            <a:ext cx="63513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Remember, it is acceptable and recommended to recite the question back before answering.</a:t>
            </a:r>
            <a:endParaRPr sz="1500">
              <a:solidFill>
                <a:schemeClr val="dk2"/>
              </a:solidFill>
              <a:latin typeface="Roboto Light"/>
              <a:ea typeface="Roboto Light"/>
              <a:cs typeface="Roboto Light"/>
              <a:sym typeface="Roboto Light"/>
            </a:endParaRPr>
          </a:p>
        </p:txBody>
      </p:sp>
      <p:pic>
        <p:nvPicPr>
          <p:cNvPr id="1753" name="Google Shape;1753;p214"/>
          <p:cNvPicPr preferRelativeResize="0"/>
          <p:nvPr/>
        </p:nvPicPr>
        <p:blipFill>
          <a:blip r:embed="rId3">
            <a:alphaModFix/>
          </a:blip>
          <a:stretch>
            <a:fillRect/>
          </a:stretch>
        </p:blipFill>
        <p:spPr>
          <a:xfrm>
            <a:off x="1032925" y="3925419"/>
            <a:ext cx="795875" cy="75376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215"/>
          <p:cNvSpPr txBox="1"/>
          <p:nvPr>
            <p:ph idx="2" type="title"/>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200">
                <a:latin typeface="Roboto"/>
                <a:ea typeface="Roboto"/>
                <a:cs typeface="Roboto"/>
                <a:sym typeface="Roboto"/>
              </a:rPr>
              <a:t>Situational technical questions  </a:t>
            </a:r>
            <a:r>
              <a:rPr lang="en" sz="3200">
                <a:latin typeface="Roboto"/>
                <a:ea typeface="Roboto"/>
                <a:cs typeface="Roboto"/>
                <a:sym typeface="Roboto"/>
              </a:rPr>
              <a:t>gauge your decision-making ability when presented with </a:t>
            </a:r>
            <a:endParaRPr sz="3200">
              <a:latin typeface="Roboto"/>
              <a:ea typeface="Roboto"/>
              <a:cs typeface="Roboto"/>
              <a:sym typeface="Roboto"/>
            </a:endParaRPr>
          </a:p>
          <a:p>
            <a:pPr indent="0" lvl="0" marL="0" rtl="0" algn="l">
              <a:spcBef>
                <a:spcPts val="0"/>
              </a:spcBef>
              <a:spcAft>
                <a:spcPts val="0"/>
              </a:spcAft>
              <a:buNone/>
            </a:pPr>
            <a:r>
              <a:rPr lang="en" sz="3200">
                <a:latin typeface="Roboto"/>
                <a:ea typeface="Roboto"/>
                <a:cs typeface="Roboto"/>
                <a:sym typeface="Roboto"/>
              </a:rPr>
              <a:t>a problem. </a:t>
            </a:r>
            <a:endParaRPr sz="3200">
              <a:latin typeface="Roboto"/>
              <a:ea typeface="Roboto"/>
              <a:cs typeface="Roboto"/>
              <a:sym typeface="Roboto"/>
            </a:endParaRPr>
          </a:p>
          <a:p>
            <a:pPr indent="0" lvl="0" marL="0" rtl="0" algn="l">
              <a:spcBef>
                <a:spcPts val="0"/>
              </a:spcBef>
              <a:spcAft>
                <a:spcPts val="0"/>
              </a:spcAft>
              <a:buNone/>
            </a:pPr>
            <a:r>
              <a:t/>
            </a:r>
            <a:endParaRPr b="1" sz="2800">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sp>
        <p:nvSpPr>
          <p:cNvPr id="1763" name="Google Shape;1763;p216"/>
          <p:cNvSpPr txBox="1"/>
          <p:nvPr>
            <p:ph idx="1" type="body"/>
          </p:nvPr>
        </p:nvSpPr>
        <p:spPr>
          <a:xfrm>
            <a:off x="3269450" y="1377600"/>
            <a:ext cx="56220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Suppose you’ve implemented a firewall policy on an HTTP server.</a:t>
            </a:r>
            <a:endParaRPr/>
          </a:p>
          <a:p>
            <a:pPr indent="0" lvl="0" marL="0" rtl="0" algn="l">
              <a:spcBef>
                <a:spcPts val="0"/>
              </a:spcBef>
              <a:spcAft>
                <a:spcPts val="0"/>
              </a:spcAft>
              <a:buNone/>
            </a:pPr>
            <a:r>
              <a:rPr b="1" lang="en"/>
              <a:t>How would you test it?</a:t>
            </a:r>
            <a:endParaRPr b="1"/>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217"/>
          <p:cNvSpPr/>
          <p:nvPr/>
        </p:nvSpPr>
        <p:spPr>
          <a:xfrm flipH="1">
            <a:off x="6333225" y="1194539"/>
            <a:ext cx="2428500" cy="38652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217"/>
          <p:cNvSpPr/>
          <p:nvPr/>
        </p:nvSpPr>
        <p:spPr>
          <a:xfrm>
            <a:off x="6332699" y="11165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1770" name="Google Shape;1770;p217"/>
          <p:cNvSpPr txBox="1"/>
          <p:nvPr/>
        </p:nvSpPr>
        <p:spPr>
          <a:xfrm>
            <a:off x="6332700" y="1602450"/>
            <a:ext cx="2516100" cy="9789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Explain the technical steps and tools needed to implement your solution:</a:t>
            </a:r>
            <a:endParaRPr>
              <a:solidFill>
                <a:schemeClr val="dk2"/>
              </a:solidFill>
              <a:latin typeface="Roboto"/>
              <a:ea typeface="Roboto"/>
              <a:cs typeface="Roboto"/>
              <a:sym typeface="Roboto"/>
            </a:endParaRPr>
          </a:p>
        </p:txBody>
      </p:sp>
      <p:sp>
        <p:nvSpPr>
          <p:cNvPr id="1771" name="Google Shape;1771;p217"/>
          <p:cNvSpPr/>
          <p:nvPr/>
        </p:nvSpPr>
        <p:spPr>
          <a:xfrm flipH="1">
            <a:off x="467725" y="1193450"/>
            <a:ext cx="2428500" cy="38652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217"/>
          <p:cNvSpPr txBox="1"/>
          <p:nvPr/>
        </p:nvSpPr>
        <p:spPr>
          <a:xfrm>
            <a:off x="465975" y="1601675"/>
            <a:ext cx="2455500" cy="5727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Restate the question:</a:t>
            </a:r>
            <a:endParaRPr>
              <a:solidFill>
                <a:schemeClr val="dk2"/>
              </a:solidFill>
              <a:latin typeface="Roboto"/>
              <a:ea typeface="Roboto"/>
              <a:cs typeface="Roboto"/>
              <a:sym typeface="Roboto"/>
            </a:endParaRPr>
          </a:p>
        </p:txBody>
      </p:sp>
      <p:sp>
        <p:nvSpPr>
          <p:cNvPr id="1773" name="Google Shape;1773;p217"/>
          <p:cNvSpPr/>
          <p:nvPr/>
        </p:nvSpPr>
        <p:spPr>
          <a:xfrm>
            <a:off x="468324" y="11165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FFFFFF"/>
              </a:solidFill>
              <a:latin typeface="Roboto"/>
              <a:ea typeface="Roboto"/>
              <a:cs typeface="Roboto"/>
              <a:sym typeface="Roboto"/>
            </a:endParaRPr>
          </a:p>
        </p:txBody>
      </p:sp>
      <p:sp>
        <p:nvSpPr>
          <p:cNvPr id="1774" name="Google Shape;1774;p217"/>
          <p:cNvSpPr/>
          <p:nvPr/>
        </p:nvSpPr>
        <p:spPr>
          <a:xfrm flipH="1">
            <a:off x="3405788" y="1193450"/>
            <a:ext cx="2428500" cy="38652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217"/>
          <p:cNvSpPr txBox="1"/>
          <p:nvPr/>
        </p:nvSpPr>
        <p:spPr>
          <a:xfrm>
            <a:off x="3405800" y="1601675"/>
            <a:ext cx="2397900" cy="7035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Elaborate</a:t>
            </a:r>
            <a:r>
              <a:rPr lang="en">
                <a:solidFill>
                  <a:schemeClr val="dk2"/>
                </a:solidFill>
                <a:latin typeface="Roboto"/>
                <a:ea typeface="Roboto"/>
                <a:cs typeface="Roboto"/>
                <a:sym typeface="Roboto"/>
              </a:rPr>
              <a:t> and provide a conceptual solution:</a:t>
            </a:r>
            <a:endParaRPr>
              <a:solidFill>
                <a:schemeClr val="dk2"/>
              </a:solidFill>
              <a:latin typeface="Roboto"/>
              <a:ea typeface="Roboto"/>
              <a:cs typeface="Roboto"/>
              <a:sym typeface="Roboto"/>
            </a:endParaRPr>
          </a:p>
        </p:txBody>
      </p:sp>
      <p:sp>
        <p:nvSpPr>
          <p:cNvPr id="1776" name="Google Shape;1776;p217"/>
          <p:cNvSpPr txBox="1"/>
          <p:nvPr/>
        </p:nvSpPr>
        <p:spPr>
          <a:xfrm>
            <a:off x="3366713" y="11164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1777" name="Google Shape;1777;p217"/>
          <p:cNvSpPr txBox="1"/>
          <p:nvPr/>
        </p:nvSpPr>
        <p:spPr>
          <a:xfrm>
            <a:off x="6304775" y="11164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sp>
        <p:nvSpPr>
          <p:cNvPr id="1778" name="Google Shape;1778;p217"/>
          <p:cNvSpPr/>
          <p:nvPr/>
        </p:nvSpPr>
        <p:spPr>
          <a:xfrm>
            <a:off x="3399112" y="11165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1779" name="Google Shape;1779;p217"/>
          <p:cNvSpPr txBox="1"/>
          <p:nvPr/>
        </p:nvSpPr>
        <p:spPr>
          <a:xfrm>
            <a:off x="347250" y="1274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Situational Technical Sample Question</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700">
                <a:solidFill>
                  <a:schemeClr val="dk2"/>
                </a:solidFill>
                <a:latin typeface="Roboto"/>
                <a:ea typeface="Roboto"/>
                <a:cs typeface="Roboto"/>
                <a:sym typeface="Roboto"/>
              </a:rPr>
              <a:t>You've implemented a firewall policy on an HTTP server. How would you test it?</a:t>
            </a:r>
            <a:endParaRPr sz="1700">
              <a:solidFill>
                <a:schemeClr val="dk2"/>
              </a:solidFill>
              <a:latin typeface="Roboto"/>
              <a:ea typeface="Roboto"/>
              <a:cs typeface="Roboto"/>
              <a:sym typeface="Roboto"/>
            </a:endParaRPr>
          </a:p>
        </p:txBody>
      </p:sp>
      <p:sp>
        <p:nvSpPr>
          <p:cNvPr id="1780" name="Google Shape;1780;p217"/>
          <p:cNvSpPr txBox="1"/>
          <p:nvPr/>
        </p:nvSpPr>
        <p:spPr>
          <a:xfrm>
            <a:off x="465975" y="11165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First…</a:t>
            </a:r>
            <a:endParaRPr sz="1800">
              <a:solidFill>
                <a:srgbClr val="FFFFFF"/>
              </a:solidFill>
              <a:latin typeface="Roboto"/>
              <a:ea typeface="Roboto"/>
              <a:cs typeface="Roboto"/>
              <a:sym typeface="Roboto"/>
            </a:endParaRPr>
          </a:p>
        </p:txBody>
      </p:sp>
      <p:sp>
        <p:nvSpPr>
          <p:cNvPr id="1781" name="Google Shape;1781;p217"/>
          <p:cNvSpPr txBox="1"/>
          <p:nvPr/>
        </p:nvSpPr>
        <p:spPr>
          <a:xfrm>
            <a:off x="3429000" y="11165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Next…</a:t>
            </a:r>
            <a:endParaRPr sz="1800">
              <a:solidFill>
                <a:schemeClr val="dk2"/>
              </a:solidFill>
              <a:latin typeface="Roboto"/>
              <a:ea typeface="Roboto"/>
              <a:cs typeface="Roboto"/>
              <a:sym typeface="Roboto"/>
            </a:endParaRPr>
          </a:p>
        </p:txBody>
      </p:sp>
      <p:sp>
        <p:nvSpPr>
          <p:cNvPr id="1782" name="Google Shape;1782;p217"/>
          <p:cNvSpPr txBox="1"/>
          <p:nvPr/>
        </p:nvSpPr>
        <p:spPr>
          <a:xfrm>
            <a:off x="6343875" y="11165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Finally…</a:t>
            </a:r>
            <a:endParaRPr sz="1800">
              <a:solidFill>
                <a:srgbClr val="FFFFFF"/>
              </a:solidFill>
              <a:latin typeface="Roboto"/>
              <a:ea typeface="Roboto"/>
              <a:cs typeface="Roboto"/>
              <a:sym typeface="Roboto"/>
            </a:endParaRPr>
          </a:p>
        </p:txBody>
      </p:sp>
      <p:sp>
        <p:nvSpPr>
          <p:cNvPr id="1783" name="Google Shape;1783;p217"/>
          <p:cNvSpPr txBox="1"/>
          <p:nvPr/>
        </p:nvSpPr>
        <p:spPr>
          <a:xfrm>
            <a:off x="466850" y="2807525"/>
            <a:ext cx="2427300" cy="1293000"/>
          </a:xfrm>
          <a:prstGeom prst="rect">
            <a:avLst/>
          </a:prstGeom>
          <a:noFill/>
          <a:ln>
            <a:noFill/>
          </a:ln>
        </p:spPr>
        <p:txBody>
          <a:bodyPr anchorCtr="0" anchor="t" bIns="91425" lIns="18287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“So, in this situation, I have a host running an HTTP server and I’ve set some firewall rules to allow access only to specific ports and block attackers from all others.”</a:t>
            </a:r>
            <a:endParaRPr sz="1200">
              <a:solidFill>
                <a:schemeClr val="dk2"/>
              </a:solidFill>
              <a:latin typeface="Roboto"/>
              <a:ea typeface="Roboto"/>
              <a:cs typeface="Roboto"/>
              <a:sym typeface="Roboto"/>
            </a:endParaRPr>
          </a:p>
        </p:txBody>
      </p:sp>
      <p:sp>
        <p:nvSpPr>
          <p:cNvPr id="1784" name="Google Shape;1784;p217"/>
          <p:cNvSpPr txBox="1"/>
          <p:nvPr/>
        </p:nvSpPr>
        <p:spPr>
          <a:xfrm>
            <a:off x="3414225" y="2807525"/>
            <a:ext cx="2397900" cy="1877700"/>
          </a:xfrm>
          <a:prstGeom prst="rect">
            <a:avLst/>
          </a:prstGeom>
          <a:noFill/>
          <a:ln>
            <a:noFill/>
          </a:ln>
        </p:spPr>
        <p:txBody>
          <a:bodyPr anchorCtr="0" anchor="t" bIns="91425" lIns="18287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“Since this is an HTTP server, I guess you only want to allow access to/from port 80 and 443. If the firewall is working properly, I should be able to send an HTTP or HTTPS request to the server from a foreign host, and get a response back. I should not be able to get a response from any other port.” </a:t>
            </a:r>
            <a:endParaRPr sz="1200">
              <a:solidFill>
                <a:schemeClr val="dk2"/>
              </a:solidFill>
              <a:latin typeface="Roboto"/>
              <a:ea typeface="Roboto"/>
              <a:cs typeface="Roboto"/>
              <a:sym typeface="Roboto"/>
            </a:endParaRPr>
          </a:p>
        </p:txBody>
      </p:sp>
      <p:sp>
        <p:nvSpPr>
          <p:cNvPr id="1785" name="Google Shape;1785;p217"/>
          <p:cNvSpPr txBox="1"/>
          <p:nvPr/>
        </p:nvSpPr>
        <p:spPr>
          <a:xfrm>
            <a:off x="6343875" y="2807525"/>
            <a:ext cx="2428500" cy="1662300"/>
          </a:xfrm>
          <a:prstGeom prst="rect">
            <a:avLst/>
          </a:prstGeom>
          <a:noFill/>
          <a:ln>
            <a:noFill/>
          </a:ln>
        </p:spPr>
        <p:txBody>
          <a:bodyPr anchorCtr="0" anchor="t" bIns="91425" lIns="18287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“To test that I’m getting HTTP and HTTPS requests/ responses, I’d use curl to hit the firewalled server from a foreign host. I’d expect to get a response. To test that all the other ports are closed, I’d use Nmap to run a port scan.”</a:t>
            </a:r>
            <a:endParaRPr sz="1200">
              <a:solidFill>
                <a:schemeClr val="dk2"/>
              </a:solidFill>
              <a:latin typeface="Roboto"/>
              <a:ea typeface="Roboto"/>
              <a:cs typeface="Roboto"/>
              <a:sym typeface="Roboto"/>
            </a:endParaRPr>
          </a:p>
        </p:txBody>
      </p:sp>
      <p:cxnSp>
        <p:nvCxnSpPr>
          <p:cNvPr id="1786" name="Google Shape;1786;p217"/>
          <p:cNvCxnSpPr/>
          <p:nvPr/>
        </p:nvCxnSpPr>
        <p:spPr>
          <a:xfrm>
            <a:off x="6527475" y="2702750"/>
            <a:ext cx="2040000" cy="0"/>
          </a:xfrm>
          <a:prstGeom prst="straightConnector1">
            <a:avLst/>
          </a:prstGeom>
          <a:noFill/>
          <a:ln cap="flat" cmpd="sng" w="9525">
            <a:solidFill>
              <a:schemeClr val="dk2"/>
            </a:solidFill>
            <a:prstDash val="dot"/>
            <a:round/>
            <a:headEnd len="med" w="med" type="none"/>
            <a:tailEnd len="med" w="med" type="none"/>
          </a:ln>
        </p:spPr>
      </p:cxnSp>
      <p:cxnSp>
        <p:nvCxnSpPr>
          <p:cNvPr id="1787" name="Google Shape;1787;p217"/>
          <p:cNvCxnSpPr/>
          <p:nvPr/>
        </p:nvCxnSpPr>
        <p:spPr>
          <a:xfrm>
            <a:off x="3594725" y="2702750"/>
            <a:ext cx="2040000" cy="0"/>
          </a:xfrm>
          <a:prstGeom prst="straightConnector1">
            <a:avLst/>
          </a:prstGeom>
          <a:noFill/>
          <a:ln cap="flat" cmpd="sng" w="9525">
            <a:solidFill>
              <a:schemeClr val="dk2"/>
            </a:solidFill>
            <a:prstDash val="dot"/>
            <a:round/>
            <a:headEnd len="med" w="med" type="none"/>
            <a:tailEnd len="med" w="med" type="none"/>
          </a:ln>
        </p:spPr>
      </p:cxnSp>
      <p:cxnSp>
        <p:nvCxnSpPr>
          <p:cNvPr id="1788" name="Google Shape;1788;p217"/>
          <p:cNvCxnSpPr/>
          <p:nvPr/>
        </p:nvCxnSpPr>
        <p:spPr>
          <a:xfrm>
            <a:off x="672625" y="2702750"/>
            <a:ext cx="2040000" cy="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6" name="Shape 1796"/>
        <p:cNvGrpSpPr/>
        <p:nvPr/>
      </p:nvGrpSpPr>
      <p:grpSpPr>
        <a:xfrm>
          <a:off x="0" y="0"/>
          <a:ext cx="0" cy="0"/>
          <a:chOff x="0" y="0"/>
          <a:chExt cx="0" cy="0"/>
        </a:xfrm>
      </p:grpSpPr>
      <p:sp>
        <p:nvSpPr>
          <p:cNvPr id="1797" name="Google Shape;1797;p219"/>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798" name="Google Shape;1798;p21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Technical Interviews </a:t>
            </a:r>
            <a:endParaRPr/>
          </a:p>
        </p:txBody>
      </p:sp>
      <p:sp>
        <p:nvSpPr>
          <p:cNvPr id="1799" name="Google Shape;1799;p219"/>
          <p:cNvSpPr txBox="1"/>
          <p:nvPr>
            <p:ph idx="3" type="body"/>
          </p:nvPr>
        </p:nvSpPr>
        <p:spPr>
          <a:xfrm>
            <a:off x="914400" y="1691675"/>
            <a:ext cx="6858000" cy="188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practice technical interview questions with your partner.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800" name="Google Shape;1800;p21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6" name="Shape 1816"/>
        <p:cNvGrpSpPr/>
        <p:nvPr/>
      </p:nvGrpSpPr>
      <p:grpSpPr>
        <a:xfrm>
          <a:off x="0" y="0"/>
          <a:ext cx="0" cy="0"/>
          <a:chOff x="0" y="0"/>
          <a:chExt cx="0" cy="0"/>
        </a:xfrm>
      </p:grpSpPr>
      <p:sp>
        <p:nvSpPr>
          <p:cNvPr id="1817" name="Google Shape;1817;p22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Mock</a:t>
            </a:r>
            <a:r>
              <a:rPr lang="en">
                <a:latin typeface="Roboto"/>
                <a:ea typeface="Roboto"/>
                <a:cs typeface="Roboto"/>
                <a:sym typeface="Roboto"/>
              </a:rPr>
              <a:t> Interviews</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l">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1818" name="Google Shape;1818;p223"/>
          <p:cNvGrpSpPr/>
          <p:nvPr/>
        </p:nvGrpSpPr>
        <p:grpSpPr>
          <a:xfrm>
            <a:off x="4139300" y="1767840"/>
            <a:ext cx="865403" cy="804364"/>
            <a:chOff x="1135700" y="333625"/>
            <a:chExt cx="5348600" cy="4971350"/>
          </a:xfrm>
        </p:grpSpPr>
        <p:sp>
          <p:nvSpPr>
            <p:cNvPr id="1819" name="Google Shape;1819;p223"/>
            <p:cNvSpPr/>
            <p:nvPr/>
          </p:nvSpPr>
          <p:spPr>
            <a:xfrm>
              <a:off x="2639975" y="333625"/>
              <a:ext cx="3844325" cy="3863425"/>
            </a:xfrm>
            <a:custGeom>
              <a:rect b="b" l="l" r="r" t="t"/>
              <a:pathLst>
                <a:path extrusionOk="0" fill="none" h="154537" w="153773">
                  <a:moveTo>
                    <a:pt x="25980" y="0"/>
                  </a:moveTo>
                  <a:lnTo>
                    <a:pt x="126648" y="0"/>
                  </a:lnTo>
                  <a:lnTo>
                    <a:pt x="126648" y="0"/>
                  </a:lnTo>
                  <a:lnTo>
                    <a:pt x="129131" y="191"/>
                  </a:lnTo>
                  <a:lnTo>
                    <a:pt x="131805" y="573"/>
                  </a:lnTo>
                  <a:lnTo>
                    <a:pt x="134288" y="1147"/>
                  </a:lnTo>
                  <a:lnTo>
                    <a:pt x="136772" y="1911"/>
                  </a:lnTo>
                  <a:lnTo>
                    <a:pt x="139255" y="3057"/>
                  </a:lnTo>
                  <a:lnTo>
                    <a:pt x="141356" y="4394"/>
                  </a:lnTo>
                  <a:lnTo>
                    <a:pt x="143457" y="5731"/>
                  </a:lnTo>
                  <a:lnTo>
                    <a:pt x="145559" y="7450"/>
                  </a:lnTo>
                  <a:lnTo>
                    <a:pt x="147278" y="9169"/>
                  </a:lnTo>
                  <a:lnTo>
                    <a:pt x="148997" y="11271"/>
                  </a:lnTo>
                  <a:lnTo>
                    <a:pt x="150334" y="13372"/>
                  </a:lnTo>
                  <a:lnTo>
                    <a:pt x="151480" y="15473"/>
                  </a:lnTo>
                  <a:lnTo>
                    <a:pt x="152435" y="17956"/>
                  </a:lnTo>
                  <a:lnTo>
                    <a:pt x="153200" y="20440"/>
                  </a:lnTo>
                  <a:lnTo>
                    <a:pt x="153582" y="22923"/>
                  </a:lnTo>
                  <a:lnTo>
                    <a:pt x="153773" y="25597"/>
                  </a:lnTo>
                  <a:lnTo>
                    <a:pt x="153773" y="106208"/>
                  </a:lnTo>
                  <a:lnTo>
                    <a:pt x="153773" y="106208"/>
                  </a:lnTo>
                  <a:lnTo>
                    <a:pt x="153582" y="108691"/>
                  </a:lnTo>
                  <a:lnTo>
                    <a:pt x="153200" y="111175"/>
                  </a:lnTo>
                  <a:lnTo>
                    <a:pt x="152626" y="113467"/>
                  </a:lnTo>
                  <a:lnTo>
                    <a:pt x="151671" y="115759"/>
                  </a:lnTo>
                  <a:lnTo>
                    <a:pt x="150525" y="118051"/>
                  </a:lnTo>
                  <a:lnTo>
                    <a:pt x="149188" y="119962"/>
                  </a:lnTo>
                  <a:lnTo>
                    <a:pt x="147660" y="122063"/>
                  </a:lnTo>
                  <a:lnTo>
                    <a:pt x="146132" y="123782"/>
                  </a:lnTo>
                  <a:lnTo>
                    <a:pt x="144222" y="125501"/>
                  </a:lnTo>
                  <a:lnTo>
                    <a:pt x="142311" y="127029"/>
                  </a:lnTo>
                  <a:lnTo>
                    <a:pt x="140401" y="128367"/>
                  </a:lnTo>
                  <a:lnTo>
                    <a:pt x="138109" y="129513"/>
                  </a:lnTo>
                  <a:lnTo>
                    <a:pt x="136008" y="130468"/>
                  </a:lnTo>
                  <a:lnTo>
                    <a:pt x="133715" y="131232"/>
                  </a:lnTo>
                  <a:lnTo>
                    <a:pt x="131423" y="131614"/>
                  </a:lnTo>
                  <a:lnTo>
                    <a:pt x="129131" y="131996"/>
                  </a:lnTo>
                  <a:lnTo>
                    <a:pt x="129131" y="154536"/>
                  </a:lnTo>
                  <a:lnTo>
                    <a:pt x="93219" y="132378"/>
                  </a:lnTo>
                  <a:lnTo>
                    <a:pt x="25980" y="132378"/>
                  </a:lnTo>
                  <a:lnTo>
                    <a:pt x="25980" y="132378"/>
                  </a:lnTo>
                  <a:lnTo>
                    <a:pt x="23305" y="132187"/>
                  </a:lnTo>
                  <a:lnTo>
                    <a:pt x="20631" y="131805"/>
                  </a:lnTo>
                  <a:lnTo>
                    <a:pt x="18148" y="131041"/>
                  </a:lnTo>
                  <a:lnTo>
                    <a:pt x="15856" y="130277"/>
                  </a:lnTo>
                  <a:lnTo>
                    <a:pt x="13563" y="129131"/>
                  </a:lnTo>
                  <a:lnTo>
                    <a:pt x="11462" y="127793"/>
                  </a:lnTo>
                  <a:lnTo>
                    <a:pt x="9361" y="126265"/>
                  </a:lnTo>
                  <a:lnTo>
                    <a:pt x="7642" y="124546"/>
                  </a:lnTo>
                  <a:lnTo>
                    <a:pt x="5923" y="122636"/>
                  </a:lnTo>
                  <a:lnTo>
                    <a:pt x="4394" y="120726"/>
                  </a:lnTo>
                  <a:lnTo>
                    <a:pt x="3057" y="118624"/>
                  </a:lnTo>
                  <a:lnTo>
                    <a:pt x="1911" y="116332"/>
                  </a:lnTo>
                  <a:lnTo>
                    <a:pt x="1147" y="113849"/>
                  </a:lnTo>
                  <a:lnTo>
                    <a:pt x="383" y="111366"/>
                  </a:lnTo>
                  <a:lnTo>
                    <a:pt x="1" y="108882"/>
                  </a:lnTo>
                  <a:lnTo>
                    <a:pt x="1" y="106208"/>
                  </a:lnTo>
                  <a:lnTo>
                    <a:pt x="1" y="25597"/>
                  </a:lnTo>
                  <a:lnTo>
                    <a:pt x="1" y="25597"/>
                  </a:lnTo>
                  <a:lnTo>
                    <a:pt x="1" y="22923"/>
                  </a:lnTo>
                  <a:lnTo>
                    <a:pt x="383" y="20440"/>
                  </a:lnTo>
                  <a:lnTo>
                    <a:pt x="1147" y="17956"/>
                  </a:lnTo>
                  <a:lnTo>
                    <a:pt x="1911" y="15473"/>
                  </a:lnTo>
                  <a:lnTo>
                    <a:pt x="3057" y="13372"/>
                  </a:lnTo>
                  <a:lnTo>
                    <a:pt x="4394" y="11271"/>
                  </a:lnTo>
                  <a:lnTo>
                    <a:pt x="5923" y="9169"/>
                  </a:lnTo>
                  <a:lnTo>
                    <a:pt x="7642" y="7450"/>
                  </a:lnTo>
                  <a:lnTo>
                    <a:pt x="9361" y="5731"/>
                  </a:lnTo>
                  <a:lnTo>
                    <a:pt x="11462" y="4394"/>
                  </a:lnTo>
                  <a:lnTo>
                    <a:pt x="13563" y="3057"/>
                  </a:lnTo>
                  <a:lnTo>
                    <a:pt x="15856" y="1911"/>
                  </a:lnTo>
                  <a:lnTo>
                    <a:pt x="18148" y="1147"/>
                  </a:lnTo>
                  <a:lnTo>
                    <a:pt x="20631" y="573"/>
                  </a:lnTo>
                  <a:lnTo>
                    <a:pt x="23305" y="191"/>
                  </a:lnTo>
                  <a:lnTo>
                    <a:pt x="25980" y="0"/>
                  </a:lnTo>
                  <a:lnTo>
                    <a:pt x="25980" y="0"/>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23"/>
            <p:cNvSpPr/>
            <p:nvPr/>
          </p:nvSpPr>
          <p:spPr>
            <a:xfrm>
              <a:off x="4363950" y="1747175"/>
              <a:ext cx="386850" cy="382075"/>
            </a:xfrm>
            <a:custGeom>
              <a:rect b="b" l="l" r="r" t="t"/>
              <a:pathLst>
                <a:path extrusionOk="0" fill="none" h="15283" w="15474">
                  <a:moveTo>
                    <a:pt x="0" y="7641"/>
                  </a:moveTo>
                  <a:lnTo>
                    <a:pt x="0" y="7641"/>
                  </a:lnTo>
                  <a:lnTo>
                    <a:pt x="191" y="6113"/>
                  </a:lnTo>
                  <a:lnTo>
                    <a:pt x="764" y="4585"/>
                  </a:lnTo>
                  <a:lnTo>
                    <a:pt x="1338" y="3439"/>
                  </a:lnTo>
                  <a:lnTo>
                    <a:pt x="2293" y="2293"/>
                  </a:lnTo>
                  <a:lnTo>
                    <a:pt x="3439" y="1338"/>
                  </a:lnTo>
                  <a:lnTo>
                    <a:pt x="4776" y="574"/>
                  </a:lnTo>
                  <a:lnTo>
                    <a:pt x="6113" y="192"/>
                  </a:lnTo>
                  <a:lnTo>
                    <a:pt x="7641" y="1"/>
                  </a:lnTo>
                  <a:lnTo>
                    <a:pt x="7641" y="1"/>
                  </a:lnTo>
                  <a:lnTo>
                    <a:pt x="9360" y="192"/>
                  </a:lnTo>
                  <a:lnTo>
                    <a:pt x="10698" y="574"/>
                  </a:lnTo>
                  <a:lnTo>
                    <a:pt x="12035" y="1338"/>
                  </a:lnTo>
                  <a:lnTo>
                    <a:pt x="13181" y="2293"/>
                  </a:lnTo>
                  <a:lnTo>
                    <a:pt x="14136" y="3439"/>
                  </a:lnTo>
                  <a:lnTo>
                    <a:pt x="14709" y="4585"/>
                  </a:lnTo>
                  <a:lnTo>
                    <a:pt x="15282" y="6113"/>
                  </a:lnTo>
                  <a:lnTo>
                    <a:pt x="15473" y="7641"/>
                  </a:lnTo>
                  <a:lnTo>
                    <a:pt x="15473" y="7641"/>
                  </a:lnTo>
                  <a:lnTo>
                    <a:pt x="15282" y="9170"/>
                  </a:lnTo>
                  <a:lnTo>
                    <a:pt x="14709" y="10698"/>
                  </a:lnTo>
                  <a:lnTo>
                    <a:pt x="14136" y="11844"/>
                  </a:lnTo>
                  <a:lnTo>
                    <a:pt x="13181" y="12990"/>
                  </a:lnTo>
                  <a:lnTo>
                    <a:pt x="12035" y="13945"/>
                  </a:lnTo>
                  <a:lnTo>
                    <a:pt x="10698" y="14709"/>
                  </a:lnTo>
                  <a:lnTo>
                    <a:pt x="9360" y="15091"/>
                  </a:lnTo>
                  <a:lnTo>
                    <a:pt x="7641" y="15282"/>
                  </a:lnTo>
                  <a:lnTo>
                    <a:pt x="7641" y="15282"/>
                  </a:lnTo>
                  <a:lnTo>
                    <a:pt x="6113" y="15091"/>
                  </a:lnTo>
                  <a:lnTo>
                    <a:pt x="4776" y="14709"/>
                  </a:lnTo>
                  <a:lnTo>
                    <a:pt x="3439" y="13945"/>
                  </a:lnTo>
                  <a:lnTo>
                    <a:pt x="2293" y="12990"/>
                  </a:lnTo>
                  <a:lnTo>
                    <a:pt x="1338" y="11844"/>
                  </a:lnTo>
                  <a:lnTo>
                    <a:pt x="764" y="10698"/>
                  </a:lnTo>
                  <a:lnTo>
                    <a:pt x="191" y="9170"/>
                  </a:lnTo>
                  <a:lnTo>
                    <a:pt x="0" y="7641"/>
                  </a:lnTo>
                  <a:lnTo>
                    <a:pt x="0" y="764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23"/>
            <p:cNvSpPr/>
            <p:nvPr/>
          </p:nvSpPr>
          <p:spPr>
            <a:xfrm>
              <a:off x="3518675" y="1747175"/>
              <a:ext cx="382075" cy="382075"/>
            </a:xfrm>
            <a:custGeom>
              <a:rect b="b" l="l" r="r" t="t"/>
              <a:pathLst>
                <a:path extrusionOk="0" fill="none" h="15283" w="15283">
                  <a:moveTo>
                    <a:pt x="1" y="7641"/>
                  </a:moveTo>
                  <a:lnTo>
                    <a:pt x="1" y="7641"/>
                  </a:lnTo>
                  <a:lnTo>
                    <a:pt x="1" y="6113"/>
                  </a:lnTo>
                  <a:lnTo>
                    <a:pt x="574" y="4585"/>
                  </a:lnTo>
                  <a:lnTo>
                    <a:pt x="1147" y="3439"/>
                  </a:lnTo>
                  <a:lnTo>
                    <a:pt x="2102" y="2293"/>
                  </a:lnTo>
                  <a:lnTo>
                    <a:pt x="3248" y="1338"/>
                  </a:lnTo>
                  <a:lnTo>
                    <a:pt x="4585" y="574"/>
                  </a:lnTo>
                  <a:lnTo>
                    <a:pt x="6113" y="192"/>
                  </a:lnTo>
                  <a:lnTo>
                    <a:pt x="7642" y="1"/>
                  </a:lnTo>
                  <a:lnTo>
                    <a:pt x="7642" y="1"/>
                  </a:lnTo>
                  <a:lnTo>
                    <a:pt x="9170" y="192"/>
                  </a:lnTo>
                  <a:lnTo>
                    <a:pt x="10507" y="574"/>
                  </a:lnTo>
                  <a:lnTo>
                    <a:pt x="11844" y="1338"/>
                  </a:lnTo>
                  <a:lnTo>
                    <a:pt x="12990" y="2293"/>
                  </a:lnTo>
                  <a:lnTo>
                    <a:pt x="13945" y="3439"/>
                  </a:lnTo>
                  <a:lnTo>
                    <a:pt x="14709" y="4585"/>
                  </a:lnTo>
                  <a:lnTo>
                    <a:pt x="15091" y="6113"/>
                  </a:lnTo>
                  <a:lnTo>
                    <a:pt x="15282" y="7641"/>
                  </a:lnTo>
                  <a:lnTo>
                    <a:pt x="15282" y="7641"/>
                  </a:lnTo>
                  <a:lnTo>
                    <a:pt x="15091" y="9170"/>
                  </a:lnTo>
                  <a:lnTo>
                    <a:pt x="14709" y="10698"/>
                  </a:lnTo>
                  <a:lnTo>
                    <a:pt x="13945" y="11844"/>
                  </a:lnTo>
                  <a:lnTo>
                    <a:pt x="12990" y="12990"/>
                  </a:lnTo>
                  <a:lnTo>
                    <a:pt x="11844" y="13945"/>
                  </a:lnTo>
                  <a:lnTo>
                    <a:pt x="10507" y="14709"/>
                  </a:lnTo>
                  <a:lnTo>
                    <a:pt x="9170" y="15091"/>
                  </a:lnTo>
                  <a:lnTo>
                    <a:pt x="7642" y="15282"/>
                  </a:lnTo>
                  <a:lnTo>
                    <a:pt x="7642" y="15282"/>
                  </a:lnTo>
                  <a:lnTo>
                    <a:pt x="6113" y="15091"/>
                  </a:lnTo>
                  <a:lnTo>
                    <a:pt x="4585" y="14709"/>
                  </a:lnTo>
                  <a:lnTo>
                    <a:pt x="3248" y="13945"/>
                  </a:lnTo>
                  <a:lnTo>
                    <a:pt x="2102" y="12990"/>
                  </a:lnTo>
                  <a:lnTo>
                    <a:pt x="1147" y="11844"/>
                  </a:lnTo>
                  <a:lnTo>
                    <a:pt x="574" y="10698"/>
                  </a:lnTo>
                  <a:lnTo>
                    <a:pt x="1" y="9170"/>
                  </a:lnTo>
                  <a:lnTo>
                    <a:pt x="1" y="7641"/>
                  </a:lnTo>
                  <a:lnTo>
                    <a:pt x="1" y="764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23"/>
            <p:cNvSpPr/>
            <p:nvPr/>
          </p:nvSpPr>
          <p:spPr>
            <a:xfrm>
              <a:off x="5214000" y="1747175"/>
              <a:ext cx="382050" cy="382075"/>
            </a:xfrm>
            <a:custGeom>
              <a:rect b="b" l="l" r="r" t="t"/>
              <a:pathLst>
                <a:path extrusionOk="0" fill="none" h="15283" w="15282">
                  <a:moveTo>
                    <a:pt x="0" y="7641"/>
                  </a:moveTo>
                  <a:lnTo>
                    <a:pt x="0" y="7641"/>
                  </a:lnTo>
                  <a:lnTo>
                    <a:pt x="191" y="6113"/>
                  </a:lnTo>
                  <a:lnTo>
                    <a:pt x="573" y="4585"/>
                  </a:lnTo>
                  <a:lnTo>
                    <a:pt x="1337" y="3439"/>
                  </a:lnTo>
                  <a:lnTo>
                    <a:pt x="2292" y="2293"/>
                  </a:lnTo>
                  <a:lnTo>
                    <a:pt x="3438" y="1338"/>
                  </a:lnTo>
                  <a:lnTo>
                    <a:pt x="4776" y="574"/>
                  </a:lnTo>
                  <a:lnTo>
                    <a:pt x="6113" y="192"/>
                  </a:lnTo>
                  <a:lnTo>
                    <a:pt x="7641" y="1"/>
                  </a:lnTo>
                  <a:lnTo>
                    <a:pt x="7641" y="1"/>
                  </a:lnTo>
                  <a:lnTo>
                    <a:pt x="9169" y="192"/>
                  </a:lnTo>
                  <a:lnTo>
                    <a:pt x="10697" y="574"/>
                  </a:lnTo>
                  <a:lnTo>
                    <a:pt x="12034" y="1338"/>
                  </a:lnTo>
                  <a:lnTo>
                    <a:pt x="13181" y="2293"/>
                  </a:lnTo>
                  <a:lnTo>
                    <a:pt x="14136" y="3439"/>
                  </a:lnTo>
                  <a:lnTo>
                    <a:pt x="14709" y="4585"/>
                  </a:lnTo>
                  <a:lnTo>
                    <a:pt x="15282" y="6113"/>
                  </a:lnTo>
                  <a:lnTo>
                    <a:pt x="15282" y="7641"/>
                  </a:lnTo>
                  <a:lnTo>
                    <a:pt x="15282" y="7641"/>
                  </a:lnTo>
                  <a:lnTo>
                    <a:pt x="15282" y="9170"/>
                  </a:lnTo>
                  <a:lnTo>
                    <a:pt x="14709" y="10698"/>
                  </a:lnTo>
                  <a:lnTo>
                    <a:pt x="14136" y="11844"/>
                  </a:lnTo>
                  <a:lnTo>
                    <a:pt x="13181" y="12990"/>
                  </a:lnTo>
                  <a:lnTo>
                    <a:pt x="12034" y="13945"/>
                  </a:lnTo>
                  <a:lnTo>
                    <a:pt x="10697" y="14709"/>
                  </a:lnTo>
                  <a:lnTo>
                    <a:pt x="9169" y="15091"/>
                  </a:lnTo>
                  <a:lnTo>
                    <a:pt x="7641" y="15282"/>
                  </a:lnTo>
                  <a:lnTo>
                    <a:pt x="7641" y="15282"/>
                  </a:lnTo>
                  <a:lnTo>
                    <a:pt x="6113" y="15091"/>
                  </a:lnTo>
                  <a:lnTo>
                    <a:pt x="4776" y="14709"/>
                  </a:lnTo>
                  <a:lnTo>
                    <a:pt x="3438" y="13945"/>
                  </a:lnTo>
                  <a:lnTo>
                    <a:pt x="2292" y="12990"/>
                  </a:lnTo>
                  <a:lnTo>
                    <a:pt x="1337" y="11844"/>
                  </a:lnTo>
                  <a:lnTo>
                    <a:pt x="573" y="10698"/>
                  </a:lnTo>
                  <a:lnTo>
                    <a:pt x="191" y="9170"/>
                  </a:lnTo>
                  <a:lnTo>
                    <a:pt x="0" y="7641"/>
                  </a:lnTo>
                  <a:lnTo>
                    <a:pt x="0" y="764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23"/>
            <p:cNvSpPr/>
            <p:nvPr/>
          </p:nvSpPr>
          <p:spPr>
            <a:xfrm>
              <a:off x="1135700" y="1441550"/>
              <a:ext cx="3844325" cy="3863425"/>
            </a:xfrm>
            <a:custGeom>
              <a:rect b="b" l="l" r="r" t="t"/>
              <a:pathLst>
                <a:path extrusionOk="0" fill="none" h="154537" w="153773">
                  <a:moveTo>
                    <a:pt x="60172" y="0"/>
                  </a:moveTo>
                  <a:lnTo>
                    <a:pt x="27125" y="0"/>
                  </a:lnTo>
                  <a:lnTo>
                    <a:pt x="27125" y="0"/>
                  </a:lnTo>
                  <a:lnTo>
                    <a:pt x="24642" y="0"/>
                  </a:lnTo>
                  <a:lnTo>
                    <a:pt x="21968" y="382"/>
                  </a:lnTo>
                  <a:lnTo>
                    <a:pt x="19485" y="1146"/>
                  </a:lnTo>
                  <a:lnTo>
                    <a:pt x="17001" y="1910"/>
                  </a:lnTo>
                  <a:lnTo>
                    <a:pt x="14518" y="3057"/>
                  </a:lnTo>
                  <a:lnTo>
                    <a:pt x="12417" y="4203"/>
                  </a:lnTo>
                  <a:lnTo>
                    <a:pt x="10125" y="5731"/>
                  </a:lnTo>
                  <a:lnTo>
                    <a:pt x="8214" y="7450"/>
                  </a:lnTo>
                  <a:lnTo>
                    <a:pt x="6495" y="9169"/>
                  </a:lnTo>
                  <a:lnTo>
                    <a:pt x="4776" y="11080"/>
                  </a:lnTo>
                  <a:lnTo>
                    <a:pt x="3439" y="13181"/>
                  </a:lnTo>
                  <a:lnTo>
                    <a:pt x="2293" y="15473"/>
                  </a:lnTo>
                  <a:lnTo>
                    <a:pt x="1338" y="17765"/>
                  </a:lnTo>
                  <a:lnTo>
                    <a:pt x="573" y="20249"/>
                  </a:lnTo>
                  <a:lnTo>
                    <a:pt x="191" y="22923"/>
                  </a:lnTo>
                  <a:lnTo>
                    <a:pt x="0" y="25597"/>
                  </a:lnTo>
                  <a:lnTo>
                    <a:pt x="0" y="106017"/>
                  </a:lnTo>
                  <a:lnTo>
                    <a:pt x="0" y="106017"/>
                  </a:lnTo>
                  <a:lnTo>
                    <a:pt x="191" y="108691"/>
                  </a:lnTo>
                  <a:lnTo>
                    <a:pt x="573" y="111174"/>
                  </a:lnTo>
                  <a:lnTo>
                    <a:pt x="1147" y="113467"/>
                  </a:lnTo>
                  <a:lnTo>
                    <a:pt x="2102" y="115759"/>
                  </a:lnTo>
                  <a:lnTo>
                    <a:pt x="3248" y="117860"/>
                  </a:lnTo>
                  <a:lnTo>
                    <a:pt x="4585" y="119961"/>
                  </a:lnTo>
                  <a:lnTo>
                    <a:pt x="6113" y="121872"/>
                  </a:lnTo>
                  <a:lnTo>
                    <a:pt x="7641" y="123782"/>
                  </a:lnTo>
                  <a:lnTo>
                    <a:pt x="9551" y="125501"/>
                  </a:lnTo>
                  <a:lnTo>
                    <a:pt x="11462" y="126838"/>
                  </a:lnTo>
                  <a:lnTo>
                    <a:pt x="13372" y="128175"/>
                  </a:lnTo>
                  <a:lnTo>
                    <a:pt x="15664" y="129321"/>
                  </a:lnTo>
                  <a:lnTo>
                    <a:pt x="17765" y="130277"/>
                  </a:lnTo>
                  <a:lnTo>
                    <a:pt x="20058" y="131041"/>
                  </a:lnTo>
                  <a:lnTo>
                    <a:pt x="22350" y="131614"/>
                  </a:lnTo>
                  <a:lnTo>
                    <a:pt x="24642" y="131996"/>
                  </a:lnTo>
                  <a:lnTo>
                    <a:pt x="24642" y="154536"/>
                  </a:lnTo>
                  <a:lnTo>
                    <a:pt x="60554" y="132187"/>
                  </a:lnTo>
                  <a:lnTo>
                    <a:pt x="127793" y="132187"/>
                  </a:lnTo>
                  <a:lnTo>
                    <a:pt x="127793" y="132187"/>
                  </a:lnTo>
                  <a:lnTo>
                    <a:pt x="130468" y="132187"/>
                  </a:lnTo>
                  <a:lnTo>
                    <a:pt x="133142" y="131805"/>
                  </a:lnTo>
                  <a:lnTo>
                    <a:pt x="135625" y="131041"/>
                  </a:lnTo>
                  <a:lnTo>
                    <a:pt x="137917" y="130086"/>
                  </a:lnTo>
                  <a:lnTo>
                    <a:pt x="140210" y="129130"/>
                  </a:lnTo>
                  <a:lnTo>
                    <a:pt x="142311" y="127793"/>
                  </a:lnTo>
                  <a:lnTo>
                    <a:pt x="144412" y="126265"/>
                  </a:lnTo>
                  <a:lnTo>
                    <a:pt x="146131" y="124546"/>
                  </a:lnTo>
                  <a:lnTo>
                    <a:pt x="147850" y="122636"/>
                  </a:lnTo>
                  <a:lnTo>
                    <a:pt x="149379" y="120726"/>
                  </a:lnTo>
                  <a:lnTo>
                    <a:pt x="150716" y="118433"/>
                  </a:lnTo>
                  <a:lnTo>
                    <a:pt x="151862" y="116141"/>
                  </a:lnTo>
                  <a:lnTo>
                    <a:pt x="152626" y="113849"/>
                  </a:lnTo>
                  <a:lnTo>
                    <a:pt x="153390" y="111366"/>
                  </a:lnTo>
                  <a:lnTo>
                    <a:pt x="153772" y="108691"/>
                  </a:lnTo>
                  <a:lnTo>
                    <a:pt x="153772" y="106017"/>
                  </a:lnTo>
                  <a:lnTo>
                    <a:pt x="153772" y="88061"/>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pic>
        <p:nvPicPr>
          <p:cNvPr id="1828" name="Google Shape;1828;p224"/>
          <p:cNvPicPr preferRelativeResize="0"/>
          <p:nvPr/>
        </p:nvPicPr>
        <p:blipFill rotWithShape="1">
          <a:blip r:embed="rId3">
            <a:alphaModFix/>
          </a:blip>
          <a:srcRect b="1267" l="0" r="2534" t="1267"/>
          <a:stretch/>
        </p:blipFill>
        <p:spPr>
          <a:xfrm>
            <a:off x="0" y="0"/>
            <a:ext cx="9144003" cy="5143501"/>
          </a:xfrm>
          <a:prstGeom prst="rect">
            <a:avLst/>
          </a:prstGeom>
          <a:noFill/>
          <a:ln>
            <a:noFill/>
          </a:ln>
        </p:spPr>
      </p:pic>
      <p:sp>
        <p:nvSpPr>
          <p:cNvPr id="1829" name="Google Shape;1829;p22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solidFill>
                  <a:srgbClr val="FFFFFF"/>
                </a:solidFill>
              </a:rPr>
              <a:t>‹#›</a:t>
            </a:fld>
            <a:endParaRPr sz="600">
              <a:solidFill>
                <a:srgbClr val="FFFFFF"/>
              </a:solidFill>
            </a:endParaRPr>
          </a:p>
        </p:txBody>
      </p:sp>
      <p:sp>
        <p:nvSpPr>
          <p:cNvPr id="1830" name="Google Shape;1830;p224"/>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t/>
            </a:r>
            <a:endParaRPr/>
          </a:p>
        </p:txBody>
      </p:sp>
      <p:sp>
        <p:nvSpPr>
          <p:cNvPr id="1831" name="Google Shape;1831;p224"/>
          <p:cNvSpPr txBox="1"/>
          <p:nvPr>
            <p:ph idx="12" type="sldNum"/>
          </p:nvPr>
        </p:nvSpPr>
        <p:spPr>
          <a:xfrm>
            <a:off x="8607775" y="4957200"/>
            <a:ext cx="261900" cy="1056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fld id="{00000000-1234-1234-1234-123412341234}" type="slidenum">
              <a:rPr lang="en"/>
              <a:t>‹#›</a:t>
            </a:fld>
            <a:endParaRPr/>
          </a:p>
        </p:txBody>
      </p:sp>
      <p:sp>
        <p:nvSpPr>
          <p:cNvPr id="1832" name="Google Shape;1832;p224"/>
          <p:cNvSpPr/>
          <p:nvPr/>
        </p:nvSpPr>
        <p:spPr>
          <a:xfrm>
            <a:off x="589450" y="382650"/>
            <a:ext cx="3258600" cy="3258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lang="en" sz="2400">
                <a:solidFill>
                  <a:schemeClr val="dk2"/>
                </a:solidFill>
                <a:latin typeface="Roboto"/>
                <a:ea typeface="Roboto"/>
                <a:cs typeface="Roboto"/>
                <a:sym typeface="Roboto"/>
              </a:rPr>
              <a:t>The best way</a:t>
            </a:r>
            <a:br>
              <a:rPr lang="en" sz="2400">
                <a:solidFill>
                  <a:schemeClr val="dk2"/>
                </a:solidFill>
                <a:latin typeface="Roboto"/>
                <a:ea typeface="Roboto"/>
                <a:cs typeface="Roboto"/>
                <a:sym typeface="Roboto"/>
              </a:rPr>
            </a:br>
            <a:r>
              <a:rPr lang="en" sz="2400">
                <a:solidFill>
                  <a:schemeClr val="dk2"/>
                </a:solidFill>
                <a:latin typeface="Roboto"/>
                <a:ea typeface="Roboto"/>
                <a:cs typeface="Roboto"/>
                <a:sym typeface="Roboto"/>
              </a:rPr>
              <a:t>to prepare for job interviews is to practice. </a:t>
            </a:r>
            <a:endParaRPr b="0" i="0" sz="2400" u="none" cap="none" strike="noStrike">
              <a:solidFill>
                <a:schemeClr val="dk2"/>
              </a:solidFill>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sp>
        <p:nvSpPr>
          <p:cNvPr id="1837" name="Google Shape;1837;p225"/>
          <p:cNvSpPr/>
          <p:nvPr/>
        </p:nvSpPr>
        <p:spPr>
          <a:xfrm>
            <a:off x="607675" y="1142050"/>
            <a:ext cx="8079000" cy="718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225"/>
          <p:cNvSpPr/>
          <p:nvPr/>
        </p:nvSpPr>
        <p:spPr>
          <a:xfrm>
            <a:off x="607675" y="2076447"/>
            <a:ext cx="8079000" cy="657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225"/>
          <p:cNvSpPr/>
          <p:nvPr/>
        </p:nvSpPr>
        <p:spPr>
          <a:xfrm>
            <a:off x="457200" y="127581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840" name="Google Shape;1840;p225"/>
          <p:cNvSpPr/>
          <p:nvPr/>
        </p:nvSpPr>
        <p:spPr>
          <a:xfrm>
            <a:off x="457200" y="217593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1841" name="Google Shape;1841;p225"/>
          <p:cNvSpPr txBox="1"/>
          <p:nvPr/>
        </p:nvSpPr>
        <p:spPr>
          <a:xfrm>
            <a:off x="914400" y="1136564"/>
            <a:ext cx="7772400" cy="686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Using the provided set of behavioral and technical questions, you will work in groups of four or five to conduct, answer, and observe mock interviews.</a:t>
            </a:r>
            <a:endParaRPr sz="1800">
              <a:solidFill>
                <a:srgbClr val="082D49"/>
              </a:solidFill>
              <a:latin typeface="Roboto"/>
              <a:ea typeface="Roboto"/>
              <a:cs typeface="Roboto"/>
              <a:sym typeface="Roboto"/>
            </a:endParaRPr>
          </a:p>
        </p:txBody>
      </p:sp>
      <p:sp>
        <p:nvSpPr>
          <p:cNvPr id="1842" name="Google Shape;1842;p225"/>
          <p:cNvSpPr txBox="1"/>
          <p:nvPr/>
        </p:nvSpPr>
        <p:spPr>
          <a:xfrm>
            <a:off x="914400" y="207872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43" name="Google Shape;1843;p225"/>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Mock Interviews</a:t>
            </a:r>
            <a:endParaRPr b="1" sz="2600">
              <a:solidFill>
                <a:srgbClr val="082D49"/>
              </a:solidFill>
              <a:latin typeface="Roboto"/>
              <a:ea typeface="Roboto"/>
              <a:cs typeface="Roboto"/>
              <a:sym typeface="Roboto"/>
            </a:endParaRPr>
          </a:p>
        </p:txBody>
      </p:sp>
      <p:sp>
        <p:nvSpPr>
          <p:cNvPr id="1844" name="Google Shape;1844;p225"/>
          <p:cNvSpPr txBox="1"/>
          <p:nvPr/>
        </p:nvSpPr>
        <p:spPr>
          <a:xfrm>
            <a:off x="457200"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45" name="Google Shape;1845;p225"/>
          <p:cNvSpPr txBox="1"/>
          <p:nvPr/>
        </p:nvSpPr>
        <p:spPr>
          <a:xfrm>
            <a:off x="1053650" y="2121018"/>
            <a:ext cx="6786900" cy="52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To simulate a real job interview, you will be asked behavioral and technical questions. You will not know which will be asked.</a:t>
            </a:r>
            <a:endParaRPr sz="1800">
              <a:solidFill>
                <a:schemeClr val="dk2"/>
              </a:solidFill>
              <a:latin typeface="Roboto"/>
              <a:ea typeface="Roboto"/>
              <a:cs typeface="Roboto"/>
              <a:sym typeface="Roboto"/>
            </a:endParaRPr>
          </a:p>
        </p:txBody>
      </p:sp>
      <p:sp>
        <p:nvSpPr>
          <p:cNvPr id="1846" name="Google Shape;1846;p225"/>
          <p:cNvSpPr/>
          <p:nvPr/>
        </p:nvSpPr>
        <p:spPr>
          <a:xfrm>
            <a:off x="607675" y="2913510"/>
            <a:ext cx="8079000" cy="657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225"/>
          <p:cNvSpPr/>
          <p:nvPr/>
        </p:nvSpPr>
        <p:spPr>
          <a:xfrm>
            <a:off x="457200" y="301299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3</a:t>
            </a:r>
            <a:endParaRPr b="0" i="0" sz="1800" u="none" cap="none" strike="noStrike">
              <a:solidFill>
                <a:srgbClr val="082D49"/>
              </a:solidFill>
              <a:latin typeface="Arial"/>
              <a:ea typeface="Arial"/>
              <a:cs typeface="Arial"/>
              <a:sym typeface="Arial"/>
            </a:endParaRPr>
          </a:p>
        </p:txBody>
      </p:sp>
      <p:sp>
        <p:nvSpPr>
          <p:cNvPr id="1848" name="Google Shape;1848;p225"/>
          <p:cNvSpPr txBox="1"/>
          <p:nvPr/>
        </p:nvSpPr>
        <p:spPr>
          <a:xfrm>
            <a:off x="914400" y="291578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49" name="Google Shape;1849;p225"/>
          <p:cNvSpPr txBox="1"/>
          <p:nvPr/>
        </p:nvSpPr>
        <p:spPr>
          <a:xfrm>
            <a:off x="1053650" y="2958081"/>
            <a:ext cx="6786900" cy="52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There will likely be questions you do not know the answer to. How you respond to those questions is very important.</a:t>
            </a:r>
            <a:endParaRPr sz="1800">
              <a:solidFill>
                <a:schemeClr val="dk2"/>
              </a:solidFill>
              <a:latin typeface="Roboto"/>
              <a:ea typeface="Roboto"/>
              <a:cs typeface="Roboto"/>
              <a:sym typeface="Roboto"/>
            </a:endParaRPr>
          </a:p>
        </p:txBody>
      </p:sp>
      <p:sp>
        <p:nvSpPr>
          <p:cNvPr id="1850" name="Google Shape;1850;p225"/>
          <p:cNvSpPr/>
          <p:nvPr/>
        </p:nvSpPr>
        <p:spPr>
          <a:xfrm>
            <a:off x="607675" y="3764810"/>
            <a:ext cx="8079000" cy="657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225"/>
          <p:cNvSpPr/>
          <p:nvPr/>
        </p:nvSpPr>
        <p:spPr>
          <a:xfrm>
            <a:off x="457200" y="386429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4</a:t>
            </a:r>
            <a:endParaRPr b="0" i="0" sz="1800" u="none" cap="none" strike="noStrike">
              <a:solidFill>
                <a:srgbClr val="082D49"/>
              </a:solidFill>
              <a:latin typeface="Arial"/>
              <a:ea typeface="Arial"/>
              <a:cs typeface="Arial"/>
              <a:sym typeface="Arial"/>
            </a:endParaRPr>
          </a:p>
        </p:txBody>
      </p:sp>
      <p:sp>
        <p:nvSpPr>
          <p:cNvPr id="1852" name="Google Shape;1852;p225"/>
          <p:cNvSpPr txBox="1"/>
          <p:nvPr/>
        </p:nvSpPr>
        <p:spPr>
          <a:xfrm>
            <a:off x="914400" y="376708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53" name="Google Shape;1853;p225"/>
          <p:cNvSpPr txBox="1"/>
          <p:nvPr/>
        </p:nvSpPr>
        <p:spPr>
          <a:xfrm>
            <a:off x="1053650" y="3809381"/>
            <a:ext cx="6786900" cy="52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Everyone in the group will have an opportunity to be interviewed and to conduct the interview.</a:t>
            </a:r>
            <a:endParaRPr sz="1800">
              <a:solidFill>
                <a:schemeClr val="dk2"/>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226"/>
          <p:cNvSpPr txBox="1"/>
          <p:nvPr>
            <p:ph type="title"/>
          </p:nvPr>
        </p:nvSpPr>
        <p:spPr>
          <a:xfrm>
            <a:off x="3145525" y="773250"/>
            <a:ext cx="5555100" cy="359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Everyone should have a copy of their </a:t>
            </a:r>
            <a:r>
              <a:rPr lang="en" sz="3600">
                <a:latin typeface="Roboto"/>
                <a:ea typeface="Roboto"/>
                <a:cs typeface="Roboto"/>
                <a:sym typeface="Roboto"/>
              </a:rPr>
              <a:t>resume</a:t>
            </a:r>
            <a:r>
              <a:rPr lang="en" sz="3600"/>
              <a:t> in front of them. </a:t>
            </a:r>
            <a:endParaRPr sz="3600"/>
          </a:p>
          <a:p>
            <a:pPr indent="0" lvl="0" marL="0" rtl="0" algn="l">
              <a:spcBef>
                <a:spcPts val="1000"/>
              </a:spcBef>
              <a:spcAft>
                <a:spcPts val="0"/>
              </a:spcAft>
              <a:buNone/>
            </a:pPr>
            <a:r>
              <a:rPr lang="en" sz="3600"/>
              <a:t>In interviews, you will likely be asked questions about your </a:t>
            </a:r>
            <a:r>
              <a:rPr lang="en" sz="3600">
                <a:latin typeface="Roboto"/>
                <a:ea typeface="Roboto"/>
                <a:cs typeface="Roboto"/>
                <a:sym typeface="Roboto"/>
              </a:rPr>
              <a:t>resume.</a:t>
            </a:r>
            <a:endParaRPr sz="3600">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227"/>
          <p:cNvSpPr txBox="1"/>
          <p:nvPr/>
        </p:nvSpPr>
        <p:spPr>
          <a:xfrm>
            <a:off x="-103725" y="127400"/>
            <a:ext cx="38070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Mock Interview Setup</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a:solidFill>
                <a:schemeClr val="dk2"/>
              </a:solidFill>
              <a:latin typeface="Roboto"/>
              <a:ea typeface="Roboto"/>
              <a:cs typeface="Roboto"/>
              <a:sym typeface="Roboto"/>
            </a:endParaRPr>
          </a:p>
        </p:txBody>
      </p:sp>
      <p:sp>
        <p:nvSpPr>
          <p:cNvPr id="1864" name="Google Shape;1864;p227"/>
          <p:cNvSpPr txBox="1"/>
          <p:nvPr>
            <p:ph idx="4294967295" type="subTitle"/>
          </p:nvPr>
        </p:nvSpPr>
        <p:spPr>
          <a:xfrm>
            <a:off x="0" y="811100"/>
            <a:ext cx="3604500" cy="6408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b="1" lang="en" sz="1600"/>
              <a:t>In groups of 4 or 5, each student will have an opportunity to ask and answer questions.</a:t>
            </a:r>
            <a:endParaRPr b="1" sz="1600"/>
          </a:p>
        </p:txBody>
      </p:sp>
      <p:sp>
        <p:nvSpPr>
          <p:cNvPr id="1865" name="Google Shape;1865;p227"/>
          <p:cNvSpPr txBox="1"/>
          <p:nvPr>
            <p:ph idx="1" type="body"/>
          </p:nvPr>
        </p:nvSpPr>
        <p:spPr>
          <a:xfrm>
            <a:off x="311700" y="1895475"/>
            <a:ext cx="3162300" cy="2771700"/>
          </a:xfrm>
          <a:prstGeom prst="rect">
            <a:avLst/>
          </a:prstGeom>
        </p:spPr>
        <p:txBody>
          <a:bodyPr anchorCtr="0" anchor="t" bIns="91425" lIns="0" spcFirstLastPara="1" rIns="91425" wrap="square" tIns="0">
            <a:noAutofit/>
          </a:bodyPr>
          <a:lstStyle/>
          <a:p>
            <a:pPr indent="-330200" lvl="0" marL="457200" rtl="0" algn="l">
              <a:spcBef>
                <a:spcPts val="0"/>
              </a:spcBef>
              <a:spcAft>
                <a:spcPts val="0"/>
              </a:spcAft>
              <a:buSzPts val="1600"/>
              <a:buChar char="●"/>
            </a:pPr>
            <a:r>
              <a:rPr lang="en" sz="1600"/>
              <a:t>Each student is assigned a letter between A and E. </a:t>
            </a:r>
            <a:endParaRPr sz="1600"/>
          </a:p>
          <a:p>
            <a:pPr indent="-330200" lvl="0" marL="457200" rtl="0" algn="l">
              <a:spcBef>
                <a:spcPts val="1000"/>
              </a:spcBef>
              <a:spcAft>
                <a:spcPts val="0"/>
              </a:spcAft>
              <a:buSzPts val="1600"/>
              <a:buChar char="●"/>
            </a:pPr>
            <a:r>
              <a:rPr lang="en" sz="1600"/>
              <a:t>Each student is assigned a script with questions to ask another student. </a:t>
            </a:r>
            <a:endParaRPr sz="1600"/>
          </a:p>
          <a:p>
            <a:pPr indent="-330200" lvl="0" marL="457200" rtl="0" algn="l">
              <a:spcBef>
                <a:spcPts val="1000"/>
              </a:spcBef>
              <a:spcAft>
                <a:spcPts val="1000"/>
              </a:spcAft>
              <a:buSzPts val="1600"/>
              <a:buChar char="●"/>
            </a:pPr>
            <a:r>
              <a:rPr lang="en" sz="1600"/>
              <a:t>The rest of the group observes each interview and provides feedback about responses and communication skills.</a:t>
            </a:r>
            <a:endParaRPr sz="1600"/>
          </a:p>
        </p:txBody>
      </p:sp>
      <p:pic>
        <p:nvPicPr>
          <p:cNvPr id="1866" name="Google Shape;1866;p227"/>
          <p:cNvPicPr preferRelativeResize="0"/>
          <p:nvPr/>
        </p:nvPicPr>
        <p:blipFill rotWithShape="1">
          <a:blip r:embed="rId3">
            <a:alphaModFix/>
          </a:blip>
          <a:srcRect b="10836" l="1745" r="53510" t="1421"/>
          <a:stretch/>
        </p:blipFill>
        <p:spPr>
          <a:xfrm>
            <a:off x="3865149" y="0"/>
            <a:ext cx="5291326" cy="5143501"/>
          </a:xfrm>
          <a:prstGeom prst="rect">
            <a:avLst/>
          </a:prstGeom>
          <a:noFill/>
          <a:ln>
            <a:noFill/>
          </a:ln>
        </p:spPr>
      </p:pic>
      <p:grpSp>
        <p:nvGrpSpPr>
          <p:cNvPr id="1867" name="Google Shape;1867;p227"/>
          <p:cNvGrpSpPr/>
          <p:nvPr/>
        </p:nvGrpSpPr>
        <p:grpSpPr>
          <a:xfrm>
            <a:off x="4160429" y="708075"/>
            <a:ext cx="978626" cy="371209"/>
            <a:chOff x="97411" y="1300742"/>
            <a:chExt cx="1013700" cy="384513"/>
          </a:xfrm>
        </p:grpSpPr>
        <p:sp>
          <p:nvSpPr>
            <p:cNvPr id="1868" name="Google Shape;1868;p227"/>
            <p:cNvSpPr/>
            <p:nvPr/>
          </p:nvSpPr>
          <p:spPr>
            <a:xfrm>
              <a:off x="97411" y="1300742"/>
              <a:ext cx="1013700" cy="292500"/>
            </a:xfrm>
            <a:prstGeom prst="roundRect">
              <a:avLst>
                <a:gd fmla="val 16667" name="adj"/>
              </a:avLst>
            </a:prstGeom>
            <a:solidFill>
              <a:srgbClr val="FECF48"/>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Student A</a:t>
              </a:r>
              <a:endParaRPr>
                <a:latin typeface="Roboto Medium"/>
                <a:ea typeface="Roboto Medium"/>
                <a:cs typeface="Roboto Medium"/>
                <a:sym typeface="Roboto Medium"/>
              </a:endParaRPr>
            </a:p>
          </p:txBody>
        </p:sp>
        <p:sp>
          <p:nvSpPr>
            <p:cNvPr id="1869" name="Google Shape;1869;p227"/>
            <p:cNvSpPr/>
            <p:nvPr/>
          </p:nvSpPr>
          <p:spPr>
            <a:xfrm rot="10800000">
              <a:off x="512042" y="1580916"/>
              <a:ext cx="184406" cy="104339"/>
            </a:xfrm>
            <a:prstGeom prst="flowChartExtract">
              <a:avLst/>
            </a:prstGeom>
            <a:solidFill>
              <a:srgbClr val="FEC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edium"/>
                <a:ea typeface="Roboto Medium"/>
                <a:cs typeface="Roboto Medium"/>
                <a:sym typeface="Roboto Medium"/>
              </a:endParaRPr>
            </a:p>
          </p:txBody>
        </p:sp>
      </p:grpSp>
      <p:grpSp>
        <p:nvGrpSpPr>
          <p:cNvPr id="1870" name="Google Shape;1870;p227"/>
          <p:cNvGrpSpPr/>
          <p:nvPr/>
        </p:nvGrpSpPr>
        <p:grpSpPr>
          <a:xfrm>
            <a:off x="5400751" y="505329"/>
            <a:ext cx="978626" cy="370868"/>
            <a:chOff x="97395" y="1301094"/>
            <a:chExt cx="1013700" cy="384160"/>
          </a:xfrm>
        </p:grpSpPr>
        <p:sp>
          <p:nvSpPr>
            <p:cNvPr id="1871" name="Google Shape;1871;p227"/>
            <p:cNvSpPr/>
            <p:nvPr/>
          </p:nvSpPr>
          <p:spPr>
            <a:xfrm>
              <a:off x="97395" y="1301094"/>
              <a:ext cx="1013700" cy="292500"/>
            </a:xfrm>
            <a:prstGeom prst="roundRect">
              <a:avLst>
                <a:gd fmla="val 16667" name="adj"/>
              </a:avLst>
            </a:prstGeom>
            <a:solidFill>
              <a:srgbClr val="FECF48"/>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Student B</a:t>
              </a:r>
              <a:endParaRPr>
                <a:latin typeface="Roboto Medium"/>
                <a:ea typeface="Roboto Medium"/>
                <a:cs typeface="Roboto Medium"/>
                <a:sym typeface="Roboto Medium"/>
              </a:endParaRPr>
            </a:p>
          </p:txBody>
        </p:sp>
        <p:sp>
          <p:nvSpPr>
            <p:cNvPr id="1872" name="Google Shape;1872;p227"/>
            <p:cNvSpPr/>
            <p:nvPr/>
          </p:nvSpPr>
          <p:spPr>
            <a:xfrm rot="10800000">
              <a:off x="512042" y="1580916"/>
              <a:ext cx="184406" cy="104339"/>
            </a:xfrm>
            <a:prstGeom prst="flowChartExtract">
              <a:avLst/>
            </a:prstGeom>
            <a:solidFill>
              <a:srgbClr val="FEC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edium"/>
                <a:ea typeface="Roboto Medium"/>
                <a:cs typeface="Roboto Medium"/>
                <a:sym typeface="Roboto Medium"/>
              </a:endParaRPr>
            </a:p>
          </p:txBody>
        </p:sp>
      </p:grpSp>
      <p:grpSp>
        <p:nvGrpSpPr>
          <p:cNvPr id="1873" name="Google Shape;1873;p227"/>
          <p:cNvGrpSpPr/>
          <p:nvPr/>
        </p:nvGrpSpPr>
        <p:grpSpPr>
          <a:xfrm>
            <a:off x="6641073" y="280889"/>
            <a:ext cx="978626" cy="371209"/>
            <a:chOff x="97395" y="1300742"/>
            <a:chExt cx="1013700" cy="384513"/>
          </a:xfrm>
        </p:grpSpPr>
        <p:sp>
          <p:nvSpPr>
            <p:cNvPr id="1874" name="Google Shape;1874;p227"/>
            <p:cNvSpPr/>
            <p:nvPr/>
          </p:nvSpPr>
          <p:spPr>
            <a:xfrm>
              <a:off x="97395" y="1300742"/>
              <a:ext cx="1013700" cy="292500"/>
            </a:xfrm>
            <a:prstGeom prst="roundRect">
              <a:avLst>
                <a:gd fmla="val 16667" name="adj"/>
              </a:avLst>
            </a:prstGeom>
            <a:solidFill>
              <a:srgbClr val="FECF48"/>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Student C</a:t>
              </a:r>
              <a:endParaRPr>
                <a:latin typeface="Roboto Medium"/>
                <a:ea typeface="Roboto Medium"/>
                <a:cs typeface="Roboto Medium"/>
                <a:sym typeface="Roboto Medium"/>
              </a:endParaRPr>
            </a:p>
          </p:txBody>
        </p:sp>
        <p:sp>
          <p:nvSpPr>
            <p:cNvPr id="1875" name="Google Shape;1875;p227"/>
            <p:cNvSpPr/>
            <p:nvPr/>
          </p:nvSpPr>
          <p:spPr>
            <a:xfrm rot="10800000">
              <a:off x="512042" y="1580916"/>
              <a:ext cx="184406" cy="104339"/>
            </a:xfrm>
            <a:prstGeom prst="flowChartExtract">
              <a:avLst/>
            </a:prstGeom>
            <a:solidFill>
              <a:srgbClr val="FEC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edium"/>
                <a:ea typeface="Roboto Medium"/>
                <a:cs typeface="Roboto Medium"/>
                <a:sym typeface="Roboto Medium"/>
              </a:endParaRPr>
            </a:p>
          </p:txBody>
        </p:sp>
      </p:grpSp>
      <p:grpSp>
        <p:nvGrpSpPr>
          <p:cNvPr id="1876" name="Google Shape;1876;p227"/>
          <p:cNvGrpSpPr/>
          <p:nvPr/>
        </p:nvGrpSpPr>
        <p:grpSpPr>
          <a:xfrm>
            <a:off x="7822522" y="876204"/>
            <a:ext cx="978626" cy="371209"/>
            <a:chOff x="97395" y="1300742"/>
            <a:chExt cx="1013700" cy="384513"/>
          </a:xfrm>
        </p:grpSpPr>
        <p:sp>
          <p:nvSpPr>
            <p:cNvPr id="1877" name="Google Shape;1877;p227"/>
            <p:cNvSpPr/>
            <p:nvPr/>
          </p:nvSpPr>
          <p:spPr>
            <a:xfrm>
              <a:off x="97395" y="1300742"/>
              <a:ext cx="1013700" cy="292500"/>
            </a:xfrm>
            <a:prstGeom prst="roundRect">
              <a:avLst>
                <a:gd fmla="val 16667" name="adj"/>
              </a:avLst>
            </a:prstGeom>
            <a:solidFill>
              <a:srgbClr val="FECF48"/>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Student D</a:t>
              </a:r>
              <a:endParaRPr>
                <a:latin typeface="Roboto Medium"/>
                <a:ea typeface="Roboto Medium"/>
                <a:cs typeface="Roboto Medium"/>
                <a:sym typeface="Roboto Medium"/>
              </a:endParaRPr>
            </a:p>
          </p:txBody>
        </p:sp>
        <p:sp>
          <p:nvSpPr>
            <p:cNvPr id="1878" name="Google Shape;1878;p227"/>
            <p:cNvSpPr/>
            <p:nvPr/>
          </p:nvSpPr>
          <p:spPr>
            <a:xfrm rot="10800000">
              <a:off x="512042" y="1580916"/>
              <a:ext cx="184406" cy="104339"/>
            </a:xfrm>
            <a:prstGeom prst="flowChartExtract">
              <a:avLst/>
            </a:prstGeom>
            <a:solidFill>
              <a:srgbClr val="FEC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edium"/>
                <a:ea typeface="Roboto Medium"/>
                <a:cs typeface="Roboto Medium"/>
                <a:sym typeface="Roboto Medium"/>
              </a:endParaRPr>
            </a:p>
          </p:txBody>
        </p:sp>
      </p:grpSp>
      <p:grpSp>
        <p:nvGrpSpPr>
          <p:cNvPr id="1879" name="Google Shape;1879;p227"/>
          <p:cNvGrpSpPr/>
          <p:nvPr/>
        </p:nvGrpSpPr>
        <p:grpSpPr>
          <a:xfrm>
            <a:off x="4160430" y="2843383"/>
            <a:ext cx="1050539" cy="282380"/>
            <a:chOff x="97395" y="1300742"/>
            <a:chExt cx="1088190" cy="292500"/>
          </a:xfrm>
        </p:grpSpPr>
        <p:sp>
          <p:nvSpPr>
            <p:cNvPr id="1880" name="Google Shape;1880;p227"/>
            <p:cNvSpPr/>
            <p:nvPr/>
          </p:nvSpPr>
          <p:spPr>
            <a:xfrm>
              <a:off x="97395" y="1300742"/>
              <a:ext cx="1013700" cy="292500"/>
            </a:xfrm>
            <a:prstGeom prst="roundRect">
              <a:avLst>
                <a:gd fmla="val 16667" name="adj"/>
              </a:avLst>
            </a:prstGeom>
            <a:solidFill>
              <a:srgbClr val="FECF48"/>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Student E</a:t>
              </a:r>
              <a:endParaRPr>
                <a:latin typeface="Roboto Medium"/>
                <a:ea typeface="Roboto Medium"/>
                <a:cs typeface="Roboto Medium"/>
                <a:sym typeface="Roboto Medium"/>
              </a:endParaRPr>
            </a:p>
          </p:txBody>
        </p:sp>
        <p:sp>
          <p:nvSpPr>
            <p:cNvPr id="1881" name="Google Shape;1881;p227"/>
            <p:cNvSpPr/>
            <p:nvPr/>
          </p:nvSpPr>
          <p:spPr>
            <a:xfrm flipH="1" rot="5400000">
              <a:off x="1041213" y="1394834"/>
              <a:ext cx="184406" cy="104339"/>
            </a:xfrm>
            <a:prstGeom prst="flowChartExtract">
              <a:avLst/>
            </a:prstGeom>
            <a:solidFill>
              <a:srgbClr val="FEC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edium"/>
                <a:ea typeface="Roboto Medium"/>
                <a:cs typeface="Roboto Medium"/>
                <a:sym typeface="Roboto Medium"/>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5" name="Shape 1885"/>
        <p:cNvGrpSpPr/>
        <p:nvPr/>
      </p:nvGrpSpPr>
      <p:grpSpPr>
        <a:xfrm>
          <a:off x="0" y="0"/>
          <a:ext cx="0" cy="0"/>
          <a:chOff x="0" y="0"/>
          <a:chExt cx="0" cy="0"/>
        </a:xfrm>
      </p:grpSpPr>
      <p:sp>
        <p:nvSpPr>
          <p:cNvPr id="1886" name="Google Shape;1886;p228"/>
          <p:cNvSpPr txBox="1"/>
          <p:nvPr/>
        </p:nvSpPr>
        <p:spPr>
          <a:xfrm>
            <a:off x="0" y="127400"/>
            <a:ext cx="4362000" cy="7488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Mock Interview Setup</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a:solidFill>
                <a:schemeClr val="dk2"/>
              </a:solidFill>
              <a:latin typeface="Roboto"/>
              <a:ea typeface="Roboto"/>
              <a:cs typeface="Roboto"/>
              <a:sym typeface="Roboto"/>
            </a:endParaRPr>
          </a:p>
        </p:txBody>
      </p:sp>
      <p:sp>
        <p:nvSpPr>
          <p:cNvPr id="1887" name="Google Shape;1887;p228"/>
          <p:cNvSpPr txBox="1"/>
          <p:nvPr>
            <p:ph idx="1" type="body"/>
          </p:nvPr>
        </p:nvSpPr>
        <p:spPr>
          <a:xfrm>
            <a:off x="0" y="658700"/>
            <a:ext cx="8176200" cy="4158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Use the following table to coordinate interview rotation:</a:t>
            </a:r>
            <a:endParaRPr/>
          </a:p>
        </p:txBody>
      </p:sp>
      <p:graphicFrame>
        <p:nvGraphicFramePr>
          <p:cNvPr id="1888" name="Google Shape;1888;p228"/>
          <p:cNvGraphicFramePr/>
          <p:nvPr/>
        </p:nvGraphicFramePr>
        <p:xfrm>
          <a:off x="435175" y="1351475"/>
          <a:ext cx="3000000" cy="3000000"/>
        </p:xfrm>
        <a:graphic>
          <a:graphicData uri="http://schemas.openxmlformats.org/drawingml/2006/table">
            <a:tbl>
              <a:tblPr>
                <a:noFill/>
                <a:tableStyleId>{49B23CD1-ED1C-4E11-8C75-9EFEBD0502A2}</a:tableStyleId>
              </a:tblPr>
              <a:tblGrid>
                <a:gridCol w="856475"/>
                <a:gridCol w="1598350"/>
                <a:gridCol w="1515925"/>
                <a:gridCol w="1484425"/>
                <a:gridCol w="1526400"/>
                <a:gridCol w="1452975"/>
              </a:tblGrid>
              <a:tr h="307525">
                <a:tc>
                  <a:txBody>
                    <a:bodyPr/>
                    <a:lstStyle/>
                    <a:p>
                      <a:pPr indent="0" lvl="0" marL="0" rtl="0" algn="ctr">
                        <a:spcBef>
                          <a:spcPts val="0"/>
                        </a:spcBef>
                        <a:spcAft>
                          <a:spcPts val="0"/>
                        </a:spcAft>
                        <a:buNone/>
                      </a:pPr>
                      <a:r>
                        <a:rPr lang="en" sz="1500">
                          <a:solidFill>
                            <a:schemeClr val="dk2"/>
                          </a:solidFill>
                          <a:latin typeface="Roboto"/>
                          <a:ea typeface="Roboto"/>
                          <a:cs typeface="Roboto"/>
                          <a:sym typeface="Roboto"/>
                        </a:rPr>
                        <a:t>Student</a:t>
                      </a:r>
                      <a:endParaRPr sz="1500">
                        <a:solidFill>
                          <a:schemeClr val="dk2"/>
                        </a:solidFill>
                        <a:latin typeface="Roboto"/>
                        <a:ea typeface="Roboto"/>
                        <a:cs typeface="Roboto"/>
                        <a:sym typeface="Roboto"/>
                      </a:endParaRPr>
                    </a:p>
                  </a:txBody>
                  <a:tcPr marT="0" marB="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lt1"/>
                          </a:solidFill>
                          <a:latin typeface="Roboto"/>
                          <a:ea typeface="Roboto"/>
                          <a:cs typeface="Roboto"/>
                          <a:sym typeface="Roboto"/>
                        </a:rPr>
                        <a:t>Interview 1</a:t>
                      </a:r>
                      <a:endParaRPr>
                        <a:solidFill>
                          <a:schemeClr val="lt1"/>
                        </a:solidFill>
                        <a:latin typeface="Roboto"/>
                        <a:ea typeface="Roboto"/>
                        <a:cs typeface="Roboto"/>
                        <a:sym typeface="Roboto"/>
                      </a:endParaRPr>
                    </a:p>
                  </a:txBody>
                  <a:tcPr marT="0" marB="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lt1"/>
                          </a:solidFill>
                          <a:latin typeface="Roboto"/>
                          <a:ea typeface="Roboto"/>
                          <a:cs typeface="Roboto"/>
                          <a:sym typeface="Roboto"/>
                        </a:rPr>
                        <a:t>Interview 2</a:t>
                      </a:r>
                      <a:endParaRPr>
                        <a:solidFill>
                          <a:schemeClr val="lt1"/>
                        </a:solidFill>
                        <a:latin typeface="Roboto"/>
                        <a:ea typeface="Roboto"/>
                        <a:cs typeface="Roboto"/>
                        <a:sym typeface="Roboto"/>
                      </a:endParaRPr>
                    </a:p>
                  </a:txBody>
                  <a:tcPr marT="0" marB="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lt1"/>
                          </a:solidFill>
                          <a:latin typeface="Roboto"/>
                          <a:ea typeface="Roboto"/>
                          <a:cs typeface="Roboto"/>
                          <a:sym typeface="Roboto"/>
                        </a:rPr>
                        <a:t>Interview 3</a:t>
                      </a:r>
                      <a:endParaRPr>
                        <a:solidFill>
                          <a:schemeClr val="lt1"/>
                        </a:solidFill>
                        <a:latin typeface="Roboto"/>
                        <a:ea typeface="Roboto"/>
                        <a:cs typeface="Roboto"/>
                        <a:sym typeface="Roboto"/>
                      </a:endParaRPr>
                    </a:p>
                  </a:txBody>
                  <a:tcPr marT="0" marB="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lt1"/>
                          </a:solidFill>
                          <a:latin typeface="Roboto"/>
                          <a:ea typeface="Roboto"/>
                          <a:cs typeface="Roboto"/>
                          <a:sym typeface="Roboto"/>
                        </a:rPr>
                        <a:t>Interview 4</a:t>
                      </a:r>
                      <a:endParaRPr>
                        <a:solidFill>
                          <a:schemeClr val="lt1"/>
                        </a:solidFill>
                        <a:latin typeface="Roboto"/>
                        <a:ea typeface="Roboto"/>
                        <a:cs typeface="Roboto"/>
                        <a:sym typeface="Roboto"/>
                      </a:endParaRPr>
                    </a:p>
                  </a:txBody>
                  <a:tcPr marT="0" marB="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lt1"/>
                          </a:solidFill>
                          <a:latin typeface="Roboto"/>
                          <a:ea typeface="Roboto"/>
                          <a:cs typeface="Roboto"/>
                          <a:sym typeface="Roboto"/>
                        </a:rPr>
                        <a:t>Interview 5</a:t>
                      </a:r>
                      <a:endParaRPr>
                        <a:solidFill>
                          <a:schemeClr val="lt1"/>
                        </a:solidFill>
                        <a:latin typeface="Roboto"/>
                        <a:ea typeface="Roboto"/>
                        <a:cs typeface="Roboto"/>
                        <a:sym typeface="Roboto"/>
                      </a:endParaRPr>
                    </a:p>
                  </a:txBody>
                  <a:tcPr marT="0" marB="0"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r>
              <a:tr h="568450">
                <a:tc>
                  <a:txBody>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A</a:t>
                      </a:r>
                      <a:endParaRPr sz="1600">
                        <a:solidFill>
                          <a:srgbClr val="FFFFFF"/>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2"/>
                          </a:solidFill>
                          <a:latin typeface="Roboto Medium"/>
                          <a:ea typeface="Roboto Medium"/>
                          <a:cs typeface="Roboto Medium"/>
                          <a:sym typeface="Roboto Medium"/>
                        </a:rPr>
                        <a:t>Conduct</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latin typeface="Roboto Medium"/>
                          <a:ea typeface="Roboto Medium"/>
                          <a:cs typeface="Roboto Medium"/>
                          <a:sym typeface="Roboto Medium"/>
                        </a:rPr>
                        <a:t>Answer</a:t>
                      </a:r>
                      <a:endParaRPr>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00D6CB"/>
                    </a:solidFill>
                  </a:tcPr>
                </a:tc>
              </a:tr>
              <a:tr h="568450">
                <a:tc>
                  <a:txBody>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B</a:t>
                      </a:r>
                      <a:endParaRPr sz="1600">
                        <a:solidFill>
                          <a:srgbClr val="FFFFFF"/>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latin typeface="Roboto Medium"/>
                          <a:ea typeface="Roboto Medium"/>
                          <a:cs typeface="Roboto Medium"/>
                          <a:sym typeface="Roboto Medium"/>
                        </a:rPr>
                        <a:t>Answer</a:t>
                      </a:r>
                      <a:endParaRPr>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00D6CB"/>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Conduct</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568450">
                <a:tc>
                  <a:txBody>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C</a:t>
                      </a:r>
                      <a:endParaRPr sz="1600">
                        <a:solidFill>
                          <a:srgbClr val="FFFFFF"/>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Answer</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00D6CB"/>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Conduct</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568450">
                <a:tc>
                  <a:txBody>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D</a:t>
                      </a:r>
                      <a:endParaRPr sz="1600">
                        <a:solidFill>
                          <a:srgbClr val="FFFFFF"/>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Answer</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00D6CB"/>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Conduct</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568450">
                <a:tc>
                  <a:txBody>
                    <a:bodyPr/>
                    <a:lstStyle/>
                    <a:p>
                      <a:pPr indent="0" lvl="0" marL="0" rtl="0" algn="ctr">
                        <a:spcBef>
                          <a:spcPts val="0"/>
                        </a:spcBef>
                        <a:spcAft>
                          <a:spcPts val="0"/>
                        </a:spcAft>
                        <a:buNone/>
                      </a:pPr>
                      <a:r>
                        <a:rPr lang="en" sz="1600">
                          <a:solidFill>
                            <a:srgbClr val="FFFFFF"/>
                          </a:solidFill>
                          <a:latin typeface="Roboto"/>
                          <a:ea typeface="Roboto"/>
                          <a:cs typeface="Roboto"/>
                          <a:sym typeface="Roboto"/>
                        </a:rPr>
                        <a:t>E</a:t>
                      </a:r>
                      <a:endParaRPr sz="1600">
                        <a:solidFill>
                          <a:srgbClr val="FFFFFF"/>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Observe</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Answer</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00D6CB"/>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Conduct</a:t>
                      </a:r>
                      <a:endParaRPr>
                        <a:solidFill>
                          <a:schemeClr val="dk2"/>
                        </a:solidFill>
                        <a:latin typeface="Roboto Medium"/>
                        <a:ea typeface="Roboto Medium"/>
                        <a:cs typeface="Roboto Medium"/>
                        <a:sym typeface="Roboto Medium"/>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2" name="Shape 1892"/>
        <p:cNvGrpSpPr/>
        <p:nvPr/>
      </p:nvGrpSpPr>
      <p:grpSpPr>
        <a:xfrm>
          <a:off x="0" y="0"/>
          <a:ext cx="0" cy="0"/>
          <a:chOff x="0" y="0"/>
          <a:chExt cx="0" cy="0"/>
        </a:xfrm>
      </p:grpSpPr>
      <p:sp>
        <p:nvSpPr>
          <p:cNvPr id="1893" name="Google Shape;1893;p229"/>
          <p:cNvSpPr txBox="1"/>
          <p:nvPr>
            <p:ph idx="1" type="subTitle"/>
          </p:nvPr>
        </p:nvSpPr>
        <p:spPr>
          <a:xfrm>
            <a:off x="6004675" y="4568825"/>
            <a:ext cx="31899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 Hour 15 Minutes</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sp>
        <p:nvSpPr>
          <p:cNvPr id="1894" name="Google Shape;1894;p22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Mock Interviews</a:t>
            </a:r>
            <a:endParaRPr/>
          </a:p>
        </p:txBody>
      </p:sp>
      <p:sp>
        <p:nvSpPr>
          <p:cNvPr id="1895" name="Google Shape;1895;p229"/>
          <p:cNvSpPr txBox="1"/>
          <p:nvPr>
            <p:ph idx="3" type="body"/>
          </p:nvPr>
        </p:nvSpPr>
        <p:spPr>
          <a:xfrm>
            <a:off x="914400" y="1691675"/>
            <a:ext cx="7514100" cy="188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Open the interview script that corresponds to your letter. Use these questions to conduct your interview.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896" name="Google Shape;1896;p22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0" name="Shape 1900"/>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grpSp>
        <p:nvGrpSpPr>
          <p:cNvPr id="1909" name="Google Shape;1909;p232"/>
          <p:cNvGrpSpPr/>
          <p:nvPr/>
        </p:nvGrpSpPr>
        <p:grpSpPr>
          <a:xfrm>
            <a:off x="-3" y="1296817"/>
            <a:ext cx="8686828" cy="400200"/>
            <a:chOff x="-3" y="1885788"/>
            <a:chExt cx="8686828" cy="400200"/>
          </a:xfrm>
        </p:grpSpPr>
        <p:cxnSp>
          <p:nvCxnSpPr>
            <p:cNvPr id="1910" name="Google Shape;1910;p232"/>
            <p:cNvCxnSpPr/>
            <p:nvPr/>
          </p:nvCxnSpPr>
          <p:spPr>
            <a:xfrm>
              <a:off x="-3" y="2085888"/>
              <a:ext cx="662400" cy="0"/>
            </a:xfrm>
            <a:prstGeom prst="straightConnector1">
              <a:avLst/>
            </a:prstGeom>
            <a:noFill/>
            <a:ln cap="flat" cmpd="sng" w="19050">
              <a:solidFill>
                <a:schemeClr val="accent6"/>
              </a:solidFill>
              <a:prstDash val="solid"/>
              <a:round/>
              <a:headEnd len="sm" w="sm" type="none"/>
              <a:tailEnd len="med" w="med" type="oval"/>
            </a:ln>
          </p:spPr>
        </p:cxnSp>
        <p:cxnSp>
          <p:nvCxnSpPr>
            <p:cNvPr id="1911" name="Google Shape;1911;p232"/>
            <p:cNvCxnSpPr/>
            <p:nvPr/>
          </p:nvCxnSpPr>
          <p:spPr>
            <a:xfrm>
              <a:off x="-3" y="2085888"/>
              <a:ext cx="672900" cy="0"/>
            </a:xfrm>
            <a:prstGeom prst="straightConnector1">
              <a:avLst/>
            </a:prstGeom>
            <a:noFill/>
            <a:ln cap="flat" cmpd="sng" w="19050">
              <a:solidFill>
                <a:schemeClr val="accent6"/>
              </a:solidFill>
              <a:prstDash val="solid"/>
              <a:round/>
              <a:headEnd len="sm" w="sm" type="none"/>
              <a:tailEnd len="med" w="med" type="oval"/>
            </a:ln>
          </p:spPr>
        </p:cxnSp>
        <p:sp>
          <p:nvSpPr>
            <p:cNvPr id="1912" name="Google Shape;1912;p232"/>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32"/>
            <p:cNvSpPr/>
            <p:nvPr/>
          </p:nvSpPr>
          <p:spPr>
            <a:xfrm>
              <a:off x="513600" y="19243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914" name="Google Shape;1914;p232"/>
            <p:cNvSpPr/>
            <p:nvPr/>
          </p:nvSpPr>
          <p:spPr>
            <a:xfrm>
              <a:off x="593400" y="20041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915" name="Google Shape;1915;p232"/>
          <p:cNvGrpSpPr/>
          <p:nvPr/>
        </p:nvGrpSpPr>
        <p:grpSpPr>
          <a:xfrm>
            <a:off x="-3" y="1982559"/>
            <a:ext cx="8686828" cy="400200"/>
            <a:chOff x="-3" y="2566213"/>
            <a:chExt cx="8686828" cy="400200"/>
          </a:xfrm>
        </p:grpSpPr>
        <p:cxnSp>
          <p:nvCxnSpPr>
            <p:cNvPr id="1916" name="Google Shape;1916;p232"/>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1917" name="Google Shape;1917;p232"/>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32"/>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919" name="Google Shape;1919;p232"/>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920" name="Google Shape;1920;p232"/>
          <p:cNvGrpSpPr/>
          <p:nvPr/>
        </p:nvGrpSpPr>
        <p:grpSpPr>
          <a:xfrm>
            <a:off x="-3" y="2668301"/>
            <a:ext cx="8684268" cy="402300"/>
            <a:chOff x="-3" y="3236976"/>
            <a:chExt cx="8684268" cy="402300"/>
          </a:xfrm>
        </p:grpSpPr>
        <p:cxnSp>
          <p:nvCxnSpPr>
            <p:cNvPr id="1921" name="Google Shape;1921;p232"/>
            <p:cNvCxnSpPr/>
            <p:nvPr/>
          </p:nvCxnSpPr>
          <p:spPr>
            <a:xfrm>
              <a:off x="-3" y="3438126"/>
              <a:ext cx="686400" cy="0"/>
            </a:xfrm>
            <a:prstGeom prst="straightConnector1">
              <a:avLst/>
            </a:prstGeom>
            <a:noFill/>
            <a:ln cap="flat" cmpd="sng" w="19050">
              <a:solidFill>
                <a:schemeClr val="accent6"/>
              </a:solidFill>
              <a:prstDash val="solid"/>
              <a:round/>
              <a:headEnd len="sm" w="sm" type="none"/>
              <a:tailEnd len="med" w="med" type="oval"/>
            </a:ln>
          </p:spPr>
        </p:cxnSp>
        <p:sp>
          <p:nvSpPr>
            <p:cNvPr id="1922" name="Google Shape;1922;p232"/>
            <p:cNvSpPr/>
            <p:nvPr/>
          </p:nvSpPr>
          <p:spPr>
            <a:xfrm>
              <a:off x="593565" y="3236976"/>
              <a:ext cx="8090700" cy="40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32"/>
            <p:cNvSpPr/>
            <p:nvPr/>
          </p:nvSpPr>
          <p:spPr>
            <a:xfrm>
              <a:off x="511040" y="3275676"/>
              <a:ext cx="323100" cy="3249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924" name="Google Shape;1924;p232"/>
            <p:cNvSpPr/>
            <p:nvPr/>
          </p:nvSpPr>
          <p:spPr>
            <a:xfrm>
              <a:off x="590840" y="3355926"/>
              <a:ext cx="163500" cy="164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1925" name="Google Shape;1925;p232"/>
          <p:cNvGrpSpPr/>
          <p:nvPr/>
        </p:nvGrpSpPr>
        <p:grpSpPr>
          <a:xfrm>
            <a:off x="-3" y="3353222"/>
            <a:ext cx="8686828" cy="400200"/>
            <a:chOff x="-3" y="2566213"/>
            <a:chExt cx="8686828" cy="400200"/>
          </a:xfrm>
        </p:grpSpPr>
        <p:cxnSp>
          <p:nvCxnSpPr>
            <p:cNvPr id="1926" name="Google Shape;1926;p232"/>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1927" name="Google Shape;1927;p232"/>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32"/>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929" name="Google Shape;1929;p232"/>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930" name="Google Shape;1930;p232"/>
          <p:cNvSpPr txBox="1"/>
          <p:nvPr>
            <p:ph idx="4294967295" type="body"/>
          </p:nvPr>
        </p:nvSpPr>
        <p:spPr>
          <a:xfrm>
            <a:off x="914400" y="1313862"/>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u="sng">
                <a:hlinkClick r:id="rId3"/>
              </a:rPr>
              <a:t>Daniel Miessler:</a:t>
            </a:r>
            <a:r>
              <a:rPr b="1" lang="en"/>
              <a:t> </a:t>
            </a:r>
            <a:r>
              <a:rPr lang="en"/>
              <a:t>60 Cybersecurity Interview Questions</a:t>
            </a:r>
            <a:endParaRPr/>
          </a:p>
        </p:txBody>
      </p:sp>
      <p:sp>
        <p:nvSpPr>
          <p:cNvPr id="1931" name="Google Shape;1931;p232"/>
          <p:cNvSpPr txBox="1"/>
          <p:nvPr>
            <p:ph idx="4294967295" type="body"/>
          </p:nvPr>
        </p:nvSpPr>
        <p:spPr>
          <a:xfrm>
            <a:off x="914400" y="1999398"/>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u="sng">
                <a:hlinkClick r:id="rId4"/>
              </a:rPr>
              <a:t>Guru99:</a:t>
            </a:r>
            <a:r>
              <a:rPr b="1" lang="en"/>
              <a:t> </a:t>
            </a:r>
            <a:r>
              <a:rPr lang="en"/>
              <a:t>Top 100+ Cyber Security Interview Questions and Answers</a:t>
            </a:r>
            <a:endParaRPr/>
          </a:p>
        </p:txBody>
      </p:sp>
      <p:sp>
        <p:nvSpPr>
          <p:cNvPr id="1932" name="Google Shape;1932;p232"/>
          <p:cNvSpPr txBox="1"/>
          <p:nvPr>
            <p:ph idx="4294967295" type="body"/>
          </p:nvPr>
        </p:nvSpPr>
        <p:spPr>
          <a:xfrm>
            <a:off x="914400" y="2684935"/>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u="sng">
                <a:hlinkClick r:id="rId5"/>
              </a:rPr>
              <a:t>Edureka:</a:t>
            </a:r>
            <a:r>
              <a:rPr b="1" lang="en"/>
              <a:t> </a:t>
            </a:r>
            <a:r>
              <a:rPr lang="en"/>
              <a:t>Top 50 Cyber Security Interview Questions and Answers</a:t>
            </a:r>
            <a:endParaRPr/>
          </a:p>
        </p:txBody>
      </p:sp>
      <p:sp>
        <p:nvSpPr>
          <p:cNvPr id="1933" name="Google Shape;1933;p232"/>
          <p:cNvSpPr txBox="1"/>
          <p:nvPr>
            <p:ph idx="4294967295" type="body"/>
          </p:nvPr>
        </p:nvSpPr>
        <p:spPr>
          <a:xfrm>
            <a:off x="914400" y="3370472"/>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u="sng">
                <a:hlinkClick r:id="rId6"/>
              </a:rPr>
              <a:t>Indeed:</a:t>
            </a:r>
            <a:r>
              <a:rPr lang="en" u="sng">
                <a:solidFill>
                  <a:schemeClr val="hlink"/>
                </a:solidFill>
                <a:hlinkClick r:id="rId7"/>
              </a:rPr>
              <a:t> </a:t>
            </a:r>
            <a:r>
              <a:rPr lang="en"/>
              <a:t>111 Popular Cyber Security Interview Questions</a:t>
            </a:r>
            <a:endParaRPr/>
          </a:p>
        </p:txBody>
      </p:sp>
      <p:sp>
        <p:nvSpPr>
          <p:cNvPr id="1934" name="Google Shape;1934;p23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Cyber Interview Resources</a:t>
            </a:r>
            <a:endParaRPr>
              <a:solidFill>
                <a:schemeClr val="dk2"/>
              </a:solidFill>
            </a:endParaRPr>
          </a:p>
          <a:p>
            <a:pPr indent="0" lvl="0" marL="0" rtl="0" algn="l">
              <a:lnSpc>
                <a:spcPct val="100000"/>
              </a:lnSpc>
              <a:spcBef>
                <a:spcPts val="0"/>
              </a:spcBef>
              <a:spcAft>
                <a:spcPts val="0"/>
              </a:spcAft>
              <a:buSzPts val="2600"/>
              <a:buNone/>
            </a:pPr>
            <a:r>
              <a:t/>
            </a:r>
            <a:endParaRPr/>
          </a:p>
        </p:txBody>
      </p:sp>
      <p:sp>
        <p:nvSpPr>
          <p:cNvPr id="1935" name="Google Shape;1935;p232"/>
          <p:cNvSpPr txBox="1"/>
          <p:nvPr>
            <p:ph idx="1" type="subTitle"/>
          </p:nvPr>
        </p:nvSpPr>
        <p:spPr>
          <a:xfrm>
            <a:off x="463225" y="624850"/>
            <a:ext cx="8229600" cy="57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Resources for finding and practicing common cybersecurity interview questions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sp>
        <p:nvSpPr>
          <p:cNvPr id="1940" name="Google Shape;1940;p233"/>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Introduction to bootCon</a:t>
            </a:r>
            <a:endParaRPr b="1" baseline="-25000" sz="22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