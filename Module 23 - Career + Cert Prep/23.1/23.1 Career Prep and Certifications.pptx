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04" r:id="rId5"/>
    <p:sldMasterId id="21474839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y="5143500" cx="9144000"/>
  <p:notesSz cx="6858000" cy="9144000"/>
  <p:embeddedFontLst>
    <p:embeddedFont>
      <p:font typeface="Roboto Thin"/>
      <p:regular r:id="rId90"/>
      <p:bold r:id="rId91"/>
      <p:italic r:id="rId92"/>
      <p:boldItalic r:id="rId93"/>
    </p:embeddedFont>
    <p:embeddedFont>
      <p:font typeface="Roboto"/>
      <p:regular r:id="rId94"/>
      <p:bold r:id="rId95"/>
      <p:italic r:id="rId96"/>
      <p:boldItalic r:id="rId97"/>
    </p:embeddedFont>
    <p:embeddedFont>
      <p:font typeface="Roboto Medium"/>
      <p:regular r:id="rId98"/>
      <p:bold r:id="rId99"/>
      <p:italic r:id="rId100"/>
      <p:boldItalic r:id="rId101"/>
    </p:embeddedFont>
    <p:embeddedFont>
      <p:font typeface="Oswald Light"/>
      <p:regular r:id="rId102"/>
      <p:bold r:id="rId103"/>
    </p:embeddedFont>
    <p:embeddedFont>
      <p:font typeface="Roboto Light"/>
      <p:regular r:id="rId104"/>
      <p:bold r:id="rId105"/>
      <p:italic r:id="rId106"/>
      <p:boldItalic r:id="rId107"/>
    </p:embeddedFont>
    <p:embeddedFont>
      <p:font typeface="Oswald"/>
      <p:regular r:id="rId108"/>
      <p:bold r:id="rId1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216BEB-538A-451F-A0D2-C1A2FC8BC84D}">
  <a:tblStyle styleId="{4F216BEB-538A-451F-A0D2-C1A2FC8BC84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RobotoLight-boldItalic.fntdata"/><Relationship Id="rId106" Type="http://schemas.openxmlformats.org/officeDocument/2006/relationships/font" Target="fonts/RobotoLight-italic.fntdata"/><Relationship Id="rId105" Type="http://schemas.openxmlformats.org/officeDocument/2006/relationships/font" Target="fonts/RobotoLight-bold.fntdata"/><Relationship Id="rId104" Type="http://schemas.openxmlformats.org/officeDocument/2006/relationships/font" Target="fonts/RobotoLight-regular.fntdata"/><Relationship Id="rId109" Type="http://schemas.openxmlformats.org/officeDocument/2006/relationships/font" Target="fonts/Oswald-bold.fntdata"/><Relationship Id="rId108" Type="http://schemas.openxmlformats.org/officeDocument/2006/relationships/font" Target="fonts/Oswald-regular.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OswaldLight-bold.fntdata"/><Relationship Id="rId102" Type="http://schemas.openxmlformats.org/officeDocument/2006/relationships/font" Target="fonts/OswaldLight-regular.fntdata"/><Relationship Id="rId101" Type="http://schemas.openxmlformats.org/officeDocument/2006/relationships/font" Target="fonts/RobotoMedium-boldItalic.fntdata"/><Relationship Id="rId100" Type="http://schemas.openxmlformats.org/officeDocument/2006/relationships/font" Target="fonts/RobotoMedium-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Roboto-bold.fntdata"/><Relationship Id="rId94" Type="http://schemas.openxmlformats.org/officeDocument/2006/relationships/font" Target="fonts/Roboto-regular.fntdata"/><Relationship Id="rId97" Type="http://schemas.openxmlformats.org/officeDocument/2006/relationships/font" Target="fonts/Roboto-boldItalic.fntdata"/><Relationship Id="rId96" Type="http://schemas.openxmlformats.org/officeDocument/2006/relationships/font" Target="fonts/Roboto-italic.fntdata"/><Relationship Id="rId11" Type="http://schemas.openxmlformats.org/officeDocument/2006/relationships/slide" Target="slides/slide4.xml"/><Relationship Id="rId99" Type="http://schemas.openxmlformats.org/officeDocument/2006/relationships/font" Target="fonts/RobotoMedium-bold.fntdata"/><Relationship Id="rId10" Type="http://schemas.openxmlformats.org/officeDocument/2006/relationships/slide" Target="slides/slide3.xml"/><Relationship Id="rId98" Type="http://schemas.openxmlformats.org/officeDocument/2006/relationships/font" Target="fonts/RobotoMedium-regular.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RobotoThin-bold.fntdata"/><Relationship Id="rId90" Type="http://schemas.openxmlformats.org/officeDocument/2006/relationships/font" Target="fonts/RobotoThin-regular.fntdata"/><Relationship Id="rId93" Type="http://schemas.openxmlformats.org/officeDocument/2006/relationships/font" Target="fonts/RobotoThin-boldItalic.fntdata"/><Relationship Id="rId92" Type="http://schemas.openxmlformats.org/officeDocument/2006/relationships/font" Target="fonts/RobotoThin-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cademia.edu/29461503/Digital_Marketing_Definition_History_Strategies_Developments_Advantages_and_Limitaions"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5" name="Google Shape;2375;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0" name="Shape 2380"/>
        <p:cNvGrpSpPr/>
        <p:nvPr/>
      </p:nvGrpSpPr>
      <p:grpSpPr>
        <a:xfrm>
          <a:off x="0" y="0"/>
          <a:ext cx="0" cy="0"/>
          <a:chOff x="0" y="0"/>
          <a:chExt cx="0" cy="0"/>
        </a:xfrm>
      </p:grpSpPr>
      <p:sp>
        <p:nvSpPr>
          <p:cNvPr id="2381" name="Google Shape;2381;g320893b0c9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2" name="Google Shape;2382;g320893b0c9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5" name="Shape 2405"/>
        <p:cNvGrpSpPr/>
        <p:nvPr/>
      </p:nvGrpSpPr>
      <p:grpSpPr>
        <a:xfrm>
          <a:off x="0" y="0"/>
          <a:ext cx="0" cy="0"/>
          <a:chOff x="0" y="0"/>
          <a:chExt cx="0" cy="0"/>
        </a:xfrm>
      </p:grpSpPr>
      <p:sp>
        <p:nvSpPr>
          <p:cNvPr id="2406" name="Google Shape;2406;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7" name="Google Shape;2407;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g313e11a8ee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1" name="Google Shape;2411;g313e11a8ee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g313e11a8ee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9" name="Google Shape;2419;g313e11a8eed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#3 Instructor Do</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The term </a:t>
            </a:r>
            <a:r>
              <a:rPr i="1" lang="en">
                <a:solidFill>
                  <a:schemeClr val="dk1"/>
                </a:solidFill>
                <a:latin typeface="Roboto"/>
                <a:ea typeface="Roboto"/>
                <a:cs typeface="Roboto"/>
                <a:sym typeface="Roboto"/>
              </a:rPr>
              <a:t>digital marketing</a:t>
            </a:r>
            <a:r>
              <a:rPr lang="en">
                <a:solidFill>
                  <a:schemeClr val="dk1"/>
                </a:solidFill>
                <a:latin typeface="Roboto"/>
                <a:ea typeface="Roboto"/>
                <a:cs typeface="Roboto"/>
                <a:sym typeface="Roboto"/>
              </a:rPr>
              <a:t> wasn’t even used before the 1990s (</a:t>
            </a:r>
            <a:r>
              <a:rPr lang="en" u="sng">
                <a:solidFill>
                  <a:srgbClr val="1155CC"/>
                </a:solidFill>
                <a:latin typeface="Roboto"/>
                <a:ea typeface="Roboto"/>
                <a:cs typeface="Roboto"/>
                <a:sym typeface="Roboto"/>
                <a:hlinkClick r:id="rId2">
                  <a:extLst>
                    <a:ext uri="{A12FA001-AC4F-418D-AE19-62706E023703}">
                      <ahyp:hlinkClr val="tx"/>
                    </a:ext>
                  </a:extLst>
                </a:hlinkClick>
              </a:rPr>
              <a:t>source</a:t>
            </a:r>
            <a:r>
              <a:rPr lang="en">
                <a:solidFill>
                  <a:schemeClr val="dk1"/>
                </a:solidFill>
                <a:latin typeface="Roboto"/>
                <a:ea typeface="Roboto"/>
                <a:cs typeface="Roboto"/>
                <a:sym typeface="Roboto"/>
              </a:rPr>
              <a:t>). Personal computers started becoming popular in the 1980s, but the advent of the internet in the 1990s is what pivoted the direction of marketing. Even into the early 2000s, marketers largely relied on traditional channels to promote their wares.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1" name="Shape 2431"/>
        <p:cNvGrpSpPr/>
        <p:nvPr/>
      </p:nvGrpSpPr>
      <p:grpSpPr>
        <a:xfrm>
          <a:off x="0" y="0"/>
          <a:ext cx="0" cy="0"/>
          <a:chOff x="0" y="0"/>
          <a:chExt cx="0" cy="0"/>
        </a:xfrm>
      </p:grpSpPr>
      <p:sp>
        <p:nvSpPr>
          <p:cNvPr id="2432" name="Google Shape;2432;g313e11a8eed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3" name="Google Shape;2433;g313e11a8eed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shutterstock_437918524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0" name="Shape 2440"/>
        <p:cNvGrpSpPr/>
        <p:nvPr/>
      </p:nvGrpSpPr>
      <p:grpSpPr>
        <a:xfrm>
          <a:off x="0" y="0"/>
          <a:ext cx="0" cy="0"/>
          <a:chOff x="0" y="0"/>
          <a:chExt cx="0" cy="0"/>
        </a:xfrm>
      </p:grpSpPr>
      <p:sp>
        <p:nvSpPr>
          <p:cNvPr id="2441" name="Google Shape;2441;g313e11a8eed_0_2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2" name="Google Shape;2442;g313e11a8eed_0_2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3" name="Shape 2453"/>
        <p:cNvGrpSpPr/>
        <p:nvPr/>
      </p:nvGrpSpPr>
      <p:grpSpPr>
        <a:xfrm>
          <a:off x="0" y="0"/>
          <a:ext cx="0" cy="0"/>
          <a:chOff x="0" y="0"/>
          <a:chExt cx="0" cy="0"/>
        </a:xfrm>
      </p:grpSpPr>
      <p:sp>
        <p:nvSpPr>
          <p:cNvPr id="2454" name="Google Shape;2454;g313e11a8eed_0_3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5" name="Google Shape;2455;g313e11a8eed_0_3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1" name="Shape 2461"/>
        <p:cNvGrpSpPr/>
        <p:nvPr/>
      </p:nvGrpSpPr>
      <p:grpSpPr>
        <a:xfrm>
          <a:off x="0" y="0"/>
          <a:ext cx="0" cy="0"/>
          <a:chOff x="0" y="0"/>
          <a:chExt cx="0" cy="0"/>
        </a:xfrm>
      </p:grpSpPr>
      <p:sp>
        <p:nvSpPr>
          <p:cNvPr id="2462" name="Google Shape;2462;g312284f47d1_0_22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3" name="Google Shape;2463;g312284f47d1_0_22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g313e11a8eed_0_3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4" name="Google Shape;2474;g313e11a8eed_0_3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Stock-photo-a-prospective-student-is-pondering-over-the-advantages-of-education-a-concept-of-the-further-280809086 </a:t>
            </a:r>
            <a:br>
              <a:rPr lang="en">
                <a:solidFill>
                  <a:schemeClr val="dk1"/>
                </a:solidFill>
              </a:rPr>
            </a:br>
            <a:r>
              <a:rPr lang="en">
                <a:solidFill>
                  <a:schemeClr val="dk1"/>
                </a:solidFill>
              </a:rPr>
              <a:t>Stock-photo-group-of-mature-students-collaborating-on-project-in-library-284521556 </a:t>
            </a:r>
            <a:br>
              <a:rPr lang="en">
                <a:solidFill>
                  <a:schemeClr val="dk1"/>
                </a:solidFill>
              </a:rPr>
            </a:br>
            <a:r>
              <a:rPr lang="en">
                <a:solidFill>
                  <a:schemeClr val="dk1"/>
                </a:solidFill>
              </a:rPr>
              <a:t>Stock-photo-development-career-growth-success-and-progress-concept-1815254963 </a:t>
            </a:r>
            <a:br>
              <a:rPr lang="en">
                <a:solidFill>
                  <a:schemeClr val="dk1"/>
                </a:solidFill>
              </a:rPr>
            </a:b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9" name="Shape 2499"/>
        <p:cNvGrpSpPr/>
        <p:nvPr/>
      </p:nvGrpSpPr>
      <p:grpSpPr>
        <a:xfrm>
          <a:off x="0" y="0"/>
          <a:ext cx="0" cy="0"/>
          <a:chOff x="0" y="0"/>
          <a:chExt cx="0" cy="0"/>
        </a:xfrm>
      </p:grpSpPr>
      <p:sp>
        <p:nvSpPr>
          <p:cNvPr id="2500" name="Google Shape;2500;g313e11a8eed_0_5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1" name="Google Shape;2501;g313e11a8eed_0_5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0" name="Shape 2510"/>
        <p:cNvGrpSpPr/>
        <p:nvPr/>
      </p:nvGrpSpPr>
      <p:grpSpPr>
        <a:xfrm>
          <a:off x="0" y="0"/>
          <a:ext cx="0" cy="0"/>
          <a:chOff x="0" y="0"/>
          <a:chExt cx="0" cy="0"/>
        </a:xfrm>
      </p:grpSpPr>
      <p:sp>
        <p:nvSpPr>
          <p:cNvPr id="2511" name="Google Shape;2511;g313e11a8eed_0_5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2" name="Google Shape;2512;g313e11a8eed_0_5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1" name="Shape 2521"/>
        <p:cNvGrpSpPr/>
        <p:nvPr/>
      </p:nvGrpSpPr>
      <p:grpSpPr>
        <a:xfrm>
          <a:off x="0" y="0"/>
          <a:ext cx="0" cy="0"/>
          <a:chOff x="0" y="0"/>
          <a:chExt cx="0" cy="0"/>
        </a:xfrm>
      </p:grpSpPr>
      <p:sp>
        <p:nvSpPr>
          <p:cNvPr id="2522" name="Google Shape;2522;g313e11a8eed_0_5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3" name="Google Shape;2523;g313e11a8eed_0_5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g313e11a8eed_0_5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4" name="Google Shape;2534;g313e11a8eed_0_5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13e11a8eed_0_5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9" name="Google Shape;2539;g313e11a8eed_0_5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1" name="Shape 2551"/>
        <p:cNvGrpSpPr/>
        <p:nvPr/>
      </p:nvGrpSpPr>
      <p:grpSpPr>
        <a:xfrm>
          <a:off x="0" y="0"/>
          <a:ext cx="0" cy="0"/>
          <a:chOff x="0" y="0"/>
          <a:chExt cx="0" cy="0"/>
        </a:xfrm>
      </p:grpSpPr>
      <p:sp>
        <p:nvSpPr>
          <p:cNvPr id="2552" name="Google Shape;2552;g313e11a8eed_0_67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3" name="Google Shape;2553;g313e11a8eed_0_6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313e11a8eed_0_6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4" name="Google Shape;2564;g313e11a8eed_0_6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2" name="Shape 2572"/>
        <p:cNvGrpSpPr/>
        <p:nvPr/>
      </p:nvGrpSpPr>
      <p:grpSpPr>
        <a:xfrm>
          <a:off x="0" y="0"/>
          <a:ext cx="0" cy="0"/>
          <a:chOff x="0" y="0"/>
          <a:chExt cx="0" cy="0"/>
        </a:xfrm>
      </p:grpSpPr>
      <p:sp>
        <p:nvSpPr>
          <p:cNvPr id="2573" name="Google Shape;2573;g313e11a8eed_0_6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4" name="Google Shape;2574;g313e11a8eed_0_6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g313e11a8eed_0_6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5" name="Google Shape;2585;g313e11a8eed_0_6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1" name="Shape 2611"/>
        <p:cNvGrpSpPr/>
        <p:nvPr/>
      </p:nvGrpSpPr>
      <p:grpSpPr>
        <a:xfrm>
          <a:off x="0" y="0"/>
          <a:ext cx="0" cy="0"/>
          <a:chOff x="0" y="0"/>
          <a:chExt cx="0" cy="0"/>
        </a:xfrm>
      </p:grpSpPr>
      <p:sp>
        <p:nvSpPr>
          <p:cNvPr id="2612" name="Google Shape;2612;g313e11a8eed_0_6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3" name="Google Shape;2613;g313e11a8eed_0_6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g312693c97d5_1_2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8" name="Google Shape;2618;g312693c97d5_1_2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4" name="Shape 2624"/>
        <p:cNvGrpSpPr/>
        <p:nvPr/>
      </p:nvGrpSpPr>
      <p:grpSpPr>
        <a:xfrm>
          <a:off x="0" y="0"/>
          <a:ext cx="0" cy="0"/>
          <a:chOff x="0" y="0"/>
          <a:chExt cx="0" cy="0"/>
        </a:xfrm>
      </p:grpSpPr>
      <p:sp>
        <p:nvSpPr>
          <p:cNvPr id="2625" name="Google Shape;2625;g312693c97d5_1_4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6" name="Google Shape;2626;g312693c97d5_1_4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8" name="Shape 2628"/>
        <p:cNvGrpSpPr/>
        <p:nvPr/>
      </p:nvGrpSpPr>
      <p:grpSpPr>
        <a:xfrm>
          <a:off x="0" y="0"/>
          <a:ext cx="0" cy="0"/>
          <a:chOff x="0" y="0"/>
          <a:chExt cx="0" cy="0"/>
        </a:xfrm>
      </p:grpSpPr>
      <p:sp>
        <p:nvSpPr>
          <p:cNvPr id="2629" name="Google Shape;2629;g312693c97d5_1_4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0" name="Google Shape;2630;g312693c97d5_1_4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2" name="Shape 2632"/>
        <p:cNvGrpSpPr/>
        <p:nvPr/>
      </p:nvGrpSpPr>
      <p:grpSpPr>
        <a:xfrm>
          <a:off x="0" y="0"/>
          <a:ext cx="0" cy="0"/>
          <a:chOff x="0" y="0"/>
          <a:chExt cx="0" cy="0"/>
        </a:xfrm>
      </p:grpSpPr>
      <p:sp>
        <p:nvSpPr>
          <p:cNvPr id="2633" name="Google Shape;2633;g312ceca1a8f_0_6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4" name="Google Shape;2634;g312ceca1a8f_0_6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8" name="Shape 2638"/>
        <p:cNvGrpSpPr/>
        <p:nvPr/>
      </p:nvGrpSpPr>
      <p:grpSpPr>
        <a:xfrm>
          <a:off x="0" y="0"/>
          <a:ext cx="0" cy="0"/>
          <a:chOff x="0" y="0"/>
          <a:chExt cx="0" cy="0"/>
        </a:xfrm>
      </p:grpSpPr>
      <p:sp>
        <p:nvSpPr>
          <p:cNvPr id="2639" name="Google Shape;2639;g313e11a8eed_0_7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0" name="Google Shape;2640;g313e11a8eed_0_7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5" name="Shape 2645"/>
        <p:cNvGrpSpPr/>
        <p:nvPr/>
      </p:nvGrpSpPr>
      <p:grpSpPr>
        <a:xfrm>
          <a:off x="0" y="0"/>
          <a:ext cx="0" cy="0"/>
          <a:chOff x="0" y="0"/>
          <a:chExt cx="0" cy="0"/>
        </a:xfrm>
      </p:grpSpPr>
      <p:sp>
        <p:nvSpPr>
          <p:cNvPr id="2646" name="Google Shape;2646;g313e11a8eed_0_9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7" name="Google Shape;2647;g313e11a8eed_0_9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g313e11a8eed_0_9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6" name="Google Shape;2656;g313e11a8eed_0_9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313fee012f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5" name="Google Shape;2665;g313fee012f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2" name="Shape 2672"/>
        <p:cNvGrpSpPr/>
        <p:nvPr/>
      </p:nvGrpSpPr>
      <p:grpSpPr>
        <a:xfrm>
          <a:off x="0" y="0"/>
          <a:ext cx="0" cy="0"/>
          <a:chOff x="0" y="0"/>
          <a:chExt cx="0" cy="0"/>
        </a:xfrm>
      </p:grpSpPr>
      <p:sp>
        <p:nvSpPr>
          <p:cNvPr id="2673" name="Google Shape;2673;g313fee012f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4" name="Google Shape;2674;g313fee012f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shutterstock_1023890479</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g313fee012f0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2" name="Google Shape;2682;g313fee012f0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9" name="Shape 2689"/>
        <p:cNvGrpSpPr/>
        <p:nvPr/>
      </p:nvGrpSpPr>
      <p:grpSpPr>
        <a:xfrm>
          <a:off x="0" y="0"/>
          <a:ext cx="0" cy="0"/>
          <a:chOff x="0" y="0"/>
          <a:chExt cx="0" cy="0"/>
        </a:xfrm>
      </p:grpSpPr>
      <p:sp>
        <p:nvSpPr>
          <p:cNvPr id="2690" name="Google Shape;2690;g313fee012f0_0_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1" name="Google Shape;2691;g313fee012f0_0_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8" name="Shape 2698"/>
        <p:cNvGrpSpPr/>
        <p:nvPr/>
      </p:nvGrpSpPr>
      <p:grpSpPr>
        <a:xfrm>
          <a:off x="0" y="0"/>
          <a:ext cx="0" cy="0"/>
          <a:chOff x="0" y="0"/>
          <a:chExt cx="0" cy="0"/>
        </a:xfrm>
      </p:grpSpPr>
      <p:sp>
        <p:nvSpPr>
          <p:cNvPr id="2699" name="Google Shape;2699;g313fee012f0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0" name="Google Shape;2700;g313fee012f0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5" name="Shape 2705"/>
        <p:cNvGrpSpPr/>
        <p:nvPr/>
      </p:nvGrpSpPr>
      <p:grpSpPr>
        <a:xfrm>
          <a:off x="0" y="0"/>
          <a:ext cx="0" cy="0"/>
          <a:chOff x="0" y="0"/>
          <a:chExt cx="0" cy="0"/>
        </a:xfrm>
      </p:grpSpPr>
      <p:sp>
        <p:nvSpPr>
          <p:cNvPr id="2706" name="Google Shape;2706;g313fee012f0_0_1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7" name="Google Shape;2707;g313fee012f0_0_1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4" name="Shape 2714"/>
        <p:cNvGrpSpPr/>
        <p:nvPr/>
      </p:nvGrpSpPr>
      <p:grpSpPr>
        <a:xfrm>
          <a:off x="0" y="0"/>
          <a:ext cx="0" cy="0"/>
          <a:chOff x="0" y="0"/>
          <a:chExt cx="0" cy="0"/>
        </a:xfrm>
      </p:grpSpPr>
      <p:sp>
        <p:nvSpPr>
          <p:cNvPr id="2715" name="Google Shape;2715;g313fee012f0_0_1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6" name="Google Shape;2716;g313fee012f0_0_1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3" name="Shape 2723"/>
        <p:cNvGrpSpPr/>
        <p:nvPr/>
      </p:nvGrpSpPr>
      <p:grpSpPr>
        <a:xfrm>
          <a:off x="0" y="0"/>
          <a:ext cx="0" cy="0"/>
          <a:chOff x="0" y="0"/>
          <a:chExt cx="0" cy="0"/>
        </a:xfrm>
      </p:grpSpPr>
      <p:sp>
        <p:nvSpPr>
          <p:cNvPr id="2724" name="Google Shape;2724;g313fee012f0_0_2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5" name="Google Shape;2725;g313fee012f0_0_2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g3132f40dc1a_0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4" name="Google Shape;2734;g3132f40dc1a_0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0" name="Shape 2740"/>
        <p:cNvGrpSpPr/>
        <p:nvPr/>
      </p:nvGrpSpPr>
      <p:grpSpPr>
        <a:xfrm>
          <a:off x="0" y="0"/>
          <a:ext cx="0" cy="0"/>
          <a:chOff x="0" y="0"/>
          <a:chExt cx="0" cy="0"/>
        </a:xfrm>
      </p:grpSpPr>
      <p:sp>
        <p:nvSpPr>
          <p:cNvPr id="2741" name="Google Shape;2741;g3132f40dc1a_0_2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2" name="Google Shape;2742;g3132f40dc1a_0_2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3132f40dc1a_0_2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3132f40dc1a_0_2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8" name="Shape 2748"/>
        <p:cNvGrpSpPr/>
        <p:nvPr/>
      </p:nvGrpSpPr>
      <p:grpSpPr>
        <a:xfrm>
          <a:off x="0" y="0"/>
          <a:ext cx="0" cy="0"/>
          <a:chOff x="0" y="0"/>
          <a:chExt cx="0" cy="0"/>
        </a:xfrm>
      </p:grpSpPr>
      <p:sp>
        <p:nvSpPr>
          <p:cNvPr id="2749" name="Google Shape;2749;g313fee012f0_0_2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0" name="Google Shape;2750;g313fee012f0_0_2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g313fee012f0_0_2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4" name="Google Shape;2754;g313fee012f0_0_2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3" name="Shape 2763"/>
        <p:cNvGrpSpPr/>
        <p:nvPr/>
      </p:nvGrpSpPr>
      <p:grpSpPr>
        <a:xfrm>
          <a:off x="0" y="0"/>
          <a:ext cx="0" cy="0"/>
          <a:chOff x="0" y="0"/>
          <a:chExt cx="0" cy="0"/>
        </a:xfrm>
      </p:grpSpPr>
      <p:sp>
        <p:nvSpPr>
          <p:cNvPr id="2764" name="Google Shape;2764;g313fee012f0_0_3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5" name="Google Shape;2765;g313fee012f0_0_3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8" name="Shape 2768"/>
        <p:cNvGrpSpPr/>
        <p:nvPr/>
      </p:nvGrpSpPr>
      <p:grpSpPr>
        <a:xfrm>
          <a:off x="0" y="0"/>
          <a:ext cx="0" cy="0"/>
          <a:chOff x="0" y="0"/>
          <a:chExt cx="0" cy="0"/>
        </a:xfrm>
      </p:grpSpPr>
      <p:sp>
        <p:nvSpPr>
          <p:cNvPr id="2769" name="Google Shape;2769;g313fee012f0_0_3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0" name="Google Shape;2770;g313fee012f0_0_3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4" name="Shape 2774"/>
        <p:cNvGrpSpPr/>
        <p:nvPr/>
      </p:nvGrpSpPr>
      <p:grpSpPr>
        <a:xfrm>
          <a:off x="0" y="0"/>
          <a:ext cx="0" cy="0"/>
          <a:chOff x="0" y="0"/>
          <a:chExt cx="0" cy="0"/>
        </a:xfrm>
      </p:grpSpPr>
      <p:sp>
        <p:nvSpPr>
          <p:cNvPr id="2775" name="Google Shape;2775;g313fee012f0_0_3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6" name="Google Shape;2776;g313fee012f0_0_3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5" name="Shape 2785"/>
        <p:cNvGrpSpPr/>
        <p:nvPr/>
      </p:nvGrpSpPr>
      <p:grpSpPr>
        <a:xfrm>
          <a:off x="0" y="0"/>
          <a:ext cx="0" cy="0"/>
          <a:chOff x="0" y="0"/>
          <a:chExt cx="0" cy="0"/>
        </a:xfrm>
      </p:grpSpPr>
      <p:sp>
        <p:nvSpPr>
          <p:cNvPr id="2786" name="Google Shape;2786;g313fee012f0_0_3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7" name="Google Shape;2787;g313fee012f0_0_3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g313fee012f0_0_3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8" name="Google Shape;2798;g313fee012f0_0_3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6" name="Shape 2806"/>
        <p:cNvGrpSpPr/>
        <p:nvPr/>
      </p:nvGrpSpPr>
      <p:grpSpPr>
        <a:xfrm>
          <a:off x="0" y="0"/>
          <a:ext cx="0" cy="0"/>
          <a:chOff x="0" y="0"/>
          <a:chExt cx="0" cy="0"/>
        </a:xfrm>
      </p:grpSpPr>
      <p:sp>
        <p:nvSpPr>
          <p:cNvPr id="2807" name="Google Shape;2807;g313fee012f0_0_39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8" name="Google Shape;2808;g313fee012f0_0_3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9" name="Shape 2819"/>
        <p:cNvGrpSpPr/>
        <p:nvPr/>
      </p:nvGrpSpPr>
      <p:grpSpPr>
        <a:xfrm>
          <a:off x="0" y="0"/>
          <a:ext cx="0" cy="0"/>
          <a:chOff x="0" y="0"/>
          <a:chExt cx="0" cy="0"/>
        </a:xfrm>
      </p:grpSpPr>
      <p:sp>
        <p:nvSpPr>
          <p:cNvPr id="2820" name="Google Shape;2820;g313fee012f0_0_3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1" name="Google Shape;2821;g313fee012f0_0_3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2" name="Shape 2832"/>
        <p:cNvGrpSpPr/>
        <p:nvPr/>
      </p:nvGrpSpPr>
      <p:grpSpPr>
        <a:xfrm>
          <a:off x="0" y="0"/>
          <a:ext cx="0" cy="0"/>
          <a:chOff x="0" y="0"/>
          <a:chExt cx="0" cy="0"/>
        </a:xfrm>
      </p:grpSpPr>
      <p:sp>
        <p:nvSpPr>
          <p:cNvPr id="2833" name="Google Shape;2833;g313fee012f0_0_3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4" name="Google Shape;2834;g313fee012f0_0_3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5" name="Shape 2845"/>
        <p:cNvGrpSpPr/>
        <p:nvPr/>
      </p:nvGrpSpPr>
      <p:grpSpPr>
        <a:xfrm>
          <a:off x="0" y="0"/>
          <a:ext cx="0" cy="0"/>
          <a:chOff x="0" y="0"/>
          <a:chExt cx="0" cy="0"/>
        </a:xfrm>
      </p:grpSpPr>
      <p:sp>
        <p:nvSpPr>
          <p:cNvPr id="2846" name="Google Shape;2846;g313fee012f0_0_3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7" name="Google Shape;2847;g313fee012f0_0_3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8" name="Shape 2858"/>
        <p:cNvGrpSpPr/>
        <p:nvPr/>
      </p:nvGrpSpPr>
      <p:grpSpPr>
        <a:xfrm>
          <a:off x="0" y="0"/>
          <a:ext cx="0" cy="0"/>
          <a:chOff x="0" y="0"/>
          <a:chExt cx="0" cy="0"/>
        </a:xfrm>
      </p:grpSpPr>
      <p:sp>
        <p:nvSpPr>
          <p:cNvPr id="2859" name="Google Shape;2859;g313fee012f0_0_4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0" name="Google Shape;2860;g313fee012f0_0_4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1" name="Shape 2871"/>
        <p:cNvGrpSpPr/>
        <p:nvPr/>
      </p:nvGrpSpPr>
      <p:grpSpPr>
        <a:xfrm>
          <a:off x="0" y="0"/>
          <a:ext cx="0" cy="0"/>
          <a:chOff x="0" y="0"/>
          <a:chExt cx="0" cy="0"/>
        </a:xfrm>
      </p:grpSpPr>
      <p:sp>
        <p:nvSpPr>
          <p:cNvPr id="2872" name="Google Shape;2872;g313fee012f0_0_4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3" name="Google Shape;2873;g313fee012f0_0_4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0" name="Shape 2890"/>
        <p:cNvGrpSpPr/>
        <p:nvPr/>
      </p:nvGrpSpPr>
      <p:grpSpPr>
        <a:xfrm>
          <a:off x="0" y="0"/>
          <a:ext cx="0" cy="0"/>
          <a:chOff x="0" y="0"/>
          <a:chExt cx="0" cy="0"/>
        </a:xfrm>
      </p:grpSpPr>
      <p:sp>
        <p:nvSpPr>
          <p:cNvPr id="2891" name="Google Shape;2891;g313fee012f0_0_5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2" name="Google Shape;2892;g313fee012f0_0_5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1" name="Shape 2901"/>
        <p:cNvGrpSpPr/>
        <p:nvPr/>
      </p:nvGrpSpPr>
      <p:grpSpPr>
        <a:xfrm>
          <a:off x="0" y="0"/>
          <a:ext cx="0" cy="0"/>
          <a:chOff x="0" y="0"/>
          <a:chExt cx="0" cy="0"/>
        </a:xfrm>
      </p:grpSpPr>
      <p:sp>
        <p:nvSpPr>
          <p:cNvPr id="2902" name="Google Shape;2902;g313fee012f0_0_5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3" name="Google Shape;2903;g313fee012f0_0_5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1" name="Shape 2911"/>
        <p:cNvGrpSpPr/>
        <p:nvPr/>
      </p:nvGrpSpPr>
      <p:grpSpPr>
        <a:xfrm>
          <a:off x="0" y="0"/>
          <a:ext cx="0" cy="0"/>
          <a:chOff x="0" y="0"/>
          <a:chExt cx="0" cy="0"/>
        </a:xfrm>
      </p:grpSpPr>
      <p:sp>
        <p:nvSpPr>
          <p:cNvPr id="2912" name="Google Shape;2912;g313fee012f0_0_5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3" name="Google Shape;2913;g313fee012f0_0_5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6" name="Shape 2916"/>
        <p:cNvGrpSpPr/>
        <p:nvPr/>
      </p:nvGrpSpPr>
      <p:grpSpPr>
        <a:xfrm>
          <a:off x="0" y="0"/>
          <a:ext cx="0" cy="0"/>
          <a:chOff x="0" y="0"/>
          <a:chExt cx="0" cy="0"/>
        </a:xfrm>
      </p:grpSpPr>
      <p:sp>
        <p:nvSpPr>
          <p:cNvPr id="2917" name="Google Shape;2917;g313fee012f0_0_5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8" name="Google Shape;2918;g313fee012f0_0_5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3" name="Shape 2923"/>
        <p:cNvGrpSpPr/>
        <p:nvPr/>
      </p:nvGrpSpPr>
      <p:grpSpPr>
        <a:xfrm>
          <a:off x="0" y="0"/>
          <a:ext cx="0" cy="0"/>
          <a:chOff x="0" y="0"/>
          <a:chExt cx="0" cy="0"/>
        </a:xfrm>
      </p:grpSpPr>
      <p:sp>
        <p:nvSpPr>
          <p:cNvPr id="2924" name="Google Shape;2924;g313fee012f0_0_5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5" name="Google Shape;2925;g313fee012f0_0_5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g313fee012f0_0_5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2" name="Google Shape;2932;g313fee012f0_0_5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g313fee012f0_0_5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9" name="Google Shape;2939;g313fee012f0_0_5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4" name="Shape 2944"/>
        <p:cNvGrpSpPr/>
        <p:nvPr/>
      </p:nvGrpSpPr>
      <p:grpSpPr>
        <a:xfrm>
          <a:off x="0" y="0"/>
          <a:ext cx="0" cy="0"/>
          <a:chOff x="0" y="0"/>
          <a:chExt cx="0" cy="0"/>
        </a:xfrm>
      </p:grpSpPr>
      <p:sp>
        <p:nvSpPr>
          <p:cNvPr id="2945" name="Google Shape;2945;g313fee012f0_0_5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6" name="Google Shape;2946;g313fee012f0_0_5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1" name="Shape 2951"/>
        <p:cNvGrpSpPr/>
        <p:nvPr/>
      </p:nvGrpSpPr>
      <p:grpSpPr>
        <a:xfrm>
          <a:off x="0" y="0"/>
          <a:ext cx="0" cy="0"/>
          <a:chOff x="0" y="0"/>
          <a:chExt cx="0" cy="0"/>
        </a:xfrm>
      </p:grpSpPr>
      <p:sp>
        <p:nvSpPr>
          <p:cNvPr id="2952" name="Google Shape;2952;g313fee012f0_0_5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3" name="Google Shape;2953;g313fee012f0_0_5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8" name="Shape 2958"/>
        <p:cNvGrpSpPr/>
        <p:nvPr/>
      </p:nvGrpSpPr>
      <p:grpSpPr>
        <a:xfrm>
          <a:off x="0" y="0"/>
          <a:ext cx="0" cy="0"/>
          <a:chOff x="0" y="0"/>
          <a:chExt cx="0" cy="0"/>
        </a:xfrm>
      </p:grpSpPr>
      <p:sp>
        <p:nvSpPr>
          <p:cNvPr id="2959" name="Google Shape;2959;g313fee012f0_0_6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0" name="Google Shape;2960;g313fee012f0_0_6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5" name="Shape 2965"/>
        <p:cNvGrpSpPr/>
        <p:nvPr/>
      </p:nvGrpSpPr>
      <p:grpSpPr>
        <a:xfrm>
          <a:off x="0" y="0"/>
          <a:ext cx="0" cy="0"/>
          <a:chOff x="0" y="0"/>
          <a:chExt cx="0" cy="0"/>
        </a:xfrm>
      </p:grpSpPr>
      <p:sp>
        <p:nvSpPr>
          <p:cNvPr id="2966" name="Google Shape;2966;g313fee012f0_0_6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7" name="Google Shape;2967;g313fee012f0_0_6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4" name="Shape 2974"/>
        <p:cNvGrpSpPr/>
        <p:nvPr/>
      </p:nvGrpSpPr>
      <p:grpSpPr>
        <a:xfrm>
          <a:off x="0" y="0"/>
          <a:ext cx="0" cy="0"/>
          <a:chOff x="0" y="0"/>
          <a:chExt cx="0" cy="0"/>
        </a:xfrm>
      </p:grpSpPr>
      <p:sp>
        <p:nvSpPr>
          <p:cNvPr id="2975" name="Google Shape;2975;g313fee012f0_0_5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6" name="Google Shape;2976;g313fee012f0_0_5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shutterstock_662660182</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1" name="Shape 2981"/>
        <p:cNvGrpSpPr/>
        <p:nvPr/>
      </p:nvGrpSpPr>
      <p:grpSpPr>
        <a:xfrm>
          <a:off x="0" y="0"/>
          <a:ext cx="0" cy="0"/>
          <a:chOff x="0" y="0"/>
          <a:chExt cx="0" cy="0"/>
        </a:xfrm>
      </p:grpSpPr>
      <p:sp>
        <p:nvSpPr>
          <p:cNvPr id="2982" name="Google Shape;2982;g3132f40dc1a_0_2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3" name="Google Shape;2983;g3132f40dc1a_0_2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9" name="Shape 2989"/>
        <p:cNvGrpSpPr/>
        <p:nvPr/>
      </p:nvGrpSpPr>
      <p:grpSpPr>
        <a:xfrm>
          <a:off x="0" y="0"/>
          <a:ext cx="0" cy="0"/>
          <a:chOff x="0" y="0"/>
          <a:chExt cx="0" cy="0"/>
        </a:xfrm>
      </p:grpSpPr>
      <p:sp>
        <p:nvSpPr>
          <p:cNvPr id="2990" name="Google Shape;2990;g3132f40dc1a_0_3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1" name="Google Shape;2991;g3132f40dc1a_0_3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3" name="Shape 2993"/>
        <p:cNvGrpSpPr/>
        <p:nvPr/>
      </p:nvGrpSpPr>
      <p:grpSpPr>
        <a:xfrm>
          <a:off x="0" y="0"/>
          <a:ext cx="0" cy="0"/>
          <a:chOff x="0" y="0"/>
          <a:chExt cx="0" cy="0"/>
        </a:xfrm>
      </p:grpSpPr>
      <p:sp>
        <p:nvSpPr>
          <p:cNvPr id="2994" name="Google Shape;2994;g3132f40dc1a_0_3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5" name="Google Shape;2995;g3132f40dc1a_0_3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g313fee012f0_0_6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9" name="Google Shape;2999;g313fee012f0_0_6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g313fee012f0_0_6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0" name="Google Shape;3010;g313fee012f0_0_6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7" name="Shape 3017"/>
        <p:cNvGrpSpPr/>
        <p:nvPr/>
      </p:nvGrpSpPr>
      <p:grpSpPr>
        <a:xfrm>
          <a:off x="0" y="0"/>
          <a:ext cx="0" cy="0"/>
          <a:chOff x="0" y="0"/>
          <a:chExt cx="0" cy="0"/>
        </a:xfrm>
      </p:grpSpPr>
      <p:sp>
        <p:nvSpPr>
          <p:cNvPr id="3018" name="Google Shape;3018;g313fee012f0_0_6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9" name="Google Shape;3019;g313fee012f0_0_6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5" name="Shape 3025"/>
        <p:cNvGrpSpPr/>
        <p:nvPr/>
      </p:nvGrpSpPr>
      <p:grpSpPr>
        <a:xfrm>
          <a:off x="0" y="0"/>
          <a:ext cx="0" cy="0"/>
          <a:chOff x="0" y="0"/>
          <a:chExt cx="0" cy="0"/>
        </a:xfrm>
      </p:grpSpPr>
      <p:sp>
        <p:nvSpPr>
          <p:cNvPr id="3026" name="Google Shape;3026;g313fee012f0_0_7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7" name="Google Shape;3027;g313fee012f0_0_7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0" name="Shape 3030"/>
        <p:cNvGrpSpPr/>
        <p:nvPr/>
      </p:nvGrpSpPr>
      <p:grpSpPr>
        <a:xfrm>
          <a:off x="0" y="0"/>
          <a:ext cx="0" cy="0"/>
          <a:chOff x="0" y="0"/>
          <a:chExt cx="0" cy="0"/>
        </a:xfrm>
      </p:grpSpPr>
      <p:sp>
        <p:nvSpPr>
          <p:cNvPr id="3031" name="Google Shape;3031;g313fee012f0_0_7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2" name="Google Shape;3032;g313fee012f0_0_7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8" name="Shape 3038"/>
        <p:cNvGrpSpPr/>
        <p:nvPr/>
      </p:nvGrpSpPr>
      <p:grpSpPr>
        <a:xfrm>
          <a:off x="0" y="0"/>
          <a:ext cx="0" cy="0"/>
          <a:chOff x="0" y="0"/>
          <a:chExt cx="0" cy="0"/>
        </a:xfrm>
      </p:grpSpPr>
      <p:sp>
        <p:nvSpPr>
          <p:cNvPr id="3039" name="Google Shape;3039;g313fee012f0_0_7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0" name="Google Shape;3040;g313fee012f0_0_7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2" name="Shape 3042"/>
        <p:cNvGrpSpPr/>
        <p:nvPr/>
      </p:nvGrpSpPr>
      <p:grpSpPr>
        <a:xfrm>
          <a:off x="0" y="0"/>
          <a:ext cx="0" cy="0"/>
          <a:chOff x="0" y="0"/>
          <a:chExt cx="0" cy="0"/>
        </a:xfrm>
      </p:grpSpPr>
      <p:sp>
        <p:nvSpPr>
          <p:cNvPr id="3043" name="Google Shape;3043;g313fee012f0_0_7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4" name="Google Shape;3044;g313fee012f0_0_7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6" name="Shape 3046"/>
        <p:cNvGrpSpPr/>
        <p:nvPr/>
      </p:nvGrpSpPr>
      <p:grpSpPr>
        <a:xfrm>
          <a:off x="0" y="0"/>
          <a:ext cx="0" cy="0"/>
          <a:chOff x="0" y="0"/>
          <a:chExt cx="0" cy="0"/>
        </a:xfrm>
      </p:grpSpPr>
      <p:sp>
        <p:nvSpPr>
          <p:cNvPr id="3047" name="Google Shape;3047;g313fee012f0_0_7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8" name="Google Shape;3048;g313fee012f0_0_7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1" name="Shape 3051"/>
        <p:cNvGrpSpPr/>
        <p:nvPr/>
      </p:nvGrpSpPr>
      <p:grpSpPr>
        <a:xfrm>
          <a:off x="0" y="0"/>
          <a:ext cx="0" cy="0"/>
          <a:chOff x="0" y="0"/>
          <a:chExt cx="0" cy="0"/>
        </a:xfrm>
      </p:grpSpPr>
      <p:sp>
        <p:nvSpPr>
          <p:cNvPr id="3052" name="Google Shape;3052;g3123099a929_0_9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3" name="Google Shape;3053;g3123099a929_0_9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5" name="Shape 3055"/>
        <p:cNvGrpSpPr/>
        <p:nvPr/>
      </p:nvGrpSpPr>
      <p:grpSpPr>
        <a:xfrm>
          <a:off x="0" y="0"/>
          <a:ext cx="0" cy="0"/>
          <a:chOff x="0" y="0"/>
          <a:chExt cx="0" cy="0"/>
        </a:xfrm>
      </p:grpSpPr>
      <p:sp>
        <p:nvSpPr>
          <p:cNvPr id="3056" name="Google Shape;3056;g3132f40dc1a_0_2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7" name="Google Shape;3057;g3132f40dc1a_0_2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5" name="Shape 3065"/>
        <p:cNvGrpSpPr/>
        <p:nvPr/>
      </p:nvGrpSpPr>
      <p:grpSpPr>
        <a:xfrm>
          <a:off x="0" y="0"/>
          <a:ext cx="0" cy="0"/>
          <a:chOff x="0" y="0"/>
          <a:chExt cx="0" cy="0"/>
        </a:xfrm>
      </p:grpSpPr>
      <p:sp>
        <p:nvSpPr>
          <p:cNvPr id="3066" name="Google Shape;3066;g3132f40dc1a_0_2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7" name="Google Shape;3067;g3132f40dc1a_0_2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4" name="Shape 3074"/>
        <p:cNvGrpSpPr/>
        <p:nvPr/>
      </p:nvGrpSpPr>
      <p:grpSpPr>
        <a:xfrm>
          <a:off x="0" y="0"/>
          <a:ext cx="0" cy="0"/>
          <a:chOff x="0" y="0"/>
          <a:chExt cx="0" cy="0"/>
        </a:xfrm>
      </p:grpSpPr>
      <p:sp>
        <p:nvSpPr>
          <p:cNvPr id="3075" name="Google Shape;3075;g3132f40dc1a_0_4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6" name="Google Shape;3076;g3132f40dc1a_0_4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3" name="Shape 3083"/>
        <p:cNvGrpSpPr/>
        <p:nvPr/>
      </p:nvGrpSpPr>
      <p:grpSpPr>
        <a:xfrm>
          <a:off x="0" y="0"/>
          <a:ext cx="0" cy="0"/>
          <a:chOff x="0" y="0"/>
          <a:chExt cx="0" cy="0"/>
        </a:xfrm>
      </p:grpSpPr>
      <p:sp>
        <p:nvSpPr>
          <p:cNvPr id="3084" name="Google Shape;3084;g3132f40dc1a_0_3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5" name="Google Shape;3085;g3132f40dc1a_0_3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8" name="Shape 3088"/>
        <p:cNvGrpSpPr/>
        <p:nvPr/>
      </p:nvGrpSpPr>
      <p:grpSpPr>
        <a:xfrm>
          <a:off x="0" y="0"/>
          <a:ext cx="0" cy="0"/>
          <a:chOff x="0" y="0"/>
          <a:chExt cx="0" cy="0"/>
        </a:xfrm>
      </p:grpSpPr>
      <p:sp>
        <p:nvSpPr>
          <p:cNvPr id="3089" name="Google Shape;3089;g3132f40dc1a_0_5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0" name="Google Shape;3090;g3132f40dc1a_0_5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2" name="Shape 3092"/>
        <p:cNvGrpSpPr/>
        <p:nvPr/>
      </p:nvGrpSpPr>
      <p:grpSpPr>
        <a:xfrm>
          <a:off x="0" y="0"/>
          <a:ext cx="0" cy="0"/>
          <a:chOff x="0" y="0"/>
          <a:chExt cx="0" cy="0"/>
        </a:xfrm>
      </p:grpSpPr>
      <p:sp>
        <p:nvSpPr>
          <p:cNvPr id="3093" name="Google Shape;3093;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4" name="Google Shape;3094;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7" name="Shape 3097"/>
        <p:cNvGrpSpPr/>
        <p:nvPr/>
      </p:nvGrpSpPr>
      <p:grpSpPr>
        <a:xfrm>
          <a:off x="0" y="0"/>
          <a:ext cx="0" cy="0"/>
          <a:chOff x="0" y="0"/>
          <a:chExt cx="0" cy="0"/>
        </a:xfrm>
      </p:grpSpPr>
      <p:sp>
        <p:nvSpPr>
          <p:cNvPr id="3098" name="Google Shape;3098;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9" name="Google Shape;3099;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6.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3.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20.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2.png"/><Relationship Id="rId7" Type="http://schemas.openxmlformats.org/officeDocument/2006/relationships/image" Target="../media/image55.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3.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23.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6.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7.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3.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0.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5.png"/><Relationship Id="rId3" Type="http://schemas.openxmlformats.org/officeDocument/2006/relationships/image" Target="../media/image74.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3.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1.png"/><Relationship Id="rId3" Type="http://schemas.openxmlformats.org/officeDocument/2006/relationships/image" Target="../media/image68.png"/><Relationship Id="rId4" Type="http://schemas.openxmlformats.org/officeDocument/2006/relationships/image" Target="../media/image72.png"/><Relationship Id="rId5" Type="http://schemas.openxmlformats.org/officeDocument/2006/relationships/image" Target="../media/image73.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9.png"/><Relationship Id="rId3" Type="http://schemas.openxmlformats.org/officeDocument/2006/relationships/image" Target="../media/image79.png"/><Relationship Id="rId4" Type="http://schemas.openxmlformats.org/officeDocument/2006/relationships/image" Target="../media/image120.pn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9.png"/><Relationship Id="rId3" Type="http://schemas.openxmlformats.org/officeDocument/2006/relationships/image" Target="../media/image119.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 Id="rId3" Type="http://schemas.openxmlformats.org/officeDocument/2006/relationships/image" Target="../media/image87.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 Id="rId3" Type="http://schemas.openxmlformats.org/officeDocument/2006/relationships/image" Target="../media/image80.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 Id="rId3" Type="http://schemas.openxmlformats.org/officeDocument/2006/relationships/image" Target="../media/image141.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6.png"/><Relationship Id="rId3" Type="http://schemas.openxmlformats.org/officeDocument/2006/relationships/image" Target="../media/image98.pn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10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5" name="Google Shape;345;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6" name="Shape 346"/>
        <p:cNvGrpSpPr/>
        <p:nvPr/>
      </p:nvGrpSpPr>
      <p:grpSpPr>
        <a:xfrm>
          <a:off x="0" y="0"/>
          <a:ext cx="0" cy="0"/>
          <a:chOff x="0" y="0"/>
          <a:chExt cx="0" cy="0"/>
        </a:xfrm>
      </p:grpSpPr>
      <p:sp>
        <p:nvSpPr>
          <p:cNvPr id="347" name="Google Shape;347;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48" name="Shape 348"/>
        <p:cNvGrpSpPr/>
        <p:nvPr/>
      </p:nvGrpSpPr>
      <p:grpSpPr>
        <a:xfrm>
          <a:off x="0" y="0"/>
          <a:ext cx="0" cy="0"/>
          <a:chOff x="0" y="0"/>
          <a:chExt cx="0" cy="0"/>
        </a:xfrm>
      </p:grpSpPr>
      <p:sp>
        <p:nvSpPr>
          <p:cNvPr id="349" name="Google Shape;349;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0" name="Google Shape;350;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1" name="Google Shape;351;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2" name="Google Shape;352;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3" name="Google Shape;353;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4" name="Google Shape;354;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5" name="Google Shape;355;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6" name="Shape 356"/>
        <p:cNvGrpSpPr/>
        <p:nvPr/>
      </p:nvGrpSpPr>
      <p:grpSpPr>
        <a:xfrm>
          <a:off x="0" y="0"/>
          <a:ext cx="0" cy="0"/>
          <a:chOff x="0" y="0"/>
          <a:chExt cx="0" cy="0"/>
        </a:xfrm>
      </p:grpSpPr>
      <p:sp>
        <p:nvSpPr>
          <p:cNvPr id="357" name="Google Shape;357;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8" name="Google Shape;358;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9" name="Google Shape;359;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0" name="Google Shape;360;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1" name="Google Shape;361;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2" name="Google Shape;362;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3" name="Google Shape;363;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4" name="Shape 364"/>
        <p:cNvGrpSpPr/>
        <p:nvPr/>
      </p:nvGrpSpPr>
      <p:grpSpPr>
        <a:xfrm>
          <a:off x="0" y="0"/>
          <a:ext cx="0" cy="0"/>
          <a:chOff x="0" y="0"/>
          <a:chExt cx="0" cy="0"/>
        </a:xfrm>
      </p:grpSpPr>
      <p:sp>
        <p:nvSpPr>
          <p:cNvPr id="365" name="Google Shape;365;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6" name="Google Shape;366;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7" name="Google Shape;367;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68" name="Google Shape;368;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69" name="Shape 369"/>
        <p:cNvGrpSpPr/>
        <p:nvPr/>
      </p:nvGrpSpPr>
      <p:grpSpPr>
        <a:xfrm>
          <a:off x="0" y="0"/>
          <a:ext cx="0" cy="0"/>
          <a:chOff x="0" y="0"/>
          <a:chExt cx="0" cy="0"/>
        </a:xfrm>
      </p:grpSpPr>
      <p:sp>
        <p:nvSpPr>
          <p:cNvPr id="370" name="Google Shape;370;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2" name="Google Shape;372;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3" name="Google Shape;373;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6" name="Google Shape;376;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8" name="Google Shape;378;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79" name="Google Shape;379;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0" name="Google Shape;380;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1" name="Google Shape;381;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2" name="Google Shape;382;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3" name="Shape 383"/>
        <p:cNvGrpSpPr/>
        <p:nvPr/>
      </p:nvGrpSpPr>
      <p:grpSpPr>
        <a:xfrm>
          <a:off x="0" y="0"/>
          <a:ext cx="0" cy="0"/>
          <a:chOff x="0" y="0"/>
          <a:chExt cx="0" cy="0"/>
        </a:xfrm>
      </p:grpSpPr>
      <p:sp>
        <p:nvSpPr>
          <p:cNvPr id="384" name="Google Shape;384;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5" name="Google Shape;385;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86" name="Google Shape;386;p56"/>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87" name="Google Shape;387;p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8" name="Google Shape;388;p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89" name="Google Shape;389;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0" name="Google Shape;390;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1" name="Shape 391"/>
        <p:cNvGrpSpPr/>
        <p:nvPr/>
      </p:nvGrpSpPr>
      <p:grpSpPr>
        <a:xfrm>
          <a:off x="0" y="0"/>
          <a:ext cx="0" cy="0"/>
          <a:chOff x="0" y="0"/>
          <a:chExt cx="0" cy="0"/>
        </a:xfrm>
      </p:grpSpPr>
      <p:sp>
        <p:nvSpPr>
          <p:cNvPr id="392" name="Google Shape;392;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4" name="Google Shape;394;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5" name="Google Shape;395;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7" name="Google Shape;397;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8" name="Google Shape;398;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400" name="Google Shape;400;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1" name="Google Shape;401;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2" name="Google Shape;402;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3" name="Google Shape;403;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4" name="Google Shape;404;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5" name="Shape 405"/>
        <p:cNvGrpSpPr/>
        <p:nvPr/>
      </p:nvGrpSpPr>
      <p:grpSpPr>
        <a:xfrm>
          <a:off x="0" y="0"/>
          <a:ext cx="0" cy="0"/>
          <a:chOff x="0" y="0"/>
          <a:chExt cx="0" cy="0"/>
        </a:xfrm>
      </p:grpSpPr>
      <p:cxnSp>
        <p:nvCxnSpPr>
          <p:cNvPr id="406" name="Google Shape;406;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7" name="Google Shape;407;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3" name="Google Shape;413;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4" name="Google Shape;414;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5" name="Google Shape;415;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6" name="Google Shape;416;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7" name="Google Shape;417;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2" name="Google Shape;422;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3" name="Google Shape;423;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4" name="Google Shape;424;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7" name="Shape 427"/>
        <p:cNvGrpSpPr/>
        <p:nvPr/>
      </p:nvGrpSpPr>
      <p:grpSpPr>
        <a:xfrm>
          <a:off x="0" y="0"/>
          <a:ext cx="0" cy="0"/>
          <a:chOff x="0" y="0"/>
          <a:chExt cx="0" cy="0"/>
        </a:xfrm>
      </p:grpSpPr>
      <p:pic>
        <p:nvPicPr>
          <p:cNvPr id="428" name="Google Shape;428;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9" name="Google Shape;429;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30" name="Google Shape;430;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1" name="Google Shape;431;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2" name="Shape 432"/>
        <p:cNvGrpSpPr/>
        <p:nvPr/>
      </p:nvGrpSpPr>
      <p:grpSpPr>
        <a:xfrm>
          <a:off x="0" y="0"/>
          <a:ext cx="0" cy="0"/>
          <a:chOff x="0" y="0"/>
          <a:chExt cx="0" cy="0"/>
        </a:xfrm>
      </p:grpSpPr>
      <p:sp>
        <p:nvSpPr>
          <p:cNvPr id="433" name="Google Shape;433;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4" name="Google Shape;434;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5" name="Google Shape;435;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6" name="Google Shape;436;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7" name="Google Shape;437;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8" name="Shape 438"/>
        <p:cNvGrpSpPr/>
        <p:nvPr/>
      </p:nvGrpSpPr>
      <p:grpSpPr>
        <a:xfrm>
          <a:off x="0" y="0"/>
          <a:ext cx="0" cy="0"/>
          <a:chOff x="0" y="0"/>
          <a:chExt cx="0" cy="0"/>
        </a:xfrm>
      </p:grpSpPr>
      <p:sp>
        <p:nvSpPr>
          <p:cNvPr id="439" name="Google Shape;439;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40" name="Google Shape;440;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1" name="Google Shape;441;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2" name="Google Shape;442;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3" name="Google Shape;443;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4" name="Google Shape;444;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6" name="Google Shape;446;p61"/>
          <p:cNvGrpSpPr/>
          <p:nvPr/>
        </p:nvGrpSpPr>
        <p:grpSpPr>
          <a:xfrm>
            <a:off x="457181" y="1345103"/>
            <a:ext cx="533372" cy="533480"/>
            <a:chOff x="457200" y="1378813"/>
            <a:chExt cx="695400" cy="695450"/>
          </a:xfrm>
        </p:grpSpPr>
        <p:sp>
          <p:nvSpPr>
            <p:cNvPr id="447" name="Google Shape;447;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8" name="Google Shape;448;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 name="Google Shape;449;p61"/>
          <p:cNvGrpSpPr/>
          <p:nvPr/>
        </p:nvGrpSpPr>
        <p:grpSpPr>
          <a:xfrm>
            <a:off x="3228956" y="1345103"/>
            <a:ext cx="533372" cy="533480"/>
            <a:chOff x="457200" y="1378813"/>
            <a:chExt cx="695400" cy="695450"/>
          </a:xfrm>
        </p:grpSpPr>
        <p:sp>
          <p:nvSpPr>
            <p:cNvPr id="450" name="Google Shape;450;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1" name="Google Shape;451;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2" name="Google Shape;452;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4" name="Google Shape;454;p61"/>
          <p:cNvGrpSpPr/>
          <p:nvPr/>
        </p:nvGrpSpPr>
        <p:grpSpPr>
          <a:xfrm>
            <a:off x="6134081" y="1345853"/>
            <a:ext cx="533372" cy="533480"/>
            <a:chOff x="457200" y="1378813"/>
            <a:chExt cx="695400" cy="695450"/>
          </a:xfrm>
        </p:grpSpPr>
        <p:sp>
          <p:nvSpPr>
            <p:cNvPr id="455" name="Google Shape;455;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6" name="Google Shape;456;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7" name="Google Shape;457;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9" name="Google Shape;459;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60" name="Shape 460"/>
        <p:cNvGrpSpPr/>
        <p:nvPr/>
      </p:nvGrpSpPr>
      <p:grpSpPr>
        <a:xfrm>
          <a:off x="0" y="0"/>
          <a:ext cx="0" cy="0"/>
          <a:chOff x="0" y="0"/>
          <a:chExt cx="0" cy="0"/>
        </a:xfrm>
      </p:grpSpPr>
      <p:sp>
        <p:nvSpPr>
          <p:cNvPr id="461" name="Google Shape;461;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2" name="Google Shape;462;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3" name="Google Shape;463;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4" name="Google Shape;464;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5" name="Shape 465"/>
        <p:cNvGrpSpPr/>
        <p:nvPr/>
      </p:nvGrpSpPr>
      <p:grpSpPr>
        <a:xfrm>
          <a:off x="0" y="0"/>
          <a:ext cx="0" cy="0"/>
          <a:chOff x="0" y="0"/>
          <a:chExt cx="0" cy="0"/>
        </a:xfrm>
      </p:grpSpPr>
      <p:sp>
        <p:nvSpPr>
          <p:cNvPr id="466" name="Google Shape;466;p63"/>
          <p:cNvSpPr/>
          <p:nvPr>
            <p:ph idx="2" type="pic"/>
          </p:nvPr>
        </p:nvSpPr>
        <p:spPr>
          <a:xfrm>
            <a:off x="5923375" y="150"/>
            <a:ext cx="3220500" cy="5143500"/>
          </a:xfrm>
          <a:prstGeom prst="rect">
            <a:avLst/>
          </a:prstGeom>
          <a:noFill/>
          <a:ln>
            <a:noFill/>
          </a:ln>
        </p:spPr>
      </p:sp>
      <p:sp>
        <p:nvSpPr>
          <p:cNvPr id="467" name="Google Shape;467;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8" name="Google Shape;468;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9" name="Google Shape;469;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70" name="Shape 470"/>
        <p:cNvGrpSpPr/>
        <p:nvPr/>
      </p:nvGrpSpPr>
      <p:grpSpPr>
        <a:xfrm>
          <a:off x="0" y="0"/>
          <a:ext cx="0" cy="0"/>
          <a:chOff x="0" y="0"/>
          <a:chExt cx="0" cy="0"/>
        </a:xfrm>
      </p:grpSpPr>
      <p:sp>
        <p:nvSpPr>
          <p:cNvPr id="471" name="Google Shape;471;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2" name="Google Shape;472;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3" name="Google Shape;473;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4" name="Google Shape;474;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5" name="Shape 475"/>
        <p:cNvGrpSpPr/>
        <p:nvPr/>
      </p:nvGrpSpPr>
      <p:grpSpPr>
        <a:xfrm>
          <a:off x="0" y="0"/>
          <a:ext cx="0" cy="0"/>
          <a:chOff x="0" y="0"/>
          <a:chExt cx="0" cy="0"/>
        </a:xfrm>
      </p:grpSpPr>
      <p:sp>
        <p:nvSpPr>
          <p:cNvPr id="476" name="Google Shape;476;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7" name="Google Shape;477;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8" name="Google Shape;478;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9" name="Google Shape;479;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0" name="Google Shape;480;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1" name="Shape 481"/>
        <p:cNvGrpSpPr/>
        <p:nvPr/>
      </p:nvGrpSpPr>
      <p:grpSpPr>
        <a:xfrm>
          <a:off x="0" y="0"/>
          <a:ext cx="0" cy="0"/>
          <a:chOff x="0" y="0"/>
          <a:chExt cx="0" cy="0"/>
        </a:xfrm>
      </p:grpSpPr>
      <p:sp>
        <p:nvSpPr>
          <p:cNvPr id="482" name="Google Shape;482;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3" name="Google Shape;483;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4" name="Google Shape;484;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5" name="Google Shape;485;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7" name="Shape 487"/>
        <p:cNvGrpSpPr/>
        <p:nvPr/>
      </p:nvGrpSpPr>
      <p:grpSpPr>
        <a:xfrm>
          <a:off x="0" y="0"/>
          <a:ext cx="0" cy="0"/>
          <a:chOff x="0" y="0"/>
          <a:chExt cx="0" cy="0"/>
        </a:xfrm>
      </p:grpSpPr>
      <p:grpSp>
        <p:nvGrpSpPr>
          <p:cNvPr id="488" name="Google Shape;488;p67"/>
          <p:cNvGrpSpPr/>
          <p:nvPr/>
        </p:nvGrpSpPr>
        <p:grpSpPr>
          <a:xfrm>
            <a:off x="511772" y="1190428"/>
            <a:ext cx="533372" cy="533480"/>
            <a:chOff x="457200" y="1378813"/>
            <a:chExt cx="695400" cy="695450"/>
          </a:xfrm>
        </p:grpSpPr>
        <p:sp>
          <p:nvSpPr>
            <p:cNvPr id="489" name="Google Shape;489;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90" name="Google Shape;490;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1" name="Google Shape;491;p67"/>
          <p:cNvGrpSpPr/>
          <p:nvPr/>
        </p:nvGrpSpPr>
        <p:grpSpPr>
          <a:xfrm>
            <a:off x="3283547" y="1190428"/>
            <a:ext cx="533372" cy="533480"/>
            <a:chOff x="457200" y="1378813"/>
            <a:chExt cx="695400" cy="695450"/>
          </a:xfrm>
        </p:grpSpPr>
        <p:sp>
          <p:nvSpPr>
            <p:cNvPr id="492" name="Google Shape;492;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3" name="Google Shape;493;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4" name="Google Shape;494;p67"/>
          <p:cNvGrpSpPr/>
          <p:nvPr/>
        </p:nvGrpSpPr>
        <p:grpSpPr>
          <a:xfrm>
            <a:off x="6188672" y="1191178"/>
            <a:ext cx="533372" cy="533480"/>
            <a:chOff x="457200" y="1378813"/>
            <a:chExt cx="695400" cy="695450"/>
          </a:xfrm>
        </p:grpSpPr>
        <p:sp>
          <p:nvSpPr>
            <p:cNvPr id="495" name="Google Shape;495;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6" name="Google Shape;496;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7" name="Google Shape;497;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2" name="Shape 502"/>
        <p:cNvGrpSpPr/>
        <p:nvPr/>
      </p:nvGrpSpPr>
      <p:grpSpPr>
        <a:xfrm>
          <a:off x="0" y="0"/>
          <a:ext cx="0" cy="0"/>
          <a:chOff x="0" y="0"/>
          <a:chExt cx="0" cy="0"/>
        </a:xfrm>
      </p:grpSpPr>
      <p:sp>
        <p:nvSpPr>
          <p:cNvPr id="503" name="Google Shape;503;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4" name="Google Shape;504;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5" name="Google Shape;505;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6" name="Google Shape;506;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7" name="Google Shape;507;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8" name="Google Shape;508;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9" name="Google Shape;509;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10" name="Shape 510"/>
        <p:cNvGrpSpPr/>
        <p:nvPr/>
      </p:nvGrpSpPr>
      <p:grpSpPr>
        <a:xfrm>
          <a:off x="0" y="0"/>
          <a:ext cx="0" cy="0"/>
          <a:chOff x="0" y="0"/>
          <a:chExt cx="0" cy="0"/>
        </a:xfrm>
      </p:grpSpPr>
      <p:sp>
        <p:nvSpPr>
          <p:cNvPr id="511" name="Google Shape;511;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2" name="Google Shape;512;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3" name="Google Shape;513;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4" name="Google Shape;514;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5" name="Google Shape;515;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6" name="Shape 516"/>
        <p:cNvGrpSpPr/>
        <p:nvPr/>
      </p:nvGrpSpPr>
      <p:grpSpPr>
        <a:xfrm>
          <a:off x="0" y="0"/>
          <a:ext cx="0" cy="0"/>
          <a:chOff x="0" y="0"/>
          <a:chExt cx="0" cy="0"/>
        </a:xfrm>
      </p:grpSpPr>
      <p:sp>
        <p:nvSpPr>
          <p:cNvPr id="517" name="Google Shape;517;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8" name="Google Shape;518;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9" name="Google Shape;519;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0" name="Google Shape;520;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1" name="Google Shape;521;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2" name="Shape 522"/>
        <p:cNvGrpSpPr/>
        <p:nvPr/>
      </p:nvGrpSpPr>
      <p:grpSpPr>
        <a:xfrm>
          <a:off x="0" y="0"/>
          <a:ext cx="0" cy="0"/>
          <a:chOff x="0" y="0"/>
          <a:chExt cx="0" cy="0"/>
        </a:xfrm>
      </p:grpSpPr>
      <p:sp>
        <p:nvSpPr>
          <p:cNvPr id="523" name="Google Shape;523;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4" name="Google Shape;524;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5" name="Google Shape;525;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6" name="Google Shape;526;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7" name="Google Shape;527;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8" name="Shape 528"/>
        <p:cNvGrpSpPr/>
        <p:nvPr/>
      </p:nvGrpSpPr>
      <p:grpSpPr>
        <a:xfrm>
          <a:off x="0" y="0"/>
          <a:ext cx="0" cy="0"/>
          <a:chOff x="0" y="0"/>
          <a:chExt cx="0" cy="0"/>
        </a:xfrm>
      </p:grpSpPr>
      <p:sp>
        <p:nvSpPr>
          <p:cNvPr id="529" name="Google Shape;529;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0" name="Google Shape;530;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1" name="Google Shape;531;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2" name="Google Shape;532;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3" name="Google Shape;533;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4" name="Shape 534"/>
        <p:cNvGrpSpPr/>
        <p:nvPr/>
      </p:nvGrpSpPr>
      <p:grpSpPr>
        <a:xfrm>
          <a:off x="0" y="0"/>
          <a:ext cx="0" cy="0"/>
          <a:chOff x="0" y="0"/>
          <a:chExt cx="0" cy="0"/>
        </a:xfrm>
      </p:grpSpPr>
      <p:sp>
        <p:nvSpPr>
          <p:cNvPr id="535" name="Google Shape;535;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6" name="Google Shape;536;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7" name="Google Shape;537;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8" name="Google Shape;538;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9" name="Google Shape;539;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40" name="Shape 540"/>
        <p:cNvGrpSpPr/>
        <p:nvPr/>
      </p:nvGrpSpPr>
      <p:grpSpPr>
        <a:xfrm>
          <a:off x="0" y="0"/>
          <a:ext cx="0" cy="0"/>
          <a:chOff x="0" y="0"/>
          <a:chExt cx="0" cy="0"/>
        </a:xfrm>
      </p:grpSpPr>
      <p:sp>
        <p:nvSpPr>
          <p:cNvPr id="541" name="Google Shape;541;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2" name="Google Shape;542;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3" name="Google Shape;543;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4" name="Google Shape;544;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6" name="Shape 546"/>
        <p:cNvGrpSpPr/>
        <p:nvPr/>
      </p:nvGrpSpPr>
      <p:grpSpPr>
        <a:xfrm>
          <a:off x="0" y="0"/>
          <a:ext cx="0" cy="0"/>
          <a:chOff x="0" y="0"/>
          <a:chExt cx="0" cy="0"/>
        </a:xfrm>
      </p:grpSpPr>
      <p:sp>
        <p:nvSpPr>
          <p:cNvPr id="547" name="Google Shape;547;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8" name="Google Shape;548;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9" name="Google Shape;549;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0" name="Google Shape;550;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2" name="Shape 552"/>
        <p:cNvGrpSpPr/>
        <p:nvPr/>
      </p:nvGrpSpPr>
      <p:grpSpPr>
        <a:xfrm>
          <a:off x="0" y="0"/>
          <a:ext cx="0" cy="0"/>
          <a:chOff x="0" y="0"/>
          <a:chExt cx="0" cy="0"/>
        </a:xfrm>
      </p:grpSpPr>
      <p:sp>
        <p:nvSpPr>
          <p:cNvPr id="553" name="Google Shape;553;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4" name="Google Shape;554;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5" name="Google Shape;555;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6" name="Google Shape;556;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7" name="Google Shape;557;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8" name="Shape 558"/>
        <p:cNvGrpSpPr/>
        <p:nvPr/>
      </p:nvGrpSpPr>
      <p:grpSpPr>
        <a:xfrm>
          <a:off x="0" y="0"/>
          <a:ext cx="0" cy="0"/>
          <a:chOff x="0" y="0"/>
          <a:chExt cx="0" cy="0"/>
        </a:xfrm>
      </p:grpSpPr>
      <p:sp>
        <p:nvSpPr>
          <p:cNvPr id="559" name="Google Shape;559;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0" name="Google Shape;560;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1" name="Google Shape;561;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2" name="Google Shape;562;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3" name="Google Shape;563;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4" name="Shape 564"/>
        <p:cNvGrpSpPr/>
        <p:nvPr/>
      </p:nvGrpSpPr>
      <p:grpSpPr>
        <a:xfrm>
          <a:off x="0" y="0"/>
          <a:ext cx="0" cy="0"/>
          <a:chOff x="0" y="0"/>
          <a:chExt cx="0" cy="0"/>
        </a:xfrm>
      </p:grpSpPr>
      <p:sp>
        <p:nvSpPr>
          <p:cNvPr id="565" name="Google Shape;565;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6" name="Google Shape;566;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7" name="Google Shape;567;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8" name="Google Shape;568;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9" name="Google Shape;569;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70" name="Shape 570"/>
        <p:cNvGrpSpPr/>
        <p:nvPr/>
      </p:nvGrpSpPr>
      <p:grpSpPr>
        <a:xfrm>
          <a:off x="0" y="0"/>
          <a:ext cx="0" cy="0"/>
          <a:chOff x="0" y="0"/>
          <a:chExt cx="0" cy="0"/>
        </a:xfrm>
      </p:grpSpPr>
      <p:sp>
        <p:nvSpPr>
          <p:cNvPr id="571" name="Google Shape;571;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2" name="Google Shape;572;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3" name="Google Shape;573;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4" name="Google Shape;574;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5" name="Google Shape;575;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6" name="Shape 576"/>
        <p:cNvGrpSpPr/>
        <p:nvPr/>
      </p:nvGrpSpPr>
      <p:grpSpPr>
        <a:xfrm>
          <a:off x="0" y="0"/>
          <a:ext cx="0" cy="0"/>
          <a:chOff x="0" y="0"/>
          <a:chExt cx="0" cy="0"/>
        </a:xfrm>
      </p:grpSpPr>
      <p:sp>
        <p:nvSpPr>
          <p:cNvPr id="577" name="Google Shape;577;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8" name="Google Shape;578;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9" name="Google Shape;579;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80" name="Google Shape;580;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2" name="Google Shape;582;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3" name="Google Shape;583;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4" name="Google Shape;584;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5" name="Google Shape;585;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8" name="Google Shape;588;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9" name="Shape 589"/>
        <p:cNvGrpSpPr/>
        <p:nvPr/>
      </p:nvGrpSpPr>
      <p:grpSpPr>
        <a:xfrm>
          <a:off x="0" y="0"/>
          <a:ext cx="0" cy="0"/>
          <a:chOff x="0" y="0"/>
          <a:chExt cx="0" cy="0"/>
        </a:xfrm>
      </p:grpSpPr>
      <p:sp>
        <p:nvSpPr>
          <p:cNvPr id="590" name="Google Shape;590;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1" name="Google Shape;591;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2" name="Google Shape;592;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3" name="Google Shape;593;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5" name="Shape 595"/>
        <p:cNvGrpSpPr/>
        <p:nvPr/>
      </p:nvGrpSpPr>
      <p:grpSpPr>
        <a:xfrm>
          <a:off x="0" y="0"/>
          <a:ext cx="0" cy="0"/>
          <a:chOff x="0" y="0"/>
          <a:chExt cx="0" cy="0"/>
        </a:xfrm>
      </p:grpSpPr>
      <p:sp>
        <p:nvSpPr>
          <p:cNvPr id="596" name="Google Shape;596;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7" name="Google Shape;597;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8" name="Google Shape;598;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9" name="Google Shape;599;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0" name="Google Shape;600;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1" name="Shape 601"/>
        <p:cNvGrpSpPr/>
        <p:nvPr/>
      </p:nvGrpSpPr>
      <p:grpSpPr>
        <a:xfrm>
          <a:off x="0" y="0"/>
          <a:ext cx="0" cy="0"/>
          <a:chOff x="0" y="0"/>
          <a:chExt cx="0" cy="0"/>
        </a:xfrm>
      </p:grpSpPr>
      <p:sp>
        <p:nvSpPr>
          <p:cNvPr id="602" name="Google Shape;602;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4" name="Google Shape;604;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5" name="Google Shape;605;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7" name="Google Shape;607;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8" name="Google Shape;608;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10" name="Google Shape;610;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1" name="Google Shape;611;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2" name="Google Shape;612;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3" name="Google Shape;613;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4" name="Google Shape;614;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5" name="Shape 615"/>
        <p:cNvGrpSpPr/>
        <p:nvPr/>
      </p:nvGrpSpPr>
      <p:grpSpPr>
        <a:xfrm>
          <a:off x="0" y="0"/>
          <a:ext cx="0" cy="0"/>
          <a:chOff x="0" y="0"/>
          <a:chExt cx="0" cy="0"/>
        </a:xfrm>
      </p:grpSpPr>
      <p:pic>
        <p:nvPicPr>
          <p:cNvPr id="616" name="Google Shape;616;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7" name="Google Shape;617;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8" name="Google Shape;618;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1" name="Shape 621"/>
        <p:cNvGrpSpPr/>
        <p:nvPr/>
      </p:nvGrpSpPr>
      <p:grpSpPr>
        <a:xfrm>
          <a:off x="0" y="0"/>
          <a:ext cx="0" cy="0"/>
          <a:chOff x="0" y="0"/>
          <a:chExt cx="0" cy="0"/>
        </a:xfrm>
      </p:grpSpPr>
      <p:sp>
        <p:nvSpPr>
          <p:cNvPr id="622" name="Google Shape;622;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3" name="Google Shape;623;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4" name="Google Shape;624;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6" name="Google Shape;626;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7" name="Shape 627"/>
        <p:cNvGrpSpPr/>
        <p:nvPr/>
      </p:nvGrpSpPr>
      <p:grpSpPr>
        <a:xfrm>
          <a:off x="0" y="0"/>
          <a:ext cx="0" cy="0"/>
          <a:chOff x="0" y="0"/>
          <a:chExt cx="0" cy="0"/>
        </a:xfrm>
      </p:grpSpPr>
      <p:sp>
        <p:nvSpPr>
          <p:cNvPr id="628" name="Google Shape;628;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9" name="Google Shape;629;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30" name="Google Shape;630;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1" name="Google Shape;631;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2" name="Google Shape;632;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3" name="Shape 633"/>
        <p:cNvGrpSpPr/>
        <p:nvPr/>
      </p:nvGrpSpPr>
      <p:grpSpPr>
        <a:xfrm>
          <a:off x="0" y="0"/>
          <a:ext cx="0" cy="0"/>
          <a:chOff x="0" y="0"/>
          <a:chExt cx="0" cy="0"/>
        </a:xfrm>
      </p:grpSpPr>
      <p:sp>
        <p:nvSpPr>
          <p:cNvPr id="634" name="Google Shape;634;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5" name="Google Shape;635;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6" name="Google Shape;636;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7" name="Google Shape;637;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8" name="Google Shape;638;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9" name="Shape 639"/>
        <p:cNvGrpSpPr/>
        <p:nvPr/>
      </p:nvGrpSpPr>
      <p:grpSpPr>
        <a:xfrm>
          <a:off x="0" y="0"/>
          <a:ext cx="0" cy="0"/>
          <a:chOff x="0" y="0"/>
          <a:chExt cx="0" cy="0"/>
        </a:xfrm>
      </p:grpSpPr>
      <p:sp>
        <p:nvSpPr>
          <p:cNvPr id="640" name="Google Shape;640;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1" name="Google Shape;641;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2" name="Google Shape;642;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3" name="Google Shape;643;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4" name="Google Shape;644;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5" name="Shape 645"/>
        <p:cNvGrpSpPr/>
        <p:nvPr/>
      </p:nvGrpSpPr>
      <p:grpSpPr>
        <a:xfrm>
          <a:off x="0" y="0"/>
          <a:ext cx="0" cy="0"/>
          <a:chOff x="0" y="0"/>
          <a:chExt cx="0" cy="0"/>
        </a:xfrm>
      </p:grpSpPr>
      <p:sp>
        <p:nvSpPr>
          <p:cNvPr id="646" name="Google Shape;646;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7" name="Google Shape;647;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8" name="Google Shape;648;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9" name="Google Shape;649;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0" name="Google Shape;650;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1" name="Shape 651"/>
        <p:cNvGrpSpPr/>
        <p:nvPr/>
      </p:nvGrpSpPr>
      <p:grpSpPr>
        <a:xfrm>
          <a:off x="0" y="0"/>
          <a:ext cx="0" cy="0"/>
          <a:chOff x="0" y="0"/>
          <a:chExt cx="0" cy="0"/>
        </a:xfrm>
      </p:grpSpPr>
      <p:sp>
        <p:nvSpPr>
          <p:cNvPr id="652" name="Google Shape;652;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3" name="Google Shape;653;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4" name="Google Shape;654;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5" name="Google Shape;655;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6" name="Google Shape;656;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7" name="Shape 657"/>
        <p:cNvGrpSpPr/>
        <p:nvPr/>
      </p:nvGrpSpPr>
      <p:grpSpPr>
        <a:xfrm>
          <a:off x="0" y="0"/>
          <a:ext cx="0" cy="0"/>
          <a:chOff x="0" y="0"/>
          <a:chExt cx="0" cy="0"/>
        </a:xfrm>
      </p:grpSpPr>
      <p:sp>
        <p:nvSpPr>
          <p:cNvPr id="658" name="Google Shape;658;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9" name="Google Shape;659;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0" name="Google Shape;660;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1" name="Google Shape;661;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2" name="Google Shape;662;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3" name="Shape 663"/>
        <p:cNvGrpSpPr/>
        <p:nvPr/>
      </p:nvGrpSpPr>
      <p:grpSpPr>
        <a:xfrm>
          <a:off x="0" y="0"/>
          <a:ext cx="0" cy="0"/>
          <a:chOff x="0" y="0"/>
          <a:chExt cx="0" cy="0"/>
        </a:xfrm>
      </p:grpSpPr>
      <p:sp>
        <p:nvSpPr>
          <p:cNvPr id="664" name="Google Shape;664;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5" name="Google Shape;665;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6" name="Google Shape;666;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7" name="Google Shape;667;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8" name="Google Shape;668;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9" name="Shape 669"/>
        <p:cNvGrpSpPr/>
        <p:nvPr/>
      </p:nvGrpSpPr>
      <p:grpSpPr>
        <a:xfrm>
          <a:off x="0" y="0"/>
          <a:ext cx="0" cy="0"/>
          <a:chOff x="0" y="0"/>
          <a:chExt cx="0" cy="0"/>
        </a:xfrm>
      </p:grpSpPr>
      <p:sp>
        <p:nvSpPr>
          <p:cNvPr id="670" name="Google Shape;670;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1" name="Google Shape;671;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2" name="Google Shape;672;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3" name="Google Shape;673;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4" name="Google Shape;674;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5" name="Shape 675"/>
        <p:cNvGrpSpPr/>
        <p:nvPr/>
      </p:nvGrpSpPr>
      <p:grpSpPr>
        <a:xfrm>
          <a:off x="0" y="0"/>
          <a:ext cx="0" cy="0"/>
          <a:chOff x="0" y="0"/>
          <a:chExt cx="0" cy="0"/>
        </a:xfrm>
      </p:grpSpPr>
      <p:sp>
        <p:nvSpPr>
          <p:cNvPr id="676" name="Google Shape;676;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7" name="Google Shape;677;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8" name="Google Shape;678;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9" name="Google Shape;679;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0" name="Google Shape;680;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1" name="Shape 681"/>
        <p:cNvGrpSpPr/>
        <p:nvPr/>
      </p:nvGrpSpPr>
      <p:grpSpPr>
        <a:xfrm>
          <a:off x="0" y="0"/>
          <a:ext cx="0" cy="0"/>
          <a:chOff x="0" y="0"/>
          <a:chExt cx="0" cy="0"/>
        </a:xfrm>
      </p:grpSpPr>
      <p:sp>
        <p:nvSpPr>
          <p:cNvPr id="682" name="Google Shape;682;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3" name="Google Shape;683;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4" name="Google Shape;684;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5" name="Google Shape;685;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6" name="Google Shape;686;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7" name="Shape 687"/>
        <p:cNvGrpSpPr/>
        <p:nvPr/>
      </p:nvGrpSpPr>
      <p:grpSpPr>
        <a:xfrm>
          <a:off x="0" y="0"/>
          <a:ext cx="0" cy="0"/>
          <a:chOff x="0" y="0"/>
          <a:chExt cx="0" cy="0"/>
        </a:xfrm>
      </p:grpSpPr>
      <p:sp>
        <p:nvSpPr>
          <p:cNvPr id="688" name="Google Shape;688;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9" name="Google Shape;689;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0" name="Google Shape;690;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1" name="Google Shape;691;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2" name="Google Shape;692;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3" name="Shape 693"/>
        <p:cNvGrpSpPr/>
        <p:nvPr/>
      </p:nvGrpSpPr>
      <p:grpSpPr>
        <a:xfrm>
          <a:off x="0" y="0"/>
          <a:ext cx="0" cy="0"/>
          <a:chOff x="0" y="0"/>
          <a:chExt cx="0" cy="0"/>
        </a:xfrm>
      </p:grpSpPr>
      <p:sp>
        <p:nvSpPr>
          <p:cNvPr id="694" name="Google Shape;694;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5" name="Google Shape;695;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6" name="Google Shape;696;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7" name="Google Shape;697;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8" name="Google Shape;698;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9" name="Shape 699"/>
        <p:cNvGrpSpPr/>
        <p:nvPr/>
      </p:nvGrpSpPr>
      <p:grpSpPr>
        <a:xfrm>
          <a:off x="0" y="0"/>
          <a:ext cx="0" cy="0"/>
          <a:chOff x="0" y="0"/>
          <a:chExt cx="0" cy="0"/>
        </a:xfrm>
      </p:grpSpPr>
      <p:sp>
        <p:nvSpPr>
          <p:cNvPr id="700" name="Google Shape;700;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1" name="Google Shape;701;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2" name="Google Shape;702;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3" name="Google Shape;703;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4" name="Google Shape;704;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5" name="Shape 705"/>
        <p:cNvGrpSpPr/>
        <p:nvPr/>
      </p:nvGrpSpPr>
      <p:grpSpPr>
        <a:xfrm>
          <a:off x="0" y="0"/>
          <a:ext cx="0" cy="0"/>
          <a:chOff x="0" y="0"/>
          <a:chExt cx="0" cy="0"/>
        </a:xfrm>
      </p:grpSpPr>
      <p:sp>
        <p:nvSpPr>
          <p:cNvPr id="706" name="Google Shape;706;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7" name="Google Shape;707;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8" name="Google Shape;708;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9" name="Google Shape;709;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0" name="Google Shape;710;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1" name="Shape 711"/>
        <p:cNvGrpSpPr/>
        <p:nvPr/>
      </p:nvGrpSpPr>
      <p:grpSpPr>
        <a:xfrm>
          <a:off x="0" y="0"/>
          <a:ext cx="0" cy="0"/>
          <a:chOff x="0" y="0"/>
          <a:chExt cx="0" cy="0"/>
        </a:xfrm>
      </p:grpSpPr>
      <p:sp>
        <p:nvSpPr>
          <p:cNvPr id="712" name="Google Shape;712;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3" name="Google Shape;713;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4" name="Google Shape;714;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5" name="Google Shape;715;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6" name="Google Shape;716;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7" name="Shape 717"/>
        <p:cNvGrpSpPr/>
        <p:nvPr/>
      </p:nvGrpSpPr>
      <p:grpSpPr>
        <a:xfrm>
          <a:off x="0" y="0"/>
          <a:ext cx="0" cy="0"/>
          <a:chOff x="0" y="0"/>
          <a:chExt cx="0" cy="0"/>
        </a:xfrm>
      </p:grpSpPr>
      <p:sp>
        <p:nvSpPr>
          <p:cNvPr id="718" name="Google Shape;718;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9" name="Google Shape;719;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0" name="Google Shape;720;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1" name="Google Shape;721;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3" name="Shape 723"/>
        <p:cNvGrpSpPr/>
        <p:nvPr/>
      </p:nvGrpSpPr>
      <p:grpSpPr>
        <a:xfrm>
          <a:off x="0" y="0"/>
          <a:ext cx="0" cy="0"/>
          <a:chOff x="0" y="0"/>
          <a:chExt cx="0" cy="0"/>
        </a:xfrm>
      </p:grpSpPr>
      <p:sp>
        <p:nvSpPr>
          <p:cNvPr id="724" name="Google Shape;724;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5" name="Google Shape;725;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6" name="Google Shape;726;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7" name="Google Shape;727;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8" name="Google Shape;728;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9" name="Shape 729"/>
        <p:cNvGrpSpPr/>
        <p:nvPr/>
      </p:nvGrpSpPr>
      <p:grpSpPr>
        <a:xfrm>
          <a:off x="0" y="0"/>
          <a:ext cx="0" cy="0"/>
          <a:chOff x="0" y="0"/>
          <a:chExt cx="0" cy="0"/>
        </a:xfrm>
      </p:grpSpPr>
      <p:sp>
        <p:nvSpPr>
          <p:cNvPr id="730" name="Google Shape;730;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1" name="Google Shape;731;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2" name="Google Shape;732;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3" name="Google Shape;733;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4" name="Google Shape;734;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5" name="Shape 735"/>
        <p:cNvGrpSpPr/>
        <p:nvPr/>
      </p:nvGrpSpPr>
      <p:grpSpPr>
        <a:xfrm>
          <a:off x="0" y="0"/>
          <a:ext cx="0" cy="0"/>
          <a:chOff x="0" y="0"/>
          <a:chExt cx="0" cy="0"/>
        </a:xfrm>
      </p:grpSpPr>
      <p:sp>
        <p:nvSpPr>
          <p:cNvPr id="736" name="Google Shape;736;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7" name="Google Shape;737;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8" name="Google Shape;738;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9" name="Google Shape;739;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0" name="Google Shape;740;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1" name="Shape 741"/>
        <p:cNvGrpSpPr/>
        <p:nvPr/>
      </p:nvGrpSpPr>
      <p:grpSpPr>
        <a:xfrm>
          <a:off x="0" y="0"/>
          <a:ext cx="0" cy="0"/>
          <a:chOff x="0" y="0"/>
          <a:chExt cx="0" cy="0"/>
        </a:xfrm>
      </p:grpSpPr>
      <p:sp>
        <p:nvSpPr>
          <p:cNvPr id="742" name="Google Shape;742;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3" name="Google Shape;743;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4" name="Google Shape;744;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5" name="Google Shape;745;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6" name="Google Shape;746;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7" name="Shape 747"/>
        <p:cNvGrpSpPr/>
        <p:nvPr/>
      </p:nvGrpSpPr>
      <p:grpSpPr>
        <a:xfrm>
          <a:off x="0" y="0"/>
          <a:ext cx="0" cy="0"/>
          <a:chOff x="0" y="0"/>
          <a:chExt cx="0" cy="0"/>
        </a:xfrm>
      </p:grpSpPr>
      <p:sp>
        <p:nvSpPr>
          <p:cNvPr id="748" name="Google Shape;748;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9" name="Google Shape;749;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50" name="Google Shape;750;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1" name="Google Shape;751;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2" name="Google Shape;752;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3" name="Shape 753"/>
        <p:cNvGrpSpPr/>
        <p:nvPr/>
      </p:nvGrpSpPr>
      <p:grpSpPr>
        <a:xfrm>
          <a:off x="0" y="0"/>
          <a:ext cx="0" cy="0"/>
          <a:chOff x="0" y="0"/>
          <a:chExt cx="0" cy="0"/>
        </a:xfrm>
      </p:grpSpPr>
      <p:sp>
        <p:nvSpPr>
          <p:cNvPr id="754" name="Google Shape;754;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8" name="Google Shape;758;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9" name="Google Shape;759;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60" name="Google Shape;760;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3" name="Google Shape;763;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6" name="Google Shape;766;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8" name="Google Shape;768;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9" name="Shape 769"/>
        <p:cNvGrpSpPr/>
        <p:nvPr/>
      </p:nvGrpSpPr>
      <p:grpSpPr>
        <a:xfrm>
          <a:off x="0" y="0"/>
          <a:ext cx="0" cy="0"/>
          <a:chOff x="0" y="0"/>
          <a:chExt cx="0" cy="0"/>
        </a:xfrm>
      </p:grpSpPr>
      <p:sp>
        <p:nvSpPr>
          <p:cNvPr id="770" name="Google Shape;770;p108"/>
          <p:cNvSpPr/>
          <p:nvPr>
            <p:ph idx="2" type="pic"/>
          </p:nvPr>
        </p:nvSpPr>
        <p:spPr>
          <a:xfrm>
            <a:off x="5923375" y="150"/>
            <a:ext cx="3220500" cy="5143500"/>
          </a:xfrm>
          <a:prstGeom prst="rect">
            <a:avLst/>
          </a:prstGeom>
          <a:noFill/>
          <a:ln>
            <a:noFill/>
          </a:ln>
        </p:spPr>
      </p:sp>
      <p:sp>
        <p:nvSpPr>
          <p:cNvPr id="771" name="Google Shape;771;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2" name="Google Shape;772;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3" name="Google Shape;773;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4" name="Shape 774"/>
        <p:cNvGrpSpPr/>
        <p:nvPr/>
      </p:nvGrpSpPr>
      <p:grpSpPr>
        <a:xfrm>
          <a:off x="0" y="0"/>
          <a:ext cx="0" cy="0"/>
          <a:chOff x="0" y="0"/>
          <a:chExt cx="0" cy="0"/>
        </a:xfrm>
      </p:grpSpPr>
      <p:sp>
        <p:nvSpPr>
          <p:cNvPr id="775" name="Google Shape;775;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6" name="Shape 776"/>
        <p:cNvGrpSpPr/>
        <p:nvPr/>
      </p:nvGrpSpPr>
      <p:grpSpPr>
        <a:xfrm>
          <a:off x="0" y="0"/>
          <a:ext cx="0" cy="0"/>
          <a:chOff x="0" y="0"/>
          <a:chExt cx="0" cy="0"/>
        </a:xfrm>
      </p:grpSpPr>
      <p:sp>
        <p:nvSpPr>
          <p:cNvPr id="777" name="Google Shape;777;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8" name="Shape 778"/>
        <p:cNvGrpSpPr/>
        <p:nvPr/>
      </p:nvGrpSpPr>
      <p:grpSpPr>
        <a:xfrm>
          <a:off x="0" y="0"/>
          <a:ext cx="0" cy="0"/>
          <a:chOff x="0" y="0"/>
          <a:chExt cx="0" cy="0"/>
        </a:xfrm>
      </p:grpSpPr>
      <p:sp>
        <p:nvSpPr>
          <p:cNvPr id="779" name="Google Shape;779;p111"/>
          <p:cNvSpPr/>
          <p:nvPr>
            <p:ph idx="2" type="pic"/>
          </p:nvPr>
        </p:nvSpPr>
        <p:spPr>
          <a:xfrm>
            <a:off x="5923375" y="150"/>
            <a:ext cx="3220500" cy="5143500"/>
          </a:xfrm>
          <a:prstGeom prst="rect">
            <a:avLst/>
          </a:prstGeom>
          <a:noFill/>
          <a:ln>
            <a:noFill/>
          </a:ln>
        </p:spPr>
      </p:sp>
      <p:sp>
        <p:nvSpPr>
          <p:cNvPr id="780" name="Google Shape;780;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1" name="Google Shape;781;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2" name="Google Shape;782;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3" name="Shape 783"/>
        <p:cNvGrpSpPr/>
        <p:nvPr/>
      </p:nvGrpSpPr>
      <p:grpSpPr>
        <a:xfrm>
          <a:off x="0" y="0"/>
          <a:ext cx="0" cy="0"/>
          <a:chOff x="0" y="0"/>
          <a:chExt cx="0" cy="0"/>
        </a:xfrm>
      </p:grpSpPr>
      <p:sp>
        <p:nvSpPr>
          <p:cNvPr id="784" name="Google Shape;784;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5" name="Google Shape;785;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6" name="Google Shape;786;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7" name="Google Shape;787;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8" name="Shape 788"/>
        <p:cNvGrpSpPr/>
        <p:nvPr/>
      </p:nvGrpSpPr>
      <p:grpSpPr>
        <a:xfrm>
          <a:off x="0" y="0"/>
          <a:ext cx="0" cy="0"/>
          <a:chOff x="0" y="0"/>
          <a:chExt cx="0" cy="0"/>
        </a:xfrm>
      </p:grpSpPr>
      <p:sp>
        <p:nvSpPr>
          <p:cNvPr id="789" name="Google Shape;789;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1" name="Google Shape;791;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2" name="Google Shape;792;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3" name="Shape 793"/>
        <p:cNvGrpSpPr/>
        <p:nvPr/>
      </p:nvGrpSpPr>
      <p:grpSpPr>
        <a:xfrm>
          <a:off x="0" y="0"/>
          <a:ext cx="0" cy="0"/>
          <a:chOff x="0" y="0"/>
          <a:chExt cx="0" cy="0"/>
        </a:xfrm>
      </p:grpSpPr>
      <p:sp>
        <p:nvSpPr>
          <p:cNvPr id="794" name="Google Shape;794;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6" name="Google Shape;796;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7" name="Shape 797"/>
        <p:cNvGrpSpPr/>
        <p:nvPr/>
      </p:nvGrpSpPr>
      <p:grpSpPr>
        <a:xfrm>
          <a:off x="0" y="0"/>
          <a:ext cx="0" cy="0"/>
          <a:chOff x="0" y="0"/>
          <a:chExt cx="0" cy="0"/>
        </a:xfrm>
      </p:grpSpPr>
      <p:sp>
        <p:nvSpPr>
          <p:cNvPr id="798" name="Google Shape;798;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0" name="Google Shape;800;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1" name="Google Shape;801;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2" name="Google Shape;802;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3" name="Shape 803"/>
        <p:cNvGrpSpPr/>
        <p:nvPr/>
      </p:nvGrpSpPr>
      <p:grpSpPr>
        <a:xfrm>
          <a:off x="0" y="0"/>
          <a:ext cx="0" cy="0"/>
          <a:chOff x="0" y="0"/>
          <a:chExt cx="0" cy="0"/>
        </a:xfrm>
      </p:grpSpPr>
      <p:cxnSp>
        <p:nvCxnSpPr>
          <p:cNvPr id="804" name="Google Shape;804;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5" name="Google Shape;805;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6" name="Google Shape;806;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7" name="Google Shape;807;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8" name="Shape 808"/>
        <p:cNvGrpSpPr/>
        <p:nvPr/>
      </p:nvGrpSpPr>
      <p:grpSpPr>
        <a:xfrm>
          <a:off x="0" y="0"/>
          <a:ext cx="0" cy="0"/>
          <a:chOff x="0" y="0"/>
          <a:chExt cx="0" cy="0"/>
        </a:xfrm>
      </p:grpSpPr>
      <p:cxnSp>
        <p:nvCxnSpPr>
          <p:cNvPr id="809" name="Google Shape;809;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0" name="Google Shape;810;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1" name="Google Shape;811;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2" name="Google Shape;812;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3" name="Shape 813"/>
        <p:cNvGrpSpPr/>
        <p:nvPr/>
      </p:nvGrpSpPr>
      <p:grpSpPr>
        <a:xfrm>
          <a:off x="0" y="0"/>
          <a:ext cx="0" cy="0"/>
          <a:chOff x="0" y="0"/>
          <a:chExt cx="0" cy="0"/>
        </a:xfrm>
      </p:grpSpPr>
      <p:cxnSp>
        <p:nvCxnSpPr>
          <p:cNvPr id="814" name="Google Shape;814;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5" name="Google Shape;815;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6" name="Google Shape;816;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7" name="Google Shape;817;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8" name="Shape 818"/>
        <p:cNvGrpSpPr/>
        <p:nvPr/>
      </p:nvGrpSpPr>
      <p:grpSpPr>
        <a:xfrm>
          <a:off x="0" y="0"/>
          <a:ext cx="0" cy="0"/>
          <a:chOff x="0" y="0"/>
          <a:chExt cx="0" cy="0"/>
        </a:xfrm>
      </p:grpSpPr>
      <p:sp>
        <p:nvSpPr>
          <p:cNvPr id="819" name="Google Shape;819;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1" name="Google Shape;821;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2" name="Google Shape;822;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3" name="Google Shape;823;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4" name="Shape 824"/>
        <p:cNvGrpSpPr/>
        <p:nvPr/>
      </p:nvGrpSpPr>
      <p:grpSpPr>
        <a:xfrm>
          <a:off x="0" y="0"/>
          <a:ext cx="0" cy="0"/>
          <a:chOff x="0" y="0"/>
          <a:chExt cx="0" cy="0"/>
        </a:xfrm>
      </p:grpSpPr>
      <p:sp>
        <p:nvSpPr>
          <p:cNvPr id="825" name="Google Shape;825;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6" name="Google Shape;826;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7" name="Google Shape;827;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8" name="Google Shape;828;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9" name="Shape 829"/>
        <p:cNvGrpSpPr/>
        <p:nvPr/>
      </p:nvGrpSpPr>
      <p:grpSpPr>
        <a:xfrm>
          <a:off x="0" y="0"/>
          <a:ext cx="0" cy="0"/>
          <a:chOff x="0" y="0"/>
          <a:chExt cx="0" cy="0"/>
        </a:xfrm>
      </p:grpSpPr>
      <p:sp>
        <p:nvSpPr>
          <p:cNvPr id="830" name="Google Shape;830;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1" name="Google Shape;831;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2" name="Google Shape;832;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3" name="Google Shape;833;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4" name="Shape 834"/>
        <p:cNvGrpSpPr/>
        <p:nvPr/>
      </p:nvGrpSpPr>
      <p:grpSpPr>
        <a:xfrm>
          <a:off x="0" y="0"/>
          <a:ext cx="0" cy="0"/>
          <a:chOff x="0" y="0"/>
          <a:chExt cx="0" cy="0"/>
        </a:xfrm>
      </p:grpSpPr>
      <p:sp>
        <p:nvSpPr>
          <p:cNvPr id="835" name="Google Shape;835;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6" name="Google Shape;836;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7" name="Google Shape;837;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8" name="Google Shape;838;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9" name="Shape 839"/>
        <p:cNvGrpSpPr/>
        <p:nvPr/>
      </p:nvGrpSpPr>
      <p:grpSpPr>
        <a:xfrm>
          <a:off x="0" y="0"/>
          <a:ext cx="0" cy="0"/>
          <a:chOff x="0" y="0"/>
          <a:chExt cx="0" cy="0"/>
        </a:xfrm>
      </p:grpSpPr>
      <p:sp>
        <p:nvSpPr>
          <p:cNvPr id="840" name="Google Shape;840;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1" name="Google Shape;841;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2" name="Google Shape;842;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3" name="Google Shape;843;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4" name="Shape 844"/>
        <p:cNvGrpSpPr/>
        <p:nvPr/>
      </p:nvGrpSpPr>
      <p:grpSpPr>
        <a:xfrm>
          <a:off x="0" y="0"/>
          <a:ext cx="0" cy="0"/>
          <a:chOff x="0" y="0"/>
          <a:chExt cx="0" cy="0"/>
        </a:xfrm>
      </p:grpSpPr>
      <p:sp>
        <p:nvSpPr>
          <p:cNvPr id="845" name="Google Shape;845;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6" name="Google Shape;846;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7" name="Google Shape;847;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8" name="Google Shape;848;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9" name="Shape 849"/>
        <p:cNvGrpSpPr/>
        <p:nvPr/>
      </p:nvGrpSpPr>
      <p:grpSpPr>
        <a:xfrm>
          <a:off x="0" y="0"/>
          <a:ext cx="0" cy="0"/>
          <a:chOff x="0" y="0"/>
          <a:chExt cx="0" cy="0"/>
        </a:xfrm>
      </p:grpSpPr>
      <p:grpSp>
        <p:nvGrpSpPr>
          <p:cNvPr id="850" name="Google Shape;850;p125"/>
          <p:cNvGrpSpPr/>
          <p:nvPr/>
        </p:nvGrpSpPr>
        <p:grpSpPr>
          <a:xfrm>
            <a:off x="440125" y="1136875"/>
            <a:ext cx="776900" cy="486300"/>
            <a:chOff x="457200" y="1466425"/>
            <a:chExt cx="776900" cy="486300"/>
          </a:xfrm>
        </p:grpSpPr>
        <p:sp>
          <p:nvSpPr>
            <p:cNvPr id="851" name="Google Shape;851;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2" name="Google Shape;852;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3" name="Google Shape;853;p125"/>
          <p:cNvGrpSpPr/>
          <p:nvPr/>
        </p:nvGrpSpPr>
        <p:grpSpPr>
          <a:xfrm>
            <a:off x="440125" y="1791730"/>
            <a:ext cx="776900" cy="486300"/>
            <a:chOff x="457200" y="1466425"/>
            <a:chExt cx="776900" cy="486300"/>
          </a:xfrm>
        </p:grpSpPr>
        <p:sp>
          <p:nvSpPr>
            <p:cNvPr id="854" name="Google Shape;854;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5" name="Google Shape;855;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6" name="Google Shape;856;p125"/>
          <p:cNvGrpSpPr/>
          <p:nvPr/>
        </p:nvGrpSpPr>
        <p:grpSpPr>
          <a:xfrm>
            <a:off x="440125" y="2446585"/>
            <a:ext cx="776900" cy="486300"/>
            <a:chOff x="457200" y="1466425"/>
            <a:chExt cx="776900" cy="486300"/>
          </a:xfrm>
        </p:grpSpPr>
        <p:sp>
          <p:nvSpPr>
            <p:cNvPr id="857" name="Google Shape;857;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8" name="Google Shape;858;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9" name="Google Shape;859;p125"/>
          <p:cNvGrpSpPr/>
          <p:nvPr/>
        </p:nvGrpSpPr>
        <p:grpSpPr>
          <a:xfrm>
            <a:off x="440125" y="3101440"/>
            <a:ext cx="776900" cy="486300"/>
            <a:chOff x="457200" y="1466425"/>
            <a:chExt cx="776900" cy="486300"/>
          </a:xfrm>
        </p:grpSpPr>
        <p:sp>
          <p:nvSpPr>
            <p:cNvPr id="860" name="Google Shape;860;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1" name="Google Shape;861;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2" name="Google Shape;862;p125"/>
          <p:cNvGrpSpPr/>
          <p:nvPr/>
        </p:nvGrpSpPr>
        <p:grpSpPr>
          <a:xfrm>
            <a:off x="440125" y="3756295"/>
            <a:ext cx="776900" cy="486300"/>
            <a:chOff x="457200" y="1466425"/>
            <a:chExt cx="776900" cy="486300"/>
          </a:xfrm>
        </p:grpSpPr>
        <p:sp>
          <p:nvSpPr>
            <p:cNvPr id="863" name="Google Shape;863;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4" name="Google Shape;864;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5" name="Google Shape;865;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6" name="Google Shape;866;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70" name="Google Shape;870;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2" name="Google Shape;872;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6" name="Google Shape;876;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7" name="Google Shape;877;p125"/>
          <p:cNvGrpSpPr/>
          <p:nvPr/>
        </p:nvGrpSpPr>
        <p:grpSpPr>
          <a:xfrm>
            <a:off x="440125" y="4413095"/>
            <a:ext cx="776900" cy="486300"/>
            <a:chOff x="457200" y="1466425"/>
            <a:chExt cx="776900" cy="486300"/>
          </a:xfrm>
        </p:grpSpPr>
        <p:sp>
          <p:nvSpPr>
            <p:cNvPr id="878" name="Google Shape;878;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9" name="Google Shape;879;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80" name="Google Shape;880;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1" name="Google Shape;881;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2" name="Shape 882"/>
        <p:cNvGrpSpPr/>
        <p:nvPr/>
      </p:nvGrpSpPr>
      <p:grpSpPr>
        <a:xfrm>
          <a:off x="0" y="0"/>
          <a:ext cx="0" cy="0"/>
          <a:chOff x="0" y="0"/>
          <a:chExt cx="0" cy="0"/>
        </a:xfrm>
      </p:grpSpPr>
      <p:sp>
        <p:nvSpPr>
          <p:cNvPr id="883" name="Google Shape;883;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4" name="Google Shape;884;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5" name="Google Shape;885;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6" name="Google Shape;886;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7" name="Shape 887"/>
        <p:cNvGrpSpPr/>
        <p:nvPr/>
      </p:nvGrpSpPr>
      <p:grpSpPr>
        <a:xfrm>
          <a:off x="0" y="0"/>
          <a:ext cx="0" cy="0"/>
          <a:chOff x="0" y="0"/>
          <a:chExt cx="0" cy="0"/>
        </a:xfrm>
      </p:grpSpPr>
      <p:sp>
        <p:nvSpPr>
          <p:cNvPr id="888" name="Google Shape;888;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9" name="Google Shape;889;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0" name="Google Shape;890;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1" name="Google Shape;891;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2" name="Shape 892"/>
        <p:cNvGrpSpPr/>
        <p:nvPr/>
      </p:nvGrpSpPr>
      <p:grpSpPr>
        <a:xfrm>
          <a:off x="0" y="0"/>
          <a:ext cx="0" cy="0"/>
          <a:chOff x="0" y="0"/>
          <a:chExt cx="0" cy="0"/>
        </a:xfrm>
      </p:grpSpPr>
      <p:sp>
        <p:nvSpPr>
          <p:cNvPr id="893" name="Google Shape;893;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4" name="Google Shape;894;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5" name="Google Shape;895;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6" name="Google Shape;896;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7" name="Shape 897"/>
        <p:cNvGrpSpPr/>
        <p:nvPr/>
      </p:nvGrpSpPr>
      <p:grpSpPr>
        <a:xfrm>
          <a:off x="0" y="0"/>
          <a:ext cx="0" cy="0"/>
          <a:chOff x="0" y="0"/>
          <a:chExt cx="0" cy="0"/>
        </a:xfrm>
      </p:grpSpPr>
      <p:sp>
        <p:nvSpPr>
          <p:cNvPr id="898" name="Google Shape;898;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9" name="Google Shape;899;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0" name="Google Shape;900;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1" name="Google Shape;901;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2" name="Shape 902"/>
        <p:cNvGrpSpPr/>
        <p:nvPr/>
      </p:nvGrpSpPr>
      <p:grpSpPr>
        <a:xfrm>
          <a:off x="0" y="0"/>
          <a:ext cx="0" cy="0"/>
          <a:chOff x="0" y="0"/>
          <a:chExt cx="0" cy="0"/>
        </a:xfrm>
      </p:grpSpPr>
      <p:sp>
        <p:nvSpPr>
          <p:cNvPr id="903" name="Google Shape;903;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4" name="Google Shape;904;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5" name="Google Shape;905;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6" name="Google Shape;906;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7" name="Shape 907"/>
        <p:cNvGrpSpPr/>
        <p:nvPr/>
      </p:nvGrpSpPr>
      <p:grpSpPr>
        <a:xfrm>
          <a:off x="0" y="0"/>
          <a:ext cx="0" cy="0"/>
          <a:chOff x="0" y="0"/>
          <a:chExt cx="0" cy="0"/>
        </a:xfrm>
      </p:grpSpPr>
      <p:sp>
        <p:nvSpPr>
          <p:cNvPr id="908" name="Google Shape;908;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9" name="Google Shape;909;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0" name="Google Shape;910;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1" name="Google Shape;911;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2" name="Shape 912"/>
        <p:cNvGrpSpPr/>
        <p:nvPr/>
      </p:nvGrpSpPr>
      <p:grpSpPr>
        <a:xfrm>
          <a:off x="0" y="0"/>
          <a:ext cx="0" cy="0"/>
          <a:chOff x="0" y="0"/>
          <a:chExt cx="0" cy="0"/>
        </a:xfrm>
      </p:grpSpPr>
      <p:sp>
        <p:nvSpPr>
          <p:cNvPr id="913" name="Google Shape;913;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4" name="Google Shape;914;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5" name="Google Shape;915;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6" name="Google Shape;916;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7" name="Shape 917"/>
        <p:cNvGrpSpPr/>
        <p:nvPr/>
      </p:nvGrpSpPr>
      <p:grpSpPr>
        <a:xfrm>
          <a:off x="0" y="0"/>
          <a:ext cx="0" cy="0"/>
          <a:chOff x="0" y="0"/>
          <a:chExt cx="0" cy="0"/>
        </a:xfrm>
      </p:grpSpPr>
      <p:sp>
        <p:nvSpPr>
          <p:cNvPr id="918" name="Google Shape;918;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9" name="Google Shape;919;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0" name="Google Shape;920;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1" name="Google Shape;921;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2" name="Shape 922"/>
        <p:cNvGrpSpPr/>
        <p:nvPr/>
      </p:nvGrpSpPr>
      <p:grpSpPr>
        <a:xfrm>
          <a:off x="0" y="0"/>
          <a:ext cx="0" cy="0"/>
          <a:chOff x="0" y="0"/>
          <a:chExt cx="0" cy="0"/>
        </a:xfrm>
      </p:grpSpPr>
      <p:sp>
        <p:nvSpPr>
          <p:cNvPr id="923" name="Google Shape;923;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5" name="Google Shape;925;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6" name="Google Shape;926;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7" name="Google Shape;927;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8" name="Shape 928"/>
        <p:cNvGrpSpPr/>
        <p:nvPr/>
      </p:nvGrpSpPr>
      <p:grpSpPr>
        <a:xfrm>
          <a:off x="0" y="0"/>
          <a:ext cx="0" cy="0"/>
          <a:chOff x="0" y="0"/>
          <a:chExt cx="0" cy="0"/>
        </a:xfrm>
      </p:grpSpPr>
      <p:sp>
        <p:nvSpPr>
          <p:cNvPr id="929" name="Google Shape;929;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1" name="Google Shape;931;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2" name="Google Shape;932;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3" name="Google Shape;933;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4" name="Shape 934"/>
        <p:cNvGrpSpPr/>
        <p:nvPr/>
      </p:nvGrpSpPr>
      <p:grpSpPr>
        <a:xfrm>
          <a:off x="0" y="0"/>
          <a:ext cx="0" cy="0"/>
          <a:chOff x="0" y="0"/>
          <a:chExt cx="0" cy="0"/>
        </a:xfrm>
      </p:grpSpPr>
      <p:sp>
        <p:nvSpPr>
          <p:cNvPr id="935" name="Google Shape;935;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7" name="Google Shape;937;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8" name="Google Shape;938;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9" name="Google Shape;939;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40" name="Shape 940"/>
        <p:cNvGrpSpPr/>
        <p:nvPr/>
      </p:nvGrpSpPr>
      <p:grpSpPr>
        <a:xfrm>
          <a:off x="0" y="0"/>
          <a:ext cx="0" cy="0"/>
          <a:chOff x="0" y="0"/>
          <a:chExt cx="0" cy="0"/>
        </a:xfrm>
      </p:grpSpPr>
      <p:cxnSp>
        <p:nvCxnSpPr>
          <p:cNvPr id="941" name="Google Shape;941;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2" name="Google Shape;942;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6" name="Google Shape;946;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7" name="Google Shape;947;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8" name="Google Shape;948;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1" name="Google Shape;951;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3" name="Google Shape;953;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4" name="Google Shape;954;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5" name="Shape 955"/>
        <p:cNvGrpSpPr/>
        <p:nvPr/>
      </p:nvGrpSpPr>
      <p:grpSpPr>
        <a:xfrm>
          <a:off x="0" y="0"/>
          <a:ext cx="0" cy="0"/>
          <a:chOff x="0" y="0"/>
          <a:chExt cx="0" cy="0"/>
        </a:xfrm>
      </p:grpSpPr>
      <p:sp>
        <p:nvSpPr>
          <p:cNvPr id="956" name="Google Shape;956;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7" name="Google Shape;957;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8" name="Google Shape;958;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60" name="Google Shape;960;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1" name="Google Shape;961;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2" name="Google Shape;962;p138"/>
          <p:cNvGrpSpPr/>
          <p:nvPr/>
        </p:nvGrpSpPr>
        <p:grpSpPr>
          <a:xfrm>
            <a:off x="457147" y="1190428"/>
            <a:ext cx="533372" cy="533480"/>
            <a:chOff x="457200" y="1378813"/>
            <a:chExt cx="695400" cy="695450"/>
          </a:xfrm>
        </p:grpSpPr>
        <p:sp>
          <p:nvSpPr>
            <p:cNvPr id="963" name="Google Shape;963;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4" name="Google Shape;964;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5" name="Google Shape;965;p138"/>
          <p:cNvGrpSpPr/>
          <p:nvPr/>
        </p:nvGrpSpPr>
        <p:grpSpPr>
          <a:xfrm>
            <a:off x="4876797" y="1190428"/>
            <a:ext cx="533372" cy="533480"/>
            <a:chOff x="2605668" y="1378813"/>
            <a:chExt cx="695400" cy="695450"/>
          </a:xfrm>
        </p:grpSpPr>
        <p:sp>
          <p:nvSpPr>
            <p:cNvPr id="966" name="Google Shape;966;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7" name="Google Shape;967;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8" name="Google Shape;968;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9" name="Google Shape;969;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70" name="Google Shape;970;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1" name="Shape 971"/>
        <p:cNvGrpSpPr/>
        <p:nvPr/>
      </p:nvGrpSpPr>
      <p:grpSpPr>
        <a:xfrm>
          <a:off x="0" y="0"/>
          <a:ext cx="0" cy="0"/>
          <a:chOff x="0" y="0"/>
          <a:chExt cx="0" cy="0"/>
        </a:xfrm>
      </p:grpSpPr>
      <p:sp>
        <p:nvSpPr>
          <p:cNvPr id="972" name="Google Shape;972;p139"/>
          <p:cNvSpPr/>
          <p:nvPr>
            <p:ph idx="2" type="pic"/>
          </p:nvPr>
        </p:nvSpPr>
        <p:spPr>
          <a:xfrm>
            <a:off x="5923375" y="150"/>
            <a:ext cx="3220500" cy="5143500"/>
          </a:xfrm>
          <a:prstGeom prst="rect">
            <a:avLst/>
          </a:prstGeom>
          <a:noFill/>
          <a:ln>
            <a:noFill/>
          </a:ln>
        </p:spPr>
      </p:sp>
      <p:sp>
        <p:nvSpPr>
          <p:cNvPr id="973" name="Google Shape;973;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4" name="Google Shape;974;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5" name="Google Shape;975;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6" name="Shape 976"/>
        <p:cNvGrpSpPr/>
        <p:nvPr/>
      </p:nvGrpSpPr>
      <p:grpSpPr>
        <a:xfrm>
          <a:off x="0" y="0"/>
          <a:ext cx="0" cy="0"/>
          <a:chOff x="0" y="0"/>
          <a:chExt cx="0" cy="0"/>
        </a:xfrm>
      </p:grpSpPr>
      <p:sp>
        <p:nvSpPr>
          <p:cNvPr id="977" name="Google Shape;977;p140"/>
          <p:cNvSpPr/>
          <p:nvPr>
            <p:ph idx="2" type="pic"/>
          </p:nvPr>
        </p:nvSpPr>
        <p:spPr>
          <a:xfrm>
            <a:off x="5923375" y="150"/>
            <a:ext cx="3220500" cy="5143500"/>
          </a:xfrm>
          <a:prstGeom prst="rect">
            <a:avLst/>
          </a:prstGeom>
          <a:noFill/>
          <a:ln>
            <a:noFill/>
          </a:ln>
        </p:spPr>
      </p:sp>
      <p:sp>
        <p:nvSpPr>
          <p:cNvPr id="978" name="Google Shape;978;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9" name="Google Shape;979;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0" name="Google Shape;980;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1" name="Shape 981"/>
        <p:cNvGrpSpPr/>
        <p:nvPr/>
      </p:nvGrpSpPr>
      <p:grpSpPr>
        <a:xfrm>
          <a:off x="0" y="0"/>
          <a:ext cx="0" cy="0"/>
          <a:chOff x="0" y="0"/>
          <a:chExt cx="0" cy="0"/>
        </a:xfrm>
      </p:grpSpPr>
      <p:sp>
        <p:nvSpPr>
          <p:cNvPr id="982" name="Google Shape;982;p141"/>
          <p:cNvSpPr/>
          <p:nvPr>
            <p:ph idx="2" type="pic"/>
          </p:nvPr>
        </p:nvSpPr>
        <p:spPr>
          <a:xfrm>
            <a:off x="5923375" y="150"/>
            <a:ext cx="3220500" cy="5143500"/>
          </a:xfrm>
          <a:prstGeom prst="rect">
            <a:avLst/>
          </a:prstGeom>
          <a:noFill/>
          <a:ln>
            <a:noFill/>
          </a:ln>
        </p:spPr>
      </p:sp>
      <p:sp>
        <p:nvSpPr>
          <p:cNvPr id="983" name="Google Shape;983;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4" name="Google Shape;984;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5" name="Google Shape;985;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6" name="Shape 986"/>
        <p:cNvGrpSpPr/>
        <p:nvPr/>
      </p:nvGrpSpPr>
      <p:grpSpPr>
        <a:xfrm>
          <a:off x="0" y="0"/>
          <a:ext cx="0" cy="0"/>
          <a:chOff x="0" y="0"/>
          <a:chExt cx="0" cy="0"/>
        </a:xfrm>
      </p:grpSpPr>
      <p:sp>
        <p:nvSpPr>
          <p:cNvPr id="987" name="Google Shape;987;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8" name="Google Shape;988;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9" name="Google Shape;989;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90" name="Google Shape;990;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3" name="Google Shape;993;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4" name="Google Shape;994;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5" name="Google Shape;995;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6" name="Google Shape;996;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7" name="Google Shape;997;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8" name="Google Shape;998;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9" name="Google Shape;999;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1000" name="Shape 1000"/>
        <p:cNvGrpSpPr/>
        <p:nvPr/>
      </p:nvGrpSpPr>
      <p:grpSpPr>
        <a:xfrm>
          <a:off x="0" y="0"/>
          <a:ext cx="0" cy="0"/>
          <a:chOff x="0" y="0"/>
          <a:chExt cx="0" cy="0"/>
        </a:xfrm>
      </p:grpSpPr>
      <p:sp>
        <p:nvSpPr>
          <p:cNvPr id="1001" name="Google Shape;1001;p143"/>
          <p:cNvSpPr/>
          <p:nvPr>
            <p:ph idx="2" type="pic"/>
          </p:nvPr>
        </p:nvSpPr>
        <p:spPr>
          <a:xfrm>
            <a:off x="5923375" y="150"/>
            <a:ext cx="3220500" cy="5143500"/>
          </a:xfrm>
          <a:prstGeom prst="rect">
            <a:avLst/>
          </a:prstGeom>
          <a:noFill/>
          <a:ln>
            <a:noFill/>
          </a:ln>
        </p:spPr>
      </p:sp>
      <p:sp>
        <p:nvSpPr>
          <p:cNvPr id="1002" name="Google Shape;1002;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3" name="Google Shape;1003;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4" name="Google Shape;1004;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5" name="Shape 1005"/>
        <p:cNvGrpSpPr/>
        <p:nvPr/>
      </p:nvGrpSpPr>
      <p:grpSpPr>
        <a:xfrm>
          <a:off x="0" y="0"/>
          <a:ext cx="0" cy="0"/>
          <a:chOff x="0" y="0"/>
          <a:chExt cx="0" cy="0"/>
        </a:xfrm>
      </p:grpSpPr>
      <p:sp>
        <p:nvSpPr>
          <p:cNvPr id="1006" name="Google Shape;1006;p144"/>
          <p:cNvSpPr/>
          <p:nvPr>
            <p:ph idx="2" type="pic"/>
          </p:nvPr>
        </p:nvSpPr>
        <p:spPr>
          <a:xfrm>
            <a:off x="5923375" y="150"/>
            <a:ext cx="3220500" cy="5143500"/>
          </a:xfrm>
          <a:prstGeom prst="rect">
            <a:avLst/>
          </a:prstGeom>
          <a:noFill/>
          <a:ln>
            <a:noFill/>
          </a:ln>
        </p:spPr>
      </p:sp>
      <p:sp>
        <p:nvSpPr>
          <p:cNvPr id="1007" name="Google Shape;1007;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8" name="Google Shape;1008;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9" name="Google Shape;1009;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10" name="Shape 1010"/>
        <p:cNvGrpSpPr/>
        <p:nvPr/>
      </p:nvGrpSpPr>
      <p:grpSpPr>
        <a:xfrm>
          <a:off x="0" y="0"/>
          <a:ext cx="0" cy="0"/>
          <a:chOff x="0" y="0"/>
          <a:chExt cx="0" cy="0"/>
        </a:xfrm>
      </p:grpSpPr>
      <p:sp>
        <p:nvSpPr>
          <p:cNvPr id="1011" name="Google Shape;1011;p145"/>
          <p:cNvSpPr/>
          <p:nvPr>
            <p:ph idx="2" type="pic"/>
          </p:nvPr>
        </p:nvSpPr>
        <p:spPr>
          <a:xfrm>
            <a:off x="5923375" y="150"/>
            <a:ext cx="3220500" cy="5143500"/>
          </a:xfrm>
          <a:prstGeom prst="rect">
            <a:avLst/>
          </a:prstGeom>
          <a:noFill/>
          <a:ln>
            <a:noFill/>
          </a:ln>
        </p:spPr>
      </p:sp>
      <p:sp>
        <p:nvSpPr>
          <p:cNvPr id="1012" name="Google Shape;1012;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3" name="Google Shape;1013;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4" name="Google Shape;1014;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5" name="Shape 1015"/>
        <p:cNvGrpSpPr/>
        <p:nvPr/>
      </p:nvGrpSpPr>
      <p:grpSpPr>
        <a:xfrm>
          <a:off x="0" y="0"/>
          <a:ext cx="0" cy="0"/>
          <a:chOff x="0" y="0"/>
          <a:chExt cx="0" cy="0"/>
        </a:xfrm>
      </p:grpSpPr>
      <p:sp>
        <p:nvSpPr>
          <p:cNvPr id="1016" name="Google Shape;1016;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7" name="Google Shape;1017;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8" name="Google Shape;1018;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9" name="Google Shape;1019;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20" name="Shape 1020"/>
        <p:cNvGrpSpPr/>
        <p:nvPr/>
      </p:nvGrpSpPr>
      <p:grpSpPr>
        <a:xfrm>
          <a:off x="0" y="0"/>
          <a:ext cx="0" cy="0"/>
          <a:chOff x="0" y="0"/>
          <a:chExt cx="0" cy="0"/>
        </a:xfrm>
      </p:grpSpPr>
      <p:sp>
        <p:nvSpPr>
          <p:cNvPr id="1021" name="Google Shape;1021;p147"/>
          <p:cNvSpPr/>
          <p:nvPr>
            <p:ph idx="2" type="pic"/>
          </p:nvPr>
        </p:nvSpPr>
        <p:spPr>
          <a:xfrm>
            <a:off x="5923375" y="150"/>
            <a:ext cx="3220500" cy="5143500"/>
          </a:xfrm>
          <a:prstGeom prst="rect">
            <a:avLst/>
          </a:prstGeom>
          <a:noFill/>
          <a:ln>
            <a:noFill/>
          </a:ln>
        </p:spPr>
      </p:sp>
      <p:sp>
        <p:nvSpPr>
          <p:cNvPr id="1022" name="Google Shape;1022;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3" name="Google Shape;1023;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4" name="Google Shape;1024;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5" name="Shape 1025"/>
        <p:cNvGrpSpPr/>
        <p:nvPr/>
      </p:nvGrpSpPr>
      <p:grpSpPr>
        <a:xfrm>
          <a:off x="0" y="0"/>
          <a:ext cx="0" cy="0"/>
          <a:chOff x="0" y="0"/>
          <a:chExt cx="0" cy="0"/>
        </a:xfrm>
      </p:grpSpPr>
      <p:sp>
        <p:nvSpPr>
          <p:cNvPr id="1026" name="Google Shape;1026;p148"/>
          <p:cNvSpPr/>
          <p:nvPr>
            <p:ph idx="2" type="pic"/>
          </p:nvPr>
        </p:nvSpPr>
        <p:spPr>
          <a:xfrm>
            <a:off x="5923375" y="150"/>
            <a:ext cx="3220500" cy="5143500"/>
          </a:xfrm>
          <a:prstGeom prst="rect">
            <a:avLst/>
          </a:prstGeom>
          <a:noFill/>
          <a:ln>
            <a:noFill/>
          </a:ln>
        </p:spPr>
      </p:sp>
      <p:sp>
        <p:nvSpPr>
          <p:cNvPr id="1027" name="Google Shape;1027;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8" name="Google Shape;1028;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9" name="Google Shape;1029;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30" name="Shape 1030"/>
        <p:cNvGrpSpPr/>
        <p:nvPr/>
      </p:nvGrpSpPr>
      <p:grpSpPr>
        <a:xfrm>
          <a:off x="0" y="0"/>
          <a:ext cx="0" cy="0"/>
          <a:chOff x="0" y="0"/>
          <a:chExt cx="0" cy="0"/>
        </a:xfrm>
      </p:grpSpPr>
      <p:grpSp>
        <p:nvGrpSpPr>
          <p:cNvPr id="1031" name="Google Shape;1031;p149"/>
          <p:cNvGrpSpPr/>
          <p:nvPr/>
        </p:nvGrpSpPr>
        <p:grpSpPr>
          <a:xfrm>
            <a:off x="440125" y="1136875"/>
            <a:ext cx="776900" cy="486300"/>
            <a:chOff x="457200" y="1466425"/>
            <a:chExt cx="776900" cy="486300"/>
          </a:xfrm>
        </p:grpSpPr>
        <p:sp>
          <p:nvSpPr>
            <p:cNvPr id="1032" name="Google Shape;1032;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3" name="Google Shape;1033;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4" name="Google Shape;1034;p149"/>
          <p:cNvGrpSpPr/>
          <p:nvPr/>
        </p:nvGrpSpPr>
        <p:grpSpPr>
          <a:xfrm>
            <a:off x="440125" y="1791730"/>
            <a:ext cx="776900" cy="486300"/>
            <a:chOff x="457200" y="1466425"/>
            <a:chExt cx="776900" cy="486300"/>
          </a:xfrm>
        </p:grpSpPr>
        <p:sp>
          <p:nvSpPr>
            <p:cNvPr id="1035" name="Google Shape;1035;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6" name="Google Shape;1036;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7" name="Google Shape;1037;p149"/>
          <p:cNvGrpSpPr/>
          <p:nvPr/>
        </p:nvGrpSpPr>
        <p:grpSpPr>
          <a:xfrm>
            <a:off x="440125" y="2446585"/>
            <a:ext cx="776900" cy="486300"/>
            <a:chOff x="457200" y="1466425"/>
            <a:chExt cx="776900" cy="486300"/>
          </a:xfrm>
        </p:grpSpPr>
        <p:sp>
          <p:nvSpPr>
            <p:cNvPr id="1038" name="Google Shape;1038;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9" name="Google Shape;1039;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0" name="Google Shape;1040;p149"/>
          <p:cNvGrpSpPr/>
          <p:nvPr/>
        </p:nvGrpSpPr>
        <p:grpSpPr>
          <a:xfrm>
            <a:off x="440125" y="3101440"/>
            <a:ext cx="776900" cy="486300"/>
            <a:chOff x="457200" y="1466425"/>
            <a:chExt cx="776900" cy="486300"/>
          </a:xfrm>
        </p:grpSpPr>
        <p:sp>
          <p:nvSpPr>
            <p:cNvPr id="1041" name="Google Shape;1041;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2" name="Google Shape;1042;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3" name="Google Shape;1043;p149"/>
          <p:cNvGrpSpPr/>
          <p:nvPr/>
        </p:nvGrpSpPr>
        <p:grpSpPr>
          <a:xfrm>
            <a:off x="440125" y="3756295"/>
            <a:ext cx="776900" cy="486300"/>
            <a:chOff x="457200" y="1466425"/>
            <a:chExt cx="776900" cy="486300"/>
          </a:xfrm>
        </p:grpSpPr>
        <p:sp>
          <p:nvSpPr>
            <p:cNvPr id="1044" name="Google Shape;1044;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5" name="Google Shape;1045;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6" name="Google Shape;1046;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7" name="Google Shape;1047;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1" name="Google Shape;1051;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2" name="Google Shape;1052;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7" name="Google Shape;1057;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8" name="Shape 1058"/>
        <p:cNvGrpSpPr/>
        <p:nvPr/>
      </p:nvGrpSpPr>
      <p:grpSpPr>
        <a:xfrm>
          <a:off x="0" y="0"/>
          <a:ext cx="0" cy="0"/>
          <a:chOff x="0" y="0"/>
          <a:chExt cx="0" cy="0"/>
        </a:xfrm>
      </p:grpSpPr>
      <p:sp>
        <p:nvSpPr>
          <p:cNvPr id="1059" name="Google Shape;1059;p150"/>
          <p:cNvSpPr/>
          <p:nvPr>
            <p:ph idx="2" type="pic"/>
          </p:nvPr>
        </p:nvSpPr>
        <p:spPr>
          <a:xfrm>
            <a:off x="5923375" y="150"/>
            <a:ext cx="3220500" cy="5143500"/>
          </a:xfrm>
          <a:prstGeom prst="rect">
            <a:avLst/>
          </a:prstGeom>
          <a:noFill/>
          <a:ln>
            <a:noFill/>
          </a:ln>
        </p:spPr>
      </p:sp>
      <p:sp>
        <p:nvSpPr>
          <p:cNvPr id="1060" name="Google Shape;1060;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1" name="Google Shape;1061;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2" name="Google Shape;1062;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3" name="Shape 1063"/>
        <p:cNvGrpSpPr/>
        <p:nvPr/>
      </p:nvGrpSpPr>
      <p:grpSpPr>
        <a:xfrm>
          <a:off x="0" y="0"/>
          <a:ext cx="0" cy="0"/>
          <a:chOff x="0" y="0"/>
          <a:chExt cx="0" cy="0"/>
        </a:xfrm>
      </p:grpSpPr>
      <p:sp>
        <p:nvSpPr>
          <p:cNvPr id="1064" name="Google Shape;1064;p151"/>
          <p:cNvSpPr/>
          <p:nvPr>
            <p:ph idx="2" type="pic"/>
          </p:nvPr>
        </p:nvSpPr>
        <p:spPr>
          <a:xfrm>
            <a:off x="5923375" y="150"/>
            <a:ext cx="3220500" cy="5143500"/>
          </a:xfrm>
          <a:prstGeom prst="rect">
            <a:avLst/>
          </a:prstGeom>
          <a:noFill/>
          <a:ln>
            <a:noFill/>
          </a:ln>
        </p:spPr>
      </p:sp>
      <p:sp>
        <p:nvSpPr>
          <p:cNvPr id="1065" name="Google Shape;1065;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6" name="Google Shape;1066;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7" name="Google Shape;1067;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8" name="Shape 1068"/>
        <p:cNvGrpSpPr/>
        <p:nvPr/>
      </p:nvGrpSpPr>
      <p:grpSpPr>
        <a:xfrm>
          <a:off x="0" y="0"/>
          <a:ext cx="0" cy="0"/>
          <a:chOff x="0" y="0"/>
          <a:chExt cx="0" cy="0"/>
        </a:xfrm>
      </p:grpSpPr>
      <p:sp>
        <p:nvSpPr>
          <p:cNvPr id="1069" name="Google Shape;1069;p152"/>
          <p:cNvSpPr/>
          <p:nvPr>
            <p:ph idx="2" type="pic"/>
          </p:nvPr>
        </p:nvSpPr>
        <p:spPr>
          <a:xfrm>
            <a:off x="5923375" y="150"/>
            <a:ext cx="3220500" cy="5143500"/>
          </a:xfrm>
          <a:prstGeom prst="rect">
            <a:avLst/>
          </a:prstGeom>
          <a:noFill/>
          <a:ln>
            <a:noFill/>
          </a:ln>
        </p:spPr>
      </p:sp>
      <p:sp>
        <p:nvSpPr>
          <p:cNvPr id="1070" name="Google Shape;1070;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1" name="Google Shape;1071;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2" name="Google Shape;1072;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3" name="Shape 1073"/>
        <p:cNvGrpSpPr/>
        <p:nvPr/>
      </p:nvGrpSpPr>
      <p:grpSpPr>
        <a:xfrm>
          <a:off x="0" y="0"/>
          <a:ext cx="0" cy="0"/>
          <a:chOff x="0" y="0"/>
          <a:chExt cx="0" cy="0"/>
        </a:xfrm>
      </p:grpSpPr>
      <p:sp>
        <p:nvSpPr>
          <p:cNvPr id="1074" name="Google Shape;1074;p153"/>
          <p:cNvSpPr/>
          <p:nvPr>
            <p:ph idx="2" type="pic"/>
          </p:nvPr>
        </p:nvSpPr>
        <p:spPr>
          <a:xfrm>
            <a:off x="5923375" y="150"/>
            <a:ext cx="3220500" cy="5143500"/>
          </a:xfrm>
          <a:prstGeom prst="rect">
            <a:avLst/>
          </a:prstGeom>
          <a:noFill/>
          <a:ln>
            <a:noFill/>
          </a:ln>
        </p:spPr>
      </p:sp>
      <p:sp>
        <p:nvSpPr>
          <p:cNvPr id="1075" name="Google Shape;1075;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6" name="Google Shape;1076;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7" name="Google Shape;1077;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8" name="Shape 1078"/>
        <p:cNvGrpSpPr/>
        <p:nvPr/>
      </p:nvGrpSpPr>
      <p:grpSpPr>
        <a:xfrm>
          <a:off x="0" y="0"/>
          <a:ext cx="0" cy="0"/>
          <a:chOff x="0" y="0"/>
          <a:chExt cx="0" cy="0"/>
        </a:xfrm>
      </p:grpSpPr>
      <p:sp>
        <p:nvSpPr>
          <p:cNvPr id="1079" name="Google Shape;1079;p154"/>
          <p:cNvSpPr/>
          <p:nvPr>
            <p:ph idx="2" type="pic"/>
          </p:nvPr>
        </p:nvSpPr>
        <p:spPr>
          <a:xfrm>
            <a:off x="5923375" y="150"/>
            <a:ext cx="3220500" cy="5143500"/>
          </a:xfrm>
          <a:prstGeom prst="rect">
            <a:avLst/>
          </a:prstGeom>
          <a:noFill/>
          <a:ln>
            <a:noFill/>
          </a:ln>
        </p:spPr>
      </p:sp>
      <p:sp>
        <p:nvSpPr>
          <p:cNvPr id="1080" name="Google Shape;1080;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1" name="Google Shape;1081;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2" name="Google Shape;1082;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3" name="Shape 1083"/>
        <p:cNvGrpSpPr/>
        <p:nvPr/>
      </p:nvGrpSpPr>
      <p:grpSpPr>
        <a:xfrm>
          <a:off x="0" y="0"/>
          <a:ext cx="0" cy="0"/>
          <a:chOff x="0" y="0"/>
          <a:chExt cx="0" cy="0"/>
        </a:xfrm>
      </p:grpSpPr>
      <p:sp>
        <p:nvSpPr>
          <p:cNvPr id="1084" name="Google Shape;1084;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5" name="Google Shape;1085;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6" name="Google Shape;1086;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7" name="Google Shape;1087;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8" name="Shape 1088"/>
        <p:cNvGrpSpPr/>
        <p:nvPr/>
      </p:nvGrpSpPr>
      <p:grpSpPr>
        <a:xfrm>
          <a:off x="0" y="0"/>
          <a:ext cx="0" cy="0"/>
          <a:chOff x="0" y="0"/>
          <a:chExt cx="0" cy="0"/>
        </a:xfrm>
      </p:grpSpPr>
      <p:cxnSp>
        <p:nvCxnSpPr>
          <p:cNvPr id="1089" name="Google Shape;1089;p156"/>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090" name="Google Shape;1090;p156"/>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091" name="Google Shape;1091;p156"/>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092" name="Google Shape;1092;p156"/>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093" name="Google Shape;1093;p156"/>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6"/>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6"/>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6"/>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097" name="Google Shape;1097;p156"/>
          <p:cNvSpPr txBox="1"/>
          <p:nvPr>
            <p:ph idx="1" type="subTitle"/>
          </p:nvPr>
        </p:nvSpPr>
        <p:spPr>
          <a:xfrm>
            <a:off x="1193900" y="1771650"/>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8" name="Google Shape;1098;p156"/>
          <p:cNvSpPr txBox="1"/>
          <p:nvPr>
            <p:ph idx="2" type="subTitle"/>
          </p:nvPr>
        </p:nvSpPr>
        <p:spPr>
          <a:xfrm>
            <a:off x="1193900" y="24174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9" name="Google Shape;1099;p156"/>
          <p:cNvSpPr txBox="1"/>
          <p:nvPr>
            <p:ph idx="3" type="subTitle"/>
          </p:nvPr>
        </p:nvSpPr>
        <p:spPr>
          <a:xfrm>
            <a:off x="1193900" y="3063225"/>
            <a:ext cx="69525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00" name="Google Shape;1100;p156"/>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1" name="Google Shape;1101;p156"/>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102" name="Google Shape;1102;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3" name="Google Shape;1103;p156"/>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6">
  <p:cSld name="CUSTOM_6_17">
    <p:spTree>
      <p:nvGrpSpPr>
        <p:cNvPr id="1104" name="Shape 1104"/>
        <p:cNvGrpSpPr/>
        <p:nvPr/>
      </p:nvGrpSpPr>
      <p:grpSpPr>
        <a:xfrm>
          <a:off x="0" y="0"/>
          <a:ext cx="0" cy="0"/>
          <a:chOff x="0" y="0"/>
          <a:chExt cx="0" cy="0"/>
        </a:xfrm>
      </p:grpSpPr>
      <p:sp>
        <p:nvSpPr>
          <p:cNvPr id="1105" name="Google Shape;1105;p157"/>
          <p:cNvSpPr/>
          <p:nvPr>
            <p:ph idx="2" type="pic"/>
          </p:nvPr>
        </p:nvSpPr>
        <p:spPr>
          <a:xfrm>
            <a:off x="5923375" y="150"/>
            <a:ext cx="3220500" cy="5143500"/>
          </a:xfrm>
          <a:prstGeom prst="rect">
            <a:avLst/>
          </a:prstGeom>
          <a:noFill/>
          <a:ln>
            <a:noFill/>
          </a:ln>
        </p:spPr>
      </p:sp>
      <p:sp>
        <p:nvSpPr>
          <p:cNvPr id="1106" name="Google Shape;1106;p157"/>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07" name="Google Shape;1107;p157"/>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8" name="Google Shape;1108;p157"/>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7">
  <p:cSld name="CUSTOM_6_18">
    <p:spTree>
      <p:nvGrpSpPr>
        <p:cNvPr id="1109" name="Shape 1109"/>
        <p:cNvGrpSpPr/>
        <p:nvPr/>
      </p:nvGrpSpPr>
      <p:grpSpPr>
        <a:xfrm>
          <a:off x="0" y="0"/>
          <a:ext cx="0" cy="0"/>
          <a:chOff x="0" y="0"/>
          <a:chExt cx="0" cy="0"/>
        </a:xfrm>
      </p:grpSpPr>
      <p:sp>
        <p:nvSpPr>
          <p:cNvPr id="1110" name="Google Shape;1110;p158"/>
          <p:cNvSpPr/>
          <p:nvPr>
            <p:ph idx="2" type="pic"/>
          </p:nvPr>
        </p:nvSpPr>
        <p:spPr>
          <a:xfrm>
            <a:off x="5923375" y="150"/>
            <a:ext cx="3220500" cy="5143500"/>
          </a:xfrm>
          <a:prstGeom prst="rect">
            <a:avLst/>
          </a:prstGeom>
          <a:noFill/>
          <a:ln>
            <a:noFill/>
          </a:ln>
        </p:spPr>
      </p:sp>
      <p:sp>
        <p:nvSpPr>
          <p:cNvPr id="1111" name="Google Shape;1111;p158"/>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2" name="Google Shape;1112;p158"/>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3" name="Google Shape;1113;p158"/>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8">
  <p:cSld name="CUSTOM_6_19">
    <p:spTree>
      <p:nvGrpSpPr>
        <p:cNvPr id="1114" name="Shape 1114"/>
        <p:cNvGrpSpPr/>
        <p:nvPr/>
      </p:nvGrpSpPr>
      <p:grpSpPr>
        <a:xfrm>
          <a:off x="0" y="0"/>
          <a:ext cx="0" cy="0"/>
          <a:chOff x="0" y="0"/>
          <a:chExt cx="0" cy="0"/>
        </a:xfrm>
      </p:grpSpPr>
      <p:sp>
        <p:nvSpPr>
          <p:cNvPr id="1115" name="Google Shape;1115;p159"/>
          <p:cNvSpPr/>
          <p:nvPr>
            <p:ph idx="2" type="pic"/>
          </p:nvPr>
        </p:nvSpPr>
        <p:spPr>
          <a:xfrm>
            <a:off x="5923375" y="150"/>
            <a:ext cx="3220500" cy="5143500"/>
          </a:xfrm>
          <a:prstGeom prst="rect">
            <a:avLst/>
          </a:prstGeom>
          <a:noFill/>
          <a:ln>
            <a:noFill/>
          </a:ln>
        </p:spPr>
      </p:sp>
      <p:sp>
        <p:nvSpPr>
          <p:cNvPr id="1116" name="Google Shape;1116;p159"/>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17" name="Google Shape;1117;p159"/>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18" name="Google Shape;1118;p159"/>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9">
  <p:cSld name="CUSTOM_6_20">
    <p:spTree>
      <p:nvGrpSpPr>
        <p:cNvPr id="1119" name="Shape 1119"/>
        <p:cNvGrpSpPr/>
        <p:nvPr/>
      </p:nvGrpSpPr>
      <p:grpSpPr>
        <a:xfrm>
          <a:off x="0" y="0"/>
          <a:ext cx="0" cy="0"/>
          <a:chOff x="0" y="0"/>
          <a:chExt cx="0" cy="0"/>
        </a:xfrm>
      </p:grpSpPr>
      <p:sp>
        <p:nvSpPr>
          <p:cNvPr id="1120" name="Google Shape;1120;p160"/>
          <p:cNvSpPr/>
          <p:nvPr>
            <p:ph idx="2" type="pic"/>
          </p:nvPr>
        </p:nvSpPr>
        <p:spPr>
          <a:xfrm>
            <a:off x="5923375" y="150"/>
            <a:ext cx="3220500" cy="5143500"/>
          </a:xfrm>
          <a:prstGeom prst="rect">
            <a:avLst/>
          </a:prstGeom>
          <a:noFill/>
          <a:ln>
            <a:noFill/>
          </a:ln>
        </p:spPr>
      </p:sp>
      <p:sp>
        <p:nvSpPr>
          <p:cNvPr id="1121" name="Google Shape;1121;p160"/>
          <p:cNvSpPr txBox="1"/>
          <p:nvPr>
            <p:ph idx="1" type="body"/>
          </p:nvPr>
        </p:nvSpPr>
        <p:spPr>
          <a:xfrm>
            <a:off x="590350" y="1121725"/>
            <a:ext cx="5319600" cy="3386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22" name="Google Shape;1122;p160"/>
          <p:cNvSpPr txBox="1"/>
          <p:nvPr>
            <p:ph type="title"/>
          </p:nvPr>
        </p:nvSpPr>
        <p:spPr>
          <a:xfrm>
            <a:off x="-2087" y="127400"/>
            <a:ext cx="5913600" cy="3936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3" name="Google Shape;1123;p160"/>
          <p:cNvSpPr txBox="1"/>
          <p:nvPr>
            <p:ph idx="3" type="title"/>
          </p:nvPr>
        </p:nvSpPr>
        <p:spPr>
          <a:xfrm>
            <a:off x="-6000" y="478650"/>
            <a:ext cx="5929500" cy="3231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1400"/>
              <a:buFont typeface="Roboto Light"/>
              <a:buNone/>
              <a:defRPr b="0" sz="1400">
                <a:latin typeface="Roboto Light"/>
                <a:ea typeface="Roboto Light"/>
                <a:cs typeface="Roboto Light"/>
                <a:sym typeface="Roboto Ligh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Line Removed)">
  <p:cSld name="CUSTOM_2_7_2_2_1">
    <p:spTree>
      <p:nvGrpSpPr>
        <p:cNvPr id="1124" name="Shape 1124"/>
        <p:cNvGrpSpPr/>
        <p:nvPr/>
      </p:nvGrpSpPr>
      <p:grpSpPr>
        <a:xfrm>
          <a:off x="0" y="0"/>
          <a:ext cx="0" cy="0"/>
          <a:chOff x="0" y="0"/>
          <a:chExt cx="0" cy="0"/>
        </a:xfrm>
      </p:grpSpPr>
      <p:sp>
        <p:nvSpPr>
          <p:cNvPr id="1125" name="Google Shape;1125;p16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6" name="Google Shape;1126;p1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a:spcBef>
                <a:spcPts val="0"/>
              </a:spcBef>
              <a:spcAft>
                <a:spcPts val="0"/>
              </a:spcAft>
              <a:buNone/>
              <a:defRPr sz="1800">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27" name="Google Shape;1127;p1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1128" name="Google Shape;1128;p161"/>
          <p:cNvSpPr txBox="1"/>
          <p:nvPr>
            <p:ph idx="2" type="body"/>
          </p:nvPr>
        </p:nvSpPr>
        <p:spPr>
          <a:xfrm>
            <a:off x="175" y="1284250"/>
            <a:ext cx="9144000" cy="3262800"/>
          </a:xfrm>
          <a:prstGeom prst="rect">
            <a:avLst/>
          </a:prstGeom>
        </p:spPr>
        <p:txBody>
          <a:bodyPr anchorCtr="0" anchor="t" bIns="914400" lIns="457200" spcFirstLastPara="1" rIns="457200" wrap="square" tIns="0">
            <a:no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42900" lvl="1" marL="914400">
              <a:spcBef>
                <a:spcPts val="800"/>
              </a:spcBef>
              <a:spcAft>
                <a:spcPts val="0"/>
              </a:spcAft>
              <a:buSzPts val="1800"/>
              <a:buFont typeface="Roboto"/>
              <a:buChar char="○"/>
              <a:defRPr>
                <a:latin typeface="Roboto"/>
                <a:ea typeface="Roboto"/>
                <a:cs typeface="Roboto"/>
                <a:sym typeface="Roboto"/>
              </a:defRPr>
            </a:lvl2pPr>
            <a:lvl3pPr indent="-342900" lvl="2" marL="1371600">
              <a:spcBef>
                <a:spcPts val="800"/>
              </a:spcBef>
              <a:spcAft>
                <a:spcPts val="0"/>
              </a:spcAft>
              <a:buSzPts val="1800"/>
              <a:buFont typeface="Roboto"/>
              <a:buChar char="■"/>
              <a:defRPr>
                <a:latin typeface="Roboto"/>
                <a:ea typeface="Roboto"/>
                <a:cs typeface="Roboto"/>
                <a:sym typeface="Roboto"/>
              </a:defRPr>
            </a:lvl3pPr>
            <a:lvl4pPr indent="-342900" lvl="3" marL="1828800">
              <a:spcBef>
                <a:spcPts val="800"/>
              </a:spcBef>
              <a:spcAft>
                <a:spcPts val="0"/>
              </a:spcAft>
              <a:buSzPts val="1800"/>
              <a:buFont typeface="Roboto"/>
              <a:buChar char="●"/>
              <a:defRPr>
                <a:latin typeface="Roboto"/>
                <a:ea typeface="Roboto"/>
                <a:cs typeface="Roboto"/>
                <a:sym typeface="Roboto"/>
              </a:defRPr>
            </a:lvl4pPr>
            <a:lvl5pPr indent="-342900" lvl="4" marL="2286000">
              <a:spcBef>
                <a:spcPts val="800"/>
              </a:spcBef>
              <a:spcAft>
                <a:spcPts val="0"/>
              </a:spcAft>
              <a:buSzPts val="1800"/>
              <a:buFont typeface="Roboto"/>
              <a:buChar char="○"/>
              <a:defRPr>
                <a:latin typeface="Roboto"/>
                <a:ea typeface="Roboto"/>
                <a:cs typeface="Roboto"/>
                <a:sym typeface="Roboto"/>
              </a:defRPr>
            </a:lvl5pPr>
            <a:lvl6pPr indent="-342900" lvl="5" marL="2743200">
              <a:spcBef>
                <a:spcPts val="800"/>
              </a:spcBef>
              <a:spcAft>
                <a:spcPts val="0"/>
              </a:spcAft>
              <a:buSzPts val="1800"/>
              <a:buFont typeface="Roboto"/>
              <a:buChar char="■"/>
              <a:defRPr>
                <a:latin typeface="Roboto"/>
                <a:ea typeface="Roboto"/>
                <a:cs typeface="Roboto"/>
                <a:sym typeface="Roboto"/>
              </a:defRPr>
            </a:lvl6pPr>
            <a:lvl7pPr indent="-342900" lvl="6" marL="3200400">
              <a:spcBef>
                <a:spcPts val="800"/>
              </a:spcBef>
              <a:spcAft>
                <a:spcPts val="0"/>
              </a:spcAft>
              <a:buSzPts val="1800"/>
              <a:buFont typeface="Roboto"/>
              <a:buChar char="●"/>
              <a:defRPr>
                <a:latin typeface="Roboto"/>
                <a:ea typeface="Roboto"/>
                <a:cs typeface="Roboto"/>
                <a:sym typeface="Roboto"/>
              </a:defRPr>
            </a:lvl7pPr>
            <a:lvl8pPr indent="-342900" lvl="7" marL="3657600">
              <a:spcBef>
                <a:spcPts val="800"/>
              </a:spcBef>
              <a:spcAft>
                <a:spcPts val="0"/>
              </a:spcAft>
              <a:buSzPts val="1800"/>
              <a:buFont typeface="Roboto"/>
              <a:buChar char="○"/>
              <a:defRPr>
                <a:latin typeface="Roboto"/>
                <a:ea typeface="Roboto"/>
                <a:cs typeface="Roboto"/>
                <a:sym typeface="Roboto"/>
              </a:defRPr>
            </a:lvl8pPr>
            <a:lvl9pPr indent="-342900" lvl="8" marL="411480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1129" name="Shape 1129"/>
        <p:cNvGrpSpPr/>
        <p:nvPr/>
      </p:nvGrpSpPr>
      <p:grpSpPr>
        <a:xfrm>
          <a:off x="0" y="0"/>
          <a:ext cx="0" cy="0"/>
          <a:chOff x="0" y="0"/>
          <a:chExt cx="0" cy="0"/>
        </a:xfrm>
      </p:grpSpPr>
      <p:sp>
        <p:nvSpPr>
          <p:cNvPr id="1130" name="Google Shape;1130;p1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1" name="Google Shape;1131;p162"/>
          <p:cNvSpPr/>
          <p:nvPr/>
        </p:nvSpPr>
        <p:spPr>
          <a:xfrm>
            <a:off x="1352550" y="13654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2" name="Google Shape;1132;p162"/>
          <p:cNvGrpSpPr/>
          <p:nvPr/>
        </p:nvGrpSpPr>
        <p:grpSpPr>
          <a:xfrm>
            <a:off x="457200" y="1365463"/>
            <a:ext cx="776889" cy="621300"/>
            <a:chOff x="457200" y="1378813"/>
            <a:chExt cx="776889" cy="621300"/>
          </a:xfrm>
        </p:grpSpPr>
        <p:sp>
          <p:nvSpPr>
            <p:cNvPr id="1133" name="Google Shape;1133;p162"/>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34" name="Google Shape;1134;p162"/>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5" name="Google Shape;1135;p162"/>
          <p:cNvGrpSpPr/>
          <p:nvPr/>
        </p:nvGrpSpPr>
        <p:grpSpPr>
          <a:xfrm>
            <a:off x="457200" y="2215375"/>
            <a:ext cx="776889" cy="621300"/>
            <a:chOff x="457200" y="1378813"/>
            <a:chExt cx="776889" cy="621300"/>
          </a:xfrm>
        </p:grpSpPr>
        <p:sp>
          <p:nvSpPr>
            <p:cNvPr id="1136" name="Google Shape;1136;p162"/>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37" name="Google Shape;1137;p162"/>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138" name="Google Shape;1138;p162"/>
          <p:cNvGrpSpPr/>
          <p:nvPr/>
        </p:nvGrpSpPr>
        <p:grpSpPr>
          <a:xfrm>
            <a:off x="457200" y="3060500"/>
            <a:ext cx="776889" cy="621300"/>
            <a:chOff x="457200" y="1378813"/>
            <a:chExt cx="776889" cy="621300"/>
          </a:xfrm>
        </p:grpSpPr>
        <p:sp>
          <p:nvSpPr>
            <p:cNvPr id="1139" name="Google Shape;1139;p162"/>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40" name="Google Shape;1140;p162"/>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141" name="Google Shape;1141;p162"/>
          <p:cNvSpPr/>
          <p:nvPr/>
        </p:nvSpPr>
        <p:spPr>
          <a:xfrm>
            <a:off x="1352550" y="22177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162"/>
          <p:cNvSpPr/>
          <p:nvPr/>
        </p:nvSpPr>
        <p:spPr>
          <a:xfrm>
            <a:off x="1352550" y="30605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162"/>
          <p:cNvSpPr txBox="1"/>
          <p:nvPr/>
        </p:nvSpPr>
        <p:spPr>
          <a:xfrm>
            <a:off x="-23999" y="14078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4" name="Google Shape;1144;p162"/>
          <p:cNvSpPr txBox="1"/>
          <p:nvPr/>
        </p:nvSpPr>
        <p:spPr>
          <a:xfrm>
            <a:off x="-23999" y="22201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5" name="Google Shape;1145;p162"/>
          <p:cNvSpPr txBox="1"/>
          <p:nvPr/>
        </p:nvSpPr>
        <p:spPr>
          <a:xfrm>
            <a:off x="-11683" y="3062924"/>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146" name="Google Shape;1146;p162"/>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p:cSld name="CUSTOM_11_1_1_4">
    <p:spTree>
      <p:nvGrpSpPr>
        <p:cNvPr id="1147" name="Shape 1147"/>
        <p:cNvGrpSpPr/>
        <p:nvPr/>
      </p:nvGrpSpPr>
      <p:grpSpPr>
        <a:xfrm>
          <a:off x="0" y="0"/>
          <a:ext cx="0" cy="0"/>
          <a:chOff x="0" y="0"/>
          <a:chExt cx="0" cy="0"/>
        </a:xfrm>
      </p:grpSpPr>
      <p:sp>
        <p:nvSpPr>
          <p:cNvPr id="1148" name="Google Shape;1148;p163"/>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63"/>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63"/>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63"/>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63"/>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153" name="Google Shape;1153;p163"/>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154" name="Google Shape;1154;p163"/>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155" name="Google Shape;1155;p163"/>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156" name="Google Shape;1156;p163"/>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7" name="Google Shape;1157;p163"/>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8" name="Google Shape;1158;p163"/>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59" name="Google Shape;1159;p163"/>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60" name="Google Shape;1160;p16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61" name="Google Shape;1161;p163"/>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2">
  <p:cSld name="CUSTOM_11_1_1_2_5">
    <p:spTree>
      <p:nvGrpSpPr>
        <p:cNvPr id="1162" name="Shape 1162"/>
        <p:cNvGrpSpPr/>
        <p:nvPr/>
      </p:nvGrpSpPr>
      <p:grpSpPr>
        <a:xfrm>
          <a:off x="0" y="0"/>
          <a:ext cx="0" cy="0"/>
          <a:chOff x="0" y="0"/>
          <a:chExt cx="0" cy="0"/>
        </a:xfrm>
      </p:grpSpPr>
      <p:grpSp>
        <p:nvGrpSpPr>
          <p:cNvPr id="1163" name="Google Shape;1163;p164"/>
          <p:cNvGrpSpPr/>
          <p:nvPr/>
        </p:nvGrpSpPr>
        <p:grpSpPr>
          <a:xfrm>
            <a:off x="440125" y="1136875"/>
            <a:ext cx="776900" cy="486300"/>
            <a:chOff x="457200" y="1466425"/>
            <a:chExt cx="776900" cy="486300"/>
          </a:xfrm>
        </p:grpSpPr>
        <p:sp>
          <p:nvSpPr>
            <p:cNvPr id="1164" name="Google Shape;1164;p164"/>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1165" name="Google Shape;1165;p164"/>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6" name="Google Shape;1166;p164"/>
          <p:cNvGrpSpPr/>
          <p:nvPr/>
        </p:nvGrpSpPr>
        <p:grpSpPr>
          <a:xfrm>
            <a:off x="440125" y="1791730"/>
            <a:ext cx="776900" cy="486300"/>
            <a:chOff x="457200" y="1466425"/>
            <a:chExt cx="776900" cy="486300"/>
          </a:xfrm>
        </p:grpSpPr>
        <p:sp>
          <p:nvSpPr>
            <p:cNvPr id="1167" name="Google Shape;1167;p164"/>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168" name="Google Shape;1168;p164"/>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69" name="Google Shape;1169;p164"/>
          <p:cNvGrpSpPr/>
          <p:nvPr/>
        </p:nvGrpSpPr>
        <p:grpSpPr>
          <a:xfrm>
            <a:off x="440125" y="2446585"/>
            <a:ext cx="776900" cy="486300"/>
            <a:chOff x="457200" y="1466425"/>
            <a:chExt cx="776900" cy="486300"/>
          </a:xfrm>
        </p:grpSpPr>
        <p:sp>
          <p:nvSpPr>
            <p:cNvPr id="1170" name="Google Shape;1170;p164"/>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171" name="Google Shape;1171;p164"/>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2" name="Google Shape;1172;p164"/>
          <p:cNvGrpSpPr/>
          <p:nvPr/>
        </p:nvGrpSpPr>
        <p:grpSpPr>
          <a:xfrm>
            <a:off x="440125" y="3101440"/>
            <a:ext cx="776900" cy="486300"/>
            <a:chOff x="457200" y="1466425"/>
            <a:chExt cx="776900" cy="486300"/>
          </a:xfrm>
        </p:grpSpPr>
        <p:sp>
          <p:nvSpPr>
            <p:cNvPr id="1173" name="Google Shape;1173;p164"/>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04</a:t>
              </a:r>
              <a:endParaRPr i="0" sz="3000" u="none" cap="none" strike="noStrike">
                <a:solidFill>
                  <a:srgbClr val="082D49"/>
                </a:solidFill>
                <a:latin typeface="Roboto"/>
                <a:ea typeface="Roboto"/>
                <a:cs typeface="Roboto"/>
                <a:sym typeface="Roboto"/>
              </a:endParaRPr>
            </a:p>
          </p:txBody>
        </p:sp>
        <p:sp>
          <p:nvSpPr>
            <p:cNvPr id="1174" name="Google Shape;1174;p164"/>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175" name="Google Shape;1175;p164"/>
          <p:cNvGrpSpPr/>
          <p:nvPr/>
        </p:nvGrpSpPr>
        <p:grpSpPr>
          <a:xfrm>
            <a:off x="440125" y="3756295"/>
            <a:ext cx="776900" cy="486300"/>
            <a:chOff x="457200" y="1466425"/>
            <a:chExt cx="776900" cy="486300"/>
          </a:xfrm>
        </p:grpSpPr>
        <p:sp>
          <p:nvSpPr>
            <p:cNvPr id="1176" name="Google Shape;1176;p164"/>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05</a:t>
              </a:r>
              <a:endParaRPr i="0" sz="3000" u="none" cap="none" strike="noStrike">
                <a:solidFill>
                  <a:srgbClr val="FFFFFF"/>
                </a:solidFill>
                <a:latin typeface="Roboto"/>
                <a:ea typeface="Roboto"/>
                <a:cs typeface="Roboto"/>
                <a:sym typeface="Roboto"/>
              </a:endParaRPr>
            </a:p>
          </p:txBody>
        </p:sp>
        <p:sp>
          <p:nvSpPr>
            <p:cNvPr id="1177" name="Google Shape;1177;p164"/>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178" name="Google Shape;1178;p164"/>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179" name="Google Shape;1179;p164"/>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0" name="Google Shape;1180;p164"/>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1" name="Google Shape;1181;p164"/>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2" name="Google Shape;1182;p164"/>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183" name="Google Shape;1183;p16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4" name="Google Shape;1184;p164"/>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5" name="Google Shape;1185;p164"/>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6" name="Google Shape;1186;p164"/>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7" name="Google Shape;1187;p164"/>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8" name="Google Shape;1188;p164"/>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9" name="Google Shape;1189;p164"/>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190" name="Shape 1190"/>
        <p:cNvGrpSpPr/>
        <p:nvPr/>
      </p:nvGrpSpPr>
      <p:grpSpPr>
        <a:xfrm>
          <a:off x="0" y="0"/>
          <a:ext cx="0" cy="0"/>
          <a:chOff x="0" y="0"/>
          <a:chExt cx="0" cy="0"/>
        </a:xfrm>
      </p:grpSpPr>
      <p:sp>
        <p:nvSpPr>
          <p:cNvPr id="1191" name="Google Shape;1191;p165"/>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192" name="Google Shape;1192;p1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3" name="Google Shape;1193;p165"/>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2">
  <p:cSld name="CUSTOM_11_1_1_2_1_2">
    <p:spTree>
      <p:nvGrpSpPr>
        <p:cNvPr id="1194" name="Shape 1194"/>
        <p:cNvGrpSpPr/>
        <p:nvPr/>
      </p:nvGrpSpPr>
      <p:grpSpPr>
        <a:xfrm>
          <a:off x="0" y="0"/>
          <a:ext cx="0" cy="0"/>
          <a:chOff x="0" y="0"/>
          <a:chExt cx="0" cy="0"/>
        </a:xfrm>
      </p:grpSpPr>
      <p:sp>
        <p:nvSpPr>
          <p:cNvPr id="1195" name="Google Shape;1195;p1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96" name="Google Shape;1196;p166"/>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7" name="Google Shape;1197;p166"/>
          <p:cNvGrpSpPr/>
          <p:nvPr/>
        </p:nvGrpSpPr>
        <p:grpSpPr>
          <a:xfrm>
            <a:off x="457200" y="1136863"/>
            <a:ext cx="776889" cy="621300"/>
            <a:chOff x="457200" y="1378813"/>
            <a:chExt cx="776889" cy="621300"/>
          </a:xfrm>
        </p:grpSpPr>
        <p:sp>
          <p:nvSpPr>
            <p:cNvPr id="1198" name="Google Shape;1198;p166"/>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199" name="Google Shape;1199;p166"/>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00" name="Google Shape;1200;p166"/>
          <p:cNvGrpSpPr/>
          <p:nvPr/>
        </p:nvGrpSpPr>
        <p:grpSpPr>
          <a:xfrm>
            <a:off x="457200" y="1986775"/>
            <a:ext cx="776889" cy="621300"/>
            <a:chOff x="457200" y="1378813"/>
            <a:chExt cx="776889" cy="621300"/>
          </a:xfrm>
        </p:grpSpPr>
        <p:sp>
          <p:nvSpPr>
            <p:cNvPr id="1201" name="Google Shape;1201;p166"/>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02" name="Google Shape;1202;p166"/>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03" name="Google Shape;1203;p166"/>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166"/>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5" name="Google Shape;1205;p166"/>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06" name="Google Shape;1206;p16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p:cSld name="CUSTOM_11_1_1_2_2">
    <p:spTree>
      <p:nvGrpSpPr>
        <p:cNvPr id="1207" name="Shape 1207"/>
        <p:cNvGrpSpPr/>
        <p:nvPr/>
      </p:nvGrpSpPr>
      <p:grpSpPr>
        <a:xfrm>
          <a:off x="0" y="0"/>
          <a:ext cx="0" cy="0"/>
          <a:chOff x="0" y="0"/>
          <a:chExt cx="0" cy="0"/>
        </a:xfrm>
      </p:grpSpPr>
      <p:grpSp>
        <p:nvGrpSpPr>
          <p:cNvPr id="1208" name="Google Shape;1208;p167"/>
          <p:cNvGrpSpPr/>
          <p:nvPr/>
        </p:nvGrpSpPr>
        <p:grpSpPr>
          <a:xfrm>
            <a:off x="440125" y="1136875"/>
            <a:ext cx="776900" cy="486300"/>
            <a:chOff x="457200" y="1466425"/>
            <a:chExt cx="776900" cy="486300"/>
          </a:xfrm>
        </p:grpSpPr>
        <p:sp>
          <p:nvSpPr>
            <p:cNvPr id="1209" name="Google Shape;1209;p16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10" name="Google Shape;1210;p16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211" name="Google Shape;1211;p167"/>
          <p:cNvGrpSpPr/>
          <p:nvPr/>
        </p:nvGrpSpPr>
        <p:grpSpPr>
          <a:xfrm>
            <a:off x="440125" y="1791730"/>
            <a:ext cx="776900" cy="486300"/>
            <a:chOff x="457200" y="1466425"/>
            <a:chExt cx="776900" cy="486300"/>
          </a:xfrm>
        </p:grpSpPr>
        <p:sp>
          <p:nvSpPr>
            <p:cNvPr id="1212" name="Google Shape;1212;p16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13" name="Google Shape;1213;p16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214" name="Google Shape;1214;p167"/>
          <p:cNvGrpSpPr/>
          <p:nvPr/>
        </p:nvGrpSpPr>
        <p:grpSpPr>
          <a:xfrm>
            <a:off x="440125" y="2446585"/>
            <a:ext cx="776900" cy="486300"/>
            <a:chOff x="457200" y="1466425"/>
            <a:chExt cx="776900" cy="486300"/>
          </a:xfrm>
        </p:grpSpPr>
        <p:sp>
          <p:nvSpPr>
            <p:cNvPr id="1215" name="Google Shape;1215;p16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16" name="Google Shape;1216;p16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217" name="Google Shape;1217;p167"/>
          <p:cNvGrpSpPr/>
          <p:nvPr/>
        </p:nvGrpSpPr>
        <p:grpSpPr>
          <a:xfrm>
            <a:off x="440125" y="3101440"/>
            <a:ext cx="776900" cy="486300"/>
            <a:chOff x="457200" y="1466425"/>
            <a:chExt cx="776900" cy="486300"/>
          </a:xfrm>
        </p:grpSpPr>
        <p:sp>
          <p:nvSpPr>
            <p:cNvPr id="1218" name="Google Shape;1218;p16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04</a:t>
              </a:r>
              <a:endParaRPr i="0" sz="3000" u="none" cap="none" strike="noStrike">
                <a:solidFill>
                  <a:schemeClr val="dk2"/>
                </a:solidFill>
                <a:latin typeface="Roboto"/>
                <a:ea typeface="Roboto"/>
                <a:cs typeface="Roboto"/>
                <a:sym typeface="Roboto"/>
              </a:endParaRPr>
            </a:p>
          </p:txBody>
        </p:sp>
        <p:sp>
          <p:nvSpPr>
            <p:cNvPr id="1219" name="Google Shape;1219;p16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1220" name="Google Shape;1220;p167"/>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21" name="Google Shape;1221;p167"/>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2" name="Google Shape;1222;p167"/>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3" name="Google Shape;1223;p167"/>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24" name="Google Shape;1224;p1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5" name="Google Shape;1225;p167"/>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6" name="Google Shape;1226;p167"/>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7" name="Google Shape;1227;p167"/>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8" name="Google Shape;1228;p167"/>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9" name="Google Shape;1229;p167"/>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3">
  <p:cSld name="CUSTOM_11_1_1_2_1_3">
    <p:spTree>
      <p:nvGrpSpPr>
        <p:cNvPr id="1230" name="Shape 1230"/>
        <p:cNvGrpSpPr/>
        <p:nvPr/>
      </p:nvGrpSpPr>
      <p:grpSpPr>
        <a:xfrm>
          <a:off x="0" y="0"/>
          <a:ext cx="0" cy="0"/>
          <a:chOff x="0" y="0"/>
          <a:chExt cx="0" cy="0"/>
        </a:xfrm>
      </p:grpSpPr>
      <p:sp>
        <p:nvSpPr>
          <p:cNvPr id="1231" name="Google Shape;1231;p16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2" name="Google Shape;1232;p168"/>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33" name="Google Shape;1233;p168"/>
          <p:cNvGrpSpPr/>
          <p:nvPr/>
        </p:nvGrpSpPr>
        <p:grpSpPr>
          <a:xfrm>
            <a:off x="457200" y="1136863"/>
            <a:ext cx="776889" cy="621300"/>
            <a:chOff x="457200" y="1378813"/>
            <a:chExt cx="776889" cy="621300"/>
          </a:xfrm>
        </p:grpSpPr>
        <p:sp>
          <p:nvSpPr>
            <p:cNvPr id="1234" name="Google Shape;1234;p168"/>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01</a:t>
              </a:r>
              <a:endParaRPr i="0" sz="3000" u="none" cap="none" strike="noStrike">
                <a:solidFill>
                  <a:schemeClr val="dk2"/>
                </a:solidFill>
                <a:latin typeface="Roboto"/>
                <a:ea typeface="Roboto"/>
                <a:cs typeface="Roboto"/>
                <a:sym typeface="Roboto"/>
              </a:endParaRPr>
            </a:p>
          </p:txBody>
        </p:sp>
        <p:sp>
          <p:nvSpPr>
            <p:cNvPr id="1235" name="Google Shape;1235;p168"/>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6" name="Google Shape;1236;p168"/>
          <p:cNvGrpSpPr/>
          <p:nvPr/>
        </p:nvGrpSpPr>
        <p:grpSpPr>
          <a:xfrm>
            <a:off x="457200" y="1986775"/>
            <a:ext cx="776889" cy="621300"/>
            <a:chOff x="457200" y="1378813"/>
            <a:chExt cx="776889" cy="621300"/>
          </a:xfrm>
        </p:grpSpPr>
        <p:sp>
          <p:nvSpPr>
            <p:cNvPr id="1237" name="Google Shape;1237;p168"/>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02</a:t>
              </a:r>
              <a:endParaRPr i="0" sz="3000" u="none" cap="none" strike="noStrike">
                <a:solidFill>
                  <a:srgbClr val="FFFFFF"/>
                </a:solidFill>
                <a:latin typeface="Roboto"/>
                <a:ea typeface="Roboto"/>
                <a:cs typeface="Roboto"/>
                <a:sym typeface="Roboto"/>
              </a:endParaRPr>
            </a:p>
          </p:txBody>
        </p:sp>
        <p:sp>
          <p:nvSpPr>
            <p:cNvPr id="1238" name="Google Shape;1238;p168"/>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239" name="Google Shape;1239;p168"/>
          <p:cNvGrpSpPr/>
          <p:nvPr/>
        </p:nvGrpSpPr>
        <p:grpSpPr>
          <a:xfrm>
            <a:off x="457200" y="2831900"/>
            <a:ext cx="776889" cy="621300"/>
            <a:chOff x="457200" y="1378813"/>
            <a:chExt cx="776889" cy="621300"/>
          </a:xfrm>
        </p:grpSpPr>
        <p:sp>
          <p:nvSpPr>
            <p:cNvPr id="1240" name="Google Shape;1240;p168"/>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03</a:t>
              </a:r>
              <a:endParaRPr i="0" sz="3000" u="none" cap="none" strike="noStrike">
                <a:solidFill>
                  <a:srgbClr val="FFFFFF"/>
                </a:solidFill>
                <a:latin typeface="Roboto"/>
                <a:ea typeface="Roboto"/>
                <a:cs typeface="Roboto"/>
                <a:sym typeface="Roboto"/>
              </a:endParaRPr>
            </a:p>
          </p:txBody>
        </p:sp>
        <p:sp>
          <p:nvSpPr>
            <p:cNvPr id="1241" name="Google Shape;1241;p168"/>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242" name="Google Shape;1242;p168"/>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168"/>
          <p:cNvSpPr/>
          <p:nvPr/>
        </p:nvSpPr>
        <p:spPr>
          <a:xfrm>
            <a:off x="1352550" y="2831900"/>
            <a:ext cx="7517100" cy="11301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168"/>
          <p:cNvSpPr txBox="1"/>
          <p:nvPr/>
        </p:nvSpPr>
        <p:spPr>
          <a:xfrm>
            <a:off x="-23999" y="1179250"/>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5" name="Google Shape;1245;p168"/>
          <p:cNvSpPr txBox="1"/>
          <p:nvPr/>
        </p:nvSpPr>
        <p:spPr>
          <a:xfrm>
            <a:off x="-23999" y="199158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6" name="Google Shape;1246;p168"/>
          <p:cNvSpPr txBox="1"/>
          <p:nvPr/>
        </p:nvSpPr>
        <p:spPr>
          <a:xfrm>
            <a:off x="372667" y="4078649"/>
            <a:ext cx="91803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247" name="Google Shape;1247;p168"/>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8">
  <p:cSld name="CUSTOM_2_58">
    <p:spTree>
      <p:nvGrpSpPr>
        <p:cNvPr id="1248" name="Shape 1248"/>
        <p:cNvGrpSpPr/>
        <p:nvPr/>
      </p:nvGrpSpPr>
      <p:grpSpPr>
        <a:xfrm>
          <a:off x="0" y="0"/>
          <a:ext cx="0" cy="0"/>
          <a:chOff x="0" y="0"/>
          <a:chExt cx="0" cy="0"/>
        </a:xfrm>
      </p:grpSpPr>
      <p:sp>
        <p:nvSpPr>
          <p:cNvPr id="1249" name="Google Shape;1249;p1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250" name="Google Shape;1250;p1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251" name="Google Shape;1251;p1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2" name="Google Shape;1252;p16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Font typeface="Roboto"/>
              <a:buNone/>
              <a:defRPr>
                <a:latin typeface="Roboto"/>
                <a:ea typeface="Roboto"/>
                <a:cs typeface="Roboto"/>
                <a:sym typeface="Roboto"/>
              </a:defRPr>
            </a:lvl2pPr>
            <a:lvl3pPr lvl="2">
              <a:spcBef>
                <a:spcPts val="0"/>
              </a:spcBef>
              <a:spcAft>
                <a:spcPts val="0"/>
              </a:spcAft>
              <a:buSzPts val="2800"/>
              <a:buFont typeface="Roboto"/>
              <a:buNone/>
              <a:defRPr>
                <a:latin typeface="Roboto"/>
                <a:ea typeface="Roboto"/>
                <a:cs typeface="Roboto"/>
                <a:sym typeface="Roboto"/>
              </a:defRPr>
            </a:lvl3pPr>
            <a:lvl4pPr lvl="3">
              <a:spcBef>
                <a:spcPts val="0"/>
              </a:spcBef>
              <a:spcAft>
                <a:spcPts val="0"/>
              </a:spcAft>
              <a:buSzPts val="2800"/>
              <a:buFont typeface="Roboto"/>
              <a:buNone/>
              <a:defRPr>
                <a:latin typeface="Roboto"/>
                <a:ea typeface="Roboto"/>
                <a:cs typeface="Roboto"/>
                <a:sym typeface="Roboto"/>
              </a:defRPr>
            </a:lvl4pPr>
            <a:lvl5pPr lvl="4">
              <a:spcBef>
                <a:spcPts val="0"/>
              </a:spcBef>
              <a:spcAft>
                <a:spcPts val="0"/>
              </a:spcAft>
              <a:buSzPts val="2800"/>
              <a:buFont typeface="Roboto"/>
              <a:buNone/>
              <a:defRPr>
                <a:latin typeface="Roboto"/>
                <a:ea typeface="Roboto"/>
                <a:cs typeface="Roboto"/>
                <a:sym typeface="Roboto"/>
              </a:defRPr>
            </a:lvl5pPr>
            <a:lvl6pPr lvl="5">
              <a:spcBef>
                <a:spcPts val="0"/>
              </a:spcBef>
              <a:spcAft>
                <a:spcPts val="0"/>
              </a:spcAft>
              <a:buSzPts val="2800"/>
              <a:buFont typeface="Roboto"/>
              <a:buNone/>
              <a:defRPr>
                <a:latin typeface="Roboto"/>
                <a:ea typeface="Roboto"/>
                <a:cs typeface="Roboto"/>
                <a:sym typeface="Roboto"/>
              </a:defRPr>
            </a:lvl6pPr>
            <a:lvl7pPr lvl="6">
              <a:spcBef>
                <a:spcPts val="0"/>
              </a:spcBef>
              <a:spcAft>
                <a:spcPts val="0"/>
              </a:spcAft>
              <a:buSzPts val="2800"/>
              <a:buFont typeface="Roboto"/>
              <a:buNone/>
              <a:defRPr>
                <a:latin typeface="Roboto"/>
                <a:ea typeface="Roboto"/>
                <a:cs typeface="Roboto"/>
                <a:sym typeface="Roboto"/>
              </a:defRPr>
            </a:lvl7pPr>
            <a:lvl8pPr lvl="7">
              <a:spcBef>
                <a:spcPts val="0"/>
              </a:spcBef>
              <a:spcAft>
                <a:spcPts val="0"/>
              </a:spcAft>
              <a:buSzPts val="2800"/>
              <a:buFont typeface="Roboto"/>
              <a:buNone/>
              <a:defRPr>
                <a:latin typeface="Roboto"/>
                <a:ea typeface="Roboto"/>
                <a:cs typeface="Roboto"/>
                <a:sym typeface="Roboto"/>
              </a:defRPr>
            </a:lvl8pPr>
            <a:lvl9pPr lvl="8">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3">
  <p:cSld name="CUSTOM_11_1_1_2_6">
    <p:spTree>
      <p:nvGrpSpPr>
        <p:cNvPr id="1253" name="Shape 1253"/>
        <p:cNvGrpSpPr/>
        <p:nvPr/>
      </p:nvGrpSpPr>
      <p:grpSpPr>
        <a:xfrm>
          <a:off x="0" y="0"/>
          <a:ext cx="0" cy="0"/>
          <a:chOff x="0" y="0"/>
          <a:chExt cx="0" cy="0"/>
        </a:xfrm>
      </p:grpSpPr>
      <p:grpSp>
        <p:nvGrpSpPr>
          <p:cNvPr id="1254" name="Google Shape;1254;p170"/>
          <p:cNvGrpSpPr/>
          <p:nvPr/>
        </p:nvGrpSpPr>
        <p:grpSpPr>
          <a:xfrm>
            <a:off x="440125" y="1136875"/>
            <a:ext cx="776900" cy="486300"/>
            <a:chOff x="457200" y="1466425"/>
            <a:chExt cx="776900" cy="486300"/>
          </a:xfrm>
        </p:grpSpPr>
        <p:sp>
          <p:nvSpPr>
            <p:cNvPr id="1255" name="Google Shape;1255;p170"/>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256" name="Google Shape;1256;p17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57" name="Google Shape;1257;p170"/>
          <p:cNvGrpSpPr/>
          <p:nvPr/>
        </p:nvGrpSpPr>
        <p:grpSpPr>
          <a:xfrm>
            <a:off x="440125" y="1791730"/>
            <a:ext cx="776900" cy="486300"/>
            <a:chOff x="457200" y="1466425"/>
            <a:chExt cx="776900" cy="486300"/>
          </a:xfrm>
        </p:grpSpPr>
        <p:sp>
          <p:nvSpPr>
            <p:cNvPr id="1258" name="Google Shape;1258;p170"/>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259" name="Google Shape;1259;p170"/>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0" name="Google Shape;1260;p170"/>
          <p:cNvGrpSpPr/>
          <p:nvPr/>
        </p:nvGrpSpPr>
        <p:grpSpPr>
          <a:xfrm>
            <a:off x="440125" y="2446585"/>
            <a:ext cx="776900" cy="486300"/>
            <a:chOff x="457200" y="1466425"/>
            <a:chExt cx="776900" cy="486300"/>
          </a:xfrm>
        </p:grpSpPr>
        <p:sp>
          <p:nvSpPr>
            <p:cNvPr id="1261" name="Google Shape;1261;p170"/>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262" name="Google Shape;1262;p170"/>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3" name="Google Shape;1263;p170"/>
          <p:cNvGrpSpPr/>
          <p:nvPr/>
        </p:nvGrpSpPr>
        <p:grpSpPr>
          <a:xfrm>
            <a:off x="440125" y="3101440"/>
            <a:ext cx="776900" cy="486300"/>
            <a:chOff x="457200" y="1466425"/>
            <a:chExt cx="776900" cy="486300"/>
          </a:xfrm>
        </p:grpSpPr>
        <p:sp>
          <p:nvSpPr>
            <p:cNvPr id="1264" name="Google Shape;1264;p170"/>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265" name="Google Shape;1265;p170"/>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66" name="Google Shape;1266;p170"/>
          <p:cNvGrpSpPr/>
          <p:nvPr/>
        </p:nvGrpSpPr>
        <p:grpSpPr>
          <a:xfrm>
            <a:off x="440125" y="3756295"/>
            <a:ext cx="776900" cy="486300"/>
            <a:chOff x="457200" y="1466425"/>
            <a:chExt cx="776900" cy="486300"/>
          </a:xfrm>
        </p:grpSpPr>
        <p:sp>
          <p:nvSpPr>
            <p:cNvPr id="1267" name="Google Shape;1267;p170"/>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268" name="Google Shape;1268;p170"/>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69" name="Google Shape;1269;p170"/>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70" name="Google Shape;1270;p170"/>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1" name="Google Shape;1271;p170"/>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2" name="Google Shape;1272;p170"/>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3" name="Google Shape;1273;p170"/>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74" name="Google Shape;1274;p1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75" name="Google Shape;1275;p170"/>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6" name="Google Shape;1276;p170"/>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7" name="Google Shape;1277;p170"/>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8" name="Google Shape;1278;p170"/>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9" name="Google Shape;1279;p170"/>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80" name="Google Shape;1280;p170"/>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1">
  <p:cSld name="CUSTOM_11_1_1_2_2_1">
    <p:spTree>
      <p:nvGrpSpPr>
        <p:cNvPr id="1281" name="Shape 1281"/>
        <p:cNvGrpSpPr/>
        <p:nvPr/>
      </p:nvGrpSpPr>
      <p:grpSpPr>
        <a:xfrm>
          <a:off x="0" y="0"/>
          <a:ext cx="0" cy="0"/>
          <a:chOff x="0" y="0"/>
          <a:chExt cx="0" cy="0"/>
        </a:xfrm>
      </p:grpSpPr>
      <p:grpSp>
        <p:nvGrpSpPr>
          <p:cNvPr id="1282" name="Google Shape;1282;p171"/>
          <p:cNvGrpSpPr/>
          <p:nvPr/>
        </p:nvGrpSpPr>
        <p:grpSpPr>
          <a:xfrm>
            <a:off x="440125" y="1136875"/>
            <a:ext cx="776900" cy="486300"/>
            <a:chOff x="457200" y="1466425"/>
            <a:chExt cx="776900" cy="486300"/>
          </a:xfrm>
        </p:grpSpPr>
        <p:sp>
          <p:nvSpPr>
            <p:cNvPr id="1283" name="Google Shape;1283;p171"/>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0</a:t>
              </a:r>
              <a:r>
                <a:rPr lang="en" sz="3000">
                  <a:solidFill>
                    <a:schemeClr val="lt1"/>
                  </a:solidFill>
                  <a:latin typeface="Roboto"/>
                  <a:ea typeface="Roboto"/>
                  <a:cs typeface="Roboto"/>
                  <a:sym typeface="Roboto"/>
                </a:rPr>
                <a:t>5</a:t>
              </a:r>
              <a:endParaRPr i="0" sz="3000" u="none" cap="none" strike="noStrike">
                <a:solidFill>
                  <a:schemeClr val="lt1"/>
                </a:solidFill>
                <a:latin typeface="Roboto"/>
                <a:ea typeface="Roboto"/>
                <a:cs typeface="Roboto"/>
                <a:sym typeface="Roboto"/>
              </a:endParaRPr>
            </a:p>
          </p:txBody>
        </p:sp>
        <p:sp>
          <p:nvSpPr>
            <p:cNvPr id="1284" name="Google Shape;1284;p171"/>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285" name="Google Shape;1285;p171"/>
          <p:cNvGrpSpPr/>
          <p:nvPr/>
        </p:nvGrpSpPr>
        <p:grpSpPr>
          <a:xfrm>
            <a:off x="440125" y="1791730"/>
            <a:ext cx="776900" cy="486300"/>
            <a:chOff x="457200" y="1466425"/>
            <a:chExt cx="776900" cy="486300"/>
          </a:xfrm>
        </p:grpSpPr>
        <p:sp>
          <p:nvSpPr>
            <p:cNvPr id="1286" name="Google Shape;1286;p171"/>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a:ea typeface="Roboto"/>
                  <a:cs typeface="Roboto"/>
                  <a:sym typeface="Roboto"/>
                </a:rPr>
                <a:t>0</a:t>
              </a:r>
              <a:r>
                <a:rPr lang="en" sz="3000">
                  <a:solidFill>
                    <a:schemeClr val="dk2"/>
                  </a:solidFill>
                  <a:latin typeface="Roboto"/>
                  <a:ea typeface="Roboto"/>
                  <a:cs typeface="Roboto"/>
                  <a:sym typeface="Roboto"/>
                </a:rPr>
                <a:t>6</a:t>
              </a:r>
              <a:endParaRPr i="0" sz="3000" u="none" cap="none" strike="noStrike">
                <a:solidFill>
                  <a:schemeClr val="dk2"/>
                </a:solidFill>
                <a:latin typeface="Roboto"/>
                <a:ea typeface="Roboto"/>
                <a:cs typeface="Roboto"/>
                <a:sym typeface="Roboto"/>
              </a:endParaRPr>
            </a:p>
          </p:txBody>
        </p:sp>
        <p:sp>
          <p:nvSpPr>
            <p:cNvPr id="1287" name="Google Shape;1287;p171"/>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grpSp>
        <p:nvGrpSpPr>
          <p:cNvPr id="1288" name="Google Shape;1288;p171"/>
          <p:cNvGrpSpPr/>
          <p:nvPr/>
        </p:nvGrpSpPr>
        <p:grpSpPr>
          <a:xfrm>
            <a:off x="440125" y="2446585"/>
            <a:ext cx="776900" cy="486300"/>
            <a:chOff x="457200" y="1466425"/>
            <a:chExt cx="776900" cy="486300"/>
          </a:xfrm>
        </p:grpSpPr>
        <p:sp>
          <p:nvSpPr>
            <p:cNvPr id="1289" name="Google Shape;1289;p171"/>
            <p:cNvSpPr/>
            <p:nvPr/>
          </p:nvSpPr>
          <p:spPr>
            <a:xfrm>
              <a:off x="457200" y="1466425"/>
              <a:ext cx="695400" cy="48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a:ea typeface="Roboto"/>
                  <a:cs typeface="Roboto"/>
                  <a:sym typeface="Roboto"/>
                </a:rPr>
                <a:t>0</a:t>
              </a:r>
              <a:r>
                <a:rPr lang="en" sz="3000">
                  <a:solidFill>
                    <a:srgbClr val="FFFFFF"/>
                  </a:solidFill>
                  <a:latin typeface="Roboto"/>
                  <a:ea typeface="Roboto"/>
                  <a:cs typeface="Roboto"/>
                  <a:sym typeface="Roboto"/>
                </a:rPr>
                <a:t>7</a:t>
              </a:r>
              <a:endParaRPr i="0" sz="3000" u="none" cap="none" strike="noStrike">
                <a:solidFill>
                  <a:srgbClr val="FFFFFF"/>
                </a:solidFill>
                <a:latin typeface="Roboto"/>
                <a:ea typeface="Roboto"/>
                <a:cs typeface="Roboto"/>
                <a:sym typeface="Roboto"/>
              </a:endParaRPr>
            </a:p>
          </p:txBody>
        </p:sp>
        <p:sp>
          <p:nvSpPr>
            <p:cNvPr id="1290" name="Google Shape;1290;p171"/>
            <p:cNvSpPr/>
            <p:nvPr/>
          </p:nvSpPr>
          <p:spPr>
            <a:xfrm rot="5400000">
              <a:off x="973100" y="1624950"/>
              <a:ext cx="33337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1291" name="Google Shape;1291;p171"/>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292" name="Google Shape;1292;p171"/>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93" name="Google Shape;1293;p171"/>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294" name="Google Shape;1294;p1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171"/>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6" name="Google Shape;1296;p171"/>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7" name="Google Shape;1297;p171"/>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98" name="Google Shape;1298;p171"/>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_1">
    <p:spTree>
      <p:nvGrpSpPr>
        <p:cNvPr id="1299" name="Shape 1299"/>
        <p:cNvGrpSpPr/>
        <p:nvPr/>
      </p:nvGrpSpPr>
      <p:grpSpPr>
        <a:xfrm>
          <a:off x="0" y="0"/>
          <a:ext cx="0" cy="0"/>
          <a:chOff x="0" y="0"/>
          <a:chExt cx="0" cy="0"/>
        </a:xfrm>
      </p:grpSpPr>
      <p:sp>
        <p:nvSpPr>
          <p:cNvPr id="1300" name="Google Shape;1300;p17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1" name="Google Shape;1301;p172"/>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2" name="Google Shape;1302;p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2">
    <p:spTree>
      <p:nvGrpSpPr>
        <p:cNvPr id="1303" name="Shape 1303"/>
        <p:cNvGrpSpPr/>
        <p:nvPr/>
      </p:nvGrpSpPr>
      <p:grpSpPr>
        <a:xfrm>
          <a:off x="0" y="0"/>
          <a:ext cx="0" cy="0"/>
          <a:chOff x="0" y="0"/>
          <a:chExt cx="0" cy="0"/>
        </a:xfrm>
      </p:grpSpPr>
      <p:sp>
        <p:nvSpPr>
          <p:cNvPr id="1304" name="Google Shape;1304;p173"/>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5" name="Google Shape;1305;p173"/>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06" name="Google Shape;1306;p1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2">
  <p:cSld name="TITLE_AND_BODY_2_3">
    <p:spTree>
      <p:nvGrpSpPr>
        <p:cNvPr id="1307" name="Shape 1307"/>
        <p:cNvGrpSpPr/>
        <p:nvPr/>
      </p:nvGrpSpPr>
      <p:grpSpPr>
        <a:xfrm>
          <a:off x="0" y="0"/>
          <a:ext cx="0" cy="0"/>
          <a:chOff x="0" y="0"/>
          <a:chExt cx="0" cy="0"/>
        </a:xfrm>
      </p:grpSpPr>
      <p:sp>
        <p:nvSpPr>
          <p:cNvPr id="1308" name="Google Shape;1308;p174"/>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9" name="Google Shape;1309;p174"/>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0" name="Google Shape;1310;p1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3">
  <p:cSld name="TITLE_AND_BODY_2_4">
    <p:spTree>
      <p:nvGrpSpPr>
        <p:cNvPr id="1311" name="Shape 1311"/>
        <p:cNvGrpSpPr/>
        <p:nvPr/>
      </p:nvGrpSpPr>
      <p:grpSpPr>
        <a:xfrm>
          <a:off x="0" y="0"/>
          <a:ext cx="0" cy="0"/>
          <a:chOff x="0" y="0"/>
          <a:chExt cx="0" cy="0"/>
        </a:xfrm>
      </p:grpSpPr>
      <p:sp>
        <p:nvSpPr>
          <p:cNvPr id="1312" name="Google Shape;1312;p175"/>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13" name="Google Shape;1313;p175"/>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314" name="Google Shape;1314;p1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type="secHead">
  <p:cSld name="SECTION_HEADER">
    <p:bg>
      <p:bgPr>
        <a:solidFill>
          <a:srgbClr val="2E5E73"/>
        </a:solidFill>
      </p:bgPr>
    </p:bg>
    <p:spTree>
      <p:nvGrpSpPr>
        <p:cNvPr id="1318" name="Shape 1318"/>
        <p:cNvGrpSpPr/>
        <p:nvPr/>
      </p:nvGrpSpPr>
      <p:grpSpPr>
        <a:xfrm>
          <a:off x="0" y="0"/>
          <a:ext cx="0" cy="0"/>
          <a:chOff x="0" y="0"/>
          <a:chExt cx="0" cy="0"/>
        </a:xfrm>
      </p:grpSpPr>
      <p:cxnSp>
        <p:nvCxnSpPr>
          <p:cNvPr id="1319" name="Google Shape;1319;p177"/>
          <p:cNvCxnSpPr/>
          <p:nvPr/>
        </p:nvCxnSpPr>
        <p:spPr>
          <a:xfrm>
            <a:off x="4347750" y="1976050"/>
            <a:ext cx="968700" cy="0"/>
          </a:xfrm>
          <a:prstGeom prst="straightConnector1">
            <a:avLst/>
          </a:prstGeom>
          <a:noFill/>
          <a:ln cap="flat" cmpd="sng" w="19050">
            <a:solidFill>
              <a:srgbClr val="FFFFFF"/>
            </a:solidFill>
            <a:prstDash val="solid"/>
            <a:round/>
            <a:headEnd len="med" w="med" type="none"/>
            <a:tailEnd len="med" w="med" type="none"/>
          </a:ln>
        </p:spPr>
      </p:cxnSp>
      <p:cxnSp>
        <p:nvCxnSpPr>
          <p:cNvPr id="1320" name="Google Shape;1320;p177"/>
          <p:cNvCxnSpPr/>
          <p:nvPr/>
        </p:nvCxnSpPr>
        <p:spPr>
          <a:xfrm>
            <a:off x="4358200" y="1975950"/>
            <a:ext cx="5446500" cy="0"/>
          </a:xfrm>
          <a:prstGeom prst="straightConnector1">
            <a:avLst/>
          </a:prstGeom>
          <a:noFill/>
          <a:ln cap="flat" cmpd="sng" w="19050">
            <a:solidFill>
              <a:srgbClr val="FFFFFF"/>
            </a:solidFill>
            <a:prstDash val="solid"/>
            <a:round/>
            <a:headEnd len="med" w="med" type="none"/>
            <a:tailEnd len="med" w="med" type="oval"/>
          </a:ln>
        </p:spPr>
      </p:cxnSp>
      <p:sp>
        <p:nvSpPr>
          <p:cNvPr id="1321" name="Google Shape;1321;p177"/>
          <p:cNvSpPr txBox="1"/>
          <p:nvPr>
            <p:ph type="title"/>
          </p:nvPr>
        </p:nvSpPr>
        <p:spPr>
          <a:xfrm>
            <a:off x="4233672" y="1975950"/>
            <a:ext cx="4909200" cy="1204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322" name="Google Shape;1322;p177"/>
          <p:cNvSpPr txBox="1"/>
          <p:nvPr>
            <p:ph idx="1" type="subTitle"/>
          </p:nvPr>
        </p:nvSpPr>
        <p:spPr>
          <a:xfrm>
            <a:off x="4234700" y="1475700"/>
            <a:ext cx="4909200" cy="4902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4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4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4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4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4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4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4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400"/>
              <a:buFont typeface="Roboto"/>
              <a:buNone/>
              <a:defRPr>
                <a:solidFill>
                  <a:schemeClr val="lt1"/>
                </a:solidFill>
                <a:latin typeface="Roboto"/>
                <a:ea typeface="Roboto"/>
                <a:cs typeface="Roboto"/>
                <a:sym typeface="Roboto"/>
              </a:defRPr>
            </a:lvl9pPr>
          </a:lstStyle>
          <a:p/>
        </p:txBody>
      </p:sp>
      <p:sp>
        <p:nvSpPr>
          <p:cNvPr id="1323" name="Google Shape;1323;p177"/>
          <p:cNvSpPr txBox="1"/>
          <p:nvPr>
            <p:ph idx="2" type="subTitle"/>
          </p:nvPr>
        </p:nvSpPr>
        <p:spPr>
          <a:xfrm>
            <a:off x="4271500" y="3046550"/>
            <a:ext cx="4871400" cy="4902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200"/>
              <a:buNone/>
              <a:defRPr sz="12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324" name="Google Shape;1324;p1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1325" name="Google Shape;1325;p177"/>
          <p:cNvSpPr txBox="1"/>
          <p:nvPr/>
        </p:nvSpPr>
        <p:spPr>
          <a:xfrm>
            <a:off x="0" y="4850400"/>
            <a:ext cx="5022000" cy="307800"/>
          </a:xfrm>
          <a:prstGeom prst="rect">
            <a:avLst/>
          </a:prstGeom>
          <a:noFill/>
          <a:ln>
            <a:noFill/>
          </a:ln>
        </p:spPr>
        <p:txBody>
          <a:bodyPr anchorCtr="0" anchor="t" bIns="91425" lIns="365750" spcFirstLastPara="1" rIns="91425" wrap="square" tIns="91425">
            <a:spAutoFit/>
          </a:bodyPr>
          <a:lstStyle/>
          <a:p>
            <a:pPr indent="-228600" lvl="0" marL="0" rtl="0" algn="l">
              <a:lnSpc>
                <a:spcPct val="115000"/>
              </a:lnSpc>
              <a:spcBef>
                <a:spcPts val="0"/>
              </a:spcBef>
              <a:spcAft>
                <a:spcPts val="1600"/>
              </a:spcAft>
              <a:buNone/>
            </a:pPr>
            <a:r>
              <a:rPr lang="en" sz="800">
                <a:solidFill>
                  <a:srgbClr val="FFFFFF"/>
                </a:solidFill>
                <a:latin typeface="Roboto Light"/>
                <a:ea typeface="Roboto Light"/>
                <a:cs typeface="Roboto Light"/>
                <a:sym typeface="Roboto Light"/>
              </a:rPr>
              <a:t>© 2023 edX Boot Camps LLC. Confidential and Proprietary. All Rights Reserved.</a:t>
            </a:r>
            <a:endParaRPr sz="1000">
              <a:solidFill>
                <a:srgbClr val="FFFFFF"/>
              </a:solidFill>
              <a:latin typeface="Roboto Light"/>
              <a:ea typeface="Roboto Light"/>
              <a:cs typeface="Roboto Light"/>
              <a:sym typeface="Roboto Light"/>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
    <p:bg>
      <p:bgPr>
        <a:solidFill>
          <a:srgbClr val="F2F2F2"/>
        </a:solidFill>
      </p:bgPr>
    </p:bg>
    <p:spTree>
      <p:nvGrpSpPr>
        <p:cNvPr id="1326" name="Shape 1326"/>
        <p:cNvGrpSpPr/>
        <p:nvPr/>
      </p:nvGrpSpPr>
      <p:grpSpPr>
        <a:xfrm>
          <a:off x="0" y="0"/>
          <a:ext cx="0" cy="0"/>
          <a:chOff x="0" y="0"/>
          <a:chExt cx="0" cy="0"/>
        </a:xfrm>
      </p:grpSpPr>
      <p:sp>
        <p:nvSpPr>
          <p:cNvPr id="1327" name="Google Shape;1327;p178"/>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None/>
              <a:defRPr sz="4000">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2">
  <p:cSld name="CUSTOM_26_1">
    <p:bg>
      <p:bgPr>
        <a:solidFill>
          <a:srgbClr val="F2F2F2"/>
        </a:solidFill>
      </p:bgPr>
    </p:bg>
    <p:spTree>
      <p:nvGrpSpPr>
        <p:cNvPr id="1328" name="Shape 1328"/>
        <p:cNvGrpSpPr/>
        <p:nvPr/>
      </p:nvGrpSpPr>
      <p:grpSpPr>
        <a:xfrm>
          <a:off x="0" y="0"/>
          <a:ext cx="0" cy="0"/>
          <a:chOff x="0" y="0"/>
          <a:chExt cx="0" cy="0"/>
        </a:xfrm>
      </p:grpSpPr>
      <p:sp>
        <p:nvSpPr>
          <p:cNvPr id="1329" name="Google Shape;1329;p179"/>
          <p:cNvSpPr txBox="1"/>
          <p:nvPr>
            <p:ph type="title"/>
          </p:nvPr>
        </p:nvSpPr>
        <p:spPr>
          <a:xfrm>
            <a:off x="0" y="2922900"/>
            <a:ext cx="9144000" cy="740700"/>
          </a:xfrm>
          <a:prstGeom prst="rect">
            <a:avLst/>
          </a:prstGeom>
        </p:spPr>
        <p:txBody>
          <a:bodyPr anchorCtr="0" anchor="t" bIns="91425" lIns="0" spcFirstLastPara="1" rIns="0" wrap="square" tIns="91425">
            <a:noAutofit/>
          </a:bodyPr>
          <a:lstStyle>
            <a:lvl1pPr lvl="0" algn="ctr">
              <a:spcBef>
                <a:spcPts val="0"/>
              </a:spcBef>
              <a:spcAft>
                <a:spcPts val="0"/>
              </a:spcAft>
              <a:buSzPts val="4000"/>
              <a:buNone/>
              <a:defRPr sz="4000">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330" name="Google Shape;1330;p179"/>
          <p:cNvSpPr/>
          <p:nvPr/>
        </p:nvSpPr>
        <p:spPr>
          <a:xfrm>
            <a:off x="373110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2 1">
  <p:cSld name="CUSTOM_26_1_1">
    <p:bg>
      <p:bgPr>
        <a:solidFill>
          <a:srgbClr val="F2F2F2"/>
        </a:solidFill>
      </p:bgPr>
    </p:bg>
    <p:spTree>
      <p:nvGrpSpPr>
        <p:cNvPr id="1331" name="Shape 1331"/>
        <p:cNvGrpSpPr/>
        <p:nvPr/>
      </p:nvGrpSpPr>
      <p:grpSpPr>
        <a:xfrm>
          <a:off x="0" y="0"/>
          <a:ext cx="0" cy="0"/>
          <a:chOff x="0" y="0"/>
          <a:chExt cx="0" cy="0"/>
        </a:xfrm>
      </p:grpSpPr>
      <p:sp>
        <p:nvSpPr>
          <p:cNvPr id="1332" name="Google Shape;1332;p180"/>
          <p:cNvSpPr/>
          <p:nvPr/>
        </p:nvSpPr>
        <p:spPr>
          <a:xfrm>
            <a:off x="373110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80"/>
          <p:cNvSpPr txBox="1"/>
          <p:nvPr/>
        </p:nvSpPr>
        <p:spPr>
          <a:xfrm>
            <a:off x="0" y="2922900"/>
            <a:ext cx="9144000" cy="7407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rgbClr val="2E5E73"/>
                </a:solidFill>
                <a:latin typeface="Roboto Light"/>
                <a:ea typeface="Roboto Light"/>
                <a:cs typeface="Roboto Light"/>
                <a:sym typeface="Roboto Light"/>
              </a:rPr>
              <a:t>Welcome</a:t>
            </a:r>
            <a:endParaRPr b="1" sz="4000">
              <a:solidFill>
                <a:srgbClr val="2E5E73"/>
              </a:solidFill>
              <a:latin typeface="Roboto Light"/>
              <a:ea typeface="Roboto Light"/>
              <a:cs typeface="Roboto Light"/>
              <a:sym typeface="Roboto Light"/>
            </a:endParaRPr>
          </a:p>
        </p:txBody>
      </p:sp>
      <p:pic>
        <p:nvPicPr>
          <p:cNvPr id="1334" name="Google Shape;1334;p180"/>
          <p:cNvPicPr preferRelativeResize="0"/>
          <p:nvPr/>
        </p:nvPicPr>
        <p:blipFill>
          <a:blip r:embed="rId2">
            <a:alphaModFix/>
          </a:blip>
          <a:stretch>
            <a:fillRect/>
          </a:stretch>
        </p:blipFill>
        <p:spPr>
          <a:xfrm>
            <a:off x="3911125" y="1512075"/>
            <a:ext cx="1321750" cy="985825"/>
          </a:xfrm>
          <a:prstGeom prst="rect">
            <a:avLst/>
          </a:prstGeom>
          <a:noFill/>
          <a:ln>
            <a:noFill/>
          </a:ln>
        </p:spPr>
      </p:pic>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1335" name="Shape 1335"/>
        <p:cNvGrpSpPr/>
        <p:nvPr/>
      </p:nvGrpSpPr>
      <p:grpSpPr>
        <a:xfrm>
          <a:off x="0" y="0"/>
          <a:ext cx="0" cy="0"/>
          <a:chOff x="0" y="0"/>
          <a:chExt cx="0" cy="0"/>
        </a:xfrm>
      </p:grpSpPr>
      <p:sp>
        <p:nvSpPr>
          <p:cNvPr id="1336" name="Google Shape;1336;p181"/>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81"/>
          <p:cNvSpPr txBox="1"/>
          <p:nvPr/>
        </p:nvSpPr>
        <p:spPr>
          <a:xfrm>
            <a:off x="710290" y="1039031"/>
            <a:ext cx="64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01.</a:t>
            </a:r>
            <a:endParaRPr b="1" sz="2400">
              <a:solidFill>
                <a:srgbClr val="2E5E73"/>
              </a:solidFill>
              <a:latin typeface="Roboto"/>
              <a:ea typeface="Roboto"/>
              <a:cs typeface="Roboto"/>
              <a:sym typeface="Roboto"/>
            </a:endParaRPr>
          </a:p>
        </p:txBody>
      </p:sp>
      <p:sp>
        <p:nvSpPr>
          <p:cNvPr id="1338" name="Google Shape;1338;p181"/>
          <p:cNvSpPr txBox="1"/>
          <p:nvPr/>
        </p:nvSpPr>
        <p:spPr>
          <a:xfrm>
            <a:off x="710290" y="1691406"/>
            <a:ext cx="64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02.</a:t>
            </a:r>
            <a:endParaRPr b="1" sz="2400">
              <a:solidFill>
                <a:srgbClr val="2E5E73"/>
              </a:solidFill>
              <a:latin typeface="Roboto"/>
              <a:ea typeface="Roboto"/>
              <a:cs typeface="Roboto"/>
              <a:sym typeface="Roboto"/>
            </a:endParaRPr>
          </a:p>
        </p:txBody>
      </p:sp>
      <p:sp>
        <p:nvSpPr>
          <p:cNvPr id="1339" name="Google Shape;1339;p181"/>
          <p:cNvSpPr txBox="1"/>
          <p:nvPr/>
        </p:nvSpPr>
        <p:spPr>
          <a:xfrm>
            <a:off x="710290" y="2322756"/>
            <a:ext cx="64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03.</a:t>
            </a:r>
            <a:endParaRPr b="1" sz="2400">
              <a:solidFill>
                <a:srgbClr val="2E5E73"/>
              </a:solidFill>
              <a:latin typeface="Roboto"/>
              <a:ea typeface="Roboto"/>
              <a:cs typeface="Roboto"/>
              <a:sym typeface="Roboto"/>
            </a:endParaRPr>
          </a:p>
        </p:txBody>
      </p:sp>
      <p:sp>
        <p:nvSpPr>
          <p:cNvPr id="1340" name="Google Shape;1340;p181"/>
          <p:cNvSpPr txBox="1"/>
          <p:nvPr/>
        </p:nvSpPr>
        <p:spPr>
          <a:xfrm>
            <a:off x="710290" y="2954106"/>
            <a:ext cx="64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04.</a:t>
            </a:r>
            <a:endParaRPr b="1" sz="2400">
              <a:solidFill>
                <a:srgbClr val="2E5E73"/>
              </a:solidFill>
              <a:latin typeface="Roboto"/>
              <a:ea typeface="Roboto"/>
              <a:cs typeface="Roboto"/>
              <a:sym typeface="Roboto"/>
            </a:endParaRPr>
          </a:p>
        </p:txBody>
      </p:sp>
      <p:sp>
        <p:nvSpPr>
          <p:cNvPr id="1341" name="Google Shape;1341;p181"/>
          <p:cNvSpPr txBox="1"/>
          <p:nvPr/>
        </p:nvSpPr>
        <p:spPr>
          <a:xfrm>
            <a:off x="710290" y="3585431"/>
            <a:ext cx="644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05.</a:t>
            </a:r>
            <a:endParaRPr b="1" sz="2400">
              <a:solidFill>
                <a:srgbClr val="2E5E73"/>
              </a:solidFill>
              <a:latin typeface="Roboto"/>
              <a:ea typeface="Roboto"/>
              <a:cs typeface="Roboto"/>
              <a:sym typeface="Roboto"/>
            </a:endParaRPr>
          </a:p>
        </p:txBody>
      </p:sp>
      <p:sp>
        <p:nvSpPr>
          <p:cNvPr id="1342" name="Google Shape;1342;p181"/>
          <p:cNvSpPr txBox="1"/>
          <p:nvPr/>
        </p:nvSpPr>
        <p:spPr>
          <a:xfrm>
            <a:off x="5380615" y="1039031"/>
            <a:ext cx="69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06.</a:t>
            </a:r>
            <a:endParaRPr b="1" sz="2400">
              <a:solidFill>
                <a:srgbClr val="2E5E73"/>
              </a:solidFill>
              <a:latin typeface="Roboto"/>
              <a:ea typeface="Roboto"/>
              <a:cs typeface="Roboto"/>
              <a:sym typeface="Roboto"/>
            </a:endParaRPr>
          </a:p>
        </p:txBody>
      </p:sp>
      <p:sp>
        <p:nvSpPr>
          <p:cNvPr id="1343" name="Google Shape;1343;p181"/>
          <p:cNvSpPr txBox="1"/>
          <p:nvPr/>
        </p:nvSpPr>
        <p:spPr>
          <a:xfrm>
            <a:off x="5380615" y="1691406"/>
            <a:ext cx="69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07.</a:t>
            </a:r>
            <a:endParaRPr b="1" sz="2400">
              <a:solidFill>
                <a:srgbClr val="2E5E73"/>
              </a:solidFill>
              <a:latin typeface="Roboto"/>
              <a:ea typeface="Roboto"/>
              <a:cs typeface="Roboto"/>
              <a:sym typeface="Roboto"/>
            </a:endParaRPr>
          </a:p>
        </p:txBody>
      </p:sp>
      <p:sp>
        <p:nvSpPr>
          <p:cNvPr id="1344" name="Google Shape;1344;p181"/>
          <p:cNvSpPr txBox="1"/>
          <p:nvPr/>
        </p:nvSpPr>
        <p:spPr>
          <a:xfrm>
            <a:off x="5380615" y="2322756"/>
            <a:ext cx="69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08.</a:t>
            </a:r>
            <a:endParaRPr b="1" sz="2400">
              <a:solidFill>
                <a:srgbClr val="2E5E73"/>
              </a:solidFill>
              <a:latin typeface="Roboto"/>
              <a:ea typeface="Roboto"/>
              <a:cs typeface="Roboto"/>
              <a:sym typeface="Roboto"/>
            </a:endParaRPr>
          </a:p>
        </p:txBody>
      </p:sp>
      <p:sp>
        <p:nvSpPr>
          <p:cNvPr id="1345" name="Google Shape;1345;p181"/>
          <p:cNvSpPr txBox="1"/>
          <p:nvPr/>
        </p:nvSpPr>
        <p:spPr>
          <a:xfrm>
            <a:off x="5380615" y="2954106"/>
            <a:ext cx="69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09.</a:t>
            </a:r>
            <a:endParaRPr b="1" sz="2400">
              <a:solidFill>
                <a:srgbClr val="2E5E73"/>
              </a:solidFill>
              <a:latin typeface="Roboto"/>
              <a:ea typeface="Roboto"/>
              <a:cs typeface="Roboto"/>
              <a:sym typeface="Roboto"/>
            </a:endParaRPr>
          </a:p>
        </p:txBody>
      </p:sp>
      <p:sp>
        <p:nvSpPr>
          <p:cNvPr id="1346" name="Google Shape;1346;p181"/>
          <p:cNvSpPr txBox="1"/>
          <p:nvPr/>
        </p:nvSpPr>
        <p:spPr>
          <a:xfrm>
            <a:off x="5380615" y="3585431"/>
            <a:ext cx="693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10.</a:t>
            </a:r>
            <a:endParaRPr b="1" sz="2400">
              <a:solidFill>
                <a:srgbClr val="2E5E73"/>
              </a:solidFill>
              <a:latin typeface="Roboto"/>
              <a:ea typeface="Roboto"/>
              <a:cs typeface="Roboto"/>
              <a:sym typeface="Roboto"/>
            </a:endParaRPr>
          </a:p>
        </p:txBody>
      </p:sp>
      <p:pic>
        <p:nvPicPr>
          <p:cNvPr id="1347" name="Google Shape;1347;p181"/>
          <p:cNvPicPr preferRelativeResize="0"/>
          <p:nvPr/>
        </p:nvPicPr>
        <p:blipFill>
          <a:blip r:embed="rId2">
            <a:alphaModFix/>
          </a:blip>
          <a:stretch>
            <a:fillRect/>
          </a:stretch>
        </p:blipFill>
        <p:spPr>
          <a:xfrm>
            <a:off x="264588" y="319875"/>
            <a:ext cx="315580" cy="400200"/>
          </a:xfrm>
          <a:prstGeom prst="rect">
            <a:avLst/>
          </a:prstGeom>
          <a:noFill/>
          <a:ln>
            <a:noFill/>
          </a:ln>
        </p:spPr>
      </p:pic>
      <p:sp>
        <p:nvSpPr>
          <p:cNvPr id="1348" name="Google Shape;1348;p181"/>
          <p:cNvSpPr txBox="1"/>
          <p:nvPr>
            <p:ph idx="1" type="subTitle"/>
          </p:nvPr>
        </p:nvSpPr>
        <p:spPr>
          <a:xfrm>
            <a:off x="1224625" y="1129175"/>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9" name="Google Shape;1349;p181"/>
          <p:cNvSpPr txBox="1"/>
          <p:nvPr>
            <p:ph idx="2" type="subTitle"/>
          </p:nvPr>
        </p:nvSpPr>
        <p:spPr>
          <a:xfrm>
            <a:off x="1224625" y="1757838"/>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0" name="Google Shape;1350;p181"/>
          <p:cNvSpPr txBox="1"/>
          <p:nvPr>
            <p:ph idx="3" type="subTitle"/>
          </p:nvPr>
        </p:nvSpPr>
        <p:spPr>
          <a:xfrm>
            <a:off x="1224625" y="2399688"/>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1" name="Google Shape;1351;p181"/>
          <p:cNvSpPr txBox="1"/>
          <p:nvPr>
            <p:ph idx="4" type="subTitle"/>
          </p:nvPr>
        </p:nvSpPr>
        <p:spPr>
          <a:xfrm>
            <a:off x="1224625" y="3031025"/>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2" name="Google Shape;1352;p181"/>
          <p:cNvSpPr txBox="1"/>
          <p:nvPr>
            <p:ph idx="5" type="subTitle"/>
          </p:nvPr>
        </p:nvSpPr>
        <p:spPr>
          <a:xfrm>
            <a:off x="1224625" y="3662400"/>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3" name="Google Shape;1353;p181"/>
          <p:cNvSpPr txBox="1"/>
          <p:nvPr>
            <p:ph idx="6" type="subTitle"/>
          </p:nvPr>
        </p:nvSpPr>
        <p:spPr>
          <a:xfrm>
            <a:off x="5989200" y="1129175"/>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4" name="Google Shape;1354;p181"/>
          <p:cNvSpPr txBox="1"/>
          <p:nvPr>
            <p:ph idx="7" type="subTitle"/>
          </p:nvPr>
        </p:nvSpPr>
        <p:spPr>
          <a:xfrm>
            <a:off x="5989200" y="1757838"/>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5" name="Google Shape;1355;p181"/>
          <p:cNvSpPr txBox="1"/>
          <p:nvPr>
            <p:ph idx="8" type="subTitle"/>
          </p:nvPr>
        </p:nvSpPr>
        <p:spPr>
          <a:xfrm>
            <a:off x="5989200" y="2399688"/>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6" name="Google Shape;1356;p181"/>
          <p:cNvSpPr txBox="1"/>
          <p:nvPr>
            <p:ph idx="9" type="subTitle"/>
          </p:nvPr>
        </p:nvSpPr>
        <p:spPr>
          <a:xfrm>
            <a:off x="5989200" y="3031025"/>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7" name="Google Shape;1357;p181"/>
          <p:cNvSpPr txBox="1"/>
          <p:nvPr>
            <p:ph idx="13" type="subTitle"/>
          </p:nvPr>
        </p:nvSpPr>
        <p:spPr>
          <a:xfrm>
            <a:off x="5989200" y="3662400"/>
            <a:ext cx="39711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8" name="Google Shape;1358;p181"/>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9" name="Google Shape;1359;p181"/>
          <p:cNvSpPr txBox="1"/>
          <p:nvPr>
            <p:ph idx="1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lide 01">
  <p:cSld name="CUSTOM_21">
    <p:spTree>
      <p:nvGrpSpPr>
        <p:cNvPr id="1360" name="Shape 1360"/>
        <p:cNvGrpSpPr/>
        <p:nvPr/>
      </p:nvGrpSpPr>
      <p:grpSpPr>
        <a:xfrm>
          <a:off x="0" y="0"/>
          <a:ext cx="0" cy="0"/>
          <a:chOff x="0" y="0"/>
          <a:chExt cx="0" cy="0"/>
        </a:xfrm>
      </p:grpSpPr>
      <p:sp>
        <p:nvSpPr>
          <p:cNvPr id="1361" name="Google Shape;1361;p182"/>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82"/>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82"/>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82"/>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82"/>
          <p:cNvSpPr/>
          <p:nvPr/>
        </p:nvSpPr>
        <p:spPr>
          <a:xfrm>
            <a:off x="953325" y="434773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82"/>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82"/>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368" name="Google Shape;1368;p182"/>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369" name="Google Shape;1369;p182"/>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370" name="Google Shape;1370;p182"/>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371" name="Google Shape;1371;p182"/>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372" name="Google Shape;1372;p182"/>
          <p:cNvSpPr/>
          <p:nvPr/>
        </p:nvSpPr>
        <p:spPr>
          <a:xfrm>
            <a:off x="802850" y="4297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6</a:t>
            </a:r>
            <a:endParaRPr>
              <a:solidFill>
                <a:srgbClr val="082D49"/>
              </a:solidFill>
            </a:endParaRPr>
          </a:p>
        </p:txBody>
      </p:sp>
      <p:sp>
        <p:nvSpPr>
          <p:cNvPr id="1373" name="Google Shape;1373;p182"/>
          <p:cNvSpPr txBox="1"/>
          <p:nvPr>
            <p:ph idx="1" type="subTitle"/>
          </p:nvPr>
        </p:nvSpPr>
        <p:spPr>
          <a:xfrm>
            <a:off x="1224625" y="112917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4" name="Google Shape;1374;p182"/>
          <p:cNvSpPr txBox="1"/>
          <p:nvPr>
            <p:ph idx="2" type="subTitle"/>
          </p:nvPr>
        </p:nvSpPr>
        <p:spPr>
          <a:xfrm>
            <a:off x="1224625" y="17936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5" name="Google Shape;1375;p182"/>
          <p:cNvSpPr txBox="1"/>
          <p:nvPr>
            <p:ph idx="3" type="subTitle"/>
          </p:nvPr>
        </p:nvSpPr>
        <p:spPr>
          <a:xfrm>
            <a:off x="1224625" y="24357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6" name="Google Shape;1376;p182"/>
          <p:cNvSpPr txBox="1"/>
          <p:nvPr>
            <p:ph idx="4" type="subTitle"/>
          </p:nvPr>
        </p:nvSpPr>
        <p:spPr>
          <a:xfrm>
            <a:off x="1224625" y="306352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7" name="Google Shape;1377;p182"/>
          <p:cNvSpPr txBox="1"/>
          <p:nvPr>
            <p:ph idx="5" type="subTitle"/>
          </p:nvPr>
        </p:nvSpPr>
        <p:spPr>
          <a:xfrm>
            <a:off x="1224625" y="372803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8" name="Google Shape;1378;p182"/>
          <p:cNvSpPr txBox="1"/>
          <p:nvPr>
            <p:ph idx="6" type="subTitle"/>
          </p:nvPr>
        </p:nvSpPr>
        <p:spPr>
          <a:xfrm>
            <a:off x="1224625" y="437013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79" name="Google Shape;1379;p182"/>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1380" name="Google Shape;1380;p182"/>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1" name="Google Shape;1381;p182"/>
          <p:cNvSpPr txBox="1"/>
          <p:nvPr>
            <p:ph idx="7"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2" name="Google Shape;1382;p182"/>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3" name="Google Shape;1383;p182"/>
          <p:cNvPicPr preferRelativeResize="0"/>
          <p:nvPr/>
        </p:nvPicPr>
        <p:blipFill>
          <a:blip r:embed="rId2">
            <a:alphaModFix/>
          </a:blip>
          <a:stretch>
            <a:fillRect/>
          </a:stretch>
        </p:blipFill>
        <p:spPr>
          <a:xfrm>
            <a:off x="192875" y="284200"/>
            <a:ext cx="459000" cy="471541"/>
          </a:xfrm>
          <a:prstGeom prst="rect">
            <a:avLst/>
          </a:prstGeom>
          <a:noFill/>
          <a:ln>
            <a:noFill/>
          </a:ln>
        </p:spPr>
      </p:pic>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slide 02">
  <p:cSld name="CUSTOM_21_2">
    <p:spTree>
      <p:nvGrpSpPr>
        <p:cNvPr id="1384" name="Shape 1384"/>
        <p:cNvGrpSpPr/>
        <p:nvPr/>
      </p:nvGrpSpPr>
      <p:grpSpPr>
        <a:xfrm>
          <a:off x="0" y="0"/>
          <a:ext cx="0" cy="0"/>
          <a:chOff x="0" y="0"/>
          <a:chExt cx="0" cy="0"/>
        </a:xfrm>
      </p:grpSpPr>
      <p:cxnSp>
        <p:nvCxnSpPr>
          <p:cNvPr id="1385" name="Google Shape;1385;p183"/>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1386" name="Google Shape;1386;p183"/>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7" name="Google Shape;1387;p183"/>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8" name="Google Shape;1388;p183"/>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9" name="Google Shape;1389;p183"/>
          <p:cNvPicPr preferRelativeResize="0"/>
          <p:nvPr/>
        </p:nvPicPr>
        <p:blipFill>
          <a:blip r:embed="rId2">
            <a:alphaModFix/>
          </a:blip>
          <a:stretch>
            <a:fillRect/>
          </a:stretch>
        </p:blipFill>
        <p:spPr>
          <a:xfrm>
            <a:off x="192875" y="284200"/>
            <a:ext cx="459000" cy="471541"/>
          </a:xfrm>
          <a:prstGeom prst="rect">
            <a:avLst/>
          </a:prstGeom>
          <a:noFill/>
          <a:ln>
            <a:noFill/>
          </a:ln>
        </p:spPr>
      </p:pic>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
    <p:bg>
      <p:bgPr>
        <a:solidFill>
          <a:srgbClr val="F2F2F2"/>
        </a:solidFill>
      </p:bgPr>
    </p:bg>
    <p:spTree>
      <p:nvGrpSpPr>
        <p:cNvPr id="1390" name="Shape 1390"/>
        <p:cNvGrpSpPr/>
        <p:nvPr/>
      </p:nvGrpSpPr>
      <p:grpSpPr>
        <a:xfrm>
          <a:off x="0" y="0"/>
          <a:ext cx="0" cy="0"/>
          <a:chOff x="0" y="0"/>
          <a:chExt cx="0" cy="0"/>
        </a:xfrm>
      </p:grpSpPr>
      <p:sp>
        <p:nvSpPr>
          <p:cNvPr id="1391" name="Google Shape;1391;p184"/>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84"/>
          <p:cNvSpPr txBox="1"/>
          <p:nvPr/>
        </p:nvSpPr>
        <p:spPr>
          <a:xfrm>
            <a:off x="-5875" y="203600"/>
            <a:ext cx="91686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Activity: </a:t>
            </a:r>
            <a:endParaRPr b="1" sz="2400">
              <a:solidFill>
                <a:srgbClr val="2E5E73"/>
              </a:solidFill>
              <a:latin typeface="Roboto"/>
              <a:ea typeface="Roboto"/>
              <a:cs typeface="Roboto"/>
              <a:sym typeface="Roboto"/>
            </a:endParaRPr>
          </a:p>
        </p:txBody>
      </p:sp>
      <p:sp>
        <p:nvSpPr>
          <p:cNvPr id="1393" name="Google Shape;1393;p184"/>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a:solidFill>
                  <a:srgbClr val="2E5E73"/>
                </a:solidFill>
                <a:latin typeface="Roboto"/>
                <a:ea typeface="Roboto"/>
                <a:cs typeface="Roboto"/>
                <a:sym typeface="Roboto"/>
              </a:rPr>
              <a:t>Suggested Time:</a:t>
            </a:r>
            <a:endParaRPr b="1">
              <a:solidFill>
                <a:srgbClr val="2E5E73"/>
              </a:solidFill>
              <a:latin typeface="Roboto"/>
              <a:ea typeface="Roboto"/>
              <a:cs typeface="Roboto"/>
              <a:sym typeface="Roboto"/>
            </a:endParaRPr>
          </a:p>
        </p:txBody>
      </p:sp>
      <p:pic>
        <p:nvPicPr>
          <p:cNvPr id="1394" name="Google Shape;1394;p184"/>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1395" name="Google Shape;1395;p184"/>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1396" name="Google Shape;1396;p184"/>
          <p:cNvSpPr txBox="1"/>
          <p:nvPr>
            <p:ph idx="1" type="subTitle"/>
          </p:nvPr>
        </p:nvSpPr>
        <p:spPr>
          <a:xfrm>
            <a:off x="818575" y="1726975"/>
            <a:ext cx="6518700" cy="2116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7" name="Google Shape;1397;p184"/>
          <p:cNvSpPr txBox="1"/>
          <p:nvPr>
            <p:ph idx="2" type="subTitle"/>
          </p:nvPr>
        </p:nvSpPr>
        <p:spPr>
          <a:xfrm>
            <a:off x="0" y="4246400"/>
            <a:ext cx="8703600" cy="3231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sz="14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pic>
        <p:nvPicPr>
          <p:cNvPr id="1398" name="Google Shape;1398;p184"/>
          <p:cNvPicPr preferRelativeResize="0"/>
          <p:nvPr/>
        </p:nvPicPr>
        <p:blipFill>
          <a:blip r:embed="rId3">
            <a:alphaModFix/>
          </a:blip>
          <a:stretch>
            <a:fillRect/>
          </a:stretch>
        </p:blipFill>
        <p:spPr>
          <a:xfrm>
            <a:off x="222821" y="323175"/>
            <a:ext cx="399107" cy="393600"/>
          </a:xfrm>
          <a:prstGeom prst="rect">
            <a:avLst/>
          </a:prstGeom>
          <a:noFill/>
          <a:ln>
            <a:noFill/>
          </a:ln>
        </p:spPr>
      </p:pic>
      <p:sp>
        <p:nvSpPr>
          <p:cNvPr id="1399" name="Google Shape;1399;p184"/>
          <p:cNvSpPr txBox="1"/>
          <p:nvPr>
            <p:ph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st to Five Slide">
  <p:cSld name="CUSTOM_23_1">
    <p:bg>
      <p:bgPr>
        <a:solidFill>
          <a:srgbClr val="F2F2F2"/>
        </a:solidFill>
      </p:bgPr>
    </p:bg>
    <p:spTree>
      <p:nvGrpSpPr>
        <p:cNvPr id="1400" name="Shape 1400"/>
        <p:cNvGrpSpPr/>
        <p:nvPr/>
      </p:nvGrpSpPr>
      <p:grpSpPr>
        <a:xfrm>
          <a:off x="0" y="0"/>
          <a:ext cx="0" cy="0"/>
          <a:chOff x="0" y="0"/>
          <a:chExt cx="0" cy="0"/>
        </a:xfrm>
      </p:grpSpPr>
      <p:sp>
        <p:nvSpPr>
          <p:cNvPr id="1401" name="Google Shape;1401;p185"/>
          <p:cNvSpPr/>
          <p:nvPr/>
        </p:nvSpPr>
        <p:spPr>
          <a:xfrm>
            <a:off x="136025" y="12740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85"/>
          <p:cNvSpPr txBox="1"/>
          <p:nvPr/>
        </p:nvSpPr>
        <p:spPr>
          <a:xfrm>
            <a:off x="0" y="269550"/>
            <a:ext cx="9144000" cy="393600"/>
          </a:xfrm>
          <a:prstGeom prst="rect">
            <a:avLst/>
          </a:prstGeom>
          <a:noFill/>
          <a:ln>
            <a:noFill/>
          </a:ln>
        </p:spPr>
        <p:txBody>
          <a:bodyPr anchorCtr="0" anchor="ctr" bIns="91425" lIns="822950" spcFirstLastPara="1" rIns="91425" wrap="square" tIns="91425">
            <a:noAutofit/>
          </a:bodyPr>
          <a:lstStyle/>
          <a:p>
            <a:pPr indent="0" lvl="0" marL="0" rtl="0" algn="l">
              <a:spcBef>
                <a:spcPts val="0"/>
              </a:spcBef>
              <a:spcAft>
                <a:spcPts val="0"/>
              </a:spcAft>
              <a:buNone/>
            </a:pPr>
            <a:r>
              <a:rPr b="1" lang="en" sz="2400">
                <a:solidFill>
                  <a:srgbClr val="2E5E73"/>
                </a:solidFill>
                <a:latin typeface="Roboto"/>
                <a:ea typeface="Roboto"/>
                <a:cs typeface="Roboto"/>
                <a:sym typeface="Roboto"/>
              </a:rPr>
              <a:t>Fist to Five </a:t>
            </a:r>
            <a:endParaRPr b="1" sz="2400">
              <a:solidFill>
                <a:srgbClr val="2E5E73"/>
              </a:solidFill>
              <a:latin typeface="Roboto"/>
              <a:ea typeface="Roboto"/>
              <a:cs typeface="Roboto"/>
              <a:sym typeface="Roboto"/>
            </a:endParaRPr>
          </a:p>
        </p:txBody>
      </p:sp>
      <p:cxnSp>
        <p:nvCxnSpPr>
          <p:cNvPr id="1403" name="Google Shape;1403;p185"/>
          <p:cNvCxnSpPr/>
          <p:nvPr/>
        </p:nvCxnSpPr>
        <p:spPr>
          <a:xfrm>
            <a:off x="0" y="929900"/>
            <a:ext cx="7337400" cy="0"/>
          </a:xfrm>
          <a:prstGeom prst="straightConnector1">
            <a:avLst/>
          </a:prstGeom>
          <a:noFill/>
          <a:ln cap="flat" cmpd="sng" w="19050">
            <a:solidFill>
              <a:srgbClr val="2E5E73"/>
            </a:solidFill>
            <a:prstDash val="solid"/>
            <a:round/>
            <a:headEnd len="med" w="med" type="none"/>
            <a:tailEnd len="med" w="med" type="oval"/>
          </a:ln>
        </p:spPr>
      </p:cxnSp>
      <p:sp>
        <p:nvSpPr>
          <p:cNvPr id="1404" name="Google Shape;1404;p185"/>
          <p:cNvSpPr txBox="1"/>
          <p:nvPr>
            <p:ph idx="1" type="subTitle"/>
          </p:nvPr>
        </p:nvSpPr>
        <p:spPr>
          <a:xfrm>
            <a:off x="818575" y="1255850"/>
            <a:ext cx="7386900" cy="231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05" name="Google Shape;1405;p185"/>
          <p:cNvPicPr preferRelativeResize="0"/>
          <p:nvPr/>
        </p:nvPicPr>
        <p:blipFill rotWithShape="1">
          <a:blip r:embed="rId2">
            <a:alphaModFix/>
          </a:blip>
          <a:srcRect b="11668" l="0" r="0" t="0"/>
          <a:stretch/>
        </p:blipFill>
        <p:spPr>
          <a:xfrm>
            <a:off x="5855050" y="3612276"/>
            <a:ext cx="828675" cy="1531225"/>
          </a:xfrm>
          <a:prstGeom prst="rect">
            <a:avLst/>
          </a:prstGeom>
          <a:noFill/>
          <a:ln>
            <a:noFill/>
          </a:ln>
        </p:spPr>
      </p:pic>
      <p:pic>
        <p:nvPicPr>
          <p:cNvPr id="1406" name="Google Shape;1406;p185"/>
          <p:cNvPicPr preferRelativeResize="0"/>
          <p:nvPr/>
        </p:nvPicPr>
        <p:blipFill rotWithShape="1">
          <a:blip r:embed="rId3">
            <a:alphaModFix/>
          </a:blip>
          <a:srcRect b="13517" l="0" r="0" t="0"/>
          <a:stretch/>
        </p:blipFill>
        <p:spPr>
          <a:xfrm>
            <a:off x="4646300" y="3636099"/>
            <a:ext cx="666750" cy="1507400"/>
          </a:xfrm>
          <a:prstGeom prst="rect">
            <a:avLst/>
          </a:prstGeom>
          <a:noFill/>
          <a:ln>
            <a:noFill/>
          </a:ln>
        </p:spPr>
      </p:pic>
      <p:pic>
        <p:nvPicPr>
          <p:cNvPr id="1407" name="Google Shape;1407;p185"/>
          <p:cNvPicPr preferRelativeResize="0"/>
          <p:nvPr/>
        </p:nvPicPr>
        <p:blipFill rotWithShape="1">
          <a:blip r:embed="rId4">
            <a:alphaModFix/>
          </a:blip>
          <a:srcRect b="13770" l="0" r="0" t="0"/>
          <a:stretch/>
        </p:blipFill>
        <p:spPr>
          <a:xfrm>
            <a:off x="3294675" y="3698001"/>
            <a:ext cx="733425" cy="1445500"/>
          </a:xfrm>
          <a:prstGeom prst="rect">
            <a:avLst/>
          </a:prstGeom>
          <a:noFill/>
          <a:ln>
            <a:noFill/>
          </a:ln>
        </p:spPr>
      </p:pic>
      <p:pic>
        <p:nvPicPr>
          <p:cNvPr id="1408" name="Google Shape;1408;p185"/>
          <p:cNvPicPr preferRelativeResize="0"/>
          <p:nvPr/>
        </p:nvPicPr>
        <p:blipFill rotWithShape="1">
          <a:blip r:embed="rId5">
            <a:alphaModFix/>
          </a:blip>
          <a:srcRect b="12495" l="0" r="0" t="0"/>
          <a:stretch/>
        </p:blipFill>
        <p:spPr>
          <a:xfrm>
            <a:off x="7103825" y="3659901"/>
            <a:ext cx="1114425" cy="1483600"/>
          </a:xfrm>
          <a:prstGeom prst="rect">
            <a:avLst/>
          </a:prstGeom>
          <a:noFill/>
          <a:ln>
            <a:noFill/>
          </a:ln>
        </p:spPr>
      </p:pic>
      <p:pic>
        <p:nvPicPr>
          <p:cNvPr id="1409" name="Google Shape;1409;p185"/>
          <p:cNvPicPr preferRelativeResize="0"/>
          <p:nvPr/>
        </p:nvPicPr>
        <p:blipFill rotWithShape="1">
          <a:blip r:embed="rId6">
            <a:alphaModFix/>
          </a:blip>
          <a:srcRect b="19955" l="0" r="0" t="0"/>
          <a:stretch/>
        </p:blipFill>
        <p:spPr>
          <a:xfrm>
            <a:off x="731900" y="4198076"/>
            <a:ext cx="771525" cy="945425"/>
          </a:xfrm>
          <a:prstGeom prst="rect">
            <a:avLst/>
          </a:prstGeom>
          <a:noFill/>
          <a:ln>
            <a:noFill/>
          </a:ln>
        </p:spPr>
      </p:pic>
      <p:pic>
        <p:nvPicPr>
          <p:cNvPr id="1410" name="Google Shape;1410;p185"/>
          <p:cNvPicPr preferRelativeResize="0"/>
          <p:nvPr/>
        </p:nvPicPr>
        <p:blipFill rotWithShape="1">
          <a:blip r:embed="rId7">
            <a:alphaModFix/>
          </a:blip>
          <a:srcRect b="12495" l="0" r="0" t="0"/>
          <a:stretch/>
        </p:blipFill>
        <p:spPr>
          <a:xfrm>
            <a:off x="2059400" y="3659901"/>
            <a:ext cx="762000" cy="1483600"/>
          </a:xfrm>
          <a:prstGeom prst="rect">
            <a:avLst/>
          </a:prstGeom>
          <a:noFill/>
          <a:ln>
            <a:noFill/>
          </a:ln>
        </p:spPr>
      </p:pic>
      <p:pic>
        <p:nvPicPr>
          <p:cNvPr id="1411" name="Google Shape;1411;p185"/>
          <p:cNvPicPr preferRelativeResize="0"/>
          <p:nvPr/>
        </p:nvPicPr>
        <p:blipFill rotWithShape="1">
          <a:blip r:embed="rId5">
            <a:alphaModFix/>
          </a:blip>
          <a:srcRect b="12495" l="0" r="0" t="0"/>
          <a:stretch/>
        </p:blipFill>
        <p:spPr>
          <a:xfrm rot="-3">
            <a:off x="270339" y="151751"/>
            <a:ext cx="384136" cy="511400"/>
          </a:xfrm>
          <a:prstGeom prst="rect">
            <a:avLst/>
          </a:prstGeom>
          <a:noFill/>
          <a:ln>
            <a:noFill/>
          </a:ln>
        </p:spPr>
      </p:pic>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eading slide">
  <p:cSld name="CUSTOM_21_2_1">
    <p:spTree>
      <p:nvGrpSpPr>
        <p:cNvPr id="1412" name="Shape 1412"/>
        <p:cNvGrpSpPr/>
        <p:nvPr/>
      </p:nvGrpSpPr>
      <p:grpSpPr>
        <a:xfrm>
          <a:off x="0" y="0"/>
          <a:ext cx="0" cy="0"/>
          <a:chOff x="0" y="0"/>
          <a:chExt cx="0" cy="0"/>
        </a:xfrm>
      </p:grpSpPr>
      <p:cxnSp>
        <p:nvCxnSpPr>
          <p:cNvPr id="1413" name="Google Shape;1413;p186"/>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414" name="Google Shape;1414;p186"/>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5" name="Google Shape;1415;p186"/>
          <p:cNvSpPr txBox="1"/>
          <p:nvPr>
            <p:ph idx="2"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6" name="Google Shape;1416;p186"/>
          <p:cNvSpPr/>
          <p:nvPr/>
        </p:nvSpPr>
        <p:spPr>
          <a:xfrm>
            <a:off x="136025" y="2290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
  <p:cSld name="CUSTOM_21_1">
    <p:spTree>
      <p:nvGrpSpPr>
        <p:cNvPr id="1417" name="Shape 1417"/>
        <p:cNvGrpSpPr/>
        <p:nvPr/>
      </p:nvGrpSpPr>
      <p:grpSpPr>
        <a:xfrm>
          <a:off x="0" y="0"/>
          <a:ext cx="0" cy="0"/>
          <a:chOff x="0" y="0"/>
          <a:chExt cx="0" cy="0"/>
        </a:xfrm>
      </p:grpSpPr>
      <p:cxnSp>
        <p:nvCxnSpPr>
          <p:cNvPr id="1418" name="Google Shape;1418;p18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419" name="Google Shape;1419;p18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8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87"/>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87"/>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8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8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425" name="Google Shape;1425;p18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426" name="Google Shape;1426;p18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427" name="Google Shape;1427;p187"/>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428" name="Google Shape;1428;p187"/>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429" name="Google Shape;1429;p187"/>
          <p:cNvSpPr txBox="1"/>
          <p:nvPr>
            <p:ph idx="1" type="subTitle"/>
          </p:nvPr>
        </p:nvSpPr>
        <p:spPr>
          <a:xfrm>
            <a:off x="1224625" y="112917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0" name="Google Shape;1430;p187"/>
          <p:cNvSpPr txBox="1"/>
          <p:nvPr>
            <p:ph idx="2" type="subTitle"/>
          </p:nvPr>
        </p:nvSpPr>
        <p:spPr>
          <a:xfrm>
            <a:off x="1224625" y="17936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1" name="Google Shape;1431;p187"/>
          <p:cNvSpPr txBox="1"/>
          <p:nvPr>
            <p:ph idx="3" type="subTitle"/>
          </p:nvPr>
        </p:nvSpPr>
        <p:spPr>
          <a:xfrm>
            <a:off x="1224625" y="24357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2" name="Google Shape;1432;p187"/>
          <p:cNvSpPr txBox="1"/>
          <p:nvPr>
            <p:ph idx="4" type="subTitle"/>
          </p:nvPr>
        </p:nvSpPr>
        <p:spPr>
          <a:xfrm>
            <a:off x="1224625" y="306352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3" name="Google Shape;1433;p187"/>
          <p:cNvSpPr txBox="1"/>
          <p:nvPr>
            <p:ph idx="5" type="subTitle"/>
          </p:nvPr>
        </p:nvSpPr>
        <p:spPr>
          <a:xfrm>
            <a:off x="1224625" y="372803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4" name="Google Shape;1434;p18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5" name="Google Shape;1435;p187"/>
          <p:cNvSpPr txBox="1"/>
          <p:nvPr>
            <p:ph idx="6"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6" name="Google Shape;1436;p18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7" name="Google Shape;1437;p18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4 ">
  <p:cSld name="CUSTOM_21_1_1">
    <p:spTree>
      <p:nvGrpSpPr>
        <p:cNvPr id="1438" name="Shape 1438"/>
        <p:cNvGrpSpPr/>
        <p:nvPr/>
      </p:nvGrpSpPr>
      <p:grpSpPr>
        <a:xfrm>
          <a:off x="0" y="0"/>
          <a:ext cx="0" cy="0"/>
          <a:chOff x="0" y="0"/>
          <a:chExt cx="0" cy="0"/>
        </a:xfrm>
      </p:grpSpPr>
      <p:cxnSp>
        <p:nvCxnSpPr>
          <p:cNvPr id="1439" name="Google Shape;1439;p18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440" name="Google Shape;1440;p188"/>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88"/>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88"/>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88"/>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88"/>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445" name="Google Shape;1445;p188"/>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446" name="Google Shape;1446;p188"/>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447" name="Google Shape;1447;p188"/>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448" name="Google Shape;1448;p188"/>
          <p:cNvSpPr txBox="1"/>
          <p:nvPr>
            <p:ph idx="1" type="subTitle"/>
          </p:nvPr>
        </p:nvSpPr>
        <p:spPr>
          <a:xfrm>
            <a:off x="1224625" y="112917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9" name="Google Shape;1449;p188"/>
          <p:cNvSpPr txBox="1"/>
          <p:nvPr>
            <p:ph idx="2" type="subTitle"/>
          </p:nvPr>
        </p:nvSpPr>
        <p:spPr>
          <a:xfrm>
            <a:off x="1224625" y="17936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0" name="Google Shape;1450;p188"/>
          <p:cNvSpPr txBox="1"/>
          <p:nvPr>
            <p:ph idx="3" type="subTitle"/>
          </p:nvPr>
        </p:nvSpPr>
        <p:spPr>
          <a:xfrm>
            <a:off x="1224625" y="24357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1" name="Google Shape;1451;p188"/>
          <p:cNvSpPr txBox="1"/>
          <p:nvPr>
            <p:ph idx="4" type="subTitle"/>
          </p:nvPr>
        </p:nvSpPr>
        <p:spPr>
          <a:xfrm>
            <a:off x="1224625" y="306352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2" name="Google Shape;1452;p188"/>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53" name="Google Shape;1453;p188"/>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54" name="Google Shape;1454;p188"/>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5" name="Google Shape;1455;p188"/>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1456" name="Shape 1456"/>
        <p:cNvGrpSpPr/>
        <p:nvPr/>
      </p:nvGrpSpPr>
      <p:grpSpPr>
        <a:xfrm>
          <a:off x="0" y="0"/>
          <a:ext cx="0" cy="0"/>
          <a:chOff x="0" y="0"/>
          <a:chExt cx="0" cy="0"/>
        </a:xfrm>
      </p:grpSpPr>
      <p:cxnSp>
        <p:nvCxnSpPr>
          <p:cNvPr id="1457" name="Google Shape;1457;p189"/>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1458" name="Google Shape;1458;p189"/>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9"/>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9"/>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9"/>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462" name="Google Shape;1462;p189"/>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463" name="Google Shape;1463;p189"/>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464" name="Google Shape;1464;p189"/>
          <p:cNvSpPr txBox="1"/>
          <p:nvPr>
            <p:ph idx="1" type="subTitle"/>
          </p:nvPr>
        </p:nvSpPr>
        <p:spPr>
          <a:xfrm>
            <a:off x="1224625" y="1129175"/>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5" name="Google Shape;1465;p189"/>
          <p:cNvSpPr txBox="1"/>
          <p:nvPr>
            <p:ph idx="2" type="subTitle"/>
          </p:nvPr>
        </p:nvSpPr>
        <p:spPr>
          <a:xfrm>
            <a:off x="1224625" y="17936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6" name="Google Shape;1466;p189"/>
          <p:cNvSpPr txBox="1"/>
          <p:nvPr>
            <p:ph idx="3" type="subTitle"/>
          </p:nvPr>
        </p:nvSpPr>
        <p:spPr>
          <a:xfrm>
            <a:off x="1224625" y="2435788"/>
            <a:ext cx="71103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7" name="Google Shape;1467;p189"/>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8" name="Google Shape;1468;p189"/>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9" name="Google Shape;1469;p189"/>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0" name="Google Shape;1470;p189"/>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1471" name="Shape 1471"/>
        <p:cNvGrpSpPr/>
        <p:nvPr/>
      </p:nvGrpSpPr>
      <p:grpSpPr>
        <a:xfrm>
          <a:off x="0" y="0"/>
          <a:ext cx="0" cy="0"/>
          <a:chOff x="0" y="0"/>
          <a:chExt cx="0" cy="0"/>
        </a:xfrm>
      </p:grpSpPr>
      <p:sp>
        <p:nvSpPr>
          <p:cNvPr id="1472" name="Google Shape;1472;p190"/>
          <p:cNvSpPr txBox="1"/>
          <p:nvPr>
            <p:ph idx="1" type="body"/>
          </p:nvPr>
        </p:nvSpPr>
        <p:spPr>
          <a:xfrm>
            <a:off x="590350" y="1121725"/>
            <a:ext cx="7933800" cy="3386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73" name="Google Shape;1473;p1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474" name="Google Shape;1474;p1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5" name="Google Shape;1475;p19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3">
    <p:spTree>
      <p:nvGrpSpPr>
        <p:cNvPr id="1476" name="Shape 1476"/>
        <p:cNvGrpSpPr/>
        <p:nvPr/>
      </p:nvGrpSpPr>
      <p:grpSpPr>
        <a:xfrm>
          <a:off x="0" y="0"/>
          <a:ext cx="0" cy="0"/>
          <a:chOff x="0" y="0"/>
          <a:chExt cx="0" cy="0"/>
        </a:xfrm>
      </p:grpSpPr>
      <p:sp>
        <p:nvSpPr>
          <p:cNvPr id="1477" name="Google Shape;1477;p191"/>
          <p:cNvSpPr/>
          <p:nvPr/>
        </p:nvSpPr>
        <p:spPr>
          <a:xfrm>
            <a:off x="5919625" y="0"/>
            <a:ext cx="3220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91"/>
          <p:cNvSpPr txBox="1"/>
          <p:nvPr>
            <p:ph idx="1" type="body"/>
          </p:nvPr>
        </p:nvSpPr>
        <p:spPr>
          <a:xfrm>
            <a:off x="590350" y="1121725"/>
            <a:ext cx="5040000" cy="3386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79" name="Google Shape;1479;p191"/>
          <p:cNvSpPr txBox="1"/>
          <p:nvPr>
            <p:ph type="title"/>
          </p:nvPr>
        </p:nvSpPr>
        <p:spPr>
          <a:xfrm>
            <a:off x="6034025" y="544450"/>
            <a:ext cx="2716500" cy="6513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b="1" sz="1400">
                <a:latin typeface="Roboto"/>
                <a:ea typeface="Roboto"/>
                <a:cs typeface="Roboto"/>
                <a:sym typeface="Roboto"/>
              </a:defRPr>
            </a:lvl2pPr>
            <a:lvl3pPr lvl="2">
              <a:spcBef>
                <a:spcPts val="0"/>
              </a:spcBef>
              <a:spcAft>
                <a:spcPts val="0"/>
              </a:spcAft>
              <a:buSzPts val="1400"/>
              <a:buNone/>
              <a:defRPr b="1" sz="1400">
                <a:latin typeface="Roboto"/>
                <a:ea typeface="Roboto"/>
                <a:cs typeface="Roboto"/>
                <a:sym typeface="Roboto"/>
              </a:defRPr>
            </a:lvl3pPr>
            <a:lvl4pPr lvl="3">
              <a:spcBef>
                <a:spcPts val="0"/>
              </a:spcBef>
              <a:spcAft>
                <a:spcPts val="0"/>
              </a:spcAft>
              <a:buSzPts val="1400"/>
              <a:buNone/>
              <a:defRPr b="1" sz="1400">
                <a:latin typeface="Roboto"/>
                <a:ea typeface="Roboto"/>
                <a:cs typeface="Roboto"/>
                <a:sym typeface="Roboto"/>
              </a:defRPr>
            </a:lvl4pPr>
            <a:lvl5pPr lvl="4">
              <a:spcBef>
                <a:spcPts val="0"/>
              </a:spcBef>
              <a:spcAft>
                <a:spcPts val="0"/>
              </a:spcAft>
              <a:buSzPts val="1400"/>
              <a:buNone/>
              <a:defRPr b="1" sz="1400">
                <a:latin typeface="Roboto"/>
                <a:ea typeface="Roboto"/>
                <a:cs typeface="Roboto"/>
                <a:sym typeface="Roboto"/>
              </a:defRPr>
            </a:lvl5pPr>
            <a:lvl6pPr lvl="5">
              <a:spcBef>
                <a:spcPts val="0"/>
              </a:spcBef>
              <a:spcAft>
                <a:spcPts val="0"/>
              </a:spcAft>
              <a:buSzPts val="1400"/>
              <a:buNone/>
              <a:defRPr b="1" sz="1400">
                <a:latin typeface="Roboto"/>
                <a:ea typeface="Roboto"/>
                <a:cs typeface="Roboto"/>
                <a:sym typeface="Roboto"/>
              </a:defRPr>
            </a:lvl6pPr>
            <a:lvl7pPr lvl="6">
              <a:spcBef>
                <a:spcPts val="0"/>
              </a:spcBef>
              <a:spcAft>
                <a:spcPts val="0"/>
              </a:spcAft>
              <a:buSzPts val="1400"/>
              <a:buNone/>
              <a:defRPr b="1" sz="1400">
                <a:latin typeface="Roboto"/>
                <a:ea typeface="Roboto"/>
                <a:cs typeface="Roboto"/>
                <a:sym typeface="Roboto"/>
              </a:defRPr>
            </a:lvl7pPr>
            <a:lvl8pPr lvl="7">
              <a:spcBef>
                <a:spcPts val="0"/>
              </a:spcBef>
              <a:spcAft>
                <a:spcPts val="0"/>
              </a:spcAft>
              <a:buSzPts val="1400"/>
              <a:buNone/>
              <a:defRPr b="1" sz="1400">
                <a:latin typeface="Roboto"/>
                <a:ea typeface="Roboto"/>
                <a:cs typeface="Roboto"/>
                <a:sym typeface="Roboto"/>
              </a:defRPr>
            </a:lvl8pPr>
            <a:lvl9pPr lvl="8">
              <a:spcBef>
                <a:spcPts val="0"/>
              </a:spcBef>
              <a:spcAft>
                <a:spcPts val="0"/>
              </a:spcAft>
              <a:buSzPts val="1400"/>
              <a:buNone/>
              <a:defRPr b="1" sz="1400">
                <a:latin typeface="Roboto"/>
                <a:ea typeface="Roboto"/>
                <a:cs typeface="Roboto"/>
                <a:sym typeface="Roboto"/>
              </a:defRPr>
            </a:lvl9pPr>
          </a:lstStyle>
          <a:p/>
        </p:txBody>
      </p:sp>
      <p:sp>
        <p:nvSpPr>
          <p:cNvPr id="1480" name="Google Shape;1480;p191"/>
          <p:cNvSpPr txBox="1"/>
          <p:nvPr>
            <p:ph idx="2" type="subTitle"/>
          </p:nvPr>
        </p:nvSpPr>
        <p:spPr>
          <a:xfrm>
            <a:off x="6324700" y="1121900"/>
            <a:ext cx="2425500" cy="3386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1" name="Google Shape;1481;p191"/>
          <p:cNvSpPr txBox="1"/>
          <p:nvPr>
            <p:ph idx="3" type="title"/>
          </p:nvPr>
        </p:nvSpPr>
        <p:spPr>
          <a:xfrm>
            <a:off x="-2090" y="127400"/>
            <a:ext cx="59097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2" name="Google Shape;1482;p191"/>
          <p:cNvSpPr txBox="1"/>
          <p:nvPr>
            <p:ph idx="4" type="title"/>
          </p:nvPr>
        </p:nvSpPr>
        <p:spPr>
          <a:xfrm>
            <a:off x="-6000" y="515275"/>
            <a:ext cx="58203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
    <p:spTree>
      <p:nvGrpSpPr>
        <p:cNvPr id="1483" name="Shape 1483"/>
        <p:cNvGrpSpPr/>
        <p:nvPr/>
      </p:nvGrpSpPr>
      <p:grpSpPr>
        <a:xfrm>
          <a:off x="0" y="0"/>
          <a:ext cx="0" cy="0"/>
          <a:chOff x="0" y="0"/>
          <a:chExt cx="0" cy="0"/>
        </a:xfrm>
      </p:grpSpPr>
      <p:sp>
        <p:nvSpPr>
          <p:cNvPr id="1484" name="Google Shape;1484;p192"/>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5" name="Google Shape;1485;p192"/>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486" name="Google Shape;1486;p19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487" name="Google Shape;1487;p192"/>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p:cSld name="CUSTOM_4_1">
    <p:spTree>
      <p:nvGrpSpPr>
        <p:cNvPr id="1488" name="Shape 1488"/>
        <p:cNvGrpSpPr/>
        <p:nvPr/>
      </p:nvGrpSpPr>
      <p:grpSpPr>
        <a:xfrm>
          <a:off x="0" y="0"/>
          <a:ext cx="0" cy="0"/>
          <a:chOff x="0" y="0"/>
          <a:chExt cx="0" cy="0"/>
        </a:xfrm>
      </p:grpSpPr>
      <p:sp>
        <p:nvSpPr>
          <p:cNvPr id="1489" name="Google Shape;1489;p193"/>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93"/>
          <p:cNvSpPr txBox="1"/>
          <p:nvPr>
            <p:ph type="title"/>
          </p:nvPr>
        </p:nvSpPr>
        <p:spPr>
          <a:xfrm>
            <a:off x="3141250"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pic>
        <p:nvPicPr>
          <p:cNvPr id="1491" name="Google Shape;1491;p193"/>
          <p:cNvPicPr preferRelativeResize="0"/>
          <p:nvPr/>
        </p:nvPicPr>
        <p:blipFill>
          <a:blip r:embed="rId2">
            <a:alphaModFix/>
          </a:blip>
          <a:stretch>
            <a:fillRect/>
          </a:stretch>
        </p:blipFill>
        <p:spPr>
          <a:xfrm>
            <a:off x="1242338" y="1946150"/>
            <a:ext cx="904875" cy="1343025"/>
          </a:xfrm>
          <a:prstGeom prst="rect">
            <a:avLst/>
          </a:prstGeom>
          <a:noFill/>
          <a:ln>
            <a:noFill/>
          </a:ln>
        </p:spPr>
      </p:pic>
      <p:pic>
        <p:nvPicPr>
          <p:cNvPr id="1492" name="Google Shape;1492;p193"/>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p:cSld name="CUSTOM_4_1_1">
    <p:spTree>
      <p:nvGrpSpPr>
        <p:cNvPr id="1493" name="Shape 1493"/>
        <p:cNvGrpSpPr/>
        <p:nvPr/>
      </p:nvGrpSpPr>
      <p:grpSpPr>
        <a:xfrm>
          <a:off x="0" y="0"/>
          <a:ext cx="0" cy="0"/>
          <a:chOff x="0" y="0"/>
          <a:chExt cx="0" cy="0"/>
        </a:xfrm>
      </p:grpSpPr>
      <p:sp>
        <p:nvSpPr>
          <p:cNvPr id="1494" name="Google Shape;1494;p19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94"/>
          <p:cNvSpPr txBox="1"/>
          <p:nvPr>
            <p:ph type="title"/>
          </p:nvPr>
        </p:nvSpPr>
        <p:spPr>
          <a:xfrm>
            <a:off x="3141250"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1496" name="Google Shape;1496;p194"/>
          <p:cNvSpPr/>
          <p:nvPr/>
        </p:nvSpPr>
        <p:spPr>
          <a:xfrm>
            <a:off x="958075" y="2087475"/>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94"/>
          <p:cNvSpPr/>
          <p:nvPr/>
        </p:nvSpPr>
        <p:spPr>
          <a:xfrm>
            <a:off x="1728183" y="2087475"/>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517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94"/>
          <p:cNvSpPr txBox="1"/>
          <p:nvPr>
            <p:ph idx="1" type="subTitle"/>
          </p:nvPr>
        </p:nvSpPr>
        <p:spPr>
          <a:xfrm>
            <a:off x="722800" y="3899125"/>
            <a:ext cx="1944000" cy="428100"/>
          </a:xfrm>
          <a:prstGeom prst="rect">
            <a:avLst/>
          </a:prstGeom>
        </p:spPr>
        <p:txBody>
          <a:bodyPr anchorCtr="0" anchor="t" bIns="91425" lIns="91425" spcFirstLastPara="1" rIns="91425" wrap="square" tIns="91425">
            <a:normAutofit/>
          </a:bodyPr>
          <a:lstStyle>
            <a:lvl1pPr lvl="0" algn="ctr">
              <a:spcBef>
                <a:spcPts val="0"/>
              </a:spcBef>
              <a:spcAft>
                <a:spcPts val="0"/>
              </a:spcAft>
              <a:buSzPts val="1250"/>
              <a:buNone/>
              <a:defRPr sz="12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99" name="Google Shape;1499;p19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5">
    <p:spTree>
      <p:nvGrpSpPr>
        <p:cNvPr id="1500" name="Shape 1500"/>
        <p:cNvGrpSpPr/>
        <p:nvPr/>
      </p:nvGrpSpPr>
      <p:grpSpPr>
        <a:xfrm>
          <a:off x="0" y="0"/>
          <a:ext cx="0" cy="0"/>
          <a:chOff x="0" y="0"/>
          <a:chExt cx="0" cy="0"/>
        </a:xfrm>
      </p:grpSpPr>
      <p:sp>
        <p:nvSpPr>
          <p:cNvPr id="1501" name="Google Shape;1501;p195"/>
          <p:cNvSpPr/>
          <p:nvPr/>
        </p:nvSpPr>
        <p:spPr>
          <a:xfrm>
            <a:off x="425994" y="1687050"/>
            <a:ext cx="1985400" cy="1985400"/>
          </a:xfrm>
          <a:prstGeom prst="re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95"/>
          <p:cNvSpPr/>
          <p:nvPr/>
        </p:nvSpPr>
        <p:spPr>
          <a:xfrm>
            <a:off x="2528198" y="1687050"/>
            <a:ext cx="1985400" cy="1985400"/>
          </a:xfrm>
          <a:prstGeom prst="rect">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195"/>
          <p:cNvSpPr/>
          <p:nvPr/>
        </p:nvSpPr>
        <p:spPr>
          <a:xfrm>
            <a:off x="4630402" y="1687050"/>
            <a:ext cx="1985400" cy="1985400"/>
          </a:xfrm>
          <a:prstGeom prst="rect">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95"/>
          <p:cNvSpPr/>
          <p:nvPr/>
        </p:nvSpPr>
        <p:spPr>
          <a:xfrm>
            <a:off x="6732606" y="1687050"/>
            <a:ext cx="1985400" cy="1985400"/>
          </a:xfrm>
          <a:prstGeom prst="rect">
            <a:avLst/>
          </a:prstGeom>
          <a:solidFill>
            <a:srgbClr val="AADC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5" name="Google Shape;1505;p195"/>
          <p:cNvGrpSpPr/>
          <p:nvPr/>
        </p:nvGrpSpPr>
        <p:grpSpPr>
          <a:xfrm>
            <a:off x="2252708" y="2450242"/>
            <a:ext cx="459000" cy="459000"/>
            <a:chOff x="4898908" y="4195167"/>
            <a:chExt cx="459000" cy="459000"/>
          </a:xfrm>
        </p:grpSpPr>
        <p:sp>
          <p:nvSpPr>
            <p:cNvPr id="1506" name="Google Shape;1506;p195"/>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a:solidFill>
                  <a:srgbClr val="082D49"/>
                </a:solidFill>
              </a:endParaRPr>
            </a:p>
          </p:txBody>
        </p:sp>
        <p:sp>
          <p:nvSpPr>
            <p:cNvPr id="1507" name="Google Shape;1507;p195"/>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195"/>
          <p:cNvGrpSpPr/>
          <p:nvPr/>
        </p:nvGrpSpPr>
        <p:grpSpPr>
          <a:xfrm>
            <a:off x="4342508" y="2450242"/>
            <a:ext cx="459000" cy="459000"/>
            <a:chOff x="4898908" y="4195167"/>
            <a:chExt cx="459000" cy="459000"/>
          </a:xfrm>
        </p:grpSpPr>
        <p:sp>
          <p:nvSpPr>
            <p:cNvPr id="1509" name="Google Shape;1509;p195"/>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a:solidFill>
                  <a:srgbClr val="082D49"/>
                </a:solidFill>
              </a:endParaRPr>
            </a:p>
          </p:txBody>
        </p:sp>
        <p:sp>
          <p:nvSpPr>
            <p:cNvPr id="1510" name="Google Shape;1510;p195"/>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195"/>
          <p:cNvGrpSpPr/>
          <p:nvPr/>
        </p:nvGrpSpPr>
        <p:grpSpPr>
          <a:xfrm>
            <a:off x="6432308" y="2450242"/>
            <a:ext cx="459000" cy="459000"/>
            <a:chOff x="4898908" y="4195167"/>
            <a:chExt cx="459000" cy="459000"/>
          </a:xfrm>
        </p:grpSpPr>
        <p:sp>
          <p:nvSpPr>
            <p:cNvPr id="1512" name="Google Shape;1512;p195"/>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t/>
              </a:r>
              <a:endParaRPr>
                <a:solidFill>
                  <a:srgbClr val="082D49"/>
                </a:solidFill>
              </a:endParaRPr>
            </a:p>
          </p:txBody>
        </p:sp>
        <p:sp>
          <p:nvSpPr>
            <p:cNvPr id="1513" name="Google Shape;1513;p195"/>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4" name="Google Shape;1514;p195"/>
          <p:cNvSpPr txBox="1"/>
          <p:nvPr/>
        </p:nvSpPr>
        <p:spPr>
          <a:xfrm>
            <a:off x="537875" y="2459250"/>
            <a:ext cx="1731300" cy="44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solidFill>
                <a:schemeClr val="lt1"/>
              </a:solidFill>
              <a:latin typeface="Roboto Light"/>
              <a:ea typeface="Roboto Light"/>
              <a:cs typeface="Roboto Light"/>
              <a:sym typeface="Roboto Light"/>
            </a:endParaRPr>
          </a:p>
        </p:txBody>
      </p:sp>
      <p:sp>
        <p:nvSpPr>
          <p:cNvPr id="1515" name="Google Shape;1515;p195"/>
          <p:cNvSpPr txBox="1"/>
          <p:nvPr/>
        </p:nvSpPr>
        <p:spPr>
          <a:xfrm>
            <a:off x="2702913" y="2459250"/>
            <a:ext cx="1731300" cy="44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solidFill>
                <a:schemeClr val="dk1"/>
              </a:solidFill>
              <a:latin typeface="Roboto Light"/>
              <a:ea typeface="Roboto Light"/>
              <a:cs typeface="Roboto Light"/>
              <a:sym typeface="Roboto Light"/>
            </a:endParaRPr>
          </a:p>
        </p:txBody>
      </p:sp>
      <p:sp>
        <p:nvSpPr>
          <p:cNvPr id="1516" name="Google Shape;1516;p195"/>
          <p:cNvSpPr txBox="1"/>
          <p:nvPr/>
        </p:nvSpPr>
        <p:spPr>
          <a:xfrm>
            <a:off x="6891288" y="2459250"/>
            <a:ext cx="1731300" cy="44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solidFill>
                <a:schemeClr val="dk1"/>
              </a:solidFill>
              <a:latin typeface="Roboto Light"/>
              <a:ea typeface="Roboto Light"/>
              <a:cs typeface="Roboto Light"/>
              <a:sym typeface="Roboto Light"/>
            </a:endParaRPr>
          </a:p>
        </p:txBody>
      </p:sp>
      <p:sp>
        <p:nvSpPr>
          <p:cNvPr id="1517" name="Google Shape;1517;p195"/>
          <p:cNvSpPr txBox="1"/>
          <p:nvPr/>
        </p:nvSpPr>
        <p:spPr>
          <a:xfrm>
            <a:off x="4757438" y="2459250"/>
            <a:ext cx="1731300" cy="446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solidFill>
                <a:schemeClr val="dk1"/>
              </a:solidFill>
              <a:latin typeface="Roboto Light"/>
              <a:ea typeface="Roboto Light"/>
              <a:cs typeface="Roboto Light"/>
              <a:sym typeface="Roboto Light"/>
            </a:endParaRPr>
          </a:p>
        </p:txBody>
      </p:sp>
      <p:sp>
        <p:nvSpPr>
          <p:cNvPr id="1518" name="Google Shape;1518;p1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19" name="Google Shape;1519;p195"/>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1520" name="Shape 1520"/>
        <p:cNvGrpSpPr/>
        <p:nvPr/>
      </p:nvGrpSpPr>
      <p:grpSpPr>
        <a:xfrm>
          <a:off x="0" y="0"/>
          <a:ext cx="0" cy="0"/>
          <a:chOff x="0" y="0"/>
          <a:chExt cx="0" cy="0"/>
        </a:xfrm>
      </p:grpSpPr>
      <p:sp>
        <p:nvSpPr>
          <p:cNvPr id="1521" name="Google Shape;1521;p196"/>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p196"/>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523" name="Google Shape;1523;p196"/>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1524" name="Google Shape;1524;p196"/>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96"/>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526" name="Google Shape;1526;p196"/>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1527" name="Google Shape;1527;p196"/>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196"/>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1529" name="Google Shape;1529;p196"/>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1530" name="Google Shape;1530;p196"/>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1531" name="Google Shape;1531;p196"/>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1532" name="Google Shape;1532;p1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3" name="Google Shape;1533;p19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1534" name="Shape 1534"/>
        <p:cNvGrpSpPr/>
        <p:nvPr/>
      </p:nvGrpSpPr>
      <p:grpSpPr>
        <a:xfrm>
          <a:off x="0" y="0"/>
          <a:ext cx="0" cy="0"/>
          <a:chOff x="0" y="0"/>
          <a:chExt cx="0" cy="0"/>
        </a:xfrm>
      </p:grpSpPr>
      <p:sp>
        <p:nvSpPr>
          <p:cNvPr id="1535" name="Google Shape;1535;p197"/>
          <p:cNvSpPr/>
          <p:nvPr/>
        </p:nvSpPr>
        <p:spPr>
          <a:xfrm flipH="1">
            <a:off x="511766" y="17831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6" name="Google Shape;1536;p197"/>
          <p:cNvGrpSpPr/>
          <p:nvPr/>
        </p:nvGrpSpPr>
        <p:grpSpPr>
          <a:xfrm>
            <a:off x="511772" y="1190428"/>
            <a:ext cx="533372" cy="533480"/>
            <a:chOff x="457200" y="1378813"/>
            <a:chExt cx="695400" cy="695450"/>
          </a:xfrm>
        </p:grpSpPr>
        <p:sp>
          <p:nvSpPr>
            <p:cNvPr id="1537" name="Google Shape;1537;p19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lt1"/>
                  </a:solidFill>
                  <a:latin typeface="Roboto"/>
                  <a:ea typeface="Roboto"/>
                  <a:cs typeface="Roboto"/>
                  <a:sym typeface="Roboto"/>
                </a:rPr>
                <a:t>01</a:t>
              </a:r>
              <a:endParaRPr i="0" sz="2100" u="none" cap="none" strike="noStrike">
                <a:solidFill>
                  <a:schemeClr val="lt1"/>
                </a:solidFill>
                <a:latin typeface="Roboto"/>
                <a:ea typeface="Roboto"/>
                <a:cs typeface="Roboto"/>
                <a:sym typeface="Roboto"/>
              </a:endParaRPr>
            </a:p>
          </p:txBody>
        </p:sp>
        <p:sp>
          <p:nvSpPr>
            <p:cNvPr id="1538" name="Google Shape;1538;p19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lt1"/>
                </a:solidFill>
                <a:latin typeface="Roboto"/>
                <a:ea typeface="Roboto"/>
                <a:cs typeface="Roboto"/>
                <a:sym typeface="Roboto"/>
              </a:endParaRPr>
            </a:p>
          </p:txBody>
        </p:sp>
      </p:grpSp>
      <p:grpSp>
        <p:nvGrpSpPr>
          <p:cNvPr id="1539" name="Google Shape;1539;p197"/>
          <p:cNvGrpSpPr/>
          <p:nvPr/>
        </p:nvGrpSpPr>
        <p:grpSpPr>
          <a:xfrm>
            <a:off x="3283547" y="1190428"/>
            <a:ext cx="533372" cy="533480"/>
            <a:chOff x="457200" y="1378813"/>
            <a:chExt cx="695400" cy="695450"/>
          </a:xfrm>
        </p:grpSpPr>
        <p:sp>
          <p:nvSpPr>
            <p:cNvPr id="1540" name="Google Shape;1540;p19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dk2"/>
                  </a:solidFill>
                  <a:latin typeface="Roboto"/>
                  <a:ea typeface="Roboto"/>
                  <a:cs typeface="Roboto"/>
                  <a:sym typeface="Roboto"/>
                </a:rPr>
                <a:t>02</a:t>
              </a:r>
              <a:endParaRPr i="0" sz="2100" u="none" cap="none" strike="noStrike">
                <a:solidFill>
                  <a:schemeClr val="dk2"/>
                </a:solidFill>
                <a:latin typeface="Roboto"/>
                <a:ea typeface="Roboto"/>
                <a:cs typeface="Roboto"/>
                <a:sym typeface="Roboto"/>
              </a:endParaRPr>
            </a:p>
          </p:txBody>
        </p:sp>
        <p:sp>
          <p:nvSpPr>
            <p:cNvPr id="1541" name="Google Shape;1541;p19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dk2"/>
                </a:solidFill>
                <a:latin typeface="Roboto"/>
                <a:ea typeface="Roboto"/>
                <a:cs typeface="Roboto"/>
                <a:sym typeface="Roboto"/>
              </a:endParaRPr>
            </a:p>
          </p:txBody>
        </p:sp>
      </p:grpSp>
      <p:sp>
        <p:nvSpPr>
          <p:cNvPr id="1542" name="Google Shape;1542;p197"/>
          <p:cNvSpPr/>
          <p:nvPr/>
        </p:nvSpPr>
        <p:spPr>
          <a:xfrm flipH="1">
            <a:off x="3283541" y="17831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43" name="Google Shape;1543;p197"/>
          <p:cNvGrpSpPr/>
          <p:nvPr/>
        </p:nvGrpSpPr>
        <p:grpSpPr>
          <a:xfrm>
            <a:off x="6188672" y="1191178"/>
            <a:ext cx="533372" cy="533480"/>
            <a:chOff x="457200" y="1378813"/>
            <a:chExt cx="695400" cy="695450"/>
          </a:xfrm>
        </p:grpSpPr>
        <p:sp>
          <p:nvSpPr>
            <p:cNvPr id="1544" name="Google Shape;1544;p19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i="0" lang="en" sz="2100" u="none" cap="none" strike="noStrike">
                  <a:solidFill>
                    <a:schemeClr val="accent5"/>
                  </a:solidFill>
                  <a:latin typeface="Roboto"/>
                  <a:ea typeface="Roboto"/>
                  <a:cs typeface="Roboto"/>
                  <a:sym typeface="Roboto"/>
                </a:rPr>
                <a:t>03</a:t>
              </a:r>
              <a:endParaRPr i="0" sz="2100" u="none" cap="none" strike="noStrike">
                <a:solidFill>
                  <a:schemeClr val="accent5"/>
                </a:solidFill>
                <a:latin typeface="Roboto"/>
                <a:ea typeface="Roboto"/>
                <a:cs typeface="Roboto"/>
                <a:sym typeface="Roboto"/>
              </a:endParaRPr>
            </a:p>
          </p:txBody>
        </p:sp>
        <p:sp>
          <p:nvSpPr>
            <p:cNvPr id="1545" name="Google Shape;1545;p19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chemeClr val="accent5"/>
                </a:solidFill>
                <a:latin typeface="Roboto"/>
                <a:ea typeface="Roboto"/>
                <a:cs typeface="Roboto"/>
                <a:sym typeface="Roboto"/>
              </a:endParaRPr>
            </a:p>
          </p:txBody>
        </p:sp>
      </p:grpSp>
      <p:sp>
        <p:nvSpPr>
          <p:cNvPr id="1546" name="Google Shape;1546;p197"/>
          <p:cNvSpPr/>
          <p:nvPr/>
        </p:nvSpPr>
        <p:spPr>
          <a:xfrm flipH="1">
            <a:off x="6188666" y="178385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1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8" name="Google Shape;1548;p19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
    <p:bg>
      <p:bgPr>
        <a:solidFill>
          <a:srgbClr val="FFFFFF"/>
        </a:solidFill>
      </p:bgPr>
    </p:bg>
    <p:spTree>
      <p:nvGrpSpPr>
        <p:cNvPr id="1549" name="Shape 1549"/>
        <p:cNvGrpSpPr/>
        <p:nvPr/>
      </p:nvGrpSpPr>
      <p:grpSpPr>
        <a:xfrm>
          <a:off x="0" y="0"/>
          <a:ext cx="0" cy="0"/>
          <a:chOff x="0" y="0"/>
          <a:chExt cx="0" cy="0"/>
        </a:xfrm>
      </p:grpSpPr>
      <p:sp>
        <p:nvSpPr>
          <p:cNvPr id="1550" name="Google Shape;1550;p198"/>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551" name="Google Shape;1551;p198"/>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1552" name="Google Shape;1552;p198"/>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1553" name="Google Shape;1553;p198"/>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98"/>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1555" name="Google Shape;1555;p198"/>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1556" name="Google Shape;1556;p198"/>
          <p:cNvSpPr txBox="1"/>
          <p:nvPr>
            <p:ph type="title"/>
          </p:nvPr>
        </p:nvSpPr>
        <p:spPr>
          <a:xfrm>
            <a:off x="542175" y="1329825"/>
            <a:ext cx="3649200" cy="393600"/>
          </a:xfrm>
          <a:prstGeom prst="rect">
            <a:avLst/>
          </a:prstGeom>
        </p:spPr>
        <p:txBody>
          <a:bodyPr anchorCtr="0" anchor="ctr" bIns="91425" lIns="365750" spcFirstLastPara="1" rIns="91425" wrap="square" tIns="91425">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557" name="Google Shape;1557;p198"/>
          <p:cNvSpPr txBox="1"/>
          <p:nvPr>
            <p:ph idx="2" type="title"/>
          </p:nvPr>
        </p:nvSpPr>
        <p:spPr>
          <a:xfrm>
            <a:off x="4976200" y="1329825"/>
            <a:ext cx="3649200" cy="393600"/>
          </a:xfrm>
          <a:prstGeom prst="rect">
            <a:avLst/>
          </a:prstGeom>
        </p:spPr>
        <p:txBody>
          <a:bodyPr anchorCtr="0" anchor="ctr" bIns="91425" lIns="365750" spcFirstLastPara="1" rIns="91425" wrap="square" tIns="91425">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558" name="Google Shape;1558;p198"/>
          <p:cNvSpPr txBox="1"/>
          <p:nvPr>
            <p:ph idx="3" type="title"/>
          </p:nvPr>
        </p:nvSpPr>
        <p:spPr>
          <a:xfrm>
            <a:off x="542175" y="2004350"/>
            <a:ext cx="3649200" cy="2489400"/>
          </a:xfrm>
          <a:prstGeom prst="rect">
            <a:avLst/>
          </a:prstGeom>
        </p:spPr>
        <p:txBody>
          <a:bodyPr anchorCtr="0" anchor="t" bIns="91425" lIns="365750" spcFirstLastPara="1" rIns="91425" wrap="square" tIns="91425">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1559" name="Google Shape;1559;p198"/>
          <p:cNvSpPr txBox="1"/>
          <p:nvPr>
            <p:ph idx="4" type="title"/>
          </p:nvPr>
        </p:nvSpPr>
        <p:spPr>
          <a:xfrm>
            <a:off x="4976200" y="2004350"/>
            <a:ext cx="3649200" cy="2489400"/>
          </a:xfrm>
          <a:prstGeom prst="rect">
            <a:avLst/>
          </a:prstGeom>
        </p:spPr>
        <p:txBody>
          <a:bodyPr anchorCtr="0" anchor="t" bIns="91425" lIns="365750" spcFirstLastPara="1" rIns="91425" wrap="square" tIns="91425">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1560" name="Google Shape;1560;p198"/>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561" name="Google Shape;1561;p19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1562" name="Google Shape;1562;p19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1563" name="Shape 1563"/>
        <p:cNvGrpSpPr/>
        <p:nvPr/>
      </p:nvGrpSpPr>
      <p:grpSpPr>
        <a:xfrm>
          <a:off x="0" y="0"/>
          <a:ext cx="0" cy="0"/>
          <a:chOff x="0" y="0"/>
          <a:chExt cx="0" cy="0"/>
        </a:xfrm>
      </p:grpSpPr>
      <p:sp>
        <p:nvSpPr>
          <p:cNvPr id="1564" name="Google Shape;1564;p199"/>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565" name="Google Shape;1565;p199"/>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566" name="Google Shape;1566;p199"/>
          <p:cNvSpPr txBox="1"/>
          <p:nvPr>
            <p:ph idx="2" type="title"/>
          </p:nvPr>
        </p:nvSpPr>
        <p:spPr>
          <a:xfrm>
            <a:off x="896225" y="1871375"/>
            <a:ext cx="3408900" cy="2622300"/>
          </a:xfrm>
          <a:prstGeom prst="rect">
            <a:avLst/>
          </a:prstGeom>
        </p:spPr>
        <p:txBody>
          <a:bodyPr anchorCtr="0" anchor="t" bIns="91425" lIns="365750" spcFirstLastPara="1" rIns="91425" wrap="square" tIns="91425">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1567" name="Google Shape;1567;p199"/>
          <p:cNvSpPr txBox="1"/>
          <p:nvPr>
            <p:ph idx="3" type="title"/>
          </p:nvPr>
        </p:nvSpPr>
        <p:spPr>
          <a:xfrm>
            <a:off x="5323925" y="1871375"/>
            <a:ext cx="3607500" cy="2622300"/>
          </a:xfrm>
          <a:prstGeom prst="rect">
            <a:avLst/>
          </a:prstGeom>
        </p:spPr>
        <p:txBody>
          <a:bodyPr anchorCtr="0" anchor="t" bIns="91425" lIns="365750" spcFirstLastPara="1" rIns="91425" wrap="square" tIns="91425">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1568" name="Google Shape;1568;p199"/>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569" name="Google Shape;1569;p199"/>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1570" name="Google Shape;1570;p199"/>
          <p:cNvGrpSpPr/>
          <p:nvPr/>
        </p:nvGrpSpPr>
        <p:grpSpPr>
          <a:xfrm>
            <a:off x="457147" y="1190428"/>
            <a:ext cx="533372" cy="533480"/>
            <a:chOff x="457200" y="1378813"/>
            <a:chExt cx="695400" cy="695450"/>
          </a:xfrm>
        </p:grpSpPr>
        <p:sp>
          <p:nvSpPr>
            <p:cNvPr id="1571" name="Google Shape;1571;p199"/>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1572" name="Google Shape;1572;p199"/>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3" name="Google Shape;1573;p199"/>
          <p:cNvGrpSpPr/>
          <p:nvPr/>
        </p:nvGrpSpPr>
        <p:grpSpPr>
          <a:xfrm>
            <a:off x="4876797" y="1190428"/>
            <a:ext cx="533372" cy="533480"/>
            <a:chOff x="2605668" y="1378813"/>
            <a:chExt cx="695400" cy="695450"/>
          </a:xfrm>
        </p:grpSpPr>
        <p:sp>
          <p:nvSpPr>
            <p:cNvPr id="1574" name="Google Shape;1574;p199"/>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1575" name="Google Shape;1575;p199"/>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576" name="Google Shape;1576;p199"/>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1577" name="Google Shape;1577;p199"/>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578" name="Google Shape;1578;p199"/>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25_1">
    <p:spTree>
      <p:nvGrpSpPr>
        <p:cNvPr id="1579" name="Shape 1579"/>
        <p:cNvGrpSpPr/>
        <p:nvPr/>
      </p:nvGrpSpPr>
      <p:grpSpPr>
        <a:xfrm>
          <a:off x="0" y="0"/>
          <a:ext cx="0" cy="0"/>
          <a:chOff x="0" y="0"/>
          <a:chExt cx="0" cy="0"/>
        </a:xfrm>
      </p:grpSpPr>
      <p:sp>
        <p:nvSpPr>
          <p:cNvPr id="1580" name="Google Shape;1580;p200"/>
          <p:cNvSpPr txBox="1"/>
          <p:nvPr/>
        </p:nvSpPr>
        <p:spPr>
          <a:xfrm>
            <a:off x="304800" y="1086450"/>
            <a:ext cx="2024100" cy="3682200"/>
          </a:xfrm>
          <a:prstGeom prst="rect">
            <a:avLst/>
          </a:prstGeom>
          <a:solidFill>
            <a:srgbClr val="00C7C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Medium"/>
              <a:ea typeface="Roboto Medium"/>
              <a:cs typeface="Roboto Medium"/>
              <a:sym typeface="Roboto Medium"/>
            </a:endParaRPr>
          </a:p>
        </p:txBody>
      </p:sp>
      <p:sp>
        <p:nvSpPr>
          <p:cNvPr id="1581" name="Google Shape;1581;p200"/>
          <p:cNvSpPr txBox="1"/>
          <p:nvPr/>
        </p:nvSpPr>
        <p:spPr>
          <a:xfrm>
            <a:off x="2475917" y="1086450"/>
            <a:ext cx="2024100" cy="3682200"/>
          </a:xfrm>
          <a:prstGeom prst="rect">
            <a:avLst/>
          </a:prstGeom>
          <a:solidFill>
            <a:srgbClr val="FCB91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Medium"/>
              <a:ea typeface="Roboto Medium"/>
              <a:cs typeface="Roboto Medium"/>
              <a:sym typeface="Roboto Medium"/>
            </a:endParaRPr>
          </a:p>
        </p:txBody>
      </p:sp>
      <p:sp>
        <p:nvSpPr>
          <p:cNvPr id="1582" name="Google Shape;1582;p200"/>
          <p:cNvSpPr txBox="1"/>
          <p:nvPr/>
        </p:nvSpPr>
        <p:spPr>
          <a:xfrm>
            <a:off x="4647033" y="1086450"/>
            <a:ext cx="2024100" cy="3682200"/>
          </a:xfrm>
          <a:prstGeom prst="rect">
            <a:avLst/>
          </a:prstGeom>
          <a:solidFill>
            <a:srgbClr val="2E5E7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Medium"/>
              <a:ea typeface="Roboto Medium"/>
              <a:cs typeface="Roboto Medium"/>
              <a:sym typeface="Roboto Medium"/>
            </a:endParaRPr>
          </a:p>
        </p:txBody>
      </p:sp>
      <p:sp>
        <p:nvSpPr>
          <p:cNvPr id="1583" name="Google Shape;1583;p200"/>
          <p:cNvSpPr txBox="1"/>
          <p:nvPr/>
        </p:nvSpPr>
        <p:spPr>
          <a:xfrm>
            <a:off x="6818150" y="1086450"/>
            <a:ext cx="2024100" cy="3682200"/>
          </a:xfrm>
          <a:prstGeom prst="rect">
            <a:avLst/>
          </a:prstGeom>
          <a:solidFill>
            <a:srgbClr val="AADCF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Medium"/>
              <a:ea typeface="Roboto Medium"/>
              <a:cs typeface="Roboto Medium"/>
              <a:sym typeface="Roboto Medium"/>
            </a:endParaRPr>
          </a:p>
        </p:txBody>
      </p:sp>
      <p:sp>
        <p:nvSpPr>
          <p:cNvPr id="1584" name="Google Shape;1584;p200"/>
          <p:cNvSpPr/>
          <p:nvPr/>
        </p:nvSpPr>
        <p:spPr>
          <a:xfrm>
            <a:off x="6964850" y="1133784"/>
            <a:ext cx="1730700" cy="268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100"/>
              <a:buFont typeface="Arial"/>
              <a:buNone/>
            </a:pPr>
            <a:r>
              <a:rPr b="1" lang="en" sz="1700">
                <a:solidFill>
                  <a:srgbClr val="2E5E73"/>
                </a:solidFill>
                <a:latin typeface="Roboto"/>
                <a:ea typeface="Roboto"/>
                <a:cs typeface="Roboto"/>
                <a:sym typeface="Roboto"/>
              </a:rPr>
              <a:t>Title</a:t>
            </a:r>
            <a:endParaRPr b="1" sz="1700">
              <a:solidFill>
                <a:srgbClr val="2E5E73"/>
              </a:solidFill>
              <a:latin typeface="Roboto"/>
              <a:ea typeface="Roboto"/>
              <a:cs typeface="Roboto"/>
              <a:sym typeface="Roboto"/>
            </a:endParaRPr>
          </a:p>
        </p:txBody>
      </p:sp>
      <p:sp>
        <p:nvSpPr>
          <p:cNvPr id="1585" name="Google Shape;1585;p200"/>
          <p:cNvSpPr/>
          <p:nvPr/>
        </p:nvSpPr>
        <p:spPr>
          <a:xfrm>
            <a:off x="7116375" y="2062013"/>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00"/>
          <p:cNvSpPr txBox="1"/>
          <p:nvPr/>
        </p:nvSpPr>
        <p:spPr>
          <a:xfrm>
            <a:off x="7271838" y="2040413"/>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587" name="Google Shape;1587;p200"/>
          <p:cNvSpPr/>
          <p:nvPr/>
        </p:nvSpPr>
        <p:spPr>
          <a:xfrm>
            <a:off x="6948614" y="2032604"/>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2</a:t>
            </a:r>
            <a:endParaRPr>
              <a:solidFill>
                <a:srgbClr val="2E5E73"/>
              </a:solidFill>
            </a:endParaRPr>
          </a:p>
        </p:txBody>
      </p:sp>
      <p:sp>
        <p:nvSpPr>
          <p:cNvPr id="1588" name="Google Shape;1588;p200"/>
          <p:cNvSpPr/>
          <p:nvPr/>
        </p:nvSpPr>
        <p:spPr>
          <a:xfrm>
            <a:off x="4793738" y="1133784"/>
            <a:ext cx="1730700" cy="268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100"/>
              <a:buFont typeface="Arial"/>
              <a:buNone/>
            </a:pPr>
            <a:r>
              <a:rPr b="1" lang="en" sz="1700">
                <a:solidFill>
                  <a:srgbClr val="FFFFFF"/>
                </a:solidFill>
                <a:latin typeface="Roboto"/>
                <a:ea typeface="Roboto"/>
                <a:cs typeface="Roboto"/>
                <a:sym typeface="Roboto"/>
              </a:rPr>
              <a:t>Title</a:t>
            </a:r>
            <a:endParaRPr b="1" sz="1700">
              <a:solidFill>
                <a:srgbClr val="FFFFFF"/>
              </a:solidFill>
              <a:latin typeface="Roboto"/>
              <a:ea typeface="Roboto"/>
              <a:cs typeface="Roboto"/>
              <a:sym typeface="Roboto"/>
            </a:endParaRPr>
          </a:p>
        </p:txBody>
      </p:sp>
      <p:sp>
        <p:nvSpPr>
          <p:cNvPr id="1589" name="Google Shape;1589;p200"/>
          <p:cNvSpPr/>
          <p:nvPr/>
        </p:nvSpPr>
        <p:spPr>
          <a:xfrm>
            <a:off x="2622625" y="1133784"/>
            <a:ext cx="1730700" cy="268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100"/>
              <a:buFont typeface="Arial"/>
              <a:buNone/>
            </a:pPr>
            <a:r>
              <a:rPr b="1" lang="en" sz="1700">
                <a:solidFill>
                  <a:srgbClr val="082D49"/>
                </a:solidFill>
                <a:latin typeface="Roboto"/>
                <a:ea typeface="Roboto"/>
                <a:cs typeface="Roboto"/>
                <a:sym typeface="Roboto"/>
              </a:rPr>
              <a:t>Title</a:t>
            </a:r>
            <a:endParaRPr b="1" sz="1700">
              <a:solidFill>
                <a:srgbClr val="082D49"/>
              </a:solidFill>
              <a:latin typeface="Roboto"/>
              <a:ea typeface="Roboto"/>
              <a:cs typeface="Roboto"/>
              <a:sym typeface="Roboto"/>
            </a:endParaRPr>
          </a:p>
        </p:txBody>
      </p:sp>
      <p:sp>
        <p:nvSpPr>
          <p:cNvPr id="1590" name="Google Shape;1590;p200"/>
          <p:cNvSpPr/>
          <p:nvPr/>
        </p:nvSpPr>
        <p:spPr>
          <a:xfrm>
            <a:off x="451525" y="1133784"/>
            <a:ext cx="1730700" cy="268800"/>
          </a:xfrm>
          <a:prstGeom prst="roundRect">
            <a:avLst>
              <a:gd fmla="val 16500" name="adj"/>
            </a:avLst>
          </a:prstGeom>
          <a:noFill/>
          <a:ln>
            <a:noFill/>
          </a:ln>
        </p:spPr>
        <p:txBody>
          <a:bodyPr anchorCtr="0" anchor="ctr" bIns="0" lIns="0" spcFirstLastPara="1" rIns="0" wrap="square" tIns="128000">
            <a:noAutofit/>
          </a:bodyPr>
          <a:lstStyle/>
          <a:p>
            <a:pPr indent="0" lvl="0" marL="0" marR="0" rtl="0" algn="ctr">
              <a:lnSpc>
                <a:spcPct val="100000"/>
              </a:lnSpc>
              <a:spcBef>
                <a:spcPts val="0"/>
              </a:spcBef>
              <a:spcAft>
                <a:spcPts val="1000"/>
              </a:spcAft>
              <a:buClr>
                <a:srgbClr val="000000"/>
              </a:buClr>
              <a:buSzPts val="1100"/>
              <a:buFont typeface="Arial"/>
              <a:buNone/>
            </a:pPr>
            <a:r>
              <a:rPr b="1" lang="en" sz="1700">
                <a:solidFill>
                  <a:srgbClr val="FFFFFF"/>
                </a:solidFill>
                <a:latin typeface="Roboto"/>
                <a:ea typeface="Roboto"/>
                <a:cs typeface="Roboto"/>
                <a:sym typeface="Roboto"/>
              </a:rPr>
              <a:t>Title</a:t>
            </a:r>
            <a:endParaRPr b="1" sz="1700">
              <a:solidFill>
                <a:srgbClr val="FFFFFF"/>
              </a:solidFill>
              <a:latin typeface="Roboto"/>
              <a:ea typeface="Roboto"/>
              <a:cs typeface="Roboto"/>
              <a:sym typeface="Roboto"/>
            </a:endParaRPr>
          </a:p>
        </p:txBody>
      </p:sp>
      <p:sp>
        <p:nvSpPr>
          <p:cNvPr id="1591" name="Google Shape;1591;p200"/>
          <p:cNvSpPr/>
          <p:nvPr/>
        </p:nvSpPr>
        <p:spPr>
          <a:xfrm>
            <a:off x="603050" y="2062019"/>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00"/>
          <p:cNvSpPr txBox="1"/>
          <p:nvPr/>
        </p:nvSpPr>
        <p:spPr>
          <a:xfrm>
            <a:off x="758513" y="2040419"/>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593" name="Google Shape;1593;p200"/>
          <p:cNvSpPr/>
          <p:nvPr/>
        </p:nvSpPr>
        <p:spPr>
          <a:xfrm>
            <a:off x="435289" y="2032611"/>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2</a:t>
            </a:r>
            <a:endParaRPr>
              <a:solidFill>
                <a:srgbClr val="2E5E73"/>
              </a:solidFill>
            </a:endParaRPr>
          </a:p>
        </p:txBody>
      </p:sp>
      <p:sp>
        <p:nvSpPr>
          <p:cNvPr id="1594" name="Google Shape;1594;p200"/>
          <p:cNvSpPr/>
          <p:nvPr/>
        </p:nvSpPr>
        <p:spPr>
          <a:xfrm>
            <a:off x="603050" y="1618216"/>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00"/>
          <p:cNvSpPr txBox="1"/>
          <p:nvPr/>
        </p:nvSpPr>
        <p:spPr>
          <a:xfrm>
            <a:off x="758513" y="1596616"/>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596" name="Google Shape;1596;p200"/>
          <p:cNvSpPr/>
          <p:nvPr/>
        </p:nvSpPr>
        <p:spPr>
          <a:xfrm>
            <a:off x="435289" y="1588808"/>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1</a:t>
            </a:r>
            <a:endParaRPr>
              <a:solidFill>
                <a:srgbClr val="2E5E73"/>
              </a:solidFill>
            </a:endParaRPr>
          </a:p>
        </p:txBody>
      </p:sp>
      <p:sp>
        <p:nvSpPr>
          <p:cNvPr id="1597" name="Google Shape;1597;p200"/>
          <p:cNvSpPr/>
          <p:nvPr/>
        </p:nvSpPr>
        <p:spPr>
          <a:xfrm>
            <a:off x="603050" y="2505822"/>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00"/>
          <p:cNvSpPr txBox="1"/>
          <p:nvPr/>
        </p:nvSpPr>
        <p:spPr>
          <a:xfrm>
            <a:off x="758513" y="2484222"/>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599" name="Google Shape;1599;p200"/>
          <p:cNvSpPr/>
          <p:nvPr/>
        </p:nvSpPr>
        <p:spPr>
          <a:xfrm>
            <a:off x="435289" y="2476414"/>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3</a:t>
            </a:r>
            <a:endParaRPr>
              <a:solidFill>
                <a:srgbClr val="2E5E73"/>
              </a:solidFill>
            </a:endParaRPr>
          </a:p>
        </p:txBody>
      </p:sp>
      <p:sp>
        <p:nvSpPr>
          <p:cNvPr id="1600" name="Google Shape;1600;p200"/>
          <p:cNvSpPr/>
          <p:nvPr/>
        </p:nvSpPr>
        <p:spPr>
          <a:xfrm>
            <a:off x="603050" y="2949625"/>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00"/>
          <p:cNvSpPr txBox="1"/>
          <p:nvPr/>
        </p:nvSpPr>
        <p:spPr>
          <a:xfrm>
            <a:off x="758513" y="2928025"/>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02" name="Google Shape;1602;p200"/>
          <p:cNvSpPr/>
          <p:nvPr/>
        </p:nvSpPr>
        <p:spPr>
          <a:xfrm>
            <a:off x="435289" y="2920216"/>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4</a:t>
            </a:r>
            <a:endParaRPr>
              <a:solidFill>
                <a:srgbClr val="2E5E73"/>
              </a:solidFill>
            </a:endParaRPr>
          </a:p>
        </p:txBody>
      </p:sp>
      <p:sp>
        <p:nvSpPr>
          <p:cNvPr id="1603" name="Google Shape;1603;p200"/>
          <p:cNvSpPr/>
          <p:nvPr/>
        </p:nvSpPr>
        <p:spPr>
          <a:xfrm>
            <a:off x="603050" y="3393427"/>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00"/>
          <p:cNvSpPr txBox="1"/>
          <p:nvPr/>
        </p:nvSpPr>
        <p:spPr>
          <a:xfrm>
            <a:off x="758513" y="3371827"/>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05" name="Google Shape;1605;p200"/>
          <p:cNvSpPr/>
          <p:nvPr/>
        </p:nvSpPr>
        <p:spPr>
          <a:xfrm>
            <a:off x="435289" y="3364019"/>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5</a:t>
            </a:r>
            <a:endParaRPr>
              <a:solidFill>
                <a:srgbClr val="2E5E73"/>
              </a:solidFill>
            </a:endParaRPr>
          </a:p>
        </p:txBody>
      </p:sp>
      <p:sp>
        <p:nvSpPr>
          <p:cNvPr id="1606" name="Google Shape;1606;p200"/>
          <p:cNvSpPr/>
          <p:nvPr/>
        </p:nvSpPr>
        <p:spPr>
          <a:xfrm>
            <a:off x="603050" y="3837230"/>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200"/>
          <p:cNvSpPr txBox="1"/>
          <p:nvPr/>
        </p:nvSpPr>
        <p:spPr>
          <a:xfrm>
            <a:off x="758513" y="3815630"/>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08" name="Google Shape;1608;p200"/>
          <p:cNvSpPr/>
          <p:nvPr/>
        </p:nvSpPr>
        <p:spPr>
          <a:xfrm>
            <a:off x="435289" y="3807822"/>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6</a:t>
            </a:r>
            <a:endParaRPr>
              <a:solidFill>
                <a:srgbClr val="2E5E73"/>
              </a:solidFill>
            </a:endParaRPr>
          </a:p>
        </p:txBody>
      </p:sp>
      <p:sp>
        <p:nvSpPr>
          <p:cNvPr id="1609" name="Google Shape;1609;p200"/>
          <p:cNvSpPr/>
          <p:nvPr/>
        </p:nvSpPr>
        <p:spPr>
          <a:xfrm>
            <a:off x="603050" y="4281033"/>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200"/>
          <p:cNvSpPr txBox="1"/>
          <p:nvPr/>
        </p:nvSpPr>
        <p:spPr>
          <a:xfrm>
            <a:off x="758513" y="4259433"/>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11" name="Google Shape;1611;p200"/>
          <p:cNvSpPr/>
          <p:nvPr/>
        </p:nvSpPr>
        <p:spPr>
          <a:xfrm>
            <a:off x="435289" y="4251625"/>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7</a:t>
            </a:r>
            <a:endParaRPr>
              <a:solidFill>
                <a:srgbClr val="2E5E73"/>
              </a:solidFill>
            </a:endParaRPr>
          </a:p>
        </p:txBody>
      </p:sp>
      <p:sp>
        <p:nvSpPr>
          <p:cNvPr id="1612" name="Google Shape;1612;p200"/>
          <p:cNvSpPr/>
          <p:nvPr/>
        </p:nvSpPr>
        <p:spPr>
          <a:xfrm>
            <a:off x="7116375" y="1618216"/>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00"/>
          <p:cNvSpPr txBox="1"/>
          <p:nvPr/>
        </p:nvSpPr>
        <p:spPr>
          <a:xfrm>
            <a:off x="7271838" y="1596616"/>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14" name="Google Shape;1614;p200"/>
          <p:cNvSpPr/>
          <p:nvPr/>
        </p:nvSpPr>
        <p:spPr>
          <a:xfrm>
            <a:off x="6948614" y="1588808"/>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1</a:t>
            </a:r>
            <a:endParaRPr>
              <a:solidFill>
                <a:srgbClr val="2E5E73"/>
              </a:solidFill>
            </a:endParaRPr>
          </a:p>
        </p:txBody>
      </p:sp>
      <p:sp>
        <p:nvSpPr>
          <p:cNvPr id="1615" name="Google Shape;1615;p200"/>
          <p:cNvSpPr/>
          <p:nvPr/>
        </p:nvSpPr>
        <p:spPr>
          <a:xfrm>
            <a:off x="7116375" y="2505822"/>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00"/>
          <p:cNvSpPr txBox="1"/>
          <p:nvPr/>
        </p:nvSpPr>
        <p:spPr>
          <a:xfrm>
            <a:off x="7271838" y="2484222"/>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17" name="Google Shape;1617;p200"/>
          <p:cNvSpPr/>
          <p:nvPr/>
        </p:nvSpPr>
        <p:spPr>
          <a:xfrm>
            <a:off x="6948614" y="2476414"/>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3</a:t>
            </a:r>
            <a:endParaRPr>
              <a:solidFill>
                <a:srgbClr val="2E5E73"/>
              </a:solidFill>
            </a:endParaRPr>
          </a:p>
        </p:txBody>
      </p:sp>
      <p:sp>
        <p:nvSpPr>
          <p:cNvPr id="1618" name="Google Shape;1618;p200"/>
          <p:cNvSpPr/>
          <p:nvPr/>
        </p:nvSpPr>
        <p:spPr>
          <a:xfrm>
            <a:off x="2774137" y="2062019"/>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00"/>
          <p:cNvSpPr txBox="1"/>
          <p:nvPr/>
        </p:nvSpPr>
        <p:spPr>
          <a:xfrm>
            <a:off x="2929600" y="2040419"/>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20" name="Google Shape;1620;p200"/>
          <p:cNvSpPr/>
          <p:nvPr/>
        </p:nvSpPr>
        <p:spPr>
          <a:xfrm>
            <a:off x="2606377" y="2032611"/>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2</a:t>
            </a:r>
            <a:endParaRPr>
              <a:solidFill>
                <a:srgbClr val="2E5E73"/>
              </a:solidFill>
            </a:endParaRPr>
          </a:p>
        </p:txBody>
      </p:sp>
      <p:sp>
        <p:nvSpPr>
          <p:cNvPr id="1621" name="Google Shape;1621;p200"/>
          <p:cNvSpPr/>
          <p:nvPr/>
        </p:nvSpPr>
        <p:spPr>
          <a:xfrm>
            <a:off x="2774137" y="1618216"/>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00"/>
          <p:cNvSpPr txBox="1"/>
          <p:nvPr/>
        </p:nvSpPr>
        <p:spPr>
          <a:xfrm>
            <a:off x="2929600" y="1596616"/>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23" name="Google Shape;1623;p200"/>
          <p:cNvSpPr/>
          <p:nvPr/>
        </p:nvSpPr>
        <p:spPr>
          <a:xfrm>
            <a:off x="2606377" y="1588808"/>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1</a:t>
            </a:r>
            <a:endParaRPr>
              <a:solidFill>
                <a:srgbClr val="2E5E73"/>
              </a:solidFill>
            </a:endParaRPr>
          </a:p>
        </p:txBody>
      </p:sp>
      <p:sp>
        <p:nvSpPr>
          <p:cNvPr id="1624" name="Google Shape;1624;p200"/>
          <p:cNvSpPr/>
          <p:nvPr/>
        </p:nvSpPr>
        <p:spPr>
          <a:xfrm>
            <a:off x="2774137" y="2505822"/>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00"/>
          <p:cNvSpPr txBox="1"/>
          <p:nvPr/>
        </p:nvSpPr>
        <p:spPr>
          <a:xfrm>
            <a:off x="2929600" y="2484222"/>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26" name="Google Shape;1626;p200"/>
          <p:cNvSpPr/>
          <p:nvPr/>
        </p:nvSpPr>
        <p:spPr>
          <a:xfrm>
            <a:off x="2606377" y="2476414"/>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3</a:t>
            </a:r>
            <a:endParaRPr>
              <a:solidFill>
                <a:srgbClr val="2E5E73"/>
              </a:solidFill>
            </a:endParaRPr>
          </a:p>
        </p:txBody>
      </p:sp>
      <p:sp>
        <p:nvSpPr>
          <p:cNvPr id="1627" name="Google Shape;1627;p200"/>
          <p:cNvSpPr/>
          <p:nvPr/>
        </p:nvSpPr>
        <p:spPr>
          <a:xfrm>
            <a:off x="4945275" y="2062019"/>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00"/>
          <p:cNvSpPr txBox="1"/>
          <p:nvPr/>
        </p:nvSpPr>
        <p:spPr>
          <a:xfrm>
            <a:off x="5100738" y="2040419"/>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29" name="Google Shape;1629;p200"/>
          <p:cNvSpPr/>
          <p:nvPr/>
        </p:nvSpPr>
        <p:spPr>
          <a:xfrm>
            <a:off x="4777514" y="2032611"/>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2</a:t>
            </a:r>
            <a:endParaRPr>
              <a:solidFill>
                <a:srgbClr val="2E5E73"/>
              </a:solidFill>
            </a:endParaRPr>
          </a:p>
        </p:txBody>
      </p:sp>
      <p:sp>
        <p:nvSpPr>
          <p:cNvPr id="1630" name="Google Shape;1630;p200"/>
          <p:cNvSpPr/>
          <p:nvPr/>
        </p:nvSpPr>
        <p:spPr>
          <a:xfrm>
            <a:off x="4945275" y="1618216"/>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00"/>
          <p:cNvSpPr txBox="1"/>
          <p:nvPr/>
        </p:nvSpPr>
        <p:spPr>
          <a:xfrm>
            <a:off x="5100738" y="1596616"/>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32" name="Google Shape;1632;p200"/>
          <p:cNvSpPr/>
          <p:nvPr/>
        </p:nvSpPr>
        <p:spPr>
          <a:xfrm>
            <a:off x="4777514" y="1588808"/>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1</a:t>
            </a:r>
            <a:endParaRPr>
              <a:solidFill>
                <a:srgbClr val="2E5E73"/>
              </a:solidFill>
            </a:endParaRPr>
          </a:p>
        </p:txBody>
      </p:sp>
      <p:sp>
        <p:nvSpPr>
          <p:cNvPr id="1633" name="Google Shape;1633;p200"/>
          <p:cNvSpPr/>
          <p:nvPr/>
        </p:nvSpPr>
        <p:spPr>
          <a:xfrm>
            <a:off x="2774137" y="2949625"/>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00"/>
          <p:cNvSpPr txBox="1"/>
          <p:nvPr/>
        </p:nvSpPr>
        <p:spPr>
          <a:xfrm>
            <a:off x="2929600" y="2928025"/>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35" name="Google Shape;1635;p200"/>
          <p:cNvSpPr/>
          <p:nvPr/>
        </p:nvSpPr>
        <p:spPr>
          <a:xfrm>
            <a:off x="2606377" y="2920216"/>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4</a:t>
            </a:r>
            <a:endParaRPr>
              <a:solidFill>
                <a:srgbClr val="2E5E73"/>
              </a:solidFill>
            </a:endParaRPr>
          </a:p>
        </p:txBody>
      </p:sp>
      <p:sp>
        <p:nvSpPr>
          <p:cNvPr id="1636" name="Google Shape;1636;p200"/>
          <p:cNvSpPr/>
          <p:nvPr/>
        </p:nvSpPr>
        <p:spPr>
          <a:xfrm>
            <a:off x="2774137" y="3393427"/>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00"/>
          <p:cNvSpPr txBox="1"/>
          <p:nvPr/>
        </p:nvSpPr>
        <p:spPr>
          <a:xfrm>
            <a:off x="2929600" y="3371827"/>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38" name="Google Shape;1638;p200"/>
          <p:cNvSpPr/>
          <p:nvPr/>
        </p:nvSpPr>
        <p:spPr>
          <a:xfrm>
            <a:off x="2606377" y="3364019"/>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5</a:t>
            </a:r>
            <a:endParaRPr>
              <a:solidFill>
                <a:srgbClr val="2E5E73"/>
              </a:solidFill>
            </a:endParaRPr>
          </a:p>
        </p:txBody>
      </p:sp>
      <p:sp>
        <p:nvSpPr>
          <p:cNvPr id="1639" name="Google Shape;1639;p200"/>
          <p:cNvSpPr/>
          <p:nvPr/>
        </p:nvSpPr>
        <p:spPr>
          <a:xfrm>
            <a:off x="2774137" y="3837230"/>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00"/>
          <p:cNvSpPr txBox="1"/>
          <p:nvPr/>
        </p:nvSpPr>
        <p:spPr>
          <a:xfrm>
            <a:off x="2929600" y="3815630"/>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41" name="Google Shape;1641;p200"/>
          <p:cNvSpPr/>
          <p:nvPr/>
        </p:nvSpPr>
        <p:spPr>
          <a:xfrm>
            <a:off x="2606377" y="3807822"/>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6</a:t>
            </a:r>
            <a:endParaRPr>
              <a:solidFill>
                <a:srgbClr val="2E5E73"/>
              </a:solidFill>
            </a:endParaRPr>
          </a:p>
        </p:txBody>
      </p:sp>
      <p:sp>
        <p:nvSpPr>
          <p:cNvPr id="1642" name="Google Shape;1642;p200"/>
          <p:cNvSpPr/>
          <p:nvPr/>
        </p:nvSpPr>
        <p:spPr>
          <a:xfrm>
            <a:off x="2774137" y="4281033"/>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00"/>
          <p:cNvSpPr txBox="1"/>
          <p:nvPr/>
        </p:nvSpPr>
        <p:spPr>
          <a:xfrm>
            <a:off x="2929600" y="4259433"/>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44" name="Google Shape;1644;p200"/>
          <p:cNvSpPr/>
          <p:nvPr/>
        </p:nvSpPr>
        <p:spPr>
          <a:xfrm>
            <a:off x="2606377" y="4251625"/>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7</a:t>
            </a:r>
            <a:endParaRPr>
              <a:solidFill>
                <a:srgbClr val="2E5E73"/>
              </a:solidFill>
            </a:endParaRPr>
          </a:p>
        </p:txBody>
      </p:sp>
      <p:sp>
        <p:nvSpPr>
          <p:cNvPr id="1645" name="Google Shape;1645;p200"/>
          <p:cNvSpPr/>
          <p:nvPr/>
        </p:nvSpPr>
        <p:spPr>
          <a:xfrm>
            <a:off x="4945262" y="2949625"/>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00"/>
          <p:cNvSpPr txBox="1"/>
          <p:nvPr/>
        </p:nvSpPr>
        <p:spPr>
          <a:xfrm>
            <a:off x="5100725" y="2928025"/>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47" name="Google Shape;1647;p200"/>
          <p:cNvSpPr/>
          <p:nvPr/>
        </p:nvSpPr>
        <p:spPr>
          <a:xfrm>
            <a:off x="4777502" y="2920216"/>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4</a:t>
            </a:r>
            <a:endParaRPr>
              <a:solidFill>
                <a:srgbClr val="2E5E73"/>
              </a:solidFill>
            </a:endParaRPr>
          </a:p>
        </p:txBody>
      </p:sp>
      <p:sp>
        <p:nvSpPr>
          <p:cNvPr id="1648" name="Google Shape;1648;p200"/>
          <p:cNvSpPr/>
          <p:nvPr/>
        </p:nvSpPr>
        <p:spPr>
          <a:xfrm>
            <a:off x="4945262" y="3393427"/>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00"/>
          <p:cNvSpPr txBox="1"/>
          <p:nvPr/>
        </p:nvSpPr>
        <p:spPr>
          <a:xfrm>
            <a:off x="5100725" y="3371827"/>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50" name="Google Shape;1650;p200"/>
          <p:cNvSpPr/>
          <p:nvPr/>
        </p:nvSpPr>
        <p:spPr>
          <a:xfrm>
            <a:off x="4777502" y="3364019"/>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5</a:t>
            </a:r>
            <a:endParaRPr>
              <a:solidFill>
                <a:srgbClr val="2E5E73"/>
              </a:solidFill>
            </a:endParaRPr>
          </a:p>
        </p:txBody>
      </p:sp>
      <p:sp>
        <p:nvSpPr>
          <p:cNvPr id="1651" name="Google Shape;1651;p200"/>
          <p:cNvSpPr/>
          <p:nvPr/>
        </p:nvSpPr>
        <p:spPr>
          <a:xfrm>
            <a:off x="4945262" y="3837230"/>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00"/>
          <p:cNvSpPr txBox="1"/>
          <p:nvPr/>
        </p:nvSpPr>
        <p:spPr>
          <a:xfrm>
            <a:off x="5100725" y="3815630"/>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53" name="Google Shape;1653;p200"/>
          <p:cNvSpPr/>
          <p:nvPr/>
        </p:nvSpPr>
        <p:spPr>
          <a:xfrm>
            <a:off x="4777502" y="3807822"/>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6</a:t>
            </a:r>
            <a:endParaRPr>
              <a:solidFill>
                <a:srgbClr val="2E5E73"/>
              </a:solidFill>
            </a:endParaRPr>
          </a:p>
        </p:txBody>
      </p:sp>
      <p:sp>
        <p:nvSpPr>
          <p:cNvPr id="1654" name="Google Shape;1654;p200"/>
          <p:cNvSpPr/>
          <p:nvPr/>
        </p:nvSpPr>
        <p:spPr>
          <a:xfrm>
            <a:off x="4945262" y="4281033"/>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00"/>
          <p:cNvSpPr txBox="1"/>
          <p:nvPr/>
        </p:nvSpPr>
        <p:spPr>
          <a:xfrm>
            <a:off x="5100725" y="4259433"/>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56" name="Google Shape;1656;p200"/>
          <p:cNvSpPr/>
          <p:nvPr/>
        </p:nvSpPr>
        <p:spPr>
          <a:xfrm>
            <a:off x="4777502" y="4251625"/>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7</a:t>
            </a:r>
            <a:endParaRPr>
              <a:solidFill>
                <a:srgbClr val="2E5E73"/>
              </a:solidFill>
            </a:endParaRPr>
          </a:p>
        </p:txBody>
      </p:sp>
      <p:sp>
        <p:nvSpPr>
          <p:cNvPr id="1657" name="Google Shape;1657;p200"/>
          <p:cNvSpPr/>
          <p:nvPr/>
        </p:nvSpPr>
        <p:spPr>
          <a:xfrm>
            <a:off x="7116387" y="2949625"/>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00"/>
          <p:cNvSpPr txBox="1"/>
          <p:nvPr/>
        </p:nvSpPr>
        <p:spPr>
          <a:xfrm>
            <a:off x="7271850" y="2928025"/>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59" name="Google Shape;1659;p200"/>
          <p:cNvSpPr/>
          <p:nvPr/>
        </p:nvSpPr>
        <p:spPr>
          <a:xfrm>
            <a:off x="6948627" y="2920216"/>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4</a:t>
            </a:r>
            <a:endParaRPr>
              <a:solidFill>
                <a:srgbClr val="2E5E73"/>
              </a:solidFill>
            </a:endParaRPr>
          </a:p>
        </p:txBody>
      </p:sp>
      <p:sp>
        <p:nvSpPr>
          <p:cNvPr id="1660" name="Google Shape;1660;p200"/>
          <p:cNvSpPr/>
          <p:nvPr/>
        </p:nvSpPr>
        <p:spPr>
          <a:xfrm>
            <a:off x="7116387" y="3393427"/>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00"/>
          <p:cNvSpPr txBox="1"/>
          <p:nvPr/>
        </p:nvSpPr>
        <p:spPr>
          <a:xfrm>
            <a:off x="7271850" y="3371827"/>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62" name="Google Shape;1662;p200"/>
          <p:cNvSpPr/>
          <p:nvPr/>
        </p:nvSpPr>
        <p:spPr>
          <a:xfrm>
            <a:off x="6948627" y="3364019"/>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5</a:t>
            </a:r>
            <a:endParaRPr>
              <a:solidFill>
                <a:srgbClr val="2E5E73"/>
              </a:solidFill>
            </a:endParaRPr>
          </a:p>
        </p:txBody>
      </p:sp>
      <p:sp>
        <p:nvSpPr>
          <p:cNvPr id="1663" name="Google Shape;1663;p200"/>
          <p:cNvSpPr/>
          <p:nvPr/>
        </p:nvSpPr>
        <p:spPr>
          <a:xfrm>
            <a:off x="7116387" y="3837230"/>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00"/>
          <p:cNvSpPr txBox="1"/>
          <p:nvPr/>
        </p:nvSpPr>
        <p:spPr>
          <a:xfrm>
            <a:off x="7271850" y="3815630"/>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65" name="Google Shape;1665;p200"/>
          <p:cNvSpPr/>
          <p:nvPr/>
        </p:nvSpPr>
        <p:spPr>
          <a:xfrm>
            <a:off x="6948627" y="3807822"/>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6</a:t>
            </a:r>
            <a:endParaRPr>
              <a:solidFill>
                <a:srgbClr val="2E5E73"/>
              </a:solidFill>
            </a:endParaRPr>
          </a:p>
        </p:txBody>
      </p:sp>
      <p:sp>
        <p:nvSpPr>
          <p:cNvPr id="1666" name="Google Shape;1666;p200"/>
          <p:cNvSpPr/>
          <p:nvPr/>
        </p:nvSpPr>
        <p:spPr>
          <a:xfrm>
            <a:off x="7116387" y="4281033"/>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00"/>
          <p:cNvSpPr txBox="1"/>
          <p:nvPr/>
        </p:nvSpPr>
        <p:spPr>
          <a:xfrm>
            <a:off x="7271850" y="4259433"/>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68" name="Google Shape;1668;p200"/>
          <p:cNvSpPr/>
          <p:nvPr/>
        </p:nvSpPr>
        <p:spPr>
          <a:xfrm>
            <a:off x="6948627" y="4251625"/>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7</a:t>
            </a:r>
            <a:endParaRPr>
              <a:solidFill>
                <a:srgbClr val="2E5E73"/>
              </a:solidFill>
            </a:endParaRPr>
          </a:p>
        </p:txBody>
      </p:sp>
      <p:sp>
        <p:nvSpPr>
          <p:cNvPr id="1669" name="Google Shape;1669;p200"/>
          <p:cNvSpPr/>
          <p:nvPr/>
        </p:nvSpPr>
        <p:spPr>
          <a:xfrm>
            <a:off x="4945275" y="2505822"/>
            <a:ext cx="1595400" cy="310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00"/>
          <p:cNvSpPr txBox="1"/>
          <p:nvPr/>
        </p:nvSpPr>
        <p:spPr>
          <a:xfrm>
            <a:off x="5100738" y="2484222"/>
            <a:ext cx="1439700" cy="3540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Clr>
                <a:schemeClr val="dk1"/>
              </a:buClr>
              <a:buSzPts val="1100"/>
              <a:buFont typeface="Arial"/>
              <a:buNone/>
            </a:pPr>
            <a:r>
              <a:rPr lang="en" sz="1100">
                <a:solidFill>
                  <a:srgbClr val="2E5E73"/>
                </a:solidFill>
                <a:latin typeface="Roboto Light"/>
                <a:ea typeface="Roboto Light"/>
                <a:cs typeface="Roboto Light"/>
                <a:sym typeface="Roboto Light"/>
              </a:rPr>
              <a:t>Description</a:t>
            </a:r>
            <a:endParaRPr sz="1100">
              <a:solidFill>
                <a:srgbClr val="2E5E73"/>
              </a:solidFill>
              <a:latin typeface="Roboto Light"/>
              <a:ea typeface="Roboto Light"/>
              <a:cs typeface="Roboto Light"/>
              <a:sym typeface="Roboto Light"/>
            </a:endParaRPr>
          </a:p>
        </p:txBody>
      </p:sp>
      <p:sp>
        <p:nvSpPr>
          <p:cNvPr id="1671" name="Google Shape;1671;p200"/>
          <p:cNvSpPr/>
          <p:nvPr/>
        </p:nvSpPr>
        <p:spPr>
          <a:xfrm>
            <a:off x="4777514" y="2476414"/>
            <a:ext cx="365700" cy="365700"/>
          </a:xfrm>
          <a:prstGeom prst="ellipse">
            <a:avLst/>
          </a:prstGeom>
          <a:solidFill>
            <a:srgbClr val="CCCCCC"/>
          </a:solidFill>
          <a:ln cap="flat" cmpd="sng" w="19050">
            <a:solidFill>
              <a:srgbClr val="FFFFFF"/>
            </a:solidFill>
            <a:prstDash val="solid"/>
            <a:round/>
            <a:headEnd len="sm" w="sm" type="none"/>
            <a:tailEnd len="sm" w="sm" type="none"/>
          </a:ln>
        </p:spPr>
        <p:txBody>
          <a:bodyPr anchorCtr="0" anchor="ctr" bIns="91425" lIns="82275" spcFirstLastPara="1" rIns="91425" wrap="square" tIns="91425">
            <a:noAutofit/>
          </a:bodyPr>
          <a:lstStyle/>
          <a:p>
            <a:pPr indent="0" lvl="0" marL="0" rtl="0" algn="ctr">
              <a:spcBef>
                <a:spcPts val="0"/>
              </a:spcBef>
              <a:spcAft>
                <a:spcPts val="0"/>
              </a:spcAft>
              <a:buNone/>
            </a:pPr>
            <a:r>
              <a:rPr lang="en">
                <a:solidFill>
                  <a:srgbClr val="2E5E73"/>
                </a:solidFill>
              </a:rPr>
              <a:t>3</a:t>
            </a:r>
            <a:endParaRPr>
              <a:solidFill>
                <a:srgbClr val="2E5E73"/>
              </a:solidFill>
            </a:endParaRPr>
          </a:p>
        </p:txBody>
      </p:sp>
      <p:sp>
        <p:nvSpPr>
          <p:cNvPr id="1672" name="Google Shape;1672;p2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73" name="Google Shape;1673;p20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1674" name="Shape 1674"/>
        <p:cNvGrpSpPr/>
        <p:nvPr/>
      </p:nvGrpSpPr>
      <p:grpSpPr>
        <a:xfrm>
          <a:off x="0" y="0"/>
          <a:ext cx="0" cy="0"/>
          <a:chOff x="0" y="0"/>
          <a:chExt cx="0" cy="0"/>
        </a:xfrm>
      </p:grpSpPr>
      <p:pic>
        <p:nvPicPr>
          <p:cNvPr id="1675" name="Google Shape;1675;p201"/>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1676" name="Google Shape;1676;p201"/>
          <p:cNvSpPr txBox="1"/>
          <p:nvPr>
            <p:ph type="title"/>
          </p:nvPr>
        </p:nvSpPr>
        <p:spPr>
          <a:xfrm>
            <a:off x="1959725" y="1641200"/>
            <a:ext cx="8520600" cy="5727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1677" name="Google Shape;1677;p201"/>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8" name="Google Shape;1678;p201"/>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201"/>
          <p:cNvSpPr txBox="1"/>
          <p:nvPr>
            <p:ph idx="2" type="title"/>
          </p:nvPr>
        </p:nvSpPr>
        <p:spPr>
          <a:xfrm>
            <a:off x="1450375" y="1039700"/>
            <a:ext cx="6244200" cy="3131700"/>
          </a:xfrm>
          <a:prstGeom prst="rect">
            <a:avLst/>
          </a:prstGeom>
        </p:spPr>
        <p:txBody>
          <a:bodyPr anchorCtr="0" anchor="ctr" bIns="91425" lIns="365750" spcFirstLastPara="1" rIns="91425" wrap="square" tIns="91425">
            <a:noAutofit/>
          </a:bodyPr>
          <a:lstStyle>
            <a:lvl1pPr lvl="0">
              <a:spcBef>
                <a:spcPts val="0"/>
              </a:spcBef>
              <a:spcAft>
                <a:spcPts val="0"/>
              </a:spcAft>
              <a:buSzPts val="3400"/>
              <a:buNone/>
              <a:defRPr sz="3400">
                <a:latin typeface="Roboto Light"/>
                <a:ea typeface="Roboto Light"/>
                <a:cs typeface="Roboto Light"/>
                <a:sym typeface="Roboto Light"/>
              </a:defRPr>
            </a:lvl1pPr>
            <a:lvl2pPr lvl="1">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01">
  <p:cSld name="CUSTOM_5">
    <p:spTree>
      <p:nvGrpSpPr>
        <p:cNvPr id="1680" name="Shape 1680"/>
        <p:cNvGrpSpPr/>
        <p:nvPr/>
      </p:nvGrpSpPr>
      <p:grpSpPr>
        <a:xfrm>
          <a:off x="0" y="0"/>
          <a:ext cx="0" cy="0"/>
          <a:chOff x="0" y="0"/>
          <a:chExt cx="0" cy="0"/>
        </a:xfrm>
      </p:grpSpPr>
      <p:graphicFrame>
        <p:nvGraphicFramePr>
          <p:cNvPr id="1681" name="Google Shape;1681;p202"/>
          <p:cNvGraphicFramePr/>
          <p:nvPr/>
        </p:nvGraphicFramePr>
        <p:xfrm>
          <a:off x="742075" y="1033975"/>
          <a:ext cx="3000000" cy="3000000"/>
        </p:xfrm>
        <a:graphic>
          <a:graphicData uri="http://schemas.openxmlformats.org/drawingml/2006/table">
            <a:tbl>
              <a:tblPr>
                <a:noFill/>
                <a:tableStyleId>{4F216BEB-538A-451F-A0D2-C1A2FC8BC84D}</a:tableStyleId>
              </a:tblPr>
              <a:tblGrid>
                <a:gridCol w="382850"/>
                <a:gridCol w="1590400"/>
                <a:gridCol w="1883100"/>
                <a:gridCol w="1901750"/>
                <a:gridCol w="1901750"/>
              </a:tblGrid>
              <a:tr h="442475">
                <a:tc>
                  <a:txBody>
                    <a:bodyPr/>
                    <a:lstStyle/>
                    <a:p>
                      <a:pPr indent="0" lvl="0" marL="0" rtl="0" algn="ctr">
                        <a:spcBef>
                          <a:spcPts val="0"/>
                        </a:spcBef>
                        <a:spcAft>
                          <a:spcPts val="0"/>
                        </a:spcAft>
                        <a:buNone/>
                      </a:pPr>
                      <a:r>
                        <a:rPr b="1" lang="en">
                          <a:solidFill>
                            <a:srgbClr val="082D49"/>
                          </a:solidFill>
                          <a:latin typeface="Roboto"/>
                          <a:ea typeface="Roboto"/>
                          <a:cs typeface="Roboto"/>
                          <a:sym typeface="Roboto"/>
                        </a:rPr>
                        <a:t>Id</a:t>
                      </a:r>
                      <a:endParaRPr b="1">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n">
                          <a:solidFill>
                            <a:srgbClr val="082D49"/>
                          </a:solidFill>
                          <a:latin typeface="Roboto"/>
                          <a:ea typeface="Roboto"/>
                          <a:cs typeface="Roboto"/>
                          <a:sym typeface="Roboto"/>
                        </a:rPr>
                        <a:t>First Name</a:t>
                      </a:r>
                      <a:endParaRPr b="1">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n">
                          <a:solidFill>
                            <a:srgbClr val="082D49"/>
                          </a:solidFill>
                          <a:latin typeface="Roboto"/>
                          <a:ea typeface="Roboto"/>
                          <a:cs typeface="Roboto"/>
                          <a:sym typeface="Roboto"/>
                        </a:rPr>
                        <a:t>Last Name</a:t>
                      </a:r>
                      <a:endParaRPr b="1">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n">
                          <a:solidFill>
                            <a:srgbClr val="082D49"/>
                          </a:solidFill>
                          <a:latin typeface="Roboto"/>
                          <a:ea typeface="Roboto"/>
                          <a:cs typeface="Roboto"/>
                          <a:sym typeface="Roboto"/>
                        </a:rPr>
                        <a:t>Email</a:t>
                      </a:r>
                      <a:endParaRPr b="1">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2F2F2"/>
                    </a:solidFill>
                  </a:tcPr>
                </a:tc>
                <a:tc>
                  <a:txBody>
                    <a:bodyPr/>
                    <a:lstStyle/>
                    <a:p>
                      <a:pPr indent="0" lvl="0" marL="0" rtl="0" algn="l">
                        <a:spcBef>
                          <a:spcPts val="0"/>
                        </a:spcBef>
                        <a:spcAft>
                          <a:spcPts val="0"/>
                        </a:spcAft>
                        <a:buNone/>
                      </a:pPr>
                      <a:r>
                        <a:rPr b="1" lang="en">
                          <a:solidFill>
                            <a:srgbClr val="082D49"/>
                          </a:solidFill>
                          <a:latin typeface="Roboto"/>
                          <a:ea typeface="Roboto"/>
                          <a:cs typeface="Roboto"/>
                          <a:sym typeface="Roboto"/>
                        </a:rPr>
                        <a:t>Ye</a:t>
                      </a:r>
                      <a:r>
                        <a:rPr b="1" lang="en">
                          <a:solidFill>
                            <a:srgbClr val="082D49"/>
                          </a:solidFill>
                          <a:latin typeface="Roboto"/>
                          <a:ea typeface="Roboto"/>
                          <a:cs typeface="Roboto"/>
                          <a:sym typeface="Roboto"/>
                        </a:rPr>
                        <a:t>s/No</a:t>
                      </a:r>
                      <a:endParaRPr b="1">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2F2F2"/>
                    </a:solidFill>
                  </a:tcPr>
                </a:tc>
              </a:tr>
              <a:tr h="609575">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1</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“Doe”</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“john@email.com”</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SzPts val="1100"/>
                        <a:buFont typeface="Arial"/>
                        <a:buNone/>
                      </a:pPr>
                      <a:r>
                        <a:rPr lang="en">
                          <a:solidFill>
                            <a:srgbClr val="082D49"/>
                          </a:solidFill>
                          <a:latin typeface="Roboto"/>
                          <a:ea typeface="Roboto"/>
                          <a:cs typeface="Roboto"/>
                          <a:sym typeface="Roboto"/>
                        </a:rPr>
                        <a:t>“Y”</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r>
              <a:tr h="609575">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2</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CB912"/>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CB912"/>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“Doe”</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CB912"/>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“john@email.com”</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CB912"/>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CB912"/>
                    </a:solidFill>
                  </a:tcPr>
                </a:tc>
              </a:tr>
              <a:tr h="609575">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3</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“Doe”</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“john@email.com”</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SzPts val="1100"/>
                        <a:buFont typeface="Arial"/>
                        <a:buNone/>
                      </a:pPr>
                      <a:r>
                        <a:rPr lang="en">
                          <a:solidFill>
                            <a:srgbClr val="082D49"/>
                          </a:solidFill>
                          <a:latin typeface="Roboto"/>
                          <a:ea typeface="Roboto"/>
                          <a:cs typeface="Roboto"/>
                          <a:sym typeface="Roboto"/>
                        </a:rPr>
                        <a:t>“Y”</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r>
              <a:tr h="609575">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4</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“Doe”</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“john@email.com”</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“Y”</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r>
              <a:tr h="609575">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5</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“Doe”</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“john@email.com”</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a:solidFill>
                            <a:srgbClr val="082D49"/>
                          </a:solidFill>
                          <a:latin typeface="Roboto"/>
                          <a:ea typeface="Roboto"/>
                          <a:cs typeface="Roboto"/>
                          <a:sym typeface="Roboto"/>
                        </a:rPr>
                        <a:t>“Y”</a:t>
                      </a:r>
                      <a:endParaRPr>
                        <a:solidFill>
                          <a:srgbClr val="082D49"/>
                        </a:solidFill>
                        <a:latin typeface="Roboto"/>
                        <a:ea typeface="Roboto"/>
                        <a:cs typeface="Roboto"/>
                        <a:sym typeface="Roboto"/>
                      </a:endParaRPr>
                    </a:p>
                  </a:txBody>
                  <a:tcPr marT="91425" marB="91425" marR="91425" marL="91425">
                    <a:lnL cap="flat" cmpd="sng" w="19050">
                      <a:solidFill>
                        <a:srgbClr val="082D49"/>
                      </a:solidFill>
                      <a:prstDash val="solid"/>
                      <a:round/>
                      <a:headEnd len="sm" w="sm" type="none"/>
                      <a:tailEnd len="sm" w="sm" type="none"/>
                    </a:lnL>
                    <a:lnR cap="flat" cmpd="sng" w="19050">
                      <a:solidFill>
                        <a:srgbClr val="082D49"/>
                      </a:solidFill>
                      <a:prstDash val="solid"/>
                      <a:round/>
                      <a:headEnd len="sm" w="sm" type="none"/>
                      <a:tailEnd len="sm" w="sm" type="none"/>
                    </a:lnR>
                    <a:lnT cap="flat" cmpd="sng" w="19050">
                      <a:solidFill>
                        <a:srgbClr val="082D49"/>
                      </a:solidFill>
                      <a:prstDash val="solid"/>
                      <a:round/>
                      <a:headEnd len="sm" w="sm" type="none"/>
                      <a:tailEnd len="sm" w="sm" type="none"/>
                    </a:lnT>
                    <a:lnB cap="flat" cmpd="sng" w="19050">
                      <a:solidFill>
                        <a:srgbClr val="082D49"/>
                      </a:solidFill>
                      <a:prstDash val="solid"/>
                      <a:round/>
                      <a:headEnd len="sm" w="sm" type="none"/>
                      <a:tailEnd len="sm" w="sm" type="none"/>
                    </a:lnB>
                    <a:solidFill>
                      <a:srgbClr val="FFFFFF"/>
                    </a:solidFill>
                  </a:tcPr>
                </a:tc>
              </a:tr>
            </a:tbl>
          </a:graphicData>
        </a:graphic>
      </p:graphicFrame>
      <p:sp>
        <p:nvSpPr>
          <p:cNvPr id="1682" name="Google Shape;1682;p2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83" name="Google Shape;1683;p20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
    <p:spTree>
      <p:nvGrpSpPr>
        <p:cNvPr id="1684" name="Shape 1684"/>
        <p:cNvGrpSpPr/>
        <p:nvPr/>
      </p:nvGrpSpPr>
      <p:grpSpPr>
        <a:xfrm>
          <a:off x="0" y="0"/>
          <a:ext cx="0" cy="0"/>
          <a:chOff x="0" y="0"/>
          <a:chExt cx="0" cy="0"/>
        </a:xfrm>
      </p:grpSpPr>
      <p:sp>
        <p:nvSpPr>
          <p:cNvPr id="1685" name="Google Shape;1685;p203"/>
          <p:cNvSpPr/>
          <p:nvPr>
            <p:ph idx="2" type="pic"/>
          </p:nvPr>
        </p:nvSpPr>
        <p:spPr>
          <a:xfrm>
            <a:off x="5923375" y="150"/>
            <a:ext cx="3220500" cy="5143500"/>
          </a:xfrm>
          <a:prstGeom prst="rect">
            <a:avLst/>
          </a:prstGeom>
          <a:noFill/>
          <a:ln>
            <a:noFill/>
          </a:ln>
        </p:spPr>
      </p:sp>
      <p:sp>
        <p:nvSpPr>
          <p:cNvPr id="1686" name="Google Shape;1686;p203"/>
          <p:cNvSpPr txBox="1"/>
          <p:nvPr>
            <p:ph idx="1" type="body"/>
          </p:nvPr>
        </p:nvSpPr>
        <p:spPr>
          <a:xfrm>
            <a:off x="590350" y="1121725"/>
            <a:ext cx="5319600" cy="3386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87" name="Google Shape;1687;p20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88" name="Google Shape;1688;p20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2">
  <p:cSld name="CUSTOM_7">
    <p:spTree>
      <p:nvGrpSpPr>
        <p:cNvPr id="1689" name="Shape 1689"/>
        <p:cNvGrpSpPr/>
        <p:nvPr/>
      </p:nvGrpSpPr>
      <p:grpSpPr>
        <a:xfrm>
          <a:off x="0" y="0"/>
          <a:ext cx="0" cy="0"/>
          <a:chOff x="0" y="0"/>
          <a:chExt cx="0" cy="0"/>
        </a:xfrm>
      </p:grpSpPr>
      <p:sp>
        <p:nvSpPr>
          <p:cNvPr id="1690" name="Google Shape;1690;p204"/>
          <p:cNvSpPr/>
          <p:nvPr>
            <p:ph idx="2" type="pic"/>
          </p:nvPr>
        </p:nvSpPr>
        <p:spPr>
          <a:xfrm>
            <a:off x="0" y="150"/>
            <a:ext cx="3220500" cy="5143500"/>
          </a:xfrm>
          <a:prstGeom prst="rect">
            <a:avLst/>
          </a:prstGeom>
          <a:noFill/>
          <a:ln>
            <a:noFill/>
          </a:ln>
        </p:spPr>
      </p:sp>
      <p:sp>
        <p:nvSpPr>
          <p:cNvPr id="1691" name="Google Shape;1691;p204"/>
          <p:cNvSpPr txBox="1"/>
          <p:nvPr>
            <p:ph type="title"/>
          </p:nvPr>
        </p:nvSpPr>
        <p:spPr>
          <a:xfrm>
            <a:off x="3220500" y="127400"/>
            <a:ext cx="56073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92" name="Google Shape;1692;p204"/>
          <p:cNvSpPr txBox="1"/>
          <p:nvPr>
            <p:ph idx="1" type="body"/>
          </p:nvPr>
        </p:nvSpPr>
        <p:spPr>
          <a:xfrm>
            <a:off x="3802875" y="1121725"/>
            <a:ext cx="5102100" cy="33861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93" name="Google Shape;1693;p204"/>
          <p:cNvSpPr txBox="1"/>
          <p:nvPr>
            <p:ph idx="3" type="title"/>
          </p:nvPr>
        </p:nvSpPr>
        <p:spPr>
          <a:xfrm>
            <a:off x="3220500" y="515275"/>
            <a:ext cx="59421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slide 01">
  <p:cSld name="CUSTOM_8">
    <p:spTree>
      <p:nvGrpSpPr>
        <p:cNvPr id="1694" name="Shape 1694"/>
        <p:cNvGrpSpPr/>
        <p:nvPr/>
      </p:nvGrpSpPr>
      <p:grpSpPr>
        <a:xfrm>
          <a:off x="0" y="0"/>
          <a:ext cx="0" cy="0"/>
          <a:chOff x="0" y="0"/>
          <a:chExt cx="0" cy="0"/>
        </a:xfrm>
      </p:grpSpPr>
      <p:cxnSp>
        <p:nvCxnSpPr>
          <p:cNvPr id="1695" name="Google Shape;1695;p205"/>
          <p:cNvCxnSpPr/>
          <p:nvPr/>
        </p:nvCxnSpPr>
        <p:spPr>
          <a:xfrm rot="10800000">
            <a:off x="2919275" y="2376436"/>
            <a:ext cx="585300" cy="0"/>
          </a:xfrm>
          <a:prstGeom prst="straightConnector1">
            <a:avLst/>
          </a:prstGeom>
          <a:noFill/>
          <a:ln cap="rnd" cmpd="sng" w="9525">
            <a:solidFill>
              <a:srgbClr val="2E5E73"/>
            </a:solidFill>
            <a:prstDash val="solid"/>
            <a:round/>
            <a:headEnd len="med" w="med" type="none"/>
            <a:tailEnd len="med" w="med" type="oval"/>
          </a:ln>
        </p:spPr>
      </p:cxnSp>
      <p:cxnSp>
        <p:nvCxnSpPr>
          <p:cNvPr id="1696" name="Google Shape;1696;p205"/>
          <p:cNvCxnSpPr/>
          <p:nvPr/>
        </p:nvCxnSpPr>
        <p:spPr>
          <a:xfrm rot="10800000">
            <a:off x="2919275" y="3815850"/>
            <a:ext cx="585300" cy="0"/>
          </a:xfrm>
          <a:prstGeom prst="straightConnector1">
            <a:avLst/>
          </a:prstGeom>
          <a:noFill/>
          <a:ln cap="rnd" cmpd="sng" w="9525">
            <a:solidFill>
              <a:srgbClr val="2E5E73"/>
            </a:solidFill>
            <a:prstDash val="solid"/>
            <a:round/>
            <a:headEnd len="med" w="med" type="none"/>
            <a:tailEnd len="med" w="med" type="oval"/>
          </a:ln>
        </p:spPr>
      </p:cxnSp>
      <p:sp>
        <p:nvSpPr>
          <p:cNvPr id="1697" name="Google Shape;1697;p205"/>
          <p:cNvSpPr/>
          <p:nvPr>
            <p:ph idx="2" type="pic"/>
          </p:nvPr>
        </p:nvSpPr>
        <p:spPr>
          <a:xfrm>
            <a:off x="3586025" y="1555425"/>
            <a:ext cx="4930500" cy="2667300"/>
          </a:xfrm>
          <a:prstGeom prst="rect">
            <a:avLst/>
          </a:prstGeom>
          <a:noFill/>
          <a:ln>
            <a:noFill/>
          </a:ln>
          <a:effectLst>
            <a:outerShdw blurRad="57150" rotWithShape="0" algn="bl" dir="5400000" dist="19050">
              <a:srgbClr val="000000">
                <a:alpha val="50000"/>
              </a:srgbClr>
            </a:outerShdw>
          </a:effectLst>
        </p:spPr>
      </p:sp>
      <p:sp>
        <p:nvSpPr>
          <p:cNvPr id="1698" name="Google Shape;1698;p205"/>
          <p:cNvSpPr txBox="1"/>
          <p:nvPr>
            <p:ph type="title"/>
          </p:nvPr>
        </p:nvSpPr>
        <p:spPr>
          <a:xfrm>
            <a:off x="724325" y="2129450"/>
            <a:ext cx="2113500" cy="1058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99" name="Google Shape;1699;p205"/>
          <p:cNvSpPr txBox="1"/>
          <p:nvPr>
            <p:ph idx="3" type="title"/>
          </p:nvPr>
        </p:nvSpPr>
        <p:spPr>
          <a:xfrm>
            <a:off x="724325" y="3583875"/>
            <a:ext cx="2113500" cy="8628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0" name="Google Shape;1700;p205"/>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1" name="Google Shape;1701;p205"/>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slide 02">
  <p:cSld name="CUSTOM_9">
    <p:spTree>
      <p:nvGrpSpPr>
        <p:cNvPr id="1702" name="Shape 1702"/>
        <p:cNvGrpSpPr/>
        <p:nvPr/>
      </p:nvGrpSpPr>
      <p:grpSpPr>
        <a:xfrm>
          <a:off x="0" y="0"/>
          <a:ext cx="0" cy="0"/>
          <a:chOff x="0" y="0"/>
          <a:chExt cx="0" cy="0"/>
        </a:xfrm>
      </p:grpSpPr>
      <p:cxnSp>
        <p:nvCxnSpPr>
          <p:cNvPr id="1703" name="Google Shape;1703;p206"/>
          <p:cNvCxnSpPr/>
          <p:nvPr/>
        </p:nvCxnSpPr>
        <p:spPr>
          <a:xfrm rot="10800000">
            <a:off x="1707150" y="2376425"/>
            <a:ext cx="471300" cy="0"/>
          </a:xfrm>
          <a:prstGeom prst="straightConnector1">
            <a:avLst/>
          </a:prstGeom>
          <a:noFill/>
          <a:ln cap="rnd" cmpd="sng" w="9525">
            <a:solidFill>
              <a:srgbClr val="2E5E73"/>
            </a:solidFill>
            <a:prstDash val="solid"/>
            <a:round/>
            <a:headEnd len="med" w="med" type="none"/>
            <a:tailEnd len="med" w="med" type="oval"/>
          </a:ln>
        </p:spPr>
      </p:cxnSp>
      <p:cxnSp>
        <p:nvCxnSpPr>
          <p:cNvPr id="1704" name="Google Shape;1704;p206"/>
          <p:cNvCxnSpPr/>
          <p:nvPr/>
        </p:nvCxnSpPr>
        <p:spPr>
          <a:xfrm rot="10800000">
            <a:off x="7122675" y="3812211"/>
            <a:ext cx="270000" cy="0"/>
          </a:xfrm>
          <a:prstGeom prst="straightConnector1">
            <a:avLst/>
          </a:prstGeom>
          <a:noFill/>
          <a:ln cap="rnd" cmpd="sng" w="9525">
            <a:solidFill>
              <a:srgbClr val="2E5E73"/>
            </a:solidFill>
            <a:prstDash val="solid"/>
            <a:round/>
            <a:headEnd len="med" w="med" type="oval"/>
            <a:tailEnd len="med" w="med" type="none"/>
          </a:ln>
        </p:spPr>
      </p:cxnSp>
      <p:sp>
        <p:nvSpPr>
          <p:cNvPr id="1705" name="Google Shape;1705;p206"/>
          <p:cNvSpPr/>
          <p:nvPr>
            <p:ph idx="2" type="pic"/>
          </p:nvPr>
        </p:nvSpPr>
        <p:spPr>
          <a:xfrm>
            <a:off x="2292525" y="1555425"/>
            <a:ext cx="4744800" cy="2566800"/>
          </a:xfrm>
          <a:prstGeom prst="rect">
            <a:avLst/>
          </a:prstGeom>
          <a:noFill/>
          <a:ln>
            <a:noFill/>
          </a:ln>
          <a:effectLst>
            <a:outerShdw blurRad="57150" rotWithShape="0" algn="bl" dir="5400000" dist="19050">
              <a:srgbClr val="000000">
                <a:alpha val="50000"/>
              </a:srgbClr>
            </a:outerShdw>
          </a:effectLst>
        </p:spPr>
      </p:sp>
      <p:sp>
        <p:nvSpPr>
          <p:cNvPr id="1706" name="Google Shape;1706;p206"/>
          <p:cNvSpPr txBox="1"/>
          <p:nvPr>
            <p:ph type="title"/>
          </p:nvPr>
        </p:nvSpPr>
        <p:spPr>
          <a:xfrm>
            <a:off x="434025" y="2156025"/>
            <a:ext cx="1305000" cy="13656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7" name="Google Shape;1707;p206"/>
          <p:cNvSpPr txBox="1"/>
          <p:nvPr>
            <p:ph idx="3" type="title"/>
          </p:nvPr>
        </p:nvSpPr>
        <p:spPr>
          <a:xfrm>
            <a:off x="7478025" y="2213525"/>
            <a:ext cx="1305000" cy="1800600"/>
          </a:xfrm>
          <a:prstGeom prst="rect">
            <a:avLst/>
          </a:prstGeom>
        </p:spPr>
        <p:txBody>
          <a:bodyPr anchorCtr="0" anchor="b"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8" name="Google Shape;1708;p206"/>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9" name="Google Shape;1709;p206"/>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p:cSld name="CUSTOM_10_2">
    <p:bg>
      <p:bgPr>
        <a:solidFill>
          <a:srgbClr val="F2F2F2"/>
        </a:solidFill>
      </p:bgPr>
    </p:bg>
    <p:spTree>
      <p:nvGrpSpPr>
        <p:cNvPr id="1710" name="Shape 1710"/>
        <p:cNvGrpSpPr/>
        <p:nvPr/>
      </p:nvGrpSpPr>
      <p:grpSpPr>
        <a:xfrm>
          <a:off x="0" y="0"/>
          <a:ext cx="0" cy="0"/>
          <a:chOff x="0" y="0"/>
          <a:chExt cx="0" cy="0"/>
        </a:xfrm>
      </p:grpSpPr>
      <p:sp>
        <p:nvSpPr>
          <p:cNvPr id="1711" name="Google Shape;1711;p207"/>
          <p:cNvSpPr txBox="1"/>
          <p:nvPr>
            <p:ph type="title"/>
          </p:nvPr>
        </p:nvSpPr>
        <p:spPr>
          <a:xfrm>
            <a:off x="0" y="3514625"/>
            <a:ext cx="9144000" cy="566700"/>
          </a:xfrm>
          <a:prstGeom prst="rect">
            <a:avLst/>
          </a:prstGeom>
        </p:spPr>
        <p:txBody>
          <a:bodyPr anchorCtr="0" anchor="t" bIns="91425" lIns="365750" spcFirstLastPara="1" rIns="91425" wrap="square" tIns="91425">
            <a:noAutofit/>
          </a:bodyPr>
          <a:lstStyle>
            <a:lvl1pPr lvl="0" algn="ctr">
              <a:spcBef>
                <a:spcPts val="0"/>
              </a:spcBef>
              <a:spcAft>
                <a:spcPts val="0"/>
              </a:spcAft>
              <a:buSzPts val="2000"/>
              <a:buNone/>
              <a:defRPr sz="2000">
                <a:latin typeface="Roboto Light"/>
                <a:ea typeface="Roboto Light"/>
                <a:cs typeface="Roboto Light"/>
                <a:sym typeface="Roboto Light"/>
              </a:defRPr>
            </a:lvl1pPr>
            <a:lvl2pPr lvl="1" algn="ctr">
              <a:spcBef>
                <a:spcPts val="0"/>
              </a:spcBef>
              <a:spcAft>
                <a:spcPts val="0"/>
              </a:spcAft>
              <a:buSzPts val="2800"/>
              <a:buNone/>
              <a:defRPr>
                <a:latin typeface="Roboto Light"/>
                <a:ea typeface="Roboto Light"/>
                <a:cs typeface="Roboto Light"/>
                <a:sym typeface="Roboto Light"/>
              </a:defRPr>
            </a:lvl2pPr>
            <a:lvl3pPr lvl="2" algn="ctr">
              <a:spcBef>
                <a:spcPts val="0"/>
              </a:spcBef>
              <a:spcAft>
                <a:spcPts val="0"/>
              </a:spcAft>
              <a:buSzPts val="2800"/>
              <a:buNone/>
              <a:defRPr>
                <a:latin typeface="Roboto Light"/>
                <a:ea typeface="Roboto Light"/>
                <a:cs typeface="Roboto Light"/>
                <a:sym typeface="Roboto Light"/>
              </a:defRPr>
            </a:lvl3pPr>
            <a:lvl4pPr lvl="3" algn="ctr">
              <a:spcBef>
                <a:spcPts val="0"/>
              </a:spcBef>
              <a:spcAft>
                <a:spcPts val="0"/>
              </a:spcAft>
              <a:buSzPts val="2800"/>
              <a:buNone/>
              <a:defRPr>
                <a:latin typeface="Roboto Light"/>
                <a:ea typeface="Roboto Light"/>
                <a:cs typeface="Roboto Light"/>
                <a:sym typeface="Roboto Light"/>
              </a:defRPr>
            </a:lvl4pPr>
            <a:lvl5pPr lvl="4" algn="ctr">
              <a:spcBef>
                <a:spcPts val="0"/>
              </a:spcBef>
              <a:spcAft>
                <a:spcPts val="0"/>
              </a:spcAft>
              <a:buSzPts val="2800"/>
              <a:buNone/>
              <a:defRPr>
                <a:latin typeface="Roboto Light"/>
                <a:ea typeface="Roboto Light"/>
                <a:cs typeface="Roboto Light"/>
                <a:sym typeface="Roboto Light"/>
              </a:defRPr>
            </a:lvl5pPr>
            <a:lvl6pPr lvl="5" algn="ctr">
              <a:spcBef>
                <a:spcPts val="0"/>
              </a:spcBef>
              <a:spcAft>
                <a:spcPts val="0"/>
              </a:spcAft>
              <a:buSzPts val="2800"/>
              <a:buNone/>
              <a:defRPr>
                <a:latin typeface="Roboto Light"/>
                <a:ea typeface="Roboto Light"/>
                <a:cs typeface="Roboto Light"/>
                <a:sym typeface="Roboto Light"/>
              </a:defRPr>
            </a:lvl6pPr>
            <a:lvl7pPr lvl="6" algn="ctr">
              <a:spcBef>
                <a:spcPts val="0"/>
              </a:spcBef>
              <a:spcAft>
                <a:spcPts val="0"/>
              </a:spcAft>
              <a:buSzPts val="2800"/>
              <a:buNone/>
              <a:defRPr>
                <a:latin typeface="Roboto Light"/>
                <a:ea typeface="Roboto Light"/>
                <a:cs typeface="Roboto Light"/>
                <a:sym typeface="Roboto Light"/>
              </a:defRPr>
            </a:lvl7pPr>
            <a:lvl8pPr lvl="7" algn="ctr">
              <a:spcBef>
                <a:spcPts val="0"/>
              </a:spcBef>
              <a:spcAft>
                <a:spcPts val="0"/>
              </a:spcAft>
              <a:buSzPts val="2800"/>
              <a:buNone/>
              <a:defRPr>
                <a:latin typeface="Roboto Light"/>
                <a:ea typeface="Roboto Light"/>
                <a:cs typeface="Roboto Light"/>
                <a:sym typeface="Roboto Light"/>
              </a:defRPr>
            </a:lvl8pPr>
            <a:lvl9pPr lvl="8" algn="ctr">
              <a:spcBef>
                <a:spcPts val="0"/>
              </a:spcBef>
              <a:spcAft>
                <a:spcPts val="0"/>
              </a:spcAft>
              <a:buSzPts val="2800"/>
              <a:buNone/>
              <a:defRPr>
                <a:latin typeface="Roboto Light"/>
                <a:ea typeface="Roboto Light"/>
                <a:cs typeface="Roboto Light"/>
                <a:sym typeface="Roboto Light"/>
              </a:defRPr>
            </a:lvl9pPr>
          </a:lstStyle>
          <a:p/>
        </p:txBody>
      </p:sp>
      <p:sp>
        <p:nvSpPr>
          <p:cNvPr id="1712" name="Google Shape;1712;p207"/>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7"/>
          <p:cNvSpPr txBox="1"/>
          <p:nvPr/>
        </p:nvSpPr>
        <p:spPr>
          <a:xfrm>
            <a:off x="311700" y="2920725"/>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Instructor</a:t>
            </a:r>
            <a:r>
              <a:rPr b="1" lang="en" sz="4000">
                <a:solidFill>
                  <a:srgbClr val="2E5E73"/>
                </a:solidFill>
                <a:latin typeface="Roboto"/>
                <a:ea typeface="Roboto"/>
                <a:cs typeface="Roboto"/>
                <a:sym typeface="Roboto"/>
              </a:rPr>
              <a:t> Demonstration</a:t>
            </a:r>
            <a:endParaRPr sz="2400">
              <a:solidFill>
                <a:srgbClr val="2E5E73"/>
              </a:solidFill>
              <a:latin typeface="Roboto Light"/>
              <a:ea typeface="Roboto Light"/>
              <a:cs typeface="Roboto Light"/>
              <a:sym typeface="Roboto Light"/>
            </a:endParaRPr>
          </a:p>
        </p:txBody>
      </p:sp>
      <p:pic>
        <p:nvPicPr>
          <p:cNvPr id="1714" name="Google Shape;1714;p207"/>
          <p:cNvPicPr preferRelativeResize="0"/>
          <p:nvPr/>
        </p:nvPicPr>
        <p:blipFill>
          <a:blip r:embed="rId2">
            <a:alphaModFix/>
          </a:blip>
          <a:stretch>
            <a:fillRect/>
          </a:stretch>
        </p:blipFill>
        <p:spPr>
          <a:xfrm>
            <a:off x="3985781" y="1583750"/>
            <a:ext cx="1172338" cy="752400"/>
          </a:xfrm>
          <a:prstGeom prst="rect">
            <a:avLst/>
          </a:prstGeom>
          <a:noFill/>
          <a:ln>
            <a:noFill/>
          </a:ln>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s Up slide 1">
  <p:cSld name="CUSTOM_10_2_1">
    <p:bg>
      <p:bgPr>
        <a:solidFill>
          <a:srgbClr val="F2F2F2"/>
        </a:solidFill>
      </p:bgPr>
    </p:bg>
    <p:spTree>
      <p:nvGrpSpPr>
        <p:cNvPr id="1715" name="Shape 1715"/>
        <p:cNvGrpSpPr/>
        <p:nvPr/>
      </p:nvGrpSpPr>
      <p:grpSpPr>
        <a:xfrm>
          <a:off x="0" y="0"/>
          <a:ext cx="0" cy="0"/>
          <a:chOff x="0" y="0"/>
          <a:chExt cx="0" cy="0"/>
        </a:xfrm>
      </p:grpSpPr>
      <p:sp>
        <p:nvSpPr>
          <p:cNvPr id="1716" name="Google Shape;1716;p208"/>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Time’s up!</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Let’s review</a:t>
            </a:r>
            <a:endParaRPr sz="4000">
              <a:solidFill>
                <a:srgbClr val="2E5E73"/>
              </a:solidFill>
              <a:latin typeface="Roboto Light"/>
              <a:ea typeface="Roboto Light"/>
              <a:cs typeface="Roboto Light"/>
              <a:sym typeface="Roboto Light"/>
            </a:endParaRPr>
          </a:p>
        </p:txBody>
      </p:sp>
      <p:pic>
        <p:nvPicPr>
          <p:cNvPr id="1717" name="Google Shape;1717;p208"/>
          <p:cNvPicPr preferRelativeResize="0"/>
          <p:nvPr/>
        </p:nvPicPr>
        <p:blipFill>
          <a:blip r:embed="rId2">
            <a:alphaModFix/>
          </a:blip>
          <a:stretch>
            <a:fillRect/>
          </a:stretch>
        </p:blipFill>
        <p:spPr>
          <a:xfrm>
            <a:off x="3975000" y="1536950"/>
            <a:ext cx="1194000" cy="1149065"/>
          </a:xfrm>
          <a:prstGeom prst="rect">
            <a:avLst/>
          </a:prstGeom>
          <a:noFill/>
          <a:ln>
            <a:noFill/>
          </a:ln>
        </p:spPr>
      </p:pic>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_10_1">
    <p:bg>
      <p:bgPr>
        <a:solidFill>
          <a:srgbClr val="F2F2F2"/>
        </a:solidFill>
      </p:bgPr>
    </p:bg>
    <p:spTree>
      <p:nvGrpSpPr>
        <p:cNvPr id="1718" name="Shape 1718"/>
        <p:cNvGrpSpPr/>
        <p:nvPr/>
      </p:nvGrpSpPr>
      <p:grpSpPr>
        <a:xfrm>
          <a:off x="0" y="0"/>
          <a:ext cx="0" cy="0"/>
          <a:chOff x="0" y="0"/>
          <a:chExt cx="0" cy="0"/>
        </a:xfrm>
      </p:grpSpPr>
      <p:sp>
        <p:nvSpPr>
          <p:cNvPr id="1719" name="Google Shape;1719;p209"/>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Break</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15 mins</a:t>
            </a:r>
            <a:endParaRPr sz="4000">
              <a:solidFill>
                <a:srgbClr val="2E5E73"/>
              </a:solidFill>
              <a:latin typeface="Roboto Light"/>
              <a:ea typeface="Roboto Light"/>
              <a:cs typeface="Roboto Light"/>
              <a:sym typeface="Roboto Light"/>
            </a:endParaRPr>
          </a:p>
        </p:txBody>
      </p:sp>
      <p:pic>
        <p:nvPicPr>
          <p:cNvPr id="1720" name="Google Shape;1720;p209"/>
          <p:cNvPicPr preferRelativeResize="0"/>
          <p:nvPr/>
        </p:nvPicPr>
        <p:blipFill>
          <a:blip r:embed="rId2">
            <a:alphaModFix/>
          </a:blip>
          <a:stretch>
            <a:fillRect/>
          </a:stretch>
        </p:blipFill>
        <p:spPr>
          <a:xfrm>
            <a:off x="3934827" y="1454325"/>
            <a:ext cx="1274325" cy="1234083"/>
          </a:xfrm>
          <a:prstGeom prst="rect">
            <a:avLst/>
          </a:prstGeom>
          <a:noFill/>
          <a:ln>
            <a:noFill/>
          </a:ln>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1">
  <p:cSld name="CUSTOM_10_1_2">
    <p:bg>
      <p:bgPr>
        <a:solidFill>
          <a:srgbClr val="F2F2F2"/>
        </a:solidFill>
      </p:bgPr>
    </p:bg>
    <p:spTree>
      <p:nvGrpSpPr>
        <p:cNvPr id="1721" name="Shape 1721"/>
        <p:cNvGrpSpPr/>
        <p:nvPr/>
      </p:nvGrpSpPr>
      <p:grpSpPr>
        <a:xfrm>
          <a:off x="0" y="0"/>
          <a:ext cx="0" cy="0"/>
          <a:chOff x="0" y="0"/>
          <a:chExt cx="0" cy="0"/>
        </a:xfrm>
      </p:grpSpPr>
      <p:sp>
        <p:nvSpPr>
          <p:cNvPr id="1722" name="Google Shape;1722;p210"/>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Break</a:t>
            </a:r>
            <a:endParaRPr b="1" sz="4000">
              <a:solidFill>
                <a:srgbClr val="2E5E73"/>
              </a:solidFill>
              <a:latin typeface="Roboto"/>
              <a:ea typeface="Roboto"/>
              <a:cs typeface="Roboto"/>
              <a:sym typeface="Roboto"/>
            </a:endParaRPr>
          </a:p>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15 mins</a:t>
            </a:r>
            <a:endParaRPr sz="4000">
              <a:solidFill>
                <a:srgbClr val="2E5E73"/>
              </a:solidFill>
              <a:latin typeface="Roboto Light"/>
              <a:ea typeface="Roboto Light"/>
              <a:cs typeface="Roboto Light"/>
              <a:sym typeface="Roboto Light"/>
            </a:endParaRPr>
          </a:p>
        </p:txBody>
      </p:sp>
      <p:pic>
        <p:nvPicPr>
          <p:cNvPr id="1723" name="Google Shape;1723;p210"/>
          <p:cNvPicPr preferRelativeResize="0"/>
          <p:nvPr/>
        </p:nvPicPr>
        <p:blipFill>
          <a:blip r:embed="rId2">
            <a:alphaModFix/>
          </a:blip>
          <a:stretch>
            <a:fillRect/>
          </a:stretch>
        </p:blipFill>
        <p:spPr>
          <a:xfrm>
            <a:off x="3934827" y="1454325"/>
            <a:ext cx="1274325" cy="1234083"/>
          </a:xfrm>
          <a:prstGeom prst="rect">
            <a:avLst/>
          </a:prstGeom>
          <a:noFill/>
          <a:ln>
            <a:noFill/>
          </a:ln>
        </p:spPr>
      </p:pic>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 for a video slide">
  <p:cSld name="CUSTOM_10_1_1">
    <p:bg>
      <p:bgPr>
        <a:solidFill>
          <a:srgbClr val="F2F2F2"/>
        </a:solidFill>
      </p:bgPr>
    </p:bg>
    <p:spTree>
      <p:nvGrpSpPr>
        <p:cNvPr id="1724" name="Shape 1724"/>
        <p:cNvGrpSpPr/>
        <p:nvPr/>
      </p:nvGrpSpPr>
      <p:grpSpPr>
        <a:xfrm>
          <a:off x="0" y="0"/>
          <a:ext cx="0" cy="0"/>
          <a:chOff x="0" y="0"/>
          <a:chExt cx="0" cy="0"/>
        </a:xfrm>
      </p:grpSpPr>
      <p:sp>
        <p:nvSpPr>
          <p:cNvPr id="1725" name="Google Shape;1725;p211"/>
          <p:cNvSpPr txBox="1"/>
          <p:nvPr/>
        </p:nvSpPr>
        <p:spPr>
          <a:xfrm>
            <a:off x="311700" y="268845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Time for a quick </a:t>
            </a:r>
            <a:r>
              <a:rPr b="1" lang="en" sz="4000">
                <a:solidFill>
                  <a:srgbClr val="2E5E73"/>
                </a:solidFill>
                <a:latin typeface="Roboto"/>
                <a:ea typeface="Roboto"/>
                <a:cs typeface="Roboto"/>
                <a:sym typeface="Roboto"/>
              </a:rPr>
              <a:t>video</a:t>
            </a:r>
            <a:endParaRPr sz="4000">
              <a:solidFill>
                <a:srgbClr val="2E5E73"/>
              </a:solidFill>
              <a:latin typeface="Roboto Light"/>
              <a:ea typeface="Roboto Light"/>
              <a:cs typeface="Roboto Light"/>
              <a:sym typeface="Roboto Light"/>
            </a:endParaRPr>
          </a:p>
        </p:txBody>
      </p:sp>
      <p:pic>
        <p:nvPicPr>
          <p:cNvPr id="1726" name="Google Shape;1726;p211"/>
          <p:cNvPicPr preferRelativeResize="0"/>
          <p:nvPr/>
        </p:nvPicPr>
        <p:blipFill>
          <a:blip r:embed="rId2">
            <a:alphaModFix/>
          </a:blip>
          <a:stretch>
            <a:fillRect/>
          </a:stretch>
        </p:blipFill>
        <p:spPr>
          <a:xfrm>
            <a:off x="3915850" y="1659175"/>
            <a:ext cx="1312300" cy="945700"/>
          </a:xfrm>
          <a:prstGeom prst="rect">
            <a:avLst/>
          </a:prstGeom>
          <a:noFill/>
          <a:ln>
            <a:noFill/>
          </a:ln>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er review slide">
  <p:cSld name="CUSTOM_10_1_1_1">
    <p:bg>
      <p:bgPr>
        <a:solidFill>
          <a:srgbClr val="F2F2F2"/>
        </a:solidFill>
      </p:bgPr>
    </p:bg>
    <p:spTree>
      <p:nvGrpSpPr>
        <p:cNvPr id="1727" name="Shape 1727"/>
        <p:cNvGrpSpPr/>
        <p:nvPr/>
      </p:nvGrpSpPr>
      <p:grpSpPr>
        <a:xfrm>
          <a:off x="0" y="0"/>
          <a:ext cx="0" cy="0"/>
          <a:chOff x="0" y="0"/>
          <a:chExt cx="0" cy="0"/>
        </a:xfrm>
      </p:grpSpPr>
      <p:sp>
        <p:nvSpPr>
          <p:cNvPr id="1728" name="Google Shape;1728;p212"/>
          <p:cNvSpPr txBox="1"/>
          <p:nvPr/>
        </p:nvSpPr>
        <p:spPr>
          <a:xfrm>
            <a:off x="311700" y="293810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Peer </a:t>
            </a:r>
            <a:r>
              <a:rPr lang="en" sz="4000">
                <a:solidFill>
                  <a:srgbClr val="2E5E73"/>
                </a:solidFill>
                <a:latin typeface="Roboto Light"/>
                <a:ea typeface="Roboto Light"/>
                <a:cs typeface="Roboto Light"/>
                <a:sym typeface="Roboto Light"/>
              </a:rPr>
              <a:t>review</a:t>
            </a:r>
            <a:endParaRPr sz="4000">
              <a:solidFill>
                <a:srgbClr val="2E5E73"/>
              </a:solidFill>
              <a:latin typeface="Roboto Light"/>
              <a:ea typeface="Roboto Light"/>
              <a:cs typeface="Roboto Light"/>
              <a:sym typeface="Roboto Light"/>
            </a:endParaRPr>
          </a:p>
        </p:txBody>
      </p:sp>
      <p:pic>
        <p:nvPicPr>
          <p:cNvPr id="1729" name="Google Shape;1729;p212"/>
          <p:cNvPicPr preferRelativeResize="0"/>
          <p:nvPr/>
        </p:nvPicPr>
        <p:blipFill>
          <a:blip r:embed="rId2">
            <a:alphaModFix/>
          </a:blip>
          <a:stretch>
            <a:fillRect/>
          </a:stretch>
        </p:blipFill>
        <p:spPr>
          <a:xfrm>
            <a:off x="3926225" y="1453000"/>
            <a:ext cx="1291550" cy="1291550"/>
          </a:xfrm>
          <a:prstGeom prst="rect">
            <a:avLst/>
          </a:prstGeom>
          <a:noFill/>
          <a:ln>
            <a:noFill/>
          </a:ln>
        </p:spPr>
      </p:pic>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t's recap slide">
  <p:cSld name="CUSTOM_10_1_1_1_2">
    <p:bg>
      <p:bgPr>
        <a:solidFill>
          <a:srgbClr val="F2F2F2"/>
        </a:solidFill>
      </p:bgPr>
    </p:bg>
    <p:spTree>
      <p:nvGrpSpPr>
        <p:cNvPr id="1730" name="Shape 1730"/>
        <p:cNvGrpSpPr/>
        <p:nvPr/>
      </p:nvGrpSpPr>
      <p:grpSpPr>
        <a:xfrm>
          <a:off x="0" y="0"/>
          <a:ext cx="0" cy="0"/>
          <a:chOff x="0" y="0"/>
          <a:chExt cx="0" cy="0"/>
        </a:xfrm>
      </p:grpSpPr>
      <p:sp>
        <p:nvSpPr>
          <p:cNvPr id="1731" name="Google Shape;1731;p213"/>
          <p:cNvSpPr txBox="1"/>
          <p:nvPr/>
        </p:nvSpPr>
        <p:spPr>
          <a:xfrm>
            <a:off x="311700" y="293810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2E5E73"/>
                </a:solidFill>
                <a:latin typeface="Roboto"/>
                <a:ea typeface="Roboto"/>
                <a:cs typeface="Roboto"/>
                <a:sym typeface="Roboto"/>
              </a:rPr>
              <a:t>Let’s </a:t>
            </a:r>
            <a:r>
              <a:rPr b="1" lang="en" sz="4000">
                <a:solidFill>
                  <a:srgbClr val="2E5E73"/>
                </a:solidFill>
                <a:latin typeface="Roboto"/>
                <a:ea typeface="Roboto"/>
                <a:cs typeface="Roboto"/>
                <a:sym typeface="Roboto"/>
              </a:rPr>
              <a:t>recap</a:t>
            </a:r>
            <a:endParaRPr b="1" sz="4000">
              <a:solidFill>
                <a:srgbClr val="2E5E73"/>
              </a:solidFill>
              <a:latin typeface="Roboto"/>
              <a:ea typeface="Roboto"/>
              <a:cs typeface="Roboto"/>
              <a:sym typeface="Roboto"/>
            </a:endParaRPr>
          </a:p>
        </p:txBody>
      </p:sp>
      <p:pic>
        <p:nvPicPr>
          <p:cNvPr id="1732" name="Google Shape;1732;p213"/>
          <p:cNvPicPr preferRelativeResize="0"/>
          <p:nvPr/>
        </p:nvPicPr>
        <p:blipFill>
          <a:blip r:embed="rId2">
            <a:alphaModFix/>
          </a:blip>
          <a:stretch>
            <a:fillRect/>
          </a:stretch>
        </p:blipFill>
        <p:spPr>
          <a:xfrm>
            <a:off x="3926225" y="1435359"/>
            <a:ext cx="1291550" cy="1326833"/>
          </a:xfrm>
          <a:prstGeom prst="rect">
            <a:avLst/>
          </a:prstGeom>
          <a:noFill/>
          <a:ln>
            <a:noFill/>
          </a:ln>
        </p:spPr>
      </p:pic>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ffice Hours slide">
  <p:cSld name="CUSTOM_10_1_1_1_2_3">
    <p:bg>
      <p:bgPr>
        <a:solidFill>
          <a:srgbClr val="F2F2F2"/>
        </a:solidFill>
      </p:bgPr>
    </p:bg>
    <p:spTree>
      <p:nvGrpSpPr>
        <p:cNvPr id="1733" name="Shape 1733"/>
        <p:cNvGrpSpPr/>
        <p:nvPr/>
      </p:nvGrpSpPr>
      <p:grpSpPr>
        <a:xfrm>
          <a:off x="0" y="0"/>
          <a:ext cx="0" cy="0"/>
          <a:chOff x="0" y="0"/>
          <a:chExt cx="0" cy="0"/>
        </a:xfrm>
      </p:grpSpPr>
      <p:sp>
        <p:nvSpPr>
          <p:cNvPr id="1734" name="Google Shape;1734;p214"/>
          <p:cNvSpPr txBox="1"/>
          <p:nvPr/>
        </p:nvSpPr>
        <p:spPr>
          <a:xfrm>
            <a:off x="311700" y="293810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Office Hours</a:t>
            </a:r>
            <a:endParaRPr b="1" sz="4000">
              <a:solidFill>
                <a:srgbClr val="2E5E73"/>
              </a:solidFill>
              <a:latin typeface="Roboto"/>
              <a:ea typeface="Roboto"/>
              <a:cs typeface="Roboto"/>
              <a:sym typeface="Roboto"/>
            </a:endParaRPr>
          </a:p>
        </p:txBody>
      </p:sp>
      <p:pic>
        <p:nvPicPr>
          <p:cNvPr id="1735" name="Google Shape;1735;p214"/>
          <p:cNvPicPr preferRelativeResize="0"/>
          <p:nvPr/>
        </p:nvPicPr>
        <p:blipFill>
          <a:blip r:embed="rId2">
            <a:alphaModFix/>
          </a:blip>
          <a:stretch>
            <a:fillRect/>
          </a:stretch>
        </p:blipFill>
        <p:spPr>
          <a:xfrm>
            <a:off x="3492850" y="1583850"/>
            <a:ext cx="2158300" cy="1138725"/>
          </a:xfrm>
          <a:prstGeom prst="rect">
            <a:avLst/>
          </a:prstGeom>
          <a:noFill/>
          <a:ln>
            <a:noFill/>
          </a:ln>
        </p:spPr>
      </p:pic>
      <p:sp>
        <p:nvSpPr>
          <p:cNvPr id="1736" name="Google Shape;1736;p214"/>
          <p:cNvSpPr txBox="1"/>
          <p:nvPr>
            <p:ph idx="1" type="subTitle"/>
          </p:nvPr>
        </p:nvSpPr>
        <p:spPr>
          <a:xfrm>
            <a:off x="41700" y="3597125"/>
            <a:ext cx="9102300" cy="69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ack slide">
  <p:cSld name="CUSTOM_10_1_1_1_2_3_1">
    <p:bg>
      <p:bgPr>
        <a:solidFill>
          <a:srgbClr val="F2F2F2"/>
        </a:solidFill>
      </p:bgPr>
    </p:bg>
    <p:spTree>
      <p:nvGrpSpPr>
        <p:cNvPr id="1737" name="Shape 1737"/>
        <p:cNvGrpSpPr/>
        <p:nvPr/>
      </p:nvGrpSpPr>
      <p:grpSpPr>
        <a:xfrm>
          <a:off x="0" y="0"/>
          <a:ext cx="0" cy="0"/>
          <a:chOff x="0" y="0"/>
          <a:chExt cx="0" cy="0"/>
        </a:xfrm>
      </p:grpSpPr>
      <p:sp>
        <p:nvSpPr>
          <p:cNvPr id="1738" name="Google Shape;1738;p215"/>
          <p:cNvSpPr txBox="1"/>
          <p:nvPr/>
        </p:nvSpPr>
        <p:spPr>
          <a:xfrm>
            <a:off x="311700" y="2938100"/>
            <a:ext cx="8520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Class Slack Channel:</a:t>
            </a:r>
            <a:endParaRPr b="1" sz="4000">
              <a:solidFill>
                <a:srgbClr val="2E5E73"/>
              </a:solidFill>
              <a:latin typeface="Roboto"/>
              <a:ea typeface="Roboto"/>
              <a:cs typeface="Roboto"/>
              <a:sym typeface="Roboto"/>
            </a:endParaRPr>
          </a:p>
        </p:txBody>
      </p:sp>
      <p:sp>
        <p:nvSpPr>
          <p:cNvPr id="1739" name="Google Shape;1739;p215"/>
          <p:cNvSpPr txBox="1"/>
          <p:nvPr>
            <p:ph idx="1" type="subTitle"/>
          </p:nvPr>
        </p:nvSpPr>
        <p:spPr>
          <a:xfrm>
            <a:off x="41700" y="3597125"/>
            <a:ext cx="9102300" cy="69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40" name="Google Shape;1740;p215"/>
          <p:cNvPicPr preferRelativeResize="0"/>
          <p:nvPr/>
        </p:nvPicPr>
        <p:blipFill rotWithShape="1">
          <a:blip r:embed="rId2">
            <a:alphaModFix/>
          </a:blip>
          <a:srcRect b="0" l="0" r="72231" t="0"/>
          <a:stretch/>
        </p:blipFill>
        <p:spPr>
          <a:xfrm>
            <a:off x="3887098" y="1334575"/>
            <a:ext cx="1369775" cy="1260600"/>
          </a:xfrm>
          <a:prstGeom prst="rect">
            <a:avLst/>
          </a:prstGeom>
          <a:noFill/>
          <a:ln>
            <a:noFill/>
          </a:ln>
        </p:spPr>
      </p:pic>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class">
  <p:cSld name="CUSTOM_10_1_1_1_2_2_1">
    <p:bg>
      <p:bgPr>
        <a:solidFill>
          <a:srgbClr val="F2F2F2"/>
        </a:solidFill>
      </p:bgPr>
    </p:bg>
    <p:spTree>
      <p:nvGrpSpPr>
        <p:cNvPr id="1741" name="Shape 1741"/>
        <p:cNvGrpSpPr/>
        <p:nvPr/>
      </p:nvGrpSpPr>
      <p:grpSpPr>
        <a:xfrm>
          <a:off x="0" y="0"/>
          <a:ext cx="0" cy="0"/>
          <a:chOff x="0" y="0"/>
          <a:chExt cx="0" cy="0"/>
        </a:xfrm>
      </p:grpSpPr>
      <p:sp>
        <p:nvSpPr>
          <p:cNvPr id="1742" name="Google Shape;1742;p216"/>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Next </a:t>
            </a:r>
            <a:r>
              <a:rPr b="1" lang="en" sz="4000">
                <a:solidFill>
                  <a:srgbClr val="2E5E73"/>
                </a:solidFill>
                <a:latin typeface="Roboto"/>
                <a:ea typeface="Roboto"/>
                <a:cs typeface="Roboto"/>
                <a:sym typeface="Roboto"/>
              </a:rPr>
              <a:t>class</a:t>
            </a:r>
            <a:endParaRPr b="1" sz="4000">
              <a:solidFill>
                <a:srgbClr val="2E5E73"/>
              </a:solidFill>
              <a:latin typeface="Roboto"/>
              <a:ea typeface="Roboto"/>
              <a:cs typeface="Roboto"/>
              <a:sym typeface="Roboto"/>
            </a:endParaRPr>
          </a:p>
        </p:txBody>
      </p:sp>
      <p:sp>
        <p:nvSpPr>
          <p:cNvPr id="1743" name="Google Shape;1743;p216"/>
          <p:cNvSpPr txBox="1"/>
          <p:nvPr>
            <p:ph idx="1" type="subTitle"/>
          </p:nvPr>
        </p:nvSpPr>
        <p:spPr>
          <a:xfrm>
            <a:off x="41700" y="3597125"/>
            <a:ext cx="9102300" cy="69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4" name="Google Shape;1744;p216"/>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16"/>
          <p:cNvSpPr/>
          <p:nvPr/>
        </p:nvSpPr>
        <p:spPr>
          <a:xfrm>
            <a:off x="4440617" y="1696107"/>
            <a:ext cx="262751" cy="527693"/>
          </a:xfrm>
          <a:custGeom>
            <a:rect b="b" l="l" r="r" t="t"/>
            <a:pathLst>
              <a:path extrusionOk="0" fill="none" h="206130" w="102637">
                <a:moveTo>
                  <a:pt x="0" y="1"/>
                </a:moveTo>
                <a:lnTo>
                  <a:pt x="102637" y="103065"/>
                </a:lnTo>
                <a:lnTo>
                  <a:pt x="0" y="206129"/>
                </a:lnTo>
              </a:path>
            </a:pathLst>
          </a:custGeom>
          <a:solidFill>
            <a:srgbClr val="FFFFFF"/>
          </a:solid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8363B"/>
              </a:solidFill>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class 1">
  <p:cSld name="CUSTOM_10_1_1_1_2_2_1_1">
    <p:bg>
      <p:bgPr>
        <a:solidFill>
          <a:srgbClr val="F2F2F2"/>
        </a:solidFill>
      </p:bgPr>
    </p:bg>
    <p:spTree>
      <p:nvGrpSpPr>
        <p:cNvPr id="1746" name="Shape 1746"/>
        <p:cNvGrpSpPr/>
        <p:nvPr/>
      </p:nvGrpSpPr>
      <p:grpSpPr>
        <a:xfrm>
          <a:off x="0" y="0"/>
          <a:ext cx="0" cy="0"/>
          <a:chOff x="0" y="0"/>
          <a:chExt cx="0" cy="0"/>
        </a:xfrm>
      </p:grpSpPr>
      <p:sp>
        <p:nvSpPr>
          <p:cNvPr id="1747" name="Google Shape;1747;p217"/>
          <p:cNvSpPr txBox="1"/>
          <p:nvPr/>
        </p:nvSpPr>
        <p:spPr>
          <a:xfrm>
            <a:off x="2184800" y="4246400"/>
            <a:ext cx="6518700" cy="3231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None/>
            </a:pPr>
            <a:r>
              <a:rPr lang="en">
                <a:solidFill>
                  <a:srgbClr val="2E5E73"/>
                </a:solidFill>
                <a:latin typeface="Roboto Light"/>
                <a:ea typeface="Roboto Light"/>
                <a:cs typeface="Roboto Light"/>
                <a:sym typeface="Roboto Light"/>
              </a:rPr>
              <a:t>20 Minutes</a:t>
            </a:r>
            <a:endParaRPr>
              <a:solidFill>
                <a:srgbClr val="2E5E73"/>
              </a:solidFill>
              <a:latin typeface="Roboto Light"/>
              <a:ea typeface="Roboto Light"/>
              <a:cs typeface="Roboto Light"/>
              <a:sym typeface="Roboto Light"/>
            </a:endParaRPr>
          </a:p>
        </p:txBody>
      </p:sp>
      <p:sp>
        <p:nvSpPr>
          <p:cNvPr id="1748" name="Google Shape;1748;p217"/>
          <p:cNvSpPr txBox="1"/>
          <p:nvPr/>
        </p:nvSpPr>
        <p:spPr>
          <a:xfrm>
            <a:off x="5901175" y="3977950"/>
            <a:ext cx="2872200" cy="434400"/>
          </a:xfrm>
          <a:prstGeom prst="rect">
            <a:avLst/>
          </a:prstGeom>
          <a:noFill/>
          <a:ln>
            <a:noFill/>
          </a:ln>
        </p:spPr>
        <p:txBody>
          <a:bodyPr anchorCtr="0" anchor="ctr" bIns="0" lIns="640075" spcFirstLastPara="1" rIns="91425" wrap="square" tIns="0">
            <a:noAutofit/>
          </a:bodyPr>
          <a:lstStyle/>
          <a:p>
            <a:pPr indent="0" lvl="0" marL="0" rtl="0" algn="r">
              <a:spcBef>
                <a:spcPts val="0"/>
              </a:spcBef>
              <a:spcAft>
                <a:spcPts val="0"/>
              </a:spcAft>
              <a:buNone/>
            </a:pPr>
            <a:r>
              <a:rPr b="1" lang="en">
                <a:solidFill>
                  <a:srgbClr val="2E5E73"/>
                </a:solidFill>
                <a:latin typeface="Roboto"/>
                <a:ea typeface="Roboto"/>
                <a:cs typeface="Roboto"/>
                <a:sym typeface="Roboto"/>
              </a:rPr>
              <a:t>Suggested Time:</a:t>
            </a:r>
            <a:endParaRPr b="1">
              <a:solidFill>
                <a:srgbClr val="2E5E73"/>
              </a:solidFill>
              <a:latin typeface="Roboto"/>
              <a:ea typeface="Roboto"/>
              <a:cs typeface="Roboto"/>
              <a:sym typeface="Roboto"/>
            </a:endParaRPr>
          </a:p>
        </p:txBody>
      </p:sp>
      <p:pic>
        <p:nvPicPr>
          <p:cNvPr id="1749" name="Google Shape;1749;p217"/>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sp>
        <p:nvSpPr>
          <p:cNvPr id="1750" name="Google Shape;1750;p217"/>
          <p:cNvSpPr txBox="1"/>
          <p:nvPr/>
        </p:nvSpPr>
        <p:spPr>
          <a:xfrm>
            <a:off x="0" y="2866725"/>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000">
                <a:solidFill>
                  <a:srgbClr val="2E5E73"/>
                </a:solidFill>
                <a:latin typeface="Roboto Light"/>
                <a:ea typeface="Roboto Light"/>
                <a:cs typeface="Roboto Light"/>
                <a:sym typeface="Roboto Light"/>
              </a:rPr>
              <a:t>Time to</a:t>
            </a:r>
            <a:r>
              <a:rPr b="1" lang="en" sz="4000">
                <a:solidFill>
                  <a:srgbClr val="2E5E73"/>
                </a:solidFill>
                <a:latin typeface="Roboto"/>
                <a:ea typeface="Roboto"/>
                <a:cs typeface="Roboto"/>
                <a:sym typeface="Roboto"/>
              </a:rPr>
              <a:t> Code</a:t>
            </a:r>
            <a:endParaRPr b="1" sz="4000">
              <a:solidFill>
                <a:srgbClr val="2E5E73"/>
              </a:solidFill>
              <a:latin typeface="Roboto"/>
              <a:ea typeface="Roboto"/>
              <a:cs typeface="Roboto"/>
              <a:sym typeface="Roboto"/>
            </a:endParaRPr>
          </a:p>
        </p:txBody>
      </p:sp>
      <p:sp>
        <p:nvSpPr>
          <p:cNvPr id="1751" name="Google Shape;1751;p217"/>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52" name="Google Shape;1752;p217"/>
          <p:cNvPicPr preferRelativeResize="0"/>
          <p:nvPr/>
        </p:nvPicPr>
        <p:blipFill>
          <a:blip r:embed="rId3">
            <a:alphaModFix/>
          </a:blip>
          <a:stretch>
            <a:fillRect/>
          </a:stretch>
        </p:blipFill>
        <p:spPr>
          <a:xfrm>
            <a:off x="4040685" y="1583750"/>
            <a:ext cx="1062529" cy="752400"/>
          </a:xfrm>
          <a:prstGeom prst="rect">
            <a:avLst/>
          </a:prstGeom>
          <a:noFill/>
          <a:ln>
            <a:noFill/>
          </a:ln>
        </p:spPr>
      </p:pic>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End slide">
  <p:cSld name="CUSTOM_10_1_1_1_2_1">
    <p:bg>
      <p:bgPr>
        <a:solidFill>
          <a:srgbClr val="F2F2F2"/>
        </a:solidFill>
      </p:bgPr>
    </p:bg>
    <p:spTree>
      <p:nvGrpSpPr>
        <p:cNvPr id="1753" name="Shape 1753"/>
        <p:cNvGrpSpPr/>
        <p:nvPr/>
      </p:nvGrpSpPr>
      <p:grpSpPr>
        <a:xfrm>
          <a:off x="0" y="0"/>
          <a:ext cx="0" cy="0"/>
          <a:chOff x="0" y="0"/>
          <a:chExt cx="0" cy="0"/>
        </a:xfrm>
      </p:grpSpPr>
      <p:sp>
        <p:nvSpPr>
          <p:cNvPr id="1754" name="Google Shape;1754;p218"/>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The</a:t>
            </a:r>
            <a:r>
              <a:rPr lang="en" sz="4000">
                <a:solidFill>
                  <a:srgbClr val="2E5E73"/>
                </a:solidFill>
                <a:latin typeface="Roboto"/>
                <a:ea typeface="Roboto"/>
                <a:cs typeface="Roboto"/>
                <a:sym typeface="Roboto"/>
              </a:rPr>
              <a:t> </a:t>
            </a:r>
            <a:r>
              <a:rPr b="1" lang="en" sz="4000">
                <a:solidFill>
                  <a:srgbClr val="2E5E73"/>
                </a:solidFill>
                <a:latin typeface="Roboto"/>
                <a:ea typeface="Roboto"/>
                <a:cs typeface="Roboto"/>
                <a:sym typeface="Roboto"/>
              </a:rPr>
              <a:t>End</a:t>
            </a:r>
            <a:endParaRPr b="1" sz="4000">
              <a:solidFill>
                <a:srgbClr val="2E5E73"/>
              </a:solidFill>
              <a:latin typeface="Roboto"/>
              <a:ea typeface="Roboto"/>
              <a:cs typeface="Roboto"/>
              <a:sym typeface="Roboto"/>
            </a:endParaRPr>
          </a:p>
        </p:txBody>
      </p:sp>
      <p:sp>
        <p:nvSpPr>
          <p:cNvPr id="1755" name="Google Shape;1755;p218"/>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56" name="Google Shape;1756;p218"/>
          <p:cNvPicPr preferRelativeResize="0"/>
          <p:nvPr/>
        </p:nvPicPr>
        <p:blipFill>
          <a:blip r:embed="rId2">
            <a:alphaModFix/>
          </a:blip>
          <a:stretch>
            <a:fillRect/>
          </a:stretch>
        </p:blipFill>
        <p:spPr>
          <a:xfrm>
            <a:off x="4099875" y="1496700"/>
            <a:ext cx="1051550" cy="1051550"/>
          </a:xfrm>
          <a:prstGeom prst="rect">
            <a:avLst/>
          </a:prstGeom>
          <a:noFill/>
          <a:ln>
            <a:noFill/>
          </a:ln>
        </p:spPr>
      </p:pic>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llenge slide">
  <p:cSld name="CUSTOM_10_1_1_1_2_1_1">
    <p:bg>
      <p:bgPr>
        <a:solidFill>
          <a:srgbClr val="F2F2F2"/>
        </a:solidFill>
      </p:bgPr>
    </p:bg>
    <p:spTree>
      <p:nvGrpSpPr>
        <p:cNvPr id="1757" name="Shape 1757"/>
        <p:cNvGrpSpPr/>
        <p:nvPr/>
      </p:nvGrpSpPr>
      <p:grpSpPr>
        <a:xfrm>
          <a:off x="0" y="0"/>
          <a:ext cx="0" cy="0"/>
          <a:chOff x="0" y="0"/>
          <a:chExt cx="0" cy="0"/>
        </a:xfrm>
      </p:grpSpPr>
      <p:sp>
        <p:nvSpPr>
          <p:cNvPr id="1758" name="Google Shape;1758;p219"/>
          <p:cNvSpPr txBox="1"/>
          <p:nvPr/>
        </p:nvSpPr>
        <p:spPr>
          <a:xfrm>
            <a:off x="0" y="2938100"/>
            <a:ext cx="9144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Challenge</a:t>
            </a:r>
            <a:endParaRPr b="1" sz="4000">
              <a:solidFill>
                <a:srgbClr val="2E5E73"/>
              </a:solidFill>
              <a:latin typeface="Roboto"/>
              <a:ea typeface="Roboto"/>
              <a:cs typeface="Roboto"/>
              <a:sym typeface="Roboto"/>
            </a:endParaRPr>
          </a:p>
        </p:txBody>
      </p:sp>
      <p:sp>
        <p:nvSpPr>
          <p:cNvPr id="1759" name="Google Shape;1759;p219"/>
          <p:cNvSpPr txBox="1"/>
          <p:nvPr>
            <p:ph idx="1" type="subTitle"/>
          </p:nvPr>
        </p:nvSpPr>
        <p:spPr>
          <a:xfrm>
            <a:off x="41700" y="3597125"/>
            <a:ext cx="9102300" cy="698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000"/>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0" name="Google Shape;1760;p219"/>
          <p:cNvSpPr/>
          <p:nvPr/>
        </p:nvSpPr>
        <p:spPr>
          <a:xfrm>
            <a:off x="3731050" y="1119050"/>
            <a:ext cx="1681800" cy="16818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61" name="Google Shape;1761;p219"/>
          <p:cNvPicPr preferRelativeResize="0"/>
          <p:nvPr/>
        </p:nvPicPr>
        <p:blipFill>
          <a:blip r:embed="rId2">
            <a:alphaModFix/>
          </a:blip>
          <a:stretch>
            <a:fillRect/>
          </a:stretch>
        </p:blipFill>
        <p:spPr>
          <a:xfrm>
            <a:off x="3950463" y="1273187"/>
            <a:ext cx="1284774" cy="1120024"/>
          </a:xfrm>
          <a:prstGeom prst="rect">
            <a:avLst/>
          </a:prstGeom>
          <a:noFill/>
          <a:ln>
            <a:noFill/>
          </a:ln>
        </p:spPr>
      </p:pic>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s slide">
  <p:cSld name="CUSTOM_10_1_1_1_1">
    <p:bg>
      <p:bgPr>
        <a:solidFill>
          <a:srgbClr val="F2F2F2"/>
        </a:solidFill>
      </p:bgPr>
    </p:bg>
    <p:spTree>
      <p:nvGrpSpPr>
        <p:cNvPr id="1762" name="Shape 1762"/>
        <p:cNvGrpSpPr/>
        <p:nvPr/>
      </p:nvGrpSpPr>
      <p:grpSpPr>
        <a:xfrm>
          <a:off x="0" y="0"/>
          <a:ext cx="0" cy="0"/>
          <a:chOff x="0" y="0"/>
          <a:chExt cx="0" cy="0"/>
        </a:xfrm>
      </p:grpSpPr>
      <p:sp>
        <p:nvSpPr>
          <p:cNvPr id="1763" name="Google Shape;1763;p220"/>
          <p:cNvSpPr txBox="1"/>
          <p:nvPr/>
        </p:nvSpPr>
        <p:spPr>
          <a:xfrm>
            <a:off x="0" y="2688450"/>
            <a:ext cx="9144000" cy="752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rgbClr val="2E5E73"/>
                </a:solidFill>
                <a:latin typeface="Roboto"/>
                <a:ea typeface="Roboto"/>
                <a:cs typeface="Roboto"/>
                <a:sym typeface="Roboto"/>
              </a:rPr>
              <a:t>Questions?</a:t>
            </a:r>
            <a:endParaRPr sz="4000">
              <a:solidFill>
                <a:srgbClr val="2E5E73"/>
              </a:solidFill>
              <a:latin typeface="Roboto Light"/>
              <a:ea typeface="Roboto Light"/>
              <a:cs typeface="Roboto Light"/>
              <a:sym typeface="Roboto Light"/>
            </a:endParaRPr>
          </a:p>
        </p:txBody>
      </p:sp>
      <p:pic>
        <p:nvPicPr>
          <p:cNvPr id="1764" name="Google Shape;1764;p220"/>
          <p:cNvPicPr preferRelativeResize="0"/>
          <p:nvPr/>
        </p:nvPicPr>
        <p:blipFill>
          <a:blip r:embed="rId2">
            <a:alphaModFix/>
          </a:blip>
          <a:stretch>
            <a:fillRect/>
          </a:stretch>
        </p:blipFill>
        <p:spPr>
          <a:xfrm>
            <a:off x="3762650" y="1443625"/>
            <a:ext cx="1345550" cy="1054620"/>
          </a:xfrm>
          <a:prstGeom prst="rect">
            <a:avLst/>
          </a:prstGeom>
          <a:noFill/>
          <a:ln>
            <a:noFill/>
          </a:ln>
        </p:spPr>
      </p:pic>
      <p:pic>
        <p:nvPicPr>
          <p:cNvPr id="1765" name="Google Shape;1765;p220"/>
          <p:cNvPicPr preferRelativeResize="0"/>
          <p:nvPr/>
        </p:nvPicPr>
        <p:blipFill rotWithShape="1">
          <a:blip r:embed="rId3">
            <a:alphaModFix/>
          </a:blip>
          <a:srcRect b="9853" l="0" r="0" t="0"/>
          <a:stretch/>
        </p:blipFill>
        <p:spPr>
          <a:xfrm>
            <a:off x="653025" y="3974475"/>
            <a:ext cx="870750" cy="1194250"/>
          </a:xfrm>
          <a:prstGeom prst="rect">
            <a:avLst/>
          </a:prstGeom>
          <a:noFill/>
          <a:ln>
            <a:noFill/>
          </a:ln>
        </p:spPr>
      </p:pic>
      <p:pic>
        <p:nvPicPr>
          <p:cNvPr id="1766" name="Google Shape;1766;p220"/>
          <p:cNvPicPr preferRelativeResize="0"/>
          <p:nvPr/>
        </p:nvPicPr>
        <p:blipFill rotWithShape="1">
          <a:blip r:embed="rId3">
            <a:alphaModFix/>
          </a:blip>
          <a:srcRect b="19665" l="0" r="0" t="0"/>
          <a:stretch/>
        </p:blipFill>
        <p:spPr>
          <a:xfrm flipH="1">
            <a:off x="1651350" y="4211600"/>
            <a:ext cx="783075" cy="957125"/>
          </a:xfrm>
          <a:prstGeom prst="rect">
            <a:avLst/>
          </a:prstGeom>
          <a:noFill/>
          <a:ln>
            <a:noFill/>
          </a:ln>
        </p:spPr>
      </p:pic>
      <p:pic>
        <p:nvPicPr>
          <p:cNvPr id="1767" name="Google Shape;1767;p22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68" name="Google Shape;1768;p220"/>
          <p:cNvPicPr preferRelativeResize="0"/>
          <p:nvPr/>
        </p:nvPicPr>
        <p:blipFill rotWithShape="1">
          <a:blip r:embed="rId3">
            <a:alphaModFix/>
          </a:blip>
          <a:srcRect b="9853" l="0" r="0" t="0"/>
          <a:stretch/>
        </p:blipFill>
        <p:spPr>
          <a:xfrm>
            <a:off x="2655487" y="3820875"/>
            <a:ext cx="982713" cy="1347850"/>
          </a:xfrm>
          <a:prstGeom prst="rect">
            <a:avLst/>
          </a:prstGeom>
          <a:noFill/>
          <a:ln>
            <a:noFill/>
          </a:ln>
        </p:spPr>
      </p:pic>
      <p:pic>
        <p:nvPicPr>
          <p:cNvPr id="1769" name="Google Shape;1769;p220"/>
          <p:cNvPicPr preferRelativeResize="0"/>
          <p:nvPr/>
        </p:nvPicPr>
        <p:blipFill rotWithShape="1">
          <a:blip r:embed="rId3">
            <a:alphaModFix/>
          </a:blip>
          <a:srcRect b="9853" l="0" r="0" t="0"/>
          <a:stretch/>
        </p:blipFill>
        <p:spPr>
          <a:xfrm>
            <a:off x="4517888" y="3982537"/>
            <a:ext cx="870750" cy="1194250"/>
          </a:xfrm>
          <a:prstGeom prst="rect">
            <a:avLst/>
          </a:prstGeom>
          <a:noFill/>
          <a:ln>
            <a:noFill/>
          </a:ln>
        </p:spPr>
      </p:pic>
      <p:pic>
        <p:nvPicPr>
          <p:cNvPr id="1770" name="Google Shape;1770;p220"/>
          <p:cNvPicPr preferRelativeResize="0"/>
          <p:nvPr/>
        </p:nvPicPr>
        <p:blipFill rotWithShape="1">
          <a:blip r:embed="rId3">
            <a:alphaModFix/>
          </a:blip>
          <a:srcRect b="5687" l="0" r="0" t="0"/>
          <a:stretch/>
        </p:blipFill>
        <p:spPr>
          <a:xfrm flipH="1">
            <a:off x="5979175" y="4016252"/>
            <a:ext cx="783075" cy="1123675"/>
          </a:xfrm>
          <a:prstGeom prst="rect">
            <a:avLst/>
          </a:prstGeom>
          <a:noFill/>
          <a:ln>
            <a:noFill/>
          </a:ln>
        </p:spPr>
      </p:pic>
      <p:pic>
        <p:nvPicPr>
          <p:cNvPr id="1771" name="Google Shape;1771;p220"/>
          <p:cNvPicPr preferRelativeResize="0"/>
          <p:nvPr/>
        </p:nvPicPr>
        <p:blipFill rotWithShape="1">
          <a:blip r:embed="rId3">
            <a:alphaModFix/>
          </a:blip>
          <a:srcRect b="0" l="0" r="0" t="0"/>
          <a:stretch/>
        </p:blipFill>
        <p:spPr>
          <a:xfrm>
            <a:off x="7223650" y="3820875"/>
            <a:ext cx="870750" cy="1324800"/>
          </a:xfrm>
          <a:prstGeom prst="rect">
            <a:avLst/>
          </a:prstGeom>
          <a:noFill/>
          <a:ln>
            <a:noFill/>
          </a:ln>
        </p:spPr>
      </p:pic>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slide">
  <p:cSld name="CUSTOM_10_1_1_1_1_1">
    <p:bg>
      <p:bgPr>
        <a:solidFill>
          <a:srgbClr val="F2F2F2"/>
        </a:solidFill>
      </p:bgPr>
    </p:bg>
    <p:spTree>
      <p:nvGrpSpPr>
        <p:cNvPr id="1772" name="Shape 1772"/>
        <p:cNvGrpSpPr/>
        <p:nvPr/>
      </p:nvGrpSpPr>
      <p:grpSpPr>
        <a:xfrm>
          <a:off x="0" y="0"/>
          <a:ext cx="0" cy="0"/>
          <a:chOff x="0" y="0"/>
          <a:chExt cx="0" cy="0"/>
        </a:xfrm>
      </p:grpSpPr>
      <p:sp>
        <p:nvSpPr>
          <p:cNvPr id="1773" name="Google Shape;1773;p221"/>
          <p:cNvSpPr/>
          <p:nvPr/>
        </p:nvSpPr>
        <p:spPr>
          <a:xfrm flipH="1">
            <a:off x="1251238" y="1174875"/>
            <a:ext cx="2443200" cy="2443500"/>
          </a:xfrm>
          <a:prstGeom prst="wedgeEllipseCallout">
            <a:avLst>
              <a:gd fmla="val -20833" name="adj1"/>
              <a:gd fmla="val 62500" name="adj2"/>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21"/>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21"/>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21"/>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Roboto"/>
                <a:ea typeface="Roboto"/>
                <a:cs typeface="Roboto"/>
                <a:sym typeface="Roboto"/>
              </a:rPr>
              <a:t>Share</a:t>
            </a:r>
            <a:endParaRPr b="1" sz="4000">
              <a:solidFill>
                <a:srgbClr val="FFFFFF"/>
              </a:solidFill>
              <a:latin typeface="Roboto"/>
              <a:ea typeface="Roboto"/>
              <a:cs typeface="Roboto"/>
              <a:sym typeface="Roboto"/>
            </a:endParaRPr>
          </a:p>
        </p:txBody>
      </p:sp>
      <p:sp>
        <p:nvSpPr>
          <p:cNvPr id="1777" name="Google Shape;1777;p221"/>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Roboto"/>
                <a:ea typeface="Roboto"/>
                <a:cs typeface="Roboto"/>
                <a:sym typeface="Roboto"/>
              </a:rPr>
              <a:t>Your</a:t>
            </a:r>
            <a:endParaRPr b="1" sz="4000">
              <a:solidFill>
                <a:srgbClr val="FFFFFF"/>
              </a:solidFill>
              <a:latin typeface="Roboto"/>
              <a:ea typeface="Roboto"/>
              <a:cs typeface="Roboto"/>
              <a:sym typeface="Roboto"/>
            </a:endParaRPr>
          </a:p>
        </p:txBody>
      </p:sp>
      <p:sp>
        <p:nvSpPr>
          <p:cNvPr id="1778" name="Google Shape;1778;p221"/>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Roboto"/>
                <a:ea typeface="Roboto"/>
                <a:cs typeface="Roboto"/>
                <a:sym typeface="Roboto"/>
              </a:rPr>
              <a:t>Answers</a:t>
            </a:r>
            <a:endParaRPr b="1" sz="4000">
              <a:solidFill>
                <a:srgbClr val="FFFFFF"/>
              </a:solidFill>
              <a:latin typeface="Roboto"/>
              <a:ea typeface="Roboto"/>
              <a:cs typeface="Roboto"/>
              <a:sym typeface="Roboto"/>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slide">
  <p:cSld name="CUSTOM_10_1_1_1_1_1_1">
    <p:bg>
      <p:bgPr>
        <a:solidFill>
          <a:srgbClr val="F2F2F2"/>
        </a:solidFill>
      </p:bgPr>
    </p:bg>
    <p:spTree>
      <p:nvGrpSpPr>
        <p:cNvPr id="1779" name="Shape 1779"/>
        <p:cNvGrpSpPr/>
        <p:nvPr/>
      </p:nvGrpSpPr>
      <p:grpSpPr>
        <a:xfrm>
          <a:off x="0" y="0"/>
          <a:ext cx="0" cy="0"/>
          <a:chOff x="0" y="0"/>
          <a:chExt cx="0" cy="0"/>
        </a:xfrm>
      </p:grpSpPr>
      <p:sp>
        <p:nvSpPr>
          <p:cNvPr id="1780" name="Google Shape;1780;p222"/>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rgbClr val="2E5E73"/>
                </a:solidFill>
                <a:latin typeface="Roboto"/>
                <a:ea typeface="Roboto"/>
                <a:cs typeface="Roboto"/>
                <a:sym typeface="Roboto"/>
              </a:rPr>
              <a:t>Remember,</a:t>
            </a:r>
            <a:r>
              <a:rPr b="1" i="0" lang="en" sz="4500" u="none" cap="none" strike="noStrike">
                <a:solidFill>
                  <a:srgbClr val="000000"/>
                </a:solidFill>
                <a:latin typeface="Roboto"/>
                <a:ea typeface="Roboto"/>
                <a:cs typeface="Roboto"/>
                <a:sym typeface="Roboto"/>
              </a:rPr>
              <a:t> </a:t>
            </a:r>
            <a:endParaRPr b="1" i="0" sz="4500" u="none" cap="none" strike="noStrike">
              <a:solidFill>
                <a:srgbClr val="000000"/>
              </a:solidFill>
              <a:latin typeface="Roboto"/>
              <a:ea typeface="Roboto"/>
              <a:cs typeface="Roboto"/>
              <a:sym typeface="Roboto"/>
            </a:endParaRPr>
          </a:p>
        </p:txBody>
      </p:sp>
      <p:pic>
        <p:nvPicPr>
          <p:cNvPr id="1781" name="Google Shape;1781;p222"/>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1782" name="Google Shape;1782;p222"/>
          <p:cNvGrpSpPr/>
          <p:nvPr/>
        </p:nvGrpSpPr>
        <p:grpSpPr>
          <a:xfrm>
            <a:off x="3972318" y="1206125"/>
            <a:ext cx="1051285" cy="920372"/>
            <a:chOff x="587700" y="-13400"/>
            <a:chExt cx="5735325" cy="5021125"/>
          </a:xfrm>
        </p:grpSpPr>
        <p:sp>
          <p:nvSpPr>
            <p:cNvPr id="1783" name="Google Shape;1783;p222"/>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222"/>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222"/>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222"/>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222"/>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88" name="Google Shape;1788;p222"/>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rtl="0" algn="l">
              <a:spcBef>
                <a:spcPts val="0"/>
              </a:spcBef>
              <a:spcAft>
                <a:spcPts val="0"/>
              </a:spcAft>
              <a:buNone/>
            </a:pPr>
            <a:r>
              <a:t/>
            </a:r>
            <a:endParaRPr sz="1800">
              <a:solidFill>
                <a:srgbClr val="2E5E73"/>
              </a:solidFill>
              <a:latin typeface="Roboto"/>
              <a:ea typeface="Roboto"/>
              <a:cs typeface="Roboto"/>
              <a:sym typeface="Roboto"/>
            </a:endParaRPr>
          </a:p>
        </p:txBody>
      </p:sp>
      <p:pic>
        <p:nvPicPr>
          <p:cNvPr id="1789" name="Google Shape;1789;p222"/>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6">
  <p:cSld name="CUSTOM_11">
    <p:spTree>
      <p:nvGrpSpPr>
        <p:cNvPr id="1790" name="Shape 1790"/>
        <p:cNvGrpSpPr/>
        <p:nvPr/>
      </p:nvGrpSpPr>
      <p:grpSpPr>
        <a:xfrm>
          <a:off x="0" y="0"/>
          <a:ext cx="0" cy="0"/>
          <a:chOff x="0" y="0"/>
          <a:chExt cx="0" cy="0"/>
        </a:xfrm>
      </p:grpSpPr>
      <p:sp>
        <p:nvSpPr>
          <p:cNvPr id="1791" name="Google Shape;1791;p223"/>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23"/>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23"/>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23"/>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23"/>
          <p:cNvSpPr/>
          <p:nvPr/>
        </p:nvSpPr>
        <p:spPr>
          <a:xfrm>
            <a:off x="953325" y="434773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23"/>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23"/>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798" name="Google Shape;1798;p223"/>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799" name="Google Shape;1799;p223"/>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800" name="Google Shape;1800;p223"/>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801" name="Google Shape;1801;p223"/>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802" name="Google Shape;1802;p223"/>
          <p:cNvSpPr/>
          <p:nvPr/>
        </p:nvSpPr>
        <p:spPr>
          <a:xfrm>
            <a:off x="802850" y="4297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6</a:t>
            </a:r>
            <a:endParaRPr>
              <a:solidFill>
                <a:srgbClr val="082D49"/>
              </a:solidFill>
            </a:endParaRPr>
          </a:p>
        </p:txBody>
      </p:sp>
      <p:sp>
        <p:nvSpPr>
          <p:cNvPr id="1803" name="Google Shape;1803;p223"/>
          <p:cNvSpPr txBox="1"/>
          <p:nvPr>
            <p:ph idx="1" type="subTitle"/>
          </p:nvPr>
        </p:nvSpPr>
        <p:spPr>
          <a:xfrm>
            <a:off x="1354400" y="112917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4" name="Google Shape;1804;p223"/>
          <p:cNvSpPr txBox="1"/>
          <p:nvPr>
            <p:ph idx="2" type="subTitle"/>
          </p:nvPr>
        </p:nvSpPr>
        <p:spPr>
          <a:xfrm>
            <a:off x="1354400" y="1771638"/>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5" name="Google Shape;1805;p223"/>
          <p:cNvSpPr txBox="1"/>
          <p:nvPr>
            <p:ph idx="3" type="subTitle"/>
          </p:nvPr>
        </p:nvSpPr>
        <p:spPr>
          <a:xfrm>
            <a:off x="1354400" y="24174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6" name="Google Shape;1806;p223"/>
          <p:cNvSpPr txBox="1"/>
          <p:nvPr>
            <p:ph idx="4" type="subTitle"/>
          </p:nvPr>
        </p:nvSpPr>
        <p:spPr>
          <a:xfrm>
            <a:off x="1354400" y="3063213"/>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7" name="Google Shape;1807;p223"/>
          <p:cNvSpPr txBox="1"/>
          <p:nvPr>
            <p:ph idx="5" type="subTitle"/>
          </p:nvPr>
        </p:nvSpPr>
        <p:spPr>
          <a:xfrm>
            <a:off x="1354400" y="37056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8" name="Google Shape;1808;p223"/>
          <p:cNvSpPr txBox="1"/>
          <p:nvPr>
            <p:ph idx="6" type="subTitle"/>
          </p:nvPr>
        </p:nvSpPr>
        <p:spPr>
          <a:xfrm>
            <a:off x="1354400" y="43477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9" name="Google Shape;1809;p2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0" name="Google Shape;1810;p223"/>
          <p:cNvSpPr txBox="1"/>
          <p:nvPr>
            <p:ph idx="7"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5">
  <p:cSld name="CUSTOM_11_1">
    <p:spTree>
      <p:nvGrpSpPr>
        <p:cNvPr id="1811" name="Shape 1811"/>
        <p:cNvGrpSpPr/>
        <p:nvPr/>
      </p:nvGrpSpPr>
      <p:grpSpPr>
        <a:xfrm>
          <a:off x="0" y="0"/>
          <a:ext cx="0" cy="0"/>
          <a:chOff x="0" y="0"/>
          <a:chExt cx="0" cy="0"/>
        </a:xfrm>
      </p:grpSpPr>
      <p:sp>
        <p:nvSpPr>
          <p:cNvPr id="1812" name="Google Shape;1812;p224"/>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24"/>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24"/>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24"/>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24"/>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24"/>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818" name="Google Shape;1818;p224"/>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819" name="Google Shape;1819;p224"/>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820" name="Google Shape;1820;p224"/>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821" name="Google Shape;1821;p224"/>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1822" name="Google Shape;1822;p224"/>
          <p:cNvSpPr txBox="1"/>
          <p:nvPr>
            <p:ph idx="1" type="subTitle"/>
          </p:nvPr>
        </p:nvSpPr>
        <p:spPr>
          <a:xfrm>
            <a:off x="1354400" y="112917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3" name="Google Shape;1823;p224"/>
          <p:cNvSpPr txBox="1"/>
          <p:nvPr>
            <p:ph idx="2" type="subTitle"/>
          </p:nvPr>
        </p:nvSpPr>
        <p:spPr>
          <a:xfrm>
            <a:off x="1354400" y="1771638"/>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4" name="Google Shape;1824;p224"/>
          <p:cNvSpPr txBox="1"/>
          <p:nvPr>
            <p:ph idx="3" type="subTitle"/>
          </p:nvPr>
        </p:nvSpPr>
        <p:spPr>
          <a:xfrm>
            <a:off x="1354400" y="24174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5" name="Google Shape;1825;p224"/>
          <p:cNvSpPr txBox="1"/>
          <p:nvPr>
            <p:ph idx="4" type="subTitle"/>
          </p:nvPr>
        </p:nvSpPr>
        <p:spPr>
          <a:xfrm>
            <a:off x="1354400" y="3063213"/>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6" name="Google Shape;1826;p224"/>
          <p:cNvSpPr txBox="1"/>
          <p:nvPr>
            <p:ph idx="5" type="subTitle"/>
          </p:nvPr>
        </p:nvSpPr>
        <p:spPr>
          <a:xfrm>
            <a:off x="1354400" y="37056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7" name="Google Shape;1827;p2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28" name="Google Shape;1828;p224"/>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p:cSld name="CUSTOM_11_1_1">
    <p:spTree>
      <p:nvGrpSpPr>
        <p:cNvPr id="1829" name="Shape 1829"/>
        <p:cNvGrpSpPr/>
        <p:nvPr/>
      </p:nvGrpSpPr>
      <p:grpSpPr>
        <a:xfrm>
          <a:off x="0" y="0"/>
          <a:ext cx="0" cy="0"/>
          <a:chOff x="0" y="0"/>
          <a:chExt cx="0" cy="0"/>
        </a:xfrm>
      </p:grpSpPr>
      <p:sp>
        <p:nvSpPr>
          <p:cNvPr id="1830" name="Google Shape;1830;p225"/>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25"/>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25"/>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25"/>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25"/>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1835" name="Google Shape;1835;p225"/>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1836" name="Google Shape;1836;p225"/>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1837" name="Google Shape;1837;p225"/>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1838" name="Google Shape;1838;p225"/>
          <p:cNvSpPr txBox="1"/>
          <p:nvPr>
            <p:ph idx="1" type="subTitle"/>
          </p:nvPr>
        </p:nvSpPr>
        <p:spPr>
          <a:xfrm>
            <a:off x="1354400" y="112917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9" name="Google Shape;1839;p225"/>
          <p:cNvSpPr txBox="1"/>
          <p:nvPr>
            <p:ph idx="2" type="subTitle"/>
          </p:nvPr>
        </p:nvSpPr>
        <p:spPr>
          <a:xfrm>
            <a:off x="1354400" y="1771638"/>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0" name="Google Shape;1840;p225"/>
          <p:cNvSpPr txBox="1"/>
          <p:nvPr>
            <p:ph idx="3" type="subTitle"/>
          </p:nvPr>
        </p:nvSpPr>
        <p:spPr>
          <a:xfrm>
            <a:off x="1354400" y="2417425"/>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1" name="Google Shape;1841;p225"/>
          <p:cNvSpPr txBox="1"/>
          <p:nvPr>
            <p:ph idx="4" type="subTitle"/>
          </p:nvPr>
        </p:nvSpPr>
        <p:spPr>
          <a:xfrm>
            <a:off x="1354400" y="3063213"/>
            <a:ext cx="71160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2" name="Google Shape;1842;p2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3" name="Google Shape;1843;p225"/>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
    <p:spTree>
      <p:nvGrpSpPr>
        <p:cNvPr id="1844" name="Shape 1844"/>
        <p:cNvGrpSpPr/>
        <p:nvPr/>
      </p:nvGrpSpPr>
      <p:grpSpPr>
        <a:xfrm>
          <a:off x="0" y="0"/>
          <a:ext cx="0" cy="0"/>
          <a:chOff x="0" y="0"/>
          <a:chExt cx="0" cy="0"/>
        </a:xfrm>
      </p:grpSpPr>
      <p:grpSp>
        <p:nvGrpSpPr>
          <p:cNvPr id="1845" name="Google Shape;1845;p226"/>
          <p:cNvGrpSpPr/>
          <p:nvPr/>
        </p:nvGrpSpPr>
        <p:grpSpPr>
          <a:xfrm>
            <a:off x="440125" y="1136875"/>
            <a:ext cx="776900" cy="486300"/>
            <a:chOff x="457200" y="1466425"/>
            <a:chExt cx="776900" cy="486300"/>
          </a:xfrm>
        </p:grpSpPr>
        <p:sp>
          <p:nvSpPr>
            <p:cNvPr id="1846" name="Google Shape;1846;p226"/>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847" name="Google Shape;1847;p226"/>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48" name="Google Shape;1848;p226"/>
          <p:cNvGrpSpPr/>
          <p:nvPr/>
        </p:nvGrpSpPr>
        <p:grpSpPr>
          <a:xfrm>
            <a:off x="440125" y="1791730"/>
            <a:ext cx="776900" cy="486300"/>
            <a:chOff x="457200" y="1466425"/>
            <a:chExt cx="776900" cy="486300"/>
          </a:xfrm>
        </p:grpSpPr>
        <p:sp>
          <p:nvSpPr>
            <p:cNvPr id="1849" name="Google Shape;1849;p226"/>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850" name="Google Shape;1850;p226"/>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51" name="Google Shape;1851;p226"/>
          <p:cNvGrpSpPr/>
          <p:nvPr/>
        </p:nvGrpSpPr>
        <p:grpSpPr>
          <a:xfrm>
            <a:off x="440125" y="2446585"/>
            <a:ext cx="776900" cy="486300"/>
            <a:chOff x="457200" y="1466425"/>
            <a:chExt cx="776900" cy="486300"/>
          </a:xfrm>
        </p:grpSpPr>
        <p:sp>
          <p:nvSpPr>
            <p:cNvPr id="1852" name="Google Shape;1852;p226"/>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853" name="Google Shape;1853;p226"/>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54" name="Google Shape;1854;p226"/>
          <p:cNvGrpSpPr/>
          <p:nvPr/>
        </p:nvGrpSpPr>
        <p:grpSpPr>
          <a:xfrm>
            <a:off x="440125" y="3101440"/>
            <a:ext cx="776900" cy="486300"/>
            <a:chOff x="457200" y="1466425"/>
            <a:chExt cx="776900" cy="486300"/>
          </a:xfrm>
        </p:grpSpPr>
        <p:sp>
          <p:nvSpPr>
            <p:cNvPr id="1855" name="Google Shape;1855;p226"/>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856" name="Google Shape;1856;p226"/>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57" name="Google Shape;1857;p226"/>
          <p:cNvGrpSpPr/>
          <p:nvPr/>
        </p:nvGrpSpPr>
        <p:grpSpPr>
          <a:xfrm>
            <a:off x="440125" y="3756295"/>
            <a:ext cx="776900" cy="486300"/>
            <a:chOff x="457200" y="1466425"/>
            <a:chExt cx="776900" cy="486300"/>
          </a:xfrm>
        </p:grpSpPr>
        <p:sp>
          <p:nvSpPr>
            <p:cNvPr id="1858" name="Google Shape;1858;p226"/>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859" name="Google Shape;1859;p226"/>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860" name="Google Shape;1860;p226"/>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861" name="Google Shape;1861;p226"/>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62" name="Google Shape;1862;p226"/>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63" name="Google Shape;1863;p226"/>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64" name="Google Shape;1864;p226"/>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65" name="Google Shape;1865;p2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6" name="Google Shape;1866;p226"/>
          <p:cNvSpPr txBox="1"/>
          <p:nvPr>
            <p:ph idx="1" type="subTitle"/>
          </p:nvPr>
        </p:nvSpPr>
        <p:spPr>
          <a:xfrm>
            <a:off x="1354400" y="11291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7" name="Google Shape;1867;p226"/>
          <p:cNvSpPr txBox="1"/>
          <p:nvPr>
            <p:ph idx="2" type="subTitle"/>
          </p:nvPr>
        </p:nvSpPr>
        <p:spPr>
          <a:xfrm>
            <a:off x="1354400" y="17878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8" name="Google Shape;1868;p226"/>
          <p:cNvSpPr txBox="1"/>
          <p:nvPr>
            <p:ph idx="3" type="subTitle"/>
          </p:nvPr>
        </p:nvSpPr>
        <p:spPr>
          <a:xfrm>
            <a:off x="1354400" y="24446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9" name="Google Shape;1869;p226"/>
          <p:cNvSpPr txBox="1"/>
          <p:nvPr>
            <p:ph idx="4" type="subTitle"/>
          </p:nvPr>
        </p:nvSpPr>
        <p:spPr>
          <a:xfrm>
            <a:off x="1354400" y="31033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0" name="Google Shape;1870;p226"/>
          <p:cNvSpPr txBox="1"/>
          <p:nvPr>
            <p:ph idx="5" type="subTitle"/>
          </p:nvPr>
        </p:nvSpPr>
        <p:spPr>
          <a:xfrm>
            <a:off x="1354400" y="37601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1" name="Google Shape;1871;p226"/>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p:cSld name="CUSTOM_11_1_1_2_2">
    <p:spTree>
      <p:nvGrpSpPr>
        <p:cNvPr id="1872" name="Shape 1872"/>
        <p:cNvGrpSpPr/>
        <p:nvPr/>
      </p:nvGrpSpPr>
      <p:grpSpPr>
        <a:xfrm>
          <a:off x="0" y="0"/>
          <a:ext cx="0" cy="0"/>
          <a:chOff x="0" y="0"/>
          <a:chExt cx="0" cy="0"/>
        </a:xfrm>
      </p:grpSpPr>
      <p:grpSp>
        <p:nvGrpSpPr>
          <p:cNvPr id="1873" name="Google Shape;1873;p227"/>
          <p:cNvGrpSpPr/>
          <p:nvPr/>
        </p:nvGrpSpPr>
        <p:grpSpPr>
          <a:xfrm>
            <a:off x="440125" y="1136875"/>
            <a:ext cx="776900" cy="486300"/>
            <a:chOff x="457200" y="1466425"/>
            <a:chExt cx="776900" cy="486300"/>
          </a:xfrm>
        </p:grpSpPr>
        <p:sp>
          <p:nvSpPr>
            <p:cNvPr id="1874" name="Google Shape;1874;p22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01</a:t>
              </a:r>
              <a:endParaRPr b="0" i="0" sz="3000" u="none" cap="none" strike="noStrike">
                <a:solidFill>
                  <a:schemeClr val="dk2"/>
                </a:solidFill>
                <a:latin typeface="Roboto Light"/>
                <a:ea typeface="Roboto Light"/>
                <a:cs typeface="Roboto Light"/>
                <a:sym typeface="Roboto Light"/>
              </a:endParaRPr>
            </a:p>
          </p:txBody>
        </p:sp>
        <p:sp>
          <p:nvSpPr>
            <p:cNvPr id="1875" name="Google Shape;1875;p22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76" name="Google Shape;1876;p227"/>
          <p:cNvGrpSpPr/>
          <p:nvPr/>
        </p:nvGrpSpPr>
        <p:grpSpPr>
          <a:xfrm>
            <a:off x="440125" y="1791730"/>
            <a:ext cx="776900" cy="486300"/>
            <a:chOff x="457200" y="1466425"/>
            <a:chExt cx="776900" cy="486300"/>
          </a:xfrm>
        </p:grpSpPr>
        <p:sp>
          <p:nvSpPr>
            <p:cNvPr id="1877" name="Google Shape;1877;p22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878" name="Google Shape;1878;p22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79" name="Google Shape;1879;p227"/>
          <p:cNvGrpSpPr/>
          <p:nvPr/>
        </p:nvGrpSpPr>
        <p:grpSpPr>
          <a:xfrm>
            <a:off x="440125" y="2446585"/>
            <a:ext cx="776900" cy="486300"/>
            <a:chOff x="457200" y="1466425"/>
            <a:chExt cx="776900" cy="486300"/>
          </a:xfrm>
        </p:grpSpPr>
        <p:sp>
          <p:nvSpPr>
            <p:cNvPr id="1880" name="Google Shape;1880;p22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881" name="Google Shape;1881;p22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82" name="Google Shape;1882;p227"/>
          <p:cNvGrpSpPr/>
          <p:nvPr/>
        </p:nvGrpSpPr>
        <p:grpSpPr>
          <a:xfrm>
            <a:off x="440125" y="3101440"/>
            <a:ext cx="776900" cy="486300"/>
            <a:chOff x="457200" y="1466425"/>
            <a:chExt cx="776900" cy="486300"/>
          </a:xfrm>
        </p:grpSpPr>
        <p:sp>
          <p:nvSpPr>
            <p:cNvPr id="1883" name="Google Shape;1883;p22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04</a:t>
              </a:r>
              <a:endParaRPr b="0" i="0" sz="3000" u="none" cap="none" strike="noStrike">
                <a:solidFill>
                  <a:schemeClr val="dk2"/>
                </a:solidFill>
                <a:latin typeface="Roboto Light"/>
                <a:ea typeface="Roboto Light"/>
                <a:cs typeface="Roboto Light"/>
                <a:sym typeface="Roboto Light"/>
              </a:endParaRPr>
            </a:p>
          </p:txBody>
        </p:sp>
        <p:sp>
          <p:nvSpPr>
            <p:cNvPr id="1884" name="Google Shape;1884;p22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885" name="Google Shape;1885;p227"/>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886" name="Google Shape;1886;p227"/>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87" name="Google Shape;1887;p227"/>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88" name="Google Shape;1888;p227"/>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889" name="Google Shape;1889;p2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90" name="Google Shape;1890;p227"/>
          <p:cNvSpPr txBox="1"/>
          <p:nvPr>
            <p:ph idx="1" type="subTitle"/>
          </p:nvPr>
        </p:nvSpPr>
        <p:spPr>
          <a:xfrm>
            <a:off x="1354400" y="11291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1" name="Google Shape;1891;p227"/>
          <p:cNvSpPr txBox="1"/>
          <p:nvPr>
            <p:ph idx="2" type="subTitle"/>
          </p:nvPr>
        </p:nvSpPr>
        <p:spPr>
          <a:xfrm>
            <a:off x="1354400" y="17878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2" name="Google Shape;1892;p227"/>
          <p:cNvSpPr txBox="1"/>
          <p:nvPr>
            <p:ph idx="3" type="subTitle"/>
          </p:nvPr>
        </p:nvSpPr>
        <p:spPr>
          <a:xfrm>
            <a:off x="1354400" y="24446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3" name="Google Shape;1893;p227"/>
          <p:cNvSpPr txBox="1"/>
          <p:nvPr>
            <p:ph idx="4" type="subTitle"/>
          </p:nvPr>
        </p:nvSpPr>
        <p:spPr>
          <a:xfrm>
            <a:off x="1354400" y="31033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4" name="Google Shape;1894;p227"/>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4 1">
  <p:cSld name="CUSTOM_11_1_1_2_2_1">
    <p:spTree>
      <p:nvGrpSpPr>
        <p:cNvPr id="1895" name="Shape 1895"/>
        <p:cNvGrpSpPr/>
        <p:nvPr/>
      </p:nvGrpSpPr>
      <p:grpSpPr>
        <a:xfrm>
          <a:off x="0" y="0"/>
          <a:ext cx="0" cy="0"/>
          <a:chOff x="0" y="0"/>
          <a:chExt cx="0" cy="0"/>
        </a:xfrm>
      </p:grpSpPr>
      <p:grpSp>
        <p:nvGrpSpPr>
          <p:cNvPr id="1896" name="Google Shape;1896;p228"/>
          <p:cNvGrpSpPr/>
          <p:nvPr/>
        </p:nvGrpSpPr>
        <p:grpSpPr>
          <a:xfrm>
            <a:off x="440125" y="1136875"/>
            <a:ext cx="776900" cy="486300"/>
            <a:chOff x="457200" y="1466425"/>
            <a:chExt cx="776900" cy="486300"/>
          </a:xfrm>
        </p:grpSpPr>
        <p:sp>
          <p:nvSpPr>
            <p:cNvPr id="1897" name="Google Shape;1897;p228"/>
            <p:cNvSpPr/>
            <p:nvPr/>
          </p:nvSpPr>
          <p:spPr>
            <a:xfrm>
              <a:off x="457200" y="1466425"/>
              <a:ext cx="695400" cy="486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lt1"/>
                  </a:solidFill>
                  <a:latin typeface="Roboto Light"/>
                  <a:ea typeface="Roboto Light"/>
                  <a:cs typeface="Roboto Light"/>
                  <a:sym typeface="Roboto Light"/>
                </a:rPr>
                <a:t>0</a:t>
              </a:r>
              <a:r>
                <a:rPr lang="en" sz="3000">
                  <a:solidFill>
                    <a:schemeClr val="lt1"/>
                  </a:solidFill>
                  <a:latin typeface="Roboto Light"/>
                  <a:ea typeface="Roboto Light"/>
                  <a:cs typeface="Roboto Light"/>
                  <a:sym typeface="Roboto Light"/>
                </a:rPr>
                <a:t>5</a:t>
              </a:r>
              <a:endParaRPr b="0" i="0" sz="3000" u="none" cap="none" strike="noStrike">
                <a:solidFill>
                  <a:schemeClr val="lt1"/>
                </a:solidFill>
                <a:latin typeface="Roboto Light"/>
                <a:ea typeface="Roboto Light"/>
                <a:cs typeface="Roboto Light"/>
                <a:sym typeface="Roboto Light"/>
              </a:endParaRPr>
            </a:p>
          </p:txBody>
        </p:sp>
        <p:sp>
          <p:nvSpPr>
            <p:cNvPr id="1898" name="Google Shape;1898;p228"/>
            <p:cNvSpPr/>
            <p:nvPr/>
          </p:nvSpPr>
          <p:spPr>
            <a:xfrm rot="5400000">
              <a:off x="973100" y="1624950"/>
              <a:ext cx="33337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899" name="Google Shape;1899;p228"/>
          <p:cNvGrpSpPr/>
          <p:nvPr/>
        </p:nvGrpSpPr>
        <p:grpSpPr>
          <a:xfrm>
            <a:off x="440125" y="1791730"/>
            <a:ext cx="776900" cy="486300"/>
            <a:chOff x="457200" y="1466425"/>
            <a:chExt cx="776900" cy="486300"/>
          </a:xfrm>
        </p:grpSpPr>
        <p:sp>
          <p:nvSpPr>
            <p:cNvPr id="1900" name="Google Shape;1900;p228"/>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1901" name="Google Shape;1901;p228"/>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902" name="Google Shape;1902;p228"/>
          <p:cNvGrpSpPr/>
          <p:nvPr/>
        </p:nvGrpSpPr>
        <p:grpSpPr>
          <a:xfrm>
            <a:off x="440125" y="2446585"/>
            <a:ext cx="776900" cy="486300"/>
            <a:chOff x="457200" y="1466425"/>
            <a:chExt cx="776900" cy="486300"/>
          </a:xfrm>
        </p:grpSpPr>
        <p:sp>
          <p:nvSpPr>
            <p:cNvPr id="1903" name="Google Shape;1903;p228"/>
            <p:cNvSpPr/>
            <p:nvPr/>
          </p:nvSpPr>
          <p:spPr>
            <a:xfrm>
              <a:off x="457200" y="1466425"/>
              <a:ext cx="695400" cy="48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a:t>
              </a:r>
              <a:r>
                <a:rPr lang="en" sz="3000">
                  <a:solidFill>
                    <a:srgbClr val="FFFFFF"/>
                  </a:solidFill>
                  <a:latin typeface="Roboto Light"/>
                  <a:ea typeface="Roboto Light"/>
                  <a:cs typeface="Roboto Light"/>
                  <a:sym typeface="Roboto Light"/>
                </a:rPr>
                <a:t>7</a:t>
              </a:r>
              <a:endParaRPr b="0" i="0" sz="3000" u="none" cap="none" strike="noStrike">
                <a:solidFill>
                  <a:srgbClr val="FFFFFF"/>
                </a:solidFill>
                <a:latin typeface="Roboto Light"/>
                <a:ea typeface="Roboto Light"/>
                <a:cs typeface="Roboto Light"/>
                <a:sym typeface="Roboto Light"/>
              </a:endParaRPr>
            </a:p>
          </p:txBody>
        </p:sp>
        <p:sp>
          <p:nvSpPr>
            <p:cNvPr id="1904" name="Google Shape;1904;p228"/>
            <p:cNvSpPr/>
            <p:nvPr/>
          </p:nvSpPr>
          <p:spPr>
            <a:xfrm rot="5400000">
              <a:off x="973100" y="1624950"/>
              <a:ext cx="33337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905" name="Google Shape;1905;p228"/>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906" name="Google Shape;1906;p228"/>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907" name="Google Shape;1907;p228"/>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908" name="Google Shape;1908;p2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09" name="Google Shape;1909;p228"/>
          <p:cNvSpPr txBox="1"/>
          <p:nvPr>
            <p:ph idx="1" type="subTitle"/>
          </p:nvPr>
        </p:nvSpPr>
        <p:spPr>
          <a:xfrm>
            <a:off x="1354400" y="11291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0" name="Google Shape;1910;p228"/>
          <p:cNvSpPr txBox="1"/>
          <p:nvPr>
            <p:ph idx="2" type="subTitle"/>
          </p:nvPr>
        </p:nvSpPr>
        <p:spPr>
          <a:xfrm>
            <a:off x="1354400" y="1787875"/>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1" name="Google Shape;1911;p228"/>
          <p:cNvSpPr txBox="1"/>
          <p:nvPr>
            <p:ph idx="3" type="subTitle"/>
          </p:nvPr>
        </p:nvSpPr>
        <p:spPr>
          <a:xfrm>
            <a:off x="1354400" y="2444663"/>
            <a:ext cx="7116000" cy="4863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2" name="Google Shape;1912;p228"/>
          <p:cNvSpPr txBox="1"/>
          <p:nvPr>
            <p:ph idx="4"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3">
  <p:cSld name="CUSTOM_11_1_1_2_1">
    <p:spTree>
      <p:nvGrpSpPr>
        <p:cNvPr id="1913" name="Shape 1913"/>
        <p:cNvGrpSpPr/>
        <p:nvPr/>
      </p:nvGrpSpPr>
      <p:grpSpPr>
        <a:xfrm>
          <a:off x="0" y="0"/>
          <a:ext cx="0" cy="0"/>
          <a:chOff x="0" y="0"/>
          <a:chExt cx="0" cy="0"/>
        </a:xfrm>
      </p:grpSpPr>
      <p:sp>
        <p:nvSpPr>
          <p:cNvPr id="1914" name="Google Shape;1914;p2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15" name="Google Shape;1915;p229"/>
          <p:cNvSpPr/>
          <p:nvPr/>
        </p:nvSpPr>
        <p:spPr>
          <a:xfrm>
            <a:off x="1352550" y="11368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16" name="Google Shape;1916;p229"/>
          <p:cNvGrpSpPr/>
          <p:nvPr/>
        </p:nvGrpSpPr>
        <p:grpSpPr>
          <a:xfrm>
            <a:off x="457200" y="1136863"/>
            <a:ext cx="776889" cy="621300"/>
            <a:chOff x="457200" y="1378813"/>
            <a:chExt cx="776889" cy="621300"/>
          </a:xfrm>
        </p:grpSpPr>
        <p:sp>
          <p:nvSpPr>
            <p:cNvPr id="1917" name="Google Shape;1917;p229"/>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dk2"/>
                  </a:solidFill>
                  <a:latin typeface="Roboto Light"/>
                  <a:ea typeface="Roboto Light"/>
                  <a:cs typeface="Roboto Light"/>
                  <a:sym typeface="Roboto Light"/>
                </a:rPr>
                <a:t>01</a:t>
              </a:r>
              <a:endParaRPr i="0" sz="3000" u="none" cap="none" strike="noStrike">
                <a:solidFill>
                  <a:schemeClr val="dk2"/>
                </a:solidFill>
                <a:latin typeface="Roboto Light"/>
                <a:ea typeface="Roboto Light"/>
                <a:cs typeface="Roboto Light"/>
                <a:sym typeface="Roboto Light"/>
              </a:endParaRPr>
            </a:p>
          </p:txBody>
        </p:sp>
        <p:sp>
          <p:nvSpPr>
            <p:cNvPr id="1918" name="Google Shape;1918;p229"/>
            <p:cNvSpPr/>
            <p:nvPr/>
          </p:nvSpPr>
          <p:spPr>
            <a:xfrm rot="5400000">
              <a:off x="969614" y="1607625"/>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919" name="Google Shape;1919;p229"/>
          <p:cNvGrpSpPr/>
          <p:nvPr/>
        </p:nvGrpSpPr>
        <p:grpSpPr>
          <a:xfrm>
            <a:off x="457200" y="1986775"/>
            <a:ext cx="776889" cy="621300"/>
            <a:chOff x="457200" y="1378813"/>
            <a:chExt cx="776889" cy="621300"/>
          </a:xfrm>
        </p:grpSpPr>
        <p:sp>
          <p:nvSpPr>
            <p:cNvPr id="1920" name="Google Shape;1920;p229"/>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02</a:t>
              </a:r>
              <a:endParaRPr i="0" sz="3000" u="none" cap="none" strike="noStrike">
                <a:solidFill>
                  <a:srgbClr val="FFFFFF"/>
                </a:solidFill>
                <a:latin typeface="Roboto Light"/>
                <a:ea typeface="Roboto Light"/>
                <a:cs typeface="Roboto Light"/>
                <a:sym typeface="Roboto Light"/>
              </a:endParaRPr>
            </a:p>
          </p:txBody>
        </p:sp>
        <p:sp>
          <p:nvSpPr>
            <p:cNvPr id="1921" name="Google Shape;1921;p229"/>
            <p:cNvSpPr/>
            <p:nvPr/>
          </p:nvSpPr>
          <p:spPr>
            <a:xfrm rot="5400000">
              <a:off x="969614" y="1607625"/>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grpSp>
        <p:nvGrpSpPr>
          <p:cNvPr id="1922" name="Google Shape;1922;p229"/>
          <p:cNvGrpSpPr/>
          <p:nvPr/>
        </p:nvGrpSpPr>
        <p:grpSpPr>
          <a:xfrm>
            <a:off x="457200" y="2831900"/>
            <a:ext cx="776889" cy="621300"/>
            <a:chOff x="457200" y="1378813"/>
            <a:chExt cx="776889" cy="621300"/>
          </a:xfrm>
        </p:grpSpPr>
        <p:sp>
          <p:nvSpPr>
            <p:cNvPr id="1923" name="Google Shape;1923;p229"/>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FFFFFF"/>
                  </a:solidFill>
                  <a:latin typeface="Roboto Light"/>
                  <a:ea typeface="Roboto Light"/>
                  <a:cs typeface="Roboto Light"/>
                  <a:sym typeface="Roboto Light"/>
                </a:rPr>
                <a:t>03</a:t>
              </a:r>
              <a:endParaRPr i="0" sz="3000" u="none" cap="none" strike="noStrike">
                <a:solidFill>
                  <a:srgbClr val="FFFFFF"/>
                </a:solidFill>
                <a:latin typeface="Roboto Light"/>
                <a:ea typeface="Roboto Light"/>
                <a:cs typeface="Roboto Light"/>
                <a:sym typeface="Roboto Light"/>
              </a:endParaRPr>
            </a:p>
          </p:txBody>
        </p:sp>
        <p:sp>
          <p:nvSpPr>
            <p:cNvPr id="1924" name="Google Shape;1924;p229"/>
            <p:cNvSpPr/>
            <p:nvPr/>
          </p:nvSpPr>
          <p:spPr>
            <a:xfrm rot="5400000">
              <a:off x="969614" y="1607625"/>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FFFFFF"/>
                </a:solidFill>
                <a:latin typeface="Roboto Light"/>
                <a:ea typeface="Roboto Light"/>
                <a:cs typeface="Roboto Light"/>
                <a:sym typeface="Roboto Light"/>
              </a:endParaRPr>
            </a:p>
          </p:txBody>
        </p:sp>
      </p:grpSp>
      <p:sp>
        <p:nvSpPr>
          <p:cNvPr id="1925" name="Google Shape;1925;p229"/>
          <p:cNvSpPr/>
          <p:nvPr/>
        </p:nvSpPr>
        <p:spPr>
          <a:xfrm>
            <a:off x="1352550" y="198918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229"/>
          <p:cNvSpPr/>
          <p:nvPr/>
        </p:nvSpPr>
        <p:spPr>
          <a:xfrm>
            <a:off x="1352550" y="28319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229"/>
          <p:cNvSpPr txBox="1"/>
          <p:nvPr/>
        </p:nvSpPr>
        <p:spPr>
          <a:xfrm>
            <a:off x="-12300" y="117925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928" name="Google Shape;1928;p229"/>
          <p:cNvSpPr txBox="1"/>
          <p:nvPr/>
        </p:nvSpPr>
        <p:spPr>
          <a:xfrm>
            <a:off x="-12300" y="1991588"/>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929" name="Google Shape;1929;p229"/>
          <p:cNvSpPr txBox="1"/>
          <p:nvPr/>
        </p:nvSpPr>
        <p:spPr>
          <a:xfrm>
            <a:off x="0" y="2834313"/>
            <a:ext cx="9168600" cy="606900"/>
          </a:xfrm>
          <a:prstGeom prst="rect">
            <a:avLst/>
          </a:prstGeom>
          <a:noFill/>
          <a:ln>
            <a:noFill/>
          </a:ln>
        </p:spPr>
        <p:txBody>
          <a:bodyPr anchorCtr="0" anchor="ctr" bIns="0" lIns="1554475" spcFirstLastPara="1" rIns="457200" wrap="square" tIns="0">
            <a:noAutofit/>
          </a:bodyPr>
          <a:lstStyle/>
          <a:p>
            <a:pPr indent="0" lvl="0" marL="0" rtl="0" algn="l">
              <a:lnSpc>
                <a:spcPct val="115000"/>
              </a:lnSpc>
              <a:spcBef>
                <a:spcPts val="0"/>
              </a:spcBef>
              <a:spcAft>
                <a:spcPts val="0"/>
              </a:spcAft>
              <a:buNone/>
            </a:pPr>
            <a:r>
              <a:t/>
            </a:r>
            <a:endParaRPr>
              <a:solidFill>
                <a:schemeClr val="dk1"/>
              </a:solidFill>
              <a:latin typeface="Roboto"/>
              <a:ea typeface="Roboto"/>
              <a:cs typeface="Roboto"/>
              <a:sym typeface="Roboto"/>
            </a:endParaRPr>
          </a:p>
        </p:txBody>
      </p:sp>
      <p:sp>
        <p:nvSpPr>
          <p:cNvPr id="1930" name="Google Shape;1930;p229"/>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1931" name="Shape 1931"/>
        <p:cNvGrpSpPr/>
        <p:nvPr/>
      </p:nvGrpSpPr>
      <p:grpSpPr>
        <a:xfrm>
          <a:off x="0" y="0"/>
          <a:ext cx="0" cy="0"/>
          <a:chOff x="0" y="0"/>
          <a:chExt cx="0" cy="0"/>
        </a:xfrm>
      </p:grpSpPr>
      <p:cxnSp>
        <p:nvCxnSpPr>
          <p:cNvPr id="1932" name="Google Shape;1932;p230"/>
          <p:cNvCxnSpPr/>
          <p:nvPr/>
        </p:nvCxnSpPr>
        <p:spPr>
          <a:xfrm>
            <a:off x="30950" y="1978775"/>
            <a:ext cx="1014300" cy="0"/>
          </a:xfrm>
          <a:prstGeom prst="straightConnector1">
            <a:avLst/>
          </a:prstGeom>
          <a:noFill/>
          <a:ln cap="flat" cmpd="sng" w="19050">
            <a:solidFill>
              <a:schemeClr val="accent6"/>
            </a:solidFill>
            <a:prstDash val="solid"/>
            <a:round/>
            <a:headEnd len="med" w="med" type="none"/>
            <a:tailEnd len="med" w="med" type="oval"/>
          </a:ln>
        </p:spPr>
      </p:cxnSp>
      <p:cxnSp>
        <p:nvCxnSpPr>
          <p:cNvPr id="1933" name="Google Shape;1933;p230"/>
          <p:cNvCxnSpPr/>
          <p:nvPr/>
        </p:nvCxnSpPr>
        <p:spPr>
          <a:xfrm>
            <a:off x="-6000" y="1299550"/>
            <a:ext cx="1051200" cy="0"/>
          </a:xfrm>
          <a:prstGeom prst="straightConnector1">
            <a:avLst/>
          </a:prstGeom>
          <a:noFill/>
          <a:ln cap="flat" cmpd="sng" w="19050">
            <a:solidFill>
              <a:schemeClr val="accent6"/>
            </a:solidFill>
            <a:prstDash val="solid"/>
            <a:round/>
            <a:headEnd len="med" w="med" type="none"/>
            <a:tailEnd len="med" w="med" type="oval"/>
          </a:ln>
        </p:spPr>
      </p:cxnSp>
      <p:cxnSp>
        <p:nvCxnSpPr>
          <p:cNvPr id="1934" name="Google Shape;1934;p230"/>
          <p:cNvCxnSpPr/>
          <p:nvPr/>
        </p:nvCxnSpPr>
        <p:spPr>
          <a:xfrm>
            <a:off x="14793" y="1979550"/>
            <a:ext cx="1030500" cy="0"/>
          </a:xfrm>
          <a:prstGeom prst="straightConnector1">
            <a:avLst/>
          </a:prstGeom>
          <a:noFill/>
          <a:ln cap="flat" cmpd="sng" w="19050">
            <a:solidFill>
              <a:schemeClr val="accent6"/>
            </a:solidFill>
            <a:prstDash val="solid"/>
            <a:round/>
            <a:headEnd len="med" w="med" type="none"/>
            <a:tailEnd len="med" w="med" type="oval"/>
          </a:ln>
        </p:spPr>
      </p:cxnSp>
      <p:cxnSp>
        <p:nvCxnSpPr>
          <p:cNvPr id="1935" name="Google Shape;1935;p230"/>
          <p:cNvCxnSpPr/>
          <p:nvPr/>
        </p:nvCxnSpPr>
        <p:spPr>
          <a:xfrm>
            <a:off x="25190" y="2617525"/>
            <a:ext cx="1020300" cy="0"/>
          </a:xfrm>
          <a:prstGeom prst="straightConnector1">
            <a:avLst/>
          </a:prstGeom>
          <a:noFill/>
          <a:ln cap="flat" cmpd="sng" w="19050">
            <a:solidFill>
              <a:schemeClr val="accent6"/>
            </a:solidFill>
            <a:prstDash val="solid"/>
            <a:round/>
            <a:headEnd len="med" w="med" type="none"/>
            <a:tailEnd len="med" w="med" type="oval"/>
          </a:ln>
        </p:spPr>
      </p:cxnSp>
      <p:cxnSp>
        <p:nvCxnSpPr>
          <p:cNvPr id="1936" name="Google Shape;1936;p230"/>
          <p:cNvCxnSpPr/>
          <p:nvPr/>
        </p:nvCxnSpPr>
        <p:spPr>
          <a:xfrm>
            <a:off x="-6000" y="3256375"/>
            <a:ext cx="1051200" cy="0"/>
          </a:xfrm>
          <a:prstGeom prst="straightConnector1">
            <a:avLst/>
          </a:prstGeom>
          <a:noFill/>
          <a:ln cap="flat" cmpd="sng" w="19050">
            <a:solidFill>
              <a:schemeClr val="accent6"/>
            </a:solidFill>
            <a:prstDash val="solid"/>
            <a:round/>
            <a:headEnd len="med" w="med" type="none"/>
            <a:tailEnd len="med" w="med" type="oval"/>
          </a:ln>
        </p:spPr>
      </p:cxnSp>
      <p:sp>
        <p:nvSpPr>
          <p:cNvPr id="1937" name="Google Shape;1937;p230"/>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0"/>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0"/>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0"/>
          <p:cNvSpPr/>
          <p:nvPr/>
        </p:nvSpPr>
        <p:spPr>
          <a:xfrm>
            <a:off x="953325" y="1109550"/>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30"/>
          <p:cNvSpPr/>
          <p:nvPr/>
        </p:nvSpPr>
        <p:spPr>
          <a:xfrm>
            <a:off x="870800" y="3094822"/>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942" name="Google Shape;1942;p230"/>
          <p:cNvSpPr txBox="1"/>
          <p:nvPr>
            <p:ph idx="1" type="subTitle"/>
          </p:nvPr>
        </p:nvSpPr>
        <p:spPr>
          <a:xfrm>
            <a:off x="1193900" y="1129175"/>
            <a:ext cx="69525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3" name="Google Shape;1943;p230"/>
          <p:cNvSpPr txBox="1"/>
          <p:nvPr>
            <p:ph idx="2" type="subTitle"/>
          </p:nvPr>
        </p:nvSpPr>
        <p:spPr>
          <a:xfrm>
            <a:off x="1193900" y="1771650"/>
            <a:ext cx="69525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4" name="Google Shape;1944;p230"/>
          <p:cNvSpPr txBox="1"/>
          <p:nvPr>
            <p:ph idx="3" type="subTitle"/>
          </p:nvPr>
        </p:nvSpPr>
        <p:spPr>
          <a:xfrm>
            <a:off x="1193900" y="2417425"/>
            <a:ext cx="69525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5" name="Google Shape;1945;p230"/>
          <p:cNvSpPr txBox="1"/>
          <p:nvPr>
            <p:ph idx="4" type="subTitle"/>
          </p:nvPr>
        </p:nvSpPr>
        <p:spPr>
          <a:xfrm>
            <a:off x="1193900" y="3063225"/>
            <a:ext cx="69525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6" name="Google Shape;1946;p230"/>
          <p:cNvSpPr/>
          <p:nvPr/>
        </p:nvSpPr>
        <p:spPr>
          <a:xfrm>
            <a:off x="870800" y="245966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947" name="Google Shape;1947;p230"/>
          <p:cNvSpPr/>
          <p:nvPr/>
        </p:nvSpPr>
        <p:spPr>
          <a:xfrm>
            <a:off x="870800" y="181754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948" name="Google Shape;1948;p230"/>
          <p:cNvSpPr/>
          <p:nvPr/>
        </p:nvSpPr>
        <p:spPr>
          <a:xfrm>
            <a:off x="870800" y="1148097"/>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82D49"/>
              </a:solidFill>
            </a:endParaRPr>
          </a:p>
        </p:txBody>
      </p:sp>
      <p:sp>
        <p:nvSpPr>
          <p:cNvPr id="1949" name="Google Shape;1949;p2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0" name="Google Shape;1950;p230"/>
          <p:cNvSpPr txBox="1"/>
          <p:nvPr>
            <p:ph idx="5"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3">
  <p:cSld name="CUSTOM_12">
    <p:spTree>
      <p:nvGrpSpPr>
        <p:cNvPr id="1951" name="Shape 1951"/>
        <p:cNvGrpSpPr/>
        <p:nvPr/>
      </p:nvGrpSpPr>
      <p:grpSpPr>
        <a:xfrm>
          <a:off x="0" y="0"/>
          <a:ext cx="0" cy="0"/>
          <a:chOff x="0" y="0"/>
          <a:chExt cx="0" cy="0"/>
        </a:xfrm>
      </p:grpSpPr>
      <p:sp>
        <p:nvSpPr>
          <p:cNvPr id="1952" name="Google Shape;1952;p231"/>
          <p:cNvSpPr txBox="1"/>
          <p:nvPr/>
        </p:nvSpPr>
        <p:spPr>
          <a:xfrm>
            <a:off x="705516" y="1475925"/>
            <a:ext cx="1026600" cy="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2E5E73"/>
                </a:solidFill>
                <a:latin typeface="Roboto"/>
                <a:ea typeface="Roboto"/>
                <a:cs typeface="Roboto"/>
                <a:sym typeface="Roboto"/>
              </a:rPr>
              <a:t>01.</a:t>
            </a:r>
            <a:endParaRPr b="1" sz="4000">
              <a:solidFill>
                <a:srgbClr val="2E5E73"/>
              </a:solidFill>
              <a:latin typeface="Roboto"/>
              <a:ea typeface="Roboto"/>
              <a:cs typeface="Roboto"/>
              <a:sym typeface="Roboto"/>
            </a:endParaRPr>
          </a:p>
        </p:txBody>
      </p:sp>
      <p:sp>
        <p:nvSpPr>
          <p:cNvPr id="1953" name="Google Shape;1953;p231"/>
          <p:cNvSpPr txBox="1"/>
          <p:nvPr/>
        </p:nvSpPr>
        <p:spPr>
          <a:xfrm>
            <a:off x="3780364" y="1475925"/>
            <a:ext cx="1026600" cy="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2E5E73"/>
                </a:solidFill>
                <a:latin typeface="Roboto"/>
                <a:ea typeface="Roboto"/>
                <a:cs typeface="Roboto"/>
                <a:sym typeface="Roboto"/>
              </a:rPr>
              <a:t>02.</a:t>
            </a:r>
            <a:endParaRPr b="1" sz="4000">
              <a:solidFill>
                <a:srgbClr val="2E5E73"/>
              </a:solidFill>
              <a:latin typeface="Roboto"/>
              <a:ea typeface="Roboto"/>
              <a:cs typeface="Roboto"/>
              <a:sym typeface="Roboto"/>
            </a:endParaRPr>
          </a:p>
        </p:txBody>
      </p:sp>
      <p:sp>
        <p:nvSpPr>
          <p:cNvPr id="1954" name="Google Shape;1954;p231"/>
          <p:cNvSpPr txBox="1"/>
          <p:nvPr/>
        </p:nvSpPr>
        <p:spPr>
          <a:xfrm>
            <a:off x="6846058" y="1475925"/>
            <a:ext cx="1026600" cy="8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solidFill>
                  <a:srgbClr val="2E5E73"/>
                </a:solidFill>
                <a:latin typeface="Roboto"/>
                <a:ea typeface="Roboto"/>
                <a:cs typeface="Roboto"/>
                <a:sym typeface="Roboto"/>
              </a:rPr>
              <a:t>03.</a:t>
            </a:r>
            <a:endParaRPr b="1" sz="4000">
              <a:solidFill>
                <a:srgbClr val="2E5E73"/>
              </a:solidFill>
              <a:latin typeface="Roboto"/>
              <a:ea typeface="Roboto"/>
              <a:cs typeface="Roboto"/>
              <a:sym typeface="Roboto"/>
            </a:endParaRPr>
          </a:p>
        </p:txBody>
      </p:sp>
      <p:cxnSp>
        <p:nvCxnSpPr>
          <p:cNvPr id="1955" name="Google Shape;1955;p231"/>
          <p:cNvCxnSpPr/>
          <p:nvPr/>
        </p:nvCxnSpPr>
        <p:spPr>
          <a:xfrm>
            <a:off x="820566" y="2314925"/>
            <a:ext cx="1809900" cy="0"/>
          </a:xfrm>
          <a:prstGeom prst="straightConnector1">
            <a:avLst/>
          </a:prstGeom>
          <a:noFill/>
          <a:ln cap="flat" cmpd="sng" w="19050">
            <a:solidFill>
              <a:srgbClr val="2E5E73"/>
            </a:solidFill>
            <a:prstDash val="solid"/>
            <a:round/>
            <a:headEnd len="med" w="med" type="none"/>
            <a:tailEnd len="med" w="med" type="none"/>
          </a:ln>
        </p:spPr>
      </p:cxnSp>
      <p:cxnSp>
        <p:nvCxnSpPr>
          <p:cNvPr id="1956" name="Google Shape;1956;p231"/>
          <p:cNvCxnSpPr/>
          <p:nvPr/>
        </p:nvCxnSpPr>
        <p:spPr>
          <a:xfrm>
            <a:off x="3894916" y="2314925"/>
            <a:ext cx="1809900" cy="0"/>
          </a:xfrm>
          <a:prstGeom prst="straightConnector1">
            <a:avLst/>
          </a:prstGeom>
          <a:noFill/>
          <a:ln cap="flat" cmpd="sng" w="19050">
            <a:solidFill>
              <a:srgbClr val="2E5E73"/>
            </a:solidFill>
            <a:prstDash val="solid"/>
            <a:round/>
            <a:headEnd len="med" w="med" type="none"/>
            <a:tailEnd len="med" w="med" type="none"/>
          </a:ln>
        </p:spPr>
      </p:cxnSp>
      <p:cxnSp>
        <p:nvCxnSpPr>
          <p:cNvPr id="1957" name="Google Shape;1957;p231"/>
          <p:cNvCxnSpPr/>
          <p:nvPr/>
        </p:nvCxnSpPr>
        <p:spPr>
          <a:xfrm>
            <a:off x="6954158" y="2314925"/>
            <a:ext cx="1809900" cy="0"/>
          </a:xfrm>
          <a:prstGeom prst="straightConnector1">
            <a:avLst/>
          </a:prstGeom>
          <a:noFill/>
          <a:ln cap="flat" cmpd="sng" w="19050">
            <a:solidFill>
              <a:srgbClr val="2E5E73"/>
            </a:solidFill>
            <a:prstDash val="solid"/>
            <a:round/>
            <a:headEnd len="med" w="med" type="none"/>
            <a:tailEnd len="med" w="med" type="none"/>
          </a:ln>
        </p:spPr>
      </p:cxnSp>
      <p:sp>
        <p:nvSpPr>
          <p:cNvPr id="1958" name="Google Shape;1958;p231"/>
          <p:cNvSpPr txBox="1"/>
          <p:nvPr>
            <p:ph idx="1" type="subTitle"/>
          </p:nvPr>
        </p:nvSpPr>
        <p:spPr>
          <a:xfrm>
            <a:off x="705500" y="3044000"/>
            <a:ext cx="19245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9" name="Google Shape;1959;p231"/>
          <p:cNvSpPr txBox="1"/>
          <p:nvPr>
            <p:ph idx="2" type="subTitle"/>
          </p:nvPr>
        </p:nvSpPr>
        <p:spPr>
          <a:xfrm>
            <a:off x="3780350" y="3044000"/>
            <a:ext cx="19245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0" name="Google Shape;1960;p231"/>
          <p:cNvSpPr txBox="1"/>
          <p:nvPr>
            <p:ph idx="3" type="subTitle"/>
          </p:nvPr>
        </p:nvSpPr>
        <p:spPr>
          <a:xfrm>
            <a:off x="6855175" y="3044000"/>
            <a:ext cx="19062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1" name="Google Shape;1961;p231"/>
          <p:cNvSpPr txBox="1"/>
          <p:nvPr>
            <p:ph type="title"/>
          </p:nvPr>
        </p:nvSpPr>
        <p:spPr>
          <a:xfrm>
            <a:off x="705500" y="24982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62" name="Google Shape;1962;p231"/>
          <p:cNvSpPr txBox="1"/>
          <p:nvPr>
            <p:ph idx="4" type="title"/>
          </p:nvPr>
        </p:nvSpPr>
        <p:spPr>
          <a:xfrm>
            <a:off x="3780342" y="24982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63" name="Google Shape;1963;p231"/>
          <p:cNvSpPr txBox="1"/>
          <p:nvPr>
            <p:ph idx="5" type="title"/>
          </p:nvPr>
        </p:nvSpPr>
        <p:spPr>
          <a:xfrm>
            <a:off x="6855172" y="24982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64" name="Google Shape;1964;p231"/>
          <p:cNvSpPr txBox="1"/>
          <p:nvPr>
            <p:ph idx="6"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65" name="Google Shape;1965;p231"/>
          <p:cNvSpPr txBox="1"/>
          <p:nvPr>
            <p:ph idx="7"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4">
  <p:cSld name="CUSTOM_13">
    <p:spTree>
      <p:nvGrpSpPr>
        <p:cNvPr id="1966" name="Shape 1966"/>
        <p:cNvGrpSpPr/>
        <p:nvPr/>
      </p:nvGrpSpPr>
      <p:grpSpPr>
        <a:xfrm>
          <a:off x="0" y="0"/>
          <a:ext cx="0" cy="0"/>
          <a:chOff x="0" y="0"/>
          <a:chExt cx="0" cy="0"/>
        </a:xfrm>
      </p:grpSpPr>
      <p:sp>
        <p:nvSpPr>
          <p:cNvPr id="1967" name="Google Shape;1967;p232"/>
          <p:cNvSpPr/>
          <p:nvPr/>
        </p:nvSpPr>
        <p:spPr>
          <a:xfrm>
            <a:off x="834750" y="1661900"/>
            <a:ext cx="770100" cy="770100"/>
          </a:xfrm>
          <a:prstGeom prst="ellipse">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32"/>
          <p:cNvSpPr/>
          <p:nvPr/>
        </p:nvSpPr>
        <p:spPr>
          <a:xfrm>
            <a:off x="3719135" y="1661900"/>
            <a:ext cx="770100" cy="770100"/>
          </a:xfrm>
          <a:prstGeom prst="ellipse">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32"/>
          <p:cNvSpPr/>
          <p:nvPr/>
        </p:nvSpPr>
        <p:spPr>
          <a:xfrm>
            <a:off x="6614025" y="1661900"/>
            <a:ext cx="770100" cy="770100"/>
          </a:xfrm>
          <a:prstGeom prst="ellipse">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32"/>
          <p:cNvSpPr txBox="1"/>
          <p:nvPr/>
        </p:nvSpPr>
        <p:spPr>
          <a:xfrm>
            <a:off x="834750" y="1740300"/>
            <a:ext cx="770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01</a:t>
            </a:r>
            <a:endParaRPr sz="3000">
              <a:solidFill>
                <a:srgbClr val="FFFFFF"/>
              </a:solidFill>
              <a:latin typeface="Roboto"/>
              <a:ea typeface="Roboto"/>
              <a:cs typeface="Roboto"/>
              <a:sym typeface="Roboto"/>
            </a:endParaRPr>
          </a:p>
        </p:txBody>
      </p:sp>
      <p:sp>
        <p:nvSpPr>
          <p:cNvPr id="1971" name="Google Shape;1971;p232"/>
          <p:cNvSpPr txBox="1"/>
          <p:nvPr/>
        </p:nvSpPr>
        <p:spPr>
          <a:xfrm>
            <a:off x="3719250" y="1740300"/>
            <a:ext cx="770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02</a:t>
            </a:r>
            <a:endParaRPr sz="3000">
              <a:solidFill>
                <a:srgbClr val="FFFFFF"/>
              </a:solidFill>
              <a:latin typeface="Roboto"/>
              <a:ea typeface="Roboto"/>
              <a:cs typeface="Roboto"/>
              <a:sym typeface="Roboto"/>
            </a:endParaRPr>
          </a:p>
        </p:txBody>
      </p:sp>
      <p:sp>
        <p:nvSpPr>
          <p:cNvPr id="1972" name="Google Shape;1972;p232"/>
          <p:cNvSpPr txBox="1"/>
          <p:nvPr/>
        </p:nvSpPr>
        <p:spPr>
          <a:xfrm>
            <a:off x="6614025" y="1740300"/>
            <a:ext cx="770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FFFFFF"/>
                </a:solidFill>
                <a:latin typeface="Roboto"/>
                <a:ea typeface="Roboto"/>
                <a:cs typeface="Roboto"/>
                <a:sym typeface="Roboto"/>
              </a:rPr>
              <a:t>03</a:t>
            </a:r>
            <a:endParaRPr sz="3000">
              <a:solidFill>
                <a:srgbClr val="FFFFFF"/>
              </a:solidFill>
              <a:latin typeface="Roboto"/>
              <a:ea typeface="Roboto"/>
              <a:cs typeface="Roboto"/>
              <a:sym typeface="Roboto"/>
            </a:endParaRPr>
          </a:p>
        </p:txBody>
      </p:sp>
      <p:sp>
        <p:nvSpPr>
          <p:cNvPr id="1973" name="Google Shape;1973;p232"/>
          <p:cNvSpPr txBox="1"/>
          <p:nvPr>
            <p:ph idx="1" type="subTitle"/>
          </p:nvPr>
        </p:nvSpPr>
        <p:spPr>
          <a:xfrm>
            <a:off x="896450" y="2967800"/>
            <a:ext cx="19245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Roboto"/>
              <a:buNone/>
              <a:defRPr sz="1400">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4" name="Google Shape;1974;p232"/>
          <p:cNvSpPr txBox="1"/>
          <p:nvPr>
            <p:ph type="title"/>
          </p:nvPr>
        </p:nvSpPr>
        <p:spPr>
          <a:xfrm>
            <a:off x="896450" y="24220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75" name="Google Shape;1975;p232"/>
          <p:cNvSpPr txBox="1"/>
          <p:nvPr>
            <p:ph idx="2" type="subTitle"/>
          </p:nvPr>
        </p:nvSpPr>
        <p:spPr>
          <a:xfrm>
            <a:off x="3804700" y="2967800"/>
            <a:ext cx="19245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Roboto"/>
              <a:buNone/>
              <a:defRPr sz="1400">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6" name="Google Shape;1976;p232"/>
          <p:cNvSpPr txBox="1"/>
          <p:nvPr>
            <p:ph idx="3" type="title"/>
          </p:nvPr>
        </p:nvSpPr>
        <p:spPr>
          <a:xfrm>
            <a:off x="3804692" y="24220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77" name="Google Shape;1977;p232"/>
          <p:cNvSpPr txBox="1"/>
          <p:nvPr>
            <p:ph idx="4" type="subTitle"/>
          </p:nvPr>
        </p:nvSpPr>
        <p:spPr>
          <a:xfrm>
            <a:off x="6732600" y="2967800"/>
            <a:ext cx="1906200" cy="1582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Roboto"/>
              <a:buNone/>
              <a:defRPr sz="1400">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8" name="Google Shape;1978;p232"/>
          <p:cNvSpPr txBox="1"/>
          <p:nvPr>
            <p:ph idx="5" type="title"/>
          </p:nvPr>
        </p:nvSpPr>
        <p:spPr>
          <a:xfrm>
            <a:off x="6732597" y="2422025"/>
            <a:ext cx="1906200" cy="545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1979" name="Google Shape;1979;p232"/>
          <p:cNvSpPr txBox="1"/>
          <p:nvPr>
            <p:ph idx="6"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80" name="Google Shape;1980;p232"/>
          <p:cNvSpPr txBox="1"/>
          <p:nvPr>
            <p:ph idx="7"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5">
  <p:cSld name="CUSTOM_14">
    <p:spTree>
      <p:nvGrpSpPr>
        <p:cNvPr id="1981" name="Shape 1981"/>
        <p:cNvGrpSpPr/>
        <p:nvPr/>
      </p:nvGrpSpPr>
      <p:grpSpPr>
        <a:xfrm>
          <a:off x="0" y="0"/>
          <a:ext cx="0" cy="0"/>
          <a:chOff x="0" y="0"/>
          <a:chExt cx="0" cy="0"/>
        </a:xfrm>
      </p:grpSpPr>
      <p:sp>
        <p:nvSpPr>
          <p:cNvPr id="1982" name="Google Shape;1982;p233"/>
          <p:cNvSpPr/>
          <p:nvPr/>
        </p:nvSpPr>
        <p:spPr>
          <a:xfrm>
            <a:off x="7060588" y="1805512"/>
            <a:ext cx="1600800" cy="1600800"/>
          </a:xfrm>
          <a:prstGeom prst="ellipse">
            <a:avLst/>
          </a:prstGeom>
          <a:noFill/>
          <a:ln cap="flat" cmpd="sng" w="1905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33"/>
          <p:cNvSpPr/>
          <p:nvPr/>
        </p:nvSpPr>
        <p:spPr>
          <a:xfrm>
            <a:off x="6783224" y="1752025"/>
            <a:ext cx="1062300" cy="1981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84" name="Google Shape;1984;p233"/>
          <p:cNvCxnSpPr>
            <a:stCxn id="1985" idx="2"/>
          </p:cNvCxnSpPr>
          <p:nvPr/>
        </p:nvCxnSpPr>
        <p:spPr>
          <a:xfrm>
            <a:off x="1027532" y="1805519"/>
            <a:ext cx="6865200" cy="0"/>
          </a:xfrm>
          <a:prstGeom prst="straightConnector1">
            <a:avLst/>
          </a:prstGeom>
          <a:noFill/>
          <a:ln cap="flat" cmpd="sng" w="19050">
            <a:solidFill>
              <a:srgbClr val="2E5E73"/>
            </a:solidFill>
            <a:prstDash val="solid"/>
            <a:round/>
            <a:headEnd len="med" w="med" type="none"/>
            <a:tailEnd len="med" w="med" type="none"/>
          </a:ln>
        </p:spPr>
      </p:cxnSp>
      <p:sp>
        <p:nvSpPr>
          <p:cNvPr id="1985" name="Google Shape;1985;p233"/>
          <p:cNvSpPr/>
          <p:nvPr/>
        </p:nvSpPr>
        <p:spPr>
          <a:xfrm>
            <a:off x="1027532" y="1643969"/>
            <a:ext cx="323100" cy="3231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1</a:t>
            </a:r>
            <a:endParaRPr b="1" sz="900">
              <a:solidFill>
                <a:srgbClr val="082D49"/>
              </a:solidFill>
              <a:latin typeface="Roboto"/>
              <a:ea typeface="Roboto"/>
              <a:cs typeface="Roboto"/>
              <a:sym typeface="Roboto"/>
            </a:endParaRPr>
          </a:p>
        </p:txBody>
      </p:sp>
      <p:sp>
        <p:nvSpPr>
          <p:cNvPr id="1986" name="Google Shape;1986;p233"/>
          <p:cNvSpPr/>
          <p:nvPr/>
        </p:nvSpPr>
        <p:spPr>
          <a:xfrm>
            <a:off x="2878397" y="1643969"/>
            <a:ext cx="323100" cy="323100"/>
          </a:xfrm>
          <a:prstGeom prst="ellipse">
            <a:avLst/>
          </a:prstGeom>
          <a:solidFill>
            <a:srgbClr val="FCB91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2</a:t>
            </a:r>
            <a:endParaRPr b="1" sz="900">
              <a:solidFill>
                <a:srgbClr val="082D49"/>
              </a:solidFill>
              <a:latin typeface="Roboto"/>
              <a:ea typeface="Roboto"/>
              <a:cs typeface="Roboto"/>
              <a:sym typeface="Roboto"/>
            </a:endParaRPr>
          </a:p>
        </p:txBody>
      </p:sp>
      <p:sp>
        <p:nvSpPr>
          <p:cNvPr id="1987" name="Google Shape;1987;p233"/>
          <p:cNvSpPr/>
          <p:nvPr/>
        </p:nvSpPr>
        <p:spPr>
          <a:xfrm>
            <a:off x="4729234" y="1643969"/>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3</a:t>
            </a:r>
            <a:endParaRPr b="1" sz="900">
              <a:solidFill>
                <a:srgbClr val="082D49"/>
              </a:solidFill>
              <a:latin typeface="Roboto"/>
              <a:ea typeface="Roboto"/>
              <a:cs typeface="Roboto"/>
              <a:sym typeface="Roboto"/>
            </a:endParaRPr>
          </a:p>
        </p:txBody>
      </p:sp>
      <p:sp>
        <p:nvSpPr>
          <p:cNvPr id="1988" name="Google Shape;1988;p233"/>
          <p:cNvSpPr/>
          <p:nvPr/>
        </p:nvSpPr>
        <p:spPr>
          <a:xfrm>
            <a:off x="6580084" y="1643969"/>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4</a:t>
            </a:r>
            <a:endParaRPr b="1" sz="900">
              <a:solidFill>
                <a:srgbClr val="082D49"/>
              </a:solidFill>
              <a:latin typeface="Roboto"/>
              <a:ea typeface="Roboto"/>
              <a:cs typeface="Roboto"/>
              <a:sym typeface="Roboto"/>
            </a:endParaRPr>
          </a:p>
        </p:txBody>
      </p:sp>
      <p:cxnSp>
        <p:nvCxnSpPr>
          <p:cNvPr id="1989" name="Google Shape;1989;p233"/>
          <p:cNvCxnSpPr/>
          <p:nvPr/>
        </p:nvCxnSpPr>
        <p:spPr>
          <a:xfrm>
            <a:off x="800088" y="3406437"/>
            <a:ext cx="6857700" cy="0"/>
          </a:xfrm>
          <a:prstGeom prst="straightConnector1">
            <a:avLst/>
          </a:prstGeom>
          <a:noFill/>
          <a:ln cap="flat" cmpd="sng" w="19050">
            <a:solidFill>
              <a:srgbClr val="2E5E73"/>
            </a:solidFill>
            <a:prstDash val="solid"/>
            <a:round/>
            <a:headEnd len="med" w="med" type="oval"/>
            <a:tailEnd len="med" w="med" type="none"/>
          </a:ln>
        </p:spPr>
      </p:cxnSp>
      <p:sp>
        <p:nvSpPr>
          <p:cNvPr id="1990" name="Google Shape;1990;p233"/>
          <p:cNvSpPr/>
          <p:nvPr/>
        </p:nvSpPr>
        <p:spPr>
          <a:xfrm>
            <a:off x="1969832" y="3274946"/>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8</a:t>
            </a:r>
            <a:endParaRPr b="1" sz="900">
              <a:solidFill>
                <a:srgbClr val="082D49"/>
              </a:solidFill>
              <a:latin typeface="Roboto"/>
              <a:ea typeface="Roboto"/>
              <a:cs typeface="Roboto"/>
              <a:sym typeface="Roboto"/>
            </a:endParaRPr>
          </a:p>
        </p:txBody>
      </p:sp>
      <p:sp>
        <p:nvSpPr>
          <p:cNvPr id="1991" name="Google Shape;1991;p233"/>
          <p:cNvSpPr/>
          <p:nvPr/>
        </p:nvSpPr>
        <p:spPr>
          <a:xfrm>
            <a:off x="3820697" y="3274946"/>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7</a:t>
            </a:r>
            <a:endParaRPr b="1" sz="900">
              <a:solidFill>
                <a:srgbClr val="082D49"/>
              </a:solidFill>
              <a:latin typeface="Roboto"/>
              <a:ea typeface="Roboto"/>
              <a:cs typeface="Roboto"/>
              <a:sym typeface="Roboto"/>
            </a:endParaRPr>
          </a:p>
        </p:txBody>
      </p:sp>
      <p:sp>
        <p:nvSpPr>
          <p:cNvPr id="1992" name="Google Shape;1992;p233"/>
          <p:cNvSpPr/>
          <p:nvPr/>
        </p:nvSpPr>
        <p:spPr>
          <a:xfrm>
            <a:off x="5671534" y="3274946"/>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6</a:t>
            </a:r>
            <a:endParaRPr b="1" sz="900">
              <a:solidFill>
                <a:srgbClr val="082D49"/>
              </a:solidFill>
              <a:latin typeface="Roboto"/>
              <a:ea typeface="Roboto"/>
              <a:cs typeface="Roboto"/>
              <a:sym typeface="Roboto"/>
            </a:endParaRPr>
          </a:p>
        </p:txBody>
      </p:sp>
      <p:sp>
        <p:nvSpPr>
          <p:cNvPr id="1993" name="Google Shape;1993;p233"/>
          <p:cNvSpPr/>
          <p:nvPr/>
        </p:nvSpPr>
        <p:spPr>
          <a:xfrm>
            <a:off x="7522384" y="3274946"/>
            <a:ext cx="323100" cy="323100"/>
          </a:xfrm>
          <a:prstGeom prst="ellipse">
            <a:avLst/>
          </a:prstGeom>
          <a:solidFill>
            <a:srgbClr val="F2F2F2"/>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b="1" lang="en" sz="900">
                <a:solidFill>
                  <a:srgbClr val="082D49"/>
                </a:solidFill>
                <a:latin typeface="Roboto"/>
                <a:ea typeface="Roboto"/>
                <a:cs typeface="Roboto"/>
                <a:sym typeface="Roboto"/>
              </a:rPr>
              <a:t>5</a:t>
            </a:r>
            <a:endParaRPr b="1" sz="900">
              <a:solidFill>
                <a:srgbClr val="082D49"/>
              </a:solidFill>
              <a:latin typeface="Roboto"/>
              <a:ea typeface="Roboto"/>
              <a:cs typeface="Roboto"/>
              <a:sym typeface="Roboto"/>
            </a:endParaRPr>
          </a:p>
        </p:txBody>
      </p:sp>
      <p:sp>
        <p:nvSpPr>
          <p:cNvPr id="1994" name="Google Shape;1994;p233"/>
          <p:cNvSpPr txBox="1"/>
          <p:nvPr>
            <p:ph idx="1" type="subTitle"/>
          </p:nvPr>
        </p:nvSpPr>
        <p:spPr>
          <a:xfrm>
            <a:off x="518525" y="22579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95" name="Google Shape;1995;p233"/>
          <p:cNvSpPr txBox="1"/>
          <p:nvPr>
            <p:ph type="title"/>
          </p:nvPr>
        </p:nvSpPr>
        <p:spPr>
          <a:xfrm>
            <a:off x="518525" y="20888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96" name="Google Shape;1996;p233"/>
          <p:cNvSpPr txBox="1"/>
          <p:nvPr>
            <p:ph idx="2" type="subTitle"/>
          </p:nvPr>
        </p:nvSpPr>
        <p:spPr>
          <a:xfrm>
            <a:off x="2243488" y="22579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97" name="Google Shape;1997;p233"/>
          <p:cNvSpPr txBox="1"/>
          <p:nvPr>
            <p:ph idx="3" type="title"/>
          </p:nvPr>
        </p:nvSpPr>
        <p:spPr>
          <a:xfrm>
            <a:off x="2243501" y="20888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998" name="Google Shape;1998;p233"/>
          <p:cNvSpPr txBox="1"/>
          <p:nvPr>
            <p:ph idx="4" type="subTitle"/>
          </p:nvPr>
        </p:nvSpPr>
        <p:spPr>
          <a:xfrm>
            <a:off x="4228950" y="22579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1999" name="Google Shape;1999;p233"/>
          <p:cNvSpPr txBox="1"/>
          <p:nvPr>
            <p:ph idx="5" type="title"/>
          </p:nvPr>
        </p:nvSpPr>
        <p:spPr>
          <a:xfrm>
            <a:off x="4228950" y="20888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0" name="Google Shape;2000;p233"/>
          <p:cNvSpPr txBox="1"/>
          <p:nvPr>
            <p:ph idx="6" type="subTitle"/>
          </p:nvPr>
        </p:nvSpPr>
        <p:spPr>
          <a:xfrm>
            <a:off x="5953913" y="22579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1" name="Google Shape;2001;p233"/>
          <p:cNvSpPr txBox="1"/>
          <p:nvPr>
            <p:ph idx="7" type="title"/>
          </p:nvPr>
        </p:nvSpPr>
        <p:spPr>
          <a:xfrm>
            <a:off x="5953926" y="20888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2" name="Google Shape;2002;p233"/>
          <p:cNvSpPr txBox="1"/>
          <p:nvPr>
            <p:ph idx="8" type="subTitle"/>
          </p:nvPr>
        </p:nvSpPr>
        <p:spPr>
          <a:xfrm>
            <a:off x="1538650" y="39410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3" name="Google Shape;2003;p233"/>
          <p:cNvSpPr txBox="1"/>
          <p:nvPr>
            <p:ph idx="9" type="title"/>
          </p:nvPr>
        </p:nvSpPr>
        <p:spPr>
          <a:xfrm>
            <a:off x="1538650" y="37719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4" name="Google Shape;2004;p233"/>
          <p:cNvSpPr txBox="1"/>
          <p:nvPr>
            <p:ph idx="13" type="subTitle"/>
          </p:nvPr>
        </p:nvSpPr>
        <p:spPr>
          <a:xfrm>
            <a:off x="3263613" y="39410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5" name="Google Shape;2005;p233"/>
          <p:cNvSpPr txBox="1"/>
          <p:nvPr>
            <p:ph idx="14" type="title"/>
          </p:nvPr>
        </p:nvSpPr>
        <p:spPr>
          <a:xfrm>
            <a:off x="3263626" y="37719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6" name="Google Shape;2006;p233"/>
          <p:cNvSpPr txBox="1"/>
          <p:nvPr>
            <p:ph idx="15" type="subTitle"/>
          </p:nvPr>
        </p:nvSpPr>
        <p:spPr>
          <a:xfrm>
            <a:off x="5143500" y="39410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7" name="Google Shape;2007;p233"/>
          <p:cNvSpPr txBox="1"/>
          <p:nvPr>
            <p:ph idx="16" type="title"/>
          </p:nvPr>
        </p:nvSpPr>
        <p:spPr>
          <a:xfrm>
            <a:off x="5143500" y="37719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8" name="Google Shape;2008;p233"/>
          <p:cNvSpPr txBox="1"/>
          <p:nvPr>
            <p:ph idx="17" type="subTitle"/>
          </p:nvPr>
        </p:nvSpPr>
        <p:spPr>
          <a:xfrm>
            <a:off x="6868463" y="3941000"/>
            <a:ext cx="1451400" cy="7053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09" name="Google Shape;2009;p233"/>
          <p:cNvSpPr txBox="1"/>
          <p:nvPr>
            <p:ph idx="18" type="title"/>
          </p:nvPr>
        </p:nvSpPr>
        <p:spPr>
          <a:xfrm>
            <a:off x="6868476" y="3771900"/>
            <a:ext cx="1550100" cy="197100"/>
          </a:xfrm>
          <a:prstGeom prst="rect">
            <a:avLst/>
          </a:prstGeom>
        </p:spPr>
        <p:txBody>
          <a:bodyPr anchorCtr="0" anchor="t" bIns="91425" lIns="91425" spcFirstLastPara="1" rIns="91425" wrap="square" tIns="91425">
            <a:noAutofit/>
          </a:bodyPr>
          <a:lstStyle>
            <a:lvl1pPr lvl="0">
              <a:spcBef>
                <a:spcPts val="0"/>
              </a:spcBef>
              <a:spcAft>
                <a:spcPts val="0"/>
              </a:spcAft>
              <a:buClr>
                <a:srgbClr val="F2F2F2"/>
              </a:buClr>
              <a:buSzPts val="800"/>
              <a:buNone/>
              <a:defRPr sz="800">
                <a:solidFill>
                  <a:srgbClr val="F2F2F2"/>
                </a:solidFill>
              </a:defRPr>
            </a:lvl1pPr>
            <a:lvl2pPr lvl="1">
              <a:spcBef>
                <a:spcPts val="0"/>
              </a:spcBef>
              <a:spcAft>
                <a:spcPts val="0"/>
              </a:spcAft>
              <a:buClr>
                <a:srgbClr val="F2F2F2"/>
              </a:buClr>
              <a:buSzPts val="800"/>
              <a:buNone/>
              <a:defRPr sz="800">
                <a:solidFill>
                  <a:srgbClr val="F2F2F2"/>
                </a:solidFill>
              </a:defRPr>
            </a:lvl2pPr>
            <a:lvl3pPr lvl="2">
              <a:spcBef>
                <a:spcPts val="0"/>
              </a:spcBef>
              <a:spcAft>
                <a:spcPts val="0"/>
              </a:spcAft>
              <a:buClr>
                <a:srgbClr val="F2F2F2"/>
              </a:buClr>
              <a:buSzPts val="800"/>
              <a:buNone/>
              <a:defRPr sz="800">
                <a:solidFill>
                  <a:srgbClr val="F2F2F2"/>
                </a:solidFill>
              </a:defRPr>
            </a:lvl3pPr>
            <a:lvl4pPr lvl="3">
              <a:spcBef>
                <a:spcPts val="0"/>
              </a:spcBef>
              <a:spcAft>
                <a:spcPts val="0"/>
              </a:spcAft>
              <a:buClr>
                <a:srgbClr val="F2F2F2"/>
              </a:buClr>
              <a:buSzPts val="800"/>
              <a:buNone/>
              <a:defRPr sz="800">
                <a:solidFill>
                  <a:srgbClr val="F2F2F2"/>
                </a:solidFill>
              </a:defRPr>
            </a:lvl4pPr>
            <a:lvl5pPr lvl="4">
              <a:spcBef>
                <a:spcPts val="0"/>
              </a:spcBef>
              <a:spcAft>
                <a:spcPts val="0"/>
              </a:spcAft>
              <a:buClr>
                <a:srgbClr val="F2F2F2"/>
              </a:buClr>
              <a:buSzPts val="800"/>
              <a:buNone/>
              <a:defRPr sz="800">
                <a:solidFill>
                  <a:srgbClr val="F2F2F2"/>
                </a:solidFill>
              </a:defRPr>
            </a:lvl5pPr>
            <a:lvl6pPr lvl="5">
              <a:spcBef>
                <a:spcPts val="0"/>
              </a:spcBef>
              <a:spcAft>
                <a:spcPts val="0"/>
              </a:spcAft>
              <a:buClr>
                <a:srgbClr val="F2F2F2"/>
              </a:buClr>
              <a:buSzPts val="800"/>
              <a:buNone/>
              <a:defRPr sz="800">
                <a:solidFill>
                  <a:srgbClr val="F2F2F2"/>
                </a:solidFill>
              </a:defRPr>
            </a:lvl6pPr>
            <a:lvl7pPr lvl="6">
              <a:spcBef>
                <a:spcPts val="0"/>
              </a:spcBef>
              <a:spcAft>
                <a:spcPts val="0"/>
              </a:spcAft>
              <a:buClr>
                <a:srgbClr val="F2F2F2"/>
              </a:buClr>
              <a:buSzPts val="800"/>
              <a:buNone/>
              <a:defRPr sz="800">
                <a:solidFill>
                  <a:srgbClr val="F2F2F2"/>
                </a:solidFill>
              </a:defRPr>
            </a:lvl7pPr>
            <a:lvl8pPr lvl="7">
              <a:spcBef>
                <a:spcPts val="0"/>
              </a:spcBef>
              <a:spcAft>
                <a:spcPts val="0"/>
              </a:spcAft>
              <a:buClr>
                <a:srgbClr val="F2F2F2"/>
              </a:buClr>
              <a:buSzPts val="800"/>
              <a:buNone/>
              <a:defRPr sz="800">
                <a:solidFill>
                  <a:srgbClr val="F2F2F2"/>
                </a:solidFill>
              </a:defRPr>
            </a:lvl8pPr>
            <a:lvl9pPr lvl="8">
              <a:spcBef>
                <a:spcPts val="0"/>
              </a:spcBef>
              <a:spcAft>
                <a:spcPts val="0"/>
              </a:spcAft>
              <a:buClr>
                <a:srgbClr val="F2F2F2"/>
              </a:buClr>
              <a:buSzPts val="800"/>
              <a:buNone/>
              <a:defRPr sz="800">
                <a:solidFill>
                  <a:srgbClr val="F2F2F2"/>
                </a:solidFill>
              </a:defRPr>
            </a:lvl9pPr>
          </a:lstStyle>
          <a:p/>
        </p:txBody>
      </p:sp>
      <p:sp>
        <p:nvSpPr>
          <p:cNvPr id="2010" name="Google Shape;2010;p233"/>
          <p:cNvSpPr txBox="1"/>
          <p:nvPr>
            <p:ph idx="19"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1" name="Google Shape;2011;p233"/>
          <p:cNvSpPr txBox="1"/>
          <p:nvPr>
            <p:ph idx="20"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6">
  <p:cSld name="CUSTOM_15">
    <p:spTree>
      <p:nvGrpSpPr>
        <p:cNvPr id="2012" name="Shape 2012"/>
        <p:cNvGrpSpPr/>
        <p:nvPr/>
      </p:nvGrpSpPr>
      <p:grpSpPr>
        <a:xfrm>
          <a:off x="0" y="0"/>
          <a:ext cx="0" cy="0"/>
          <a:chOff x="0" y="0"/>
          <a:chExt cx="0" cy="0"/>
        </a:xfrm>
      </p:grpSpPr>
      <p:sp>
        <p:nvSpPr>
          <p:cNvPr id="2013" name="Google Shape;2013;p234"/>
          <p:cNvSpPr/>
          <p:nvPr/>
        </p:nvSpPr>
        <p:spPr>
          <a:xfrm>
            <a:off x="3268863" y="2279593"/>
            <a:ext cx="2384100" cy="660000"/>
          </a:xfrm>
          <a:prstGeom prst="trapezoid">
            <a:avLst>
              <a:gd fmla="val 69509"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2000">
                <a:solidFill>
                  <a:srgbClr val="FFFFFF"/>
                </a:solidFill>
                <a:latin typeface="Roboto"/>
                <a:ea typeface="Roboto"/>
                <a:cs typeface="Roboto"/>
                <a:sym typeface="Roboto"/>
              </a:rPr>
              <a:t>B</a:t>
            </a:r>
            <a:endParaRPr b="1">
              <a:solidFill>
                <a:srgbClr val="FFFFFF"/>
              </a:solidFill>
            </a:endParaRPr>
          </a:p>
        </p:txBody>
      </p:sp>
      <p:sp>
        <p:nvSpPr>
          <p:cNvPr id="2014" name="Google Shape;2014;p234"/>
          <p:cNvSpPr/>
          <p:nvPr/>
        </p:nvSpPr>
        <p:spPr>
          <a:xfrm>
            <a:off x="2742649" y="3117381"/>
            <a:ext cx="3431700" cy="660000"/>
          </a:xfrm>
          <a:prstGeom prst="trapezoid">
            <a:avLst>
              <a:gd fmla="val 68291"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2000">
                <a:solidFill>
                  <a:srgbClr val="FFFFFF"/>
                </a:solidFill>
                <a:latin typeface="Roboto"/>
                <a:ea typeface="Roboto"/>
                <a:cs typeface="Roboto"/>
                <a:sym typeface="Roboto"/>
              </a:rPr>
              <a:t>C</a:t>
            </a:r>
            <a:endParaRPr>
              <a:solidFill>
                <a:srgbClr val="FFFFFF"/>
              </a:solidFill>
            </a:endParaRPr>
          </a:p>
        </p:txBody>
      </p:sp>
      <p:sp>
        <p:nvSpPr>
          <p:cNvPr id="2015" name="Google Shape;2015;p234"/>
          <p:cNvSpPr/>
          <p:nvPr/>
        </p:nvSpPr>
        <p:spPr>
          <a:xfrm>
            <a:off x="3826850" y="996313"/>
            <a:ext cx="1263300" cy="1049400"/>
          </a:xfrm>
          <a:prstGeom prst="triangle">
            <a:avLst>
              <a:gd fmla="val 51543" name="adj"/>
            </a:avLst>
          </a:prstGeom>
          <a:solidFill>
            <a:srgbClr val="FCB91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rgbClr val="28363B"/>
                </a:solidFill>
                <a:latin typeface="Roboto"/>
                <a:ea typeface="Roboto"/>
                <a:cs typeface="Roboto"/>
                <a:sym typeface="Roboto"/>
              </a:rPr>
              <a:t>A</a:t>
            </a:r>
            <a:endParaRPr b="1" sz="2000">
              <a:solidFill>
                <a:srgbClr val="28363B"/>
              </a:solidFill>
              <a:latin typeface="Roboto"/>
              <a:ea typeface="Roboto"/>
              <a:cs typeface="Roboto"/>
              <a:sym typeface="Roboto"/>
            </a:endParaRPr>
          </a:p>
        </p:txBody>
      </p:sp>
      <p:sp>
        <p:nvSpPr>
          <p:cNvPr id="2016" name="Google Shape;2016;p234"/>
          <p:cNvSpPr/>
          <p:nvPr/>
        </p:nvSpPr>
        <p:spPr>
          <a:xfrm>
            <a:off x="2245875" y="3955170"/>
            <a:ext cx="4439100" cy="660000"/>
          </a:xfrm>
          <a:prstGeom prst="trapezoid">
            <a:avLst>
              <a:gd fmla="val 68291" name="adj"/>
            </a:avLst>
          </a:prstGeom>
          <a:solidFill>
            <a:srgbClr val="082D49"/>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2000">
                <a:solidFill>
                  <a:srgbClr val="FFFFFF"/>
                </a:solidFill>
                <a:latin typeface="Roboto"/>
                <a:ea typeface="Roboto"/>
                <a:cs typeface="Roboto"/>
                <a:sym typeface="Roboto"/>
              </a:rPr>
              <a:t>D</a:t>
            </a:r>
            <a:endParaRPr>
              <a:solidFill>
                <a:srgbClr val="FFFFFF"/>
              </a:solidFill>
            </a:endParaRPr>
          </a:p>
        </p:txBody>
      </p:sp>
      <p:cxnSp>
        <p:nvCxnSpPr>
          <p:cNvPr id="2017" name="Google Shape;2017;p234"/>
          <p:cNvCxnSpPr/>
          <p:nvPr/>
        </p:nvCxnSpPr>
        <p:spPr>
          <a:xfrm rot="10800000">
            <a:off x="4725150" y="1849000"/>
            <a:ext cx="1635900" cy="0"/>
          </a:xfrm>
          <a:prstGeom prst="straightConnector1">
            <a:avLst/>
          </a:prstGeom>
          <a:noFill/>
          <a:ln cap="rnd" cmpd="sng" w="9525">
            <a:solidFill>
              <a:srgbClr val="2E5E73"/>
            </a:solidFill>
            <a:prstDash val="solid"/>
            <a:round/>
            <a:headEnd len="med" w="med" type="none"/>
            <a:tailEnd len="med" w="med" type="oval"/>
          </a:ln>
        </p:spPr>
      </p:cxnSp>
      <p:cxnSp>
        <p:nvCxnSpPr>
          <p:cNvPr id="2018" name="Google Shape;2018;p234"/>
          <p:cNvCxnSpPr/>
          <p:nvPr/>
        </p:nvCxnSpPr>
        <p:spPr>
          <a:xfrm rot="10800000">
            <a:off x="5534475" y="3447375"/>
            <a:ext cx="1635900" cy="0"/>
          </a:xfrm>
          <a:prstGeom prst="straightConnector1">
            <a:avLst/>
          </a:prstGeom>
          <a:noFill/>
          <a:ln cap="rnd" cmpd="sng" w="9525">
            <a:solidFill>
              <a:srgbClr val="2E5E73"/>
            </a:solidFill>
            <a:prstDash val="solid"/>
            <a:round/>
            <a:headEnd len="med" w="med" type="none"/>
            <a:tailEnd len="med" w="med" type="oval"/>
          </a:ln>
        </p:spPr>
      </p:cxnSp>
      <p:cxnSp>
        <p:nvCxnSpPr>
          <p:cNvPr id="2019" name="Google Shape;2019;p234"/>
          <p:cNvCxnSpPr/>
          <p:nvPr/>
        </p:nvCxnSpPr>
        <p:spPr>
          <a:xfrm rot="10800000">
            <a:off x="2055775" y="2609600"/>
            <a:ext cx="1635900" cy="0"/>
          </a:xfrm>
          <a:prstGeom prst="straightConnector1">
            <a:avLst/>
          </a:prstGeom>
          <a:noFill/>
          <a:ln cap="rnd" cmpd="sng" w="9525">
            <a:solidFill>
              <a:srgbClr val="2E5E73"/>
            </a:solidFill>
            <a:prstDash val="solid"/>
            <a:round/>
            <a:headEnd len="med" w="med" type="oval"/>
            <a:tailEnd len="med" w="med" type="none"/>
          </a:ln>
        </p:spPr>
      </p:cxnSp>
      <p:cxnSp>
        <p:nvCxnSpPr>
          <p:cNvPr id="2020" name="Google Shape;2020;p234"/>
          <p:cNvCxnSpPr>
            <a:endCxn id="2016" idx="1"/>
          </p:cNvCxnSpPr>
          <p:nvPr/>
        </p:nvCxnSpPr>
        <p:spPr>
          <a:xfrm rot="10800000">
            <a:off x="2471235" y="4285170"/>
            <a:ext cx="453900" cy="0"/>
          </a:xfrm>
          <a:prstGeom prst="straightConnector1">
            <a:avLst/>
          </a:prstGeom>
          <a:noFill/>
          <a:ln cap="rnd" cmpd="sng" w="9525">
            <a:solidFill>
              <a:srgbClr val="FFFFFF"/>
            </a:solidFill>
            <a:prstDash val="solid"/>
            <a:round/>
            <a:headEnd len="med" w="med" type="oval"/>
            <a:tailEnd len="med" w="med" type="none"/>
          </a:ln>
        </p:spPr>
      </p:cxnSp>
      <p:cxnSp>
        <p:nvCxnSpPr>
          <p:cNvPr id="2021" name="Google Shape;2021;p234"/>
          <p:cNvCxnSpPr>
            <a:stCxn id="2016" idx="1"/>
          </p:cNvCxnSpPr>
          <p:nvPr/>
        </p:nvCxnSpPr>
        <p:spPr>
          <a:xfrm rot="10800000">
            <a:off x="1303335" y="4285170"/>
            <a:ext cx="1167900" cy="0"/>
          </a:xfrm>
          <a:prstGeom prst="straightConnector1">
            <a:avLst/>
          </a:prstGeom>
          <a:noFill/>
          <a:ln cap="rnd" cmpd="sng" w="9525">
            <a:solidFill>
              <a:srgbClr val="2E5E73"/>
            </a:solidFill>
            <a:prstDash val="solid"/>
            <a:round/>
            <a:headEnd len="med" w="med" type="none"/>
            <a:tailEnd len="med" w="med" type="none"/>
          </a:ln>
        </p:spPr>
      </p:cxnSp>
      <p:sp>
        <p:nvSpPr>
          <p:cNvPr id="2022" name="Google Shape;2022;p234"/>
          <p:cNvSpPr txBox="1"/>
          <p:nvPr/>
        </p:nvSpPr>
        <p:spPr>
          <a:xfrm>
            <a:off x="5181175" y="1479700"/>
            <a:ext cx="1263300" cy="369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200">
                <a:solidFill>
                  <a:srgbClr val="2E5E73"/>
                </a:solidFill>
                <a:latin typeface="Roboto"/>
                <a:ea typeface="Roboto"/>
                <a:cs typeface="Roboto"/>
                <a:sym typeface="Roboto"/>
              </a:rPr>
              <a:t>Heading here</a:t>
            </a:r>
            <a:endParaRPr b="1" sz="1200">
              <a:solidFill>
                <a:srgbClr val="2E5E73"/>
              </a:solidFill>
            </a:endParaRPr>
          </a:p>
        </p:txBody>
      </p:sp>
      <p:sp>
        <p:nvSpPr>
          <p:cNvPr id="2023" name="Google Shape;2023;p234"/>
          <p:cNvSpPr txBox="1"/>
          <p:nvPr/>
        </p:nvSpPr>
        <p:spPr>
          <a:xfrm>
            <a:off x="1958775" y="2240275"/>
            <a:ext cx="12633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2E5E73"/>
                </a:solidFill>
                <a:latin typeface="Roboto"/>
                <a:ea typeface="Roboto"/>
                <a:cs typeface="Roboto"/>
                <a:sym typeface="Roboto"/>
              </a:rPr>
              <a:t>Heading here</a:t>
            </a:r>
            <a:endParaRPr b="1" sz="1200">
              <a:solidFill>
                <a:srgbClr val="2E5E73"/>
              </a:solidFill>
            </a:endParaRPr>
          </a:p>
        </p:txBody>
      </p:sp>
      <p:sp>
        <p:nvSpPr>
          <p:cNvPr id="2024" name="Google Shape;2024;p234"/>
          <p:cNvSpPr txBox="1"/>
          <p:nvPr/>
        </p:nvSpPr>
        <p:spPr>
          <a:xfrm>
            <a:off x="1207925" y="3915875"/>
            <a:ext cx="12633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2E5E73"/>
                </a:solidFill>
                <a:latin typeface="Roboto"/>
                <a:ea typeface="Roboto"/>
                <a:cs typeface="Roboto"/>
                <a:sym typeface="Roboto"/>
              </a:rPr>
              <a:t>Heading here</a:t>
            </a:r>
            <a:endParaRPr b="1" sz="1200">
              <a:solidFill>
                <a:srgbClr val="2E5E73"/>
              </a:solidFill>
            </a:endParaRPr>
          </a:p>
        </p:txBody>
      </p:sp>
      <p:pic>
        <p:nvPicPr>
          <p:cNvPr id="2025" name="Google Shape;2025;p234"/>
          <p:cNvPicPr preferRelativeResize="0"/>
          <p:nvPr/>
        </p:nvPicPr>
        <p:blipFill>
          <a:blip r:embed="rId2">
            <a:alphaModFix/>
          </a:blip>
          <a:stretch>
            <a:fillRect/>
          </a:stretch>
        </p:blipFill>
        <p:spPr>
          <a:xfrm>
            <a:off x="536045" y="3951924"/>
            <a:ext cx="599079" cy="572700"/>
          </a:xfrm>
          <a:prstGeom prst="rect">
            <a:avLst/>
          </a:prstGeom>
          <a:noFill/>
          <a:ln>
            <a:noFill/>
          </a:ln>
        </p:spPr>
      </p:pic>
      <p:pic>
        <p:nvPicPr>
          <p:cNvPr id="2026" name="Google Shape;2026;p234"/>
          <p:cNvPicPr preferRelativeResize="0"/>
          <p:nvPr/>
        </p:nvPicPr>
        <p:blipFill>
          <a:blip r:embed="rId3">
            <a:alphaModFix/>
          </a:blip>
          <a:stretch>
            <a:fillRect/>
          </a:stretch>
        </p:blipFill>
        <p:spPr>
          <a:xfrm>
            <a:off x="1214779" y="2138574"/>
            <a:ext cx="697197" cy="572700"/>
          </a:xfrm>
          <a:prstGeom prst="rect">
            <a:avLst/>
          </a:prstGeom>
          <a:noFill/>
          <a:ln>
            <a:noFill/>
          </a:ln>
        </p:spPr>
      </p:pic>
      <p:pic>
        <p:nvPicPr>
          <p:cNvPr id="2027" name="Google Shape;2027;p234"/>
          <p:cNvPicPr preferRelativeResize="0"/>
          <p:nvPr/>
        </p:nvPicPr>
        <p:blipFill>
          <a:blip r:embed="rId4">
            <a:alphaModFix/>
          </a:blip>
          <a:stretch>
            <a:fillRect/>
          </a:stretch>
        </p:blipFill>
        <p:spPr>
          <a:xfrm>
            <a:off x="6528571" y="1501650"/>
            <a:ext cx="564908" cy="572700"/>
          </a:xfrm>
          <a:prstGeom prst="rect">
            <a:avLst/>
          </a:prstGeom>
          <a:noFill/>
          <a:ln>
            <a:noFill/>
          </a:ln>
        </p:spPr>
      </p:pic>
      <p:pic>
        <p:nvPicPr>
          <p:cNvPr id="2028" name="Google Shape;2028;p234"/>
          <p:cNvPicPr preferRelativeResize="0"/>
          <p:nvPr/>
        </p:nvPicPr>
        <p:blipFill>
          <a:blip r:embed="rId5">
            <a:alphaModFix/>
          </a:blip>
          <a:stretch>
            <a:fillRect/>
          </a:stretch>
        </p:blipFill>
        <p:spPr>
          <a:xfrm>
            <a:off x="7323948" y="3062798"/>
            <a:ext cx="599075" cy="769155"/>
          </a:xfrm>
          <a:prstGeom prst="rect">
            <a:avLst/>
          </a:prstGeom>
          <a:noFill/>
          <a:ln>
            <a:noFill/>
          </a:ln>
        </p:spPr>
      </p:pic>
      <p:cxnSp>
        <p:nvCxnSpPr>
          <p:cNvPr id="2029" name="Google Shape;2029;p234"/>
          <p:cNvCxnSpPr>
            <a:endCxn id="2013" idx="1"/>
          </p:cNvCxnSpPr>
          <p:nvPr/>
        </p:nvCxnSpPr>
        <p:spPr>
          <a:xfrm rot="10800000">
            <a:off x="3498242" y="2609593"/>
            <a:ext cx="266700" cy="0"/>
          </a:xfrm>
          <a:prstGeom prst="straightConnector1">
            <a:avLst/>
          </a:prstGeom>
          <a:noFill/>
          <a:ln cap="rnd" cmpd="sng" w="9525">
            <a:solidFill>
              <a:srgbClr val="FFFFFF"/>
            </a:solidFill>
            <a:prstDash val="solid"/>
            <a:round/>
            <a:headEnd len="med" w="med" type="oval"/>
            <a:tailEnd len="med" w="med" type="none"/>
          </a:ln>
        </p:spPr>
      </p:cxnSp>
      <p:cxnSp>
        <p:nvCxnSpPr>
          <p:cNvPr id="2030" name="Google Shape;2030;p234"/>
          <p:cNvCxnSpPr>
            <a:stCxn id="2014" idx="3"/>
          </p:cNvCxnSpPr>
          <p:nvPr/>
        </p:nvCxnSpPr>
        <p:spPr>
          <a:xfrm rot="10800000">
            <a:off x="5534389" y="3447381"/>
            <a:ext cx="414600" cy="0"/>
          </a:xfrm>
          <a:prstGeom prst="straightConnector1">
            <a:avLst/>
          </a:prstGeom>
          <a:noFill/>
          <a:ln cap="rnd" cmpd="sng" w="9525">
            <a:solidFill>
              <a:srgbClr val="FFFFFF"/>
            </a:solidFill>
            <a:prstDash val="solid"/>
            <a:round/>
            <a:headEnd len="med" w="med" type="none"/>
            <a:tailEnd len="med" w="med" type="oval"/>
          </a:ln>
        </p:spPr>
      </p:cxnSp>
      <p:sp>
        <p:nvSpPr>
          <p:cNvPr id="2031" name="Google Shape;2031;p23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32" name="Google Shape;2032;p234"/>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33" name="Google Shape;2033;p234"/>
          <p:cNvSpPr txBox="1"/>
          <p:nvPr/>
        </p:nvSpPr>
        <p:spPr>
          <a:xfrm>
            <a:off x="5907075" y="3055000"/>
            <a:ext cx="1263300" cy="369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1200">
                <a:solidFill>
                  <a:srgbClr val="2E5E73"/>
                </a:solidFill>
                <a:latin typeface="Roboto"/>
                <a:ea typeface="Roboto"/>
                <a:cs typeface="Roboto"/>
                <a:sym typeface="Roboto"/>
              </a:rPr>
              <a:t>Heading here</a:t>
            </a:r>
            <a:endParaRPr b="1" sz="1200">
              <a:solidFill>
                <a:srgbClr val="2E5E73"/>
              </a:solidFill>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7">
  <p:cSld name="CUSTOM_16">
    <p:spTree>
      <p:nvGrpSpPr>
        <p:cNvPr id="2034" name="Shape 2034"/>
        <p:cNvGrpSpPr/>
        <p:nvPr/>
      </p:nvGrpSpPr>
      <p:grpSpPr>
        <a:xfrm>
          <a:off x="0" y="0"/>
          <a:ext cx="0" cy="0"/>
          <a:chOff x="0" y="0"/>
          <a:chExt cx="0" cy="0"/>
        </a:xfrm>
      </p:grpSpPr>
      <p:cxnSp>
        <p:nvCxnSpPr>
          <p:cNvPr id="2035" name="Google Shape;2035;p235"/>
          <p:cNvCxnSpPr/>
          <p:nvPr/>
        </p:nvCxnSpPr>
        <p:spPr>
          <a:xfrm rot="10800000">
            <a:off x="4984248" y="3979850"/>
            <a:ext cx="3231900" cy="0"/>
          </a:xfrm>
          <a:prstGeom prst="straightConnector1">
            <a:avLst/>
          </a:prstGeom>
          <a:noFill/>
          <a:ln cap="flat" cmpd="sng" w="9525">
            <a:solidFill>
              <a:srgbClr val="A9B7C0"/>
            </a:solidFill>
            <a:prstDash val="solid"/>
            <a:round/>
            <a:headEnd len="sm" w="sm" type="none"/>
            <a:tailEnd len="sm" w="sm" type="none"/>
          </a:ln>
        </p:spPr>
      </p:cxnSp>
      <p:cxnSp>
        <p:nvCxnSpPr>
          <p:cNvPr id="2036" name="Google Shape;2036;p235"/>
          <p:cNvCxnSpPr/>
          <p:nvPr/>
        </p:nvCxnSpPr>
        <p:spPr>
          <a:xfrm rot="10800000">
            <a:off x="5598648" y="2760650"/>
            <a:ext cx="2617500" cy="0"/>
          </a:xfrm>
          <a:prstGeom prst="straightConnector1">
            <a:avLst/>
          </a:prstGeom>
          <a:noFill/>
          <a:ln cap="flat" cmpd="sng" w="9525">
            <a:solidFill>
              <a:srgbClr val="A9B7C0"/>
            </a:solidFill>
            <a:prstDash val="solid"/>
            <a:round/>
            <a:headEnd len="sm" w="sm" type="none"/>
            <a:tailEnd len="sm" w="sm" type="none"/>
          </a:ln>
        </p:spPr>
      </p:cxnSp>
      <p:cxnSp>
        <p:nvCxnSpPr>
          <p:cNvPr id="2037" name="Google Shape;2037;p235"/>
          <p:cNvCxnSpPr/>
          <p:nvPr/>
        </p:nvCxnSpPr>
        <p:spPr>
          <a:xfrm rot="10800000">
            <a:off x="5165750" y="1616800"/>
            <a:ext cx="3050400" cy="0"/>
          </a:xfrm>
          <a:prstGeom prst="straightConnector1">
            <a:avLst/>
          </a:prstGeom>
          <a:noFill/>
          <a:ln cap="flat" cmpd="sng" w="9525">
            <a:solidFill>
              <a:srgbClr val="A9B7C0"/>
            </a:solidFill>
            <a:prstDash val="solid"/>
            <a:round/>
            <a:headEnd len="sm" w="sm" type="none"/>
            <a:tailEnd len="sm" w="sm" type="none"/>
          </a:ln>
        </p:spPr>
      </p:cxnSp>
      <p:cxnSp>
        <p:nvCxnSpPr>
          <p:cNvPr id="2038" name="Google Shape;2038;p235"/>
          <p:cNvCxnSpPr/>
          <p:nvPr/>
        </p:nvCxnSpPr>
        <p:spPr>
          <a:xfrm rot="10800000">
            <a:off x="457250" y="3446450"/>
            <a:ext cx="3031500" cy="0"/>
          </a:xfrm>
          <a:prstGeom prst="straightConnector1">
            <a:avLst/>
          </a:prstGeom>
          <a:noFill/>
          <a:ln cap="flat" cmpd="sng" w="9525">
            <a:solidFill>
              <a:srgbClr val="A9B7C0"/>
            </a:solidFill>
            <a:prstDash val="solid"/>
            <a:round/>
            <a:headEnd len="sm" w="sm" type="none"/>
            <a:tailEnd len="sm" w="sm" type="none"/>
          </a:ln>
        </p:spPr>
      </p:cxnSp>
      <p:cxnSp>
        <p:nvCxnSpPr>
          <p:cNvPr id="2039" name="Google Shape;2039;p235"/>
          <p:cNvCxnSpPr/>
          <p:nvPr/>
        </p:nvCxnSpPr>
        <p:spPr>
          <a:xfrm rot="10800000">
            <a:off x="457300" y="2074850"/>
            <a:ext cx="3407700" cy="0"/>
          </a:xfrm>
          <a:prstGeom prst="straightConnector1">
            <a:avLst/>
          </a:prstGeom>
          <a:noFill/>
          <a:ln cap="flat" cmpd="sng" w="9525">
            <a:solidFill>
              <a:srgbClr val="2E5E73"/>
            </a:solidFill>
            <a:prstDash val="solid"/>
            <a:round/>
            <a:headEnd len="sm" w="sm" type="none"/>
            <a:tailEnd len="sm" w="sm" type="none"/>
          </a:ln>
        </p:spPr>
      </p:cxnSp>
      <p:sp>
        <p:nvSpPr>
          <p:cNvPr id="2040" name="Google Shape;2040;p235"/>
          <p:cNvSpPr/>
          <p:nvPr/>
        </p:nvSpPr>
        <p:spPr>
          <a:xfrm rot="-4979340">
            <a:off x="3196687" y="1456287"/>
            <a:ext cx="2767493" cy="2771887"/>
          </a:xfrm>
          <a:prstGeom prst="blockArc">
            <a:avLst>
              <a:gd fmla="val 12602522" name="adj1"/>
              <a:gd fmla="val 16867657" name="adj2"/>
              <a:gd fmla="val 20844" name="adj3"/>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35"/>
          <p:cNvSpPr/>
          <p:nvPr/>
        </p:nvSpPr>
        <p:spPr>
          <a:xfrm rot="7923045">
            <a:off x="3174958" y="1453927"/>
            <a:ext cx="2774756" cy="2775201"/>
          </a:xfrm>
          <a:prstGeom prst="blockArc">
            <a:avLst>
              <a:gd fmla="val 12602522" name="adj1"/>
              <a:gd fmla="val 16867657" name="adj2"/>
              <a:gd fmla="val 20844" name="adj3"/>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35"/>
          <p:cNvSpPr/>
          <p:nvPr/>
        </p:nvSpPr>
        <p:spPr>
          <a:xfrm rot="3597646">
            <a:off x="3178355" y="1465981"/>
            <a:ext cx="2774111" cy="2776438"/>
          </a:xfrm>
          <a:prstGeom prst="blockArc">
            <a:avLst>
              <a:gd fmla="val 12602522" name="adj1"/>
              <a:gd fmla="val 16867657" name="adj2"/>
              <a:gd fmla="val 20844" name="adj3"/>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35"/>
          <p:cNvSpPr/>
          <p:nvPr/>
        </p:nvSpPr>
        <p:spPr>
          <a:xfrm rot="4022619">
            <a:off x="5320201" y="2220795"/>
            <a:ext cx="577648" cy="579030"/>
          </a:xfrm>
          <a:prstGeom prst="pie">
            <a:avLst>
              <a:gd fmla="val 6190354" name="adj1"/>
              <a:gd fmla="val 14996165" name="adj2"/>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35"/>
          <p:cNvSpPr/>
          <p:nvPr/>
        </p:nvSpPr>
        <p:spPr>
          <a:xfrm rot="-6818172">
            <a:off x="5317472" y="2211275"/>
            <a:ext cx="577660" cy="578915"/>
          </a:xfrm>
          <a:prstGeom prst="pie">
            <a:avLst>
              <a:gd fmla="val 4028252" name="adj1"/>
              <a:gd fmla="val 17183677" name="adj2"/>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35"/>
          <p:cNvSpPr/>
          <p:nvPr/>
        </p:nvSpPr>
        <p:spPr>
          <a:xfrm rot="-9361798">
            <a:off x="3184638" y="1447961"/>
            <a:ext cx="2776555" cy="2773451"/>
          </a:xfrm>
          <a:prstGeom prst="blockArc">
            <a:avLst>
              <a:gd fmla="val 12602522" name="adj1"/>
              <a:gd fmla="val 16867657" name="adj2"/>
              <a:gd fmla="val 20844" name="adj3"/>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35"/>
          <p:cNvSpPr/>
          <p:nvPr/>
        </p:nvSpPr>
        <p:spPr>
          <a:xfrm rot="-8939422">
            <a:off x="3649612" y="3442339"/>
            <a:ext cx="578242" cy="578192"/>
          </a:xfrm>
          <a:prstGeom prst="pie">
            <a:avLst>
              <a:gd fmla="val 6190354" name="adj1"/>
              <a:gd fmla="val 14996165" name="adj2"/>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35"/>
          <p:cNvSpPr/>
          <p:nvPr/>
        </p:nvSpPr>
        <p:spPr>
          <a:xfrm rot="1821421">
            <a:off x="3649857" y="3442103"/>
            <a:ext cx="578171" cy="578109"/>
          </a:xfrm>
          <a:prstGeom prst="pie">
            <a:avLst>
              <a:gd fmla="val 4028252" name="adj1"/>
              <a:gd fmla="val 17183677" name="adj2"/>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35"/>
          <p:cNvSpPr/>
          <p:nvPr/>
        </p:nvSpPr>
        <p:spPr>
          <a:xfrm rot="-598995">
            <a:off x="3189261" y="1467415"/>
            <a:ext cx="2777455" cy="2773180"/>
          </a:xfrm>
          <a:prstGeom prst="blockArc">
            <a:avLst>
              <a:gd fmla="val 12513247" name="adj1"/>
              <a:gd fmla="val 16867657" name="adj2"/>
              <a:gd fmla="val 20844" name="adj3"/>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35"/>
          <p:cNvSpPr/>
          <p:nvPr/>
        </p:nvSpPr>
        <p:spPr>
          <a:xfrm rot="-176551">
            <a:off x="4302435" y="1467379"/>
            <a:ext cx="578563" cy="578263"/>
          </a:xfrm>
          <a:prstGeom prst="pie">
            <a:avLst>
              <a:gd fmla="val 6190354" name="adj1"/>
              <a:gd fmla="val 14996165" name="adj2"/>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35"/>
          <p:cNvSpPr/>
          <p:nvPr/>
        </p:nvSpPr>
        <p:spPr>
          <a:xfrm rot="10584085">
            <a:off x="4302418" y="1467587"/>
            <a:ext cx="578340" cy="578041"/>
          </a:xfrm>
          <a:prstGeom prst="pie">
            <a:avLst>
              <a:gd fmla="val 4028252" name="adj1"/>
              <a:gd fmla="val 17183677" name="adj2"/>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35"/>
          <p:cNvSpPr/>
          <p:nvPr/>
        </p:nvSpPr>
        <p:spPr>
          <a:xfrm rot="8347474">
            <a:off x="4931456" y="3431417"/>
            <a:ext cx="578072" cy="578435"/>
          </a:xfrm>
          <a:prstGeom prst="pie">
            <a:avLst>
              <a:gd fmla="val 6190354" name="adj1"/>
              <a:gd fmla="val 14996165" name="adj2"/>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35"/>
          <p:cNvSpPr/>
          <p:nvPr/>
        </p:nvSpPr>
        <p:spPr>
          <a:xfrm rot="-2492975">
            <a:off x="4931530" y="3431343"/>
            <a:ext cx="578047" cy="578644"/>
          </a:xfrm>
          <a:prstGeom prst="pie">
            <a:avLst>
              <a:gd fmla="val 4028252" name="adj1"/>
              <a:gd fmla="val 17183677" name="adj2"/>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35"/>
          <p:cNvSpPr/>
          <p:nvPr/>
        </p:nvSpPr>
        <p:spPr>
          <a:xfrm rot="-4555659">
            <a:off x="3248102" y="2209369"/>
            <a:ext cx="577429" cy="578884"/>
          </a:xfrm>
          <a:prstGeom prst="pie">
            <a:avLst>
              <a:gd fmla="val 6190354" name="adj1"/>
              <a:gd fmla="val 14996165" name="adj2"/>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35"/>
          <p:cNvSpPr/>
          <p:nvPr/>
        </p:nvSpPr>
        <p:spPr>
          <a:xfrm rot="6205784">
            <a:off x="3248236" y="2209364"/>
            <a:ext cx="577388" cy="578847"/>
          </a:xfrm>
          <a:prstGeom prst="pie">
            <a:avLst>
              <a:gd fmla="val 4028252" name="adj1"/>
              <a:gd fmla="val 17183677" name="adj2"/>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35"/>
          <p:cNvSpPr txBox="1"/>
          <p:nvPr/>
        </p:nvSpPr>
        <p:spPr>
          <a:xfrm>
            <a:off x="5715000" y="162085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9E9E9E"/>
                </a:solidFill>
                <a:latin typeface="Roboto"/>
                <a:ea typeface="Roboto"/>
                <a:cs typeface="Roboto"/>
                <a:sym typeface="Roboto"/>
              </a:rPr>
              <a:t>Step 5 Goes Here: </a:t>
            </a:r>
            <a:br>
              <a:rPr b="1" lang="en" sz="1000">
                <a:solidFill>
                  <a:srgbClr val="9E9E9E"/>
                </a:solidFill>
                <a:latin typeface="Roboto"/>
                <a:ea typeface="Roboto"/>
                <a:cs typeface="Roboto"/>
                <a:sym typeface="Roboto"/>
              </a:rPr>
            </a:br>
            <a:r>
              <a:rPr lang="en" sz="1000">
                <a:solidFill>
                  <a:srgbClr val="9E9E9E"/>
                </a:solidFill>
                <a:latin typeface="Roboto"/>
                <a:ea typeface="Roboto"/>
                <a:cs typeface="Roboto"/>
                <a:sym typeface="Roboto"/>
              </a:rPr>
              <a:t>Gray out the steps that you are not explaining. Make the text gray color a9b7c0ff. Completed steps are black. </a:t>
            </a:r>
            <a:endParaRPr sz="1000">
              <a:solidFill>
                <a:srgbClr val="9E9E9E"/>
              </a:solidFill>
              <a:latin typeface="Roboto"/>
              <a:ea typeface="Roboto"/>
              <a:cs typeface="Roboto"/>
              <a:sym typeface="Roboto"/>
            </a:endParaRPr>
          </a:p>
          <a:p>
            <a:pPr indent="0" lvl="0" marL="0" rtl="0" algn="l">
              <a:spcBef>
                <a:spcPts val="1600"/>
              </a:spcBef>
              <a:spcAft>
                <a:spcPts val="0"/>
              </a:spcAft>
              <a:buNone/>
            </a:pPr>
            <a:r>
              <a:t/>
            </a:r>
            <a:endParaRPr b="1" sz="800">
              <a:solidFill>
                <a:srgbClr val="9E9E9E"/>
              </a:solidFill>
              <a:latin typeface="Roboto"/>
              <a:ea typeface="Roboto"/>
              <a:cs typeface="Roboto"/>
              <a:sym typeface="Roboto"/>
            </a:endParaRPr>
          </a:p>
          <a:p>
            <a:pPr indent="0" lvl="0" marL="0" rtl="0" algn="l">
              <a:spcBef>
                <a:spcPts val="1600"/>
              </a:spcBef>
              <a:spcAft>
                <a:spcPts val="1600"/>
              </a:spcAft>
              <a:buNone/>
            </a:pPr>
            <a:r>
              <a:t/>
            </a:r>
            <a:endParaRPr b="1" sz="800">
              <a:solidFill>
                <a:srgbClr val="9E9E9E"/>
              </a:solidFill>
              <a:latin typeface="Roboto"/>
              <a:ea typeface="Roboto"/>
              <a:cs typeface="Roboto"/>
              <a:sym typeface="Roboto"/>
            </a:endParaRPr>
          </a:p>
        </p:txBody>
      </p:sp>
      <p:sp>
        <p:nvSpPr>
          <p:cNvPr id="2056" name="Google Shape;2056;p235"/>
          <p:cNvSpPr txBox="1"/>
          <p:nvPr/>
        </p:nvSpPr>
        <p:spPr>
          <a:xfrm>
            <a:off x="5715000" y="27638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9E9E9E"/>
                </a:solidFill>
                <a:latin typeface="Roboto"/>
                <a:ea typeface="Roboto"/>
                <a:cs typeface="Roboto"/>
                <a:sym typeface="Roboto"/>
              </a:rPr>
              <a:t>Step 4 Goes Here: </a:t>
            </a:r>
            <a:br>
              <a:rPr b="1" lang="en" sz="1000">
                <a:solidFill>
                  <a:srgbClr val="9E9E9E"/>
                </a:solidFill>
                <a:latin typeface="Roboto"/>
                <a:ea typeface="Roboto"/>
                <a:cs typeface="Roboto"/>
                <a:sym typeface="Roboto"/>
              </a:rPr>
            </a:br>
            <a:r>
              <a:rPr lang="en" sz="1000">
                <a:solidFill>
                  <a:srgbClr val="9E9E9E"/>
                </a:solidFill>
                <a:latin typeface="Roboto"/>
                <a:ea typeface="Roboto"/>
                <a:cs typeface="Roboto"/>
                <a:sym typeface="Roboto"/>
              </a:rPr>
              <a:t>Gray out the steps that you are not explaining. Make the text gray color a9b7c0ff. Completed steps are black. </a:t>
            </a:r>
            <a:endParaRPr sz="1000">
              <a:solidFill>
                <a:srgbClr val="9E9E9E"/>
              </a:solidFill>
              <a:latin typeface="Roboto"/>
              <a:ea typeface="Roboto"/>
              <a:cs typeface="Roboto"/>
              <a:sym typeface="Roboto"/>
            </a:endParaRPr>
          </a:p>
          <a:p>
            <a:pPr indent="0" lvl="0" marL="0" rtl="0" algn="l">
              <a:spcBef>
                <a:spcPts val="1600"/>
              </a:spcBef>
              <a:spcAft>
                <a:spcPts val="0"/>
              </a:spcAft>
              <a:buNone/>
            </a:pPr>
            <a:r>
              <a:t/>
            </a:r>
            <a:endParaRPr b="1" sz="800">
              <a:solidFill>
                <a:srgbClr val="9E9E9E"/>
              </a:solidFill>
              <a:latin typeface="Roboto"/>
              <a:ea typeface="Roboto"/>
              <a:cs typeface="Roboto"/>
              <a:sym typeface="Roboto"/>
            </a:endParaRPr>
          </a:p>
          <a:p>
            <a:pPr indent="0" lvl="0" marL="0" rtl="0" algn="l">
              <a:spcBef>
                <a:spcPts val="1600"/>
              </a:spcBef>
              <a:spcAft>
                <a:spcPts val="1600"/>
              </a:spcAft>
              <a:buNone/>
            </a:pPr>
            <a:r>
              <a:t/>
            </a:r>
            <a:endParaRPr b="1" sz="800">
              <a:solidFill>
                <a:srgbClr val="9E9E9E"/>
              </a:solidFill>
              <a:latin typeface="Roboto"/>
              <a:ea typeface="Roboto"/>
              <a:cs typeface="Roboto"/>
              <a:sym typeface="Roboto"/>
            </a:endParaRPr>
          </a:p>
        </p:txBody>
      </p:sp>
      <p:sp>
        <p:nvSpPr>
          <p:cNvPr id="2057" name="Google Shape;2057;p235"/>
          <p:cNvSpPr txBox="1"/>
          <p:nvPr/>
        </p:nvSpPr>
        <p:spPr>
          <a:xfrm>
            <a:off x="0" y="2078050"/>
            <a:ext cx="27798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000">
                <a:solidFill>
                  <a:srgbClr val="082D49"/>
                </a:solidFill>
                <a:latin typeface="Roboto"/>
                <a:ea typeface="Roboto"/>
                <a:cs typeface="Roboto"/>
                <a:sym typeface="Roboto"/>
              </a:rPr>
              <a:t>Step 1 Goes Here: </a:t>
            </a:r>
            <a:br>
              <a:rPr b="1" lang="en" sz="1000">
                <a:solidFill>
                  <a:srgbClr val="082D49"/>
                </a:solidFill>
                <a:latin typeface="Roboto"/>
                <a:ea typeface="Roboto"/>
                <a:cs typeface="Roboto"/>
                <a:sym typeface="Roboto"/>
              </a:rPr>
            </a:br>
            <a:r>
              <a:rPr lang="en" sz="1000">
                <a:solidFill>
                  <a:srgbClr val="082D49"/>
                </a:solidFill>
                <a:latin typeface="Roboto"/>
                <a:ea typeface="Roboto"/>
                <a:cs typeface="Roboto"/>
                <a:sym typeface="Roboto"/>
              </a:rPr>
              <a:t>Gray out the steps that you are not explaining. Make the text gray color a9b7c0ff. Completed steps are black. </a:t>
            </a:r>
            <a:endParaRPr sz="1000">
              <a:solidFill>
                <a:srgbClr val="082D49"/>
              </a:solidFill>
              <a:latin typeface="Roboto"/>
              <a:ea typeface="Roboto"/>
              <a:cs typeface="Roboto"/>
              <a:sym typeface="Roboto"/>
            </a:endParaRPr>
          </a:p>
        </p:txBody>
      </p:sp>
      <p:sp>
        <p:nvSpPr>
          <p:cNvPr id="2058" name="Google Shape;2058;p235"/>
          <p:cNvSpPr txBox="1"/>
          <p:nvPr/>
        </p:nvSpPr>
        <p:spPr>
          <a:xfrm>
            <a:off x="0" y="344965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9E9E9E"/>
                </a:solidFill>
                <a:latin typeface="Roboto"/>
                <a:ea typeface="Roboto"/>
                <a:cs typeface="Roboto"/>
                <a:sym typeface="Roboto"/>
              </a:rPr>
              <a:t>Step 2 Goes Here: </a:t>
            </a:r>
            <a:br>
              <a:rPr b="1" lang="en" sz="1000">
                <a:solidFill>
                  <a:srgbClr val="9E9E9E"/>
                </a:solidFill>
                <a:latin typeface="Roboto"/>
                <a:ea typeface="Roboto"/>
                <a:cs typeface="Roboto"/>
                <a:sym typeface="Roboto"/>
              </a:rPr>
            </a:br>
            <a:r>
              <a:rPr lang="en" sz="1000">
                <a:solidFill>
                  <a:srgbClr val="9E9E9E"/>
                </a:solidFill>
                <a:latin typeface="Roboto"/>
                <a:ea typeface="Roboto"/>
                <a:cs typeface="Roboto"/>
                <a:sym typeface="Roboto"/>
              </a:rPr>
              <a:t>Gray out the steps that you are not explaining. Make the text gray color a9b7c0ff. Completed steps are black. </a:t>
            </a:r>
            <a:endParaRPr sz="1000">
              <a:solidFill>
                <a:srgbClr val="9E9E9E"/>
              </a:solidFill>
              <a:latin typeface="Roboto"/>
              <a:ea typeface="Roboto"/>
              <a:cs typeface="Roboto"/>
              <a:sym typeface="Roboto"/>
            </a:endParaRPr>
          </a:p>
          <a:p>
            <a:pPr indent="0" lvl="0" marL="0" rtl="0" algn="l">
              <a:spcBef>
                <a:spcPts val="1600"/>
              </a:spcBef>
              <a:spcAft>
                <a:spcPts val="1600"/>
              </a:spcAft>
              <a:buNone/>
            </a:pPr>
            <a:r>
              <a:t/>
            </a:r>
            <a:endParaRPr b="1" sz="800">
              <a:solidFill>
                <a:srgbClr val="9E9E9E"/>
              </a:solidFill>
              <a:latin typeface="Roboto"/>
              <a:ea typeface="Roboto"/>
              <a:cs typeface="Roboto"/>
              <a:sym typeface="Roboto"/>
            </a:endParaRPr>
          </a:p>
        </p:txBody>
      </p:sp>
      <p:sp>
        <p:nvSpPr>
          <p:cNvPr id="2059" name="Google Shape;2059;p235"/>
          <p:cNvSpPr txBox="1"/>
          <p:nvPr/>
        </p:nvSpPr>
        <p:spPr>
          <a:xfrm>
            <a:off x="5715000" y="398305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9E9E9E"/>
                </a:solidFill>
                <a:latin typeface="Roboto"/>
                <a:ea typeface="Roboto"/>
                <a:cs typeface="Roboto"/>
                <a:sym typeface="Roboto"/>
              </a:rPr>
              <a:t>Step 3 Goes Here: </a:t>
            </a:r>
            <a:br>
              <a:rPr b="1" lang="en" sz="1000">
                <a:solidFill>
                  <a:srgbClr val="9E9E9E"/>
                </a:solidFill>
                <a:latin typeface="Roboto"/>
                <a:ea typeface="Roboto"/>
                <a:cs typeface="Roboto"/>
                <a:sym typeface="Roboto"/>
              </a:rPr>
            </a:br>
            <a:r>
              <a:rPr lang="en" sz="1000">
                <a:solidFill>
                  <a:srgbClr val="9E9E9E"/>
                </a:solidFill>
                <a:latin typeface="Roboto"/>
                <a:ea typeface="Roboto"/>
                <a:cs typeface="Roboto"/>
                <a:sym typeface="Roboto"/>
              </a:rPr>
              <a:t>Gray out the steps that you are not explaining. Make the text gray color a9b7c0ff. Completed steps are black. </a:t>
            </a:r>
            <a:endParaRPr sz="1000">
              <a:solidFill>
                <a:srgbClr val="9E9E9E"/>
              </a:solidFill>
              <a:latin typeface="Roboto"/>
              <a:ea typeface="Roboto"/>
              <a:cs typeface="Roboto"/>
              <a:sym typeface="Roboto"/>
            </a:endParaRPr>
          </a:p>
          <a:p>
            <a:pPr indent="0" lvl="0" marL="0" rtl="0" algn="l">
              <a:spcBef>
                <a:spcPts val="1600"/>
              </a:spcBef>
              <a:spcAft>
                <a:spcPts val="0"/>
              </a:spcAft>
              <a:buNone/>
            </a:pPr>
            <a:r>
              <a:t/>
            </a:r>
            <a:endParaRPr b="1" sz="800">
              <a:solidFill>
                <a:srgbClr val="9E9E9E"/>
              </a:solidFill>
              <a:latin typeface="Roboto"/>
              <a:ea typeface="Roboto"/>
              <a:cs typeface="Roboto"/>
              <a:sym typeface="Roboto"/>
            </a:endParaRPr>
          </a:p>
          <a:p>
            <a:pPr indent="0" lvl="0" marL="0" rtl="0" algn="l">
              <a:spcBef>
                <a:spcPts val="1600"/>
              </a:spcBef>
              <a:spcAft>
                <a:spcPts val="1600"/>
              </a:spcAft>
              <a:buNone/>
            </a:pPr>
            <a:r>
              <a:t/>
            </a:r>
            <a:endParaRPr b="1" sz="800">
              <a:solidFill>
                <a:srgbClr val="9E9E9E"/>
              </a:solidFill>
              <a:latin typeface="Roboto"/>
              <a:ea typeface="Roboto"/>
              <a:cs typeface="Roboto"/>
              <a:sym typeface="Roboto"/>
            </a:endParaRPr>
          </a:p>
        </p:txBody>
      </p:sp>
      <p:sp>
        <p:nvSpPr>
          <p:cNvPr id="2060" name="Google Shape;2060;p235"/>
          <p:cNvSpPr txBox="1"/>
          <p:nvPr/>
        </p:nvSpPr>
        <p:spPr>
          <a:xfrm>
            <a:off x="3264550" y="22890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28363B"/>
                </a:solidFill>
                <a:latin typeface="Roboto"/>
                <a:ea typeface="Roboto"/>
                <a:cs typeface="Roboto"/>
                <a:sym typeface="Roboto"/>
              </a:rPr>
              <a:t>01</a:t>
            </a:r>
            <a:endParaRPr b="1" sz="1600">
              <a:solidFill>
                <a:srgbClr val="28363B"/>
              </a:solidFill>
              <a:latin typeface="Roboto"/>
              <a:ea typeface="Roboto"/>
              <a:cs typeface="Roboto"/>
              <a:sym typeface="Roboto"/>
            </a:endParaRPr>
          </a:p>
        </p:txBody>
      </p:sp>
      <p:sp>
        <p:nvSpPr>
          <p:cNvPr id="2061" name="Google Shape;2061;p235"/>
          <p:cNvSpPr txBox="1"/>
          <p:nvPr/>
        </p:nvSpPr>
        <p:spPr>
          <a:xfrm>
            <a:off x="4332231" y="15437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05</a:t>
            </a:r>
            <a:endParaRPr b="1" sz="1600">
              <a:solidFill>
                <a:srgbClr val="FFFFFF"/>
              </a:solidFill>
              <a:latin typeface="Roboto"/>
              <a:ea typeface="Roboto"/>
              <a:cs typeface="Roboto"/>
              <a:sym typeface="Roboto"/>
            </a:endParaRPr>
          </a:p>
        </p:txBody>
      </p:sp>
      <p:sp>
        <p:nvSpPr>
          <p:cNvPr id="2062" name="Google Shape;2062;p235"/>
          <p:cNvSpPr txBox="1"/>
          <p:nvPr/>
        </p:nvSpPr>
        <p:spPr>
          <a:xfrm>
            <a:off x="4945653" y="35160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2063" name="Google Shape;2063;p235"/>
          <p:cNvSpPr txBox="1"/>
          <p:nvPr/>
        </p:nvSpPr>
        <p:spPr>
          <a:xfrm>
            <a:off x="3675648" y="35160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9E9E9E"/>
                </a:solidFill>
                <a:latin typeface="Roboto"/>
                <a:ea typeface="Roboto"/>
                <a:cs typeface="Roboto"/>
                <a:sym typeface="Roboto"/>
              </a:rPr>
              <a:t>02</a:t>
            </a:r>
            <a:endParaRPr b="1" sz="1600">
              <a:solidFill>
                <a:srgbClr val="9E9E9E"/>
              </a:solidFill>
              <a:latin typeface="Roboto"/>
              <a:ea typeface="Roboto"/>
              <a:cs typeface="Roboto"/>
              <a:sym typeface="Roboto"/>
            </a:endParaRPr>
          </a:p>
        </p:txBody>
      </p:sp>
      <p:sp>
        <p:nvSpPr>
          <p:cNvPr id="2064" name="Google Shape;2064;p235"/>
          <p:cNvSpPr txBox="1"/>
          <p:nvPr/>
        </p:nvSpPr>
        <p:spPr>
          <a:xfrm>
            <a:off x="5355068" y="22890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9E9E9E"/>
                </a:solidFill>
                <a:latin typeface="Roboto"/>
                <a:ea typeface="Roboto"/>
                <a:cs typeface="Roboto"/>
                <a:sym typeface="Roboto"/>
              </a:rPr>
              <a:t>04</a:t>
            </a:r>
            <a:endParaRPr b="1" sz="1600">
              <a:solidFill>
                <a:srgbClr val="9E9E9E"/>
              </a:solidFill>
              <a:latin typeface="Roboto"/>
              <a:ea typeface="Roboto"/>
              <a:cs typeface="Roboto"/>
              <a:sym typeface="Roboto"/>
            </a:endParaRPr>
          </a:p>
        </p:txBody>
      </p:sp>
      <p:sp>
        <p:nvSpPr>
          <p:cNvPr id="2065" name="Google Shape;2065;p23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66" name="Google Shape;2066;p235"/>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8">
  <p:cSld name="CUSTOM_17">
    <p:spTree>
      <p:nvGrpSpPr>
        <p:cNvPr id="2067" name="Shape 2067"/>
        <p:cNvGrpSpPr/>
        <p:nvPr/>
      </p:nvGrpSpPr>
      <p:grpSpPr>
        <a:xfrm>
          <a:off x="0" y="0"/>
          <a:ext cx="0" cy="0"/>
          <a:chOff x="0" y="0"/>
          <a:chExt cx="0" cy="0"/>
        </a:xfrm>
      </p:grpSpPr>
      <p:cxnSp>
        <p:nvCxnSpPr>
          <p:cNvPr id="2068" name="Google Shape;2068;p236"/>
          <p:cNvCxnSpPr/>
          <p:nvPr/>
        </p:nvCxnSpPr>
        <p:spPr>
          <a:xfrm rot="10800000">
            <a:off x="4984248" y="3979850"/>
            <a:ext cx="3231900" cy="0"/>
          </a:xfrm>
          <a:prstGeom prst="straightConnector1">
            <a:avLst/>
          </a:prstGeom>
          <a:noFill/>
          <a:ln cap="flat" cmpd="sng" w="9525">
            <a:solidFill>
              <a:srgbClr val="2E5E73"/>
            </a:solidFill>
            <a:prstDash val="solid"/>
            <a:round/>
            <a:headEnd len="sm" w="sm" type="none"/>
            <a:tailEnd len="sm" w="sm" type="none"/>
          </a:ln>
        </p:spPr>
      </p:cxnSp>
      <p:cxnSp>
        <p:nvCxnSpPr>
          <p:cNvPr id="2069" name="Google Shape;2069;p236"/>
          <p:cNvCxnSpPr/>
          <p:nvPr/>
        </p:nvCxnSpPr>
        <p:spPr>
          <a:xfrm rot="10800000">
            <a:off x="5598648" y="2760650"/>
            <a:ext cx="2617500" cy="0"/>
          </a:xfrm>
          <a:prstGeom prst="straightConnector1">
            <a:avLst/>
          </a:prstGeom>
          <a:noFill/>
          <a:ln cap="flat" cmpd="sng" w="9525">
            <a:solidFill>
              <a:srgbClr val="2E5E73"/>
            </a:solidFill>
            <a:prstDash val="solid"/>
            <a:round/>
            <a:headEnd len="sm" w="sm" type="none"/>
            <a:tailEnd len="sm" w="sm" type="none"/>
          </a:ln>
        </p:spPr>
      </p:cxnSp>
      <p:cxnSp>
        <p:nvCxnSpPr>
          <p:cNvPr id="2070" name="Google Shape;2070;p236"/>
          <p:cNvCxnSpPr/>
          <p:nvPr/>
        </p:nvCxnSpPr>
        <p:spPr>
          <a:xfrm rot="10800000">
            <a:off x="5165750" y="1616800"/>
            <a:ext cx="3050400" cy="0"/>
          </a:xfrm>
          <a:prstGeom prst="straightConnector1">
            <a:avLst/>
          </a:prstGeom>
          <a:noFill/>
          <a:ln cap="flat" cmpd="sng" w="9525">
            <a:solidFill>
              <a:srgbClr val="2E5E73"/>
            </a:solidFill>
            <a:prstDash val="solid"/>
            <a:round/>
            <a:headEnd len="sm" w="sm" type="none"/>
            <a:tailEnd len="sm" w="sm" type="none"/>
          </a:ln>
        </p:spPr>
      </p:cxnSp>
      <p:cxnSp>
        <p:nvCxnSpPr>
          <p:cNvPr id="2071" name="Google Shape;2071;p236"/>
          <p:cNvCxnSpPr/>
          <p:nvPr/>
        </p:nvCxnSpPr>
        <p:spPr>
          <a:xfrm rot="10800000">
            <a:off x="457250" y="3446450"/>
            <a:ext cx="3031500" cy="0"/>
          </a:xfrm>
          <a:prstGeom prst="straightConnector1">
            <a:avLst/>
          </a:prstGeom>
          <a:noFill/>
          <a:ln cap="flat" cmpd="sng" w="9525">
            <a:solidFill>
              <a:srgbClr val="2E5E73"/>
            </a:solidFill>
            <a:prstDash val="solid"/>
            <a:round/>
            <a:headEnd len="sm" w="sm" type="none"/>
            <a:tailEnd len="sm" w="sm" type="none"/>
          </a:ln>
        </p:spPr>
      </p:cxnSp>
      <p:cxnSp>
        <p:nvCxnSpPr>
          <p:cNvPr id="2072" name="Google Shape;2072;p236"/>
          <p:cNvCxnSpPr/>
          <p:nvPr/>
        </p:nvCxnSpPr>
        <p:spPr>
          <a:xfrm rot="10800000">
            <a:off x="457300" y="2074850"/>
            <a:ext cx="3407700" cy="0"/>
          </a:xfrm>
          <a:prstGeom prst="straightConnector1">
            <a:avLst/>
          </a:prstGeom>
          <a:noFill/>
          <a:ln cap="flat" cmpd="sng" w="9525">
            <a:solidFill>
              <a:srgbClr val="2E5E73"/>
            </a:solidFill>
            <a:prstDash val="solid"/>
            <a:round/>
            <a:headEnd len="sm" w="sm" type="none"/>
            <a:tailEnd len="sm" w="sm" type="none"/>
          </a:ln>
        </p:spPr>
      </p:cxnSp>
      <p:sp>
        <p:nvSpPr>
          <p:cNvPr id="2073" name="Google Shape;2073;p236"/>
          <p:cNvSpPr/>
          <p:nvPr/>
        </p:nvSpPr>
        <p:spPr>
          <a:xfrm rot="-4979340">
            <a:off x="3196687" y="1456287"/>
            <a:ext cx="2767493" cy="2771887"/>
          </a:xfrm>
          <a:prstGeom prst="blockArc">
            <a:avLst>
              <a:gd fmla="val 12602522" name="adj1"/>
              <a:gd fmla="val 16867657" name="adj2"/>
              <a:gd fmla="val 20844" name="adj3"/>
            </a:avLst>
          </a:prstGeom>
          <a:solidFill>
            <a:srgbClr val="082D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36"/>
          <p:cNvSpPr/>
          <p:nvPr/>
        </p:nvSpPr>
        <p:spPr>
          <a:xfrm rot="7923045">
            <a:off x="3174958" y="1453927"/>
            <a:ext cx="2774756" cy="2775201"/>
          </a:xfrm>
          <a:prstGeom prst="blockArc">
            <a:avLst>
              <a:gd fmla="val 12602522" name="adj1"/>
              <a:gd fmla="val 16867657" name="adj2"/>
              <a:gd fmla="val 20844" name="adj3"/>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36"/>
          <p:cNvSpPr/>
          <p:nvPr/>
        </p:nvSpPr>
        <p:spPr>
          <a:xfrm rot="3597646">
            <a:off x="3178355" y="1465981"/>
            <a:ext cx="2774111" cy="2776438"/>
          </a:xfrm>
          <a:prstGeom prst="blockArc">
            <a:avLst>
              <a:gd fmla="val 12602522" name="adj1"/>
              <a:gd fmla="val 16867657" name="adj2"/>
              <a:gd fmla="val 20844" name="adj3"/>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36"/>
          <p:cNvSpPr/>
          <p:nvPr/>
        </p:nvSpPr>
        <p:spPr>
          <a:xfrm rot="4022619">
            <a:off x="5320201" y="2220795"/>
            <a:ext cx="577648" cy="579030"/>
          </a:xfrm>
          <a:prstGeom prst="pie">
            <a:avLst>
              <a:gd fmla="val 6190354" name="adj1"/>
              <a:gd fmla="val 14996165" name="adj2"/>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36"/>
          <p:cNvSpPr/>
          <p:nvPr/>
        </p:nvSpPr>
        <p:spPr>
          <a:xfrm rot="-6818172">
            <a:off x="5317472" y="2211275"/>
            <a:ext cx="577660" cy="578915"/>
          </a:xfrm>
          <a:prstGeom prst="pie">
            <a:avLst>
              <a:gd fmla="val 4028252" name="adj1"/>
              <a:gd fmla="val 17183677" name="adj2"/>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36"/>
          <p:cNvSpPr/>
          <p:nvPr/>
        </p:nvSpPr>
        <p:spPr>
          <a:xfrm rot="-9361798">
            <a:off x="3184638" y="1447961"/>
            <a:ext cx="2776555" cy="2773451"/>
          </a:xfrm>
          <a:prstGeom prst="blockArc">
            <a:avLst>
              <a:gd fmla="val 12602522" name="adj1"/>
              <a:gd fmla="val 16867657" name="adj2"/>
              <a:gd fmla="val 20844" name="adj3"/>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36"/>
          <p:cNvSpPr/>
          <p:nvPr/>
        </p:nvSpPr>
        <p:spPr>
          <a:xfrm rot="-8939422">
            <a:off x="3649612" y="3442339"/>
            <a:ext cx="578242" cy="578192"/>
          </a:xfrm>
          <a:prstGeom prst="pie">
            <a:avLst>
              <a:gd fmla="val 6190354" name="adj1"/>
              <a:gd fmla="val 14996165" name="adj2"/>
            </a:avLst>
          </a:prstGeom>
          <a:solidFill>
            <a:srgbClr val="082D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36"/>
          <p:cNvSpPr/>
          <p:nvPr/>
        </p:nvSpPr>
        <p:spPr>
          <a:xfrm rot="1821421">
            <a:off x="3649857" y="3442103"/>
            <a:ext cx="578171" cy="578109"/>
          </a:xfrm>
          <a:prstGeom prst="pie">
            <a:avLst>
              <a:gd fmla="val 4028252" name="adj1"/>
              <a:gd fmla="val 17183677" name="adj2"/>
            </a:avLst>
          </a:prstGeom>
          <a:solidFill>
            <a:srgbClr val="082D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36"/>
          <p:cNvSpPr/>
          <p:nvPr/>
        </p:nvSpPr>
        <p:spPr>
          <a:xfrm rot="-598995">
            <a:off x="3189261" y="1467415"/>
            <a:ext cx="2777455" cy="2773180"/>
          </a:xfrm>
          <a:prstGeom prst="blockArc">
            <a:avLst>
              <a:gd fmla="val 12513247" name="adj1"/>
              <a:gd fmla="val 16867657" name="adj2"/>
              <a:gd fmla="val 20844" name="adj3"/>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36"/>
          <p:cNvSpPr/>
          <p:nvPr/>
        </p:nvSpPr>
        <p:spPr>
          <a:xfrm rot="-176551">
            <a:off x="4302435" y="1467379"/>
            <a:ext cx="578563" cy="578263"/>
          </a:xfrm>
          <a:prstGeom prst="pie">
            <a:avLst>
              <a:gd fmla="val 6190354" name="adj1"/>
              <a:gd fmla="val 14996165" name="adj2"/>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36"/>
          <p:cNvSpPr/>
          <p:nvPr/>
        </p:nvSpPr>
        <p:spPr>
          <a:xfrm rot="10584085">
            <a:off x="4302418" y="1467587"/>
            <a:ext cx="578340" cy="578041"/>
          </a:xfrm>
          <a:prstGeom prst="pie">
            <a:avLst>
              <a:gd fmla="val 4028252" name="adj1"/>
              <a:gd fmla="val 17183677" name="adj2"/>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36"/>
          <p:cNvSpPr/>
          <p:nvPr/>
        </p:nvSpPr>
        <p:spPr>
          <a:xfrm rot="8347474">
            <a:off x="4931456" y="3431417"/>
            <a:ext cx="578072" cy="578435"/>
          </a:xfrm>
          <a:prstGeom prst="pie">
            <a:avLst>
              <a:gd fmla="val 6190354" name="adj1"/>
              <a:gd fmla="val 14996165" name="adj2"/>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36"/>
          <p:cNvSpPr/>
          <p:nvPr/>
        </p:nvSpPr>
        <p:spPr>
          <a:xfrm rot="-2492975">
            <a:off x="4931530" y="3431343"/>
            <a:ext cx="578047" cy="578644"/>
          </a:xfrm>
          <a:prstGeom prst="pie">
            <a:avLst>
              <a:gd fmla="val 4028252" name="adj1"/>
              <a:gd fmla="val 17183677" name="adj2"/>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36"/>
          <p:cNvSpPr/>
          <p:nvPr/>
        </p:nvSpPr>
        <p:spPr>
          <a:xfrm rot="-4555659">
            <a:off x="3248102" y="2209369"/>
            <a:ext cx="577429" cy="578884"/>
          </a:xfrm>
          <a:prstGeom prst="pie">
            <a:avLst>
              <a:gd fmla="val 6190354" name="adj1"/>
              <a:gd fmla="val 14996165" name="adj2"/>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36"/>
          <p:cNvSpPr/>
          <p:nvPr/>
        </p:nvSpPr>
        <p:spPr>
          <a:xfrm rot="6205784">
            <a:off x="3248236" y="2209364"/>
            <a:ext cx="577388" cy="578847"/>
          </a:xfrm>
          <a:prstGeom prst="pie">
            <a:avLst>
              <a:gd fmla="val 4028252" name="adj1"/>
              <a:gd fmla="val 17183677" name="adj2"/>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36"/>
          <p:cNvSpPr txBox="1"/>
          <p:nvPr/>
        </p:nvSpPr>
        <p:spPr>
          <a:xfrm>
            <a:off x="5715000" y="1616800"/>
            <a:ext cx="28497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2E5E73"/>
                </a:solidFill>
                <a:latin typeface="Roboto"/>
                <a:ea typeface="Roboto"/>
                <a:cs typeface="Roboto"/>
                <a:sym typeface="Roboto"/>
              </a:rPr>
              <a:t>Step 5 Goes Here: </a:t>
            </a:r>
            <a:br>
              <a:rPr b="1" lang="en" sz="1000">
                <a:solidFill>
                  <a:srgbClr val="2E5E73"/>
                </a:solidFill>
                <a:latin typeface="Roboto"/>
                <a:ea typeface="Roboto"/>
                <a:cs typeface="Roboto"/>
                <a:sym typeface="Roboto"/>
              </a:rPr>
            </a:br>
            <a:r>
              <a:rPr lang="en" sz="1000">
                <a:solidFill>
                  <a:srgbClr val="2E5E73"/>
                </a:solidFill>
                <a:latin typeface="Roboto"/>
                <a:ea typeface="Roboto"/>
                <a:cs typeface="Roboto"/>
                <a:sym typeface="Roboto"/>
              </a:rPr>
              <a:t>Gray out the steps that you are not explaining. Make the text gray color a9b7c0ff. Completed steps are black. </a:t>
            </a:r>
            <a:endParaRPr sz="1000">
              <a:solidFill>
                <a:srgbClr val="2E5E73"/>
              </a:solidFill>
              <a:latin typeface="Roboto"/>
              <a:ea typeface="Roboto"/>
              <a:cs typeface="Roboto"/>
              <a:sym typeface="Roboto"/>
            </a:endParaRPr>
          </a:p>
          <a:p>
            <a:pPr indent="0" lvl="0" marL="0" rtl="0" algn="l">
              <a:spcBef>
                <a:spcPts val="1600"/>
              </a:spcBef>
              <a:spcAft>
                <a:spcPts val="0"/>
              </a:spcAft>
              <a:buNone/>
            </a:pPr>
            <a:r>
              <a:t/>
            </a:r>
            <a:endParaRPr b="1" sz="800">
              <a:solidFill>
                <a:srgbClr val="2E5E73"/>
              </a:solidFill>
              <a:latin typeface="Roboto"/>
              <a:ea typeface="Roboto"/>
              <a:cs typeface="Roboto"/>
              <a:sym typeface="Roboto"/>
            </a:endParaRPr>
          </a:p>
          <a:p>
            <a:pPr indent="0" lvl="0" marL="0" rtl="0" algn="l">
              <a:spcBef>
                <a:spcPts val="1600"/>
              </a:spcBef>
              <a:spcAft>
                <a:spcPts val="1600"/>
              </a:spcAft>
              <a:buNone/>
            </a:pPr>
            <a:r>
              <a:t/>
            </a:r>
            <a:endParaRPr b="1" sz="800">
              <a:solidFill>
                <a:srgbClr val="2E5E73"/>
              </a:solidFill>
              <a:latin typeface="Roboto"/>
              <a:ea typeface="Roboto"/>
              <a:cs typeface="Roboto"/>
              <a:sym typeface="Roboto"/>
            </a:endParaRPr>
          </a:p>
        </p:txBody>
      </p:sp>
      <p:sp>
        <p:nvSpPr>
          <p:cNvPr id="2089" name="Google Shape;2089;p236"/>
          <p:cNvSpPr txBox="1"/>
          <p:nvPr/>
        </p:nvSpPr>
        <p:spPr>
          <a:xfrm>
            <a:off x="0" y="2078050"/>
            <a:ext cx="27798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1600"/>
              </a:spcAft>
              <a:buNone/>
            </a:pPr>
            <a:r>
              <a:rPr b="1" lang="en" sz="1000">
                <a:solidFill>
                  <a:srgbClr val="2E5E73"/>
                </a:solidFill>
                <a:latin typeface="Roboto"/>
                <a:ea typeface="Roboto"/>
                <a:cs typeface="Roboto"/>
                <a:sym typeface="Roboto"/>
              </a:rPr>
              <a:t>Step 1 Goes Here: </a:t>
            </a:r>
            <a:br>
              <a:rPr b="1" lang="en" sz="1000">
                <a:solidFill>
                  <a:srgbClr val="2E5E73"/>
                </a:solidFill>
                <a:latin typeface="Roboto"/>
                <a:ea typeface="Roboto"/>
                <a:cs typeface="Roboto"/>
                <a:sym typeface="Roboto"/>
              </a:rPr>
            </a:br>
            <a:r>
              <a:rPr lang="en" sz="1000">
                <a:solidFill>
                  <a:srgbClr val="2E5E73"/>
                </a:solidFill>
                <a:latin typeface="Roboto"/>
                <a:ea typeface="Roboto"/>
                <a:cs typeface="Roboto"/>
                <a:sym typeface="Roboto"/>
              </a:rPr>
              <a:t>Gray out the steps that you are not explaining. Make the text gray color a9b7c0ff. Completed steps are black. </a:t>
            </a:r>
            <a:endParaRPr sz="1000">
              <a:solidFill>
                <a:srgbClr val="2E5E73"/>
              </a:solidFill>
              <a:latin typeface="Roboto"/>
              <a:ea typeface="Roboto"/>
              <a:cs typeface="Roboto"/>
              <a:sym typeface="Roboto"/>
            </a:endParaRPr>
          </a:p>
        </p:txBody>
      </p:sp>
      <p:sp>
        <p:nvSpPr>
          <p:cNvPr id="2090" name="Google Shape;2090;p236"/>
          <p:cNvSpPr txBox="1"/>
          <p:nvPr/>
        </p:nvSpPr>
        <p:spPr>
          <a:xfrm>
            <a:off x="0" y="3445600"/>
            <a:ext cx="28095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2E5E73"/>
                </a:solidFill>
                <a:latin typeface="Roboto"/>
                <a:ea typeface="Roboto"/>
                <a:cs typeface="Roboto"/>
                <a:sym typeface="Roboto"/>
              </a:rPr>
              <a:t>Step 2 Goes Here: </a:t>
            </a:r>
            <a:br>
              <a:rPr b="1" lang="en" sz="1000">
                <a:solidFill>
                  <a:srgbClr val="2E5E73"/>
                </a:solidFill>
                <a:latin typeface="Roboto"/>
                <a:ea typeface="Roboto"/>
                <a:cs typeface="Roboto"/>
                <a:sym typeface="Roboto"/>
              </a:rPr>
            </a:br>
            <a:r>
              <a:rPr lang="en" sz="1000">
                <a:solidFill>
                  <a:srgbClr val="2E5E73"/>
                </a:solidFill>
                <a:latin typeface="Roboto"/>
                <a:ea typeface="Roboto"/>
                <a:cs typeface="Roboto"/>
                <a:sym typeface="Roboto"/>
              </a:rPr>
              <a:t>Gray out the steps that you are not explaining. Make the text gray color a9b7c0ff. Completed steps are black. </a:t>
            </a:r>
            <a:endParaRPr sz="1000">
              <a:solidFill>
                <a:srgbClr val="2E5E73"/>
              </a:solidFill>
              <a:latin typeface="Roboto"/>
              <a:ea typeface="Roboto"/>
              <a:cs typeface="Roboto"/>
              <a:sym typeface="Roboto"/>
            </a:endParaRPr>
          </a:p>
          <a:p>
            <a:pPr indent="0" lvl="0" marL="0" rtl="0" algn="l">
              <a:spcBef>
                <a:spcPts val="1600"/>
              </a:spcBef>
              <a:spcAft>
                <a:spcPts val="1600"/>
              </a:spcAft>
              <a:buNone/>
            </a:pPr>
            <a:r>
              <a:t/>
            </a:r>
            <a:endParaRPr b="1" sz="800">
              <a:solidFill>
                <a:srgbClr val="2E5E73"/>
              </a:solidFill>
              <a:latin typeface="Roboto"/>
              <a:ea typeface="Roboto"/>
              <a:cs typeface="Roboto"/>
              <a:sym typeface="Roboto"/>
            </a:endParaRPr>
          </a:p>
        </p:txBody>
      </p:sp>
      <p:sp>
        <p:nvSpPr>
          <p:cNvPr id="2091" name="Google Shape;2091;p236"/>
          <p:cNvSpPr txBox="1"/>
          <p:nvPr/>
        </p:nvSpPr>
        <p:spPr>
          <a:xfrm>
            <a:off x="5715000" y="397900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2E5E73"/>
                </a:solidFill>
                <a:latin typeface="Roboto"/>
                <a:ea typeface="Roboto"/>
                <a:cs typeface="Roboto"/>
                <a:sym typeface="Roboto"/>
              </a:rPr>
              <a:t>Step 3 Goes Here: </a:t>
            </a:r>
            <a:br>
              <a:rPr b="1" lang="en" sz="1000">
                <a:solidFill>
                  <a:srgbClr val="2E5E73"/>
                </a:solidFill>
                <a:latin typeface="Roboto"/>
                <a:ea typeface="Roboto"/>
                <a:cs typeface="Roboto"/>
                <a:sym typeface="Roboto"/>
              </a:rPr>
            </a:br>
            <a:r>
              <a:rPr lang="en" sz="1000">
                <a:solidFill>
                  <a:srgbClr val="2E5E73"/>
                </a:solidFill>
                <a:latin typeface="Roboto"/>
                <a:ea typeface="Roboto"/>
                <a:cs typeface="Roboto"/>
                <a:sym typeface="Roboto"/>
              </a:rPr>
              <a:t>Gray out the steps that you are not explaining. Make the text gray color a9b7c0ff. Completed steps are black. </a:t>
            </a:r>
            <a:endParaRPr sz="1000">
              <a:solidFill>
                <a:srgbClr val="2E5E73"/>
              </a:solidFill>
              <a:latin typeface="Roboto"/>
              <a:ea typeface="Roboto"/>
              <a:cs typeface="Roboto"/>
              <a:sym typeface="Roboto"/>
            </a:endParaRPr>
          </a:p>
          <a:p>
            <a:pPr indent="0" lvl="0" marL="0" rtl="0" algn="l">
              <a:spcBef>
                <a:spcPts val="1600"/>
              </a:spcBef>
              <a:spcAft>
                <a:spcPts val="0"/>
              </a:spcAft>
              <a:buNone/>
            </a:pPr>
            <a:r>
              <a:t/>
            </a:r>
            <a:endParaRPr b="1" sz="800">
              <a:solidFill>
                <a:srgbClr val="2E5E73"/>
              </a:solidFill>
              <a:latin typeface="Roboto"/>
              <a:ea typeface="Roboto"/>
              <a:cs typeface="Roboto"/>
              <a:sym typeface="Roboto"/>
            </a:endParaRPr>
          </a:p>
          <a:p>
            <a:pPr indent="0" lvl="0" marL="0" rtl="0" algn="l">
              <a:spcBef>
                <a:spcPts val="1600"/>
              </a:spcBef>
              <a:spcAft>
                <a:spcPts val="1600"/>
              </a:spcAft>
              <a:buNone/>
            </a:pPr>
            <a:r>
              <a:t/>
            </a:r>
            <a:endParaRPr b="1" sz="800">
              <a:solidFill>
                <a:srgbClr val="2E5E73"/>
              </a:solidFill>
              <a:latin typeface="Roboto"/>
              <a:ea typeface="Roboto"/>
              <a:cs typeface="Roboto"/>
              <a:sym typeface="Roboto"/>
            </a:endParaRPr>
          </a:p>
        </p:txBody>
      </p:sp>
      <p:sp>
        <p:nvSpPr>
          <p:cNvPr id="2092" name="Google Shape;2092;p236"/>
          <p:cNvSpPr txBox="1"/>
          <p:nvPr/>
        </p:nvSpPr>
        <p:spPr>
          <a:xfrm>
            <a:off x="3264550" y="22890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01</a:t>
            </a:r>
            <a:endParaRPr b="1" sz="1600">
              <a:solidFill>
                <a:schemeClr val="dk2"/>
              </a:solidFill>
              <a:latin typeface="Roboto"/>
              <a:ea typeface="Roboto"/>
              <a:cs typeface="Roboto"/>
              <a:sym typeface="Roboto"/>
            </a:endParaRPr>
          </a:p>
        </p:txBody>
      </p:sp>
      <p:sp>
        <p:nvSpPr>
          <p:cNvPr id="2093" name="Google Shape;2093;p236"/>
          <p:cNvSpPr txBox="1"/>
          <p:nvPr/>
        </p:nvSpPr>
        <p:spPr>
          <a:xfrm>
            <a:off x="3675648" y="35160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sp>
        <p:nvSpPr>
          <p:cNvPr id="2094" name="Google Shape;2094;p236"/>
          <p:cNvSpPr txBox="1"/>
          <p:nvPr/>
        </p:nvSpPr>
        <p:spPr>
          <a:xfrm>
            <a:off x="4945653" y="3516001"/>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sp>
        <p:nvSpPr>
          <p:cNvPr id="2095" name="Google Shape;2095;p236"/>
          <p:cNvSpPr txBox="1"/>
          <p:nvPr/>
        </p:nvSpPr>
        <p:spPr>
          <a:xfrm>
            <a:off x="5355068" y="2289010"/>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2096" name="Google Shape;2096;p236"/>
          <p:cNvSpPr txBox="1"/>
          <p:nvPr/>
        </p:nvSpPr>
        <p:spPr>
          <a:xfrm>
            <a:off x="4332231" y="1543736"/>
            <a:ext cx="507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2"/>
                </a:solidFill>
                <a:latin typeface="Roboto"/>
                <a:ea typeface="Roboto"/>
                <a:cs typeface="Roboto"/>
                <a:sym typeface="Roboto"/>
              </a:rPr>
              <a:t>05</a:t>
            </a:r>
            <a:endParaRPr b="1" sz="1600">
              <a:solidFill>
                <a:schemeClr val="dk2"/>
              </a:solidFill>
              <a:latin typeface="Roboto"/>
              <a:ea typeface="Roboto"/>
              <a:cs typeface="Roboto"/>
              <a:sym typeface="Roboto"/>
            </a:endParaRPr>
          </a:p>
        </p:txBody>
      </p:sp>
      <p:sp>
        <p:nvSpPr>
          <p:cNvPr id="2097" name="Google Shape;2097;p236"/>
          <p:cNvSpPr txBox="1"/>
          <p:nvPr/>
        </p:nvSpPr>
        <p:spPr>
          <a:xfrm>
            <a:off x="5715000" y="2759800"/>
            <a:ext cx="2724600" cy="637500"/>
          </a:xfrm>
          <a:prstGeom prst="rect">
            <a:avLst/>
          </a:prstGeom>
          <a:noFill/>
          <a:ln>
            <a:noFill/>
          </a:ln>
        </p:spPr>
        <p:txBody>
          <a:bodyPr anchorCtr="0" anchor="t" bIns="0" lIns="457200" spcFirstLastPara="1" rIns="91425" wrap="square" tIns="91425">
            <a:noAutofit/>
          </a:bodyPr>
          <a:lstStyle/>
          <a:p>
            <a:pPr indent="0" lvl="0" marL="0" rtl="0" algn="l">
              <a:spcBef>
                <a:spcPts val="0"/>
              </a:spcBef>
              <a:spcAft>
                <a:spcPts val="0"/>
              </a:spcAft>
              <a:buNone/>
            </a:pPr>
            <a:r>
              <a:rPr b="1" lang="en" sz="1000">
                <a:solidFill>
                  <a:srgbClr val="2E5E73"/>
                </a:solidFill>
                <a:latin typeface="Roboto"/>
                <a:ea typeface="Roboto"/>
                <a:cs typeface="Roboto"/>
                <a:sym typeface="Roboto"/>
              </a:rPr>
              <a:t>Step 4 Goes Here: </a:t>
            </a:r>
            <a:br>
              <a:rPr b="1" lang="en" sz="1000">
                <a:solidFill>
                  <a:srgbClr val="2E5E73"/>
                </a:solidFill>
                <a:latin typeface="Roboto"/>
                <a:ea typeface="Roboto"/>
                <a:cs typeface="Roboto"/>
                <a:sym typeface="Roboto"/>
              </a:rPr>
            </a:br>
            <a:r>
              <a:rPr lang="en" sz="1000">
                <a:solidFill>
                  <a:srgbClr val="2E5E73"/>
                </a:solidFill>
                <a:latin typeface="Roboto"/>
                <a:ea typeface="Roboto"/>
                <a:cs typeface="Roboto"/>
                <a:sym typeface="Roboto"/>
              </a:rPr>
              <a:t>Gray out the steps that you are not explaining. Make the text gray color a9b7c0ff. Completed steps are black. </a:t>
            </a:r>
            <a:endParaRPr sz="1000">
              <a:solidFill>
                <a:srgbClr val="2E5E73"/>
              </a:solidFill>
              <a:latin typeface="Roboto"/>
              <a:ea typeface="Roboto"/>
              <a:cs typeface="Roboto"/>
              <a:sym typeface="Roboto"/>
            </a:endParaRPr>
          </a:p>
          <a:p>
            <a:pPr indent="0" lvl="0" marL="0" rtl="0" algn="l">
              <a:spcBef>
                <a:spcPts val="1600"/>
              </a:spcBef>
              <a:spcAft>
                <a:spcPts val="0"/>
              </a:spcAft>
              <a:buNone/>
            </a:pPr>
            <a:r>
              <a:t/>
            </a:r>
            <a:endParaRPr b="1" sz="800">
              <a:solidFill>
                <a:srgbClr val="2E5E73"/>
              </a:solidFill>
              <a:latin typeface="Roboto"/>
              <a:ea typeface="Roboto"/>
              <a:cs typeface="Roboto"/>
              <a:sym typeface="Roboto"/>
            </a:endParaRPr>
          </a:p>
          <a:p>
            <a:pPr indent="0" lvl="0" marL="0" rtl="0" algn="l">
              <a:spcBef>
                <a:spcPts val="1600"/>
              </a:spcBef>
              <a:spcAft>
                <a:spcPts val="1600"/>
              </a:spcAft>
              <a:buNone/>
            </a:pPr>
            <a:r>
              <a:t/>
            </a:r>
            <a:endParaRPr b="1" sz="800">
              <a:solidFill>
                <a:srgbClr val="2E5E73"/>
              </a:solidFill>
              <a:latin typeface="Roboto"/>
              <a:ea typeface="Roboto"/>
              <a:cs typeface="Roboto"/>
              <a:sym typeface="Roboto"/>
            </a:endParaRPr>
          </a:p>
        </p:txBody>
      </p:sp>
      <p:sp>
        <p:nvSpPr>
          <p:cNvPr id="2098" name="Google Shape;2098;p23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9" name="Google Shape;2099;p23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9">
  <p:cSld name="CUSTOM_18">
    <p:spTree>
      <p:nvGrpSpPr>
        <p:cNvPr id="2100" name="Shape 2100"/>
        <p:cNvGrpSpPr/>
        <p:nvPr/>
      </p:nvGrpSpPr>
      <p:grpSpPr>
        <a:xfrm>
          <a:off x="0" y="0"/>
          <a:ext cx="0" cy="0"/>
          <a:chOff x="0" y="0"/>
          <a:chExt cx="0" cy="0"/>
        </a:xfrm>
      </p:grpSpPr>
      <p:sp>
        <p:nvSpPr>
          <p:cNvPr id="2101" name="Google Shape;2101;p237"/>
          <p:cNvSpPr/>
          <p:nvPr/>
        </p:nvSpPr>
        <p:spPr>
          <a:xfrm>
            <a:off x="4515854" y="1187675"/>
            <a:ext cx="3633900" cy="1532400"/>
          </a:xfrm>
          <a:prstGeom prst="round2DiagRect">
            <a:avLst>
              <a:gd fmla="val 0" name="adj1"/>
              <a:gd fmla="val 1339" name="adj2"/>
            </a:avLst>
          </a:prstGeom>
          <a:solidFill>
            <a:srgbClr val="F2F2F2"/>
          </a:solidFill>
          <a:ln>
            <a:noFill/>
          </a:ln>
        </p:spPr>
        <p:txBody>
          <a:bodyPr anchorCtr="0" anchor="t" bIns="365750" lIns="73150" spcFirstLastPara="1" rIns="73150" wrap="square" tIns="182875">
            <a:noAutofit/>
          </a:bodyPr>
          <a:lstStyle/>
          <a:p>
            <a:pPr indent="0" lvl="0" marL="0" rtl="0" algn="l">
              <a:spcBef>
                <a:spcPts val="0"/>
              </a:spcBef>
              <a:spcAft>
                <a:spcPts val="0"/>
              </a:spcAft>
              <a:buClr>
                <a:srgbClr val="000000"/>
              </a:buClr>
              <a:buSzPts val="1100"/>
              <a:buFont typeface="Arial"/>
              <a:buNone/>
            </a:pPr>
            <a:r>
              <a:rPr lang="en" sz="1100">
                <a:solidFill>
                  <a:srgbClr val="9E9E9E"/>
                </a:solidFill>
                <a:latin typeface="Roboto"/>
                <a:ea typeface="Roboto"/>
                <a:cs typeface="Roboto"/>
                <a:sym typeface="Roboto"/>
              </a:rPr>
              <a:t>This slide has 4 parts. Explain the </a:t>
            </a:r>
            <a:r>
              <a:rPr b="1" lang="en" sz="1100">
                <a:solidFill>
                  <a:srgbClr val="9E9E9E"/>
                </a:solidFill>
                <a:latin typeface="Roboto"/>
                <a:ea typeface="Roboto"/>
                <a:cs typeface="Roboto"/>
                <a:sym typeface="Roboto"/>
              </a:rPr>
              <a:t>second</a:t>
            </a:r>
            <a:r>
              <a:rPr lang="en" sz="1100">
                <a:solidFill>
                  <a:srgbClr val="9E9E9E"/>
                </a:solidFill>
                <a:latin typeface="Roboto"/>
                <a:ea typeface="Roboto"/>
                <a:cs typeface="Roboto"/>
                <a:sym typeface="Roboto"/>
              </a:rPr>
              <a:t> part here. The parts that have not yet been explained are grayed out. You can change the point size of this text depending on how much space you need.  </a:t>
            </a:r>
            <a:endParaRPr sz="1100">
              <a:solidFill>
                <a:srgbClr val="9E9E9E"/>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1000">
              <a:solidFill>
                <a:srgbClr val="A9B7C0"/>
              </a:solidFill>
            </a:endParaRPr>
          </a:p>
        </p:txBody>
      </p:sp>
      <p:sp>
        <p:nvSpPr>
          <p:cNvPr id="2102" name="Google Shape;2102;p237"/>
          <p:cNvSpPr/>
          <p:nvPr/>
        </p:nvSpPr>
        <p:spPr>
          <a:xfrm>
            <a:off x="823525" y="2781575"/>
            <a:ext cx="3633900" cy="1532400"/>
          </a:xfrm>
          <a:prstGeom prst="round2DiagRect">
            <a:avLst>
              <a:gd fmla="val 0" name="adj1"/>
              <a:gd fmla="val 0" name="adj2"/>
            </a:avLst>
          </a:prstGeom>
          <a:solidFill>
            <a:srgbClr val="F2F2F2"/>
          </a:solidFill>
          <a:ln>
            <a:noFill/>
          </a:ln>
        </p:spPr>
        <p:txBody>
          <a:bodyPr anchorCtr="0" anchor="b" bIns="182875" lIns="73150" spcFirstLastPara="1" rIns="73150" wrap="square" tIns="365750">
            <a:noAutofit/>
          </a:bodyPr>
          <a:lstStyle/>
          <a:p>
            <a:pPr indent="0" lvl="0" marL="0" rtl="0" algn="l">
              <a:spcBef>
                <a:spcPts val="0"/>
              </a:spcBef>
              <a:spcAft>
                <a:spcPts val="0"/>
              </a:spcAft>
              <a:buClr>
                <a:srgbClr val="000000"/>
              </a:buClr>
              <a:buSzPts val="1100"/>
              <a:buFont typeface="Arial"/>
              <a:buNone/>
            </a:pPr>
            <a:r>
              <a:rPr lang="en" sz="1100">
                <a:solidFill>
                  <a:srgbClr val="9E9E9E"/>
                </a:solidFill>
                <a:latin typeface="Roboto"/>
                <a:ea typeface="Roboto"/>
                <a:cs typeface="Roboto"/>
                <a:sym typeface="Roboto"/>
              </a:rPr>
              <a:t>This slide has 4 parts. Explain the </a:t>
            </a:r>
            <a:r>
              <a:rPr b="1" lang="en" sz="1100">
                <a:solidFill>
                  <a:srgbClr val="9E9E9E"/>
                </a:solidFill>
                <a:latin typeface="Roboto"/>
                <a:ea typeface="Roboto"/>
                <a:cs typeface="Roboto"/>
                <a:sym typeface="Roboto"/>
              </a:rPr>
              <a:t>fourth</a:t>
            </a:r>
            <a:r>
              <a:rPr lang="en" sz="1100">
                <a:solidFill>
                  <a:srgbClr val="9E9E9E"/>
                </a:solidFill>
                <a:latin typeface="Roboto"/>
                <a:ea typeface="Roboto"/>
                <a:cs typeface="Roboto"/>
                <a:sym typeface="Roboto"/>
              </a:rPr>
              <a:t> part here. The parts that have not yet been explained are grayed out. You can change the point size of this text depending on how much space you need.</a:t>
            </a:r>
            <a:r>
              <a:rPr lang="en" sz="1100">
                <a:solidFill>
                  <a:srgbClr val="9E9E9E"/>
                </a:solidFill>
              </a:rPr>
              <a:t> </a:t>
            </a:r>
            <a:endParaRPr sz="1000">
              <a:solidFill>
                <a:srgbClr val="9E9E9E"/>
              </a:solidFill>
            </a:endParaRPr>
          </a:p>
        </p:txBody>
      </p:sp>
      <p:sp>
        <p:nvSpPr>
          <p:cNvPr id="2103" name="Google Shape;2103;p237"/>
          <p:cNvSpPr/>
          <p:nvPr/>
        </p:nvSpPr>
        <p:spPr>
          <a:xfrm flipH="1">
            <a:off x="4515700" y="2781575"/>
            <a:ext cx="3633900" cy="1532400"/>
          </a:xfrm>
          <a:prstGeom prst="round2DiagRect">
            <a:avLst>
              <a:gd fmla="val 0" name="adj1"/>
              <a:gd fmla="val 0" name="adj2"/>
            </a:avLst>
          </a:prstGeom>
          <a:solidFill>
            <a:srgbClr val="F2F2F2"/>
          </a:solidFill>
          <a:ln>
            <a:noFill/>
          </a:ln>
        </p:spPr>
        <p:txBody>
          <a:bodyPr anchorCtr="0" anchor="b" bIns="182875" lIns="73150" spcFirstLastPara="1" rIns="73150" wrap="square" tIns="365750">
            <a:noAutofit/>
          </a:bodyPr>
          <a:lstStyle/>
          <a:p>
            <a:pPr indent="0" lvl="0" marL="0" rtl="0" algn="l">
              <a:spcBef>
                <a:spcPts val="0"/>
              </a:spcBef>
              <a:spcAft>
                <a:spcPts val="0"/>
              </a:spcAft>
              <a:buClr>
                <a:srgbClr val="000000"/>
              </a:buClr>
              <a:buSzPts val="1100"/>
              <a:buFont typeface="Arial"/>
              <a:buNone/>
            </a:pPr>
            <a:r>
              <a:rPr lang="en" sz="1100">
                <a:solidFill>
                  <a:srgbClr val="9E9E9E"/>
                </a:solidFill>
                <a:latin typeface="Roboto"/>
                <a:ea typeface="Roboto"/>
                <a:cs typeface="Roboto"/>
                <a:sym typeface="Roboto"/>
              </a:rPr>
              <a:t>This slide has 4 parts. Explain the </a:t>
            </a:r>
            <a:r>
              <a:rPr b="1" lang="en" sz="1100">
                <a:solidFill>
                  <a:srgbClr val="9E9E9E"/>
                </a:solidFill>
                <a:latin typeface="Roboto"/>
                <a:ea typeface="Roboto"/>
                <a:cs typeface="Roboto"/>
                <a:sym typeface="Roboto"/>
              </a:rPr>
              <a:t>third</a:t>
            </a:r>
            <a:r>
              <a:rPr lang="en" sz="1100">
                <a:solidFill>
                  <a:srgbClr val="9E9E9E"/>
                </a:solidFill>
                <a:latin typeface="Roboto"/>
                <a:ea typeface="Roboto"/>
                <a:cs typeface="Roboto"/>
                <a:sym typeface="Roboto"/>
              </a:rPr>
              <a:t> part here. The parts that have not yet been explained are grayed out. You can change the point size of this text depending on how much space you need. </a:t>
            </a:r>
            <a:endParaRPr sz="1000">
              <a:solidFill>
                <a:srgbClr val="9E9E9E"/>
              </a:solidFill>
              <a:latin typeface="Roboto"/>
              <a:ea typeface="Roboto"/>
              <a:cs typeface="Roboto"/>
              <a:sym typeface="Roboto"/>
            </a:endParaRPr>
          </a:p>
        </p:txBody>
      </p:sp>
      <p:sp>
        <p:nvSpPr>
          <p:cNvPr id="2104" name="Google Shape;2104;p237"/>
          <p:cNvSpPr/>
          <p:nvPr/>
        </p:nvSpPr>
        <p:spPr>
          <a:xfrm flipH="1">
            <a:off x="825871" y="1187675"/>
            <a:ext cx="3629400" cy="1532400"/>
          </a:xfrm>
          <a:prstGeom prst="round2DiagRect">
            <a:avLst>
              <a:gd fmla="val 0" name="adj1"/>
              <a:gd fmla="val 0" name="adj2"/>
            </a:avLst>
          </a:prstGeom>
          <a:solidFill>
            <a:srgbClr val="AADCF2"/>
          </a:solidFill>
          <a:ln>
            <a:noFill/>
          </a:ln>
        </p:spPr>
        <p:txBody>
          <a:bodyPr anchorCtr="0" anchor="t" bIns="365750" lIns="73150" spcFirstLastPara="1" rIns="73150" wrap="square" tIns="182875">
            <a:noAutofit/>
          </a:bodyPr>
          <a:lstStyle/>
          <a:p>
            <a:pPr indent="0" lvl="0" marL="0" rtl="0" algn="l">
              <a:spcBef>
                <a:spcPts val="0"/>
              </a:spcBef>
              <a:spcAft>
                <a:spcPts val="0"/>
              </a:spcAft>
              <a:buClr>
                <a:srgbClr val="000000"/>
              </a:buClr>
              <a:buSzPts val="1100"/>
              <a:buFont typeface="Arial"/>
              <a:buNone/>
            </a:pPr>
            <a:r>
              <a:rPr lang="en" sz="1100">
                <a:solidFill>
                  <a:schemeClr val="dk2"/>
                </a:solidFill>
                <a:latin typeface="Roboto"/>
                <a:ea typeface="Roboto"/>
                <a:cs typeface="Roboto"/>
                <a:sym typeface="Roboto"/>
              </a:rPr>
              <a:t>This slide has 4 parts. Explain the </a:t>
            </a:r>
            <a:r>
              <a:rPr b="1" lang="en" sz="1100">
                <a:solidFill>
                  <a:schemeClr val="dk2"/>
                </a:solidFill>
                <a:latin typeface="Roboto"/>
                <a:ea typeface="Roboto"/>
                <a:cs typeface="Roboto"/>
                <a:sym typeface="Roboto"/>
              </a:rPr>
              <a:t>first</a:t>
            </a:r>
            <a:r>
              <a:rPr lang="en" sz="1100">
                <a:solidFill>
                  <a:schemeClr val="dk2"/>
                </a:solidFill>
                <a:latin typeface="Roboto"/>
                <a:ea typeface="Roboto"/>
                <a:cs typeface="Roboto"/>
                <a:sym typeface="Roboto"/>
              </a:rPr>
              <a:t> part here. The parts that have not yet been explained are grayed out. You can change the point size of this text depending on how much space you need. </a:t>
            </a:r>
            <a:endParaRPr sz="1000">
              <a:solidFill>
                <a:schemeClr val="dk2"/>
              </a:solidFill>
              <a:latin typeface="Roboto"/>
              <a:ea typeface="Roboto"/>
              <a:cs typeface="Roboto"/>
              <a:sym typeface="Roboto"/>
            </a:endParaRPr>
          </a:p>
        </p:txBody>
      </p:sp>
      <p:sp>
        <p:nvSpPr>
          <p:cNvPr id="2105" name="Google Shape;2105;p237"/>
          <p:cNvSpPr/>
          <p:nvPr/>
        </p:nvSpPr>
        <p:spPr>
          <a:xfrm>
            <a:off x="3857625" y="2247875"/>
            <a:ext cx="6582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Roboto"/>
                <a:ea typeface="Roboto"/>
                <a:cs typeface="Roboto"/>
                <a:sym typeface="Roboto"/>
              </a:rPr>
              <a:t>01</a:t>
            </a:r>
            <a:endParaRPr b="1" sz="2400">
              <a:solidFill>
                <a:schemeClr val="dk2"/>
              </a:solidFill>
              <a:latin typeface="Roboto"/>
              <a:ea typeface="Roboto"/>
              <a:cs typeface="Roboto"/>
              <a:sym typeface="Roboto"/>
            </a:endParaRPr>
          </a:p>
        </p:txBody>
      </p:sp>
      <p:sp>
        <p:nvSpPr>
          <p:cNvPr id="2106" name="Google Shape;2106;p237"/>
          <p:cNvSpPr/>
          <p:nvPr/>
        </p:nvSpPr>
        <p:spPr>
          <a:xfrm>
            <a:off x="4457550" y="2247875"/>
            <a:ext cx="6000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Roboto"/>
                <a:ea typeface="Roboto"/>
                <a:cs typeface="Roboto"/>
                <a:sym typeface="Roboto"/>
              </a:rPr>
              <a:t>02</a:t>
            </a:r>
            <a:endParaRPr b="1" sz="2400">
              <a:solidFill>
                <a:srgbClr val="FFFFFF"/>
              </a:solidFill>
              <a:latin typeface="Roboto"/>
              <a:ea typeface="Roboto"/>
              <a:cs typeface="Roboto"/>
              <a:sym typeface="Roboto"/>
            </a:endParaRPr>
          </a:p>
        </p:txBody>
      </p:sp>
      <p:sp>
        <p:nvSpPr>
          <p:cNvPr id="2107" name="Google Shape;2107;p237"/>
          <p:cNvSpPr/>
          <p:nvPr/>
        </p:nvSpPr>
        <p:spPr>
          <a:xfrm>
            <a:off x="3857625" y="2705075"/>
            <a:ext cx="6582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Roboto"/>
                <a:ea typeface="Roboto"/>
                <a:cs typeface="Roboto"/>
                <a:sym typeface="Roboto"/>
              </a:rPr>
              <a:t>04</a:t>
            </a:r>
            <a:endParaRPr b="1" sz="2400">
              <a:solidFill>
                <a:srgbClr val="FFFFFF"/>
              </a:solidFill>
              <a:latin typeface="Roboto"/>
              <a:ea typeface="Roboto"/>
              <a:cs typeface="Roboto"/>
              <a:sym typeface="Roboto"/>
            </a:endParaRPr>
          </a:p>
        </p:txBody>
      </p:sp>
      <p:sp>
        <p:nvSpPr>
          <p:cNvPr id="2108" name="Google Shape;2108;p237"/>
          <p:cNvSpPr/>
          <p:nvPr/>
        </p:nvSpPr>
        <p:spPr>
          <a:xfrm>
            <a:off x="4457550" y="2705075"/>
            <a:ext cx="6000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Roboto"/>
                <a:ea typeface="Roboto"/>
                <a:cs typeface="Roboto"/>
                <a:sym typeface="Roboto"/>
              </a:rPr>
              <a:t>03</a:t>
            </a:r>
            <a:endParaRPr b="1" sz="2400">
              <a:solidFill>
                <a:srgbClr val="FFFFFF"/>
              </a:solidFill>
              <a:latin typeface="Roboto"/>
              <a:ea typeface="Roboto"/>
              <a:cs typeface="Roboto"/>
              <a:sym typeface="Roboto"/>
            </a:endParaRPr>
          </a:p>
        </p:txBody>
      </p:sp>
      <p:sp>
        <p:nvSpPr>
          <p:cNvPr id="2109" name="Google Shape;2109;p23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0" name="Google Shape;2110;p237"/>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0">
  <p:cSld name="CUSTOM_19">
    <p:spTree>
      <p:nvGrpSpPr>
        <p:cNvPr id="2111" name="Shape 2111"/>
        <p:cNvGrpSpPr/>
        <p:nvPr/>
      </p:nvGrpSpPr>
      <p:grpSpPr>
        <a:xfrm>
          <a:off x="0" y="0"/>
          <a:ext cx="0" cy="0"/>
          <a:chOff x="0" y="0"/>
          <a:chExt cx="0" cy="0"/>
        </a:xfrm>
      </p:grpSpPr>
      <p:sp>
        <p:nvSpPr>
          <p:cNvPr id="2112" name="Google Shape;2112;p238"/>
          <p:cNvSpPr/>
          <p:nvPr/>
        </p:nvSpPr>
        <p:spPr>
          <a:xfrm>
            <a:off x="4515854" y="1187675"/>
            <a:ext cx="3633900" cy="1532400"/>
          </a:xfrm>
          <a:prstGeom prst="round2DiagRect">
            <a:avLst>
              <a:gd fmla="val 0" name="adj1"/>
              <a:gd fmla="val 1339" name="adj2"/>
            </a:avLst>
          </a:prstGeom>
          <a:solidFill>
            <a:srgbClr val="00C7CC"/>
          </a:solidFill>
          <a:ln>
            <a:noFill/>
          </a:ln>
        </p:spPr>
        <p:txBody>
          <a:bodyPr anchorCtr="0" anchor="t" bIns="365750" lIns="73150" spcFirstLastPara="1" rIns="73150" wrap="square" tIns="182875">
            <a:noAutofit/>
          </a:bodyPr>
          <a:lstStyle/>
          <a:p>
            <a:pPr indent="0" lvl="0" marL="0" rtl="0" algn="l">
              <a:spcBef>
                <a:spcPts val="0"/>
              </a:spcBef>
              <a:spcAft>
                <a:spcPts val="0"/>
              </a:spcAft>
              <a:buClr>
                <a:srgbClr val="000000"/>
              </a:buClr>
              <a:buSzPts val="1100"/>
              <a:buFont typeface="Arial"/>
              <a:buNone/>
            </a:pPr>
            <a:r>
              <a:rPr lang="en" sz="1100">
                <a:solidFill>
                  <a:schemeClr val="dk2"/>
                </a:solidFill>
                <a:latin typeface="Roboto"/>
                <a:ea typeface="Roboto"/>
                <a:cs typeface="Roboto"/>
                <a:sym typeface="Roboto"/>
              </a:rPr>
              <a:t>This slide has 4 parts. Explain the </a:t>
            </a:r>
            <a:r>
              <a:rPr b="1" lang="en" sz="1100">
                <a:solidFill>
                  <a:schemeClr val="dk2"/>
                </a:solidFill>
                <a:latin typeface="Roboto"/>
                <a:ea typeface="Roboto"/>
                <a:cs typeface="Roboto"/>
                <a:sym typeface="Roboto"/>
              </a:rPr>
              <a:t>second</a:t>
            </a:r>
            <a:r>
              <a:rPr lang="en" sz="1100">
                <a:solidFill>
                  <a:schemeClr val="dk2"/>
                </a:solidFill>
                <a:latin typeface="Roboto"/>
                <a:ea typeface="Roboto"/>
                <a:cs typeface="Roboto"/>
                <a:sym typeface="Roboto"/>
              </a:rPr>
              <a:t> part here. The parts that have not yet been explained are grayed out. You can change the point size of this text depending on how much space you need.  </a:t>
            </a:r>
            <a:endParaRPr sz="1100">
              <a:solidFill>
                <a:schemeClr val="dk2"/>
              </a:solidFill>
              <a:latin typeface="Roboto"/>
              <a:ea typeface="Roboto"/>
              <a:cs typeface="Roboto"/>
              <a:sym typeface="Roboto"/>
            </a:endParaRPr>
          </a:p>
          <a:p>
            <a:pPr indent="0" lvl="0" marL="0" rtl="0" algn="l">
              <a:spcBef>
                <a:spcPts val="0"/>
              </a:spcBef>
              <a:spcAft>
                <a:spcPts val="0"/>
              </a:spcAft>
              <a:buClr>
                <a:srgbClr val="000000"/>
              </a:buClr>
              <a:buSzPts val="1100"/>
              <a:buFont typeface="Arial"/>
              <a:buNone/>
            </a:pPr>
            <a:r>
              <a:t/>
            </a:r>
            <a:endParaRPr sz="1000">
              <a:solidFill>
                <a:schemeClr val="dk2"/>
              </a:solidFill>
            </a:endParaRPr>
          </a:p>
        </p:txBody>
      </p:sp>
      <p:sp>
        <p:nvSpPr>
          <p:cNvPr id="2113" name="Google Shape;2113;p238"/>
          <p:cNvSpPr/>
          <p:nvPr/>
        </p:nvSpPr>
        <p:spPr>
          <a:xfrm>
            <a:off x="823625" y="2781575"/>
            <a:ext cx="3633900" cy="1532400"/>
          </a:xfrm>
          <a:prstGeom prst="round2DiagRect">
            <a:avLst>
              <a:gd fmla="val 0" name="adj1"/>
              <a:gd fmla="val 0" name="adj2"/>
            </a:avLst>
          </a:prstGeom>
          <a:solidFill>
            <a:srgbClr val="2E5E73"/>
          </a:solidFill>
          <a:ln>
            <a:noFill/>
          </a:ln>
        </p:spPr>
        <p:txBody>
          <a:bodyPr anchorCtr="0" anchor="b" bIns="182875" lIns="73150" spcFirstLastPara="1" rIns="73150" wrap="square" tIns="365750">
            <a:noAutofit/>
          </a:bodyPr>
          <a:lstStyle/>
          <a:p>
            <a:pPr indent="0" lvl="0" marL="0" rtl="0" algn="l">
              <a:spcBef>
                <a:spcPts val="0"/>
              </a:spcBef>
              <a:spcAft>
                <a:spcPts val="0"/>
              </a:spcAft>
              <a:buClr>
                <a:srgbClr val="000000"/>
              </a:buClr>
              <a:buSzPts val="1100"/>
              <a:buFont typeface="Arial"/>
              <a:buNone/>
            </a:pPr>
            <a:r>
              <a:rPr lang="en" sz="1100">
                <a:solidFill>
                  <a:srgbClr val="FFFFFF"/>
                </a:solidFill>
                <a:latin typeface="Roboto"/>
                <a:ea typeface="Roboto"/>
                <a:cs typeface="Roboto"/>
                <a:sym typeface="Roboto"/>
              </a:rPr>
              <a:t>This slide has 4 parts. Explain the </a:t>
            </a:r>
            <a:r>
              <a:rPr b="1" lang="en" sz="1100">
                <a:solidFill>
                  <a:srgbClr val="FFFFFF"/>
                </a:solidFill>
                <a:latin typeface="Roboto"/>
                <a:ea typeface="Roboto"/>
                <a:cs typeface="Roboto"/>
                <a:sym typeface="Roboto"/>
              </a:rPr>
              <a:t>fourth</a:t>
            </a:r>
            <a:r>
              <a:rPr lang="en" sz="1100">
                <a:solidFill>
                  <a:srgbClr val="FFFFFF"/>
                </a:solidFill>
                <a:latin typeface="Roboto"/>
                <a:ea typeface="Roboto"/>
                <a:cs typeface="Roboto"/>
                <a:sym typeface="Roboto"/>
              </a:rPr>
              <a:t> part here. The parts that have not yet been explained are grayed out. You can change the point size of this text depending on how much space you need.</a:t>
            </a:r>
            <a:r>
              <a:rPr lang="en" sz="1100">
                <a:solidFill>
                  <a:srgbClr val="FFFFFF"/>
                </a:solidFill>
              </a:rPr>
              <a:t> </a:t>
            </a:r>
            <a:endParaRPr sz="1000">
              <a:solidFill>
                <a:srgbClr val="FFFFFF"/>
              </a:solidFill>
            </a:endParaRPr>
          </a:p>
        </p:txBody>
      </p:sp>
      <p:sp>
        <p:nvSpPr>
          <p:cNvPr id="2114" name="Google Shape;2114;p238"/>
          <p:cNvSpPr/>
          <p:nvPr/>
        </p:nvSpPr>
        <p:spPr>
          <a:xfrm flipH="1">
            <a:off x="4515700" y="2781575"/>
            <a:ext cx="3633900" cy="1532400"/>
          </a:xfrm>
          <a:prstGeom prst="round2DiagRect">
            <a:avLst>
              <a:gd fmla="val 0" name="adj1"/>
              <a:gd fmla="val 0" name="adj2"/>
            </a:avLst>
          </a:prstGeom>
          <a:solidFill>
            <a:srgbClr val="FCB912"/>
          </a:solidFill>
          <a:ln>
            <a:noFill/>
          </a:ln>
        </p:spPr>
        <p:txBody>
          <a:bodyPr anchorCtr="0" anchor="b" bIns="182875" lIns="73150" spcFirstLastPara="1" rIns="73150" wrap="square" tIns="365750">
            <a:noAutofit/>
          </a:bodyPr>
          <a:lstStyle/>
          <a:p>
            <a:pPr indent="0" lvl="0" marL="0" rtl="0" algn="l">
              <a:spcBef>
                <a:spcPts val="0"/>
              </a:spcBef>
              <a:spcAft>
                <a:spcPts val="0"/>
              </a:spcAft>
              <a:buClr>
                <a:srgbClr val="000000"/>
              </a:buClr>
              <a:buSzPts val="1100"/>
              <a:buFont typeface="Arial"/>
              <a:buNone/>
            </a:pPr>
            <a:r>
              <a:rPr lang="en" sz="1100">
                <a:solidFill>
                  <a:schemeClr val="dk2"/>
                </a:solidFill>
                <a:latin typeface="Roboto"/>
                <a:ea typeface="Roboto"/>
                <a:cs typeface="Roboto"/>
                <a:sym typeface="Roboto"/>
              </a:rPr>
              <a:t>This slide has 4 parts. Explain the </a:t>
            </a:r>
            <a:r>
              <a:rPr b="1" lang="en" sz="1100">
                <a:solidFill>
                  <a:schemeClr val="dk2"/>
                </a:solidFill>
                <a:latin typeface="Roboto"/>
                <a:ea typeface="Roboto"/>
                <a:cs typeface="Roboto"/>
                <a:sym typeface="Roboto"/>
              </a:rPr>
              <a:t>third</a:t>
            </a:r>
            <a:r>
              <a:rPr lang="en" sz="1100">
                <a:solidFill>
                  <a:schemeClr val="dk2"/>
                </a:solidFill>
                <a:latin typeface="Roboto"/>
                <a:ea typeface="Roboto"/>
                <a:cs typeface="Roboto"/>
                <a:sym typeface="Roboto"/>
              </a:rPr>
              <a:t> part here. The parts that have not yet been explained are grayed out. You can change the point size of this text depending on how much space you need. </a:t>
            </a:r>
            <a:endParaRPr sz="1000">
              <a:solidFill>
                <a:schemeClr val="dk2"/>
              </a:solidFill>
              <a:latin typeface="Roboto"/>
              <a:ea typeface="Roboto"/>
              <a:cs typeface="Roboto"/>
              <a:sym typeface="Roboto"/>
            </a:endParaRPr>
          </a:p>
        </p:txBody>
      </p:sp>
      <p:sp>
        <p:nvSpPr>
          <p:cNvPr id="2115" name="Google Shape;2115;p238"/>
          <p:cNvSpPr/>
          <p:nvPr/>
        </p:nvSpPr>
        <p:spPr>
          <a:xfrm flipH="1">
            <a:off x="825871" y="1187675"/>
            <a:ext cx="3629400" cy="1532400"/>
          </a:xfrm>
          <a:prstGeom prst="round2DiagRect">
            <a:avLst>
              <a:gd fmla="val 0" name="adj1"/>
              <a:gd fmla="val 0" name="adj2"/>
            </a:avLst>
          </a:prstGeom>
          <a:solidFill>
            <a:srgbClr val="AADCF2"/>
          </a:solidFill>
          <a:ln>
            <a:noFill/>
          </a:ln>
        </p:spPr>
        <p:txBody>
          <a:bodyPr anchorCtr="0" anchor="t" bIns="365750" lIns="73150" spcFirstLastPara="1" rIns="73150" wrap="square" tIns="182875">
            <a:noAutofit/>
          </a:bodyPr>
          <a:lstStyle/>
          <a:p>
            <a:pPr indent="0" lvl="0" marL="0" rtl="0" algn="l">
              <a:spcBef>
                <a:spcPts val="0"/>
              </a:spcBef>
              <a:spcAft>
                <a:spcPts val="0"/>
              </a:spcAft>
              <a:buClr>
                <a:srgbClr val="000000"/>
              </a:buClr>
              <a:buSzPts val="1100"/>
              <a:buFont typeface="Arial"/>
              <a:buNone/>
            </a:pPr>
            <a:r>
              <a:rPr lang="en" sz="1100">
                <a:solidFill>
                  <a:schemeClr val="dk2"/>
                </a:solidFill>
                <a:latin typeface="Roboto"/>
                <a:ea typeface="Roboto"/>
                <a:cs typeface="Roboto"/>
                <a:sym typeface="Roboto"/>
              </a:rPr>
              <a:t>This slide has 4 parts. Explain the </a:t>
            </a:r>
            <a:r>
              <a:rPr b="1" lang="en" sz="1100">
                <a:solidFill>
                  <a:schemeClr val="dk2"/>
                </a:solidFill>
                <a:latin typeface="Roboto"/>
                <a:ea typeface="Roboto"/>
                <a:cs typeface="Roboto"/>
                <a:sym typeface="Roboto"/>
              </a:rPr>
              <a:t>first</a:t>
            </a:r>
            <a:r>
              <a:rPr lang="en" sz="1100">
                <a:solidFill>
                  <a:schemeClr val="dk2"/>
                </a:solidFill>
                <a:latin typeface="Roboto"/>
                <a:ea typeface="Roboto"/>
                <a:cs typeface="Roboto"/>
                <a:sym typeface="Roboto"/>
              </a:rPr>
              <a:t> part here. The parts that have not yet been explained are grayed out. You can change the point size of this text depending on how much space you need. </a:t>
            </a:r>
            <a:endParaRPr sz="1000">
              <a:solidFill>
                <a:schemeClr val="dk2"/>
              </a:solidFill>
              <a:latin typeface="Roboto"/>
              <a:ea typeface="Roboto"/>
              <a:cs typeface="Roboto"/>
              <a:sym typeface="Roboto"/>
            </a:endParaRPr>
          </a:p>
        </p:txBody>
      </p:sp>
      <p:sp>
        <p:nvSpPr>
          <p:cNvPr id="2116" name="Google Shape;2116;p238"/>
          <p:cNvSpPr/>
          <p:nvPr/>
        </p:nvSpPr>
        <p:spPr>
          <a:xfrm>
            <a:off x="3857625" y="2247875"/>
            <a:ext cx="6582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Roboto"/>
                <a:ea typeface="Roboto"/>
                <a:cs typeface="Roboto"/>
                <a:sym typeface="Roboto"/>
              </a:rPr>
              <a:t>01</a:t>
            </a:r>
            <a:endParaRPr b="1" sz="2400">
              <a:solidFill>
                <a:schemeClr val="dk2"/>
              </a:solidFill>
              <a:latin typeface="Roboto"/>
              <a:ea typeface="Roboto"/>
              <a:cs typeface="Roboto"/>
              <a:sym typeface="Roboto"/>
            </a:endParaRPr>
          </a:p>
        </p:txBody>
      </p:sp>
      <p:sp>
        <p:nvSpPr>
          <p:cNvPr id="2117" name="Google Shape;2117;p238"/>
          <p:cNvSpPr/>
          <p:nvPr/>
        </p:nvSpPr>
        <p:spPr>
          <a:xfrm>
            <a:off x="4457550" y="2247875"/>
            <a:ext cx="6000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Roboto"/>
                <a:ea typeface="Roboto"/>
                <a:cs typeface="Roboto"/>
                <a:sym typeface="Roboto"/>
              </a:rPr>
              <a:t>02</a:t>
            </a:r>
            <a:endParaRPr b="1" sz="2400">
              <a:solidFill>
                <a:schemeClr val="dk2"/>
              </a:solidFill>
              <a:latin typeface="Roboto"/>
              <a:ea typeface="Roboto"/>
              <a:cs typeface="Roboto"/>
              <a:sym typeface="Roboto"/>
            </a:endParaRPr>
          </a:p>
        </p:txBody>
      </p:sp>
      <p:sp>
        <p:nvSpPr>
          <p:cNvPr id="2118" name="Google Shape;2118;p238"/>
          <p:cNvSpPr/>
          <p:nvPr/>
        </p:nvSpPr>
        <p:spPr>
          <a:xfrm>
            <a:off x="3857625" y="2705075"/>
            <a:ext cx="6582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Roboto"/>
                <a:ea typeface="Roboto"/>
                <a:cs typeface="Roboto"/>
                <a:sym typeface="Roboto"/>
              </a:rPr>
              <a:t>04</a:t>
            </a:r>
            <a:endParaRPr b="1" sz="2400">
              <a:solidFill>
                <a:srgbClr val="FFFFFF"/>
              </a:solidFill>
              <a:latin typeface="Roboto"/>
              <a:ea typeface="Roboto"/>
              <a:cs typeface="Roboto"/>
              <a:sym typeface="Roboto"/>
            </a:endParaRPr>
          </a:p>
        </p:txBody>
      </p:sp>
      <p:sp>
        <p:nvSpPr>
          <p:cNvPr id="2119" name="Google Shape;2119;p238"/>
          <p:cNvSpPr/>
          <p:nvPr/>
        </p:nvSpPr>
        <p:spPr>
          <a:xfrm>
            <a:off x="4457550" y="2705075"/>
            <a:ext cx="600000" cy="533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2"/>
                </a:solidFill>
                <a:latin typeface="Roboto"/>
                <a:ea typeface="Roboto"/>
                <a:cs typeface="Roboto"/>
                <a:sym typeface="Roboto"/>
              </a:rPr>
              <a:t>03</a:t>
            </a:r>
            <a:endParaRPr b="1" sz="2400">
              <a:solidFill>
                <a:schemeClr val="dk2"/>
              </a:solidFill>
              <a:latin typeface="Roboto"/>
              <a:ea typeface="Roboto"/>
              <a:cs typeface="Roboto"/>
              <a:sym typeface="Roboto"/>
            </a:endParaRPr>
          </a:p>
        </p:txBody>
      </p:sp>
      <p:sp>
        <p:nvSpPr>
          <p:cNvPr id="2120" name="Google Shape;2120;p23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21" name="Google Shape;2121;p238"/>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1">
  <p:cSld name="CUSTOM_20">
    <p:spTree>
      <p:nvGrpSpPr>
        <p:cNvPr id="2122" name="Shape 2122"/>
        <p:cNvGrpSpPr/>
        <p:nvPr/>
      </p:nvGrpSpPr>
      <p:grpSpPr>
        <a:xfrm>
          <a:off x="0" y="0"/>
          <a:ext cx="0" cy="0"/>
          <a:chOff x="0" y="0"/>
          <a:chExt cx="0" cy="0"/>
        </a:xfrm>
      </p:grpSpPr>
      <p:sp>
        <p:nvSpPr>
          <p:cNvPr id="2123" name="Google Shape;2123;p239"/>
          <p:cNvSpPr/>
          <p:nvPr/>
        </p:nvSpPr>
        <p:spPr>
          <a:xfrm>
            <a:off x="3552852" y="1425422"/>
            <a:ext cx="2031000" cy="2031000"/>
          </a:xfrm>
          <a:prstGeom prst="ellipse">
            <a:avLst/>
          </a:prstGeom>
          <a:noFill/>
          <a:ln cap="flat" cmpd="sng" w="2857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39"/>
          <p:cNvSpPr/>
          <p:nvPr/>
        </p:nvSpPr>
        <p:spPr>
          <a:xfrm>
            <a:off x="2824599" y="2450459"/>
            <a:ext cx="2031000" cy="2031000"/>
          </a:xfrm>
          <a:prstGeom prst="ellipse">
            <a:avLst/>
          </a:prstGeom>
          <a:noFill/>
          <a:ln cap="flat" cmpd="sng" w="28575">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39"/>
          <p:cNvSpPr/>
          <p:nvPr/>
        </p:nvSpPr>
        <p:spPr>
          <a:xfrm>
            <a:off x="4256816" y="2450459"/>
            <a:ext cx="2031000" cy="2031000"/>
          </a:xfrm>
          <a:prstGeom prst="ellipse">
            <a:avLst/>
          </a:prstGeom>
          <a:noFill/>
          <a:ln cap="flat" cmpd="sng" w="28575">
            <a:solidFill>
              <a:srgbClr val="1475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6" name="Google Shape;2126;p239"/>
          <p:cNvCxnSpPr/>
          <p:nvPr/>
        </p:nvCxnSpPr>
        <p:spPr>
          <a:xfrm rot="10800000">
            <a:off x="2425150" y="1824750"/>
            <a:ext cx="2104800" cy="0"/>
          </a:xfrm>
          <a:prstGeom prst="straightConnector1">
            <a:avLst/>
          </a:prstGeom>
          <a:noFill/>
          <a:ln cap="flat" cmpd="sng" w="9525">
            <a:solidFill>
              <a:srgbClr val="082D49"/>
            </a:solidFill>
            <a:prstDash val="solid"/>
            <a:round/>
            <a:headEnd len="sm" w="sm" type="oval"/>
            <a:tailEnd len="sm" w="sm" type="none"/>
          </a:ln>
        </p:spPr>
      </p:cxnSp>
      <p:sp>
        <p:nvSpPr>
          <p:cNvPr id="2127" name="Google Shape;2127;p239"/>
          <p:cNvSpPr txBox="1"/>
          <p:nvPr/>
        </p:nvSpPr>
        <p:spPr>
          <a:xfrm>
            <a:off x="298901" y="177664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b="1" lang="en" sz="1200">
                <a:solidFill>
                  <a:srgbClr val="2E5E73"/>
                </a:solidFill>
                <a:latin typeface="Roboto"/>
                <a:ea typeface="Roboto"/>
                <a:cs typeface="Roboto"/>
                <a:sym typeface="Roboto"/>
              </a:rPr>
              <a:t>Vestibulum congue tempus</a:t>
            </a:r>
            <a:endParaRPr b="1" sz="1200">
              <a:solidFill>
                <a:srgbClr val="2E5E73"/>
              </a:solidFill>
              <a:latin typeface="Roboto"/>
              <a:ea typeface="Roboto"/>
              <a:cs typeface="Roboto"/>
              <a:sym typeface="Roboto"/>
            </a:endParaRPr>
          </a:p>
          <a:p>
            <a:pPr indent="0" lvl="0" marL="0" rtl="0" algn="r">
              <a:lnSpc>
                <a:spcPct val="115000"/>
              </a:lnSpc>
              <a:spcBef>
                <a:spcPts val="0"/>
              </a:spcBef>
              <a:spcAft>
                <a:spcPts val="1600"/>
              </a:spcAft>
              <a:buNone/>
            </a:pPr>
            <a:r>
              <a:rPr lang="en" sz="800">
                <a:solidFill>
                  <a:srgbClr val="2E5E73"/>
                </a:solidFill>
                <a:latin typeface="Roboto"/>
                <a:ea typeface="Roboto"/>
                <a:cs typeface="Roboto"/>
                <a:sym typeface="Roboto"/>
              </a:rPr>
              <a:t>Lorem ipsum dolor sit amet, consectetur adipiscing elit, sed do eiusmod tempor. Donec facilisis lacus eget mauris.</a:t>
            </a:r>
            <a:endParaRPr b="1" sz="800">
              <a:solidFill>
                <a:srgbClr val="2E5E73"/>
              </a:solidFill>
              <a:latin typeface="Roboto"/>
              <a:ea typeface="Roboto"/>
              <a:cs typeface="Roboto"/>
              <a:sym typeface="Roboto"/>
            </a:endParaRPr>
          </a:p>
        </p:txBody>
      </p:sp>
      <p:cxnSp>
        <p:nvCxnSpPr>
          <p:cNvPr id="2128" name="Google Shape;2128;p239"/>
          <p:cNvCxnSpPr/>
          <p:nvPr/>
        </p:nvCxnSpPr>
        <p:spPr>
          <a:xfrm rot="10800000">
            <a:off x="2430775" y="3915050"/>
            <a:ext cx="1100700" cy="0"/>
          </a:xfrm>
          <a:prstGeom prst="straightConnector1">
            <a:avLst/>
          </a:prstGeom>
          <a:noFill/>
          <a:ln cap="flat" cmpd="sng" w="9525">
            <a:solidFill>
              <a:srgbClr val="082D49"/>
            </a:solidFill>
            <a:prstDash val="solid"/>
            <a:round/>
            <a:headEnd len="sm" w="sm" type="oval"/>
            <a:tailEnd len="sm" w="sm" type="none"/>
          </a:ln>
        </p:spPr>
      </p:cxnSp>
      <p:sp>
        <p:nvSpPr>
          <p:cNvPr id="2129" name="Google Shape;2129;p239"/>
          <p:cNvSpPr txBox="1"/>
          <p:nvPr/>
        </p:nvSpPr>
        <p:spPr>
          <a:xfrm>
            <a:off x="298901" y="3867018"/>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b="1" lang="en" sz="1200">
                <a:solidFill>
                  <a:srgbClr val="2E5E73"/>
                </a:solidFill>
                <a:latin typeface="Roboto"/>
                <a:ea typeface="Roboto"/>
                <a:cs typeface="Roboto"/>
                <a:sym typeface="Roboto"/>
              </a:rPr>
              <a:t>Vestibulum congue tempus</a:t>
            </a:r>
            <a:endParaRPr b="1" sz="1200">
              <a:solidFill>
                <a:srgbClr val="2E5E73"/>
              </a:solidFill>
              <a:latin typeface="Roboto"/>
              <a:ea typeface="Roboto"/>
              <a:cs typeface="Roboto"/>
              <a:sym typeface="Roboto"/>
            </a:endParaRPr>
          </a:p>
          <a:p>
            <a:pPr indent="0" lvl="0" marL="0" rtl="0" algn="r">
              <a:lnSpc>
                <a:spcPct val="115000"/>
              </a:lnSpc>
              <a:spcBef>
                <a:spcPts val="0"/>
              </a:spcBef>
              <a:spcAft>
                <a:spcPts val="1600"/>
              </a:spcAft>
              <a:buNone/>
            </a:pPr>
            <a:r>
              <a:rPr lang="en" sz="800">
                <a:solidFill>
                  <a:srgbClr val="2E5E73"/>
                </a:solidFill>
                <a:latin typeface="Roboto"/>
                <a:ea typeface="Roboto"/>
                <a:cs typeface="Roboto"/>
                <a:sym typeface="Roboto"/>
              </a:rPr>
              <a:t>Lorem ipsum dolor sit amet, consectetur adipiscing elit, sed do eiusmod tempor. Donec facilisis lacus eget mauris.</a:t>
            </a:r>
            <a:endParaRPr b="1" sz="800">
              <a:solidFill>
                <a:srgbClr val="2E5E73"/>
              </a:solidFill>
              <a:latin typeface="Roboto"/>
              <a:ea typeface="Roboto"/>
              <a:cs typeface="Roboto"/>
              <a:sym typeface="Roboto"/>
            </a:endParaRPr>
          </a:p>
        </p:txBody>
      </p:sp>
      <p:cxnSp>
        <p:nvCxnSpPr>
          <p:cNvPr id="2130" name="Google Shape;2130;p239"/>
          <p:cNvCxnSpPr/>
          <p:nvPr/>
        </p:nvCxnSpPr>
        <p:spPr>
          <a:xfrm rot="10800000">
            <a:off x="4530050" y="3294850"/>
            <a:ext cx="1979700" cy="0"/>
          </a:xfrm>
          <a:prstGeom prst="straightConnector1">
            <a:avLst/>
          </a:prstGeom>
          <a:noFill/>
          <a:ln cap="flat" cmpd="sng" w="9525">
            <a:solidFill>
              <a:srgbClr val="CCCCCC"/>
            </a:solidFill>
            <a:prstDash val="solid"/>
            <a:round/>
            <a:headEnd len="sm" w="sm" type="none"/>
            <a:tailEnd len="sm" w="sm" type="oval"/>
          </a:ln>
        </p:spPr>
      </p:cxnSp>
      <p:sp>
        <p:nvSpPr>
          <p:cNvPr id="2131" name="Google Shape;2131;p239"/>
          <p:cNvSpPr txBox="1"/>
          <p:nvPr/>
        </p:nvSpPr>
        <p:spPr>
          <a:xfrm>
            <a:off x="6586728" y="3257425"/>
            <a:ext cx="22296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CCCCCC"/>
                </a:solidFill>
                <a:latin typeface="Roboto"/>
                <a:ea typeface="Roboto"/>
                <a:cs typeface="Roboto"/>
                <a:sym typeface="Roboto"/>
              </a:rPr>
              <a:t>Vestibulum congue tempus</a:t>
            </a:r>
            <a:endParaRPr b="1" sz="1200">
              <a:solidFill>
                <a:srgbClr val="CCCCCC"/>
              </a:solidFill>
              <a:latin typeface="Roboto"/>
              <a:ea typeface="Roboto"/>
              <a:cs typeface="Roboto"/>
              <a:sym typeface="Roboto"/>
            </a:endParaRPr>
          </a:p>
          <a:p>
            <a:pPr indent="0" lvl="0" marL="0" rtl="0" algn="l">
              <a:lnSpc>
                <a:spcPct val="115000"/>
              </a:lnSpc>
              <a:spcBef>
                <a:spcPts val="0"/>
              </a:spcBef>
              <a:spcAft>
                <a:spcPts val="1600"/>
              </a:spcAft>
              <a:buNone/>
            </a:pPr>
            <a:r>
              <a:rPr lang="en" sz="800">
                <a:solidFill>
                  <a:srgbClr val="CCCCCC"/>
                </a:solidFill>
                <a:latin typeface="Roboto"/>
                <a:ea typeface="Roboto"/>
                <a:cs typeface="Roboto"/>
                <a:sym typeface="Roboto"/>
              </a:rPr>
              <a:t>Lorem ipsum dolor sit amet, consectetur adipiscing elit, sed do eiusmod tempor. Donec facilisis lacus eget mauris.</a:t>
            </a:r>
            <a:endParaRPr b="1" sz="800">
              <a:solidFill>
                <a:srgbClr val="CCCCCC"/>
              </a:solidFill>
              <a:latin typeface="Roboto"/>
              <a:ea typeface="Roboto"/>
              <a:cs typeface="Roboto"/>
              <a:sym typeface="Roboto"/>
            </a:endParaRPr>
          </a:p>
        </p:txBody>
      </p:sp>
      <p:cxnSp>
        <p:nvCxnSpPr>
          <p:cNvPr id="2132" name="Google Shape;2132;p239"/>
          <p:cNvCxnSpPr/>
          <p:nvPr/>
        </p:nvCxnSpPr>
        <p:spPr>
          <a:xfrm rot="10800000">
            <a:off x="5153575" y="2534663"/>
            <a:ext cx="1436400" cy="0"/>
          </a:xfrm>
          <a:prstGeom prst="straightConnector1">
            <a:avLst/>
          </a:prstGeom>
          <a:noFill/>
          <a:ln cap="flat" cmpd="sng" w="9525">
            <a:solidFill>
              <a:srgbClr val="CCCCCC"/>
            </a:solidFill>
            <a:prstDash val="solid"/>
            <a:round/>
            <a:headEnd len="sm" w="sm" type="none"/>
            <a:tailEnd len="sm" w="sm" type="oval"/>
          </a:ln>
        </p:spPr>
      </p:cxnSp>
      <p:sp>
        <p:nvSpPr>
          <p:cNvPr id="2133" name="Google Shape;2133;p239"/>
          <p:cNvSpPr txBox="1"/>
          <p:nvPr/>
        </p:nvSpPr>
        <p:spPr>
          <a:xfrm>
            <a:off x="6589976" y="2505343"/>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CCCCCC"/>
                </a:solidFill>
                <a:latin typeface="Roboto"/>
                <a:ea typeface="Roboto"/>
                <a:cs typeface="Roboto"/>
                <a:sym typeface="Roboto"/>
              </a:rPr>
              <a:t>Vestibulum congue tempus</a:t>
            </a:r>
            <a:endParaRPr b="1" sz="1200">
              <a:solidFill>
                <a:srgbClr val="CCCCCC"/>
              </a:solidFill>
              <a:latin typeface="Roboto"/>
              <a:ea typeface="Roboto"/>
              <a:cs typeface="Roboto"/>
              <a:sym typeface="Roboto"/>
            </a:endParaRPr>
          </a:p>
          <a:p>
            <a:pPr indent="0" lvl="0" marL="0" rtl="0" algn="l">
              <a:lnSpc>
                <a:spcPct val="115000"/>
              </a:lnSpc>
              <a:spcBef>
                <a:spcPts val="0"/>
              </a:spcBef>
              <a:spcAft>
                <a:spcPts val="1600"/>
              </a:spcAft>
              <a:buNone/>
            </a:pPr>
            <a:r>
              <a:rPr lang="en" sz="800">
                <a:solidFill>
                  <a:srgbClr val="CCCCCC"/>
                </a:solidFill>
                <a:latin typeface="Roboto"/>
                <a:ea typeface="Roboto"/>
                <a:cs typeface="Roboto"/>
                <a:sym typeface="Roboto"/>
              </a:rPr>
              <a:t>Lorem ipsum dolor sit amet, consectetur adipiscing elit, sed do eiusmod tempor. Donec facilisis lacus eget mauris.</a:t>
            </a:r>
            <a:endParaRPr b="1" sz="800">
              <a:solidFill>
                <a:srgbClr val="CCCCCC"/>
              </a:solidFill>
              <a:latin typeface="Roboto"/>
              <a:ea typeface="Roboto"/>
              <a:cs typeface="Roboto"/>
              <a:sym typeface="Roboto"/>
            </a:endParaRPr>
          </a:p>
        </p:txBody>
      </p:sp>
      <p:cxnSp>
        <p:nvCxnSpPr>
          <p:cNvPr id="2134" name="Google Shape;2134;p239"/>
          <p:cNvCxnSpPr/>
          <p:nvPr/>
        </p:nvCxnSpPr>
        <p:spPr>
          <a:xfrm rot="10800000">
            <a:off x="2473225" y="2777675"/>
            <a:ext cx="1268100" cy="0"/>
          </a:xfrm>
          <a:prstGeom prst="straightConnector1">
            <a:avLst/>
          </a:prstGeom>
          <a:noFill/>
          <a:ln cap="flat" cmpd="sng" w="9525">
            <a:solidFill>
              <a:srgbClr val="CCCCCC"/>
            </a:solidFill>
            <a:prstDash val="solid"/>
            <a:round/>
            <a:headEnd len="sm" w="sm" type="oval"/>
            <a:tailEnd len="sm" w="sm" type="none"/>
          </a:ln>
        </p:spPr>
      </p:cxnSp>
      <p:sp>
        <p:nvSpPr>
          <p:cNvPr id="2135" name="Google Shape;2135;p239"/>
          <p:cNvSpPr txBox="1"/>
          <p:nvPr/>
        </p:nvSpPr>
        <p:spPr>
          <a:xfrm>
            <a:off x="353901" y="2729630"/>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0"/>
              </a:spcAft>
              <a:buNone/>
            </a:pPr>
            <a:r>
              <a:rPr b="1" lang="en" sz="1200">
                <a:solidFill>
                  <a:srgbClr val="CCCCCC"/>
                </a:solidFill>
                <a:latin typeface="Roboto"/>
                <a:ea typeface="Roboto"/>
                <a:cs typeface="Roboto"/>
                <a:sym typeface="Roboto"/>
              </a:rPr>
              <a:t>Vestibulum congue tempus</a:t>
            </a:r>
            <a:endParaRPr b="1" sz="1200">
              <a:solidFill>
                <a:srgbClr val="CCCCCC"/>
              </a:solidFill>
              <a:latin typeface="Roboto"/>
              <a:ea typeface="Roboto"/>
              <a:cs typeface="Roboto"/>
              <a:sym typeface="Roboto"/>
            </a:endParaRPr>
          </a:p>
          <a:p>
            <a:pPr indent="0" lvl="0" marL="0" rtl="0" algn="r">
              <a:lnSpc>
                <a:spcPct val="115000"/>
              </a:lnSpc>
              <a:spcBef>
                <a:spcPts val="0"/>
              </a:spcBef>
              <a:spcAft>
                <a:spcPts val="1600"/>
              </a:spcAft>
              <a:buNone/>
            </a:pPr>
            <a:r>
              <a:rPr lang="en" sz="800">
                <a:solidFill>
                  <a:srgbClr val="CCCCCC"/>
                </a:solidFill>
                <a:latin typeface="Roboto"/>
                <a:ea typeface="Roboto"/>
                <a:cs typeface="Roboto"/>
                <a:sym typeface="Roboto"/>
              </a:rPr>
              <a:t>Lorem ipsum dolor sit amet, consectetur adipiscing elit, sed do eiusmod tempor. Donec facilisis lacus eget mauris.</a:t>
            </a:r>
            <a:endParaRPr b="1" sz="800">
              <a:solidFill>
                <a:srgbClr val="CCCCCC"/>
              </a:solidFill>
              <a:latin typeface="Roboto"/>
              <a:ea typeface="Roboto"/>
              <a:cs typeface="Roboto"/>
              <a:sym typeface="Roboto"/>
            </a:endParaRPr>
          </a:p>
        </p:txBody>
      </p:sp>
      <p:cxnSp>
        <p:nvCxnSpPr>
          <p:cNvPr id="2136" name="Google Shape;2136;p239"/>
          <p:cNvCxnSpPr/>
          <p:nvPr/>
        </p:nvCxnSpPr>
        <p:spPr>
          <a:xfrm rot="10800000">
            <a:off x="5334000" y="4057525"/>
            <a:ext cx="1280400" cy="0"/>
          </a:xfrm>
          <a:prstGeom prst="straightConnector1">
            <a:avLst/>
          </a:prstGeom>
          <a:noFill/>
          <a:ln cap="flat" cmpd="sng" w="9525">
            <a:solidFill>
              <a:srgbClr val="082D49"/>
            </a:solidFill>
            <a:prstDash val="solid"/>
            <a:round/>
            <a:headEnd len="sm" w="sm" type="none"/>
            <a:tailEnd len="sm" w="sm" type="oval"/>
          </a:ln>
        </p:spPr>
      </p:cxnSp>
      <p:sp>
        <p:nvSpPr>
          <p:cNvPr id="2137" name="Google Shape;2137;p239"/>
          <p:cNvSpPr txBox="1"/>
          <p:nvPr/>
        </p:nvSpPr>
        <p:spPr>
          <a:xfrm>
            <a:off x="6586728" y="4009500"/>
            <a:ext cx="22296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2E5E73"/>
                </a:solidFill>
                <a:latin typeface="Roboto"/>
                <a:ea typeface="Roboto"/>
                <a:cs typeface="Roboto"/>
                <a:sym typeface="Roboto"/>
              </a:rPr>
              <a:t>Vestibulum congue tempus</a:t>
            </a:r>
            <a:endParaRPr b="1" sz="1200">
              <a:solidFill>
                <a:srgbClr val="2E5E73"/>
              </a:solidFill>
              <a:latin typeface="Roboto"/>
              <a:ea typeface="Roboto"/>
              <a:cs typeface="Roboto"/>
              <a:sym typeface="Roboto"/>
            </a:endParaRPr>
          </a:p>
          <a:p>
            <a:pPr indent="0" lvl="0" marL="0" rtl="0" algn="l">
              <a:lnSpc>
                <a:spcPct val="115000"/>
              </a:lnSpc>
              <a:spcBef>
                <a:spcPts val="0"/>
              </a:spcBef>
              <a:spcAft>
                <a:spcPts val="1600"/>
              </a:spcAft>
              <a:buNone/>
            </a:pPr>
            <a:r>
              <a:rPr lang="en" sz="800">
                <a:solidFill>
                  <a:srgbClr val="2E5E73"/>
                </a:solidFill>
                <a:latin typeface="Roboto"/>
                <a:ea typeface="Roboto"/>
                <a:cs typeface="Roboto"/>
                <a:sym typeface="Roboto"/>
              </a:rPr>
              <a:t>Lorem ipsum dolor sit amet, consectetur adipiscing elit, sed do eiusmod tempor. Donec facilisis lacus eget mauris.</a:t>
            </a:r>
            <a:endParaRPr b="1" sz="800">
              <a:solidFill>
                <a:srgbClr val="2E5E73"/>
              </a:solidFill>
              <a:latin typeface="Roboto"/>
              <a:ea typeface="Roboto"/>
              <a:cs typeface="Roboto"/>
              <a:sym typeface="Roboto"/>
            </a:endParaRPr>
          </a:p>
        </p:txBody>
      </p:sp>
      <p:sp>
        <p:nvSpPr>
          <p:cNvPr id="2138" name="Google Shape;2138;p23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9" name="Google Shape;2139;p239"/>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40" name="Shape 2140"/>
        <p:cNvGrpSpPr/>
        <p:nvPr/>
      </p:nvGrpSpPr>
      <p:grpSpPr>
        <a:xfrm>
          <a:off x="0" y="0"/>
          <a:ext cx="0" cy="0"/>
          <a:chOff x="0" y="0"/>
          <a:chExt cx="0" cy="0"/>
        </a:xfrm>
      </p:grpSpPr>
      <p:sp>
        <p:nvSpPr>
          <p:cNvPr id="2141" name="Google Shape;2141;p240"/>
          <p:cNvSpPr txBox="1"/>
          <p:nvPr>
            <p:ph idx="1" type="body"/>
          </p:nvPr>
        </p:nvSpPr>
        <p:spPr>
          <a:xfrm>
            <a:off x="692300" y="1122950"/>
            <a:ext cx="8139900" cy="34458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42" name="Google Shape;2142;p24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43" name="Google Shape;2143;p240"/>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144" name="Shape 2144"/>
        <p:cNvGrpSpPr/>
        <p:nvPr/>
      </p:nvGrpSpPr>
      <p:grpSpPr>
        <a:xfrm>
          <a:off x="0" y="0"/>
          <a:ext cx="0" cy="0"/>
          <a:chOff x="0" y="0"/>
          <a:chExt cx="0" cy="0"/>
        </a:xfrm>
      </p:grpSpPr>
      <p:sp>
        <p:nvSpPr>
          <p:cNvPr id="2145" name="Google Shape;2145;p241"/>
          <p:cNvSpPr txBox="1"/>
          <p:nvPr>
            <p:ph type="ctrTitle"/>
          </p:nvPr>
        </p:nvSpPr>
        <p:spPr>
          <a:xfrm>
            <a:off x="0" y="744575"/>
            <a:ext cx="9144000" cy="2052600"/>
          </a:xfrm>
          <a:prstGeom prst="rect">
            <a:avLst/>
          </a:prstGeom>
        </p:spPr>
        <p:txBody>
          <a:bodyPr anchorCtr="0" anchor="b" bIns="91425" lIns="365750"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146" name="Google Shape;2146;p2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47" name="Google Shape;2147;p2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48" name="Shape 2148"/>
        <p:cNvGrpSpPr/>
        <p:nvPr/>
      </p:nvGrpSpPr>
      <p:grpSpPr>
        <a:xfrm>
          <a:off x="0" y="0"/>
          <a:ext cx="0" cy="0"/>
          <a:chOff x="0" y="0"/>
          <a:chExt cx="0" cy="0"/>
        </a:xfrm>
      </p:grpSpPr>
      <p:sp>
        <p:nvSpPr>
          <p:cNvPr id="2149" name="Google Shape;2149;p242"/>
          <p:cNvSpPr txBox="1"/>
          <p:nvPr>
            <p:ph type="title"/>
          </p:nvPr>
        </p:nvSpPr>
        <p:spPr>
          <a:xfrm>
            <a:off x="311700" y="445025"/>
            <a:ext cx="8520600" cy="572700"/>
          </a:xfrm>
          <a:prstGeom prst="rect">
            <a:avLst/>
          </a:prstGeom>
        </p:spPr>
        <p:txBody>
          <a:bodyPr anchorCtr="0" anchor="t" bIns="91425" lIns="36575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50" name="Google Shape;2150;p2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51" name="Google Shape;2151;p2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Cybersecurity">
  <p:cSld name="CUSTOM_2_3_1_1_1_1_1_2_1_2_1_1_1_1_2_2_1_2_1">
    <p:spTree>
      <p:nvGrpSpPr>
        <p:cNvPr id="2152" name="Shape 2152"/>
        <p:cNvGrpSpPr/>
        <p:nvPr/>
      </p:nvGrpSpPr>
      <p:grpSpPr>
        <a:xfrm>
          <a:off x="0" y="0"/>
          <a:ext cx="0" cy="0"/>
          <a:chOff x="0" y="0"/>
          <a:chExt cx="0" cy="0"/>
        </a:xfrm>
      </p:grpSpPr>
      <p:pic>
        <p:nvPicPr>
          <p:cNvPr id="2153" name="Google Shape;2153;p243"/>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154" name="Google Shape;2154;p243"/>
          <p:cNvSpPr txBox="1"/>
          <p:nvPr/>
        </p:nvSpPr>
        <p:spPr>
          <a:xfrm>
            <a:off x="206300" y="4868750"/>
            <a:ext cx="8663400" cy="1857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 sz="600">
                <a:solidFill>
                  <a:schemeClr val="dk1"/>
                </a:solidFill>
                <a:latin typeface="Roboto"/>
                <a:ea typeface="Roboto"/>
                <a:cs typeface="Roboto"/>
                <a:sym typeface="Roboto"/>
              </a:rPr>
              <a:t>© 2022 edX Boot Camps LLC. Confidential and Proprietary. All Rights Reserved.</a:t>
            </a:r>
            <a:endParaRPr sz="600">
              <a:solidFill>
                <a:schemeClr val="dk1"/>
              </a:solidFill>
              <a:latin typeface="Roboto"/>
              <a:ea typeface="Roboto"/>
              <a:cs typeface="Roboto"/>
              <a:sym typeface="Roboto"/>
            </a:endParaRPr>
          </a:p>
        </p:txBody>
      </p:sp>
      <p:sp>
        <p:nvSpPr>
          <p:cNvPr id="2155" name="Google Shape;2155;p243"/>
          <p:cNvSpPr/>
          <p:nvPr/>
        </p:nvSpPr>
        <p:spPr>
          <a:xfrm>
            <a:off x="269850" y="3467088"/>
            <a:ext cx="8604300" cy="14160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56" name="Google Shape;2156;p243"/>
          <p:cNvCxnSpPr/>
          <p:nvPr/>
        </p:nvCxnSpPr>
        <p:spPr>
          <a:xfrm>
            <a:off x="605150" y="4157225"/>
            <a:ext cx="6971100" cy="0"/>
          </a:xfrm>
          <a:prstGeom prst="straightConnector1">
            <a:avLst/>
          </a:prstGeom>
          <a:noFill/>
          <a:ln cap="flat" cmpd="sng" w="9525">
            <a:solidFill>
              <a:srgbClr val="FFFFFF"/>
            </a:solidFill>
            <a:prstDash val="solid"/>
            <a:round/>
            <a:headEnd len="med" w="med" type="none"/>
            <a:tailEnd len="med" w="med" type="none"/>
          </a:ln>
        </p:spPr>
      </p:cxnSp>
      <p:pic>
        <p:nvPicPr>
          <p:cNvPr id="2157" name="Google Shape;2157;p243"/>
          <p:cNvPicPr preferRelativeResize="0"/>
          <p:nvPr/>
        </p:nvPicPr>
        <p:blipFill>
          <a:blip r:embed="rId3">
            <a:alphaModFix/>
          </a:blip>
          <a:stretch>
            <a:fillRect/>
          </a:stretch>
        </p:blipFill>
        <p:spPr>
          <a:xfrm>
            <a:off x="7773497" y="3773563"/>
            <a:ext cx="822959" cy="711201"/>
          </a:xfrm>
          <a:prstGeom prst="rect">
            <a:avLst/>
          </a:prstGeom>
          <a:noFill/>
          <a:ln>
            <a:noFill/>
          </a:ln>
          <a:effectLst>
            <a:outerShdw blurRad="57150" rotWithShape="0" algn="bl" dir="5400000" dist="19050">
              <a:srgbClr val="000000">
                <a:alpha val="50000"/>
              </a:srgbClr>
            </a:outerShdw>
          </a:effectLst>
        </p:spPr>
      </p:pic>
      <p:sp>
        <p:nvSpPr>
          <p:cNvPr id="2158" name="Google Shape;2158;p243"/>
          <p:cNvSpPr txBox="1"/>
          <p:nvPr>
            <p:ph type="title"/>
          </p:nvPr>
        </p:nvSpPr>
        <p:spPr>
          <a:xfrm>
            <a:off x="-4350" y="1213825"/>
            <a:ext cx="9144000" cy="1581900"/>
          </a:xfrm>
          <a:prstGeom prst="rect">
            <a:avLst/>
          </a:prstGeom>
        </p:spPr>
        <p:txBody>
          <a:bodyPr anchorCtr="0" anchor="ctr" bIns="0" lIns="3108950" spcFirstLastPara="1" rIns="182875" wrap="square" tIns="0">
            <a:noAutofit/>
          </a:bodyPr>
          <a:lstStyle>
            <a:lvl1pPr lvl="0">
              <a:spcBef>
                <a:spcPts val="0"/>
              </a:spcBef>
              <a:spcAft>
                <a:spcPts val="0"/>
              </a:spcAft>
              <a:buNone/>
              <a:defRPr sz="3600">
                <a:latin typeface="Oswald"/>
                <a:ea typeface="Oswald"/>
                <a:cs typeface="Oswald"/>
                <a:sym typeface="Oswald"/>
              </a:defRPr>
            </a:lvl1pPr>
            <a:lvl2pPr lvl="1" algn="ctr">
              <a:spcBef>
                <a:spcPts val="0"/>
              </a:spcBef>
              <a:spcAft>
                <a:spcPts val="0"/>
              </a:spcAft>
              <a:buNone/>
              <a:defRPr sz="3600"/>
            </a:lvl2pPr>
            <a:lvl3pPr lvl="2" algn="ctr">
              <a:spcBef>
                <a:spcPts val="0"/>
              </a:spcBef>
              <a:spcAft>
                <a:spcPts val="0"/>
              </a:spcAft>
              <a:buNone/>
              <a:defRPr sz="3600"/>
            </a:lvl3pPr>
            <a:lvl4pPr lvl="3" algn="ctr">
              <a:spcBef>
                <a:spcPts val="0"/>
              </a:spcBef>
              <a:spcAft>
                <a:spcPts val="0"/>
              </a:spcAft>
              <a:buNone/>
              <a:defRPr sz="3600"/>
            </a:lvl4pPr>
            <a:lvl5pPr lvl="4" algn="ctr">
              <a:spcBef>
                <a:spcPts val="0"/>
              </a:spcBef>
              <a:spcAft>
                <a:spcPts val="0"/>
              </a:spcAft>
              <a:buNone/>
              <a:defRPr sz="3600"/>
            </a:lvl5pPr>
            <a:lvl6pPr lvl="5" algn="ctr">
              <a:spcBef>
                <a:spcPts val="0"/>
              </a:spcBef>
              <a:spcAft>
                <a:spcPts val="0"/>
              </a:spcAft>
              <a:buNone/>
              <a:defRPr sz="3600"/>
            </a:lvl6pPr>
            <a:lvl7pPr lvl="6" algn="ctr">
              <a:spcBef>
                <a:spcPts val="0"/>
              </a:spcBef>
              <a:spcAft>
                <a:spcPts val="0"/>
              </a:spcAft>
              <a:buNone/>
              <a:defRPr sz="3600"/>
            </a:lvl7pPr>
            <a:lvl8pPr lvl="7" algn="ctr">
              <a:spcBef>
                <a:spcPts val="0"/>
              </a:spcBef>
              <a:spcAft>
                <a:spcPts val="0"/>
              </a:spcAft>
              <a:buNone/>
              <a:defRPr sz="3600"/>
            </a:lvl8pPr>
            <a:lvl9pPr lvl="8" algn="ctr">
              <a:spcBef>
                <a:spcPts val="0"/>
              </a:spcBef>
              <a:spcAft>
                <a:spcPts val="0"/>
              </a:spcAft>
              <a:buNone/>
              <a:defRPr sz="3600"/>
            </a:lvl9pPr>
          </a:lstStyle>
          <a:p/>
        </p:txBody>
      </p:sp>
      <p:sp>
        <p:nvSpPr>
          <p:cNvPr id="2159" name="Google Shape;2159;p243"/>
          <p:cNvSpPr txBox="1"/>
          <p:nvPr>
            <p:ph idx="2" type="title"/>
          </p:nvPr>
        </p:nvSpPr>
        <p:spPr>
          <a:xfrm>
            <a:off x="3254000" y="4157175"/>
            <a:ext cx="4373700" cy="434400"/>
          </a:xfrm>
          <a:prstGeom prst="rect">
            <a:avLst/>
          </a:prstGeom>
        </p:spPr>
        <p:txBody>
          <a:bodyPr anchorCtr="0" anchor="ctr" bIns="0" lIns="640075" spcFirstLastPara="1" rIns="91425" wrap="square" tIns="0">
            <a:noAutofit/>
          </a:bodyPr>
          <a:lstStyle>
            <a:lvl1pPr lvl="0" algn="r">
              <a:spcBef>
                <a:spcPts val="0"/>
              </a:spcBef>
              <a:spcAft>
                <a:spcPts val="0"/>
              </a:spcAft>
              <a:buNone/>
              <a:defRPr sz="1800">
                <a:solidFill>
                  <a:srgbClr val="F3F3F3"/>
                </a:solidFill>
                <a:latin typeface="Oswald"/>
                <a:ea typeface="Oswald"/>
                <a:cs typeface="Oswald"/>
                <a:sym typeface="Oswald"/>
              </a:defRPr>
            </a:lvl1pPr>
            <a:lvl2pPr lvl="1" algn="ctr">
              <a:spcBef>
                <a:spcPts val="0"/>
              </a:spcBef>
              <a:spcAft>
                <a:spcPts val="0"/>
              </a:spcAft>
              <a:buNone/>
              <a:defRPr>
                <a:solidFill>
                  <a:srgbClr val="F3F3F3"/>
                </a:solidFill>
              </a:defRPr>
            </a:lvl2pPr>
            <a:lvl3pPr lvl="2" algn="ctr">
              <a:spcBef>
                <a:spcPts val="0"/>
              </a:spcBef>
              <a:spcAft>
                <a:spcPts val="0"/>
              </a:spcAft>
              <a:buNone/>
              <a:defRPr>
                <a:solidFill>
                  <a:srgbClr val="F3F3F3"/>
                </a:solidFill>
              </a:defRPr>
            </a:lvl3pPr>
            <a:lvl4pPr lvl="3" algn="ctr">
              <a:spcBef>
                <a:spcPts val="0"/>
              </a:spcBef>
              <a:spcAft>
                <a:spcPts val="0"/>
              </a:spcAft>
              <a:buNone/>
              <a:defRPr>
                <a:solidFill>
                  <a:srgbClr val="F3F3F3"/>
                </a:solidFill>
              </a:defRPr>
            </a:lvl4pPr>
            <a:lvl5pPr lvl="4" algn="ctr">
              <a:spcBef>
                <a:spcPts val="0"/>
              </a:spcBef>
              <a:spcAft>
                <a:spcPts val="0"/>
              </a:spcAft>
              <a:buNone/>
              <a:defRPr>
                <a:solidFill>
                  <a:srgbClr val="F3F3F3"/>
                </a:solidFill>
              </a:defRPr>
            </a:lvl5pPr>
            <a:lvl6pPr lvl="5" algn="ctr">
              <a:spcBef>
                <a:spcPts val="0"/>
              </a:spcBef>
              <a:spcAft>
                <a:spcPts val="0"/>
              </a:spcAft>
              <a:buNone/>
              <a:defRPr>
                <a:solidFill>
                  <a:srgbClr val="F3F3F3"/>
                </a:solidFill>
              </a:defRPr>
            </a:lvl6pPr>
            <a:lvl7pPr lvl="6" algn="ctr">
              <a:spcBef>
                <a:spcPts val="0"/>
              </a:spcBef>
              <a:spcAft>
                <a:spcPts val="0"/>
              </a:spcAft>
              <a:buNone/>
              <a:defRPr>
                <a:solidFill>
                  <a:srgbClr val="F3F3F3"/>
                </a:solidFill>
              </a:defRPr>
            </a:lvl7pPr>
            <a:lvl8pPr lvl="7" algn="ctr">
              <a:spcBef>
                <a:spcPts val="0"/>
              </a:spcBef>
              <a:spcAft>
                <a:spcPts val="0"/>
              </a:spcAft>
              <a:buNone/>
              <a:defRPr>
                <a:solidFill>
                  <a:srgbClr val="F3F3F3"/>
                </a:solidFill>
              </a:defRPr>
            </a:lvl8pPr>
            <a:lvl9pPr lvl="8" algn="ctr">
              <a:spcBef>
                <a:spcPts val="0"/>
              </a:spcBef>
              <a:spcAft>
                <a:spcPts val="0"/>
              </a:spcAft>
              <a:buNone/>
              <a:defRPr>
                <a:solidFill>
                  <a:srgbClr val="F3F3F3"/>
                </a:solidFill>
              </a:defRPr>
            </a:lvl9pPr>
          </a:lstStyle>
          <a:p/>
        </p:txBody>
      </p:sp>
      <p:pic>
        <p:nvPicPr>
          <p:cNvPr id="2160" name="Google Shape;2160;p243"/>
          <p:cNvPicPr preferRelativeResize="0"/>
          <p:nvPr/>
        </p:nvPicPr>
        <p:blipFill>
          <a:blip r:embed="rId4">
            <a:alphaModFix/>
          </a:blip>
          <a:stretch>
            <a:fillRect/>
          </a:stretch>
        </p:blipFill>
        <p:spPr>
          <a:xfrm>
            <a:off x="678010" y="1152144"/>
            <a:ext cx="2286002" cy="1691641"/>
          </a:xfrm>
          <a:prstGeom prst="rect">
            <a:avLst/>
          </a:prstGeom>
          <a:noFill/>
          <a:ln>
            <a:noFill/>
          </a:ln>
        </p:spPr>
      </p:pic>
      <p:sp>
        <p:nvSpPr>
          <p:cNvPr id="2161" name="Google Shape;2161;p243"/>
          <p:cNvSpPr txBox="1"/>
          <p:nvPr/>
        </p:nvSpPr>
        <p:spPr>
          <a:xfrm>
            <a:off x="4632338" y="3804363"/>
            <a:ext cx="2943900" cy="371100"/>
          </a:xfrm>
          <a:prstGeom prst="rect">
            <a:avLst/>
          </a:prstGeom>
          <a:noFill/>
          <a:ln>
            <a:noFill/>
          </a:ln>
        </p:spPr>
        <p:txBody>
          <a:bodyPr anchorCtr="0" anchor="t" bIns="0" lIns="0" spcFirstLastPara="1" rIns="0" wrap="square" tIns="0">
            <a:noAutofit/>
          </a:bodyPr>
          <a:lstStyle/>
          <a:p>
            <a:pPr indent="0" lvl="0" marL="0" rtl="0" algn="r">
              <a:lnSpc>
                <a:spcPct val="110000"/>
              </a:lnSpc>
              <a:spcBef>
                <a:spcPts val="0"/>
              </a:spcBef>
              <a:spcAft>
                <a:spcPts val="0"/>
              </a:spcAft>
              <a:buNone/>
            </a:pPr>
            <a:r>
              <a:rPr lang="en" sz="1800">
                <a:solidFill>
                  <a:srgbClr val="FFFFFF"/>
                </a:solidFill>
                <a:latin typeface="Oswald"/>
                <a:ea typeface="Oswald"/>
                <a:cs typeface="Oswald"/>
                <a:sym typeface="Oswald"/>
              </a:rPr>
              <a:t>Cybersecurity</a:t>
            </a:r>
            <a:endParaRPr sz="1800">
              <a:solidFill>
                <a:srgbClr val="FFFFFF"/>
              </a:solidFill>
              <a:latin typeface="Oswald"/>
              <a:ea typeface="Oswald"/>
              <a:cs typeface="Oswald"/>
              <a:sym typeface="Oswald"/>
            </a:endParaRPr>
          </a:p>
        </p:txBody>
      </p:sp>
    </p:spTree>
  </p:cSld>
  <p:clrMapOvr>
    <a:masterClrMapping/>
  </p:clrMapOvr>
  <p:extLst>
    <p:ext uri="{DCECCB84-F9BA-43D5-87BE-67443E8EF086}">
      <p15:sldGuideLst>
        <p15:guide id="1" pos="1212">
          <p15:clr>
            <a:srgbClr val="FA7B17"/>
          </p15:clr>
        </p15:guide>
      </p15:sldGuideLst>
    </p:ext>
  </p:extLst>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Bullets 1–5 (Teal)">
  <p:cSld name="CUSTOM_2_7_1_4_1">
    <p:spTree>
      <p:nvGrpSpPr>
        <p:cNvPr id="2162" name="Shape 2162"/>
        <p:cNvGrpSpPr/>
        <p:nvPr/>
      </p:nvGrpSpPr>
      <p:grpSpPr>
        <a:xfrm>
          <a:off x="0" y="0"/>
          <a:ext cx="0" cy="0"/>
          <a:chOff x="0" y="0"/>
          <a:chExt cx="0" cy="0"/>
        </a:xfrm>
      </p:grpSpPr>
      <p:sp>
        <p:nvSpPr>
          <p:cNvPr id="2163" name="Google Shape;2163;p244"/>
          <p:cNvSpPr/>
          <p:nvPr/>
        </p:nvSpPr>
        <p:spPr>
          <a:xfrm>
            <a:off x="1362456" y="1300238"/>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44"/>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Medium"/>
                <a:ea typeface="Roboto Medium"/>
                <a:cs typeface="Roboto Medium"/>
                <a:sym typeface="Roboto Medium"/>
              </a:defRPr>
            </a:lvl2pPr>
            <a:lvl3pPr lvl="2">
              <a:spcBef>
                <a:spcPts val="0"/>
              </a:spcBef>
              <a:spcAft>
                <a:spcPts val="0"/>
              </a:spcAft>
              <a:buNone/>
              <a:defRPr>
                <a:latin typeface="Roboto Medium"/>
                <a:ea typeface="Roboto Medium"/>
                <a:cs typeface="Roboto Medium"/>
                <a:sym typeface="Roboto Medium"/>
              </a:defRPr>
            </a:lvl3pPr>
            <a:lvl4pPr lvl="3">
              <a:spcBef>
                <a:spcPts val="0"/>
              </a:spcBef>
              <a:spcAft>
                <a:spcPts val="0"/>
              </a:spcAft>
              <a:buNone/>
              <a:defRPr>
                <a:latin typeface="Roboto Medium"/>
                <a:ea typeface="Roboto Medium"/>
                <a:cs typeface="Roboto Medium"/>
                <a:sym typeface="Roboto Medium"/>
              </a:defRPr>
            </a:lvl4pPr>
            <a:lvl5pPr lvl="4">
              <a:spcBef>
                <a:spcPts val="0"/>
              </a:spcBef>
              <a:spcAft>
                <a:spcPts val="0"/>
              </a:spcAft>
              <a:buNone/>
              <a:defRPr>
                <a:latin typeface="Roboto Medium"/>
                <a:ea typeface="Roboto Medium"/>
                <a:cs typeface="Roboto Medium"/>
                <a:sym typeface="Roboto Medium"/>
              </a:defRPr>
            </a:lvl5pPr>
            <a:lvl6pPr lvl="5">
              <a:spcBef>
                <a:spcPts val="0"/>
              </a:spcBef>
              <a:spcAft>
                <a:spcPts val="0"/>
              </a:spcAft>
              <a:buNone/>
              <a:defRPr>
                <a:latin typeface="Roboto Medium"/>
                <a:ea typeface="Roboto Medium"/>
                <a:cs typeface="Roboto Medium"/>
                <a:sym typeface="Roboto Medium"/>
              </a:defRPr>
            </a:lvl6pPr>
            <a:lvl7pPr lvl="6">
              <a:spcBef>
                <a:spcPts val="0"/>
              </a:spcBef>
              <a:spcAft>
                <a:spcPts val="0"/>
              </a:spcAft>
              <a:buNone/>
              <a:defRPr>
                <a:latin typeface="Roboto Medium"/>
                <a:ea typeface="Roboto Medium"/>
                <a:cs typeface="Roboto Medium"/>
                <a:sym typeface="Roboto Medium"/>
              </a:defRPr>
            </a:lvl7pPr>
            <a:lvl8pPr lvl="7">
              <a:spcBef>
                <a:spcPts val="0"/>
              </a:spcBef>
              <a:spcAft>
                <a:spcPts val="0"/>
              </a:spcAft>
              <a:buNone/>
              <a:defRPr>
                <a:latin typeface="Roboto Medium"/>
                <a:ea typeface="Roboto Medium"/>
                <a:cs typeface="Roboto Medium"/>
                <a:sym typeface="Roboto Medium"/>
              </a:defRPr>
            </a:lvl8pPr>
            <a:lvl9pPr lvl="8">
              <a:spcBef>
                <a:spcPts val="0"/>
              </a:spcBef>
              <a:spcAft>
                <a:spcPts val="0"/>
              </a:spcAft>
              <a:buNone/>
              <a:defRPr>
                <a:latin typeface="Roboto Medium"/>
                <a:ea typeface="Roboto Medium"/>
                <a:cs typeface="Roboto Medium"/>
                <a:sym typeface="Roboto Medium"/>
              </a:defRPr>
            </a:lvl9pPr>
          </a:lstStyle>
          <a:p/>
        </p:txBody>
      </p:sp>
      <p:sp>
        <p:nvSpPr>
          <p:cNvPr id="2165" name="Google Shape;2165;p244"/>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cxnSp>
        <p:nvCxnSpPr>
          <p:cNvPr id="2166" name="Google Shape;2166;p244"/>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2167" name="Google Shape;2167;p244"/>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168" name="Google Shape;2168;p244"/>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2169" name="Google Shape;2169;p244"/>
          <p:cNvSpPr txBox="1"/>
          <p:nvPr>
            <p:ph idx="2" type="subTitle"/>
          </p:nvPr>
        </p:nvSpPr>
        <p:spPr>
          <a:xfrm>
            <a:off x="-12125" y="1319425"/>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170" name="Google Shape;2170;p244"/>
          <p:cNvSpPr/>
          <p:nvPr/>
        </p:nvSpPr>
        <p:spPr>
          <a:xfrm>
            <a:off x="1352550" y="200253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44"/>
          <p:cNvSpPr/>
          <p:nvPr/>
        </p:nvSpPr>
        <p:spPr>
          <a:xfrm>
            <a:off x="1352550" y="269285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44"/>
          <p:cNvSpPr/>
          <p:nvPr/>
        </p:nvSpPr>
        <p:spPr>
          <a:xfrm>
            <a:off x="1352550" y="33855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44"/>
          <p:cNvSpPr txBox="1"/>
          <p:nvPr>
            <p:ph idx="3" type="subTitle"/>
          </p:nvPr>
        </p:nvSpPr>
        <p:spPr>
          <a:xfrm>
            <a:off x="-12125" y="2004950"/>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174" name="Google Shape;2174;p244"/>
          <p:cNvSpPr txBox="1"/>
          <p:nvPr>
            <p:ph idx="4" type="subTitle"/>
          </p:nvPr>
        </p:nvSpPr>
        <p:spPr>
          <a:xfrm>
            <a:off x="-12125" y="2695275"/>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175" name="Google Shape;2175;p244"/>
          <p:cNvSpPr txBox="1"/>
          <p:nvPr>
            <p:ph idx="5" type="subTitle"/>
          </p:nvPr>
        </p:nvSpPr>
        <p:spPr>
          <a:xfrm>
            <a:off x="-12125" y="3385575"/>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176" name="Google Shape;2176;p244"/>
          <p:cNvSpPr/>
          <p:nvPr/>
        </p:nvSpPr>
        <p:spPr>
          <a:xfrm>
            <a:off x="1364850" y="40783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44"/>
          <p:cNvSpPr txBox="1"/>
          <p:nvPr>
            <p:ph idx="6" type="subTitle"/>
          </p:nvPr>
        </p:nvSpPr>
        <p:spPr>
          <a:xfrm>
            <a:off x="-12125" y="4078300"/>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grpSp>
        <p:nvGrpSpPr>
          <p:cNvPr id="2178" name="Google Shape;2178;p244"/>
          <p:cNvGrpSpPr/>
          <p:nvPr/>
        </p:nvGrpSpPr>
        <p:grpSpPr>
          <a:xfrm>
            <a:off x="450683" y="1358000"/>
            <a:ext cx="743726" cy="530949"/>
            <a:chOff x="450683" y="1358000"/>
            <a:chExt cx="743726" cy="530949"/>
          </a:xfrm>
        </p:grpSpPr>
        <p:sp>
          <p:nvSpPr>
            <p:cNvPr id="2179" name="Google Shape;2179;p244"/>
            <p:cNvSpPr/>
            <p:nvPr/>
          </p:nvSpPr>
          <p:spPr>
            <a:xfrm>
              <a:off x="450683" y="1358000"/>
              <a:ext cx="743726" cy="252358"/>
            </a:xfrm>
            <a:custGeom>
              <a:rect b="b" l="l" r="r" t="t"/>
              <a:pathLst>
                <a:path extrusionOk="0" h="9769" w="29405">
                  <a:moveTo>
                    <a:pt x="0" y="101"/>
                  </a:moveTo>
                  <a:lnTo>
                    <a:pt x="0" y="9769"/>
                  </a:lnTo>
                  <a:lnTo>
                    <a:pt x="29405" y="9769"/>
                  </a:lnTo>
                  <a:lnTo>
                    <a:pt x="19637" y="0"/>
                  </a:lnTo>
                  <a:close/>
                </a:path>
              </a:pathLst>
            </a:custGeom>
            <a:solidFill>
              <a:srgbClr val="00D6CB">
                <a:alpha val="56420"/>
              </a:srgbClr>
            </a:solidFill>
            <a:ln>
              <a:noFill/>
            </a:ln>
          </p:spPr>
        </p:sp>
        <p:sp>
          <p:nvSpPr>
            <p:cNvPr id="2180" name="Google Shape;2180;p244"/>
            <p:cNvSpPr/>
            <p:nvPr/>
          </p:nvSpPr>
          <p:spPr>
            <a:xfrm flipH="1" rot="10800000">
              <a:off x="450683" y="1636592"/>
              <a:ext cx="743726" cy="252358"/>
            </a:xfrm>
            <a:custGeom>
              <a:rect b="b" l="l" r="r" t="t"/>
              <a:pathLst>
                <a:path extrusionOk="0" h="9769" w="29405">
                  <a:moveTo>
                    <a:pt x="0" y="101"/>
                  </a:moveTo>
                  <a:lnTo>
                    <a:pt x="0" y="9769"/>
                  </a:lnTo>
                  <a:lnTo>
                    <a:pt x="29405" y="9769"/>
                  </a:lnTo>
                  <a:lnTo>
                    <a:pt x="19637" y="0"/>
                  </a:lnTo>
                  <a:close/>
                </a:path>
              </a:pathLst>
            </a:custGeom>
            <a:solidFill>
              <a:srgbClr val="00D6CB"/>
            </a:solidFill>
            <a:ln>
              <a:noFill/>
            </a:ln>
          </p:spPr>
        </p:sp>
      </p:grpSp>
      <p:sp>
        <p:nvSpPr>
          <p:cNvPr id="2181" name="Google Shape;2181;p244"/>
          <p:cNvSpPr/>
          <p:nvPr/>
        </p:nvSpPr>
        <p:spPr>
          <a:xfrm>
            <a:off x="450683" y="2042925"/>
            <a:ext cx="743726" cy="252358"/>
          </a:xfrm>
          <a:custGeom>
            <a:rect b="b" l="l" r="r" t="t"/>
            <a:pathLst>
              <a:path extrusionOk="0" h="9769" w="29405">
                <a:moveTo>
                  <a:pt x="0" y="101"/>
                </a:moveTo>
                <a:lnTo>
                  <a:pt x="0" y="9769"/>
                </a:lnTo>
                <a:lnTo>
                  <a:pt x="29405" y="9769"/>
                </a:lnTo>
                <a:lnTo>
                  <a:pt x="19637" y="0"/>
                </a:lnTo>
                <a:close/>
              </a:path>
            </a:pathLst>
          </a:custGeom>
          <a:solidFill>
            <a:srgbClr val="00D6CB">
              <a:alpha val="56420"/>
            </a:srgbClr>
          </a:solidFill>
          <a:ln>
            <a:noFill/>
          </a:ln>
        </p:spPr>
      </p:sp>
      <p:sp>
        <p:nvSpPr>
          <p:cNvPr id="2182" name="Google Shape;2182;p244"/>
          <p:cNvSpPr/>
          <p:nvPr/>
        </p:nvSpPr>
        <p:spPr>
          <a:xfrm flipH="1" rot="10800000">
            <a:off x="450683" y="2321517"/>
            <a:ext cx="743726" cy="252358"/>
          </a:xfrm>
          <a:custGeom>
            <a:rect b="b" l="l" r="r" t="t"/>
            <a:pathLst>
              <a:path extrusionOk="0" h="9769" w="29405">
                <a:moveTo>
                  <a:pt x="0" y="101"/>
                </a:moveTo>
                <a:lnTo>
                  <a:pt x="0" y="9769"/>
                </a:lnTo>
                <a:lnTo>
                  <a:pt x="29405" y="9769"/>
                </a:lnTo>
                <a:lnTo>
                  <a:pt x="19637" y="0"/>
                </a:lnTo>
                <a:close/>
              </a:path>
            </a:pathLst>
          </a:custGeom>
          <a:solidFill>
            <a:srgbClr val="00D6CB"/>
          </a:solidFill>
          <a:ln>
            <a:noFill/>
          </a:ln>
        </p:spPr>
      </p:sp>
      <p:sp>
        <p:nvSpPr>
          <p:cNvPr id="2183" name="Google Shape;2183;p244"/>
          <p:cNvSpPr/>
          <p:nvPr/>
        </p:nvSpPr>
        <p:spPr>
          <a:xfrm>
            <a:off x="450683" y="2758813"/>
            <a:ext cx="743726" cy="252358"/>
          </a:xfrm>
          <a:custGeom>
            <a:rect b="b" l="l" r="r" t="t"/>
            <a:pathLst>
              <a:path extrusionOk="0" h="9769" w="29405">
                <a:moveTo>
                  <a:pt x="0" y="101"/>
                </a:moveTo>
                <a:lnTo>
                  <a:pt x="0" y="9769"/>
                </a:lnTo>
                <a:lnTo>
                  <a:pt x="29405" y="9769"/>
                </a:lnTo>
                <a:lnTo>
                  <a:pt x="19637" y="0"/>
                </a:lnTo>
                <a:close/>
              </a:path>
            </a:pathLst>
          </a:custGeom>
          <a:solidFill>
            <a:srgbClr val="00D6CB">
              <a:alpha val="56420"/>
            </a:srgbClr>
          </a:solidFill>
          <a:ln>
            <a:noFill/>
          </a:ln>
        </p:spPr>
      </p:sp>
      <p:sp>
        <p:nvSpPr>
          <p:cNvPr id="2184" name="Google Shape;2184;p244"/>
          <p:cNvSpPr/>
          <p:nvPr/>
        </p:nvSpPr>
        <p:spPr>
          <a:xfrm flipH="1" rot="10800000">
            <a:off x="450683" y="3037404"/>
            <a:ext cx="743726" cy="252358"/>
          </a:xfrm>
          <a:custGeom>
            <a:rect b="b" l="l" r="r" t="t"/>
            <a:pathLst>
              <a:path extrusionOk="0" h="9769" w="29405">
                <a:moveTo>
                  <a:pt x="0" y="101"/>
                </a:moveTo>
                <a:lnTo>
                  <a:pt x="0" y="9769"/>
                </a:lnTo>
                <a:lnTo>
                  <a:pt x="29405" y="9769"/>
                </a:lnTo>
                <a:lnTo>
                  <a:pt x="19637" y="0"/>
                </a:lnTo>
                <a:close/>
              </a:path>
            </a:pathLst>
          </a:custGeom>
          <a:solidFill>
            <a:srgbClr val="00D6CB"/>
          </a:solidFill>
          <a:ln>
            <a:noFill/>
          </a:ln>
        </p:spPr>
      </p:sp>
      <p:sp>
        <p:nvSpPr>
          <p:cNvPr id="2185" name="Google Shape;2185;p244"/>
          <p:cNvSpPr/>
          <p:nvPr/>
        </p:nvSpPr>
        <p:spPr>
          <a:xfrm>
            <a:off x="450683" y="3442525"/>
            <a:ext cx="743726" cy="252358"/>
          </a:xfrm>
          <a:custGeom>
            <a:rect b="b" l="l" r="r" t="t"/>
            <a:pathLst>
              <a:path extrusionOk="0" h="9769" w="29405">
                <a:moveTo>
                  <a:pt x="0" y="101"/>
                </a:moveTo>
                <a:lnTo>
                  <a:pt x="0" y="9769"/>
                </a:lnTo>
                <a:lnTo>
                  <a:pt x="29405" y="9769"/>
                </a:lnTo>
                <a:lnTo>
                  <a:pt x="19637" y="0"/>
                </a:lnTo>
                <a:close/>
              </a:path>
            </a:pathLst>
          </a:custGeom>
          <a:solidFill>
            <a:srgbClr val="00D6CB">
              <a:alpha val="56420"/>
            </a:srgbClr>
          </a:solidFill>
          <a:ln>
            <a:noFill/>
          </a:ln>
        </p:spPr>
      </p:sp>
      <p:sp>
        <p:nvSpPr>
          <p:cNvPr id="2186" name="Google Shape;2186;p244"/>
          <p:cNvSpPr/>
          <p:nvPr/>
        </p:nvSpPr>
        <p:spPr>
          <a:xfrm flipH="1" rot="10800000">
            <a:off x="450683" y="3721117"/>
            <a:ext cx="743726" cy="252358"/>
          </a:xfrm>
          <a:custGeom>
            <a:rect b="b" l="l" r="r" t="t"/>
            <a:pathLst>
              <a:path extrusionOk="0" h="9769" w="29405">
                <a:moveTo>
                  <a:pt x="0" y="101"/>
                </a:moveTo>
                <a:lnTo>
                  <a:pt x="0" y="9769"/>
                </a:lnTo>
                <a:lnTo>
                  <a:pt x="29405" y="9769"/>
                </a:lnTo>
                <a:lnTo>
                  <a:pt x="19637" y="0"/>
                </a:lnTo>
                <a:close/>
              </a:path>
            </a:pathLst>
          </a:custGeom>
          <a:solidFill>
            <a:srgbClr val="00D6CB"/>
          </a:solidFill>
          <a:ln>
            <a:noFill/>
          </a:ln>
        </p:spPr>
      </p:sp>
      <p:sp>
        <p:nvSpPr>
          <p:cNvPr id="2187" name="Google Shape;2187;p244"/>
          <p:cNvSpPr/>
          <p:nvPr/>
        </p:nvSpPr>
        <p:spPr>
          <a:xfrm>
            <a:off x="450683" y="4126238"/>
            <a:ext cx="743726" cy="252358"/>
          </a:xfrm>
          <a:custGeom>
            <a:rect b="b" l="l" r="r" t="t"/>
            <a:pathLst>
              <a:path extrusionOk="0" h="9769" w="29405">
                <a:moveTo>
                  <a:pt x="0" y="101"/>
                </a:moveTo>
                <a:lnTo>
                  <a:pt x="0" y="9769"/>
                </a:lnTo>
                <a:lnTo>
                  <a:pt x="29405" y="9769"/>
                </a:lnTo>
                <a:lnTo>
                  <a:pt x="19637" y="0"/>
                </a:lnTo>
                <a:close/>
              </a:path>
            </a:pathLst>
          </a:custGeom>
          <a:solidFill>
            <a:srgbClr val="00D6CB">
              <a:alpha val="56420"/>
            </a:srgbClr>
          </a:solidFill>
          <a:ln>
            <a:noFill/>
          </a:ln>
        </p:spPr>
      </p:sp>
      <p:sp>
        <p:nvSpPr>
          <p:cNvPr id="2188" name="Google Shape;2188;p244"/>
          <p:cNvSpPr/>
          <p:nvPr/>
        </p:nvSpPr>
        <p:spPr>
          <a:xfrm flipH="1" rot="10800000">
            <a:off x="450683" y="4404829"/>
            <a:ext cx="743726" cy="252358"/>
          </a:xfrm>
          <a:custGeom>
            <a:rect b="b" l="l" r="r" t="t"/>
            <a:pathLst>
              <a:path extrusionOk="0" h="9769" w="29405">
                <a:moveTo>
                  <a:pt x="0" y="101"/>
                </a:moveTo>
                <a:lnTo>
                  <a:pt x="0" y="9769"/>
                </a:lnTo>
                <a:lnTo>
                  <a:pt x="29405" y="9769"/>
                </a:lnTo>
                <a:lnTo>
                  <a:pt x="19637" y="0"/>
                </a:lnTo>
                <a:close/>
              </a:path>
            </a:pathLst>
          </a:custGeom>
          <a:solidFill>
            <a:srgbClr val="00D6CB"/>
          </a:solidFill>
          <a:ln>
            <a:noFill/>
          </a:ln>
        </p:spPr>
      </p:sp>
      <p:sp>
        <p:nvSpPr>
          <p:cNvPr id="2189" name="Google Shape;2189;p244"/>
          <p:cNvSpPr txBox="1"/>
          <p:nvPr>
            <p:ph idx="7"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288">
          <p15:clr>
            <a:srgbClr val="F9AD4C"/>
          </p15:clr>
        </p15:guide>
      </p15:sldGuideLst>
    </p:ext>
  </p:extLst>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Subsection Slide">
  <p:cSld name="CUSTOM_17_2_1_1_2_1">
    <p:spTree>
      <p:nvGrpSpPr>
        <p:cNvPr id="2190" name="Shape 2190"/>
        <p:cNvGrpSpPr/>
        <p:nvPr/>
      </p:nvGrpSpPr>
      <p:grpSpPr>
        <a:xfrm>
          <a:off x="0" y="0"/>
          <a:ext cx="0" cy="0"/>
          <a:chOff x="0" y="0"/>
          <a:chExt cx="0" cy="0"/>
        </a:xfrm>
      </p:grpSpPr>
      <p:pic>
        <p:nvPicPr>
          <p:cNvPr id="2191" name="Google Shape;2191;p245"/>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192" name="Google Shape;2192;p245"/>
          <p:cNvSpPr txBox="1"/>
          <p:nvPr>
            <p:ph type="title"/>
          </p:nvPr>
        </p:nvSpPr>
        <p:spPr>
          <a:xfrm>
            <a:off x="274325" y="2088475"/>
            <a:ext cx="8595300" cy="792300"/>
          </a:xfrm>
          <a:prstGeom prst="rect">
            <a:avLst/>
          </a:prstGeom>
        </p:spPr>
        <p:txBody>
          <a:bodyPr anchorCtr="0" anchor="t" bIns="91425" lIns="365750" spcFirstLastPara="1" rIns="91425" wrap="square" tIns="91425">
            <a:noAutofit/>
          </a:bodyPr>
          <a:lstStyle>
            <a:lvl1pPr lvl="0" algn="ctr">
              <a:spcBef>
                <a:spcPts val="0"/>
              </a:spcBef>
              <a:spcAft>
                <a:spcPts val="0"/>
              </a:spcAft>
              <a:buNone/>
              <a:defRPr sz="3600">
                <a:solidFill>
                  <a:srgbClr val="FFFFFF"/>
                </a:solidFill>
                <a:latin typeface="Oswald"/>
                <a:ea typeface="Oswald"/>
                <a:cs typeface="Oswald"/>
                <a:sym typeface="Oswa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2193" name="Google Shape;2193;p245"/>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194" name="Google Shape;2194;p245"/>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2195" name="Shape 2195"/>
        <p:cNvGrpSpPr/>
        <p:nvPr/>
      </p:nvGrpSpPr>
      <p:grpSpPr>
        <a:xfrm>
          <a:off x="0" y="0"/>
          <a:ext cx="0" cy="0"/>
          <a:chOff x="0" y="0"/>
          <a:chExt cx="0" cy="0"/>
        </a:xfrm>
      </p:grpSpPr>
      <p:sp>
        <p:nvSpPr>
          <p:cNvPr id="2196" name="Google Shape;2196;p246"/>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2197" name="Google Shape;2197;p246"/>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198" name="Google Shape;2198;p24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199" name="Google Shape;2199;p24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2200" name="Google Shape;2200;p246"/>
          <p:cNvSpPr txBox="1"/>
          <p:nvPr>
            <p:ph idx="2"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201" name="Google Shape;2201;p246"/>
          <p:cNvSpPr txBox="1"/>
          <p:nvPr>
            <p:ph idx="3" type="body"/>
          </p:nvPr>
        </p:nvSpPr>
        <p:spPr>
          <a:xfrm>
            <a:off x="175" y="1284250"/>
            <a:ext cx="9144000" cy="3622200"/>
          </a:xfrm>
          <a:prstGeom prst="rect">
            <a:avLst/>
          </a:prstGeom>
        </p:spPr>
        <p:txBody>
          <a:bodyPr anchorCtr="0" anchor="t" bIns="914400" lIns="457200" spcFirstLastPara="1" rIns="457200" wrap="square" tIns="0">
            <a:norm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17500" lvl="1" marL="914400">
              <a:spcBef>
                <a:spcPts val="800"/>
              </a:spcBef>
              <a:spcAft>
                <a:spcPts val="0"/>
              </a:spcAft>
              <a:buSzPts val="1400"/>
              <a:buFont typeface="Roboto"/>
              <a:buChar char="○"/>
              <a:defRPr>
                <a:latin typeface="Roboto"/>
                <a:ea typeface="Roboto"/>
                <a:cs typeface="Roboto"/>
                <a:sym typeface="Roboto"/>
              </a:defRPr>
            </a:lvl2pPr>
            <a:lvl3pPr indent="-317500" lvl="2" marL="1371600">
              <a:spcBef>
                <a:spcPts val="800"/>
              </a:spcBef>
              <a:spcAft>
                <a:spcPts val="0"/>
              </a:spcAft>
              <a:buSzPts val="1400"/>
              <a:buFont typeface="Roboto"/>
              <a:buChar char="■"/>
              <a:defRPr>
                <a:latin typeface="Roboto"/>
                <a:ea typeface="Roboto"/>
                <a:cs typeface="Roboto"/>
                <a:sym typeface="Roboto"/>
              </a:defRPr>
            </a:lvl3pPr>
            <a:lvl4pPr indent="-317500" lvl="3" marL="1828800">
              <a:spcBef>
                <a:spcPts val="800"/>
              </a:spcBef>
              <a:spcAft>
                <a:spcPts val="0"/>
              </a:spcAft>
              <a:buSzPts val="1400"/>
              <a:buFont typeface="Roboto"/>
              <a:buChar char="●"/>
              <a:defRPr>
                <a:latin typeface="Roboto"/>
                <a:ea typeface="Roboto"/>
                <a:cs typeface="Roboto"/>
                <a:sym typeface="Roboto"/>
              </a:defRPr>
            </a:lvl4pPr>
            <a:lvl5pPr indent="-317500" lvl="4" marL="2286000">
              <a:spcBef>
                <a:spcPts val="800"/>
              </a:spcBef>
              <a:spcAft>
                <a:spcPts val="0"/>
              </a:spcAft>
              <a:buSzPts val="1400"/>
              <a:buFont typeface="Roboto"/>
              <a:buChar char="○"/>
              <a:defRPr>
                <a:latin typeface="Roboto"/>
                <a:ea typeface="Roboto"/>
                <a:cs typeface="Roboto"/>
                <a:sym typeface="Roboto"/>
              </a:defRPr>
            </a:lvl5pPr>
            <a:lvl6pPr indent="-317500" lvl="5" marL="2743200">
              <a:spcBef>
                <a:spcPts val="800"/>
              </a:spcBef>
              <a:spcAft>
                <a:spcPts val="0"/>
              </a:spcAft>
              <a:buSzPts val="1400"/>
              <a:buFont typeface="Roboto"/>
              <a:buChar char="■"/>
              <a:defRPr>
                <a:latin typeface="Roboto"/>
                <a:ea typeface="Roboto"/>
                <a:cs typeface="Roboto"/>
                <a:sym typeface="Roboto"/>
              </a:defRPr>
            </a:lvl6pPr>
            <a:lvl7pPr indent="-317500" lvl="6" marL="3200400">
              <a:spcBef>
                <a:spcPts val="800"/>
              </a:spcBef>
              <a:spcAft>
                <a:spcPts val="0"/>
              </a:spcAft>
              <a:buSzPts val="1400"/>
              <a:buFont typeface="Roboto"/>
              <a:buChar char="●"/>
              <a:defRPr>
                <a:latin typeface="Roboto"/>
                <a:ea typeface="Roboto"/>
                <a:cs typeface="Roboto"/>
                <a:sym typeface="Roboto"/>
              </a:defRPr>
            </a:lvl7pPr>
            <a:lvl8pPr indent="-317500" lvl="7" marL="3657600">
              <a:spcBef>
                <a:spcPts val="800"/>
              </a:spcBef>
              <a:spcAft>
                <a:spcPts val="0"/>
              </a:spcAft>
              <a:buSzPts val="1400"/>
              <a:buFont typeface="Roboto"/>
              <a:buChar char="○"/>
              <a:defRPr>
                <a:latin typeface="Roboto"/>
                <a:ea typeface="Roboto"/>
                <a:cs typeface="Roboto"/>
                <a:sym typeface="Roboto"/>
              </a:defRPr>
            </a:lvl8pPr>
            <a:lvl9pPr indent="-317500" lvl="8" marL="4114800">
              <a:spcBef>
                <a:spcPts val="800"/>
              </a:spcBef>
              <a:spcAft>
                <a:spcPts val="800"/>
              </a:spcAft>
              <a:buSzPts val="1400"/>
              <a:buFont typeface="Roboto"/>
              <a:buChar char="■"/>
              <a:defRPr>
                <a:latin typeface="Roboto"/>
                <a:ea typeface="Roboto"/>
                <a:cs typeface="Roboto"/>
                <a:sym typeface="Roboto"/>
              </a:defRPr>
            </a:lvl9pPr>
          </a:lstStyle>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Definition Slide">
  <p:cSld name="CUSTOM_2_3_1_1_1_1_1_2_1_2_1_1_1_1_2_1_1_2_2">
    <p:spTree>
      <p:nvGrpSpPr>
        <p:cNvPr id="2202" name="Shape 2202"/>
        <p:cNvGrpSpPr/>
        <p:nvPr/>
      </p:nvGrpSpPr>
      <p:grpSpPr>
        <a:xfrm>
          <a:off x="0" y="0"/>
          <a:ext cx="0" cy="0"/>
          <a:chOff x="0" y="0"/>
          <a:chExt cx="0" cy="0"/>
        </a:xfrm>
      </p:grpSpPr>
      <p:pic>
        <p:nvPicPr>
          <p:cNvPr id="2203" name="Google Shape;2203;p247"/>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204" name="Google Shape;2204;p247"/>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47"/>
          <p:cNvSpPr/>
          <p:nvPr/>
        </p:nvSpPr>
        <p:spPr>
          <a:xfrm flipH="1" rot="10800000">
            <a:off x="688800" y="692100"/>
            <a:ext cx="7766400" cy="3759300"/>
          </a:xfrm>
          <a:prstGeom prst="bracePair">
            <a:avLst/>
          </a:prstGeom>
          <a:noFill/>
          <a:ln cap="flat" cmpd="sng" w="76200">
            <a:solidFill>
              <a:srgbClr val="00C8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47"/>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207" name="Google Shape;2207;p247"/>
          <p:cNvSpPr txBox="1"/>
          <p:nvPr>
            <p:ph idx="1" type="subTitle"/>
          </p:nvPr>
        </p:nvSpPr>
        <p:spPr>
          <a:xfrm>
            <a:off x="0" y="1039700"/>
            <a:ext cx="9187800" cy="3131700"/>
          </a:xfrm>
          <a:prstGeom prst="rect">
            <a:avLst/>
          </a:prstGeom>
        </p:spPr>
        <p:txBody>
          <a:bodyPr anchorCtr="0" anchor="t" bIns="182875" lIns="1828800" spcFirstLastPara="1" rIns="1828800" wrap="square" tIns="182875">
            <a:normAutofit/>
          </a:bodyPr>
          <a:lstStyle>
            <a:lvl1pPr lvl="0">
              <a:spcBef>
                <a:spcPts val="0"/>
              </a:spcBef>
              <a:spcAft>
                <a:spcPts val="0"/>
              </a:spcAft>
              <a:buNone/>
              <a:defRPr sz="22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208" name="Google Shape;2208;p247"/>
          <p:cNvSpPr txBox="1"/>
          <p:nvPr>
            <p:ph idx="2"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Activity ">
  <p:cSld name="CUSTOM_2_3_1_1_1_1_1_2_1_2_1_1_1_1_3_2">
    <p:spTree>
      <p:nvGrpSpPr>
        <p:cNvPr id="2209" name="Shape 2209"/>
        <p:cNvGrpSpPr/>
        <p:nvPr/>
      </p:nvGrpSpPr>
      <p:grpSpPr>
        <a:xfrm>
          <a:off x="0" y="0"/>
          <a:ext cx="0" cy="0"/>
          <a:chOff x="0" y="0"/>
          <a:chExt cx="0" cy="0"/>
        </a:xfrm>
      </p:grpSpPr>
      <p:pic>
        <p:nvPicPr>
          <p:cNvPr id="2210" name="Google Shape;2210;p248"/>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211" name="Google Shape;2211;p248"/>
          <p:cNvSpPr/>
          <p:nvPr/>
        </p:nvSpPr>
        <p:spPr>
          <a:xfrm>
            <a:off x="273900" y="3816300"/>
            <a:ext cx="8596200" cy="10527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4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213" name="Google Shape;2213;p248"/>
          <p:cNvSpPr txBox="1"/>
          <p:nvPr/>
        </p:nvSpPr>
        <p:spPr>
          <a:xfrm>
            <a:off x="5763775" y="3980275"/>
            <a:ext cx="2943900" cy="371100"/>
          </a:xfrm>
          <a:prstGeom prst="rect">
            <a:avLst/>
          </a:prstGeom>
          <a:noFill/>
          <a:ln>
            <a:noFill/>
          </a:ln>
        </p:spPr>
        <p:txBody>
          <a:bodyPr anchorCtr="0" anchor="t" bIns="0" lIns="0" spcFirstLastPara="1" rIns="0" wrap="square" tIns="0">
            <a:noAutofit/>
          </a:bodyPr>
          <a:lstStyle/>
          <a:p>
            <a:pPr indent="0" lvl="0" marL="0" rtl="0" algn="r">
              <a:lnSpc>
                <a:spcPct val="110000"/>
              </a:lnSpc>
              <a:spcBef>
                <a:spcPts val="0"/>
              </a:spcBef>
              <a:spcAft>
                <a:spcPts val="0"/>
              </a:spcAft>
              <a:buNone/>
            </a:pPr>
            <a:r>
              <a:rPr lang="en" sz="1800">
                <a:solidFill>
                  <a:srgbClr val="FFFFFF"/>
                </a:solidFill>
                <a:latin typeface="Oswald Light"/>
                <a:ea typeface="Oswald Light"/>
                <a:cs typeface="Oswald Light"/>
                <a:sym typeface="Oswald Light"/>
              </a:rPr>
              <a:t>Suggested Time:</a:t>
            </a:r>
            <a:endParaRPr sz="1800">
              <a:solidFill>
                <a:srgbClr val="FFFFFF"/>
              </a:solidFill>
              <a:latin typeface="Oswald Light"/>
              <a:ea typeface="Oswald Light"/>
              <a:cs typeface="Oswald Light"/>
              <a:sym typeface="Oswald Light"/>
            </a:endParaRPr>
          </a:p>
        </p:txBody>
      </p:sp>
      <p:cxnSp>
        <p:nvCxnSpPr>
          <p:cNvPr id="2214" name="Google Shape;2214;p248"/>
          <p:cNvCxnSpPr/>
          <p:nvPr/>
        </p:nvCxnSpPr>
        <p:spPr>
          <a:xfrm>
            <a:off x="491838" y="4333075"/>
            <a:ext cx="8212800" cy="0"/>
          </a:xfrm>
          <a:prstGeom prst="straightConnector1">
            <a:avLst/>
          </a:prstGeom>
          <a:noFill/>
          <a:ln cap="flat" cmpd="sng" w="9525">
            <a:solidFill>
              <a:srgbClr val="FFFFFF"/>
            </a:solidFill>
            <a:prstDash val="solid"/>
            <a:round/>
            <a:headEnd len="med" w="med" type="none"/>
            <a:tailEnd len="med" w="med" type="none"/>
          </a:ln>
        </p:spPr>
      </p:cxnSp>
      <p:sp>
        <p:nvSpPr>
          <p:cNvPr id="2215" name="Google Shape;2215;p248"/>
          <p:cNvSpPr txBox="1"/>
          <p:nvPr>
            <p:ph type="title"/>
          </p:nvPr>
        </p:nvSpPr>
        <p:spPr>
          <a:xfrm>
            <a:off x="1400" y="274875"/>
            <a:ext cx="9144000" cy="3265800"/>
          </a:xfrm>
          <a:prstGeom prst="rect">
            <a:avLst/>
          </a:prstGeom>
        </p:spPr>
        <p:txBody>
          <a:bodyPr anchorCtr="0" anchor="t" bIns="91425" lIns="1737350" spcFirstLastPara="1" rIns="91425" wrap="square" tIns="457200">
            <a:noAutofit/>
          </a:bodyPr>
          <a:lstStyle>
            <a:lvl1pPr lvl="0">
              <a:spcBef>
                <a:spcPts val="0"/>
              </a:spcBef>
              <a:spcAft>
                <a:spcPts val="0"/>
              </a:spcAft>
              <a:buNone/>
              <a:defRPr sz="2400">
                <a:latin typeface="Oswald"/>
                <a:ea typeface="Oswald"/>
                <a:cs typeface="Oswald"/>
                <a:sym typeface="Oswa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2216" name="Google Shape;2216;p248"/>
          <p:cNvSpPr txBox="1"/>
          <p:nvPr>
            <p:ph idx="2" type="title"/>
          </p:nvPr>
        </p:nvSpPr>
        <p:spPr>
          <a:xfrm>
            <a:off x="5901175" y="4309575"/>
            <a:ext cx="2872200" cy="434400"/>
          </a:xfrm>
          <a:prstGeom prst="rect">
            <a:avLst/>
          </a:prstGeom>
        </p:spPr>
        <p:txBody>
          <a:bodyPr anchorCtr="0" anchor="ctr" bIns="0" lIns="640075" spcFirstLastPara="1" rIns="91425" wrap="square" tIns="0">
            <a:noAutofit/>
          </a:bodyPr>
          <a:lstStyle>
            <a:lvl1pPr lvl="0" algn="r">
              <a:spcBef>
                <a:spcPts val="0"/>
              </a:spcBef>
              <a:spcAft>
                <a:spcPts val="0"/>
              </a:spcAft>
              <a:buNone/>
              <a:defRPr>
                <a:solidFill>
                  <a:srgbClr val="F3F3F3"/>
                </a:solidFill>
                <a:latin typeface="Oswald"/>
                <a:ea typeface="Oswald"/>
                <a:cs typeface="Oswald"/>
                <a:sym typeface="Oswald"/>
              </a:defRPr>
            </a:lvl1pPr>
            <a:lvl2pPr lvl="1" algn="ctr">
              <a:spcBef>
                <a:spcPts val="0"/>
              </a:spcBef>
              <a:spcAft>
                <a:spcPts val="0"/>
              </a:spcAft>
              <a:buNone/>
              <a:defRPr>
                <a:solidFill>
                  <a:srgbClr val="F3F3F3"/>
                </a:solidFill>
              </a:defRPr>
            </a:lvl2pPr>
            <a:lvl3pPr lvl="2" algn="ctr">
              <a:spcBef>
                <a:spcPts val="0"/>
              </a:spcBef>
              <a:spcAft>
                <a:spcPts val="0"/>
              </a:spcAft>
              <a:buNone/>
              <a:defRPr>
                <a:solidFill>
                  <a:srgbClr val="F3F3F3"/>
                </a:solidFill>
              </a:defRPr>
            </a:lvl3pPr>
            <a:lvl4pPr lvl="3" algn="ctr">
              <a:spcBef>
                <a:spcPts val="0"/>
              </a:spcBef>
              <a:spcAft>
                <a:spcPts val="0"/>
              </a:spcAft>
              <a:buNone/>
              <a:defRPr>
                <a:solidFill>
                  <a:srgbClr val="F3F3F3"/>
                </a:solidFill>
              </a:defRPr>
            </a:lvl4pPr>
            <a:lvl5pPr lvl="4" algn="ctr">
              <a:spcBef>
                <a:spcPts val="0"/>
              </a:spcBef>
              <a:spcAft>
                <a:spcPts val="0"/>
              </a:spcAft>
              <a:buNone/>
              <a:defRPr>
                <a:solidFill>
                  <a:srgbClr val="F3F3F3"/>
                </a:solidFill>
              </a:defRPr>
            </a:lvl5pPr>
            <a:lvl6pPr lvl="5" algn="ctr">
              <a:spcBef>
                <a:spcPts val="0"/>
              </a:spcBef>
              <a:spcAft>
                <a:spcPts val="0"/>
              </a:spcAft>
              <a:buNone/>
              <a:defRPr>
                <a:solidFill>
                  <a:srgbClr val="F3F3F3"/>
                </a:solidFill>
              </a:defRPr>
            </a:lvl6pPr>
            <a:lvl7pPr lvl="6" algn="ctr">
              <a:spcBef>
                <a:spcPts val="0"/>
              </a:spcBef>
              <a:spcAft>
                <a:spcPts val="0"/>
              </a:spcAft>
              <a:buNone/>
              <a:defRPr>
                <a:solidFill>
                  <a:srgbClr val="F3F3F3"/>
                </a:solidFill>
              </a:defRPr>
            </a:lvl7pPr>
            <a:lvl8pPr lvl="7" algn="ctr">
              <a:spcBef>
                <a:spcPts val="0"/>
              </a:spcBef>
              <a:spcAft>
                <a:spcPts val="0"/>
              </a:spcAft>
              <a:buNone/>
              <a:defRPr>
                <a:solidFill>
                  <a:srgbClr val="F3F3F3"/>
                </a:solidFill>
              </a:defRPr>
            </a:lvl8pPr>
            <a:lvl9pPr lvl="8" algn="ctr">
              <a:spcBef>
                <a:spcPts val="0"/>
              </a:spcBef>
              <a:spcAft>
                <a:spcPts val="0"/>
              </a:spcAft>
              <a:buNone/>
              <a:defRPr>
                <a:solidFill>
                  <a:srgbClr val="F3F3F3"/>
                </a:solidFill>
              </a:defRPr>
            </a:lvl9pPr>
          </a:lstStyle>
          <a:p/>
        </p:txBody>
      </p:sp>
      <p:pic>
        <p:nvPicPr>
          <p:cNvPr id="2217" name="Google Shape;2217;p248"/>
          <p:cNvPicPr preferRelativeResize="0"/>
          <p:nvPr/>
        </p:nvPicPr>
        <p:blipFill>
          <a:blip r:embed="rId3">
            <a:alphaModFix/>
          </a:blip>
          <a:stretch>
            <a:fillRect/>
          </a:stretch>
        </p:blipFill>
        <p:spPr>
          <a:xfrm flipH="1">
            <a:off x="532200" y="619749"/>
            <a:ext cx="1165167" cy="1328401"/>
          </a:xfrm>
          <a:prstGeom prst="rect">
            <a:avLst/>
          </a:prstGeom>
          <a:noFill/>
          <a:ln>
            <a:noFill/>
          </a:ln>
          <a:effectLst>
            <a:outerShdw blurRad="57150" rotWithShape="0" algn="bl" dir="5400000" dist="19050">
              <a:srgbClr val="000000">
                <a:alpha val="50000"/>
              </a:srgbClr>
            </a:outerShdw>
          </a:effectLst>
        </p:spPr>
      </p:pic>
      <p:sp>
        <p:nvSpPr>
          <p:cNvPr id="2218" name="Google Shape;2218;p248"/>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Review">
  <p:cSld name="CUSTOM_17_2_1_2_1">
    <p:spTree>
      <p:nvGrpSpPr>
        <p:cNvPr id="2219" name="Shape 2219"/>
        <p:cNvGrpSpPr/>
        <p:nvPr/>
      </p:nvGrpSpPr>
      <p:grpSpPr>
        <a:xfrm>
          <a:off x="0" y="0"/>
          <a:ext cx="0" cy="0"/>
          <a:chOff x="0" y="0"/>
          <a:chExt cx="0" cy="0"/>
        </a:xfrm>
      </p:grpSpPr>
      <p:pic>
        <p:nvPicPr>
          <p:cNvPr id="2220" name="Google Shape;2220;p24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221" name="Google Shape;2221;p24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222" name="Google Shape;2222;p249"/>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223" name="Google Shape;2223;p249"/>
          <p:cNvSpPr txBox="1"/>
          <p:nvPr/>
        </p:nvSpPr>
        <p:spPr>
          <a:xfrm>
            <a:off x="274363" y="3109175"/>
            <a:ext cx="8595300" cy="79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FFFFFF"/>
                </a:solidFill>
                <a:latin typeface="Oswald"/>
                <a:ea typeface="Oswald"/>
                <a:cs typeface="Oswald"/>
                <a:sym typeface="Oswald"/>
              </a:rPr>
              <a:t>Time’s Up! </a:t>
            </a:r>
            <a:r>
              <a:rPr lang="en" sz="3600">
                <a:solidFill>
                  <a:srgbClr val="3AE5F8"/>
                </a:solidFill>
                <a:latin typeface="Oswald"/>
                <a:ea typeface="Oswald"/>
                <a:cs typeface="Oswald"/>
                <a:sym typeface="Oswald"/>
              </a:rPr>
              <a:t>Let’s Review.</a:t>
            </a:r>
            <a:endParaRPr sz="3600">
              <a:solidFill>
                <a:srgbClr val="3AE5F8"/>
              </a:solidFill>
              <a:latin typeface="Oswald"/>
              <a:ea typeface="Oswald"/>
              <a:cs typeface="Oswald"/>
              <a:sym typeface="Oswald"/>
            </a:endParaRPr>
          </a:p>
        </p:txBody>
      </p:sp>
      <p:sp>
        <p:nvSpPr>
          <p:cNvPr id="2224" name="Google Shape;2224;p249"/>
          <p:cNvSpPr/>
          <p:nvPr/>
        </p:nvSpPr>
        <p:spPr>
          <a:xfrm>
            <a:off x="3528603" y="934704"/>
            <a:ext cx="2184612" cy="1978676"/>
          </a:xfrm>
          <a:custGeom>
            <a:rect b="b" l="l" r="r" t="t"/>
            <a:pathLst>
              <a:path extrusionOk="0" h="130412" w="143985">
                <a:moveTo>
                  <a:pt x="68779" y="0"/>
                </a:moveTo>
                <a:cubicBezTo>
                  <a:pt x="44833" y="0"/>
                  <a:pt x="22799" y="13083"/>
                  <a:pt x="11400" y="34122"/>
                </a:cubicBezTo>
                <a:cubicBezTo>
                  <a:pt x="0" y="55161"/>
                  <a:pt x="1071" y="80790"/>
                  <a:pt x="14154" y="100835"/>
                </a:cubicBezTo>
                <a:lnTo>
                  <a:pt x="7574" y="125470"/>
                </a:lnTo>
                <a:lnTo>
                  <a:pt x="31827" y="118967"/>
                </a:lnTo>
                <a:cubicBezTo>
                  <a:pt x="43230" y="126778"/>
                  <a:pt x="55994" y="130411"/>
                  <a:pt x="68537" y="130411"/>
                </a:cubicBezTo>
                <a:cubicBezTo>
                  <a:pt x="95798" y="130411"/>
                  <a:pt x="122019" y="113253"/>
                  <a:pt x="130979" y="84539"/>
                </a:cubicBezTo>
                <a:cubicBezTo>
                  <a:pt x="143985" y="42614"/>
                  <a:pt x="112694" y="0"/>
                  <a:pt x="68779" y="0"/>
                </a:cubicBezTo>
                <a:close/>
              </a:path>
            </a:pathLst>
          </a:custGeom>
          <a:solidFill>
            <a:srgbClr val="2D32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5" name="Google Shape;2225;p249"/>
          <p:cNvPicPr preferRelativeResize="0"/>
          <p:nvPr/>
        </p:nvPicPr>
        <p:blipFill rotWithShape="1">
          <a:blip r:embed="rId3">
            <a:alphaModFix/>
          </a:blip>
          <a:srcRect b="0" l="0" r="0" t="0"/>
          <a:stretch/>
        </p:blipFill>
        <p:spPr>
          <a:xfrm>
            <a:off x="4239200" y="1293735"/>
            <a:ext cx="665600" cy="1260600"/>
          </a:xfrm>
          <a:prstGeom prst="rect">
            <a:avLst/>
          </a:prstGeom>
          <a:noFill/>
          <a:ln>
            <a:noFill/>
          </a:ln>
        </p:spPr>
      </p:pic>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 Questions?">
  <p:cSld name="CUSTOM_17_2_1_2_3_1_2">
    <p:spTree>
      <p:nvGrpSpPr>
        <p:cNvPr id="2226" name="Shape 2226"/>
        <p:cNvGrpSpPr/>
        <p:nvPr/>
      </p:nvGrpSpPr>
      <p:grpSpPr>
        <a:xfrm>
          <a:off x="0" y="0"/>
          <a:ext cx="0" cy="0"/>
          <a:chOff x="0" y="0"/>
          <a:chExt cx="0" cy="0"/>
        </a:xfrm>
      </p:grpSpPr>
      <p:pic>
        <p:nvPicPr>
          <p:cNvPr id="2227" name="Google Shape;2227;p250"/>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228" name="Google Shape;2228;p2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229" name="Google Shape;2229;p250"/>
          <p:cNvSpPr txBox="1"/>
          <p:nvPr/>
        </p:nvSpPr>
        <p:spPr>
          <a:xfrm>
            <a:off x="9150" y="987250"/>
            <a:ext cx="9144000" cy="7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500">
                <a:solidFill>
                  <a:srgbClr val="FFFFFF"/>
                </a:solidFill>
                <a:latin typeface="Oswald Light"/>
                <a:ea typeface="Oswald Light"/>
                <a:cs typeface="Oswald Light"/>
                <a:sym typeface="Oswald Light"/>
              </a:rPr>
              <a:t>Questions?</a:t>
            </a:r>
            <a:endParaRPr sz="6500">
              <a:solidFill>
                <a:srgbClr val="FFFFFF"/>
              </a:solidFill>
              <a:latin typeface="Oswald Light"/>
              <a:ea typeface="Oswald Light"/>
              <a:cs typeface="Oswald Light"/>
              <a:sym typeface="Oswald Light"/>
            </a:endParaRPr>
          </a:p>
        </p:txBody>
      </p:sp>
      <p:pic>
        <p:nvPicPr>
          <p:cNvPr id="2230" name="Google Shape;2230;p250"/>
          <p:cNvPicPr preferRelativeResize="0"/>
          <p:nvPr/>
        </p:nvPicPr>
        <p:blipFill>
          <a:blip r:embed="rId3">
            <a:alphaModFix/>
          </a:blip>
          <a:stretch>
            <a:fillRect/>
          </a:stretch>
        </p:blipFill>
        <p:spPr>
          <a:xfrm>
            <a:off x="491450" y="2331600"/>
            <a:ext cx="8378224" cy="2537024"/>
          </a:xfrm>
          <a:prstGeom prst="rect">
            <a:avLst/>
          </a:prstGeom>
          <a:noFill/>
          <a:ln>
            <a:noFill/>
          </a:ln>
        </p:spPr>
      </p:pic>
      <p:sp>
        <p:nvSpPr>
          <p:cNvPr id="2231" name="Google Shape;2231;p250"/>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2232" name="Shape 2232"/>
        <p:cNvGrpSpPr/>
        <p:nvPr/>
      </p:nvGrpSpPr>
      <p:grpSpPr>
        <a:xfrm>
          <a:off x="0" y="0"/>
          <a:ext cx="0" cy="0"/>
          <a:chOff x="0" y="0"/>
          <a:chExt cx="0" cy="0"/>
        </a:xfrm>
      </p:grpSpPr>
      <p:sp>
        <p:nvSpPr>
          <p:cNvPr id="2233" name="Google Shape;2233;p25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234" name="Google Shape;2234;p251"/>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35" name="Google Shape;2235;p25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236" name="Google Shape;2236;p25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2237" name="Google Shape;2237;p251"/>
          <p:cNvSpPr txBox="1"/>
          <p:nvPr>
            <p:ph idx="2"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38" name="Google Shape;2238;p251"/>
          <p:cNvSpPr txBox="1"/>
          <p:nvPr>
            <p:ph idx="3" type="body"/>
          </p:nvPr>
        </p:nvSpPr>
        <p:spPr>
          <a:xfrm>
            <a:off x="175" y="1284250"/>
            <a:ext cx="9144000" cy="3622200"/>
          </a:xfrm>
          <a:prstGeom prst="rect">
            <a:avLst/>
          </a:prstGeom>
        </p:spPr>
        <p:txBody>
          <a:bodyPr anchorCtr="0" anchor="t" bIns="914400" lIns="457200" spcFirstLastPara="1" rIns="457200" wrap="square" tIns="0">
            <a:normAutofit/>
          </a:bodyPr>
          <a:lstStyle>
            <a:lvl1pPr indent="-342900" lvl="0" marL="457200">
              <a:spcBef>
                <a:spcPts val="0"/>
              </a:spcBef>
              <a:spcAft>
                <a:spcPts val="0"/>
              </a:spcAft>
              <a:buSzPts val="1800"/>
              <a:buFont typeface="Roboto"/>
              <a:buChar char="●"/>
              <a:defRPr>
                <a:latin typeface="Roboto"/>
                <a:ea typeface="Roboto"/>
                <a:cs typeface="Roboto"/>
                <a:sym typeface="Roboto"/>
              </a:defRPr>
            </a:lvl1pPr>
            <a:lvl2pPr indent="-317500" lvl="1" marL="914400">
              <a:spcBef>
                <a:spcPts val="800"/>
              </a:spcBef>
              <a:spcAft>
                <a:spcPts val="0"/>
              </a:spcAft>
              <a:buSzPts val="1400"/>
              <a:buFont typeface="Roboto"/>
              <a:buChar char="○"/>
              <a:defRPr>
                <a:latin typeface="Roboto"/>
                <a:ea typeface="Roboto"/>
                <a:cs typeface="Roboto"/>
                <a:sym typeface="Roboto"/>
              </a:defRPr>
            </a:lvl2pPr>
            <a:lvl3pPr indent="-317500" lvl="2" marL="1371600">
              <a:spcBef>
                <a:spcPts val="800"/>
              </a:spcBef>
              <a:spcAft>
                <a:spcPts val="0"/>
              </a:spcAft>
              <a:buSzPts val="1400"/>
              <a:buFont typeface="Roboto"/>
              <a:buChar char="■"/>
              <a:defRPr>
                <a:latin typeface="Roboto"/>
                <a:ea typeface="Roboto"/>
                <a:cs typeface="Roboto"/>
                <a:sym typeface="Roboto"/>
              </a:defRPr>
            </a:lvl3pPr>
            <a:lvl4pPr indent="-317500" lvl="3" marL="1828800">
              <a:spcBef>
                <a:spcPts val="800"/>
              </a:spcBef>
              <a:spcAft>
                <a:spcPts val="0"/>
              </a:spcAft>
              <a:buSzPts val="1400"/>
              <a:buFont typeface="Roboto"/>
              <a:buChar char="●"/>
              <a:defRPr>
                <a:latin typeface="Roboto"/>
                <a:ea typeface="Roboto"/>
                <a:cs typeface="Roboto"/>
                <a:sym typeface="Roboto"/>
              </a:defRPr>
            </a:lvl4pPr>
            <a:lvl5pPr indent="-317500" lvl="4" marL="2286000">
              <a:spcBef>
                <a:spcPts val="800"/>
              </a:spcBef>
              <a:spcAft>
                <a:spcPts val="0"/>
              </a:spcAft>
              <a:buSzPts val="1400"/>
              <a:buFont typeface="Roboto"/>
              <a:buChar char="○"/>
              <a:defRPr>
                <a:latin typeface="Roboto"/>
                <a:ea typeface="Roboto"/>
                <a:cs typeface="Roboto"/>
                <a:sym typeface="Roboto"/>
              </a:defRPr>
            </a:lvl5pPr>
            <a:lvl6pPr indent="-317500" lvl="5" marL="2743200">
              <a:spcBef>
                <a:spcPts val="800"/>
              </a:spcBef>
              <a:spcAft>
                <a:spcPts val="0"/>
              </a:spcAft>
              <a:buSzPts val="1400"/>
              <a:buFont typeface="Roboto"/>
              <a:buChar char="■"/>
              <a:defRPr>
                <a:latin typeface="Roboto"/>
                <a:ea typeface="Roboto"/>
                <a:cs typeface="Roboto"/>
                <a:sym typeface="Roboto"/>
              </a:defRPr>
            </a:lvl6pPr>
            <a:lvl7pPr indent="-317500" lvl="6" marL="3200400">
              <a:spcBef>
                <a:spcPts val="800"/>
              </a:spcBef>
              <a:spcAft>
                <a:spcPts val="0"/>
              </a:spcAft>
              <a:buSzPts val="1400"/>
              <a:buFont typeface="Roboto"/>
              <a:buChar char="●"/>
              <a:defRPr>
                <a:latin typeface="Roboto"/>
                <a:ea typeface="Roboto"/>
                <a:cs typeface="Roboto"/>
                <a:sym typeface="Roboto"/>
              </a:defRPr>
            </a:lvl7pPr>
            <a:lvl8pPr indent="-317500" lvl="7" marL="3657600">
              <a:spcBef>
                <a:spcPts val="800"/>
              </a:spcBef>
              <a:spcAft>
                <a:spcPts val="0"/>
              </a:spcAft>
              <a:buSzPts val="1400"/>
              <a:buFont typeface="Roboto"/>
              <a:buChar char="○"/>
              <a:defRPr>
                <a:latin typeface="Roboto"/>
                <a:ea typeface="Roboto"/>
                <a:cs typeface="Roboto"/>
                <a:sym typeface="Roboto"/>
              </a:defRPr>
            </a:lvl8pPr>
            <a:lvl9pPr indent="-317500" lvl="8" marL="4114800">
              <a:spcBef>
                <a:spcPts val="800"/>
              </a:spcBef>
              <a:spcAft>
                <a:spcPts val="800"/>
              </a:spcAft>
              <a:buSzPts val="1400"/>
              <a:buFont typeface="Roboto"/>
              <a:buChar char="■"/>
              <a:defRPr>
                <a:latin typeface="Roboto"/>
                <a:ea typeface="Roboto"/>
                <a:cs typeface="Roboto"/>
                <a:sym typeface="Roboto"/>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Numbered 1–5">
  <p:cSld name="CUSTOM_2_7_1_4_2">
    <p:spTree>
      <p:nvGrpSpPr>
        <p:cNvPr id="2239" name="Shape 2239"/>
        <p:cNvGrpSpPr/>
        <p:nvPr/>
      </p:nvGrpSpPr>
      <p:grpSpPr>
        <a:xfrm>
          <a:off x="0" y="0"/>
          <a:ext cx="0" cy="0"/>
          <a:chOff x="0" y="0"/>
          <a:chExt cx="0" cy="0"/>
        </a:xfrm>
      </p:grpSpPr>
      <p:sp>
        <p:nvSpPr>
          <p:cNvPr id="2240" name="Google Shape;2240;p252"/>
          <p:cNvSpPr/>
          <p:nvPr/>
        </p:nvSpPr>
        <p:spPr>
          <a:xfrm>
            <a:off x="1362456" y="1300238"/>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242" name="Google Shape;2242;p252"/>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43" name="Google Shape;2243;p2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244" name="Google Shape;2244;p2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grpSp>
        <p:nvGrpSpPr>
          <p:cNvPr id="2245" name="Google Shape;2245;p252"/>
          <p:cNvGrpSpPr/>
          <p:nvPr/>
        </p:nvGrpSpPr>
        <p:grpSpPr>
          <a:xfrm>
            <a:off x="457200" y="1300225"/>
            <a:ext cx="776889" cy="621300"/>
            <a:chOff x="457200" y="1378813"/>
            <a:chExt cx="776889" cy="621300"/>
          </a:xfrm>
        </p:grpSpPr>
        <p:sp>
          <p:nvSpPr>
            <p:cNvPr id="2246" name="Google Shape;2246;p252"/>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Thin"/>
                  <a:ea typeface="Roboto Thin"/>
                  <a:cs typeface="Roboto Thin"/>
                  <a:sym typeface="Roboto Thin"/>
                </a:rPr>
                <a:t>01</a:t>
              </a:r>
              <a:endParaRPr sz="3000">
                <a:latin typeface="Roboto Thin"/>
                <a:ea typeface="Roboto Thin"/>
                <a:cs typeface="Roboto Thin"/>
                <a:sym typeface="Roboto Thin"/>
              </a:endParaRPr>
            </a:p>
          </p:txBody>
        </p:sp>
        <p:sp>
          <p:nvSpPr>
            <p:cNvPr id="2247" name="Google Shape;2247;p252"/>
            <p:cNvSpPr/>
            <p:nvPr/>
          </p:nvSpPr>
          <p:spPr>
            <a:xfrm rot="5400000">
              <a:off x="969614" y="1607625"/>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8" name="Google Shape;2248;p252"/>
          <p:cNvGrpSpPr/>
          <p:nvPr/>
        </p:nvGrpSpPr>
        <p:grpSpPr>
          <a:xfrm>
            <a:off x="457200" y="2000125"/>
            <a:ext cx="776889" cy="621300"/>
            <a:chOff x="457200" y="1378813"/>
            <a:chExt cx="776889" cy="621300"/>
          </a:xfrm>
        </p:grpSpPr>
        <p:sp>
          <p:nvSpPr>
            <p:cNvPr id="2249" name="Google Shape;2249;p252"/>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Thin"/>
                  <a:ea typeface="Roboto Thin"/>
                  <a:cs typeface="Roboto Thin"/>
                  <a:sym typeface="Roboto Thin"/>
                </a:rPr>
                <a:t>02</a:t>
              </a:r>
              <a:endParaRPr sz="3000">
                <a:latin typeface="Roboto Thin"/>
                <a:ea typeface="Roboto Thin"/>
                <a:cs typeface="Roboto Thin"/>
                <a:sym typeface="Roboto Thin"/>
              </a:endParaRPr>
            </a:p>
          </p:txBody>
        </p:sp>
        <p:sp>
          <p:nvSpPr>
            <p:cNvPr id="2250" name="Google Shape;2250;p252"/>
            <p:cNvSpPr/>
            <p:nvPr/>
          </p:nvSpPr>
          <p:spPr>
            <a:xfrm rot="5400000">
              <a:off x="969614" y="1607625"/>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1" name="Google Shape;2251;p252"/>
          <p:cNvGrpSpPr/>
          <p:nvPr/>
        </p:nvGrpSpPr>
        <p:grpSpPr>
          <a:xfrm>
            <a:off x="457200" y="2692850"/>
            <a:ext cx="776889" cy="621300"/>
            <a:chOff x="457200" y="1378813"/>
            <a:chExt cx="776889" cy="621300"/>
          </a:xfrm>
        </p:grpSpPr>
        <p:sp>
          <p:nvSpPr>
            <p:cNvPr id="2252" name="Google Shape;2252;p252"/>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Thin"/>
                  <a:ea typeface="Roboto Thin"/>
                  <a:cs typeface="Roboto Thin"/>
                  <a:sym typeface="Roboto Thin"/>
                </a:rPr>
                <a:t>03</a:t>
              </a:r>
              <a:endParaRPr sz="3000">
                <a:latin typeface="Roboto Thin"/>
                <a:ea typeface="Roboto Thin"/>
                <a:cs typeface="Roboto Thin"/>
                <a:sym typeface="Roboto Thin"/>
              </a:endParaRPr>
            </a:p>
          </p:txBody>
        </p:sp>
        <p:sp>
          <p:nvSpPr>
            <p:cNvPr id="2253" name="Google Shape;2253;p252"/>
            <p:cNvSpPr/>
            <p:nvPr/>
          </p:nvSpPr>
          <p:spPr>
            <a:xfrm rot="5400000">
              <a:off x="969614" y="1607625"/>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4" name="Google Shape;2254;p252"/>
          <p:cNvGrpSpPr/>
          <p:nvPr/>
        </p:nvGrpSpPr>
        <p:grpSpPr>
          <a:xfrm>
            <a:off x="457200" y="3390350"/>
            <a:ext cx="776889" cy="621300"/>
            <a:chOff x="457200" y="1378813"/>
            <a:chExt cx="776889" cy="621300"/>
          </a:xfrm>
        </p:grpSpPr>
        <p:sp>
          <p:nvSpPr>
            <p:cNvPr id="2255" name="Google Shape;2255;p252"/>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Thin"/>
                  <a:ea typeface="Roboto Thin"/>
                  <a:cs typeface="Roboto Thin"/>
                  <a:sym typeface="Roboto Thin"/>
                </a:rPr>
                <a:t>04</a:t>
              </a:r>
              <a:endParaRPr sz="3000">
                <a:latin typeface="Roboto Thin"/>
                <a:ea typeface="Roboto Thin"/>
                <a:cs typeface="Roboto Thin"/>
                <a:sym typeface="Roboto Thin"/>
              </a:endParaRPr>
            </a:p>
          </p:txBody>
        </p:sp>
        <p:sp>
          <p:nvSpPr>
            <p:cNvPr id="2256" name="Google Shape;2256;p252"/>
            <p:cNvSpPr/>
            <p:nvPr/>
          </p:nvSpPr>
          <p:spPr>
            <a:xfrm rot="5400000">
              <a:off x="969614" y="1607625"/>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7" name="Google Shape;2257;p252"/>
          <p:cNvSpPr txBox="1"/>
          <p:nvPr>
            <p:ph idx="2" type="subTitle"/>
          </p:nvPr>
        </p:nvSpPr>
        <p:spPr>
          <a:xfrm>
            <a:off x="-75" y="1319425"/>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58" name="Google Shape;2258;p252"/>
          <p:cNvSpPr/>
          <p:nvPr/>
        </p:nvSpPr>
        <p:spPr>
          <a:xfrm>
            <a:off x="1352550" y="2002536"/>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52"/>
          <p:cNvSpPr/>
          <p:nvPr/>
        </p:nvSpPr>
        <p:spPr>
          <a:xfrm>
            <a:off x="1352550" y="269285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52"/>
          <p:cNvSpPr/>
          <p:nvPr/>
        </p:nvSpPr>
        <p:spPr>
          <a:xfrm>
            <a:off x="1352550" y="3385575"/>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52"/>
          <p:cNvSpPr txBox="1"/>
          <p:nvPr>
            <p:ph idx="3" type="subTitle"/>
          </p:nvPr>
        </p:nvSpPr>
        <p:spPr>
          <a:xfrm>
            <a:off x="-12175" y="2004950"/>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62" name="Google Shape;2262;p252"/>
          <p:cNvSpPr txBox="1"/>
          <p:nvPr>
            <p:ph idx="4" type="subTitle"/>
          </p:nvPr>
        </p:nvSpPr>
        <p:spPr>
          <a:xfrm>
            <a:off x="0" y="2695263"/>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63" name="Google Shape;2263;p252"/>
          <p:cNvSpPr txBox="1"/>
          <p:nvPr>
            <p:ph idx="5" type="subTitle"/>
          </p:nvPr>
        </p:nvSpPr>
        <p:spPr>
          <a:xfrm>
            <a:off x="-12300" y="3385563"/>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grpSp>
        <p:nvGrpSpPr>
          <p:cNvPr id="2264" name="Google Shape;2264;p252"/>
          <p:cNvGrpSpPr/>
          <p:nvPr/>
        </p:nvGrpSpPr>
        <p:grpSpPr>
          <a:xfrm>
            <a:off x="469500" y="4083075"/>
            <a:ext cx="776889" cy="621300"/>
            <a:chOff x="457200" y="1378813"/>
            <a:chExt cx="776889" cy="621300"/>
          </a:xfrm>
        </p:grpSpPr>
        <p:sp>
          <p:nvSpPr>
            <p:cNvPr id="2265" name="Google Shape;2265;p252"/>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Thin"/>
                  <a:ea typeface="Roboto Thin"/>
                  <a:cs typeface="Roboto Thin"/>
                  <a:sym typeface="Roboto Thin"/>
                </a:rPr>
                <a:t>05</a:t>
              </a:r>
              <a:endParaRPr sz="3000">
                <a:latin typeface="Roboto Thin"/>
                <a:ea typeface="Roboto Thin"/>
                <a:cs typeface="Roboto Thin"/>
                <a:sym typeface="Roboto Thin"/>
              </a:endParaRPr>
            </a:p>
          </p:txBody>
        </p:sp>
        <p:sp>
          <p:nvSpPr>
            <p:cNvPr id="2266" name="Google Shape;2266;p252"/>
            <p:cNvSpPr/>
            <p:nvPr/>
          </p:nvSpPr>
          <p:spPr>
            <a:xfrm rot="5400000">
              <a:off x="969614" y="1607625"/>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7" name="Google Shape;2267;p252"/>
          <p:cNvSpPr/>
          <p:nvPr/>
        </p:nvSpPr>
        <p:spPr>
          <a:xfrm>
            <a:off x="1364850" y="4078300"/>
            <a:ext cx="7517100" cy="6213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52"/>
          <p:cNvSpPr txBox="1"/>
          <p:nvPr>
            <p:ph idx="6" type="subTitle"/>
          </p:nvPr>
        </p:nvSpPr>
        <p:spPr>
          <a:xfrm>
            <a:off x="0" y="4078300"/>
            <a:ext cx="9168600" cy="606900"/>
          </a:xfrm>
          <a:prstGeom prst="rect">
            <a:avLst/>
          </a:prstGeom>
        </p:spPr>
        <p:txBody>
          <a:bodyPr anchorCtr="0" anchor="ctr" bIns="0" lIns="155447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69" name="Google Shape;2269;p252"/>
          <p:cNvSpPr txBox="1"/>
          <p:nvPr>
            <p:ph idx="7"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288">
          <p15:clr>
            <a:srgbClr val="F9AD4C"/>
          </p15:clr>
        </p15:guide>
      </p15:sldGuideLst>
    </p:ext>
  </p:extLst>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Instructor Demo">
  <p:cSld name="CUSTOM_2_3_1_1_3_1_1_2_1_1_1_2_2">
    <p:spTree>
      <p:nvGrpSpPr>
        <p:cNvPr id="2270" name="Shape 2270"/>
        <p:cNvGrpSpPr/>
        <p:nvPr/>
      </p:nvGrpSpPr>
      <p:grpSpPr>
        <a:xfrm>
          <a:off x="0" y="0"/>
          <a:ext cx="0" cy="0"/>
          <a:chOff x="0" y="0"/>
          <a:chExt cx="0" cy="0"/>
        </a:xfrm>
      </p:grpSpPr>
      <p:pic>
        <p:nvPicPr>
          <p:cNvPr id="2271" name="Google Shape;2271;p253"/>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272" name="Google Shape;2272;p2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273" name="Google Shape;2273;p253"/>
          <p:cNvSpPr txBox="1"/>
          <p:nvPr>
            <p:ph type="title"/>
          </p:nvPr>
        </p:nvSpPr>
        <p:spPr>
          <a:xfrm>
            <a:off x="274325" y="3361350"/>
            <a:ext cx="8595300" cy="738600"/>
          </a:xfrm>
          <a:prstGeom prst="rect">
            <a:avLst/>
          </a:prstGeom>
        </p:spPr>
        <p:txBody>
          <a:bodyPr anchorCtr="0" anchor="t" bIns="91425" lIns="365750" spcFirstLastPara="1" rIns="91425" wrap="square" tIns="91425">
            <a:noAutofit/>
          </a:bodyPr>
          <a:lstStyle>
            <a:lvl1pPr lvl="0" algn="ctr">
              <a:spcBef>
                <a:spcPts val="0"/>
              </a:spcBef>
              <a:spcAft>
                <a:spcPts val="0"/>
              </a:spcAft>
              <a:buNone/>
              <a:defRPr sz="3600">
                <a:solidFill>
                  <a:srgbClr val="FFFFFF"/>
                </a:solidFill>
                <a:latin typeface="Oswald"/>
                <a:ea typeface="Oswald"/>
                <a:cs typeface="Oswald"/>
                <a:sym typeface="Oswa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2274" name="Google Shape;2274;p253"/>
          <p:cNvSpPr txBox="1"/>
          <p:nvPr/>
        </p:nvSpPr>
        <p:spPr>
          <a:xfrm>
            <a:off x="274350" y="2544575"/>
            <a:ext cx="8595300" cy="4584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3600">
                <a:solidFill>
                  <a:srgbClr val="00C8E9"/>
                </a:solidFill>
                <a:latin typeface="Oswald"/>
                <a:ea typeface="Oswald"/>
                <a:cs typeface="Oswald"/>
                <a:sym typeface="Oswald"/>
              </a:rPr>
              <a:t>Instructor Demonstration</a:t>
            </a:r>
            <a:endParaRPr sz="3600">
              <a:solidFill>
                <a:srgbClr val="00C8E9"/>
              </a:solidFill>
              <a:latin typeface="Oswald"/>
              <a:ea typeface="Oswald"/>
              <a:cs typeface="Oswald"/>
              <a:sym typeface="Oswald"/>
            </a:endParaRPr>
          </a:p>
        </p:txBody>
      </p:sp>
      <p:cxnSp>
        <p:nvCxnSpPr>
          <p:cNvPr id="2275" name="Google Shape;2275;p253"/>
          <p:cNvCxnSpPr/>
          <p:nvPr/>
        </p:nvCxnSpPr>
        <p:spPr>
          <a:xfrm>
            <a:off x="2298900" y="3234725"/>
            <a:ext cx="4546200" cy="0"/>
          </a:xfrm>
          <a:prstGeom prst="straightConnector1">
            <a:avLst/>
          </a:prstGeom>
          <a:noFill/>
          <a:ln cap="flat" cmpd="sng" w="9525">
            <a:solidFill>
              <a:srgbClr val="FFFFFF"/>
            </a:solidFill>
            <a:prstDash val="solid"/>
            <a:round/>
            <a:headEnd len="med" w="med" type="none"/>
            <a:tailEnd len="med" w="med" type="none"/>
          </a:ln>
        </p:spPr>
      </p:cxnSp>
      <p:pic>
        <p:nvPicPr>
          <p:cNvPr id="2276" name="Google Shape;2276;p253"/>
          <p:cNvPicPr preferRelativeResize="0"/>
          <p:nvPr/>
        </p:nvPicPr>
        <p:blipFill rotWithShape="1">
          <a:blip r:embed="rId3">
            <a:alphaModFix/>
          </a:blip>
          <a:srcRect b="0" l="2572" r="0" t="0"/>
          <a:stretch/>
        </p:blipFill>
        <p:spPr>
          <a:xfrm>
            <a:off x="3352200" y="660500"/>
            <a:ext cx="2505825" cy="1782149"/>
          </a:xfrm>
          <a:prstGeom prst="rect">
            <a:avLst/>
          </a:prstGeom>
          <a:noFill/>
          <a:ln>
            <a:noFill/>
          </a:ln>
        </p:spPr>
      </p:pic>
      <p:sp>
        <p:nvSpPr>
          <p:cNvPr id="2277" name="Google Shape;2277;p253"/>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Numbered 1–7">
  <p:cSld name="CUSTOM_2_7_1_3_1_1_1">
    <p:spTree>
      <p:nvGrpSpPr>
        <p:cNvPr id="2278" name="Shape 2278"/>
        <p:cNvGrpSpPr/>
        <p:nvPr/>
      </p:nvGrpSpPr>
      <p:grpSpPr>
        <a:xfrm>
          <a:off x="0" y="0"/>
          <a:ext cx="0" cy="0"/>
          <a:chOff x="0" y="0"/>
          <a:chExt cx="0" cy="0"/>
        </a:xfrm>
      </p:grpSpPr>
      <p:sp>
        <p:nvSpPr>
          <p:cNvPr id="2279" name="Google Shape;2279;p254"/>
          <p:cNvSpPr/>
          <p:nvPr/>
        </p:nvSpPr>
        <p:spPr>
          <a:xfrm>
            <a:off x="1254500" y="1161625"/>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54"/>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281" name="Google Shape;2281;p254"/>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cxnSp>
        <p:nvCxnSpPr>
          <p:cNvPr id="2282" name="Google Shape;2282;p254"/>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2283" name="Google Shape;2283;p254"/>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284" name="Google Shape;2284;p254"/>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grpSp>
        <p:nvGrpSpPr>
          <p:cNvPr id="2285" name="Google Shape;2285;p254"/>
          <p:cNvGrpSpPr/>
          <p:nvPr/>
        </p:nvGrpSpPr>
        <p:grpSpPr>
          <a:xfrm>
            <a:off x="457222" y="1149803"/>
            <a:ext cx="713194" cy="446423"/>
            <a:chOff x="457200" y="1466425"/>
            <a:chExt cx="776900" cy="486300"/>
          </a:xfrm>
        </p:grpSpPr>
        <p:sp>
          <p:nvSpPr>
            <p:cNvPr id="2286" name="Google Shape;2286;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01</a:t>
              </a:r>
              <a:endParaRPr sz="2600">
                <a:solidFill>
                  <a:srgbClr val="FFFFFF"/>
                </a:solidFill>
                <a:latin typeface="Roboto Light"/>
                <a:ea typeface="Roboto Light"/>
                <a:cs typeface="Roboto Light"/>
                <a:sym typeface="Roboto Light"/>
              </a:endParaRPr>
            </a:p>
          </p:txBody>
        </p:sp>
        <p:sp>
          <p:nvSpPr>
            <p:cNvPr id="2287" name="Google Shape;2287;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8" name="Google Shape;2288;p254"/>
          <p:cNvSpPr txBox="1"/>
          <p:nvPr>
            <p:ph idx="2" type="subTitle"/>
          </p:nvPr>
        </p:nvSpPr>
        <p:spPr>
          <a:xfrm>
            <a:off x="0" y="1175325"/>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89" name="Google Shape;2289;p254"/>
          <p:cNvSpPr/>
          <p:nvPr/>
        </p:nvSpPr>
        <p:spPr>
          <a:xfrm>
            <a:off x="1254500" y="1684250"/>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0" name="Google Shape;2290;p254"/>
          <p:cNvGrpSpPr/>
          <p:nvPr/>
        </p:nvGrpSpPr>
        <p:grpSpPr>
          <a:xfrm>
            <a:off x="457222" y="1672428"/>
            <a:ext cx="713194" cy="446423"/>
            <a:chOff x="457200" y="1466425"/>
            <a:chExt cx="776900" cy="486300"/>
          </a:xfrm>
        </p:grpSpPr>
        <p:sp>
          <p:nvSpPr>
            <p:cNvPr id="2291" name="Google Shape;2291;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02</a:t>
              </a:r>
              <a:endParaRPr sz="2600">
                <a:solidFill>
                  <a:srgbClr val="FFFFFF"/>
                </a:solidFill>
                <a:latin typeface="Roboto Light"/>
                <a:ea typeface="Roboto Light"/>
                <a:cs typeface="Roboto Light"/>
                <a:sym typeface="Roboto Light"/>
              </a:endParaRPr>
            </a:p>
          </p:txBody>
        </p:sp>
        <p:sp>
          <p:nvSpPr>
            <p:cNvPr id="2292" name="Google Shape;2292;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3" name="Google Shape;2293;p254"/>
          <p:cNvSpPr txBox="1"/>
          <p:nvPr>
            <p:ph idx="3" type="subTitle"/>
          </p:nvPr>
        </p:nvSpPr>
        <p:spPr>
          <a:xfrm>
            <a:off x="125" y="1697950"/>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94" name="Google Shape;2294;p254"/>
          <p:cNvSpPr/>
          <p:nvPr/>
        </p:nvSpPr>
        <p:spPr>
          <a:xfrm>
            <a:off x="1254475" y="2207400"/>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5" name="Google Shape;2295;p254"/>
          <p:cNvGrpSpPr/>
          <p:nvPr/>
        </p:nvGrpSpPr>
        <p:grpSpPr>
          <a:xfrm>
            <a:off x="457197" y="2195578"/>
            <a:ext cx="713194" cy="446423"/>
            <a:chOff x="457200" y="1466425"/>
            <a:chExt cx="776900" cy="486300"/>
          </a:xfrm>
        </p:grpSpPr>
        <p:sp>
          <p:nvSpPr>
            <p:cNvPr id="2296" name="Google Shape;2296;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03</a:t>
              </a:r>
              <a:endParaRPr sz="2600">
                <a:solidFill>
                  <a:srgbClr val="FFFFFF"/>
                </a:solidFill>
                <a:latin typeface="Roboto Light"/>
                <a:ea typeface="Roboto Light"/>
                <a:cs typeface="Roboto Light"/>
                <a:sym typeface="Roboto Light"/>
              </a:endParaRPr>
            </a:p>
          </p:txBody>
        </p:sp>
        <p:sp>
          <p:nvSpPr>
            <p:cNvPr id="2297" name="Google Shape;2297;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8" name="Google Shape;2298;p254"/>
          <p:cNvSpPr txBox="1"/>
          <p:nvPr>
            <p:ph idx="4" type="subTitle"/>
          </p:nvPr>
        </p:nvSpPr>
        <p:spPr>
          <a:xfrm>
            <a:off x="0" y="2221100"/>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299" name="Google Shape;2299;p254"/>
          <p:cNvSpPr/>
          <p:nvPr/>
        </p:nvSpPr>
        <p:spPr>
          <a:xfrm>
            <a:off x="1254475" y="2730025"/>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0" name="Google Shape;2300;p254"/>
          <p:cNvGrpSpPr/>
          <p:nvPr/>
        </p:nvGrpSpPr>
        <p:grpSpPr>
          <a:xfrm>
            <a:off x="457197" y="2718203"/>
            <a:ext cx="713194" cy="446423"/>
            <a:chOff x="457200" y="1466425"/>
            <a:chExt cx="776900" cy="486300"/>
          </a:xfrm>
        </p:grpSpPr>
        <p:sp>
          <p:nvSpPr>
            <p:cNvPr id="2301" name="Google Shape;2301;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04</a:t>
              </a:r>
              <a:endParaRPr sz="2600">
                <a:solidFill>
                  <a:srgbClr val="FFFFFF"/>
                </a:solidFill>
                <a:latin typeface="Roboto Light"/>
                <a:ea typeface="Roboto Light"/>
                <a:cs typeface="Roboto Light"/>
                <a:sym typeface="Roboto Light"/>
              </a:endParaRPr>
            </a:p>
          </p:txBody>
        </p:sp>
        <p:sp>
          <p:nvSpPr>
            <p:cNvPr id="2302" name="Google Shape;2302;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3" name="Google Shape;2303;p254"/>
          <p:cNvSpPr txBox="1"/>
          <p:nvPr>
            <p:ph idx="5" type="subTitle"/>
          </p:nvPr>
        </p:nvSpPr>
        <p:spPr>
          <a:xfrm>
            <a:off x="-125" y="2743725"/>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04" name="Google Shape;2304;p254"/>
          <p:cNvSpPr/>
          <p:nvPr/>
        </p:nvSpPr>
        <p:spPr>
          <a:xfrm>
            <a:off x="1254500" y="3252650"/>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5" name="Google Shape;2305;p254"/>
          <p:cNvGrpSpPr/>
          <p:nvPr/>
        </p:nvGrpSpPr>
        <p:grpSpPr>
          <a:xfrm>
            <a:off x="457222" y="3240828"/>
            <a:ext cx="713194" cy="446423"/>
            <a:chOff x="457200" y="1466425"/>
            <a:chExt cx="776900" cy="486300"/>
          </a:xfrm>
        </p:grpSpPr>
        <p:sp>
          <p:nvSpPr>
            <p:cNvPr id="2306" name="Google Shape;2306;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05</a:t>
              </a:r>
              <a:endParaRPr sz="2600">
                <a:solidFill>
                  <a:srgbClr val="FFFFFF"/>
                </a:solidFill>
                <a:latin typeface="Roboto Light"/>
                <a:ea typeface="Roboto Light"/>
                <a:cs typeface="Roboto Light"/>
                <a:sym typeface="Roboto Light"/>
              </a:endParaRPr>
            </a:p>
          </p:txBody>
        </p:sp>
        <p:sp>
          <p:nvSpPr>
            <p:cNvPr id="2307" name="Google Shape;2307;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8" name="Google Shape;2308;p254"/>
          <p:cNvSpPr txBox="1"/>
          <p:nvPr>
            <p:ph idx="6" type="subTitle"/>
          </p:nvPr>
        </p:nvSpPr>
        <p:spPr>
          <a:xfrm>
            <a:off x="25" y="3266350"/>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09" name="Google Shape;2309;p254"/>
          <p:cNvSpPr/>
          <p:nvPr/>
        </p:nvSpPr>
        <p:spPr>
          <a:xfrm>
            <a:off x="1254500" y="3775275"/>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0" name="Google Shape;2310;p254"/>
          <p:cNvGrpSpPr/>
          <p:nvPr/>
        </p:nvGrpSpPr>
        <p:grpSpPr>
          <a:xfrm>
            <a:off x="457222" y="3763453"/>
            <a:ext cx="713194" cy="446423"/>
            <a:chOff x="457200" y="1466425"/>
            <a:chExt cx="776900" cy="486300"/>
          </a:xfrm>
        </p:grpSpPr>
        <p:sp>
          <p:nvSpPr>
            <p:cNvPr id="2311" name="Google Shape;2311;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06</a:t>
              </a:r>
              <a:endParaRPr sz="2600">
                <a:solidFill>
                  <a:srgbClr val="FFFFFF"/>
                </a:solidFill>
                <a:latin typeface="Roboto Light"/>
                <a:ea typeface="Roboto Light"/>
                <a:cs typeface="Roboto Light"/>
                <a:sym typeface="Roboto Light"/>
              </a:endParaRPr>
            </a:p>
          </p:txBody>
        </p:sp>
        <p:sp>
          <p:nvSpPr>
            <p:cNvPr id="2312" name="Google Shape;2312;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3" name="Google Shape;2313;p254"/>
          <p:cNvSpPr txBox="1"/>
          <p:nvPr>
            <p:ph idx="7" type="subTitle"/>
          </p:nvPr>
        </p:nvSpPr>
        <p:spPr>
          <a:xfrm>
            <a:off x="-50" y="3788975"/>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14" name="Google Shape;2314;p254"/>
          <p:cNvSpPr/>
          <p:nvPr/>
        </p:nvSpPr>
        <p:spPr>
          <a:xfrm>
            <a:off x="1254500" y="4323425"/>
            <a:ext cx="7640100" cy="446400"/>
          </a:xfrm>
          <a:prstGeom prst="roundRect">
            <a:avLst>
              <a:gd fmla="val 166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15" name="Google Shape;2315;p254"/>
          <p:cNvGrpSpPr/>
          <p:nvPr/>
        </p:nvGrpSpPr>
        <p:grpSpPr>
          <a:xfrm>
            <a:off x="457222" y="4311603"/>
            <a:ext cx="713194" cy="446423"/>
            <a:chOff x="457200" y="1466425"/>
            <a:chExt cx="776900" cy="486300"/>
          </a:xfrm>
        </p:grpSpPr>
        <p:sp>
          <p:nvSpPr>
            <p:cNvPr id="2316" name="Google Shape;2316;p254"/>
            <p:cNvSpPr/>
            <p:nvPr/>
          </p:nvSpPr>
          <p:spPr>
            <a:xfrm>
              <a:off x="457200" y="1466425"/>
              <a:ext cx="695400" cy="486300"/>
            </a:xfrm>
            <a:prstGeom prst="roundRect">
              <a:avLst>
                <a:gd fmla="val 16667" name="adj"/>
              </a:avLst>
            </a:prstGeom>
            <a:solidFill>
              <a:srgbClr val="FF992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Light"/>
                  <a:ea typeface="Roboto Light"/>
                  <a:cs typeface="Roboto Light"/>
                  <a:sym typeface="Roboto Light"/>
                </a:rPr>
                <a:t>07</a:t>
              </a:r>
              <a:endParaRPr sz="2600">
                <a:solidFill>
                  <a:srgbClr val="FFFFFF"/>
                </a:solidFill>
                <a:latin typeface="Roboto Light"/>
                <a:ea typeface="Roboto Light"/>
                <a:cs typeface="Roboto Light"/>
                <a:sym typeface="Roboto Light"/>
              </a:endParaRPr>
            </a:p>
          </p:txBody>
        </p:sp>
        <p:sp>
          <p:nvSpPr>
            <p:cNvPr id="2317" name="Google Shape;2317;p254"/>
            <p:cNvSpPr/>
            <p:nvPr/>
          </p:nvSpPr>
          <p:spPr>
            <a:xfrm rot="5400000">
              <a:off x="973100" y="1624950"/>
              <a:ext cx="333375" cy="188625"/>
            </a:xfrm>
            <a:prstGeom prst="flowChartExtract">
              <a:avLst/>
            </a:prstGeom>
            <a:solidFill>
              <a:srgbClr val="FF99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8" name="Google Shape;2318;p254"/>
          <p:cNvSpPr txBox="1"/>
          <p:nvPr>
            <p:ph idx="8" type="subTitle"/>
          </p:nvPr>
        </p:nvSpPr>
        <p:spPr>
          <a:xfrm>
            <a:off x="25" y="4337125"/>
            <a:ext cx="8869800" cy="446400"/>
          </a:xfrm>
          <a:prstGeom prst="rect">
            <a:avLst/>
          </a:prstGeom>
        </p:spPr>
        <p:txBody>
          <a:bodyPr anchorCtr="0" anchor="ctr" bIns="0" lIns="1463025" spcFirstLastPara="1" rIns="457200" wrap="square" tIns="0">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19" name="Google Shape;2319;p254"/>
          <p:cNvSpPr txBox="1"/>
          <p:nvPr>
            <p:ph idx="9"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288">
          <p15:clr>
            <a:srgbClr val="F9AD4C"/>
          </p15:clr>
        </p15:guide>
      </p15:sldGuideLst>
    </p:ext>
  </p:extLst>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ll Attention Slide">
  <p:cSld name="CUSTOM_2_3_1_1_3_1_1_2_1_1">
    <p:spTree>
      <p:nvGrpSpPr>
        <p:cNvPr id="2320" name="Shape 2320"/>
        <p:cNvGrpSpPr/>
        <p:nvPr/>
      </p:nvGrpSpPr>
      <p:grpSpPr>
        <a:xfrm>
          <a:off x="0" y="0"/>
          <a:ext cx="0" cy="0"/>
          <a:chOff x="0" y="0"/>
          <a:chExt cx="0" cy="0"/>
        </a:xfrm>
      </p:grpSpPr>
      <p:pic>
        <p:nvPicPr>
          <p:cNvPr id="2321" name="Google Shape;2321;p255"/>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322" name="Google Shape;2322;p255"/>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2323" name="Google Shape;2323;p255"/>
          <p:cNvSpPr txBox="1"/>
          <p:nvPr>
            <p:ph idx="1"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pic>
        <p:nvPicPr>
          <p:cNvPr id="2324" name="Google Shape;2324;p255"/>
          <p:cNvPicPr preferRelativeResize="0"/>
          <p:nvPr/>
        </p:nvPicPr>
        <p:blipFill rotWithShape="1">
          <a:blip r:embed="rId3">
            <a:alphaModFix/>
          </a:blip>
          <a:srcRect b="0" l="0" r="0" t="0"/>
          <a:stretch/>
        </p:blipFill>
        <p:spPr>
          <a:xfrm>
            <a:off x="1029700" y="1214988"/>
            <a:ext cx="1102575" cy="2775724"/>
          </a:xfrm>
          <a:prstGeom prst="rect">
            <a:avLst/>
          </a:prstGeom>
          <a:noFill/>
          <a:ln>
            <a:noFill/>
          </a:ln>
        </p:spPr>
      </p:pic>
      <p:sp>
        <p:nvSpPr>
          <p:cNvPr id="2325" name="Google Shape;2325;p255"/>
          <p:cNvSpPr txBox="1"/>
          <p:nvPr>
            <p:ph type="title"/>
          </p:nvPr>
        </p:nvSpPr>
        <p:spPr>
          <a:xfrm>
            <a:off x="25" y="274800"/>
            <a:ext cx="9144000" cy="4593900"/>
          </a:xfrm>
          <a:prstGeom prst="rect">
            <a:avLst/>
          </a:prstGeom>
        </p:spPr>
        <p:txBody>
          <a:bodyPr anchorCtr="0" anchor="ctr" bIns="457200" lIns="2377425" spcFirstLastPara="1" rIns="91425" wrap="square" tIns="457200">
            <a:noAutofit/>
          </a:bodyPr>
          <a:lstStyle>
            <a:lvl1pPr lvl="0">
              <a:spcBef>
                <a:spcPts val="0"/>
              </a:spcBef>
              <a:spcAft>
                <a:spcPts val="0"/>
              </a:spcAft>
              <a:buNone/>
              <a:defRPr sz="3600">
                <a:solidFill>
                  <a:srgbClr val="FFFFFF"/>
                </a:solidFill>
                <a:latin typeface="Oswald"/>
                <a:ea typeface="Oswald"/>
                <a:cs typeface="Oswald"/>
                <a:sym typeface="Oswald"/>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2326" name="Shape 2326"/>
        <p:cNvGrpSpPr/>
        <p:nvPr/>
      </p:nvGrpSpPr>
      <p:grpSpPr>
        <a:xfrm>
          <a:off x="0" y="0"/>
          <a:ext cx="0" cy="0"/>
          <a:chOff x="0" y="0"/>
          <a:chExt cx="0" cy="0"/>
        </a:xfrm>
      </p:grpSpPr>
      <p:sp>
        <p:nvSpPr>
          <p:cNvPr id="2327" name="Google Shape;2327;p2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328" name="Google Shape;2328;p256"/>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29" name="Google Shape;2329;p256"/>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330" name="Google Shape;2330;p256"/>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2331" name="Google Shape;2331;p256"/>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256"/>
          <p:cNvSpPr txBox="1"/>
          <p:nvPr>
            <p:ph idx="2" type="subTitle"/>
          </p:nvPr>
        </p:nvSpPr>
        <p:spPr>
          <a:xfrm>
            <a:off x="724275" y="1937825"/>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grpSp>
        <p:nvGrpSpPr>
          <p:cNvPr id="2333" name="Google Shape;2333;p256"/>
          <p:cNvGrpSpPr/>
          <p:nvPr/>
        </p:nvGrpSpPr>
        <p:grpSpPr>
          <a:xfrm>
            <a:off x="457181" y="1345103"/>
            <a:ext cx="533372" cy="533480"/>
            <a:chOff x="457200" y="1378813"/>
            <a:chExt cx="695400" cy="695450"/>
          </a:xfrm>
        </p:grpSpPr>
        <p:sp>
          <p:nvSpPr>
            <p:cNvPr id="2334" name="Google Shape;2334;p256"/>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2335" name="Google Shape;2335;p256"/>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6" name="Google Shape;2336;p256"/>
          <p:cNvGrpSpPr/>
          <p:nvPr/>
        </p:nvGrpSpPr>
        <p:grpSpPr>
          <a:xfrm>
            <a:off x="3228956" y="1345103"/>
            <a:ext cx="533372" cy="533480"/>
            <a:chOff x="457200" y="1378813"/>
            <a:chExt cx="695400" cy="695450"/>
          </a:xfrm>
        </p:grpSpPr>
        <p:sp>
          <p:nvSpPr>
            <p:cNvPr id="2337" name="Google Shape;2337;p256"/>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2338" name="Google Shape;2338;p256"/>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339" name="Google Shape;2339;p256"/>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56"/>
          <p:cNvSpPr txBox="1"/>
          <p:nvPr>
            <p:ph idx="3" type="subTitle"/>
          </p:nvPr>
        </p:nvSpPr>
        <p:spPr>
          <a:xfrm>
            <a:off x="3496050" y="1937837"/>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grpSp>
        <p:nvGrpSpPr>
          <p:cNvPr id="2341" name="Google Shape;2341;p256"/>
          <p:cNvGrpSpPr/>
          <p:nvPr/>
        </p:nvGrpSpPr>
        <p:grpSpPr>
          <a:xfrm>
            <a:off x="6134081" y="1345853"/>
            <a:ext cx="533372" cy="533480"/>
            <a:chOff x="457200" y="1378813"/>
            <a:chExt cx="695400" cy="695450"/>
          </a:xfrm>
        </p:grpSpPr>
        <p:sp>
          <p:nvSpPr>
            <p:cNvPr id="2342" name="Google Shape;2342;p256"/>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2343" name="Google Shape;2343;p256"/>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344" name="Google Shape;2344;p256"/>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56"/>
          <p:cNvSpPr txBox="1"/>
          <p:nvPr>
            <p:ph idx="4" type="subTitle"/>
          </p:nvPr>
        </p:nvSpPr>
        <p:spPr>
          <a:xfrm>
            <a:off x="6401175" y="1938587"/>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346" name="Google Shape;2346;p256"/>
          <p:cNvSpPr txBox="1"/>
          <p:nvPr>
            <p:ph idx="5"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288">
          <p15:clr>
            <a:srgbClr val="F9AD4C"/>
          </p15:clr>
        </p15:guide>
      </p15:sldGuideLst>
    </p:ext>
  </p:extLst>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1">
  <p:cSld name="CUSTOM_2_7_1_5_2_1">
    <p:spTree>
      <p:nvGrpSpPr>
        <p:cNvPr id="2347" name="Shape 2347"/>
        <p:cNvGrpSpPr/>
        <p:nvPr/>
      </p:nvGrpSpPr>
      <p:grpSpPr>
        <a:xfrm>
          <a:off x="0" y="0"/>
          <a:ext cx="0" cy="0"/>
          <a:chOff x="0" y="0"/>
          <a:chExt cx="0" cy="0"/>
        </a:xfrm>
      </p:grpSpPr>
      <p:sp>
        <p:nvSpPr>
          <p:cNvPr id="2348" name="Google Shape;2348;p257"/>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a:spcBef>
                <a:spcPts val="0"/>
              </a:spcBef>
              <a:spcAft>
                <a:spcPts val="0"/>
              </a:spcAft>
              <a:buNone/>
              <a:defRPr sz="2400">
                <a:latin typeface="Roboto Medium"/>
                <a:ea typeface="Roboto Medium"/>
                <a:cs typeface="Roboto Medium"/>
                <a:sym typeface="Roboto Medium"/>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349" name="Google Shape;2349;p257"/>
          <p:cNvSpPr txBox="1"/>
          <p:nvPr>
            <p:ph idx="1" type="subTitle"/>
          </p:nvPr>
        </p:nvSpPr>
        <p:spPr>
          <a:xfrm>
            <a:off x="0" y="675975"/>
            <a:ext cx="9144000" cy="364800"/>
          </a:xfrm>
          <a:prstGeom prst="rect">
            <a:avLst/>
          </a:prstGeom>
        </p:spPr>
        <p:txBody>
          <a:bodyPr anchorCtr="0" anchor="t" bIns="0" lIns="457200" spcFirstLastPara="1" rIns="457200" wrap="square" tIns="91425">
            <a:normAutofit/>
          </a:bodyPr>
          <a:lstStyle>
            <a:lvl1pPr lvl="0">
              <a:spcBef>
                <a:spcPts val="0"/>
              </a:spcBef>
              <a:spcAft>
                <a:spcPts val="0"/>
              </a:spcAft>
              <a:buNone/>
              <a:defRPr sz="1800">
                <a:latin typeface="Roboto"/>
                <a:ea typeface="Roboto"/>
                <a:cs typeface="Roboto"/>
                <a:sym typeface="Roboto"/>
              </a:defRPr>
            </a:lvl1pPr>
            <a:lvl2pPr lvl="1">
              <a:spcBef>
                <a:spcPts val="1200"/>
              </a:spcBef>
              <a:spcAft>
                <a:spcPts val="0"/>
              </a:spcAft>
              <a:buNone/>
              <a:defRPr/>
            </a:lvl2pPr>
            <a:lvl3pPr lvl="2">
              <a:spcBef>
                <a:spcPts val="1200"/>
              </a:spcBef>
              <a:spcAft>
                <a:spcPts val="0"/>
              </a:spcAft>
              <a:buNone/>
              <a:defRPr/>
            </a:lvl3pPr>
            <a:lvl4pPr lvl="3">
              <a:spcBef>
                <a:spcPts val="1200"/>
              </a:spcBef>
              <a:spcAft>
                <a:spcPts val="0"/>
              </a:spcAft>
              <a:buNone/>
              <a:defRPr/>
            </a:lvl4pPr>
            <a:lvl5pPr lvl="4">
              <a:spcBef>
                <a:spcPts val="1200"/>
              </a:spcBef>
              <a:spcAft>
                <a:spcPts val="0"/>
              </a:spcAft>
              <a:buNone/>
              <a:defRPr/>
            </a:lvl5pPr>
            <a:lvl6pPr lvl="5">
              <a:spcBef>
                <a:spcPts val="1200"/>
              </a:spcBef>
              <a:spcAft>
                <a:spcPts val="0"/>
              </a:spcAft>
              <a:buNone/>
              <a:defRPr/>
            </a:lvl6pPr>
            <a:lvl7pPr lvl="6">
              <a:spcBef>
                <a:spcPts val="1200"/>
              </a:spcBef>
              <a:spcAft>
                <a:spcPts val="0"/>
              </a:spcAft>
              <a:buNone/>
              <a:defRPr/>
            </a:lvl7pPr>
            <a:lvl8pPr lvl="7">
              <a:spcBef>
                <a:spcPts val="1200"/>
              </a:spcBef>
              <a:spcAft>
                <a:spcPts val="0"/>
              </a:spcAft>
              <a:buNone/>
              <a:defRPr/>
            </a:lvl8pPr>
            <a:lvl9pPr lvl="8">
              <a:spcBef>
                <a:spcPts val="1200"/>
              </a:spcBef>
              <a:spcAft>
                <a:spcPts val="1200"/>
              </a:spcAft>
              <a:buNone/>
              <a:defRPr/>
            </a:lvl9pPr>
          </a:lstStyle>
          <a:p/>
        </p:txBody>
      </p:sp>
      <p:sp>
        <p:nvSpPr>
          <p:cNvPr id="2350" name="Google Shape;2350;p257"/>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a:buNone/>
              <a:defRPr sz="600">
                <a:solidFill>
                  <a:srgbClr val="000000"/>
                </a:solidFill>
              </a:defRPr>
            </a:lvl1pPr>
            <a:lvl2pPr lvl="1">
              <a:buNone/>
              <a:defRPr sz="600">
                <a:solidFill>
                  <a:srgbClr val="000000"/>
                </a:solidFill>
              </a:defRPr>
            </a:lvl2pPr>
            <a:lvl3pPr lvl="2">
              <a:buNone/>
              <a:defRPr sz="600">
                <a:solidFill>
                  <a:srgbClr val="000000"/>
                </a:solidFill>
              </a:defRPr>
            </a:lvl3pPr>
            <a:lvl4pPr lvl="3">
              <a:buNone/>
              <a:defRPr sz="600">
                <a:solidFill>
                  <a:srgbClr val="000000"/>
                </a:solidFill>
              </a:defRPr>
            </a:lvl4pPr>
            <a:lvl5pPr lvl="4">
              <a:buNone/>
              <a:defRPr sz="600">
                <a:solidFill>
                  <a:srgbClr val="000000"/>
                </a:solidFill>
              </a:defRPr>
            </a:lvl5pPr>
            <a:lvl6pPr lvl="5">
              <a:buNone/>
              <a:defRPr sz="600">
                <a:solidFill>
                  <a:srgbClr val="000000"/>
                </a:solidFill>
              </a:defRPr>
            </a:lvl6pPr>
            <a:lvl7pPr lvl="6">
              <a:buNone/>
              <a:defRPr sz="600">
                <a:solidFill>
                  <a:srgbClr val="000000"/>
                </a:solidFill>
              </a:defRPr>
            </a:lvl7pPr>
            <a:lvl8pPr lvl="7">
              <a:buNone/>
              <a:defRPr sz="600">
                <a:solidFill>
                  <a:srgbClr val="000000"/>
                </a:solidFill>
              </a:defRPr>
            </a:lvl8pPr>
            <a:lvl9pPr lvl="8">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2351" name="Google Shape;2351;p257"/>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2352" name="Google Shape;2352;p257"/>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57"/>
          <p:cNvSpPr txBox="1"/>
          <p:nvPr>
            <p:ph idx="2" type="subTitle"/>
          </p:nvPr>
        </p:nvSpPr>
        <p:spPr>
          <a:xfrm>
            <a:off x="724275" y="1937825"/>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grpSp>
        <p:nvGrpSpPr>
          <p:cNvPr id="2354" name="Google Shape;2354;p257"/>
          <p:cNvGrpSpPr/>
          <p:nvPr/>
        </p:nvGrpSpPr>
        <p:grpSpPr>
          <a:xfrm>
            <a:off x="457181" y="1345103"/>
            <a:ext cx="533372" cy="533480"/>
            <a:chOff x="457200" y="1378813"/>
            <a:chExt cx="695400" cy="695450"/>
          </a:xfrm>
        </p:grpSpPr>
        <p:sp>
          <p:nvSpPr>
            <p:cNvPr id="2355" name="Google Shape;2355;p25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2356" name="Google Shape;2356;p25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7" name="Google Shape;2357;p257"/>
          <p:cNvGrpSpPr/>
          <p:nvPr/>
        </p:nvGrpSpPr>
        <p:grpSpPr>
          <a:xfrm>
            <a:off x="3228956" y="1345103"/>
            <a:ext cx="533372" cy="533480"/>
            <a:chOff x="457200" y="1378813"/>
            <a:chExt cx="695400" cy="695450"/>
          </a:xfrm>
        </p:grpSpPr>
        <p:sp>
          <p:nvSpPr>
            <p:cNvPr id="2358" name="Google Shape;2358;p257"/>
            <p:cNvSpPr/>
            <p:nvPr/>
          </p:nvSpPr>
          <p:spPr>
            <a:xfrm>
              <a:off x="457200" y="1378813"/>
              <a:ext cx="695400" cy="621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2359" name="Google Shape;2359;p257"/>
            <p:cNvSpPr/>
            <p:nvPr/>
          </p:nvSpPr>
          <p:spPr>
            <a:xfrm rot="10800000">
              <a:off x="634726" y="1885638"/>
              <a:ext cx="34032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360" name="Google Shape;2360;p257"/>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57"/>
          <p:cNvSpPr txBox="1"/>
          <p:nvPr>
            <p:ph idx="3" type="subTitle"/>
          </p:nvPr>
        </p:nvSpPr>
        <p:spPr>
          <a:xfrm>
            <a:off x="3496050" y="1937837"/>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grpSp>
        <p:nvGrpSpPr>
          <p:cNvPr id="2362" name="Google Shape;2362;p257"/>
          <p:cNvGrpSpPr/>
          <p:nvPr/>
        </p:nvGrpSpPr>
        <p:grpSpPr>
          <a:xfrm>
            <a:off x="6134081" y="1345853"/>
            <a:ext cx="533372" cy="533480"/>
            <a:chOff x="457200" y="1378813"/>
            <a:chExt cx="695400" cy="695450"/>
          </a:xfrm>
        </p:grpSpPr>
        <p:sp>
          <p:nvSpPr>
            <p:cNvPr id="2363" name="Google Shape;2363;p257"/>
            <p:cNvSpPr/>
            <p:nvPr/>
          </p:nvSpPr>
          <p:spPr>
            <a:xfrm>
              <a:off x="457200" y="1378813"/>
              <a:ext cx="695400" cy="621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2364" name="Google Shape;2364;p257"/>
            <p:cNvSpPr/>
            <p:nvPr/>
          </p:nvSpPr>
          <p:spPr>
            <a:xfrm rot="10800000">
              <a:off x="634726" y="1885638"/>
              <a:ext cx="34032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365" name="Google Shape;2365;p257"/>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57"/>
          <p:cNvSpPr txBox="1"/>
          <p:nvPr>
            <p:ph idx="4" type="subTitle"/>
          </p:nvPr>
        </p:nvSpPr>
        <p:spPr>
          <a:xfrm>
            <a:off x="6401175" y="1938587"/>
            <a:ext cx="2371500" cy="2662800"/>
          </a:xfrm>
          <a:prstGeom prst="rect">
            <a:avLst/>
          </a:prstGeom>
        </p:spPr>
        <p:txBody>
          <a:bodyPr anchorCtr="0" anchor="t" bIns="182875" lIns="182875" spcFirstLastPara="1" rIns="182875" wrap="square" tIns="182875">
            <a:normAutofit/>
          </a:bodyPr>
          <a:lstStyle>
            <a:lvl1pPr lvl="0">
              <a:lnSpc>
                <a:spcPct val="115000"/>
              </a:lnSpc>
              <a:spcBef>
                <a:spcPts val="0"/>
              </a:spcBef>
              <a:spcAft>
                <a:spcPts val="0"/>
              </a:spcAft>
              <a:buNone/>
              <a:defRPr>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
        <p:nvSpPr>
          <p:cNvPr id="2367" name="Google Shape;2367;p257"/>
          <p:cNvSpPr txBox="1"/>
          <p:nvPr>
            <p:ph idx="5" type="subTitle"/>
          </p:nvPr>
        </p:nvSpPr>
        <p:spPr>
          <a:xfrm>
            <a:off x="-12300" y="4916650"/>
            <a:ext cx="7971900" cy="226800"/>
          </a:xfrm>
          <a:prstGeom prst="rect">
            <a:avLst/>
          </a:prstGeom>
        </p:spPr>
        <p:txBody>
          <a:bodyPr anchorCtr="0" anchor="t" bIns="0" lIns="274300" spcFirstLastPara="1" rIns="0" wrap="square" tIns="45700">
            <a:normAutofit/>
          </a:bodyPr>
          <a:lstStyle>
            <a:lvl1pPr lvl="0">
              <a:spcBef>
                <a:spcPts val="0"/>
              </a:spcBef>
              <a:spcAft>
                <a:spcPts val="0"/>
              </a:spcAft>
              <a:buNone/>
              <a:defRPr sz="700">
                <a:latin typeface="Roboto"/>
                <a:ea typeface="Roboto"/>
                <a:cs typeface="Roboto"/>
                <a:sym typeface="Roboto"/>
              </a:defRPr>
            </a:lvl1pPr>
            <a:lvl2pPr lvl="1">
              <a:spcBef>
                <a:spcPts val="1200"/>
              </a:spcBef>
              <a:spcAft>
                <a:spcPts val="0"/>
              </a:spcAft>
              <a:buNone/>
              <a:defRPr>
                <a:latin typeface="Roboto"/>
                <a:ea typeface="Roboto"/>
                <a:cs typeface="Roboto"/>
                <a:sym typeface="Roboto"/>
              </a:defRPr>
            </a:lvl2pPr>
            <a:lvl3pPr lvl="2">
              <a:spcBef>
                <a:spcPts val="1200"/>
              </a:spcBef>
              <a:spcAft>
                <a:spcPts val="0"/>
              </a:spcAft>
              <a:buNone/>
              <a:defRPr>
                <a:latin typeface="Roboto"/>
                <a:ea typeface="Roboto"/>
                <a:cs typeface="Roboto"/>
                <a:sym typeface="Roboto"/>
              </a:defRPr>
            </a:lvl3pPr>
            <a:lvl4pPr lvl="3">
              <a:spcBef>
                <a:spcPts val="1200"/>
              </a:spcBef>
              <a:spcAft>
                <a:spcPts val="0"/>
              </a:spcAft>
              <a:buNone/>
              <a:defRPr>
                <a:latin typeface="Roboto"/>
                <a:ea typeface="Roboto"/>
                <a:cs typeface="Roboto"/>
                <a:sym typeface="Roboto"/>
              </a:defRPr>
            </a:lvl4pPr>
            <a:lvl5pPr lvl="4">
              <a:spcBef>
                <a:spcPts val="1200"/>
              </a:spcBef>
              <a:spcAft>
                <a:spcPts val="0"/>
              </a:spcAft>
              <a:buNone/>
              <a:defRPr>
                <a:latin typeface="Roboto"/>
                <a:ea typeface="Roboto"/>
                <a:cs typeface="Roboto"/>
                <a:sym typeface="Roboto"/>
              </a:defRPr>
            </a:lvl5pPr>
            <a:lvl6pPr lvl="5">
              <a:spcBef>
                <a:spcPts val="1200"/>
              </a:spcBef>
              <a:spcAft>
                <a:spcPts val="0"/>
              </a:spcAft>
              <a:buNone/>
              <a:defRPr>
                <a:latin typeface="Roboto"/>
                <a:ea typeface="Roboto"/>
                <a:cs typeface="Roboto"/>
                <a:sym typeface="Roboto"/>
              </a:defRPr>
            </a:lvl6pPr>
            <a:lvl7pPr lvl="6">
              <a:spcBef>
                <a:spcPts val="1200"/>
              </a:spcBef>
              <a:spcAft>
                <a:spcPts val="0"/>
              </a:spcAft>
              <a:buNone/>
              <a:defRPr>
                <a:latin typeface="Roboto"/>
                <a:ea typeface="Roboto"/>
                <a:cs typeface="Roboto"/>
                <a:sym typeface="Roboto"/>
              </a:defRPr>
            </a:lvl7pPr>
            <a:lvl8pPr lvl="7">
              <a:spcBef>
                <a:spcPts val="1200"/>
              </a:spcBef>
              <a:spcAft>
                <a:spcPts val="0"/>
              </a:spcAft>
              <a:buNone/>
              <a:defRPr>
                <a:latin typeface="Roboto"/>
                <a:ea typeface="Roboto"/>
                <a:cs typeface="Roboto"/>
                <a:sym typeface="Roboto"/>
              </a:defRPr>
            </a:lvl8pPr>
            <a:lvl9pPr lvl="8">
              <a:spcBef>
                <a:spcPts val="1200"/>
              </a:spcBef>
              <a:spcAft>
                <a:spcPts val="12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288">
          <p15:clr>
            <a:srgbClr val="F9AD4C"/>
          </p15:clr>
        </p15:guide>
      </p15:sldGuideLst>
    </p:ext>
  </p:extLst>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7. The End">
  <p:cSld name="CUSTOM_7_1">
    <p:spTree>
      <p:nvGrpSpPr>
        <p:cNvPr id="2368" name="Shape 2368"/>
        <p:cNvGrpSpPr/>
        <p:nvPr/>
      </p:nvGrpSpPr>
      <p:grpSpPr>
        <a:xfrm>
          <a:off x="0" y="0"/>
          <a:ext cx="0" cy="0"/>
          <a:chOff x="0" y="0"/>
          <a:chExt cx="0" cy="0"/>
        </a:xfrm>
      </p:grpSpPr>
      <p:pic>
        <p:nvPicPr>
          <p:cNvPr id="2369" name="Google Shape;2369;p258"/>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2370" name="Google Shape;2370;p258"/>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rtl="0" algn="r">
              <a:spcBef>
                <a:spcPts val="0"/>
              </a:spcBef>
              <a:spcAft>
                <a:spcPts val="0"/>
              </a:spcAft>
              <a:buNone/>
            </a:pPr>
            <a:fld id="{00000000-1234-1234-1234-123412341234}" type="slidenum">
              <a:rPr lang="en" sz="600"/>
              <a:t>‹#›</a:t>
            </a:fld>
            <a:endParaRPr sz="600"/>
          </a:p>
        </p:txBody>
      </p:sp>
      <p:sp>
        <p:nvSpPr>
          <p:cNvPr id="2371" name="Google Shape;2371;p258"/>
          <p:cNvSpPr txBox="1"/>
          <p:nvPr/>
        </p:nvSpPr>
        <p:spPr>
          <a:xfrm>
            <a:off x="-12300" y="4916650"/>
            <a:ext cx="7971900" cy="226800"/>
          </a:xfrm>
          <a:prstGeom prst="rect">
            <a:avLst/>
          </a:prstGeom>
          <a:noFill/>
          <a:ln>
            <a:noFill/>
          </a:ln>
        </p:spPr>
        <p:txBody>
          <a:bodyPr anchorCtr="0" anchor="t" bIns="0" lIns="274300" spcFirstLastPara="1" rIns="0" wrap="square" tIns="45700">
            <a:noAutofit/>
          </a:bodyPr>
          <a:lstStyle/>
          <a:p>
            <a:pPr indent="0" lvl="0" marL="0" rtl="0" algn="l">
              <a:spcBef>
                <a:spcPts val="0"/>
              </a:spcBef>
              <a:spcAft>
                <a:spcPts val="0"/>
              </a:spcAft>
              <a:buNone/>
            </a:pPr>
            <a:r>
              <a:t/>
            </a:r>
            <a:endParaRPr sz="700"/>
          </a:p>
        </p:txBody>
      </p:sp>
      <p:pic>
        <p:nvPicPr>
          <p:cNvPr id="2372" name="Google Shape;2372;p258"/>
          <p:cNvPicPr preferRelativeResize="0"/>
          <p:nvPr/>
        </p:nvPicPr>
        <p:blipFill>
          <a:blip r:embed="rId3">
            <a:alphaModFix/>
          </a:blip>
          <a:stretch>
            <a:fillRect/>
          </a:stretch>
        </p:blipFill>
        <p:spPr>
          <a:xfrm>
            <a:off x="2048599" y="496138"/>
            <a:ext cx="5046801" cy="4151226"/>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175" Type="http://schemas.openxmlformats.org/officeDocument/2006/relationships/theme" Target="../theme/theme3.xml"/><Relationship Id="rId39" Type="http://schemas.openxmlformats.org/officeDocument/2006/relationships/slideLayout" Target="../slideLayouts/slideLayout39.xml"/><Relationship Id="rId174" Type="http://schemas.openxmlformats.org/officeDocument/2006/relationships/slideLayout" Target="../slideLayouts/slideLayout174.xml"/><Relationship Id="rId38" Type="http://schemas.openxmlformats.org/officeDocument/2006/relationships/slideLayout" Target="../slideLayouts/slideLayout38.xml"/><Relationship Id="rId173" Type="http://schemas.openxmlformats.org/officeDocument/2006/relationships/slideLayout" Target="../slideLayouts/slideLayout17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172" Type="http://schemas.openxmlformats.org/officeDocument/2006/relationships/slideLayout" Target="../slideLayouts/slideLayout172.xml"/><Relationship Id="rId65" Type="http://schemas.openxmlformats.org/officeDocument/2006/relationships/slideLayout" Target="../slideLayouts/slideLayout65.xml"/><Relationship Id="rId171" Type="http://schemas.openxmlformats.org/officeDocument/2006/relationships/slideLayout" Target="../slideLayouts/slideLayout171.xml"/><Relationship Id="rId68" Type="http://schemas.openxmlformats.org/officeDocument/2006/relationships/slideLayout" Target="../slideLayouts/slideLayout68.xml"/><Relationship Id="rId170" Type="http://schemas.openxmlformats.org/officeDocument/2006/relationships/slideLayout" Target="../slideLayouts/slideLayout170.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165" Type="http://schemas.openxmlformats.org/officeDocument/2006/relationships/slideLayout" Target="../slideLayouts/slideLayout165.xml"/><Relationship Id="rId69" Type="http://schemas.openxmlformats.org/officeDocument/2006/relationships/slideLayout" Target="../slideLayouts/slideLayout69.xml"/><Relationship Id="rId164" Type="http://schemas.openxmlformats.org/officeDocument/2006/relationships/slideLayout" Target="../slideLayouts/slideLayout164.xml"/><Relationship Id="rId163" Type="http://schemas.openxmlformats.org/officeDocument/2006/relationships/slideLayout" Target="../slideLayouts/slideLayout163.xml"/><Relationship Id="rId162" Type="http://schemas.openxmlformats.org/officeDocument/2006/relationships/slideLayout" Target="../slideLayouts/slideLayout162.xml"/><Relationship Id="rId169" Type="http://schemas.openxmlformats.org/officeDocument/2006/relationships/slideLayout" Target="../slideLayouts/slideLayout169.xml"/><Relationship Id="rId168" Type="http://schemas.openxmlformats.org/officeDocument/2006/relationships/slideLayout" Target="../slideLayouts/slideLayout168.xml"/><Relationship Id="rId167" Type="http://schemas.openxmlformats.org/officeDocument/2006/relationships/slideLayout" Target="../slideLayouts/slideLayout167.xml"/><Relationship Id="rId166" Type="http://schemas.openxmlformats.org/officeDocument/2006/relationships/slideLayout" Target="../slideLayouts/slideLayout166.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161" Type="http://schemas.openxmlformats.org/officeDocument/2006/relationships/slideLayout" Target="../slideLayouts/slideLayout161.xml"/><Relationship Id="rId54" Type="http://schemas.openxmlformats.org/officeDocument/2006/relationships/slideLayout" Target="../slideLayouts/slideLayout54.xml"/><Relationship Id="rId160" Type="http://schemas.openxmlformats.org/officeDocument/2006/relationships/slideLayout" Target="../slideLayouts/slideLayout160.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159" Type="http://schemas.openxmlformats.org/officeDocument/2006/relationships/slideLayout" Target="../slideLayouts/slideLayout159.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8" Type="http://schemas.openxmlformats.org/officeDocument/2006/relationships/slideLayout" Target="../slideLayouts/slideLayout158.xml"/><Relationship Id="rId157" Type="http://schemas.openxmlformats.org/officeDocument/2006/relationships/slideLayout" Target="../slideLayouts/slideLayout157.xml"/><Relationship Id="rId156" Type="http://schemas.openxmlformats.org/officeDocument/2006/relationships/slideLayout" Target="../slideLayouts/slideLayout156.xml"/><Relationship Id="rId155" Type="http://schemas.openxmlformats.org/officeDocument/2006/relationships/slideLayout" Target="../slideLayouts/slideLayout155.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214.xml"/><Relationship Id="rId42" Type="http://schemas.openxmlformats.org/officeDocument/2006/relationships/slideLayout" Target="../slideLayouts/slideLayout216.xml"/><Relationship Id="rId41" Type="http://schemas.openxmlformats.org/officeDocument/2006/relationships/slideLayout" Target="../slideLayouts/slideLayout215.xml"/><Relationship Id="rId44" Type="http://schemas.openxmlformats.org/officeDocument/2006/relationships/slideLayout" Target="../slideLayouts/slideLayout218.xml"/><Relationship Id="rId43" Type="http://schemas.openxmlformats.org/officeDocument/2006/relationships/slideLayout" Target="../slideLayouts/slideLayout217.xml"/><Relationship Id="rId46" Type="http://schemas.openxmlformats.org/officeDocument/2006/relationships/slideLayout" Target="../slideLayouts/slideLayout220.xml"/><Relationship Id="rId45" Type="http://schemas.openxmlformats.org/officeDocument/2006/relationships/slideLayout" Target="../slideLayouts/slideLayout219.xml"/><Relationship Id="rId48" Type="http://schemas.openxmlformats.org/officeDocument/2006/relationships/slideLayout" Target="../slideLayouts/slideLayout222.xml"/><Relationship Id="rId47" Type="http://schemas.openxmlformats.org/officeDocument/2006/relationships/slideLayout" Target="../slideLayouts/slideLayout221.xml"/><Relationship Id="rId49" Type="http://schemas.openxmlformats.org/officeDocument/2006/relationships/slideLayout" Target="../slideLayouts/slideLayout223.xml"/><Relationship Id="rId31" Type="http://schemas.openxmlformats.org/officeDocument/2006/relationships/slideLayout" Target="../slideLayouts/slideLayout205.xml"/><Relationship Id="rId30" Type="http://schemas.openxmlformats.org/officeDocument/2006/relationships/slideLayout" Target="../slideLayouts/slideLayout204.xml"/><Relationship Id="rId33" Type="http://schemas.openxmlformats.org/officeDocument/2006/relationships/slideLayout" Target="../slideLayouts/slideLayout207.xml"/><Relationship Id="rId32" Type="http://schemas.openxmlformats.org/officeDocument/2006/relationships/slideLayout" Target="../slideLayouts/slideLayout206.xml"/><Relationship Id="rId35" Type="http://schemas.openxmlformats.org/officeDocument/2006/relationships/slideLayout" Target="../slideLayouts/slideLayout209.xml"/><Relationship Id="rId34" Type="http://schemas.openxmlformats.org/officeDocument/2006/relationships/slideLayout" Target="../slideLayouts/slideLayout208.xml"/><Relationship Id="rId37" Type="http://schemas.openxmlformats.org/officeDocument/2006/relationships/slideLayout" Target="../slideLayouts/slideLayout211.xml"/><Relationship Id="rId36" Type="http://schemas.openxmlformats.org/officeDocument/2006/relationships/slideLayout" Target="../slideLayouts/slideLayout210.xml"/><Relationship Id="rId39" Type="http://schemas.openxmlformats.org/officeDocument/2006/relationships/slideLayout" Target="../slideLayouts/slideLayout213.xml"/><Relationship Id="rId38" Type="http://schemas.openxmlformats.org/officeDocument/2006/relationships/slideLayout" Target="../slideLayouts/slideLayout212.xml"/><Relationship Id="rId20" Type="http://schemas.openxmlformats.org/officeDocument/2006/relationships/slideLayout" Target="../slideLayouts/slideLayout194.xml"/><Relationship Id="rId22" Type="http://schemas.openxmlformats.org/officeDocument/2006/relationships/slideLayout" Target="../slideLayouts/slideLayout196.xml"/><Relationship Id="rId21" Type="http://schemas.openxmlformats.org/officeDocument/2006/relationships/slideLayout" Target="../slideLayouts/slideLayout195.xml"/><Relationship Id="rId24" Type="http://schemas.openxmlformats.org/officeDocument/2006/relationships/slideLayout" Target="../slideLayouts/slideLayout198.xml"/><Relationship Id="rId23" Type="http://schemas.openxmlformats.org/officeDocument/2006/relationships/slideLayout" Target="../slideLayouts/slideLayout197.xml"/><Relationship Id="rId26" Type="http://schemas.openxmlformats.org/officeDocument/2006/relationships/slideLayout" Target="../slideLayouts/slideLayout200.xml"/><Relationship Id="rId25" Type="http://schemas.openxmlformats.org/officeDocument/2006/relationships/slideLayout" Target="../slideLayouts/slideLayout199.xml"/><Relationship Id="rId28" Type="http://schemas.openxmlformats.org/officeDocument/2006/relationships/slideLayout" Target="../slideLayouts/slideLayout202.xml"/><Relationship Id="rId27" Type="http://schemas.openxmlformats.org/officeDocument/2006/relationships/slideLayout" Target="../slideLayouts/slideLayout201.xml"/><Relationship Id="rId29" Type="http://schemas.openxmlformats.org/officeDocument/2006/relationships/slideLayout" Target="../slideLayouts/slideLayout203.xml"/><Relationship Id="rId11" Type="http://schemas.openxmlformats.org/officeDocument/2006/relationships/slideLayout" Target="../slideLayouts/slideLayout185.xml"/><Relationship Id="rId10" Type="http://schemas.openxmlformats.org/officeDocument/2006/relationships/slideLayout" Target="../slideLayouts/slideLayout184.xml"/><Relationship Id="rId13" Type="http://schemas.openxmlformats.org/officeDocument/2006/relationships/slideLayout" Target="../slideLayouts/slideLayout187.xml"/><Relationship Id="rId12" Type="http://schemas.openxmlformats.org/officeDocument/2006/relationships/slideLayout" Target="../slideLayouts/slideLayout186.xml"/><Relationship Id="rId15" Type="http://schemas.openxmlformats.org/officeDocument/2006/relationships/slideLayout" Target="../slideLayouts/slideLayout189.xml"/><Relationship Id="rId14" Type="http://schemas.openxmlformats.org/officeDocument/2006/relationships/slideLayout" Target="../slideLayouts/slideLayout188.xml"/><Relationship Id="rId17" Type="http://schemas.openxmlformats.org/officeDocument/2006/relationships/slideLayout" Target="../slideLayouts/slideLayout191.xml"/><Relationship Id="rId16" Type="http://schemas.openxmlformats.org/officeDocument/2006/relationships/slideLayout" Target="../slideLayouts/slideLayout190.xml"/><Relationship Id="rId19" Type="http://schemas.openxmlformats.org/officeDocument/2006/relationships/slideLayout" Target="../slideLayouts/slideLayout193.xml"/><Relationship Id="rId18" Type="http://schemas.openxmlformats.org/officeDocument/2006/relationships/slideLayout" Target="../slideLayouts/slideLayout192.xml"/><Relationship Id="rId83" Type="http://schemas.openxmlformats.org/officeDocument/2006/relationships/theme" Target="../theme/theme1.xml"/><Relationship Id="rId80" Type="http://schemas.openxmlformats.org/officeDocument/2006/relationships/slideLayout" Target="../slideLayouts/slideLayout254.xml"/><Relationship Id="rId82" Type="http://schemas.openxmlformats.org/officeDocument/2006/relationships/slideLayout" Target="../slideLayouts/slideLayout256.xml"/><Relationship Id="rId81" Type="http://schemas.openxmlformats.org/officeDocument/2006/relationships/slideLayout" Target="../slideLayouts/slideLayout255.xml"/><Relationship Id="rId1" Type="http://schemas.openxmlformats.org/officeDocument/2006/relationships/slideLayout" Target="../slideLayouts/slideLayout175.xml"/><Relationship Id="rId2" Type="http://schemas.openxmlformats.org/officeDocument/2006/relationships/slideLayout" Target="../slideLayouts/slideLayout176.xml"/><Relationship Id="rId3" Type="http://schemas.openxmlformats.org/officeDocument/2006/relationships/slideLayout" Target="../slideLayouts/slideLayout177.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5" Type="http://schemas.openxmlformats.org/officeDocument/2006/relationships/slideLayout" Target="../slideLayouts/slideLayout179.xml"/><Relationship Id="rId6" Type="http://schemas.openxmlformats.org/officeDocument/2006/relationships/slideLayout" Target="../slideLayouts/slideLayout180.xml"/><Relationship Id="rId7" Type="http://schemas.openxmlformats.org/officeDocument/2006/relationships/slideLayout" Target="../slideLayouts/slideLayout181.xml"/><Relationship Id="rId8" Type="http://schemas.openxmlformats.org/officeDocument/2006/relationships/slideLayout" Target="../slideLayouts/slideLayout182.xml"/><Relationship Id="rId73" Type="http://schemas.openxmlformats.org/officeDocument/2006/relationships/slideLayout" Target="../slideLayouts/slideLayout247.xml"/><Relationship Id="rId72" Type="http://schemas.openxmlformats.org/officeDocument/2006/relationships/slideLayout" Target="../slideLayouts/slideLayout246.xml"/><Relationship Id="rId75" Type="http://schemas.openxmlformats.org/officeDocument/2006/relationships/slideLayout" Target="../slideLayouts/slideLayout249.xml"/><Relationship Id="rId74" Type="http://schemas.openxmlformats.org/officeDocument/2006/relationships/slideLayout" Target="../slideLayouts/slideLayout248.xml"/><Relationship Id="rId77" Type="http://schemas.openxmlformats.org/officeDocument/2006/relationships/slideLayout" Target="../slideLayouts/slideLayout251.xml"/><Relationship Id="rId76" Type="http://schemas.openxmlformats.org/officeDocument/2006/relationships/slideLayout" Target="../slideLayouts/slideLayout250.xml"/><Relationship Id="rId79" Type="http://schemas.openxmlformats.org/officeDocument/2006/relationships/slideLayout" Target="../slideLayouts/slideLayout253.xml"/><Relationship Id="rId78" Type="http://schemas.openxmlformats.org/officeDocument/2006/relationships/slideLayout" Target="../slideLayouts/slideLayout252.xml"/><Relationship Id="rId71" Type="http://schemas.openxmlformats.org/officeDocument/2006/relationships/slideLayout" Target="../slideLayouts/slideLayout245.xml"/><Relationship Id="rId70" Type="http://schemas.openxmlformats.org/officeDocument/2006/relationships/slideLayout" Target="../slideLayouts/slideLayout244.xml"/><Relationship Id="rId62" Type="http://schemas.openxmlformats.org/officeDocument/2006/relationships/slideLayout" Target="../slideLayouts/slideLayout236.xml"/><Relationship Id="rId61" Type="http://schemas.openxmlformats.org/officeDocument/2006/relationships/slideLayout" Target="../slideLayouts/slideLayout235.xml"/><Relationship Id="rId64" Type="http://schemas.openxmlformats.org/officeDocument/2006/relationships/slideLayout" Target="../slideLayouts/slideLayout238.xml"/><Relationship Id="rId63" Type="http://schemas.openxmlformats.org/officeDocument/2006/relationships/slideLayout" Target="../slideLayouts/slideLayout237.xml"/><Relationship Id="rId66" Type="http://schemas.openxmlformats.org/officeDocument/2006/relationships/slideLayout" Target="../slideLayouts/slideLayout240.xml"/><Relationship Id="rId65" Type="http://schemas.openxmlformats.org/officeDocument/2006/relationships/slideLayout" Target="../slideLayouts/slideLayout239.xml"/><Relationship Id="rId68" Type="http://schemas.openxmlformats.org/officeDocument/2006/relationships/slideLayout" Target="../slideLayouts/slideLayout242.xml"/><Relationship Id="rId67" Type="http://schemas.openxmlformats.org/officeDocument/2006/relationships/slideLayout" Target="../slideLayouts/slideLayout241.xml"/><Relationship Id="rId60" Type="http://schemas.openxmlformats.org/officeDocument/2006/relationships/slideLayout" Target="../slideLayouts/slideLayout234.xml"/><Relationship Id="rId69" Type="http://schemas.openxmlformats.org/officeDocument/2006/relationships/slideLayout" Target="../slideLayouts/slideLayout243.xml"/><Relationship Id="rId51" Type="http://schemas.openxmlformats.org/officeDocument/2006/relationships/slideLayout" Target="../slideLayouts/slideLayout225.xml"/><Relationship Id="rId50" Type="http://schemas.openxmlformats.org/officeDocument/2006/relationships/slideLayout" Target="../slideLayouts/slideLayout224.xml"/><Relationship Id="rId53" Type="http://schemas.openxmlformats.org/officeDocument/2006/relationships/slideLayout" Target="../slideLayouts/slideLayout227.xml"/><Relationship Id="rId52" Type="http://schemas.openxmlformats.org/officeDocument/2006/relationships/slideLayout" Target="../slideLayouts/slideLayout226.xml"/><Relationship Id="rId55" Type="http://schemas.openxmlformats.org/officeDocument/2006/relationships/slideLayout" Target="../slideLayouts/slideLayout229.xml"/><Relationship Id="rId54" Type="http://schemas.openxmlformats.org/officeDocument/2006/relationships/slideLayout" Target="../slideLayouts/slideLayout228.xml"/><Relationship Id="rId57" Type="http://schemas.openxmlformats.org/officeDocument/2006/relationships/slideLayout" Target="../slideLayouts/slideLayout231.xml"/><Relationship Id="rId56" Type="http://schemas.openxmlformats.org/officeDocument/2006/relationships/slideLayout" Target="../slideLayouts/slideLayout230.xml"/><Relationship Id="rId59" Type="http://schemas.openxmlformats.org/officeDocument/2006/relationships/slideLayout" Target="../slideLayouts/slideLayout233.xml"/><Relationship Id="rId58" Type="http://schemas.openxmlformats.org/officeDocument/2006/relationships/slideLayout" Target="../slideLayouts/slideLayout2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 id="2147483803" r:id="rId156"/>
    <p:sldLayoutId id="2147483804" r:id="rId157"/>
    <p:sldLayoutId id="2147483805" r:id="rId158"/>
    <p:sldLayoutId id="2147483806" r:id="rId159"/>
    <p:sldLayoutId id="2147483807" r:id="rId160"/>
    <p:sldLayoutId id="2147483808" r:id="rId161"/>
    <p:sldLayoutId id="2147483809" r:id="rId162"/>
    <p:sldLayoutId id="2147483810" r:id="rId163"/>
    <p:sldLayoutId id="2147483811" r:id="rId164"/>
    <p:sldLayoutId id="2147483812" r:id="rId165"/>
    <p:sldLayoutId id="2147483813" r:id="rId166"/>
    <p:sldLayoutId id="2147483814" r:id="rId167"/>
    <p:sldLayoutId id="2147483815" r:id="rId168"/>
    <p:sldLayoutId id="2147483816" r:id="rId169"/>
    <p:sldLayoutId id="2147483817" r:id="rId170"/>
    <p:sldLayoutId id="2147483818" r:id="rId171"/>
    <p:sldLayoutId id="2147483819" r:id="rId172"/>
    <p:sldLayoutId id="2147483820" r:id="rId173"/>
    <p:sldLayoutId id="2147483821" r:id="rId17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15" name="Shape 1315"/>
        <p:cNvGrpSpPr/>
        <p:nvPr/>
      </p:nvGrpSpPr>
      <p:grpSpPr>
        <a:xfrm>
          <a:off x="0" y="0"/>
          <a:ext cx="0" cy="0"/>
          <a:chOff x="0" y="0"/>
          <a:chExt cx="0" cy="0"/>
        </a:xfrm>
      </p:grpSpPr>
      <p:sp>
        <p:nvSpPr>
          <p:cNvPr id="1316" name="Google Shape;1316;p176"/>
          <p:cNvSpPr txBox="1"/>
          <p:nvPr>
            <p:ph type="title"/>
          </p:nvPr>
        </p:nvSpPr>
        <p:spPr>
          <a:xfrm>
            <a:off x="0" y="128100"/>
            <a:ext cx="9144000" cy="572700"/>
          </a:xfrm>
          <a:prstGeom prst="rect">
            <a:avLst/>
          </a:prstGeom>
          <a:noFill/>
          <a:ln>
            <a:noFill/>
          </a:ln>
        </p:spPr>
        <p:txBody>
          <a:bodyPr anchorCtr="0" anchor="t" bIns="91425" lIns="365750" spcFirstLastPara="1" rIns="91425" wrap="square" tIns="91425">
            <a:noAutofit/>
          </a:bodyPr>
          <a:lstStyle>
            <a:lvl1pPr lvl="0">
              <a:spcBef>
                <a:spcPts val="0"/>
              </a:spcBef>
              <a:spcAft>
                <a:spcPts val="0"/>
              </a:spcAft>
              <a:buClr>
                <a:srgbClr val="2E5E73"/>
              </a:buClr>
              <a:buSzPts val="2400"/>
              <a:buFont typeface="Roboto"/>
              <a:buNone/>
              <a:defRPr b="1" sz="2400">
                <a:solidFill>
                  <a:srgbClr val="2E5E73"/>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317" name="Google Shape;1317;p176"/>
          <p:cNvSpPr txBox="1"/>
          <p:nvPr>
            <p:ph idx="1" type="body"/>
          </p:nvPr>
        </p:nvSpPr>
        <p:spPr>
          <a:xfrm>
            <a:off x="36576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2E5E73"/>
              </a:buClr>
              <a:buSzPts val="1800"/>
              <a:buFont typeface="Roboto Light"/>
              <a:buChar char="●"/>
              <a:defRPr sz="1800">
                <a:solidFill>
                  <a:srgbClr val="2E5E73"/>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2pPr>
            <a:lvl3pPr indent="-317500" lvl="2" marL="13716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3pPr>
            <a:lvl4pPr indent="-317500" lvl="3" marL="18288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4pPr>
            <a:lvl5pPr indent="-317500" lvl="4" marL="22860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5pPr>
            <a:lvl6pPr indent="-317500" lvl="5" marL="27432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6pPr>
            <a:lvl7pPr indent="-317500" lvl="6" marL="32004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7pPr>
            <a:lvl8pPr indent="-317500" lvl="7" marL="36576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8pPr>
            <a:lvl9pPr indent="-317500" lvl="8" marL="4114800">
              <a:lnSpc>
                <a:spcPct val="115000"/>
              </a:lnSpc>
              <a:spcBef>
                <a:spcPts val="0"/>
              </a:spcBef>
              <a:spcAft>
                <a:spcPts val="0"/>
              </a:spcAft>
              <a:buClr>
                <a:srgbClr val="2E5E73"/>
              </a:buClr>
              <a:buSzPts val="1400"/>
              <a:buFont typeface="Roboto Light"/>
              <a:buChar char="■"/>
              <a:defRPr>
                <a:solidFill>
                  <a:srgbClr val="2E5E73"/>
                </a:solidFill>
                <a:latin typeface="Roboto Light"/>
                <a:ea typeface="Roboto Light"/>
                <a:cs typeface="Roboto Light"/>
                <a:sym typeface="Roboto Light"/>
              </a:defRPr>
            </a:lvl9pPr>
          </a:lstStyle>
          <a:p/>
        </p:txBody>
      </p:sp>
    </p:spTree>
  </p:cSld>
  <p:clrMap accent1="accent1" accent2="accent2" accent3="accent3" accent4="accent4" accent5="accent5" accent6="accent6" bg1="lt1" bg2="dk2" tx1="dk1" tx2="lt2" folHlink="folHlink" hlink="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 id="2147483844" r:id="rId23"/>
    <p:sldLayoutId id="2147483845" r:id="rId24"/>
    <p:sldLayoutId id="2147483846" r:id="rId25"/>
    <p:sldLayoutId id="2147483847" r:id="rId26"/>
    <p:sldLayoutId id="2147483848" r:id="rId27"/>
    <p:sldLayoutId id="2147483849" r:id="rId28"/>
    <p:sldLayoutId id="2147483850" r:id="rId29"/>
    <p:sldLayoutId id="2147483851" r:id="rId30"/>
    <p:sldLayoutId id="2147483852" r:id="rId31"/>
    <p:sldLayoutId id="2147483853" r:id="rId32"/>
    <p:sldLayoutId id="2147483854" r:id="rId33"/>
    <p:sldLayoutId id="2147483855" r:id="rId34"/>
    <p:sldLayoutId id="2147483856" r:id="rId35"/>
    <p:sldLayoutId id="2147483857" r:id="rId36"/>
    <p:sldLayoutId id="2147483858" r:id="rId37"/>
    <p:sldLayoutId id="2147483859" r:id="rId38"/>
    <p:sldLayoutId id="2147483860"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69" r:id="rId48"/>
    <p:sldLayoutId id="2147483870" r:id="rId49"/>
    <p:sldLayoutId id="2147483871" r:id="rId50"/>
    <p:sldLayoutId id="2147483872" r:id="rId51"/>
    <p:sldLayoutId id="2147483873" r:id="rId52"/>
    <p:sldLayoutId id="2147483874" r:id="rId53"/>
    <p:sldLayoutId id="2147483875" r:id="rId54"/>
    <p:sldLayoutId id="2147483876" r:id="rId55"/>
    <p:sldLayoutId id="2147483877" r:id="rId56"/>
    <p:sldLayoutId id="2147483878" r:id="rId57"/>
    <p:sldLayoutId id="2147483879" r:id="rId58"/>
    <p:sldLayoutId id="2147483880" r:id="rId59"/>
    <p:sldLayoutId id="2147483881" r:id="rId60"/>
    <p:sldLayoutId id="2147483882" r:id="rId61"/>
    <p:sldLayoutId id="2147483883" r:id="rId62"/>
    <p:sldLayoutId id="2147483884" r:id="rId63"/>
    <p:sldLayoutId id="2147483885" r:id="rId64"/>
    <p:sldLayoutId id="2147483886" r:id="rId65"/>
    <p:sldLayoutId id="2147483887" r:id="rId66"/>
    <p:sldLayoutId id="2147483888" r:id="rId67"/>
    <p:sldLayoutId id="2147483889" r:id="rId68"/>
    <p:sldLayoutId id="2147483890" r:id="rId69"/>
    <p:sldLayoutId id="2147483891" r:id="rId70"/>
    <p:sldLayoutId id="2147483892" r:id="rId71"/>
    <p:sldLayoutId id="2147483893" r:id="rId72"/>
    <p:sldLayoutId id="2147483894" r:id="rId73"/>
    <p:sldLayoutId id="2147483895" r:id="rId74"/>
    <p:sldLayoutId id="2147483896" r:id="rId75"/>
    <p:sldLayoutId id="2147483897" r:id="rId76"/>
    <p:sldLayoutId id="2147483898" r:id="rId77"/>
    <p:sldLayoutId id="2147483899" r:id="rId78"/>
    <p:sldLayoutId id="2147483900" r:id="rId79"/>
    <p:sldLayoutId id="2147483901" r:id="rId80"/>
    <p:sldLayoutId id="2147483902" r:id="rId81"/>
    <p:sldLayoutId id="2147483903" r:id="rId82"/>
  </p:sldLayoutIdLst>
  <mc:AlternateContent>
    <mc:Choice Requires="p14">
      <p:transition p14:dur="4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6.xml"/><Relationship Id="rId3" Type="http://schemas.openxmlformats.org/officeDocument/2006/relationships/image" Target="../media/image9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7.xml"/><Relationship Id="rId3" Type="http://schemas.openxmlformats.org/officeDocument/2006/relationships/image" Target="../media/image8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image" Target="../media/image86.png"/><Relationship Id="rId4" Type="http://schemas.openxmlformats.org/officeDocument/2006/relationships/image" Target="../media/image8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 Id="rId3" Type="http://schemas.openxmlformats.org/officeDocument/2006/relationships/image" Target="../media/image83.png"/><Relationship Id="rId4" Type="http://schemas.openxmlformats.org/officeDocument/2006/relationships/image" Target="../media/image88.png"/><Relationship Id="rId5" Type="http://schemas.openxmlformats.org/officeDocument/2006/relationships/image" Target="../media/image85.png"/><Relationship Id="rId6" Type="http://schemas.openxmlformats.org/officeDocument/2006/relationships/image" Target="../media/image91.jpg"/><Relationship Id="rId7" Type="http://schemas.openxmlformats.org/officeDocument/2006/relationships/image" Target="../media/image92.jpg"/><Relationship Id="rId8" Type="http://schemas.openxmlformats.org/officeDocument/2006/relationships/image" Target="../media/image9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1.xml"/><Relationship Id="rId3" Type="http://schemas.openxmlformats.org/officeDocument/2006/relationships/image" Target="../media/image1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 Id="rId3" Type="http://schemas.openxmlformats.org/officeDocument/2006/relationships/image" Target="../media/image1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 Id="rId3" Type="http://schemas.openxmlformats.org/officeDocument/2006/relationships/image" Target="../media/image1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1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01.png"/><Relationship Id="rId4" Type="http://schemas.openxmlformats.org/officeDocument/2006/relationships/image" Target="../media/image116.png"/><Relationship Id="rId5" Type="http://schemas.openxmlformats.org/officeDocument/2006/relationships/image" Target="../media/image10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10.jpg"/><Relationship Id="rId4" Type="http://schemas.openxmlformats.org/officeDocument/2006/relationships/image" Target="../media/image10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17.png"/><Relationship Id="rId4" Type="http://schemas.openxmlformats.org/officeDocument/2006/relationships/image" Target="../media/image104.png"/><Relationship Id="rId5" Type="http://schemas.openxmlformats.org/officeDocument/2006/relationships/image" Target="../media/image1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115.png"/><Relationship Id="rId4" Type="http://schemas.openxmlformats.org/officeDocument/2006/relationships/image" Target="../media/image109.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1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4.xml"/><Relationship Id="rId3" Type="http://schemas.openxmlformats.org/officeDocument/2006/relationships/image" Target="../media/image1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 Id="rId3" Type="http://schemas.openxmlformats.org/officeDocument/2006/relationships/image" Target="../media/image1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12.png"/><Relationship Id="rId4" Type="http://schemas.openxmlformats.org/officeDocument/2006/relationships/image" Target="../media/image10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01.png"/><Relationship Id="rId4" Type="http://schemas.openxmlformats.org/officeDocument/2006/relationships/image" Target="../media/image1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123.png"/><Relationship Id="rId4" Type="http://schemas.openxmlformats.org/officeDocument/2006/relationships/image" Target="../media/image1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9.xml"/><Relationship Id="rId3" Type="http://schemas.openxmlformats.org/officeDocument/2006/relationships/image" Target="../media/image1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24.png"/><Relationship Id="rId4" Type="http://schemas.openxmlformats.org/officeDocument/2006/relationships/image" Target="../media/image1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121.png"/><Relationship Id="rId4" Type="http://schemas.openxmlformats.org/officeDocument/2006/relationships/image" Target="../media/image1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2.xml"/><Relationship Id="rId3" Type="http://schemas.openxmlformats.org/officeDocument/2006/relationships/image" Target="../media/image1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129.png"/><Relationship Id="rId4" Type="http://schemas.openxmlformats.org/officeDocument/2006/relationships/image" Target="../media/image1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18.png"/><Relationship Id="rId4" Type="http://schemas.openxmlformats.org/officeDocument/2006/relationships/image" Target="../media/image1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122.png"/><Relationship Id="rId4" Type="http://schemas.openxmlformats.org/officeDocument/2006/relationships/image" Target="../media/image1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 Id="rId3" Type="http://schemas.openxmlformats.org/officeDocument/2006/relationships/image" Target="../media/image127.png"/><Relationship Id="rId4" Type="http://schemas.openxmlformats.org/officeDocument/2006/relationships/image" Target="../media/image1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7.xml"/><Relationship Id="rId3" Type="http://schemas.openxmlformats.org/officeDocument/2006/relationships/image" Target="../media/image130.png"/><Relationship Id="rId4" Type="http://schemas.openxmlformats.org/officeDocument/2006/relationships/image" Target="../media/image1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8.xml"/><Relationship Id="rId3" Type="http://schemas.openxmlformats.org/officeDocument/2006/relationships/image" Target="../media/image128.png"/><Relationship Id="rId4" Type="http://schemas.openxmlformats.org/officeDocument/2006/relationships/image" Target="../media/image1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9.xml"/><Relationship Id="rId3" Type="http://schemas.openxmlformats.org/officeDocument/2006/relationships/image" Target="../media/image140.png"/><Relationship Id="rId4" Type="http://schemas.openxmlformats.org/officeDocument/2006/relationships/image" Target="../media/image1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0.xml"/><Relationship Id="rId3" Type="http://schemas.openxmlformats.org/officeDocument/2006/relationships/image" Target="../media/image131.png"/><Relationship Id="rId4" Type="http://schemas.openxmlformats.org/officeDocument/2006/relationships/image" Target="../media/image1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55.xml"/><Relationship Id="rId3" Type="http://schemas.openxmlformats.org/officeDocument/2006/relationships/image" Target="../media/image1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56.xml"/><Relationship Id="rId3" Type="http://schemas.openxmlformats.org/officeDocument/2006/relationships/image" Target="../media/image1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57.xml"/><Relationship Id="rId3" Type="http://schemas.openxmlformats.org/officeDocument/2006/relationships/image" Target="../media/image1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58.xml"/><Relationship Id="rId3"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59.xml"/><Relationship Id="rId3" Type="http://schemas.openxmlformats.org/officeDocument/2006/relationships/image" Target="../media/image1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60.xml"/><Relationship Id="rId3" Type="http://schemas.openxmlformats.org/officeDocument/2006/relationships/image" Target="../media/image13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61.xml"/><Relationship Id="rId3" Type="http://schemas.openxmlformats.org/officeDocument/2006/relationships/image" Target="../media/image1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62.xml"/><Relationship Id="rId3" Type="http://schemas.openxmlformats.org/officeDocument/2006/relationships/image" Target="../media/image136.png"/><Relationship Id="rId4" Type="http://schemas.openxmlformats.org/officeDocument/2006/relationships/image" Target="../media/image14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63.xml"/><Relationship Id="rId3" Type="http://schemas.openxmlformats.org/officeDocument/2006/relationships/image" Target="../media/image14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4.xml"/><Relationship Id="rId3" Type="http://schemas.openxmlformats.org/officeDocument/2006/relationships/image" Target="../media/image2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4.xml"/><Relationship Id="rId2" Type="http://schemas.openxmlformats.org/officeDocument/2006/relationships/notesSlide" Target="../notesSlides/notesSlide69.xml"/><Relationship Id="rId3" Type="http://schemas.openxmlformats.org/officeDocument/2006/relationships/image" Target="../media/image137.jpg"/><Relationship Id="rId4" Type="http://schemas.openxmlformats.org/officeDocument/2006/relationships/hyperlink" Target="https://simulation.comptia.org/"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1.xml"/><Relationship Id="rId3" Type="http://schemas.openxmlformats.org/officeDocument/2006/relationships/image" Target="../media/image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0.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sp>
        <p:nvSpPr>
          <p:cNvPr id="2377" name="Google Shape;2377;p259"/>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Career Prep and Certifications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378" name="Google Shape;2378;p259"/>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2379" name="Google Shape;2379;p259"/>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23.1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3" name="Shape 2383"/>
        <p:cNvGrpSpPr/>
        <p:nvPr/>
      </p:nvGrpSpPr>
      <p:grpSpPr>
        <a:xfrm>
          <a:off x="0" y="0"/>
          <a:ext cx="0" cy="0"/>
          <a:chOff x="0" y="0"/>
          <a:chExt cx="0" cy="0"/>
        </a:xfrm>
      </p:grpSpPr>
      <p:sp>
        <p:nvSpPr>
          <p:cNvPr id="2384" name="Google Shape;2384;p260"/>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2385" name="Google Shape;2385;p260"/>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class, you will be able to:</a:t>
            </a:r>
            <a:endParaRPr/>
          </a:p>
          <a:p>
            <a:pPr indent="0" lvl="0" marL="0" rtl="0" algn="l">
              <a:spcBef>
                <a:spcPts val="1200"/>
              </a:spcBef>
              <a:spcAft>
                <a:spcPts val="0"/>
              </a:spcAft>
              <a:buNone/>
            </a:pPr>
            <a:r>
              <a:t/>
            </a:r>
            <a:endParaRPr/>
          </a:p>
        </p:txBody>
      </p:sp>
      <p:grpSp>
        <p:nvGrpSpPr>
          <p:cNvPr id="2386" name="Google Shape;2386;p260"/>
          <p:cNvGrpSpPr/>
          <p:nvPr/>
        </p:nvGrpSpPr>
        <p:grpSpPr>
          <a:xfrm>
            <a:off x="162900" y="173561"/>
            <a:ext cx="588600" cy="567300"/>
            <a:chOff x="914400" y="200161"/>
            <a:chExt cx="588600" cy="567300"/>
          </a:xfrm>
        </p:grpSpPr>
        <p:sp>
          <p:nvSpPr>
            <p:cNvPr id="2387" name="Google Shape;2387;p260"/>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2388" name="Google Shape;2388;p260"/>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2389" name="Google Shape;2389;p260"/>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sp>
        <p:nvSpPr>
          <p:cNvPr id="2390" name="Google Shape;2390;p260"/>
          <p:cNvSpPr/>
          <p:nvPr/>
        </p:nvSpPr>
        <p:spPr>
          <a:xfrm>
            <a:off x="332125" y="2703975"/>
            <a:ext cx="8057100" cy="6372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2391" name="Google Shape;2391;p260"/>
          <p:cNvSpPr/>
          <p:nvPr/>
        </p:nvSpPr>
        <p:spPr>
          <a:xfrm>
            <a:off x="322375" y="2676146"/>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2392" name="Google Shape;2392;p260"/>
          <p:cNvSpPr txBox="1"/>
          <p:nvPr/>
        </p:nvSpPr>
        <p:spPr>
          <a:xfrm>
            <a:off x="825475" y="2620600"/>
            <a:ext cx="7404000" cy="7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Map certification road maps based on your specific experience level and field of interest.</a:t>
            </a:r>
            <a:endParaRPr sz="1800">
              <a:solidFill>
                <a:schemeClr val="dk2"/>
              </a:solidFill>
              <a:latin typeface="Roboto"/>
              <a:ea typeface="Roboto"/>
              <a:cs typeface="Roboto"/>
              <a:sym typeface="Roboto"/>
            </a:endParaRPr>
          </a:p>
        </p:txBody>
      </p:sp>
      <p:sp>
        <p:nvSpPr>
          <p:cNvPr id="2393" name="Google Shape;2393;p260"/>
          <p:cNvSpPr/>
          <p:nvPr/>
        </p:nvSpPr>
        <p:spPr>
          <a:xfrm>
            <a:off x="398575" y="1212539"/>
            <a:ext cx="8057100" cy="5673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2394" name="Google Shape;2394;p260"/>
          <p:cNvSpPr/>
          <p:nvPr/>
        </p:nvSpPr>
        <p:spPr>
          <a:xfrm>
            <a:off x="322375" y="1238358"/>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2395" name="Google Shape;2395;p260"/>
          <p:cNvSpPr txBox="1"/>
          <p:nvPr/>
        </p:nvSpPr>
        <p:spPr>
          <a:xfrm>
            <a:off x="825475" y="1247058"/>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Understand the importance of career and job-search </a:t>
            </a:r>
            <a:r>
              <a:rPr lang="en" sz="1800">
                <a:solidFill>
                  <a:schemeClr val="dk2"/>
                </a:solidFill>
                <a:latin typeface="Roboto"/>
                <a:ea typeface="Roboto"/>
                <a:cs typeface="Roboto"/>
                <a:sym typeface="Roboto"/>
              </a:rPr>
              <a:t>preparation</a:t>
            </a:r>
            <a:r>
              <a:rPr lang="en" sz="1800">
                <a:solidFill>
                  <a:schemeClr val="dk2"/>
                </a:solidFill>
                <a:latin typeface="Roboto"/>
                <a:ea typeface="Roboto"/>
                <a:cs typeface="Roboto"/>
                <a:sym typeface="Roboto"/>
              </a:rPr>
              <a:t>.</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396" name="Google Shape;2396;p260"/>
          <p:cNvSpPr/>
          <p:nvPr/>
        </p:nvSpPr>
        <p:spPr>
          <a:xfrm>
            <a:off x="398575" y="1944376"/>
            <a:ext cx="8057100" cy="6372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2397" name="Google Shape;2397;p260"/>
          <p:cNvSpPr/>
          <p:nvPr/>
        </p:nvSpPr>
        <p:spPr>
          <a:xfrm>
            <a:off x="322375" y="1944383"/>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2398" name="Google Shape;2398;p260"/>
          <p:cNvSpPr txBox="1"/>
          <p:nvPr/>
        </p:nvSpPr>
        <p:spPr>
          <a:xfrm>
            <a:off x="825475" y="1866906"/>
            <a:ext cx="7630200" cy="7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Understand the value of certifications in your job searches and career development.</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399" name="Google Shape;2399;p260"/>
          <p:cNvSpPr/>
          <p:nvPr/>
        </p:nvSpPr>
        <p:spPr>
          <a:xfrm>
            <a:off x="398575" y="4195375"/>
            <a:ext cx="8057100" cy="6372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2400" name="Google Shape;2400;p260"/>
          <p:cNvSpPr/>
          <p:nvPr/>
        </p:nvSpPr>
        <p:spPr>
          <a:xfrm>
            <a:off x="322375" y="4181021"/>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2401" name="Google Shape;2401;p260"/>
          <p:cNvSpPr txBox="1"/>
          <p:nvPr/>
        </p:nvSpPr>
        <p:spPr>
          <a:xfrm>
            <a:off x="825475" y="4139800"/>
            <a:ext cx="70704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Understand performance-based questions (PBQs) and how to answer them.</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2402" name="Google Shape;2402;p260"/>
          <p:cNvSpPr/>
          <p:nvPr/>
        </p:nvSpPr>
        <p:spPr>
          <a:xfrm>
            <a:off x="398575" y="3463576"/>
            <a:ext cx="8057100" cy="6372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Roboto"/>
              <a:ea typeface="Roboto"/>
              <a:cs typeface="Roboto"/>
              <a:sym typeface="Roboto"/>
            </a:endParaRPr>
          </a:p>
        </p:txBody>
      </p:sp>
      <p:sp>
        <p:nvSpPr>
          <p:cNvPr id="2403" name="Google Shape;2403;p260"/>
          <p:cNvSpPr/>
          <p:nvPr/>
        </p:nvSpPr>
        <p:spPr>
          <a:xfrm>
            <a:off x="322375" y="3468483"/>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2404" name="Google Shape;2404;p260"/>
          <p:cNvSpPr txBox="1"/>
          <p:nvPr/>
        </p:nvSpPr>
        <p:spPr>
          <a:xfrm>
            <a:off x="825475" y="3407983"/>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Use CompTIA's CertMaster tool to begin preparing for the Security+ exam.</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8" name="Shape 2408"/>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pic>
        <p:nvPicPr>
          <p:cNvPr id="2413" name="Google Shape;2413;p262"/>
          <p:cNvPicPr preferRelativeResize="0"/>
          <p:nvPr/>
        </p:nvPicPr>
        <p:blipFill>
          <a:blip r:embed="rId3">
            <a:alphaModFix/>
          </a:blip>
          <a:stretch>
            <a:fillRect/>
          </a:stretch>
        </p:blipFill>
        <p:spPr>
          <a:xfrm>
            <a:off x="-154325" y="745175"/>
            <a:ext cx="3966251" cy="3884650"/>
          </a:xfrm>
          <a:prstGeom prst="rect">
            <a:avLst/>
          </a:prstGeom>
          <a:noFill/>
          <a:ln>
            <a:noFill/>
          </a:ln>
        </p:spPr>
      </p:pic>
      <p:sp>
        <p:nvSpPr>
          <p:cNvPr id="2414" name="Google Shape;2414;p262"/>
          <p:cNvSpPr txBox="1"/>
          <p:nvPr>
            <p:ph idx="1" type="body"/>
          </p:nvPr>
        </p:nvSpPr>
        <p:spPr>
          <a:xfrm>
            <a:off x="3657600" y="1054550"/>
            <a:ext cx="5025600" cy="3453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Over the past several weeks, we've covered many different career paths and opportunities within cyber.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 the demand for cybersecurity professionals grows, employers want qualified individuals to fill an increasing number of roles.</a:t>
            </a:r>
            <a:endParaRPr/>
          </a:p>
        </p:txBody>
      </p:sp>
      <p:sp>
        <p:nvSpPr>
          <p:cNvPr id="2415" name="Google Shape;2415;p262"/>
          <p:cNvSpPr txBox="1"/>
          <p:nvPr>
            <p:ph type="title"/>
          </p:nvPr>
        </p:nvSpPr>
        <p:spPr>
          <a:xfrm>
            <a:off x="36576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Career Prep Week</a:t>
            </a:r>
            <a:endParaRPr/>
          </a:p>
        </p:txBody>
      </p:sp>
      <p:sp>
        <p:nvSpPr>
          <p:cNvPr id="2416" name="Google Shape;2416;p262"/>
          <p:cNvSpPr txBox="1"/>
          <p:nvPr>
            <p:ph idx="3" type="subTitle"/>
          </p:nvPr>
        </p:nvSpPr>
        <p:spPr>
          <a:xfrm>
            <a:off x="3661286" y="548650"/>
            <a:ext cx="5025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Preparing for a </a:t>
            </a:r>
            <a:r>
              <a:rPr lang="en"/>
              <a:t>N</a:t>
            </a:r>
            <a:r>
              <a:rPr lang="en"/>
              <a:t>ew </a:t>
            </a:r>
            <a:r>
              <a:rPr lang="en"/>
              <a:t>C</a:t>
            </a:r>
            <a:r>
              <a:rPr lang="en"/>
              <a:t>areer in </a:t>
            </a:r>
            <a:r>
              <a:rPr lang="en"/>
              <a:t>C</a:t>
            </a:r>
            <a:r>
              <a:rPr lang="en"/>
              <a:t>ybersecurity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263"/>
          <p:cNvSpPr txBox="1"/>
          <p:nvPr/>
        </p:nvSpPr>
        <p:spPr>
          <a:xfrm>
            <a:off x="6459729" y="2229123"/>
            <a:ext cx="173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263"/>
          <p:cNvSpPr txBox="1"/>
          <p:nvPr/>
        </p:nvSpPr>
        <p:spPr>
          <a:xfrm>
            <a:off x="4597000" y="2502550"/>
            <a:ext cx="4083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We will focus on mock interviews.</a:t>
            </a:r>
            <a:endParaRPr b="0" i="0" sz="1800" u="none" cap="none" strike="noStrike">
              <a:solidFill>
                <a:schemeClr val="dk2"/>
              </a:solidFill>
              <a:latin typeface="Roboto"/>
              <a:ea typeface="Roboto"/>
              <a:cs typeface="Roboto"/>
              <a:sym typeface="Roboto"/>
            </a:endParaRPr>
          </a:p>
        </p:txBody>
      </p:sp>
      <p:sp>
        <p:nvSpPr>
          <p:cNvPr id="2423" name="Google Shape;2423;p263"/>
          <p:cNvSpPr/>
          <p:nvPr/>
        </p:nvSpPr>
        <p:spPr>
          <a:xfrm>
            <a:off x="457200" y="2323900"/>
            <a:ext cx="4114800" cy="1656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263"/>
          <p:cNvSpPr/>
          <p:nvPr/>
        </p:nvSpPr>
        <p:spPr>
          <a:xfrm>
            <a:off x="4564827" y="2323900"/>
            <a:ext cx="4114800" cy="1656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25" name="Google Shape;2425;p263"/>
          <p:cNvCxnSpPr/>
          <p:nvPr/>
        </p:nvCxnSpPr>
        <p:spPr>
          <a:xfrm>
            <a:off x="463445" y="1838874"/>
            <a:ext cx="0" cy="662700"/>
          </a:xfrm>
          <a:prstGeom prst="straightConnector1">
            <a:avLst/>
          </a:prstGeom>
          <a:noFill/>
          <a:ln cap="flat" cmpd="sng" w="9525">
            <a:solidFill>
              <a:schemeClr val="dk2"/>
            </a:solidFill>
            <a:prstDash val="solid"/>
            <a:round/>
            <a:headEnd len="med" w="med" type="oval"/>
            <a:tailEnd len="sm" w="sm" type="none"/>
          </a:ln>
        </p:spPr>
      </p:cxnSp>
      <p:sp>
        <p:nvSpPr>
          <p:cNvPr id="2426" name="Google Shape;2426;p263"/>
          <p:cNvSpPr txBox="1"/>
          <p:nvPr/>
        </p:nvSpPr>
        <p:spPr>
          <a:xfrm>
            <a:off x="542099" y="1708270"/>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1</a:t>
            </a:r>
            <a:endParaRPr b="1" i="0" sz="2500" u="none" cap="none" strike="noStrike">
              <a:solidFill>
                <a:schemeClr val="dk2"/>
              </a:solidFill>
              <a:latin typeface="Roboto"/>
              <a:ea typeface="Roboto"/>
              <a:cs typeface="Roboto"/>
              <a:sym typeface="Roboto"/>
            </a:endParaRPr>
          </a:p>
        </p:txBody>
      </p:sp>
      <p:sp>
        <p:nvSpPr>
          <p:cNvPr id="2427" name="Google Shape;2427;p263"/>
          <p:cNvSpPr txBox="1"/>
          <p:nvPr/>
        </p:nvSpPr>
        <p:spPr>
          <a:xfrm>
            <a:off x="4772994" y="1715042"/>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2</a:t>
            </a:r>
            <a:endParaRPr b="1" i="0" sz="2500" u="none" cap="none" strike="noStrike">
              <a:solidFill>
                <a:schemeClr val="dk2"/>
              </a:solidFill>
              <a:latin typeface="Roboto"/>
              <a:ea typeface="Roboto"/>
              <a:cs typeface="Roboto"/>
              <a:sym typeface="Roboto"/>
            </a:endParaRPr>
          </a:p>
        </p:txBody>
      </p:sp>
      <p:sp>
        <p:nvSpPr>
          <p:cNvPr id="2428" name="Google Shape;2428;p263"/>
          <p:cNvSpPr txBox="1"/>
          <p:nvPr/>
        </p:nvSpPr>
        <p:spPr>
          <a:xfrm>
            <a:off x="478600" y="2501650"/>
            <a:ext cx="40836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We’ll cover certifications, with a focus on Security+, and some strategies for taking certification tests. </a:t>
            </a:r>
            <a:endParaRPr b="0" i="0" sz="1800" u="none" cap="none" strike="noStrike">
              <a:solidFill>
                <a:schemeClr val="dk2"/>
              </a:solidFill>
              <a:latin typeface="Roboto"/>
              <a:ea typeface="Roboto"/>
              <a:cs typeface="Roboto"/>
              <a:sym typeface="Roboto"/>
            </a:endParaRPr>
          </a:p>
        </p:txBody>
      </p:sp>
      <p:cxnSp>
        <p:nvCxnSpPr>
          <p:cNvPr id="2429" name="Google Shape;2429;p263"/>
          <p:cNvCxnSpPr/>
          <p:nvPr/>
        </p:nvCxnSpPr>
        <p:spPr>
          <a:xfrm>
            <a:off x="4562108" y="1814543"/>
            <a:ext cx="0" cy="682800"/>
          </a:xfrm>
          <a:prstGeom prst="straightConnector1">
            <a:avLst/>
          </a:prstGeom>
          <a:noFill/>
          <a:ln cap="flat" cmpd="sng" w="9525">
            <a:solidFill>
              <a:schemeClr val="dk2"/>
            </a:solidFill>
            <a:prstDash val="solid"/>
            <a:round/>
            <a:headEnd len="med" w="med" type="oval"/>
            <a:tailEnd len="sm" w="sm" type="none"/>
          </a:ln>
        </p:spPr>
      </p:cxnSp>
      <p:sp>
        <p:nvSpPr>
          <p:cNvPr id="2430" name="Google Shape;2430;p263"/>
          <p:cNvSpPr txBox="1"/>
          <p:nvPr/>
        </p:nvSpPr>
        <p:spPr>
          <a:xfrm>
            <a:off x="50" y="51200"/>
            <a:ext cx="8122800" cy="393600"/>
          </a:xfrm>
          <a:prstGeom prst="rect">
            <a:avLst/>
          </a:prstGeom>
          <a:noFill/>
          <a:ln>
            <a:noFill/>
          </a:ln>
        </p:spPr>
        <p:txBody>
          <a:bodyPr anchorCtr="0" anchor="t" bIns="91425" lIns="457200"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This Week</a:t>
            </a:r>
            <a:endParaRPr b="1" i="0" sz="2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4" name="Shape 2434"/>
        <p:cNvGrpSpPr/>
        <p:nvPr/>
      </p:nvGrpSpPr>
      <p:grpSpPr>
        <a:xfrm>
          <a:off x="0" y="0"/>
          <a:ext cx="0" cy="0"/>
          <a:chOff x="0" y="0"/>
          <a:chExt cx="0" cy="0"/>
        </a:xfrm>
      </p:grpSpPr>
      <p:pic>
        <p:nvPicPr>
          <p:cNvPr id="2435" name="Google Shape;2435;p264"/>
          <p:cNvPicPr preferRelativeResize="0"/>
          <p:nvPr/>
        </p:nvPicPr>
        <p:blipFill rotWithShape="1">
          <a:blip r:embed="rId3">
            <a:alphaModFix/>
          </a:blip>
          <a:srcRect b="10552" l="0" r="0" t="14445"/>
          <a:stretch/>
        </p:blipFill>
        <p:spPr>
          <a:xfrm>
            <a:off x="175" y="0"/>
            <a:ext cx="9144003" cy="5143500"/>
          </a:xfrm>
          <a:prstGeom prst="rect">
            <a:avLst/>
          </a:prstGeom>
          <a:noFill/>
          <a:ln>
            <a:noFill/>
          </a:ln>
        </p:spPr>
      </p:pic>
      <p:sp>
        <p:nvSpPr>
          <p:cNvPr id="2436" name="Google Shape;2436;p264"/>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t>‹#›</a:t>
            </a:fld>
            <a:endParaRPr/>
          </a:p>
        </p:txBody>
      </p:sp>
      <p:sp>
        <p:nvSpPr>
          <p:cNvPr id="2437" name="Google Shape;2437;p264"/>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t/>
            </a:r>
            <a:endParaRPr/>
          </a:p>
        </p:txBody>
      </p:sp>
      <p:sp>
        <p:nvSpPr>
          <p:cNvPr id="2438" name="Google Shape;2438;p264"/>
          <p:cNvSpPr/>
          <p:nvPr/>
        </p:nvSpPr>
        <p:spPr>
          <a:xfrm>
            <a:off x="-16300" y="0"/>
            <a:ext cx="9168600" cy="1509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64"/>
          <p:cNvSpPr txBox="1"/>
          <p:nvPr/>
        </p:nvSpPr>
        <p:spPr>
          <a:xfrm>
            <a:off x="276225" y="0"/>
            <a:ext cx="8593500" cy="1509000"/>
          </a:xfrm>
          <a:prstGeom prst="rect">
            <a:avLst/>
          </a:prstGeom>
          <a:solidFill>
            <a:schemeClr val="dk2"/>
          </a:solidFill>
          <a:ln>
            <a:noFill/>
          </a:ln>
        </p:spPr>
        <p:txBody>
          <a:bodyPr anchorCtr="0" anchor="ctr" bIns="91425" lIns="457200" spcFirstLastPara="1" rIns="274300" wrap="square" tIns="91425">
            <a:noAutofit/>
          </a:bodyPr>
          <a:lstStyle/>
          <a:p>
            <a:pPr indent="0" lvl="0" marL="0" rtl="0" algn="l">
              <a:spcBef>
                <a:spcPts val="0"/>
              </a:spcBef>
              <a:spcAft>
                <a:spcPts val="0"/>
              </a:spcAft>
              <a:buNone/>
            </a:pPr>
            <a:r>
              <a:rPr lang="en" sz="2200">
                <a:solidFill>
                  <a:srgbClr val="FFFFFF"/>
                </a:solidFill>
                <a:latin typeface="Roboto"/>
                <a:ea typeface="Roboto"/>
                <a:cs typeface="Roboto"/>
                <a:sym typeface="Roboto"/>
              </a:rPr>
              <a:t>An important first step to landing a job or furthering your career is to demonstrate that you can do the tasks your job requires.</a:t>
            </a:r>
            <a:br>
              <a:rPr lang="en" sz="2200">
                <a:solidFill>
                  <a:srgbClr val="FFFFFF"/>
                </a:solidFill>
                <a:latin typeface="Roboto"/>
                <a:ea typeface="Roboto"/>
                <a:cs typeface="Roboto"/>
                <a:sym typeface="Roboto"/>
              </a:rPr>
            </a:br>
            <a:r>
              <a:rPr lang="en" sz="2200">
                <a:solidFill>
                  <a:srgbClr val="FFFFFF"/>
                </a:solidFill>
                <a:latin typeface="Roboto"/>
                <a:ea typeface="Roboto"/>
                <a:cs typeface="Roboto"/>
                <a:sym typeface="Roboto"/>
              </a:rPr>
              <a:t>One good way to do this is with a </a:t>
            </a:r>
            <a:r>
              <a:rPr lang="en" sz="2200">
                <a:solidFill>
                  <a:srgbClr val="FFFFFF"/>
                </a:solidFill>
                <a:highlight>
                  <a:schemeClr val="accent1"/>
                </a:highlight>
                <a:latin typeface="Roboto"/>
                <a:ea typeface="Roboto"/>
                <a:cs typeface="Roboto"/>
                <a:sym typeface="Roboto"/>
              </a:rPr>
              <a:t> </a:t>
            </a:r>
            <a:r>
              <a:rPr b="1" lang="en" sz="2200">
                <a:solidFill>
                  <a:schemeClr val="dk2"/>
                </a:solidFill>
                <a:highlight>
                  <a:schemeClr val="accent1"/>
                </a:highlight>
                <a:latin typeface="Roboto"/>
                <a:ea typeface="Roboto"/>
                <a:cs typeface="Roboto"/>
                <a:sym typeface="Roboto"/>
              </a:rPr>
              <a:t>certification exam</a:t>
            </a:r>
            <a:r>
              <a:rPr lang="en" sz="2200">
                <a:solidFill>
                  <a:schemeClr val="dk2"/>
                </a:solidFill>
                <a:highlight>
                  <a:schemeClr val="accent1"/>
                </a:highlight>
                <a:latin typeface="Roboto"/>
                <a:ea typeface="Roboto"/>
                <a:cs typeface="Roboto"/>
                <a:sym typeface="Roboto"/>
              </a:rPr>
              <a:t> </a:t>
            </a:r>
            <a:r>
              <a:rPr lang="en" sz="2200">
                <a:solidFill>
                  <a:srgbClr val="FFFFFF"/>
                </a:solidFill>
                <a:latin typeface="Roboto"/>
                <a:ea typeface="Roboto"/>
                <a:cs typeface="Roboto"/>
                <a:sym typeface="Roboto"/>
              </a:rPr>
              <a:t>.</a:t>
            </a:r>
            <a:endParaRPr sz="2200">
              <a:solidFill>
                <a:srgbClr val="FFFFF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3" name="Shape 2443"/>
        <p:cNvGrpSpPr/>
        <p:nvPr/>
      </p:nvGrpSpPr>
      <p:grpSpPr>
        <a:xfrm>
          <a:off x="0" y="0"/>
          <a:ext cx="0" cy="0"/>
          <a:chOff x="0" y="0"/>
          <a:chExt cx="0" cy="0"/>
        </a:xfrm>
      </p:grpSpPr>
      <p:sp>
        <p:nvSpPr>
          <p:cNvPr id="2444" name="Google Shape;2444;p265"/>
          <p:cNvSpPr txBox="1"/>
          <p:nvPr>
            <p:ph type="title"/>
          </p:nvPr>
        </p:nvSpPr>
        <p:spPr>
          <a:xfrm>
            <a:off x="457200" y="170841"/>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accent5"/>
                </a:solidFill>
              </a:rPr>
              <a:t>Certifications</a:t>
            </a:r>
            <a:r>
              <a:rPr lang="en">
                <a:solidFill>
                  <a:schemeClr val="accent5"/>
                </a:solidFill>
              </a:rPr>
              <a:t> by the Numbers</a:t>
            </a:r>
            <a:endParaRPr>
              <a:solidFill>
                <a:schemeClr val="accent5"/>
              </a:solidFill>
            </a:endParaRPr>
          </a:p>
        </p:txBody>
      </p:sp>
      <p:sp>
        <p:nvSpPr>
          <p:cNvPr id="2445" name="Google Shape;2445;p265"/>
          <p:cNvSpPr txBox="1"/>
          <p:nvPr>
            <p:ph idx="1" type="body"/>
          </p:nvPr>
        </p:nvSpPr>
        <p:spPr>
          <a:xfrm>
            <a:off x="457200" y="700725"/>
            <a:ext cx="8520600" cy="4374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a:solidFill>
                  <a:schemeClr val="accent5"/>
                </a:solidFill>
              </a:rPr>
              <a:t>As of April 2020…</a:t>
            </a:r>
            <a:endParaRPr>
              <a:solidFill>
                <a:schemeClr val="accent5"/>
              </a:solidFill>
            </a:endParaRPr>
          </a:p>
          <a:p>
            <a:pPr indent="0" lvl="0" marL="0" rtl="0" algn="l">
              <a:spcBef>
                <a:spcPts val="0"/>
              </a:spcBef>
              <a:spcAft>
                <a:spcPts val="0"/>
              </a:spcAft>
              <a:buNone/>
            </a:pPr>
            <a:r>
              <a:t/>
            </a:r>
            <a:endParaRPr/>
          </a:p>
        </p:txBody>
      </p:sp>
      <p:sp>
        <p:nvSpPr>
          <p:cNvPr id="2446" name="Google Shape;2446;p265"/>
          <p:cNvSpPr txBox="1"/>
          <p:nvPr/>
        </p:nvSpPr>
        <p:spPr>
          <a:xfrm>
            <a:off x="795150" y="1776300"/>
            <a:ext cx="1988700"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9000">
                <a:solidFill>
                  <a:schemeClr val="dk2"/>
                </a:solidFill>
                <a:latin typeface="Roboto"/>
                <a:ea typeface="Roboto"/>
                <a:cs typeface="Roboto"/>
                <a:sym typeface="Roboto"/>
              </a:rPr>
              <a:t>44</a:t>
            </a:r>
            <a:endParaRPr b="1" sz="9000">
              <a:solidFill>
                <a:schemeClr val="dk2"/>
              </a:solidFill>
              <a:latin typeface="Roboto"/>
              <a:ea typeface="Roboto"/>
              <a:cs typeface="Roboto"/>
              <a:sym typeface="Roboto"/>
            </a:endParaRPr>
          </a:p>
        </p:txBody>
      </p:sp>
      <p:sp>
        <p:nvSpPr>
          <p:cNvPr id="2447" name="Google Shape;2447;p265"/>
          <p:cNvSpPr txBox="1"/>
          <p:nvPr/>
        </p:nvSpPr>
        <p:spPr>
          <a:xfrm>
            <a:off x="3126750" y="1776300"/>
            <a:ext cx="2969100"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9000">
                <a:solidFill>
                  <a:schemeClr val="accent3"/>
                </a:solidFill>
                <a:latin typeface="Roboto"/>
                <a:ea typeface="Roboto"/>
                <a:cs typeface="Roboto"/>
                <a:sym typeface="Roboto"/>
              </a:rPr>
              <a:t>300</a:t>
            </a:r>
            <a:endParaRPr b="1" sz="9000">
              <a:solidFill>
                <a:schemeClr val="accent3"/>
              </a:solidFill>
              <a:latin typeface="Roboto"/>
              <a:ea typeface="Roboto"/>
              <a:cs typeface="Roboto"/>
              <a:sym typeface="Roboto"/>
            </a:endParaRPr>
          </a:p>
        </p:txBody>
      </p:sp>
      <p:sp>
        <p:nvSpPr>
          <p:cNvPr id="2448" name="Google Shape;2448;p265"/>
          <p:cNvSpPr txBox="1"/>
          <p:nvPr/>
        </p:nvSpPr>
        <p:spPr>
          <a:xfrm>
            <a:off x="6348775" y="1776300"/>
            <a:ext cx="1988700"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9000">
                <a:solidFill>
                  <a:srgbClr val="005E77"/>
                </a:solidFill>
                <a:latin typeface="Roboto"/>
                <a:ea typeface="Roboto"/>
                <a:cs typeface="Roboto"/>
                <a:sym typeface="Roboto"/>
              </a:rPr>
              <a:t>25</a:t>
            </a:r>
            <a:endParaRPr b="1" sz="9000">
              <a:solidFill>
                <a:srgbClr val="005E77"/>
              </a:solidFill>
              <a:latin typeface="Roboto"/>
              <a:ea typeface="Roboto"/>
              <a:cs typeface="Roboto"/>
              <a:sym typeface="Roboto"/>
            </a:endParaRPr>
          </a:p>
        </p:txBody>
      </p:sp>
      <p:sp>
        <p:nvSpPr>
          <p:cNvPr id="2449" name="Google Shape;2449;p265"/>
          <p:cNvSpPr txBox="1"/>
          <p:nvPr/>
        </p:nvSpPr>
        <p:spPr>
          <a:xfrm>
            <a:off x="831600" y="2905375"/>
            <a:ext cx="1915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en" sz="2000">
                <a:solidFill>
                  <a:schemeClr val="dk2"/>
                </a:solidFill>
                <a:latin typeface="Roboto"/>
                <a:ea typeface="Roboto"/>
                <a:cs typeface="Roboto"/>
                <a:sym typeface="Roboto"/>
              </a:rPr>
              <a:t>organizations</a:t>
            </a:r>
            <a:br>
              <a:rPr lang="en" sz="2000">
                <a:solidFill>
                  <a:schemeClr val="dk2"/>
                </a:solidFill>
                <a:latin typeface="Roboto"/>
                <a:ea typeface="Roboto"/>
                <a:cs typeface="Roboto"/>
                <a:sym typeface="Roboto"/>
              </a:rPr>
            </a:br>
            <a:r>
              <a:rPr lang="en" sz="2000">
                <a:solidFill>
                  <a:schemeClr val="dk2"/>
                </a:solidFill>
                <a:latin typeface="Roboto"/>
                <a:ea typeface="Roboto"/>
                <a:cs typeface="Roboto"/>
                <a:sym typeface="Roboto"/>
              </a:rPr>
              <a:t>issue over</a:t>
            </a:r>
            <a:endParaRPr>
              <a:solidFill>
                <a:schemeClr val="dk2"/>
              </a:solidFill>
            </a:endParaRPr>
          </a:p>
        </p:txBody>
      </p:sp>
      <p:sp>
        <p:nvSpPr>
          <p:cNvPr id="2450" name="Google Shape;2450;p265"/>
          <p:cNvSpPr txBox="1"/>
          <p:nvPr/>
        </p:nvSpPr>
        <p:spPr>
          <a:xfrm>
            <a:off x="3574800" y="2905375"/>
            <a:ext cx="2073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en" sz="2000">
                <a:solidFill>
                  <a:schemeClr val="dk2"/>
                </a:solidFill>
                <a:latin typeface="Roboto"/>
                <a:ea typeface="Roboto"/>
                <a:cs typeface="Roboto"/>
                <a:sym typeface="Roboto"/>
              </a:rPr>
              <a:t>cybersecurity certifications for</a:t>
            </a:r>
            <a:endParaRPr sz="2000">
              <a:solidFill>
                <a:schemeClr val="dk2"/>
              </a:solidFill>
              <a:latin typeface="Roboto"/>
              <a:ea typeface="Roboto"/>
              <a:cs typeface="Roboto"/>
              <a:sym typeface="Roboto"/>
            </a:endParaRPr>
          </a:p>
        </p:txBody>
      </p:sp>
      <p:sp>
        <p:nvSpPr>
          <p:cNvPr id="2451" name="Google Shape;2451;p265"/>
          <p:cNvSpPr txBox="1"/>
          <p:nvPr/>
        </p:nvSpPr>
        <p:spPr>
          <a:xfrm>
            <a:off x="6306625" y="2905375"/>
            <a:ext cx="2073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1000"/>
              </a:spcAft>
              <a:buNone/>
            </a:pPr>
            <a:r>
              <a:rPr lang="en" sz="2000">
                <a:solidFill>
                  <a:schemeClr val="dk2"/>
                </a:solidFill>
                <a:latin typeface="Roboto"/>
                <a:ea typeface="Roboto"/>
                <a:cs typeface="Roboto"/>
                <a:sym typeface="Roboto"/>
              </a:rPr>
              <a:t>specializations</a:t>
            </a:r>
            <a:br>
              <a:rPr lang="en" sz="2000">
                <a:solidFill>
                  <a:schemeClr val="dk2"/>
                </a:solidFill>
                <a:latin typeface="Roboto"/>
                <a:ea typeface="Roboto"/>
                <a:cs typeface="Roboto"/>
                <a:sym typeface="Roboto"/>
              </a:rPr>
            </a:br>
            <a:r>
              <a:rPr lang="en" sz="2000">
                <a:solidFill>
                  <a:schemeClr val="dk2"/>
                </a:solidFill>
                <a:latin typeface="Roboto"/>
                <a:ea typeface="Roboto"/>
                <a:cs typeface="Roboto"/>
                <a:sym typeface="Roboto"/>
              </a:rPr>
              <a:t>and paths.</a:t>
            </a:r>
            <a:endParaRPr sz="2000">
              <a:solidFill>
                <a:schemeClr val="dk2"/>
              </a:solidFill>
              <a:latin typeface="Roboto"/>
              <a:ea typeface="Roboto"/>
              <a:cs typeface="Roboto"/>
              <a:sym typeface="Roboto"/>
            </a:endParaRPr>
          </a:p>
        </p:txBody>
      </p:sp>
      <p:pic>
        <p:nvPicPr>
          <p:cNvPr id="2452" name="Google Shape;2452;p265"/>
          <p:cNvPicPr preferRelativeResize="0"/>
          <p:nvPr/>
        </p:nvPicPr>
        <p:blipFill>
          <a:blip r:embed="rId3">
            <a:alphaModFix/>
          </a:blip>
          <a:stretch>
            <a:fillRect/>
          </a:stretch>
        </p:blipFill>
        <p:spPr>
          <a:xfrm>
            <a:off x="430337" y="1218782"/>
            <a:ext cx="8361926" cy="305838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6" name="Shape 2456"/>
        <p:cNvGrpSpPr/>
        <p:nvPr/>
      </p:nvGrpSpPr>
      <p:grpSpPr>
        <a:xfrm>
          <a:off x="0" y="0"/>
          <a:ext cx="0" cy="0"/>
          <a:chOff x="0" y="0"/>
          <a:chExt cx="0" cy="0"/>
        </a:xfrm>
      </p:grpSpPr>
      <p:sp>
        <p:nvSpPr>
          <p:cNvPr id="2457" name="Google Shape;2457;p266"/>
          <p:cNvSpPr txBox="1"/>
          <p:nvPr/>
        </p:nvSpPr>
        <p:spPr>
          <a:xfrm>
            <a:off x="358475" y="51200"/>
            <a:ext cx="5225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5"/>
                </a:solidFill>
                <a:latin typeface="Roboto"/>
                <a:ea typeface="Roboto"/>
                <a:cs typeface="Roboto"/>
                <a:sym typeface="Roboto"/>
              </a:rPr>
              <a:t>This Week</a:t>
            </a:r>
            <a:endParaRPr b="1" i="1" sz="2400">
              <a:solidFill>
                <a:schemeClr val="accent5"/>
              </a:solidFill>
              <a:latin typeface="Roboto"/>
              <a:ea typeface="Roboto"/>
              <a:cs typeface="Roboto"/>
              <a:sym typeface="Roboto"/>
            </a:endParaRPr>
          </a:p>
          <a:p>
            <a:pPr indent="0" lvl="0" marL="0" rtl="0" algn="l">
              <a:spcBef>
                <a:spcPts val="0"/>
              </a:spcBef>
              <a:spcAft>
                <a:spcPts val="0"/>
              </a:spcAft>
              <a:buNone/>
            </a:pPr>
            <a:r>
              <a:rPr lang="en" sz="1800">
                <a:solidFill>
                  <a:schemeClr val="accent5"/>
                </a:solidFill>
                <a:latin typeface="Roboto"/>
                <a:ea typeface="Roboto"/>
                <a:cs typeface="Roboto"/>
                <a:sym typeface="Roboto"/>
              </a:rPr>
              <a:t>We’ll also dive deeper into Security+.</a:t>
            </a:r>
            <a:endParaRPr sz="1800">
              <a:solidFill>
                <a:schemeClr val="accent5"/>
              </a:solidFill>
              <a:latin typeface="Roboto"/>
              <a:ea typeface="Roboto"/>
              <a:cs typeface="Roboto"/>
              <a:sym typeface="Roboto"/>
            </a:endParaRPr>
          </a:p>
        </p:txBody>
      </p:sp>
      <p:pic>
        <p:nvPicPr>
          <p:cNvPr id="2458" name="Google Shape;2458;p266"/>
          <p:cNvPicPr preferRelativeResize="0"/>
          <p:nvPr/>
        </p:nvPicPr>
        <p:blipFill rotWithShape="1">
          <a:blip r:embed="rId3">
            <a:alphaModFix/>
          </a:blip>
          <a:srcRect b="0" l="51615" r="4112" t="0"/>
          <a:stretch/>
        </p:blipFill>
        <p:spPr>
          <a:xfrm>
            <a:off x="4733700" y="0"/>
            <a:ext cx="4422774" cy="5143500"/>
          </a:xfrm>
          <a:prstGeom prst="rect">
            <a:avLst/>
          </a:prstGeom>
          <a:noFill/>
          <a:ln>
            <a:noFill/>
          </a:ln>
        </p:spPr>
      </p:pic>
      <p:sp>
        <p:nvSpPr>
          <p:cNvPr id="2459" name="Google Shape;2459;p266"/>
          <p:cNvSpPr txBox="1"/>
          <p:nvPr>
            <p:ph idx="1" type="body"/>
          </p:nvPr>
        </p:nvSpPr>
        <p:spPr>
          <a:xfrm>
            <a:off x="0" y="1105975"/>
            <a:ext cx="4572000" cy="3431400"/>
          </a:xfrm>
          <a:prstGeom prst="rect">
            <a:avLst/>
          </a:prstGeom>
        </p:spPr>
        <p:txBody>
          <a:bodyPr anchorCtr="0" anchor="t" bIns="91425" lIns="457200" spcFirstLastPara="1" rIns="0" wrap="square" tIns="91425">
            <a:noAutofit/>
          </a:bodyPr>
          <a:lstStyle/>
          <a:p>
            <a:pPr indent="0" lvl="0" marL="0" rtl="0" algn="l">
              <a:spcBef>
                <a:spcPts val="0"/>
              </a:spcBef>
              <a:spcAft>
                <a:spcPts val="0"/>
              </a:spcAft>
              <a:buClr>
                <a:schemeClr val="dk1"/>
              </a:buClr>
              <a:buSzPts val="1100"/>
              <a:buFont typeface="Arial"/>
              <a:buNone/>
            </a:pPr>
            <a:r>
              <a:rPr lang="en">
                <a:solidFill>
                  <a:schemeClr val="accent5"/>
                </a:solidFill>
              </a:rPr>
              <a:t>This course comes with a voucher for the Security+ exam, so we’ll spend the most time on this certification.</a:t>
            </a:r>
            <a:endParaRPr>
              <a:solidFill>
                <a:schemeClr val="accent5"/>
              </a:solidFill>
            </a:endParaRPr>
          </a:p>
          <a:p>
            <a:pPr indent="0" lvl="0" marL="0" rtl="0" algn="l">
              <a:spcBef>
                <a:spcPts val="2000"/>
              </a:spcBef>
              <a:spcAft>
                <a:spcPts val="0"/>
              </a:spcAft>
              <a:buClr>
                <a:schemeClr val="dk1"/>
              </a:buClr>
              <a:buSzPts val="1100"/>
              <a:buFont typeface="Arial"/>
              <a:buNone/>
            </a:pPr>
            <a:r>
              <a:rPr b="1" lang="en">
                <a:solidFill>
                  <a:schemeClr val="accent5"/>
                </a:solidFill>
              </a:rPr>
              <a:t>We’ll cover:</a:t>
            </a:r>
            <a:endParaRPr b="1">
              <a:solidFill>
                <a:schemeClr val="accent5"/>
              </a:solidFill>
            </a:endParaRPr>
          </a:p>
          <a:p>
            <a:pPr indent="-205740" lvl="0" marL="374904" rtl="0" algn="l">
              <a:spcBef>
                <a:spcPts val="0"/>
              </a:spcBef>
              <a:spcAft>
                <a:spcPts val="0"/>
              </a:spcAft>
              <a:buClr>
                <a:schemeClr val="accent5"/>
              </a:buClr>
              <a:buSzPts val="1800"/>
              <a:buChar char="●"/>
            </a:pPr>
            <a:r>
              <a:rPr lang="en">
                <a:solidFill>
                  <a:schemeClr val="accent5"/>
                </a:solidFill>
              </a:rPr>
              <a:t>Test preparation tips</a:t>
            </a:r>
            <a:endParaRPr>
              <a:solidFill>
                <a:schemeClr val="accent5"/>
              </a:solidFill>
            </a:endParaRPr>
          </a:p>
          <a:p>
            <a:pPr indent="-205740" lvl="0" marL="374904" rtl="0" algn="l">
              <a:spcBef>
                <a:spcPts val="1000"/>
              </a:spcBef>
              <a:spcAft>
                <a:spcPts val="0"/>
              </a:spcAft>
              <a:buClr>
                <a:schemeClr val="accent5"/>
              </a:buClr>
              <a:buSzPts val="1800"/>
              <a:buChar char="●"/>
            </a:pPr>
            <a:r>
              <a:rPr lang="en">
                <a:solidFill>
                  <a:schemeClr val="accent5"/>
                </a:solidFill>
              </a:rPr>
              <a:t>The CompTIA CertMaster study tool</a:t>
            </a:r>
            <a:endParaRPr>
              <a:solidFill>
                <a:schemeClr val="accent5"/>
              </a:solidFill>
            </a:endParaRPr>
          </a:p>
          <a:p>
            <a:pPr indent="-205740" lvl="0" marL="374904" rtl="0" algn="l">
              <a:spcBef>
                <a:spcPts val="1000"/>
              </a:spcBef>
              <a:spcAft>
                <a:spcPts val="0"/>
              </a:spcAft>
              <a:buClr>
                <a:schemeClr val="accent5"/>
              </a:buClr>
              <a:buSzPts val="1800"/>
              <a:buChar char="●"/>
            </a:pPr>
            <a:r>
              <a:rPr lang="en">
                <a:solidFill>
                  <a:schemeClr val="accent5"/>
                </a:solidFill>
              </a:rPr>
              <a:t>PBQs</a:t>
            </a:r>
            <a:endParaRPr>
              <a:solidFill>
                <a:schemeClr val="accent5"/>
              </a:solidFill>
            </a:endParaRPr>
          </a:p>
          <a:p>
            <a:pPr indent="-205740" lvl="0" marL="374904" rtl="0" algn="l">
              <a:spcBef>
                <a:spcPts val="1000"/>
              </a:spcBef>
              <a:spcAft>
                <a:spcPts val="0"/>
              </a:spcAft>
              <a:buClr>
                <a:schemeClr val="accent5"/>
              </a:buClr>
              <a:buSzPts val="1800"/>
              <a:buChar char="●"/>
            </a:pPr>
            <a:r>
              <a:rPr lang="en">
                <a:solidFill>
                  <a:schemeClr val="accent5"/>
                </a:solidFill>
              </a:rPr>
              <a:t>Domains on the exam not </a:t>
            </a:r>
            <a:br>
              <a:rPr lang="en">
                <a:solidFill>
                  <a:schemeClr val="accent5"/>
                </a:solidFill>
              </a:rPr>
            </a:br>
            <a:r>
              <a:rPr lang="en">
                <a:solidFill>
                  <a:schemeClr val="accent5"/>
                </a:solidFill>
              </a:rPr>
              <a:t>covered in this course’s curriculum</a:t>
            </a:r>
            <a:endParaRPr>
              <a:solidFill>
                <a:schemeClr val="accent5"/>
              </a:solidFill>
            </a:endParaRPr>
          </a:p>
          <a:p>
            <a:pPr indent="0" lvl="0" marL="0" rtl="0" algn="l">
              <a:spcBef>
                <a:spcPts val="1000"/>
              </a:spcBef>
              <a:spcAft>
                <a:spcPts val="0"/>
              </a:spcAft>
              <a:buNone/>
            </a:pPr>
            <a:r>
              <a:t/>
            </a:r>
            <a:endParaRPr>
              <a:solidFill>
                <a:schemeClr val="accent5"/>
              </a:solidFill>
            </a:endParaRPr>
          </a:p>
        </p:txBody>
      </p:sp>
      <p:pic>
        <p:nvPicPr>
          <p:cNvPr id="2460" name="Google Shape;2460;p266"/>
          <p:cNvPicPr preferRelativeResize="0"/>
          <p:nvPr/>
        </p:nvPicPr>
        <p:blipFill>
          <a:blip r:embed="rId4">
            <a:alphaModFix/>
          </a:blip>
          <a:stretch>
            <a:fillRect/>
          </a:stretch>
        </p:blipFill>
        <p:spPr>
          <a:xfrm>
            <a:off x="5800750" y="1625200"/>
            <a:ext cx="2533449" cy="8508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4" name="Shape 2464"/>
        <p:cNvGrpSpPr/>
        <p:nvPr/>
      </p:nvGrpSpPr>
      <p:grpSpPr>
        <a:xfrm>
          <a:off x="0" y="0"/>
          <a:ext cx="0" cy="0"/>
          <a:chOff x="0" y="0"/>
          <a:chExt cx="0" cy="0"/>
        </a:xfrm>
      </p:grpSpPr>
      <p:sp>
        <p:nvSpPr>
          <p:cNvPr id="2465" name="Google Shape;2465;p267"/>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Information Security </a:t>
            </a:r>
            <a:r>
              <a:rPr lang="en">
                <a:latin typeface="Roboto"/>
                <a:ea typeface="Roboto"/>
                <a:cs typeface="Roboto"/>
                <a:sym typeface="Roboto"/>
              </a:rPr>
              <a:t>Certifications</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2466" name="Google Shape;2466;p267"/>
          <p:cNvGrpSpPr/>
          <p:nvPr/>
        </p:nvGrpSpPr>
        <p:grpSpPr>
          <a:xfrm>
            <a:off x="4197220" y="1764391"/>
            <a:ext cx="749544" cy="861417"/>
            <a:chOff x="1567200" y="279950"/>
            <a:chExt cx="4485600" cy="5155100"/>
          </a:xfrm>
        </p:grpSpPr>
        <p:sp>
          <p:nvSpPr>
            <p:cNvPr id="2467" name="Google Shape;2467;p267"/>
            <p:cNvSpPr/>
            <p:nvPr/>
          </p:nvSpPr>
          <p:spPr>
            <a:xfrm>
              <a:off x="1567200" y="279950"/>
              <a:ext cx="4485600" cy="5155100"/>
            </a:xfrm>
            <a:custGeom>
              <a:rect b="b" l="l" r="r" t="t"/>
              <a:pathLst>
                <a:path extrusionOk="0" fill="none" h="206204" w="179424">
                  <a:moveTo>
                    <a:pt x="5022" y="1"/>
                  </a:moveTo>
                  <a:lnTo>
                    <a:pt x="174402" y="1"/>
                  </a:lnTo>
                  <a:lnTo>
                    <a:pt x="174402" y="1"/>
                  </a:lnTo>
                  <a:lnTo>
                    <a:pt x="176411" y="335"/>
                  </a:lnTo>
                  <a:lnTo>
                    <a:pt x="178084" y="1340"/>
                  </a:lnTo>
                  <a:lnTo>
                    <a:pt x="179089" y="2679"/>
                  </a:lnTo>
                  <a:lnTo>
                    <a:pt x="179423" y="4352"/>
                  </a:lnTo>
                  <a:lnTo>
                    <a:pt x="179423" y="201852"/>
                  </a:lnTo>
                  <a:lnTo>
                    <a:pt x="179423" y="201852"/>
                  </a:lnTo>
                  <a:lnTo>
                    <a:pt x="179089" y="203525"/>
                  </a:lnTo>
                  <a:lnTo>
                    <a:pt x="178084" y="204864"/>
                  </a:lnTo>
                  <a:lnTo>
                    <a:pt x="176411" y="205869"/>
                  </a:lnTo>
                  <a:lnTo>
                    <a:pt x="174402" y="206203"/>
                  </a:lnTo>
                  <a:lnTo>
                    <a:pt x="5022" y="206203"/>
                  </a:lnTo>
                  <a:lnTo>
                    <a:pt x="5022" y="206203"/>
                  </a:lnTo>
                  <a:lnTo>
                    <a:pt x="3013" y="205869"/>
                  </a:lnTo>
                  <a:lnTo>
                    <a:pt x="1340" y="204864"/>
                  </a:lnTo>
                  <a:lnTo>
                    <a:pt x="335" y="203525"/>
                  </a:lnTo>
                  <a:lnTo>
                    <a:pt x="1" y="201852"/>
                  </a:lnTo>
                  <a:lnTo>
                    <a:pt x="1" y="4352"/>
                  </a:lnTo>
                  <a:lnTo>
                    <a:pt x="1" y="4352"/>
                  </a:lnTo>
                  <a:lnTo>
                    <a:pt x="335" y="2679"/>
                  </a:lnTo>
                  <a:lnTo>
                    <a:pt x="1340" y="1340"/>
                  </a:lnTo>
                  <a:lnTo>
                    <a:pt x="3013" y="335"/>
                  </a:lnTo>
                  <a:lnTo>
                    <a:pt x="5022" y="1"/>
                  </a:lnTo>
                  <a:lnTo>
                    <a:pt x="5022"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67"/>
            <p:cNvSpPr/>
            <p:nvPr/>
          </p:nvSpPr>
          <p:spPr>
            <a:xfrm>
              <a:off x="3031700" y="1853250"/>
              <a:ext cx="1556600" cy="1556600"/>
            </a:xfrm>
            <a:custGeom>
              <a:rect b="b" l="l" r="r" t="t"/>
              <a:pathLst>
                <a:path extrusionOk="0" fill="none" h="62264" w="62264">
                  <a:moveTo>
                    <a:pt x="31132" y="1"/>
                  </a:moveTo>
                  <a:lnTo>
                    <a:pt x="31132" y="1"/>
                  </a:lnTo>
                  <a:lnTo>
                    <a:pt x="34145" y="335"/>
                  </a:lnTo>
                  <a:lnTo>
                    <a:pt x="37492" y="670"/>
                  </a:lnTo>
                  <a:lnTo>
                    <a:pt x="40505" y="1340"/>
                  </a:lnTo>
                  <a:lnTo>
                    <a:pt x="43183" y="2344"/>
                  </a:lnTo>
                  <a:lnTo>
                    <a:pt x="45861" y="3683"/>
                  </a:lnTo>
                  <a:lnTo>
                    <a:pt x="48539" y="5357"/>
                  </a:lnTo>
                  <a:lnTo>
                    <a:pt x="50882" y="7030"/>
                  </a:lnTo>
                  <a:lnTo>
                    <a:pt x="53225" y="9039"/>
                  </a:lnTo>
                  <a:lnTo>
                    <a:pt x="55234" y="11382"/>
                  </a:lnTo>
                  <a:lnTo>
                    <a:pt x="56907" y="13725"/>
                  </a:lnTo>
                  <a:lnTo>
                    <a:pt x="58581" y="16403"/>
                  </a:lnTo>
                  <a:lnTo>
                    <a:pt x="59920" y="19081"/>
                  </a:lnTo>
                  <a:lnTo>
                    <a:pt x="60924" y="21759"/>
                  </a:lnTo>
                  <a:lnTo>
                    <a:pt x="61594" y="24772"/>
                  </a:lnTo>
                  <a:lnTo>
                    <a:pt x="62263" y="28119"/>
                  </a:lnTo>
                  <a:lnTo>
                    <a:pt x="62263" y="31132"/>
                  </a:lnTo>
                  <a:lnTo>
                    <a:pt x="62263" y="31132"/>
                  </a:lnTo>
                  <a:lnTo>
                    <a:pt x="62263" y="34479"/>
                  </a:lnTo>
                  <a:lnTo>
                    <a:pt x="61594" y="37492"/>
                  </a:lnTo>
                  <a:lnTo>
                    <a:pt x="60924" y="40505"/>
                  </a:lnTo>
                  <a:lnTo>
                    <a:pt x="59920" y="43183"/>
                  </a:lnTo>
                  <a:lnTo>
                    <a:pt x="58581" y="45861"/>
                  </a:lnTo>
                  <a:lnTo>
                    <a:pt x="56907" y="48539"/>
                  </a:lnTo>
                  <a:lnTo>
                    <a:pt x="55234" y="50882"/>
                  </a:lnTo>
                  <a:lnTo>
                    <a:pt x="53225" y="53225"/>
                  </a:lnTo>
                  <a:lnTo>
                    <a:pt x="50882" y="55234"/>
                  </a:lnTo>
                  <a:lnTo>
                    <a:pt x="48539" y="56907"/>
                  </a:lnTo>
                  <a:lnTo>
                    <a:pt x="45861" y="58581"/>
                  </a:lnTo>
                  <a:lnTo>
                    <a:pt x="43183" y="59920"/>
                  </a:lnTo>
                  <a:lnTo>
                    <a:pt x="40505" y="60924"/>
                  </a:lnTo>
                  <a:lnTo>
                    <a:pt x="37492" y="61594"/>
                  </a:lnTo>
                  <a:lnTo>
                    <a:pt x="34145" y="62263"/>
                  </a:lnTo>
                  <a:lnTo>
                    <a:pt x="31132" y="62263"/>
                  </a:lnTo>
                  <a:lnTo>
                    <a:pt x="31132" y="62263"/>
                  </a:lnTo>
                  <a:lnTo>
                    <a:pt x="27785" y="62263"/>
                  </a:lnTo>
                  <a:lnTo>
                    <a:pt x="24772" y="61594"/>
                  </a:lnTo>
                  <a:lnTo>
                    <a:pt x="21759" y="60924"/>
                  </a:lnTo>
                  <a:lnTo>
                    <a:pt x="19081" y="59920"/>
                  </a:lnTo>
                  <a:lnTo>
                    <a:pt x="16403" y="58581"/>
                  </a:lnTo>
                  <a:lnTo>
                    <a:pt x="13725" y="56907"/>
                  </a:lnTo>
                  <a:lnTo>
                    <a:pt x="11382" y="55234"/>
                  </a:lnTo>
                  <a:lnTo>
                    <a:pt x="9039" y="53225"/>
                  </a:lnTo>
                  <a:lnTo>
                    <a:pt x="7030" y="50882"/>
                  </a:lnTo>
                  <a:lnTo>
                    <a:pt x="5357" y="48539"/>
                  </a:lnTo>
                  <a:lnTo>
                    <a:pt x="3683" y="45861"/>
                  </a:lnTo>
                  <a:lnTo>
                    <a:pt x="2344" y="43183"/>
                  </a:lnTo>
                  <a:lnTo>
                    <a:pt x="1340" y="40505"/>
                  </a:lnTo>
                  <a:lnTo>
                    <a:pt x="670" y="37492"/>
                  </a:lnTo>
                  <a:lnTo>
                    <a:pt x="1" y="34479"/>
                  </a:lnTo>
                  <a:lnTo>
                    <a:pt x="1" y="31132"/>
                  </a:lnTo>
                  <a:lnTo>
                    <a:pt x="1" y="31132"/>
                  </a:lnTo>
                  <a:lnTo>
                    <a:pt x="1" y="28119"/>
                  </a:lnTo>
                  <a:lnTo>
                    <a:pt x="670" y="24772"/>
                  </a:lnTo>
                  <a:lnTo>
                    <a:pt x="1340" y="21759"/>
                  </a:lnTo>
                  <a:lnTo>
                    <a:pt x="2344" y="19081"/>
                  </a:lnTo>
                  <a:lnTo>
                    <a:pt x="3683" y="16403"/>
                  </a:lnTo>
                  <a:lnTo>
                    <a:pt x="5357" y="13725"/>
                  </a:lnTo>
                  <a:lnTo>
                    <a:pt x="7030" y="11382"/>
                  </a:lnTo>
                  <a:lnTo>
                    <a:pt x="9039" y="9039"/>
                  </a:lnTo>
                  <a:lnTo>
                    <a:pt x="11382" y="7030"/>
                  </a:lnTo>
                  <a:lnTo>
                    <a:pt x="13725" y="5357"/>
                  </a:lnTo>
                  <a:lnTo>
                    <a:pt x="16403" y="3683"/>
                  </a:lnTo>
                  <a:lnTo>
                    <a:pt x="19081" y="2344"/>
                  </a:lnTo>
                  <a:lnTo>
                    <a:pt x="21759" y="1340"/>
                  </a:lnTo>
                  <a:lnTo>
                    <a:pt x="24772" y="670"/>
                  </a:lnTo>
                  <a:lnTo>
                    <a:pt x="27785" y="335"/>
                  </a:lnTo>
                  <a:lnTo>
                    <a:pt x="31132" y="1"/>
                  </a:lnTo>
                  <a:lnTo>
                    <a:pt x="31132" y="1"/>
                  </a:lnTo>
                  <a:close/>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67"/>
            <p:cNvSpPr/>
            <p:nvPr/>
          </p:nvSpPr>
          <p:spPr>
            <a:xfrm>
              <a:off x="3450150" y="2413950"/>
              <a:ext cx="761550" cy="510500"/>
            </a:xfrm>
            <a:custGeom>
              <a:rect b="b" l="l" r="r" t="t"/>
              <a:pathLst>
                <a:path extrusionOk="0" fill="none" h="20420" w="30462">
                  <a:moveTo>
                    <a:pt x="0" y="8704"/>
                  </a:moveTo>
                  <a:lnTo>
                    <a:pt x="10042" y="20420"/>
                  </a:lnTo>
                  <a:lnTo>
                    <a:pt x="30462"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67"/>
            <p:cNvSpPr/>
            <p:nvPr/>
          </p:nvSpPr>
          <p:spPr>
            <a:xfrm>
              <a:off x="3349725" y="3259175"/>
              <a:ext cx="920550" cy="1523125"/>
            </a:xfrm>
            <a:custGeom>
              <a:rect b="b" l="l" r="r" t="t"/>
              <a:pathLst>
                <a:path extrusionOk="0" fill="none" h="60925" w="36822">
                  <a:moveTo>
                    <a:pt x="36822" y="1"/>
                  </a:moveTo>
                  <a:lnTo>
                    <a:pt x="36822" y="60924"/>
                  </a:lnTo>
                  <a:lnTo>
                    <a:pt x="18076" y="50212"/>
                  </a:lnTo>
                  <a:lnTo>
                    <a:pt x="0" y="60924"/>
                  </a:lnTo>
                  <a:lnTo>
                    <a:pt x="0" y="1"/>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67"/>
            <p:cNvSpPr/>
            <p:nvPr/>
          </p:nvSpPr>
          <p:spPr>
            <a:xfrm>
              <a:off x="2228325" y="932700"/>
              <a:ext cx="3163350" cy="3372575"/>
            </a:xfrm>
            <a:custGeom>
              <a:rect b="b" l="l" r="r" t="t"/>
              <a:pathLst>
                <a:path extrusionOk="0" fill="none" h="134903" w="126534">
                  <a:moveTo>
                    <a:pt x="81678" y="134903"/>
                  </a:moveTo>
                  <a:lnTo>
                    <a:pt x="81678" y="134903"/>
                  </a:lnTo>
                  <a:lnTo>
                    <a:pt x="85025" y="132225"/>
                  </a:lnTo>
                  <a:lnTo>
                    <a:pt x="89042" y="128877"/>
                  </a:lnTo>
                  <a:lnTo>
                    <a:pt x="92724" y="125530"/>
                  </a:lnTo>
                  <a:lnTo>
                    <a:pt x="96407" y="121178"/>
                  </a:lnTo>
                  <a:lnTo>
                    <a:pt x="100424" y="116827"/>
                  </a:lnTo>
                  <a:lnTo>
                    <a:pt x="104106" y="111471"/>
                  </a:lnTo>
                  <a:lnTo>
                    <a:pt x="107453" y="105445"/>
                  </a:lnTo>
                  <a:lnTo>
                    <a:pt x="111135" y="99085"/>
                  </a:lnTo>
                  <a:lnTo>
                    <a:pt x="114148" y="92056"/>
                  </a:lnTo>
                  <a:lnTo>
                    <a:pt x="117161" y="84022"/>
                  </a:lnTo>
                  <a:lnTo>
                    <a:pt x="119839" y="75318"/>
                  </a:lnTo>
                  <a:lnTo>
                    <a:pt x="122182" y="65945"/>
                  </a:lnTo>
                  <a:lnTo>
                    <a:pt x="123856" y="55903"/>
                  </a:lnTo>
                  <a:lnTo>
                    <a:pt x="125195" y="44522"/>
                  </a:lnTo>
                  <a:lnTo>
                    <a:pt x="126199" y="32806"/>
                  </a:lnTo>
                  <a:lnTo>
                    <a:pt x="126534" y="19751"/>
                  </a:lnTo>
                  <a:lnTo>
                    <a:pt x="126534" y="19751"/>
                  </a:lnTo>
                  <a:lnTo>
                    <a:pt x="124860" y="20085"/>
                  </a:lnTo>
                  <a:lnTo>
                    <a:pt x="120843" y="20085"/>
                  </a:lnTo>
                  <a:lnTo>
                    <a:pt x="114818" y="19751"/>
                  </a:lnTo>
                  <a:lnTo>
                    <a:pt x="106784" y="18746"/>
                  </a:lnTo>
                  <a:lnTo>
                    <a:pt x="102097" y="17742"/>
                  </a:lnTo>
                  <a:lnTo>
                    <a:pt x="97076" y="16403"/>
                  </a:lnTo>
                  <a:lnTo>
                    <a:pt x="91720" y="15064"/>
                  </a:lnTo>
                  <a:lnTo>
                    <a:pt x="86364" y="13056"/>
                  </a:lnTo>
                  <a:lnTo>
                    <a:pt x="80674" y="10378"/>
                  </a:lnTo>
                  <a:lnTo>
                    <a:pt x="74983" y="7700"/>
                  </a:lnTo>
                  <a:lnTo>
                    <a:pt x="69292" y="4018"/>
                  </a:lnTo>
                  <a:lnTo>
                    <a:pt x="63267" y="1"/>
                  </a:lnTo>
                  <a:lnTo>
                    <a:pt x="63267" y="1"/>
                  </a:lnTo>
                  <a:lnTo>
                    <a:pt x="57242" y="4018"/>
                  </a:lnTo>
                  <a:lnTo>
                    <a:pt x="51551" y="7700"/>
                  </a:lnTo>
                  <a:lnTo>
                    <a:pt x="45526" y="10378"/>
                  </a:lnTo>
                  <a:lnTo>
                    <a:pt x="40170" y="13056"/>
                  </a:lnTo>
                  <a:lnTo>
                    <a:pt x="34479" y="15064"/>
                  </a:lnTo>
                  <a:lnTo>
                    <a:pt x="29458" y="16403"/>
                  </a:lnTo>
                  <a:lnTo>
                    <a:pt x="24437" y="17742"/>
                  </a:lnTo>
                  <a:lnTo>
                    <a:pt x="19750" y="18746"/>
                  </a:lnTo>
                  <a:lnTo>
                    <a:pt x="11716" y="19751"/>
                  </a:lnTo>
                  <a:lnTo>
                    <a:pt x="5356" y="20085"/>
                  </a:lnTo>
                  <a:lnTo>
                    <a:pt x="1339" y="20085"/>
                  </a:lnTo>
                  <a:lnTo>
                    <a:pt x="0" y="19751"/>
                  </a:lnTo>
                  <a:lnTo>
                    <a:pt x="0" y="19751"/>
                  </a:lnTo>
                  <a:lnTo>
                    <a:pt x="335" y="32806"/>
                  </a:lnTo>
                  <a:lnTo>
                    <a:pt x="1339" y="44522"/>
                  </a:lnTo>
                  <a:lnTo>
                    <a:pt x="2678" y="55903"/>
                  </a:lnTo>
                  <a:lnTo>
                    <a:pt x="4352" y="65945"/>
                  </a:lnTo>
                  <a:lnTo>
                    <a:pt x="6695" y="75318"/>
                  </a:lnTo>
                  <a:lnTo>
                    <a:pt x="9373" y="84022"/>
                  </a:lnTo>
                  <a:lnTo>
                    <a:pt x="12386" y="92056"/>
                  </a:lnTo>
                  <a:lnTo>
                    <a:pt x="15399" y="99085"/>
                  </a:lnTo>
                  <a:lnTo>
                    <a:pt x="19081" y="105445"/>
                  </a:lnTo>
                  <a:lnTo>
                    <a:pt x="22428" y="111471"/>
                  </a:lnTo>
                  <a:lnTo>
                    <a:pt x="26110" y="116827"/>
                  </a:lnTo>
                  <a:lnTo>
                    <a:pt x="30127" y="121178"/>
                  </a:lnTo>
                  <a:lnTo>
                    <a:pt x="33810" y="125530"/>
                  </a:lnTo>
                  <a:lnTo>
                    <a:pt x="37492" y="128877"/>
                  </a:lnTo>
                  <a:lnTo>
                    <a:pt x="41174" y="132225"/>
                  </a:lnTo>
                  <a:lnTo>
                    <a:pt x="44856" y="134903"/>
                  </a:lnTo>
                </a:path>
              </a:pathLst>
            </a:custGeom>
            <a:noFill/>
            <a:ln cap="rnd" cmpd="sng" w="19050">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475" name="Shape 2475"/>
        <p:cNvGrpSpPr/>
        <p:nvPr/>
      </p:nvGrpSpPr>
      <p:grpSpPr>
        <a:xfrm>
          <a:off x="0" y="0"/>
          <a:ext cx="0" cy="0"/>
          <a:chOff x="0" y="0"/>
          <a:chExt cx="0" cy="0"/>
        </a:xfrm>
      </p:grpSpPr>
      <p:sp>
        <p:nvSpPr>
          <p:cNvPr id="2476" name="Google Shape;2476;p268"/>
          <p:cNvSpPr/>
          <p:nvPr/>
        </p:nvSpPr>
        <p:spPr>
          <a:xfrm flipH="1">
            <a:off x="652850" y="20742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68"/>
          <p:cNvSpPr txBox="1"/>
          <p:nvPr/>
        </p:nvSpPr>
        <p:spPr>
          <a:xfrm>
            <a:off x="652850" y="2074250"/>
            <a:ext cx="24666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None/>
            </a:pPr>
            <a:r>
              <a:rPr b="1" lang="en" sz="1500">
                <a:solidFill>
                  <a:schemeClr val="accent5"/>
                </a:solidFill>
              </a:rPr>
              <a:t>Further Education</a:t>
            </a:r>
            <a:endParaRPr>
              <a:solidFill>
                <a:schemeClr val="accent5"/>
              </a:solidFill>
              <a:latin typeface="Roboto"/>
              <a:ea typeface="Roboto"/>
              <a:cs typeface="Roboto"/>
              <a:sym typeface="Roboto"/>
            </a:endParaRPr>
          </a:p>
        </p:txBody>
      </p:sp>
      <p:grpSp>
        <p:nvGrpSpPr>
          <p:cNvPr id="2478" name="Google Shape;2478;p268"/>
          <p:cNvGrpSpPr/>
          <p:nvPr/>
        </p:nvGrpSpPr>
        <p:grpSpPr>
          <a:xfrm>
            <a:off x="385756" y="1481528"/>
            <a:ext cx="533372" cy="533480"/>
            <a:chOff x="457200" y="1378813"/>
            <a:chExt cx="695400" cy="695450"/>
          </a:xfrm>
        </p:grpSpPr>
        <p:sp>
          <p:nvSpPr>
            <p:cNvPr id="2479" name="Google Shape;2479;p268"/>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Medium"/>
                  <a:ea typeface="Roboto Medium"/>
                  <a:cs typeface="Roboto Medium"/>
                  <a:sym typeface="Roboto Medium"/>
                </a:rPr>
                <a:t>01</a:t>
              </a:r>
              <a:endParaRPr sz="2100">
                <a:latin typeface="Roboto Medium"/>
                <a:ea typeface="Roboto Medium"/>
                <a:cs typeface="Roboto Medium"/>
                <a:sym typeface="Roboto Medium"/>
              </a:endParaRPr>
            </a:p>
          </p:txBody>
        </p:sp>
        <p:sp>
          <p:nvSpPr>
            <p:cNvPr id="2480" name="Google Shape;2480;p268"/>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Medium"/>
                <a:ea typeface="Roboto Medium"/>
                <a:cs typeface="Roboto Medium"/>
                <a:sym typeface="Roboto Medium"/>
              </a:endParaRPr>
            </a:p>
          </p:txBody>
        </p:sp>
      </p:grpSp>
      <p:grpSp>
        <p:nvGrpSpPr>
          <p:cNvPr id="2481" name="Google Shape;2481;p268"/>
          <p:cNvGrpSpPr/>
          <p:nvPr/>
        </p:nvGrpSpPr>
        <p:grpSpPr>
          <a:xfrm>
            <a:off x="3157531" y="1481528"/>
            <a:ext cx="533372" cy="533480"/>
            <a:chOff x="457200" y="1378813"/>
            <a:chExt cx="695400" cy="695450"/>
          </a:xfrm>
        </p:grpSpPr>
        <p:sp>
          <p:nvSpPr>
            <p:cNvPr id="2482" name="Google Shape;2482;p268"/>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02</a:t>
              </a:r>
              <a:endParaRPr sz="2100">
                <a:solidFill>
                  <a:srgbClr val="FFFFFF"/>
                </a:solidFill>
                <a:latin typeface="Roboto Medium"/>
                <a:ea typeface="Roboto Medium"/>
                <a:cs typeface="Roboto Medium"/>
                <a:sym typeface="Roboto Medium"/>
              </a:endParaRPr>
            </a:p>
          </p:txBody>
        </p:sp>
        <p:sp>
          <p:nvSpPr>
            <p:cNvPr id="2483" name="Google Shape;2483;p268"/>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Medium"/>
                <a:ea typeface="Roboto Medium"/>
                <a:cs typeface="Roboto Medium"/>
                <a:sym typeface="Roboto Medium"/>
              </a:endParaRPr>
            </a:p>
          </p:txBody>
        </p:sp>
      </p:grpSp>
      <p:sp>
        <p:nvSpPr>
          <p:cNvPr id="2484" name="Google Shape;2484;p268"/>
          <p:cNvSpPr/>
          <p:nvPr/>
        </p:nvSpPr>
        <p:spPr>
          <a:xfrm flipH="1">
            <a:off x="3424625" y="20742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68"/>
          <p:cNvSpPr txBox="1"/>
          <p:nvPr/>
        </p:nvSpPr>
        <p:spPr>
          <a:xfrm>
            <a:off x="3424625" y="2074254"/>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accent5"/>
                </a:solidFill>
              </a:rPr>
              <a:t>Networking</a:t>
            </a:r>
            <a:endParaRPr>
              <a:solidFill>
                <a:schemeClr val="accent5"/>
              </a:solidFill>
              <a:latin typeface="Roboto"/>
              <a:ea typeface="Roboto"/>
              <a:cs typeface="Roboto"/>
              <a:sym typeface="Roboto"/>
            </a:endParaRPr>
          </a:p>
        </p:txBody>
      </p:sp>
      <p:grpSp>
        <p:nvGrpSpPr>
          <p:cNvPr id="2486" name="Google Shape;2486;p268"/>
          <p:cNvGrpSpPr/>
          <p:nvPr/>
        </p:nvGrpSpPr>
        <p:grpSpPr>
          <a:xfrm>
            <a:off x="6062656" y="1482278"/>
            <a:ext cx="533372" cy="533480"/>
            <a:chOff x="457200" y="1378813"/>
            <a:chExt cx="695400" cy="695450"/>
          </a:xfrm>
        </p:grpSpPr>
        <p:sp>
          <p:nvSpPr>
            <p:cNvPr id="2487" name="Google Shape;2487;p268"/>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Medium"/>
                  <a:ea typeface="Roboto Medium"/>
                  <a:cs typeface="Roboto Medium"/>
                  <a:sym typeface="Roboto Medium"/>
                </a:rPr>
                <a:t>03</a:t>
              </a:r>
              <a:endParaRPr sz="2100">
                <a:solidFill>
                  <a:srgbClr val="FFFFFF"/>
                </a:solidFill>
                <a:latin typeface="Roboto Medium"/>
                <a:ea typeface="Roboto Medium"/>
                <a:cs typeface="Roboto Medium"/>
                <a:sym typeface="Roboto Medium"/>
              </a:endParaRPr>
            </a:p>
          </p:txBody>
        </p:sp>
        <p:sp>
          <p:nvSpPr>
            <p:cNvPr id="2488" name="Google Shape;2488;p268"/>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Medium"/>
                <a:ea typeface="Roboto Medium"/>
                <a:cs typeface="Roboto Medium"/>
                <a:sym typeface="Roboto Medium"/>
              </a:endParaRPr>
            </a:p>
          </p:txBody>
        </p:sp>
      </p:grpSp>
      <p:sp>
        <p:nvSpPr>
          <p:cNvPr id="2489" name="Google Shape;2489;p268"/>
          <p:cNvSpPr/>
          <p:nvPr/>
        </p:nvSpPr>
        <p:spPr>
          <a:xfrm flipH="1">
            <a:off x="6329750" y="207495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68"/>
          <p:cNvSpPr txBox="1"/>
          <p:nvPr/>
        </p:nvSpPr>
        <p:spPr>
          <a:xfrm>
            <a:off x="6329750" y="2074483"/>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accent5"/>
                </a:solidFill>
              </a:rPr>
              <a:t>Career Advancement</a:t>
            </a:r>
            <a:endParaRPr>
              <a:solidFill>
                <a:schemeClr val="accent5"/>
              </a:solidFill>
              <a:latin typeface="Roboto"/>
              <a:ea typeface="Roboto"/>
              <a:cs typeface="Roboto"/>
              <a:sym typeface="Roboto"/>
            </a:endParaRPr>
          </a:p>
        </p:txBody>
      </p:sp>
      <p:sp>
        <p:nvSpPr>
          <p:cNvPr id="2491" name="Google Shape;2491;p268"/>
          <p:cNvSpPr txBox="1"/>
          <p:nvPr>
            <p:ph type="title"/>
          </p:nvPr>
        </p:nvSpPr>
        <p:spPr>
          <a:xfrm>
            <a:off x="-12125"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InfoSec Certifications</a:t>
            </a:r>
            <a:endParaRPr sz="2600"/>
          </a:p>
          <a:p>
            <a:pPr indent="0" lvl="0" marL="0" rtl="0" algn="l">
              <a:spcBef>
                <a:spcPts val="0"/>
              </a:spcBef>
              <a:spcAft>
                <a:spcPts val="0"/>
              </a:spcAft>
              <a:buNone/>
            </a:pPr>
            <a:r>
              <a:t/>
            </a:r>
            <a:endParaRPr sz="2600"/>
          </a:p>
        </p:txBody>
      </p:sp>
      <p:sp>
        <p:nvSpPr>
          <p:cNvPr id="2492" name="Google Shape;2492;p268"/>
          <p:cNvSpPr txBox="1"/>
          <p:nvPr>
            <p:ph idx="1" type="subTitle"/>
          </p:nvPr>
        </p:nvSpPr>
        <p:spPr>
          <a:xfrm>
            <a:off x="0" y="4473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Certifications can give you an advantage when applying for your first cybersecurity job, and they provide the following benefits: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p:txBody>
      </p:sp>
      <p:pic>
        <p:nvPicPr>
          <p:cNvPr id="2493" name="Google Shape;2493;p268"/>
          <p:cNvPicPr preferRelativeResize="0"/>
          <p:nvPr/>
        </p:nvPicPr>
        <p:blipFill>
          <a:blip r:embed="rId3">
            <a:alphaModFix/>
          </a:blip>
          <a:stretch>
            <a:fillRect/>
          </a:stretch>
        </p:blipFill>
        <p:spPr>
          <a:xfrm>
            <a:off x="9291885" y="2668650"/>
            <a:ext cx="2068728" cy="1357600"/>
          </a:xfrm>
          <a:prstGeom prst="rect">
            <a:avLst/>
          </a:prstGeom>
          <a:noFill/>
          <a:ln>
            <a:noFill/>
          </a:ln>
        </p:spPr>
      </p:pic>
      <p:pic>
        <p:nvPicPr>
          <p:cNvPr id="2494" name="Google Shape;2494;p268"/>
          <p:cNvPicPr preferRelativeResize="0"/>
          <p:nvPr/>
        </p:nvPicPr>
        <p:blipFill>
          <a:blip r:embed="rId4">
            <a:alphaModFix/>
          </a:blip>
          <a:stretch>
            <a:fillRect/>
          </a:stretch>
        </p:blipFill>
        <p:spPr>
          <a:xfrm>
            <a:off x="9485690" y="3035372"/>
            <a:ext cx="1874925" cy="1247670"/>
          </a:xfrm>
          <a:prstGeom prst="rect">
            <a:avLst/>
          </a:prstGeom>
          <a:solidFill>
            <a:srgbClr val="F3F3F3"/>
          </a:solidFill>
          <a:ln>
            <a:noFill/>
          </a:ln>
        </p:spPr>
      </p:pic>
      <p:pic>
        <p:nvPicPr>
          <p:cNvPr id="2495" name="Google Shape;2495;p268"/>
          <p:cNvPicPr preferRelativeResize="0"/>
          <p:nvPr/>
        </p:nvPicPr>
        <p:blipFill>
          <a:blip r:embed="rId5">
            <a:alphaModFix/>
          </a:blip>
          <a:stretch>
            <a:fillRect/>
          </a:stretch>
        </p:blipFill>
        <p:spPr>
          <a:xfrm>
            <a:off x="9374075" y="3203575"/>
            <a:ext cx="2237525" cy="1569607"/>
          </a:xfrm>
          <a:prstGeom prst="rect">
            <a:avLst/>
          </a:prstGeom>
          <a:solidFill>
            <a:srgbClr val="F3F3F3"/>
          </a:solidFill>
          <a:ln>
            <a:noFill/>
          </a:ln>
        </p:spPr>
      </p:pic>
      <p:pic>
        <p:nvPicPr>
          <p:cNvPr id="2496" name="Google Shape;2496;p268"/>
          <p:cNvPicPr preferRelativeResize="0"/>
          <p:nvPr/>
        </p:nvPicPr>
        <p:blipFill>
          <a:blip r:embed="rId6">
            <a:alphaModFix/>
          </a:blip>
          <a:stretch>
            <a:fillRect/>
          </a:stretch>
        </p:blipFill>
        <p:spPr>
          <a:xfrm>
            <a:off x="988162" y="2864068"/>
            <a:ext cx="1757876" cy="1590295"/>
          </a:xfrm>
          <a:prstGeom prst="rect">
            <a:avLst/>
          </a:prstGeom>
          <a:solidFill>
            <a:srgbClr val="F3F3F3"/>
          </a:solidFill>
          <a:ln>
            <a:noFill/>
          </a:ln>
        </p:spPr>
      </p:pic>
      <p:pic>
        <p:nvPicPr>
          <p:cNvPr id="2497" name="Google Shape;2497;p268"/>
          <p:cNvPicPr preferRelativeResize="0"/>
          <p:nvPr/>
        </p:nvPicPr>
        <p:blipFill>
          <a:blip r:embed="rId7">
            <a:alphaModFix/>
          </a:blip>
          <a:stretch>
            <a:fillRect/>
          </a:stretch>
        </p:blipFill>
        <p:spPr>
          <a:xfrm>
            <a:off x="3575502" y="2854375"/>
            <a:ext cx="2138423" cy="1569599"/>
          </a:xfrm>
          <a:prstGeom prst="rect">
            <a:avLst/>
          </a:prstGeom>
          <a:solidFill>
            <a:srgbClr val="F3F3F3"/>
          </a:solidFill>
          <a:ln>
            <a:noFill/>
          </a:ln>
        </p:spPr>
      </p:pic>
      <p:pic>
        <p:nvPicPr>
          <p:cNvPr id="2498" name="Google Shape;2498;p268"/>
          <p:cNvPicPr preferRelativeResize="0"/>
          <p:nvPr/>
        </p:nvPicPr>
        <p:blipFill>
          <a:blip r:embed="rId8">
            <a:alphaModFix/>
          </a:blip>
          <a:stretch>
            <a:fillRect/>
          </a:stretch>
        </p:blipFill>
        <p:spPr>
          <a:xfrm>
            <a:off x="6503287" y="2876549"/>
            <a:ext cx="2138426" cy="15653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5E2E8"/>
        </a:solidFill>
      </p:bgPr>
    </p:bg>
    <p:spTree>
      <p:nvGrpSpPr>
        <p:cNvPr id="2502" name="Shape 2502"/>
        <p:cNvGrpSpPr/>
        <p:nvPr/>
      </p:nvGrpSpPr>
      <p:grpSpPr>
        <a:xfrm>
          <a:off x="0" y="0"/>
          <a:ext cx="0" cy="0"/>
          <a:chOff x="0" y="0"/>
          <a:chExt cx="0" cy="0"/>
        </a:xfrm>
      </p:grpSpPr>
      <p:pic>
        <p:nvPicPr>
          <p:cNvPr id="2503" name="Google Shape;2503;p269"/>
          <p:cNvPicPr preferRelativeResize="0"/>
          <p:nvPr/>
        </p:nvPicPr>
        <p:blipFill rotWithShape="1">
          <a:blip r:embed="rId3">
            <a:alphaModFix/>
          </a:blip>
          <a:srcRect b="43413" l="6723" r="19312" t="-9142"/>
          <a:stretch/>
        </p:blipFill>
        <p:spPr>
          <a:xfrm>
            <a:off x="-12300" y="0"/>
            <a:ext cx="9143999" cy="5143499"/>
          </a:xfrm>
          <a:prstGeom prst="rect">
            <a:avLst/>
          </a:prstGeom>
          <a:noFill/>
          <a:ln>
            <a:noFill/>
          </a:ln>
        </p:spPr>
      </p:pic>
      <p:grpSp>
        <p:nvGrpSpPr>
          <p:cNvPr id="2504" name="Google Shape;2504;p269"/>
          <p:cNvGrpSpPr/>
          <p:nvPr/>
        </p:nvGrpSpPr>
        <p:grpSpPr>
          <a:xfrm>
            <a:off x="477860" y="812754"/>
            <a:ext cx="776900" cy="486300"/>
            <a:chOff x="457200" y="1466425"/>
            <a:chExt cx="776900" cy="486300"/>
          </a:xfrm>
        </p:grpSpPr>
        <p:sp>
          <p:nvSpPr>
            <p:cNvPr id="2505" name="Google Shape;2505;p26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rgbClr val="082D49"/>
                  </a:solidFill>
                  <a:latin typeface="Roboto"/>
                  <a:ea typeface="Roboto"/>
                  <a:cs typeface="Roboto"/>
                  <a:sym typeface="Roboto"/>
                </a:rPr>
                <a:t>01</a:t>
              </a:r>
              <a:endParaRPr i="0" sz="3000" u="none" cap="none" strike="noStrike">
                <a:solidFill>
                  <a:srgbClr val="082D49"/>
                </a:solidFill>
                <a:latin typeface="Roboto"/>
                <a:ea typeface="Roboto"/>
                <a:cs typeface="Roboto"/>
                <a:sym typeface="Roboto"/>
              </a:endParaRPr>
            </a:p>
          </p:txBody>
        </p:sp>
        <p:sp>
          <p:nvSpPr>
            <p:cNvPr id="2506" name="Google Shape;2506;p26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2507" name="Google Shape;2507;p269"/>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InfoSec Certifications</a:t>
            </a:r>
            <a:endParaRPr sz="2600">
              <a:solidFill>
                <a:schemeClr val="accent5"/>
              </a:solidFill>
              <a:latin typeface="Roboto"/>
              <a:ea typeface="Roboto"/>
              <a:cs typeface="Roboto"/>
              <a:sym typeface="Roboto"/>
            </a:endParaRPr>
          </a:p>
        </p:txBody>
      </p:sp>
      <p:sp>
        <p:nvSpPr>
          <p:cNvPr id="2508" name="Google Shape;2508;p269"/>
          <p:cNvSpPr txBox="1"/>
          <p:nvPr>
            <p:ph idx="4294967295" type="subTitle"/>
          </p:nvPr>
        </p:nvSpPr>
        <p:spPr>
          <a:xfrm>
            <a:off x="1386600" y="769525"/>
            <a:ext cx="7769700" cy="255300"/>
          </a:xfrm>
          <a:prstGeom prst="rect">
            <a:avLst/>
          </a:prstGeom>
        </p:spPr>
        <p:txBody>
          <a:bodyPr anchorCtr="0" anchor="t" bIns="0" lIns="0" spcFirstLastPara="1" rIns="0" wrap="square" tIns="0">
            <a:noAutofit/>
          </a:bodyPr>
          <a:lstStyle/>
          <a:p>
            <a:pPr indent="0" lvl="0" marL="0" rtl="0" algn="l">
              <a:spcBef>
                <a:spcPts val="0"/>
              </a:spcBef>
              <a:spcAft>
                <a:spcPts val="0"/>
              </a:spcAft>
              <a:buSzPts val="1018"/>
              <a:buNone/>
            </a:pPr>
            <a:r>
              <a:rPr b="1" lang="en"/>
              <a:t>Education</a:t>
            </a:r>
            <a:endParaRPr b="1"/>
          </a:p>
        </p:txBody>
      </p:sp>
      <p:sp>
        <p:nvSpPr>
          <p:cNvPr id="2509" name="Google Shape;2509;p269"/>
          <p:cNvSpPr txBox="1"/>
          <p:nvPr>
            <p:ph idx="1" type="body"/>
          </p:nvPr>
        </p:nvSpPr>
        <p:spPr>
          <a:xfrm>
            <a:off x="1386725" y="1067925"/>
            <a:ext cx="6843000" cy="10458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None/>
            </a:pPr>
            <a:r>
              <a:rPr lang="en">
                <a:solidFill>
                  <a:schemeClr val="accent5"/>
                </a:solidFill>
              </a:rPr>
              <a:t>You learn new skills while preparing for a certification, even before the certification is formally awarded. While achieving credentials is often the objective, the material learned while studying for the exam is also valuable to job performance.</a:t>
            </a:r>
            <a:endParaRPr>
              <a:solidFill>
                <a:schemeClr val="accent5"/>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5E2E8"/>
        </a:solidFill>
      </p:bgPr>
    </p:bg>
    <p:spTree>
      <p:nvGrpSpPr>
        <p:cNvPr id="2513" name="Shape 2513"/>
        <p:cNvGrpSpPr/>
        <p:nvPr/>
      </p:nvGrpSpPr>
      <p:grpSpPr>
        <a:xfrm>
          <a:off x="0" y="0"/>
          <a:ext cx="0" cy="0"/>
          <a:chOff x="0" y="0"/>
          <a:chExt cx="0" cy="0"/>
        </a:xfrm>
      </p:grpSpPr>
      <p:pic>
        <p:nvPicPr>
          <p:cNvPr id="2514" name="Google Shape;2514;p270"/>
          <p:cNvPicPr preferRelativeResize="0"/>
          <p:nvPr/>
        </p:nvPicPr>
        <p:blipFill rotWithShape="1">
          <a:blip r:embed="rId3">
            <a:alphaModFix/>
          </a:blip>
          <a:srcRect b="0" l="0" r="0" t="0"/>
          <a:stretch/>
        </p:blipFill>
        <p:spPr>
          <a:xfrm>
            <a:off x="-12300" y="0"/>
            <a:ext cx="9168601" cy="5157325"/>
          </a:xfrm>
          <a:prstGeom prst="rect">
            <a:avLst/>
          </a:prstGeom>
          <a:noFill/>
          <a:ln>
            <a:noFill/>
          </a:ln>
        </p:spPr>
      </p:pic>
      <p:grpSp>
        <p:nvGrpSpPr>
          <p:cNvPr id="2515" name="Google Shape;2515;p270"/>
          <p:cNvGrpSpPr/>
          <p:nvPr/>
        </p:nvGrpSpPr>
        <p:grpSpPr>
          <a:xfrm>
            <a:off x="477860" y="812754"/>
            <a:ext cx="776900" cy="486300"/>
            <a:chOff x="457200" y="1466425"/>
            <a:chExt cx="776900" cy="486300"/>
          </a:xfrm>
        </p:grpSpPr>
        <p:sp>
          <p:nvSpPr>
            <p:cNvPr id="2516" name="Google Shape;2516;p270"/>
            <p:cNvSpPr/>
            <p:nvPr/>
          </p:nvSpPr>
          <p:spPr>
            <a:xfrm>
              <a:off x="457200" y="1466425"/>
              <a:ext cx="695400" cy="486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0</a:t>
              </a:r>
              <a:r>
                <a:rPr lang="en" sz="3000">
                  <a:solidFill>
                    <a:schemeClr val="lt1"/>
                  </a:solidFill>
                  <a:latin typeface="Roboto"/>
                  <a:ea typeface="Roboto"/>
                  <a:cs typeface="Roboto"/>
                  <a:sym typeface="Roboto"/>
                </a:rPr>
                <a:t>2</a:t>
              </a:r>
              <a:endParaRPr i="0" sz="3000" u="none" cap="none" strike="noStrike">
                <a:solidFill>
                  <a:schemeClr val="lt1"/>
                </a:solidFill>
                <a:latin typeface="Roboto"/>
                <a:ea typeface="Roboto"/>
                <a:cs typeface="Roboto"/>
                <a:sym typeface="Roboto"/>
              </a:endParaRPr>
            </a:p>
          </p:txBody>
        </p:sp>
        <p:sp>
          <p:nvSpPr>
            <p:cNvPr id="2517" name="Google Shape;2517;p270"/>
            <p:cNvSpPr/>
            <p:nvPr/>
          </p:nvSpPr>
          <p:spPr>
            <a:xfrm rot="5400000">
              <a:off x="973100" y="1624950"/>
              <a:ext cx="333375" cy="188625"/>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2518" name="Google Shape;2518;p270"/>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InfoSec Certifications</a:t>
            </a:r>
            <a:endParaRPr sz="2600">
              <a:solidFill>
                <a:schemeClr val="accent5"/>
              </a:solidFill>
              <a:latin typeface="Roboto"/>
              <a:ea typeface="Roboto"/>
              <a:cs typeface="Roboto"/>
              <a:sym typeface="Roboto"/>
            </a:endParaRPr>
          </a:p>
        </p:txBody>
      </p:sp>
      <p:sp>
        <p:nvSpPr>
          <p:cNvPr id="2519" name="Google Shape;2519;p270"/>
          <p:cNvSpPr txBox="1"/>
          <p:nvPr>
            <p:ph idx="4294967295" type="subTitle"/>
          </p:nvPr>
        </p:nvSpPr>
        <p:spPr>
          <a:xfrm>
            <a:off x="1386600" y="769525"/>
            <a:ext cx="7769700" cy="25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solidFill>
                  <a:schemeClr val="accent5"/>
                </a:solidFill>
              </a:rPr>
              <a:t>Networking</a:t>
            </a:r>
            <a:endParaRPr b="1">
              <a:solidFill>
                <a:schemeClr val="accent5"/>
              </a:solidFill>
            </a:endParaRPr>
          </a:p>
        </p:txBody>
      </p:sp>
      <p:sp>
        <p:nvSpPr>
          <p:cNvPr id="2520" name="Google Shape;2520;p270"/>
          <p:cNvSpPr txBox="1"/>
          <p:nvPr>
            <p:ph idx="1" type="body"/>
          </p:nvPr>
        </p:nvSpPr>
        <p:spPr>
          <a:xfrm>
            <a:off x="1386725" y="1067925"/>
            <a:ext cx="6987000" cy="10458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None/>
            </a:pPr>
            <a:r>
              <a:rPr lang="en">
                <a:solidFill>
                  <a:schemeClr val="accent5"/>
                </a:solidFill>
              </a:rPr>
              <a:t>Many certifications have national and local organizations that host meetings, conferences, seminars, and social events. These can be opportunities to network with peers.</a:t>
            </a:r>
            <a:endParaRPr>
              <a:solidFill>
                <a:schemeClr val="accent5"/>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5E2E8"/>
        </a:solidFill>
      </p:bgPr>
    </p:bg>
    <p:spTree>
      <p:nvGrpSpPr>
        <p:cNvPr id="2524" name="Shape 2524"/>
        <p:cNvGrpSpPr/>
        <p:nvPr/>
      </p:nvGrpSpPr>
      <p:grpSpPr>
        <a:xfrm>
          <a:off x="0" y="0"/>
          <a:ext cx="0" cy="0"/>
          <a:chOff x="0" y="0"/>
          <a:chExt cx="0" cy="0"/>
        </a:xfrm>
      </p:grpSpPr>
      <p:pic>
        <p:nvPicPr>
          <p:cNvPr id="2525" name="Google Shape;2525;p271"/>
          <p:cNvPicPr preferRelativeResize="0"/>
          <p:nvPr/>
        </p:nvPicPr>
        <p:blipFill rotWithShape="1">
          <a:blip r:embed="rId3">
            <a:alphaModFix/>
          </a:blip>
          <a:srcRect b="0" l="0" r="0" t="0"/>
          <a:stretch/>
        </p:blipFill>
        <p:spPr>
          <a:xfrm>
            <a:off x="-12300" y="0"/>
            <a:ext cx="9168601" cy="5157327"/>
          </a:xfrm>
          <a:prstGeom prst="rect">
            <a:avLst/>
          </a:prstGeom>
          <a:noFill/>
          <a:ln>
            <a:noFill/>
          </a:ln>
        </p:spPr>
      </p:pic>
      <p:grpSp>
        <p:nvGrpSpPr>
          <p:cNvPr id="2526" name="Google Shape;2526;p271"/>
          <p:cNvGrpSpPr/>
          <p:nvPr/>
        </p:nvGrpSpPr>
        <p:grpSpPr>
          <a:xfrm>
            <a:off x="477860" y="812754"/>
            <a:ext cx="776900" cy="486300"/>
            <a:chOff x="457200" y="1466425"/>
            <a:chExt cx="776900" cy="486300"/>
          </a:xfrm>
        </p:grpSpPr>
        <p:sp>
          <p:nvSpPr>
            <p:cNvPr id="2527" name="Google Shape;2527;p271"/>
            <p:cNvSpPr/>
            <p:nvPr/>
          </p:nvSpPr>
          <p:spPr>
            <a:xfrm>
              <a:off x="457200" y="1466425"/>
              <a:ext cx="695400" cy="4863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i="0" lang="en" sz="3000" u="none" cap="none" strike="noStrike">
                  <a:solidFill>
                    <a:schemeClr val="lt1"/>
                  </a:solidFill>
                  <a:latin typeface="Roboto"/>
                  <a:ea typeface="Roboto"/>
                  <a:cs typeface="Roboto"/>
                  <a:sym typeface="Roboto"/>
                </a:rPr>
                <a:t>0</a:t>
              </a:r>
              <a:r>
                <a:rPr lang="en" sz="3000">
                  <a:solidFill>
                    <a:schemeClr val="lt1"/>
                  </a:solidFill>
                  <a:latin typeface="Roboto"/>
                  <a:ea typeface="Roboto"/>
                  <a:cs typeface="Roboto"/>
                  <a:sym typeface="Roboto"/>
                </a:rPr>
                <a:t>3</a:t>
              </a:r>
              <a:endParaRPr i="0" sz="3000" u="none" cap="none" strike="noStrike">
                <a:solidFill>
                  <a:schemeClr val="lt1"/>
                </a:solidFill>
                <a:latin typeface="Roboto"/>
                <a:ea typeface="Roboto"/>
                <a:cs typeface="Roboto"/>
                <a:sym typeface="Roboto"/>
              </a:endParaRPr>
            </a:p>
          </p:txBody>
        </p:sp>
        <p:sp>
          <p:nvSpPr>
            <p:cNvPr id="2528" name="Google Shape;2528;p271"/>
            <p:cNvSpPr/>
            <p:nvPr/>
          </p:nvSpPr>
          <p:spPr>
            <a:xfrm rot="5400000">
              <a:off x="973100" y="1624950"/>
              <a:ext cx="333375" cy="188625"/>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Roboto"/>
                <a:ea typeface="Roboto"/>
                <a:cs typeface="Roboto"/>
                <a:sym typeface="Roboto"/>
              </a:endParaRPr>
            </a:p>
          </p:txBody>
        </p:sp>
      </p:grpSp>
      <p:sp>
        <p:nvSpPr>
          <p:cNvPr id="2529" name="Google Shape;2529;p271"/>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InfoSec Certifications</a:t>
            </a:r>
            <a:endParaRPr sz="2600">
              <a:solidFill>
                <a:schemeClr val="accent5"/>
              </a:solidFill>
              <a:latin typeface="Roboto"/>
              <a:ea typeface="Roboto"/>
              <a:cs typeface="Roboto"/>
              <a:sym typeface="Roboto"/>
            </a:endParaRPr>
          </a:p>
        </p:txBody>
      </p:sp>
      <p:sp>
        <p:nvSpPr>
          <p:cNvPr id="2530" name="Google Shape;2530;p271"/>
          <p:cNvSpPr txBox="1"/>
          <p:nvPr>
            <p:ph idx="4294967295" type="subTitle"/>
          </p:nvPr>
        </p:nvSpPr>
        <p:spPr>
          <a:xfrm>
            <a:off x="1386600" y="769525"/>
            <a:ext cx="7769700" cy="255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Career advancement</a:t>
            </a:r>
            <a:endParaRPr b="1"/>
          </a:p>
        </p:txBody>
      </p:sp>
      <p:sp>
        <p:nvSpPr>
          <p:cNvPr id="2531" name="Google Shape;2531;p271"/>
          <p:cNvSpPr txBox="1"/>
          <p:nvPr>
            <p:ph idx="1" type="body"/>
          </p:nvPr>
        </p:nvSpPr>
        <p:spPr>
          <a:xfrm>
            <a:off x="1386725" y="1067925"/>
            <a:ext cx="5209500" cy="1045800"/>
          </a:xfrm>
          <a:prstGeom prst="rect">
            <a:avLst/>
          </a:prstGeom>
        </p:spPr>
        <p:txBody>
          <a:bodyPr anchorCtr="0" anchor="t" bIns="91425" lIns="0" spcFirstLastPara="1" rIns="91425" wrap="square" tIns="0">
            <a:noAutofit/>
          </a:bodyPr>
          <a:lstStyle/>
          <a:p>
            <a:pPr indent="0" lvl="0" marL="0" rtl="0" algn="l">
              <a:lnSpc>
                <a:spcPct val="95000"/>
              </a:lnSpc>
              <a:spcBef>
                <a:spcPts val="0"/>
              </a:spcBef>
              <a:spcAft>
                <a:spcPts val="0"/>
              </a:spcAft>
              <a:buNone/>
            </a:pPr>
            <a:r>
              <a:rPr lang="en"/>
              <a:t>Certifications put more established professionals in a stronger position to get a promotion.</a:t>
            </a:r>
            <a:endParaRPr/>
          </a:p>
          <a:p>
            <a:pPr indent="0" lvl="0" marL="0" rtl="0" algn="l">
              <a:lnSpc>
                <a:spcPct val="95000"/>
              </a:lnSpc>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272"/>
          <p:cNvSpPr txBox="1"/>
          <p:nvPr>
            <p:ph idx="1" type="body"/>
          </p:nvPr>
        </p:nvSpPr>
        <p:spPr>
          <a:xfrm>
            <a:off x="3416650" y="1377600"/>
            <a:ext cx="55890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300">
                <a:solidFill>
                  <a:schemeClr val="accent5"/>
                </a:solidFill>
              </a:rPr>
              <a:t>Cybersecurity professionals may pursue different types of certificates depending upon the </a:t>
            </a:r>
            <a:r>
              <a:rPr b="1" lang="en" sz="3300">
                <a:solidFill>
                  <a:schemeClr val="accent5"/>
                </a:solidFill>
              </a:rPr>
              <a:t>stage</a:t>
            </a:r>
            <a:r>
              <a:rPr lang="en" sz="3300">
                <a:solidFill>
                  <a:schemeClr val="accent5"/>
                </a:solidFill>
              </a:rPr>
              <a:t> of their career.</a:t>
            </a:r>
            <a:endParaRPr sz="3300">
              <a:solidFill>
                <a:schemeClr val="accent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273"/>
          <p:cNvSpPr txBox="1"/>
          <p:nvPr/>
        </p:nvSpPr>
        <p:spPr>
          <a:xfrm>
            <a:off x="304700" y="5120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Types of InfoSec Certifications</a:t>
            </a:r>
            <a:endParaRPr b="1" sz="2600">
              <a:solidFill>
                <a:schemeClr val="accent5"/>
              </a:solidFill>
              <a:latin typeface="Roboto"/>
              <a:ea typeface="Roboto"/>
              <a:cs typeface="Roboto"/>
              <a:sym typeface="Roboto"/>
            </a:endParaRPr>
          </a:p>
        </p:txBody>
      </p:sp>
      <p:sp>
        <p:nvSpPr>
          <p:cNvPr id="2542" name="Google Shape;2542;p273"/>
          <p:cNvSpPr txBox="1"/>
          <p:nvPr/>
        </p:nvSpPr>
        <p:spPr>
          <a:xfrm>
            <a:off x="304800" y="518950"/>
            <a:ext cx="81174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800">
                <a:solidFill>
                  <a:schemeClr val="accent5"/>
                </a:solidFill>
                <a:latin typeface="Roboto"/>
                <a:ea typeface="Roboto"/>
                <a:cs typeface="Roboto"/>
                <a:sym typeface="Roboto"/>
              </a:rPr>
              <a:t>We can break certifications into three categories:</a:t>
            </a:r>
            <a:endParaRPr sz="1800">
              <a:solidFill>
                <a:schemeClr val="accent5"/>
              </a:solidFill>
              <a:latin typeface="Roboto"/>
              <a:ea typeface="Roboto"/>
              <a:cs typeface="Roboto"/>
              <a:sym typeface="Roboto"/>
            </a:endParaRPr>
          </a:p>
        </p:txBody>
      </p:sp>
      <p:pic>
        <p:nvPicPr>
          <p:cNvPr id="2543" name="Google Shape;2543;p273"/>
          <p:cNvPicPr preferRelativeResize="0"/>
          <p:nvPr/>
        </p:nvPicPr>
        <p:blipFill rotWithShape="1">
          <a:blip r:embed="rId3">
            <a:alphaModFix/>
          </a:blip>
          <a:srcRect b="-6433" l="-3360" r="67908" t="-10965"/>
          <a:stretch/>
        </p:blipFill>
        <p:spPr>
          <a:xfrm>
            <a:off x="148175" y="814625"/>
            <a:ext cx="2668227" cy="2515625"/>
          </a:xfrm>
          <a:prstGeom prst="rect">
            <a:avLst/>
          </a:prstGeom>
          <a:noFill/>
          <a:ln>
            <a:noFill/>
          </a:ln>
        </p:spPr>
      </p:pic>
      <p:sp>
        <p:nvSpPr>
          <p:cNvPr id="2544" name="Google Shape;2544;p273"/>
          <p:cNvSpPr txBox="1"/>
          <p:nvPr/>
        </p:nvSpPr>
        <p:spPr>
          <a:xfrm>
            <a:off x="368600" y="3395750"/>
            <a:ext cx="2447700" cy="15162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Clr>
                <a:schemeClr val="dk1"/>
              </a:buClr>
              <a:buSzPts val="1100"/>
              <a:buFont typeface="Arial"/>
              <a:buNone/>
            </a:pPr>
            <a:r>
              <a:rPr b="1" lang="en" sz="1600">
                <a:solidFill>
                  <a:schemeClr val="accent5"/>
                </a:solidFill>
                <a:latin typeface="Roboto"/>
                <a:ea typeface="Roboto"/>
                <a:cs typeface="Roboto"/>
                <a:sym typeface="Roboto"/>
              </a:rPr>
              <a:t>Beginner InfoSec Certifications </a:t>
            </a:r>
            <a:endParaRPr sz="1600">
              <a:solidFill>
                <a:schemeClr val="accent5"/>
              </a:solidFill>
              <a:latin typeface="Roboto"/>
              <a:ea typeface="Roboto"/>
              <a:cs typeface="Roboto"/>
              <a:sym typeface="Roboto"/>
            </a:endParaRPr>
          </a:p>
          <a:p>
            <a:pPr indent="0" lvl="0" marL="0" rtl="0" algn="l">
              <a:spcBef>
                <a:spcPts val="300"/>
              </a:spcBef>
              <a:spcAft>
                <a:spcPts val="0"/>
              </a:spcAft>
              <a:buNone/>
            </a:pPr>
            <a:r>
              <a:rPr lang="en" sz="1600">
                <a:solidFill>
                  <a:schemeClr val="accent5"/>
                </a:solidFill>
                <a:latin typeface="Roboto"/>
                <a:ea typeface="Roboto"/>
                <a:cs typeface="Roboto"/>
                <a:sym typeface="Roboto"/>
              </a:rPr>
              <a:t>These are the first certifications individuals new to the field should obtain.</a:t>
            </a:r>
            <a:endParaRPr sz="1600">
              <a:solidFill>
                <a:schemeClr val="accent5"/>
              </a:solidFill>
            </a:endParaRPr>
          </a:p>
        </p:txBody>
      </p:sp>
      <p:sp>
        <p:nvSpPr>
          <p:cNvPr id="2545" name="Google Shape;2545;p273"/>
          <p:cNvSpPr txBox="1"/>
          <p:nvPr/>
        </p:nvSpPr>
        <p:spPr>
          <a:xfrm>
            <a:off x="3372450" y="3395750"/>
            <a:ext cx="2307900" cy="15162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b="1" lang="en" sz="1600">
                <a:solidFill>
                  <a:schemeClr val="accent5"/>
                </a:solidFill>
                <a:latin typeface="Roboto"/>
                <a:ea typeface="Roboto"/>
                <a:cs typeface="Roboto"/>
                <a:sym typeface="Roboto"/>
              </a:rPr>
              <a:t>Advanced InfoSec Certifications </a:t>
            </a:r>
            <a:endParaRPr sz="1600">
              <a:solidFill>
                <a:schemeClr val="accent5"/>
              </a:solidFill>
              <a:latin typeface="Roboto"/>
              <a:ea typeface="Roboto"/>
              <a:cs typeface="Roboto"/>
              <a:sym typeface="Roboto"/>
            </a:endParaRPr>
          </a:p>
          <a:p>
            <a:pPr indent="0" lvl="0" marL="0" rtl="0" algn="l">
              <a:spcBef>
                <a:spcPts val="300"/>
              </a:spcBef>
              <a:spcAft>
                <a:spcPts val="0"/>
              </a:spcAft>
              <a:buNone/>
            </a:pPr>
            <a:r>
              <a:rPr lang="en" sz="1600">
                <a:solidFill>
                  <a:schemeClr val="accent5"/>
                </a:solidFill>
                <a:latin typeface="Roboto"/>
                <a:ea typeface="Roboto"/>
                <a:cs typeface="Roboto"/>
                <a:sym typeface="Roboto"/>
              </a:rPr>
              <a:t>These should be obtained after working in the industry for several years.</a:t>
            </a:r>
            <a:endParaRPr b="1" sz="1600">
              <a:solidFill>
                <a:schemeClr val="accent5"/>
              </a:solidFill>
              <a:latin typeface="Roboto"/>
              <a:ea typeface="Roboto"/>
              <a:cs typeface="Roboto"/>
              <a:sym typeface="Roboto"/>
            </a:endParaRPr>
          </a:p>
        </p:txBody>
      </p:sp>
      <p:sp>
        <p:nvSpPr>
          <p:cNvPr id="2546" name="Google Shape;2546;p273"/>
          <p:cNvSpPr txBox="1"/>
          <p:nvPr/>
        </p:nvSpPr>
        <p:spPr>
          <a:xfrm>
            <a:off x="6336400" y="3395750"/>
            <a:ext cx="2558100" cy="1762500"/>
          </a:xfrm>
          <a:prstGeom prst="rect">
            <a:avLst/>
          </a:prstGeom>
          <a:noFill/>
          <a:ln>
            <a:noFill/>
          </a:ln>
        </p:spPr>
        <p:txBody>
          <a:bodyPr anchorCtr="0" anchor="t" bIns="0" lIns="91425" spcFirstLastPara="1" rIns="91425" wrap="square" tIns="0">
            <a:spAutoFit/>
          </a:bodyPr>
          <a:lstStyle/>
          <a:p>
            <a:pPr indent="0" lvl="0" marL="0" rtl="0" algn="l">
              <a:spcBef>
                <a:spcPts val="0"/>
              </a:spcBef>
              <a:spcAft>
                <a:spcPts val="0"/>
              </a:spcAft>
              <a:buNone/>
            </a:pPr>
            <a:r>
              <a:rPr b="1" lang="en" sz="1600">
                <a:solidFill>
                  <a:schemeClr val="accent5"/>
                </a:solidFill>
                <a:latin typeface="Roboto"/>
                <a:ea typeface="Roboto"/>
                <a:cs typeface="Roboto"/>
                <a:sym typeface="Roboto"/>
              </a:rPr>
              <a:t>Specialized InfoSec Certifications</a:t>
            </a:r>
            <a:endParaRPr b="1" sz="1600">
              <a:solidFill>
                <a:schemeClr val="accent5"/>
              </a:solidFill>
              <a:latin typeface="Roboto"/>
              <a:ea typeface="Roboto"/>
              <a:cs typeface="Roboto"/>
              <a:sym typeface="Roboto"/>
            </a:endParaRPr>
          </a:p>
          <a:p>
            <a:pPr indent="0" lvl="0" marL="0" rtl="0" algn="l">
              <a:spcBef>
                <a:spcPts val="300"/>
              </a:spcBef>
              <a:spcAft>
                <a:spcPts val="0"/>
              </a:spcAft>
              <a:buNone/>
            </a:pPr>
            <a:r>
              <a:rPr lang="en" sz="1600">
                <a:solidFill>
                  <a:schemeClr val="accent5"/>
                </a:solidFill>
                <a:latin typeface="Roboto"/>
                <a:ea typeface="Roboto"/>
                <a:cs typeface="Roboto"/>
                <a:sym typeface="Roboto"/>
              </a:rPr>
              <a:t>These f</a:t>
            </a:r>
            <a:r>
              <a:rPr lang="en" sz="1600">
                <a:solidFill>
                  <a:schemeClr val="accent5"/>
                </a:solidFill>
                <a:latin typeface="Roboto"/>
                <a:ea typeface="Roboto"/>
                <a:cs typeface="Roboto"/>
                <a:sym typeface="Roboto"/>
              </a:rPr>
              <a:t>ocus on a specific domain and should be obtained after working in the industry for several years.</a:t>
            </a:r>
            <a:endParaRPr b="1" sz="1600">
              <a:solidFill>
                <a:schemeClr val="accent5"/>
              </a:solidFill>
              <a:latin typeface="Roboto"/>
              <a:ea typeface="Roboto"/>
              <a:cs typeface="Roboto"/>
              <a:sym typeface="Roboto"/>
            </a:endParaRPr>
          </a:p>
        </p:txBody>
      </p:sp>
      <p:cxnSp>
        <p:nvCxnSpPr>
          <p:cNvPr id="2547" name="Google Shape;2547;p273"/>
          <p:cNvCxnSpPr/>
          <p:nvPr/>
        </p:nvCxnSpPr>
        <p:spPr>
          <a:xfrm flipH="1">
            <a:off x="3013125" y="1474396"/>
            <a:ext cx="22800" cy="3261900"/>
          </a:xfrm>
          <a:prstGeom prst="straightConnector1">
            <a:avLst/>
          </a:prstGeom>
          <a:noFill/>
          <a:ln cap="flat" cmpd="sng" w="9525">
            <a:solidFill>
              <a:srgbClr val="B7B7B7"/>
            </a:solidFill>
            <a:prstDash val="dash"/>
            <a:round/>
            <a:headEnd len="med" w="med" type="none"/>
            <a:tailEnd len="med" w="med" type="none"/>
          </a:ln>
        </p:spPr>
      </p:cxnSp>
      <p:pic>
        <p:nvPicPr>
          <p:cNvPr id="2548" name="Google Shape;2548;p273"/>
          <p:cNvPicPr preferRelativeResize="0"/>
          <p:nvPr/>
        </p:nvPicPr>
        <p:blipFill rotWithShape="1">
          <a:blip r:embed="rId3">
            <a:alphaModFix/>
          </a:blip>
          <a:srcRect b="-6433" l="32275" r="32272" t="-10965"/>
          <a:stretch/>
        </p:blipFill>
        <p:spPr>
          <a:xfrm>
            <a:off x="3187150" y="814625"/>
            <a:ext cx="2668227" cy="2515625"/>
          </a:xfrm>
          <a:prstGeom prst="rect">
            <a:avLst/>
          </a:prstGeom>
          <a:noFill/>
          <a:ln>
            <a:noFill/>
          </a:ln>
        </p:spPr>
      </p:pic>
      <p:cxnSp>
        <p:nvCxnSpPr>
          <p:cNvPr id="2549" name="Google Shape;2549;p273"/>
          <p:cNvCxnSpPr/>
          <p:nvPr/>
        </p:nvCxnSpPr>
        <p:spPr>
          <a:xfrm>
            <a:off x="6006600" y="1491371"/>
            <a:ext cx="11700" cy="3244800"/>
          </a:xfrm>
          <a:prstGeom prst="straightConnector1">
            <a:avLst/>
          </a:prstGeom>
          <a:noFill/>
          <a:ln cap="flat" cmpd="sng" w="9525">
            <a:solidFill>
              <a:srgbClr val="B7B7B7"/>
            </a:solidFill>
            <a:prstDash val="dash"/>
            <a:round/>
            <a:headEnd len="med" w="med" type="none"/>
            <a:tailEnd len="med" w="med" type="none"/>
          </a:ln>
        </p:spPr>
      </p:cxnSp>
      <p:pic>
        <p:nvPicPr>
          <p:cNvPr id="2550" name="Google Shape;2550;p273"/>
          <p:cNvPicPr preferRelativeResize="0"/>
          <p:nvPr/>
        </p:nvPicPr>
        <p:blipFill rotWithShape="1">
          <a:blip r:embed="rId3">
            <a:alphaModFix/>
          </a:blip>
          <a:srcRect b="-6433" l="68256" r="-3708" t="-10965"/>
          <a:stretch/>
        </p:blipFill>
        <p:spPr>
          <a:xfrm>
            <a:off x="6226137" y="814625"/>
            <a:ext cx="2668227" cy="2515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4" name="Shape 2554"/>
        <p:cNvGrpSpPr/>
        <p:nvPr/>
      </p:nvGrpSpPr>
      <p:grpSpPr>
        <a:xfrm>
          <a:off x="0" y="0"/>
          <a:ext cx="0" cy="0"/>
          <a:chOff x="0" y="0"/>
          <a:chExt cx="0" cy="0"/>
        </a:xfrm>
      </p:grpSpPr>
      <p:sp>
        <p:nvSpPr>
          <p:cNvPr id="2555" name="Google Shape;2555;p274"/>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Beginner Certifications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56" name="Google Shape;2556;p274"/>
          <p:cNvSpPr txBox="1"/>
          <p:nvPr>
            <p:ph idx="1" type="subTitle"/>
          </p:nvPr>
        </p:nvSpPr>
        <p:spPr>
          <a:xfrm>
            <a:off x="463231" y="6248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Entry level and foundational towards more advanced certificates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57" name="Google Shape;2557;p274"/>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These certifications typically </a:t>
            </a:r>
            <a:r>
              <a:rPr b="1" lang="en"/>
              <a:t>do not have </a:t>
            </a:r>
            <a:r>
              <a:rPr lang="en"/>
              <a:t>minimum work requirements or prerequisite courses.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58" name="Google Shape;2558;p274"/>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They typically cover a broad range of subjects.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559" name="Google Shape;2559;p274"/>
          <p:cNvPicPr preferRelativeResize="0"/>
          <p:nvPr/>
        </p:nvPicPr>
        <p:blipFill>
          <a:blip r:embed="rId3">
            <a:alphaModFix/>
          </a:blip>
          <a:stretch>
            <a:fillRect/>
          </a:stretch>
        </p:blipFill>
        <p:spPr>
          <a:xfrm>
            <a:off x="6776766" y="2793669"/>
            <a:ext cx="1574884" cy="1538543"/>
          </a:xfrm>
          <a:prstGeom prst="rect">
            <a:avLst/>
          </a:prstGeom>
          <a:noFill/>
          <a:ln>
            <a:noFill/>
          </a:ln>
        </p:spPr>
      </p:pic>
      <p:pic>
        <p:nvPicPr>
          <p:cNvPr id="2560" name="Google Shape;2560;p274"/>
          <p:cNvPicPr preferRelativeResize="0"/>
          <p:nvPr/>
        </p:nvPicPr>
        <p:blipFill rotWithShape="1">
          <a:blip r:embed="rId4">
            <a:alphaModFix/>
          </a:blip>
          <a:srcRect b="19051" l="28408" r="27932" t="13463"/>
          <a:stretch/>
        </p:blipFill>
        <p:spPr>
          <a:xfrm>
            <a:off x="5451464" y="1156637"/>
            <a:ext cx="1898685" cy="1591334"/>
          </a:xfrm>
          <a:prstGeom prst="rect">
            <a:avLst/>
          </a:prstGeom>
          <a:noFill/>
          <a:ln>
            <a:noFill/>
          </a:ln>
        </p:spPr>
      </p:pic>
      <p:pic>
        <p:nvPicPr>
          <p:cNvPr id="2561" name="Google Shape;2561;p274"/>
          <p:cNvPicPr preferRelativeResize="0"/>
          <p:nvPr/>
        </p:nvPicPr>
        <p:blipFill>
          <a:blip r:embed="rId5">
            <a:alphaModFix/>
          </a:blip>
          <a:stretch>
            <a:fillRect/>
          </a:stretch>
        </p:blipFill>
        <p:spPr>
          <a:xfrm>
            <a:off x="4449950" y="2869637"/>
            <a:ext cx="1681384" cy="138660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275"/>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Certifications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67" name="Google Shape;2567;p275"/>
          <p:cNvSpPr txBox="1"/>
          <p:nvPr>
            <p:ph idx="1" type="subTitle"/>
          </p:nvPr>
        </p:nvSpPr>
        <p:spPr>
          <a:xfrm>
            <a:off x="463231" y="548650"/>
            <a:ext cx="8223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Many of these certifications focus on security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68" name="Google Shape;2568;p275"/>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These certifications </a:t>
            </a:r>
            <a:r>
              <a:rPr b="1" lang="en"/>
              <a:t>typically have </a:t>
            </a:r>
            <a:r>
              <a:rPr lang="en"/>
              <a:t>minimum work requirements and prerequisite courses.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69" name="Google Shape;2569;p275"/>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They typically cover a broad range of subjects.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570" name="Google Shape;2570;p275"/>
          <p:cNvPicPr preferRelativeResize="0"/>
          <p:nvPr/>
        </p:nvPicPr>
        <p:blipFill rotWithShape="1">
          <a:blip r:embed="rId3">
            <a:alphaModFix/>
          </a:blip>
          <a:srcRect b="23158" l="0" r="0" t="14215"/>
          <a:stretch/>
        </p:blipFill>
        <p:spPr>
          <a:xfrm>
            <a:off x="4499400" y="1371862"/>
            <a:ext cx="3438225" cy="1344125"/>
          </a:xfrm>
          <a:prstGeom prst="rect">
            <a:avLst/>
          </a:prstGeom>
          <a:noFill/>
          <a:ln>
            <a:noFill/>
          </a:ln>
        </p:spPr>
      </p:pic>
      <p:pic>
        <p:nvPicPr>
          <p:cNvPr id="2571" name="Google Shape;2571;p275"/>
          <p:cNvPicPr preferRelativeResize="0"/>
          <p:nvPr/>
        </p:nvPicPr>
        <p:blipFill>
          <a:blip r:embed="rId4">
            <a:alphaModFix/>
          </a:blip>
          <a:stretch>
            <a:fillRect/>
          </a:stretch>
        </p:blipFill>
        <p:spPr>
          <a:xfrm>
            <a:off x="4444100" y="3098648"/>
            <a:ext cx="3893575" cy="111573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5" name="Shape 2575"/>
        <p:cNvGrpSpPr/>
        <p:nvPr/>
      </p:nvGrpSpPr>
      <p:grpSpPr>
        <a:xfrm>
          <a:off x="0" y="0"/>
          <a:ext cx="0" cy="0"/>
          <a:chOff x="0" y="0"/>
          <a:chExt cx="0" cy="0"/>
        </a:xfrm>
      </p:grpSpPr>
      <p:sp>
        <p:nvSpPr>
          <p:cNvPr id="2576" name="Google Shape;2576;p276"/>
          <p:cNvSpPr txBox="1"/>
          <p:nvPr>
            <p:ph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Specialized Certifications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77" name="Google Shape;2577;p276"/>
          <p:cNvSpPr txBox="1"/>
          <p:nvPr>
            <p:ph idx="1" type="subTitle"/>
          </p:nvPr>
        </p:nvSpPr>
        <p:spPr>
          <a:xfrm>
            <a:off x="463225" y="548650"/>
            <a:ext cx="86808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Security professionals obtain these after working in the industry for several years.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78" name="Google Shape;2578;p276"/>
          <p:cNvSpPr txBox="1"/>
          <p:nvPr>
            <p:ph idx="3" type="body"/>
          </p:nvPr>
        </p:nvSpPr>
        <p:spPr>
          <a:xfrm>
            <a:off x="457200" y="1592650"/>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These certifications </a:t>
            </a:r>
            <a:r>
              <a:rPr b="1" lang="en"/>
              <a:t>typically have </a:t>
            </a:r>
            <a:r>
              <a:rPr lang="en"/>
              <a:t>minimum work requirements and prerequisite courses.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79" name="Google Shape;2579;p276"/>
          <p:cNvSpPr txBox="1"/>
          <p:nvPr>
            <p:ph idx="4" type="body"/>
          </p:nvPr>
        </p:nvSpPr>
        <p:spPr>
          <a:xfrm>
            <a:off x="457200" y="3413275"/>
            <a:ext cx="3013200" cy="115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Cover </a:t>
            </a:r>
            <a:r>
              <a:rPr b="1" lang="en"/>
              <a:t>specific </a:t>
            </a:r>
            <a:r>
              <a:rPr lang="en"/>
              <a:t>subjects and can be vendor or non-vendor specific.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580" name="Google Shape;2580;p276"/>
          <p:cNvPicPr preferRelativeResize="0"/>
          <p:nvPr/>
        </p:nvPicPr>
        <p:blipFill>
          <a:blip r:embed="rId3">
            <a:alphaModFix/>
          </a:blip>
          <a:stretch>
            <a:fillRect/>
          </a:stretch>
        </p:blipFill>
        <p:spPr>
          <a:xfrm>
            <a:off x="4284651" y="1073727"/>
            <a:ext cx="1814925" cy="1814946"/>
          </a:xfrm>
          <a:prstGeom prst="rect">
            <a:avLst/>
          </a:prstGeom>
          <a:noFill/>
          <a:ln>
            <a:noFill/>
          </a:ln>
        </p:spPr>
      </p:pic>
      <p:pic>
        <p:nvPicPr>
          <p:cNvPr id="2581" name="Google Shape;2581;p276"/>
          <p:cNvPicPr preferRelativeResize="0"/>
          <p:nvPr/>
        </p:nvPicPr>
        <p:blipFill>
          <a:blip r:embed="rId4">
            <a:alphaModFix/>
          </a:blip>
          <a:stretch>
            <a:fillRect/>
          </a:stretch>
        </p:blipFill>
        <p:spPr>
          <a:xfrm>
            <a:off x="6858001" y="1099233"/>
            <a:ext cx="1763951" cy="1763951"/>
          </a:xfrm>
          <a:prstGeom prst="rect">
            <a:avLst/>
          </a:prstGeom>
          <a:noFill/>
          <a:ln>
            <a:noFill/>
          </a:ln>
        </p:spPr>
      </p:pic>
      <p:pic>
        <p:nvPicPr>
          <p:cNvPr id="2582" name="Google Shape;2582;p276"/>
          <p:cNvPicPr preferRelativeResize="0"/>
          <p:nvPr/>
        </p:nvPicPr>
        <p:blipFill>
          <a:blip r:embed="rId5">
            <a:alphaModFix/>
          </a:blip>
          <a:stretch>
            <a:fillRect/>
          </a:stretch>
        </p:blipFill>
        <p:spPr>
          <a:xfrm>
            <a:off x="5170000" y="3145600"/>
            <a:ext cx="2145199" cy="1159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277"/>
          <p:cNvSpPr txBox="1"/>
          <p:nvPr/>
        </p:nvSpPr>
        <p:spPr>
          <a:xfrm>
            <a:off x="304700" y="127400"/>
            <a:ext cx="8117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Certification Pathways</a:t>
            </a:r>
            <a:endParaRPr b="1" sz="2600">
              <a:solidFill>
                <a:schemeClr val="accent5"/>
              </a:solidFill>
              <a:latin typeface="Roboto"/>
              <a:ea typeface="Roboto"/>
              <a:cs typeface="Roboto"/>
              <a:sym typeface="Roboto"/>
            </a:endParaRPr>
          </a:p>
        </p:txBody>
      </p:sp>
      <p:grpSp>
        <p:nvGrpSpPr>
          <p:cNvPr id="2588" name="Google Shape;2588;p277"/>
          <p:cNvGrpSpPr/>
          <p:nvPr/>
        </p:nvGrpSpPr>
        <p:grpSpPr>
          <a:xfrm>
            <a:off x="454713" y="1451125"/>
            <a:ext cx="8234568" cy="3313127"/>
            <a:chOff x="454713" y="1451125"/>
            <a:chExt cx="8234568" cy="3313127"/>
          </a:xfrm>
        </p:grpSpPr>
        <p:pic>
          <p:nvPicPr>
            <p:cNvPr id="2589" name="Google Shape;2589;p277"/>
            <p:cNvPicPr preferRelativeResize="0"/>
            <p:nvPr/>
          </p:nvPicPr>
          <p:blipFill>
            <a:blip r:embed="rId3">
              <a:alphaModFix/>
            </a:blip>
            <a:stretch>
              <a:fillRect/>
            </a:stretch>
          </p:blipFill>
          <p:spPr>
            <a:xfrm>
              <a:off x="454713" y="1451125"/>
              <a:ext cx="8234568" cy="3313127"/>
            </a:xfrm>
            <a:prstGeom prst="rect">
              <a:avLst/>
            </a:prstGeom>
            <a:noFill/>
            <a:ln>
              <a:noFill/>
            </a:ln>
            <a:effectLst>
              <a:outerShdw blurRad="57150" rotWithShape="0" algn="bl" dir="5400000" dist="19050">
                <a:schemeClr val="accent5">
                  <a:alpha val="50000"/>
                </a:schemeClr>
              </a:outerShdw>
            </a:effectLst>
          </p:spPr>
        </p:pic>
        <p:cxnSp>
          <p:nvCxnSpPr>
            <p:cNvPr id="2590" name="Google Shape;2590;p277"/>
            <p:cNvCxnSpPr/>
            <p:nvPr/>
          </p:nvCxnSpPr>
          <p:spPr>
            <a:xfrm>
              <a:off x="458925" y="1459925"/>
              <a:ext cx="2486100" cy="289200"/>
            </a:xfrm>
            <a:prstGeom prst="straightConnector1">
              <a:avLst/>
            </a:prstGeom>
            <a:noFill/>
            <a:ln cap="flat" cmpd="sng" w="9525">
              <a:solidFill>
                <a:srgbClr val="CCCCCC"/>
              </a:solidFill>
              <a:prstDash val="solid"/>
              <a:round/>
              <a:headEnd len="med" w="med" type="none"/>
              <a:tailEnd len="med" w="med" type="none"/>
            </a:ln>
          </p:spPr>
        </p:cxnSp>
        <p:cxnSp>
          <p:nvCxnSpPr>
            <p:cNvPr id="2591" name="Google Shape;2591;p277"/>
            <p:cNvCxnSpPr/>
            <p:nvPr/>
          </p:nvCxnSpPr>
          <p:spPr>
            <a:xfrm flipH="1">
              <a:off x="5955600" y="1469750"/>
              <a:ext cx="2478000" cy="273900"/>
            </a:xfrm>
            <a:prstGeom prst="straightConnector1">
              <a:avLst/>
            </a:prstGeom>
            <a:noFill/>
            <a:ln cap="flat" cmpd="sng" w="9525">
              <a:solidFill>
                <a:srgbClr val="CCCCCC"/>
              </a:solidFill>
              <a:prstDash val="solid"/>
              <a:round/>
              <a:headEnd len="med" w="med" type="none"/>
              <a:tailEnd len="med" w="med" type="none"/>
            </a:ln>
          </p:spPr>
        </p:cxnSp>
        <p:sp>
          <p:nvSpPr>
            <p:cNvPr id="2592" name="Google Shape;2592;p277"/>
            <p:cNvSpPr/>
            <p:nvPr/>
          </p:nvSpPr>
          <p:spPr>
            <a:xfrm>
              <a:off x="2466975" y="2028825"/>
              <a:ext cx="3971925" cy="1153725"/>
            </a:xfrm>
            <a:custGeom>
              <a:rect b="b" l="l" r="r" t="t"/>
              <a:pathLst>
                <a:path extrusionOk="0" h="46149" w="158877">
                  <a:moveTo>
                    <a:pt x="0" y="0"/>
                  </a:moveTo>
                  <a:lnTo>
                    <a:pt x="79343" y="46149"/>
                  </a:lnTo>
                  <a:lnTo>
                    <a:pt x="158877" y="0"/>
                  </a:lnTo>
                </a:path>
              </a:pathLst>
            </a:custGeom>
            <a:noFill/>
            <a:ln cap="flat" cmpd="sng" w="9525">
              <a:solidFill>
                <a:srgbClr val="CCCCCC"/>
              </a:solidFill>
              <a:prstDash val="solid"/>
              <a:round/>
              <a:headEnd len="med" w="med" type="none"/>
              <a:tailEnd len="med" w="med" type="none"/>
            </a:ln>
          </p:spPr>
        </p:sp>
      </p:grpSp>
      <p:sp>
        <p:nvSpPr>
          <p:cNvPr id="2593" name="Google Shape;2593;p277"/>
          <p:cNvSpPr txBox="1"/>
          <p:nvPr>
            <p:ph idx="4294967295" type="subTitle"/>
          </p:nvPr>
        </p:nvSpPr>
        <p:spPr>
          <a:xfrm>
            <a:off x="416122" y="738850"/>
            <a:ext cx="3395400" cy="364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SzPts val="770"/>
              <a:buNone/>
            </a:pPr>
            <a:r>
              <a:rPr b="1" lang="en">
                <a:solidFill>
                  <a:schemeClr val="accent5"/>
                </a:solidFill>
              </a:rPr>
              <a:t>Penetration testers</a:t>
            </a:r>
            <a:r>
              <a:rPr lang="en">
                <a:solidFill>
                  <a:schemeClr val="accent5"/>
                </a:solidFill>
              </a:rPr>
              <a:t> </a:t>
            </a:r>
            <a:br>
              <a:rPr lang="en">
                <a:solidFill>
                  <a:schemeClr val="accent5"/>
                </a:solidFill>
              </a:rPr>
            </a:br>
            <a:r>
              <a:rPr lang="en">
                <a:solidFill>
                  <a:schemeClr val="accent5"/>
                </a:solidFill>
              </a:rPr>
              <a:t>may follow this path: </a:t>
            </a:r>
            <a:endParaRPr>
              <a:solidFill>
                <a:schemeClr val="accent5"/>
              </a:solidFill>
            </a:endParaRPr>
          </a:p>
        </p:txBody>
      </p:sp>
      <p:sp>
        <p:nvSpPr>
          <p:cNvPr id="2594" name="Google Shape;2594;p277"/>
          <p:cNvSpPr txBox="1"/>
          <p:nvPr>
            <p:ph idx="1" type="body"/>
          </p:nvPr>
        </p:nvSpPr>
        <p:spPr>
          <a:xfrm>
            <a:off x="6126607" y="738854"/>
            <a:ext cx="2549700" cy="461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b="1" lang="en">
                <a:solidFill>
                  <a:schemeClr val="accent5"/>
                </a:solidFill>
              </a:rPr>
              <a:t>Forensic investigators</a:t>
            </a:r>
            <a:br>
              <a:rPr lang="en">
                <a:solidFill>
                  <a:schemeClr val="accent5"/>
                </a:solidFill>
              </a:rPr>
            </a:br>
            <a:r>
              <a:rPr lang="en">
                <a:solidFill>
                  <a:schemeClr val="accent5"/>
                </a:solidFill>
              </a:rPr>
              <a:t>may follow this path: </a:t>
            </a:r>
            <a:endParaRPr>
              <a:solidFill>
                <a:schemeClr val="accent5"/>
              </a:solidFill>
            </a:endParaRPr>
          </a:p>
        </p:txBody>
      </p:sp>
      <p:sp>
        <p:nvSpPr>
          <p:cNvPr id="2595" name="Google Shape;2595;p277"/>
          <p:cNvSpPr txBox="1"/>
          <p:nvPr/>
        </p:nvSpPr>
        <p:spPr>
          <a:xfrm>
            <a:off x="3453357" y="3627875"/>
            <a:ext cx="1947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FFFFFF"/>
                </a:solidFill>
                <a:latin typeface="Roboto Medium"/>
                <a:ea typeface="Roboto Medium"/>
                <a:cs typeface="Roboto Medium"/>
                <a:sym typeface="Roboto Medium"/>
              </a:rPr>
              <a:t>Security+</a:t>
            </a:r>
            <a:endParaRPr sz="1800">
              <a:solidFill>
                <a:srgbClr val="FFFFFF"/>
              </a:solidFill>
              <a:latin typeface="Roboto Medium"/>
              <a:ea typeface="Roboto Medium"/>
              <a:cs typeface="Roboto Medium"/>
              <a:sym typeface="Roboto Medium"/>
            </a:endParaRPr>
          </a:p>
        </p:txBody>
      </p:sp>
      <p:sp>
        <p:nvSpPr>
          <p:cNvPr id="2596" name="Google Shape;2596;p277"/>
          <p:cNvSpPr txBox="1"/>
          <p:nvPr/>
        </p:nvSpPr>
        <p:spPr>
          <a:xfrm>
            <a:off x="2649676" y="2913375"/>
            <a:ext cx="1566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CEH</a:t>
            </a:r>
            <a:endParaRPr sz="1800">
              <a:solidFill>
                <a:schemeClr val="accent5"/>
              </a:solidFill>
              <a:latin typeface="Roboto Medium"/>
              <a:ea typeface="Roboto Medium"/>
              <a:cs typeface="Roboto Medium"/>
              <a:sym typeface="Roboto Medium"/>
            </a:endParaRPr>
          </a:p>
        </p:txBody>
      </p:sp>
      <p:sp>
        <p:nvSpPr>
          <p:cNvPr id="2597" name="Google Shape;2597;p277"/>
          <p:cNvSpPr txBox="1"/>
          <p:nvPr/>
        </p:nvSpPr>
        <p:spPr>
          <a:xfrm>
            <a:off x="1743701" y="2328175"/>
            <a:ext cx="152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CISSP</a:t>
            </a:r>
            <a:endParaRPr sz="1800">
              <a:solidFill>
                <a:schemeClr val="accent5"/>
              </a:solidFill>
              <a:latin typeface="Roboto Medium"/>
              <a:ea typeface="Roboto Medium"/>
              <a:cs typeface="Roboto Medium"/>
              <a:sym typeface="Roboto Medium"/>
            </a:endParaRPr>
          </a:p>
        </p:txBody>
      </p:sp>
      <p:sp>
        <p:nvSpPr>
          <p:cNvPr id="2598" name="Google Shape;2598;p277"/>
          <p:cNvSpPr txBox="1"/>
          <p:nvPr/>
        </p:nvSpPr>
        <p:spPr>
          <a:xfrm>
            <a:off x="757301" y="1779500"/>
            <a:ext cx="152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OSCP</a:t>
            </a:r>
            <a:endParaRPr sz="1800">
              <a:solidFill>
                <a:schemeClr val="accent5"/>
              </a:solidFill>
              <a:latin typeface="Roboto Medium"/>
              <a:ea typeface="Roboto Medium"/>
              <a:cs typeface="Roboto Medium"/>
              <a:sym typeface="Roboto Medium"/>
            </a:endParaRPr>
          </a:p>
        </p:txBody>
      </p:sp>
      <p:cxnSp>
        <p:nvCxnSpPr>
          <p:cNvPr id="2599" name="Google Shape;2599;p277"/>
          <p:cNvCxnSpPr/>
          <p:nvPr/>
        </p:nvCxnSpPr>
        <p:spPr>
          <a:xfrm rot="10800000">
            <a:off x="3711400" y="3280500"/>
            <a:ext cx="416400" cy="292200"/>
          </a:xfrm>
          <a:prstGeom prst="straightConnector1">
            <a:avLst/>
          </a:prstGeom>
          <a:noFill/>
          <a:ln cap="flat" cmpd="sng" w="9525">
            <a:solidFill>
              <a:schemeClr val="dk2"/>
            </a:solidFill>
            <a:prstDash val="solid"/>
            <a:round/>
            <a:headEnd len="med" w="med" type="none"/>
            <a:tailEnd len="med" w="med" type="triangle"/>
          </a:ln>
        </p:spPr>
      </p:cxnSp>
      <p:cxnSp>
        <p:nvCxnSpPr>
          <p:cNvPr id="2600" name="Google Shape;2600;p277"/>
          <p:cNvCxnSpPr/>
          <p:nvPr/>
        </p:nvCxnSpPr>
        <p:spPr>
          <a:xfrm rot="10800000">
            <a:off x="2783550" y="2703300"/>
            <a:ext cx="416400" cy="292200"/>
          </a:xfrm>
          <a:prstGeom prst="straightConnector1">
            <a:avLst/>
          </a:prstGeom>
          <a:noFill/>
          <a:ln cap="flat" cmpd="sng" w="9525">
            <a:solidFill>
              <a:schemeClr val="dk2"/>
            </a:solidFill>
            <a:prstDash val="solid"/>
            <a:round/>
            <a:headEnd len="med" w="med" type="none"/>
            <a:tailEnd len="med" w="med" type="triangle"/>
          </a:ln>
        </p:spPr>
      </p:cxnSp>
      <p:cxnSp>
        <p:nvCxnSpPr>
          <p:cNvPr id="2601" name="Google Shape;2601;p277"/>
          <p:cNvCxnSpPr/>
          <p:nvPr/>
        </p:nvCxnSpPr>
        <p:spPr>
          <a:xfrm rot="10800000">
            <a:off x="1841075" y="2111525"/>
            <a:ext cx="416400" cy="292200"/>
          </a:xfrm>
          <a:prstGeom prst="straightConnector1">
            <a:avLst/>
          </a:prstGeom>
          <a:noFill/>
          <a:ln cap="flat" cmpd="sng" w="9525">
            <a:solidFill>
              <a:schemeClr val="dk2"/>
            </a:solidFill>
            <a:prstDash val="solid"/>
            <a:round/>
            <a:headEnd len="med" w="med" type="none"/>
            <a:tailEnd len="med" w="med" type="triangle"/>
          </a:ln>
        </p:spPr>
      </p:cxnSp>
      <p:sp>
        <p:nvSpPr>
          <p:cNvPr id="2602" name="Google Shape;2602;p277"/>
          <p:cNvSpPr/>
          <p:nvPr/>
        </p:nvSpPr>
        <p:spPr>
          <a:xfrm>
            <a:off x="6803875" y="3839500"/>
            <a:ext cx="2065800" cy="1030800"/>
          </a:xfrm>
          <a:prstGeom prst="roundRect">
            <a:avLst>
              <a:gd fmla="val 7517" name="adj"/>
            </a:avLst>
          </a:prstGeom>
          <a:solidFill>
            <a:srgbClr val="FCB912"/>
          </a:solidFill>
          <a:ln>
            <a:noFill/>
          </a:ln>
        </p:spPr>
        <p:txBody>
          <a:bodyPr anchorCtr="0" anchor="ctr" bIns="91425" lIns="91425" spcFirstLastPara="1" rIns="0" wrap="square" tIns="91425">
            <a:noAutofit/>
          </a:bodyPr>
          <a:lstStyle/>
          <a:p>
            <a:pPr indent="0" lvl="0" marL="0" rtl="0" algn="l">
              <a:spcBef>
                <a:spcPts val="0"/>
              </a:spcBef>
              <a:spcAft>
                <a:spcPts val="0"/>
              </a:spcAft>
              <a:buClr>
                <a:srgbClr val="000000"/>
              </a:buClr>
              <a:buSzPts val="1100"/>
              <a:buFont typeface="Arial"/>
              <a:buNone/>
            </a:pPr>
            <a:r>
              <a:rPr b="1" lang="en">
                <a:solidFill>
                  <a:schemeClr val="dk2"/>
                </a:solidFill>
                <a:latin typeface="Roboto"/>
                <a:ea typeface="Roboto"/>
                <a:cs typeface="Roboto"/>
                <a:sym typeface="Roboto"/>
              </a:rPr>
              <a:t>Note: </a:t>
            </a:r>
            <a:r>
              <a:rPr lang="en">
                <a:solidFill>
                  <a:schemeClr val="dk2"/>
                </a:solidFill>
                <a:latin typeface="Roboto"/>
                <a:ea typeface="Roboto"/>
                <a:cs typeface="Roboto"/>
                <a:sym typeface="Roboto"/>
              </a:rPr>
              <a:t>We’ll cover these additional certifications in more detail later in the lesson.</a:t>
            </a:r>
            <a:endParaRPr>
              <a:solidFill>
                <a:schemeClr val="dk2"/>
              </a:solidFill>
              <a:latin typeface="Roboto"/>
              <a:ea typeface="Roboto"/>
              <a:cs typeface="Roboto"/>
              <a:sym typeface="Roboto"/>
            </a:endParaRPr>
          </a:p>
        </p:txBody>
      </p:sp>
      <p:pic>
        <p:nvPicPr>
          <p:cNvPr id="2603" name="Google Shape;2603;p277"/>
          <p:cNvPicPr preferRelativeResize="0"/>
          <p:nvPr/>
        </p:nvPicPr>
        <p:blipFill rotWithShape="1">
          <a:blip r:embed="rId4">
            <a:alphaModFix/>
          </a:blip>
          <a:srcRect b="0" l="0" r="0" t="0"/>
          <a:stretch/>
        </p:blipFill>
        <p:spPr>
          <a:xfrm>
            <a:off x="6035675" y="3993700"/>
            <a:ext cx="768199" cy="768200"/>
          </a:xfrm>
          <a:prstGeom prst="rect">
            <a:avLst/>
          </a:prstGeom>
          <a:noFill/>
          <a:ln>
            <a:noFill/>
          </a:ln>
        </p:spPr>
      </p:pic>
      <p:grpSp>
        <p:nvGrpSpPr>
          <p:cNvPr id="2604" name="Google Shape;2604;p277"/>
          <p:cNvGrpSpPr/>
          <p:nvPr/>
        </p:nvGrpSpPr>
        <p:grpSpPr>
          <a:xfrm>
            <a:off x="4792500" y="2118813"/>
            <a:ext cx="2286725" cy="1461175"/>
            <a:chOff x="3280375" y="2111525"/>
            <a:chExt cx="2286725" cy="1461175"/>
          </a:xfrm>
        </p:grpSpPr>
        <p:cxnSp>
          <p:nvCxnSpPr>
            <p:cNvPr id="2605" name="Google Shape;2605;p277"/>
            <p:cNvCxnSpPr/>
            <p:nvPr/>
          </p:nvCxnSpPr>
          <p:spPr>
            <a:xfrm flipH="1" rot="10800000">
              <a:off x="3280375" y="3280500"/>
              <a:ext cx="416400" cy="292200"/>
            </a:xfrm>
            <a:prstGeom prst="straightConnector1">
              <a:avLst/>
            </a:prstGeom>
            <a:noFill/>
            <a:ln cap="flat" cmpd="sng" w="9525">
              <a:solidFill>
                <a:schemeClr val="dk2"/>
              </a:solidFill>
              <a:prstDash val="solid"/>
              <a:round/>
              <a:headEnd len="med" w="med" type="none"/>
              <a:tailEnd len="med" w="med" type="triangle"/>
            </a:ln>
          </p:spPr>
        </p:cxnSp>
        <p:cxnSp>
          <p:nvCxnSpPr>
            <p:cNvPr id="2606" name="Google Shape;2606;p277"/>
            <p:cNvCxnSpPr/>
            <p:nvPr/>
          </p:nvCxnSpPr>
          <p:spPr>
            <a:xfrm flipH="1" rot="10800000">
              <a:off x="4208225" y="2703300"/>
              <a:ext cx="416400" cy="292200"/>
            </a:xfrm>
            <a:prstGeom prst="straightConnector1">
              <a:avLst/>
            </a:prstGeom>
            <a:noFill/>
            <a:ln cap="flat" cmpd="sng" w="9525">
              <a:solidFill>
                <a:schemeClr val="dk2"/>
              </a:solidFill>
              <a:prstDash val="solid"/>
              <a:round/>
              <a:headEnd len="med" w="med" type="none"/>
              <a:tailEnd len="med" w="med" type="triangle"/>
            </a:ln>
          </p:spPr>
        </p:cxnSp>
        <p:cxnSp>
          <p:nvCxnSpPr>
            <p:cNvPr id="2607" name="Google Shape;2607;p277"/>
            <p:cNvCxnSpPr/>
            <p:nvPr/>
          </p:nvCxnSpPr>
          <p:spPr>
            <a:xfrm flipH="1" rot="10800000">
              <a:off x="5150700" y="2111525"/>
              <a:ext cx="416400" cy="292200"/>
            </a:xfrm>
            <a:prstGeom prst="straightConnector1">
              <a:avLst/>
            </a:prstGeom>
            <a:noFill/>
            <a:ln cap="flat" cmpd="sng" w="9525">
              <a:solidFill>
                <a:schemeClr val="dk2"/>
              </a:solidFill>
              <a:prstDash val="solid"/>
              <a:round/>
              <a:headEnd len="med" w="med" type="none"/>
              <a:tailEnd len="med" w="med" type="triangle"/>
            </a:ln>
          </p:spPr>
        </p:cxnSp>
      </p:grpSp>
      <p:sp>
        <p:nvSpPr>
          <p:cNvPr id="2608" name="Google Shape;2608;p277"/>
          <p:cNvSpPr txBox="1"/>
          <p:nvPr/>
        </p:nvSpPr>
        <p:spPr>
          <a:xfrm>
            <a:off x="4657576" y="2913375"/>
            <a:ext cx="1566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CFCE</a:t>
            </a:r>
            <a:endParaRPr sz="1800">
              <a:solidFill>
                <a:schemeClr val="accent5"/>
              </a:solidFill>
              <a:latin typeface="Roboto Medium"/>
              <a:ea typeface="Roboto Medium"/>
              <a:cs typeface="Roboto Medium"/>
              <a:sym typeface="Roboto Medium"/>
            </a:endParaRPr>
          </a:p>
        </p:txBody>
      </p:sp>
      <p:sp>
        <p:nvSpPr>
          <p:cNvPr id="2609" name="Google Shape;2609;p277"/>
          <p:cNvSpPr txBox="1"/>
          <p:nvPr/>
        </p:nvSpPr>
        <p:spPr>
          <a:xfrm>
            <a:off x="5681801" y="2328175"/>
            <a:ext cx="152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GCFA</a:t>
            </a:r>
            <a:endParaRPr sz="1800">
              <a:solidFill>
                <a:schemeClr val="accent5"/>
              </a:solidFill>
              <a:latin typeface="Roboto Medium"/>
              <a:ea typeface="Roboto Medium"/>
              <a:cs typeface="Roboto Medium"/>
              <a:sym typeface="Roboto Medium"/>
            </a:endParaRPr>
          </a:p>
        </p:txBody>
      </p:sp>
      <p:sp>
        <p:nvSpPr>
          <p:cNvPr id="2610" name="Google Shape;2610;p277"/>
          <p:cNvSpPr txBox="1"/>
          <p:nvPr/>
        </p:nvSpPr>
        <p:spPr>
          <a:xfrm>
            <a:off x="6652426" y="1779500"/>
            <a:ext cx="152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Roboto Medium"/>
                <a:ea typeface="Roboto Medium"/>
                <a:cs typeface="Roboto Medium"/>
                <a:sym typeface="Roboto Medium"/>
              </a:rPr>
              <a:t>EnCE</a:t>
            </a:r>
            <a:endParaRPr sz="1800">
              <a:solidFill>
                <a:schemeClr val="accent5"/>
              </a:solidFill>
              <a:latin typeface="Roboto Medium"/>
              <a:ea typeface="Roboto Medium"/>
              <a:cs typeface="Roboto Medium"/>
              <a:sym typeface="Roboto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4" name="Shape 2614"/>
        <p:cNvGrpSpPr/>
        <p:nvPr/>
      </p:nvGrpSpPr>
      <p:grpSpPr>
        <a:xfrm>
          <a:off x="0" y="0"/>
          <a:ext cx="0" cy="0"/>
          <a:chOff x="0" y="0"/>
          <a:chExt cx="0" cy="0"/>
        </a:xfrm>
      </p:grpSpPr>
      <p:pic>
        <p:nvPicPr>
          <p:cNvPr id="2615" name="Google Shape;2615;p278"/>
          <p:cNvPicPr preferRelativeResize="0"/>
          <p:nvPr/>
        </p:nvPicPr>
        <p:blipFill>
          <a:blip r:embed="rId3">
            <a:alphaModFix/>
          </a:blip>
          <a:stretch>
            <a:fillRect/>
          </a:stretch>
        </p:blipFill>
        <p:spPr>
          <a:xfrm>
            <a:off x="1240100" y="104775"/>
            <a:ext cx="6911449" cy="4953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279"/>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2621" name="Google Shape;2621;p27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Certifications and Careers</a:t>
            </a:r>
            <a:endParaRPr/>
          </a:p>
        </p:txBody>
      </p:sp>
      <p:sp>
        <p:nvSpPr>
          <p:cNvPr id="2622" name="Google Shape;2622;p279"/>
          <p:cNvSpPr txBox="1"/>
          <p:nvPr>
            <p:ph idx="3" type="body"/>
          </p:nvPr>
        </p:nvSpPr>
        <p:spPr>
          <a:xfrm>
            <a:off x="914400" y="1176975"/>
            <a:ext cx="7315200" cy="2395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the next activity, you will use job search websites to research InfoSec careers and certifications.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finding five information security careers and the desired or required certifications that align with each.</a:t>
            </a:r>
            <a:endParaRPr/>
          </a:p>
          <a:p>
            <a:pPr indent="-342900" lvl="0" marL="457200" rtl="0" algn="l">
              <a:spcBef>
                <a:spcPts val="0"/>
              </a:spcBef>
              <a:spcAft>
                <a:spcPts val="0"/>
              </a:spcAft>
              <a:buSzPts val="1800"/>
              <a:buChar char="●"/>
            </a:pPr>
            <a:r>
              <a:rPr lang="en"/>
              <a:t>You will add your findings to the spreadsheet provided.</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2623" name="Google Shape;2623;p27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7" name="Shape 2627"/>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1" name="Shape 2631"/>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5" name="Shape 2635"/>
        <p:cNvGrpSpPr/>
        <p:nvPr/>
      </p:nvGrpSpPr>
      <p:grpSpPr>
        <a:xfrm>
          <a:off x="0" y="0"/>
          <a:ext cx="0" cy="0"/>
          <a:chOff x="0" y="0"/>
          <a:chExt cx="0" cy="0"/>
        </a:xfrm>
      </p:grpSpPr>
      <p:sp>
        <p:nvSpPr>
          <p:cNvPr id="2636" name="Google Shape;2636;p282"/>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 Certification </a:t>
            </a:r>
            <a:r>
              <a:rPr lang="en">
                <a:latin typeface="Roboto"/>
                <a:ea typeface="Roboto"/>
                <a:cs typeface="Roboto"/>
                <a:sym typeface="Roboto"/>
              </a:rPr>
              <a:t>Pathways</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2637" name="Google Shape;2637;p282"/>
          <p:cNvPicPr preferRelativeResize="0"/>
          <p:nvPr/>
        </p:nvPicPr>
        <p:blipFill>
          <a:blip r:embed="rId3">
            <a:alphaModFix/>
          </a:blip>
          <a:stretch>
            <a:fillRect/>
          </a:stretch>
        </p:blipFill>
        <p:spPr>
          <a:xfrm>
            <a:off x="3548625" y="1077600"/>
            <a:ext cx="2046751" cy="20467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5E2E8"/>
        </a:solidFill>
      </p:bgPr>
    </p:bg>
    <p:spTree>
      <p:nvGrpSpPr>
        <p:cNvPr id="2641" name="Shape 2641"/>
        <p:cNvGrpSpPr/>
        <p:nvPr/>
      </p:nvGrpSpPr>
      <p:grpSpPr>
        <a:xfrm>
          <a:off x="0" y="0"/>
          <a:ext cx="0" cy="0"/>
          <a:chOff x="0" y="0"/>
          <a:chExt cx="0" cy="0"/>
        </a:xfrm>
      </p:grpSpPr>
      <p:pic>
        <p:nvPicPr>
          <p:cNvPr id="2642" name="Google Shape;2642;p283"/>
          <p:cNvPicPr preferRelativeResize="0"/>
          <p:nvPr/>
        </p:nvPicPr>
        <p:blipFill>
          <a:blip r:embed="rId3">
            <a:alphaModFix/>
          </a:blip>
          <a:stretch>
            <a:fillRect/>
          </a:stretch>
        </p:blipFill>
        <p:spPr>
          <a:xfrm>
            <a:off x="-12300" y="0"/>
            <a:ext cx="9168599" cy="5157340"/>
          </a:xfrm>
          <a:prstGeom prst="rect">
            <a:avLst/>
          </a:prstGeom>
          <a:noFill/>
          <a:ln>
            <a:noFill/>
          </a:ln>
        </p:spPr>
      </p:pic>
      <p:sp>
        <p:nvSpPr>
          <p:cNvPr id="2643" name="Google Shape;2643;p283"/>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Beginner Certifications</a:t>
            </a:r>
            <a:endParaRPr b="1" sz="2600">
              <a:solidFill>
                <a:schemeClr val="accent5"/>
              </a:solidFill>
              <a:latin typeface="Roboto"/>
              <a:ea typeface="Roboto"/>
              <a:cs typeface="Roboto"/>
              <a:sym typeface="Roboto"/>
            </a:endParaRPr>
          </a:p>
        </p:txBody>
      </p:sp>
      <p:sp>
        <p:nvSpPr>
          <p:cNvPr id="2644" name="Google Shape;2644;p283"/>
          <p:cNvSpPr txBox="1"/>
          <p:nvPr>
            <p:ph idx="1" type="body"/>
          </p:nvPr>
        </p:nvSpPr>
        <p:spPr>
          <a:xfrm>
            <a:off x="457200" y="863550"/>
            <a:ext cx="4809600" cy="8922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a:t>While Security+ will likely be the first certification you’ll work toward, several other beginner InfoSec certifications don’t require experience and cover many domain areas.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8" name="Shape 2648"/>
        <p:cNvGrpSpPr/>
        <p:nvPr/>
      </p:nvGrpSpPr>
      <p:grpSpPr>
        <a:xfrm>
          <a:off x="0" y="0"/>
          <a:ext cx="0" cy="0"/>
          <a:chOff x="0" y="0"/>
          <a:chExt cx="0" cy="0"/>
        </a:xfrm>
      </p:grpSpPr>
      <p:sp>
        <p:nvSpPr>
          <p:cNvPr id="2649" name="Google Shape;2649;p28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650" name="Google Shape;2650;p28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Beginner: </a:t>
            </a:r>
            <a:r>
              <a:rPr lang="en"/>
              <a:t>Certified Ethical Hacker (CEH)</a:t>
            </a:r>
            <a:endParaRPr/>
          </a:p>
        </p:txBody>
      </p:sp>
      <p:sp>
        <p:nvSpPr>
          <p:cNvPr id="2651" name="Google Shape;2651;p284"/>
          <p:cNvSpPr txBox="1"/>
          <p:nvPr>
            <p:ph idx="2" type="body"/>
          </p:nvPr>
        </p:nvSpPr>
        <p:spPr>
          <a:xfrm>
            <a:off x="45720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EC Council</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Focuses on penetration testing</a:t>
            </a:r>
            <a:endParaRPr/>
          </a:p>
          <a:p>
            <a:pPr indent="-342900" lvl="0" marL="457200" rtl="0" algn="l">
              <a:spcBef>
                <a:spcPts val="0"/>
              </a:spcBef>
              <a:spcAft>
                <a:spcPts val="0"/>
              </a:spcAft>
              <a:buSzPts val="1800"/>
              <a:buChar char="●"/>
            </a:pPr>
            <a:r>
              <a:rPr lang="en"/>
              <a:t>Includes a range of topics for InfoSec professionals</a:t>
            </a:r>
            <a:endParaRPr/>
          </a:p>
          <a:p>
            <a:pPr indent="-342900" lvl="0" marL="457200" rtl="0" algn="l">
              <a:spcBef>
                <a:spcPts val="0"/>
              </a:spcBef>
              <a:spcAft>
                <a:spcPts val="0"/>
              </a:spcAft>
              <a:buSzPts val="1800"/>
              <a:buChar char="●"/>
            </a:pPr>
            <a:r>
              <a:rPr lang="en"/>
              <a:t>Offers an advanced version: CEH Practical</a:t>
            </a:r>
            <a:endParaRPr/>
          </a:p>
          <a:p>
            <a:pPr indent="-342900" lvl="1" marL="914400" rtl="0" algn="l">
              <a:spcBef>
                <a:spcPts val="0"/>
              </a:spcBef>
              <a:spcAft>
                <a:spcPts val="0"/>
              </a:spcAft>
              <a:buSzPts val="1800"/>
              <a:buChar char="○"/>
            </a:pPr>
            <a:r>
              <a:rPr lang="en"/>
              <a:t>Hands-on environment</a:t>
            </a:r>
            <a:endParaRPr/>
          </a:p>
        </p:txBody>
      </p:sp>
      <p:pic>
        <p:nvPicPr>
          <p:cNvPr id="2652" name="Google Shape;2652;p284"/>
          <p:cNvPicPr preferRelativeResize="0"/>
          <p:nvPr/>
        </p:nvPicPr>
        <p:blipFill rotWithShape="1">
          <a:blip r:embed="rId3">
            <a:alphaModFix/>
          </a:blip>
          <a:srcRect b="0" l="5760" r="5751" t="0"/>
          <a:stretch/>
        </p:blipFill>
        <p:spPr>
          <a:xfrm>
            <a:off x="214520" y="182950"/>
            <a:ext cx="485355" cy="548501"/>
          </a:xfrm>
          <a:prstGeom prst="rect">
            <a:avLst/>
          </a:prstGeom>
          <a:noFill/>
          <a:ln>
            <a:noFill/>
          </a:ln>
        </p:spPr>
      </p:pic>
      <p:pic>
        <p:nvPicPr>
          <p:cNvPr id="2653" name="Google Shape;2653;p284"/>
          <p:cNvPicPr preferRelativeResize="0"/>
          <p:nvPr/>
        </p:nvPicPr>
        <p:blipFill rotWithShape="1">
          <a:blip r:embed="rId4">
            <a:alphaModFix/>
          </a:blip>
          <a:srcRect b="25931" l="0" r="0" t="0"/>
          <a:stretch/>
        </p:blipFill>
        <p:spPr>
          <a:xfrm>
            <a:off x="125700" y="1496826"/>
            <a:ext cx="4171976" cy="26085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7" name="Shape 2657"/>
        <p:cNvGrpSpPr/>
        <p:nvPr/>
      </p:nvGrpSpPr>
      <p:grpSpPr>
        <a:xfrm>
          <a:off x="0" y="0"/>
          <a:ext cx="0" cy="0"/>
          <a:chOff x="0" y="0"/>
          <a:chExt cx="0" cy="0"/>
        </a:xfrm>
      </p:grpSpPr>
      <p:sp>
        <p:nvSpPr>
          <p:cNvPr id="2658" name="Google Shape;2658;p28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659" name="Google Shape;2659;p28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Beginner: </a:t>
            </a:r>
            <a:r>
              <a:rPr lang="en"/>
              <a:t>GIAC Security Essentials (GSEC)</a:t>
            </a:r>
            <a:endParaRPr/>
          </a:p>
        </p:txBody>
      </p:sp>
      <p:sp>
        <p:nvSpPr>
          <p:cNvPr id="2660" name="Google Shape;2660;p285"/>
          <p:cNvSpPr txBox="1"/>
          <p:nvPr>
            <p:ph idx="2" type="body"/>
          </p:nvPr>
        </p:nvSpPr>
        <p:spPr>
          <a:xfrm>
            <a:off x="4572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Global Information Assurance Certification (GIAC)</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C</a:t>
            </a:r>
            <a:r>
              <a:rPr lang="en"/>
              <a:t>overs</a:t>
            </a:r>
            <a:r>
              <a:rPr lang="en"/>
              <a:t> a broad spectrum of topics ranging from active defense to cryptography</a:t>
            </a:r>
            <a:endParaRPr/>
          </a:p>
        </p:txBody>
      </p:sp>
      <p:pic>
        <p:nvPicPr>
          <p:cNvPr id="2661" name="Google Shape;2661;p285"/>
          <p:cNvPicPr preferRelativeResize="0"/>
          <p:nvPr/>
        </p:nvPicPr>
        <p:blipFill>
          <a:blip r:embed="rId3">
            <a:alphaModFix/>
          </a:blip>
          <a:stretch>
            <a:fillRect/>
          </a:stretch>
        </p:blipFill>
        <p:spPr>
          <a:xfrm>
            <a:off x="4897425" y="971550"/>
            <a:ext cx="3818700" cy="3818700"/>
          </a:xfrm>
          <a:prstGeom prst="rect">
            <a:avLst/>
          </a:prstGeom>
          <a:noFill/>
          <a:ln>
            <a:noFill/>
          </a:ln>
        </p:spPr>
      </p:pic>
      <p:pic>
        <p:nvPicPr>
          <p:cNvPr id="2662" name="Google Shape;2662;p285"/>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28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668" name="Google Shape;2668;p286"/>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Beginner: </a:t>
            </a:r>
            <a:r>
              <a:rPr lang="en"/>
              <a:t>Systems Security Certified Professional (SSCP)</a:t>
            </a:r>
            <a:endParaRPr/>
          </a:p>
        </p:txBody>
      </p:sp>
      <p:sp>
        <p:nvSpPr>
          <p:cNvPr id="2669" name="Google Shape;2669;p286"/>
          <p:cNvSpPr txBox="1"/>
          <p:nvPr>
            <p:ph idx="2" type="body"/>
          </p:nvPr>
        </p:nvSpPr>
        <p:spPr>
          <a:xfrm>
            <a:off x="45720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ISC2</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SSCP covers security best practices for setting up, monitoring, and administering IT infrastructure.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While SSCP is one of the entry-level certifications offered by ISC2, it does request one year of professional cybersecurity experience.</a:t>
            </a:r>
            <a:endParaRPr/>
          </a:p>
        </p:txBody>
      </p:sp>
      <p:pic>
        <p:nvPicPr>
          <p:cNvPr id="2670" name="Google Shape;2670;p286"/>
          <p:cNvPicPr preferRelativeResize="0"/>
          <p:nvPr/>
        </p:nvPicPr>
        <p:blipFill>
          <a:blip r:embed="rId3">
            <a:alphaModFix/>
          </a:blip>
          <a:stretch>
            <a:fillRect/>
          </a:stretch>
        </p:blipFill>
        <p:spPr>
          <a:xfrm>
            <a:off x="109975" y="1898563"/>
            <a:ext cx="4244001" cy="1698825"/>
          </a:xfrm>
          <a:prstGeom prst="rect">
            <a:avLst/>
          </a:prstGeom>
          <a:noFill/>
          <a:ln>
            <a:noFill/>
          </a:ln>
        </p:spPr>
      </p:pic>
      <p:pic>
        <p:nvPicPr>
          <p:cNvPr id="2671" name="Google Shape;2671;p286"/>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5" name="Shape 2675"/>
        <p:cNvGrpSpPr/>
        <p:nvPr/>
      </p:nvGrpSpPr>
      <p:grpSpPr>
        <a:xfrm>
          <a:off x="0" y="0"/>
          <a:ext cx="0" cy="0"/>
          <a:chOff x="0" y="0"/>
          <a:chExt cx="0" cy="0"/>
        </a:xfrm>
      </p:grpSpPr>
      <p:pic>
        <p:nvPicPr>
          <p:cNvPr id="2676" name="Google Shape;2676;p287"/>
          <p:cNvPicPr preferRelativeResize="0"/>
          <p:nvPr/>
        </p:nvPicPr>
        <p:blipFill rotWithShape="1">
          <a:blip r:embed="rId3">
            <a:alphaModFix/>
          </a:blip>
          <a:srcRect b="0" l="0" r="2572" t="0"/>
          <a:stretch/>
        </p:blipFill>
        <p:spPr>
          <a:xfrm>
            <a:off x="0" y="0"/>
            <a:ext cx="9143999" cy="5149614"/>
          </a:xfrm>
          <a:prstGeom prst="rect">
            <a:avLst/>
          </a:prstGeom>
          <a:noFill/>
          <a:ln>
            <a:noFill/>
          </a:ln>
        </p:spPr>
      </p:pic>
      <p:sp>
        <p:nvSpPr>
          <p:cNvPr id="2677" name="Google Shape;2677;p287"/>
          <p:cNvSpPr txBox="1"/>
          <p:nvPr>
            <p:ph idx="12" type="sldNum"/>
          </p:nvPr>
        </p:nvSpPr>
        <p:spPr>
          <a:xfrm>
            <a:off x="8607775" y="4957200"/>
            <a:ext cx="261900" cy="105600"/>
          </a:xfrm>
          <a:prstGeom prst="rect">
            <a:avLst/>
          </a:prstGeom>
        </p:spPr>
        <p:txBody>
          <a:bodyPr anchorCtr="0" anchor="t" bIns="91425" lIns="0" spcFirstLastPara="1" rIns="0" wrap="square" tIns="0">
            <a:noAutofit/>
          </a:bodyPr>
          <a:lstStyle/>
          <a:p>
            <a:pPr indent="0" lvl="0" marL="0" rtl="0" algn="l">
              <a:spcBef>
                <a:spcPts val="0"/>
              </a:spcBef>
              <a:spcAft>
                <a:spcPts val="0"/>
              </a:spcAft>
              <a:buNone/>
            </a:pPr>
            <a:fld id="{00000000-1234-1234-1234-123412341234}" type="slidenum">
              <a:rPr lang="en"/>
              <a:t>‹#›</a:t>
            </a:fld>
            <a:endParaRPr/>
          </a:p>
        </p:txBody>
      </p:sp>
      <p:sp>
        <p:nvSpPr>
          <p:cNvPr id="2678" name="Google Shape;2678;p287"/>
          <p:cNvSpPr/>
          <p:nvPr/>
        </p:nvSpPr>
        <p:spPr>
          <a:xfrm>
            <a:off x="0" y="2733675"/>
            <a:ext cx="3819600" cy="17811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79" name="Google Shape;2679;p287"/>
          <p:cNvSpPr txBox="1"/>
          <p:nvPr>
            <p:ph idx="3" type="body"/>
          </p:nvPr>
        </p:nvSpPr>
        <p:spPr>
          <a:xfrm>
            <a:off x="-419800" y="2828350"/>
            <a:ext cx="4422300" cy="1424700"/>
          </a:xfrm>
          <a:prstGeom prst="rect">
            <a:avLst/>
          </a:prstGeom>
        </p:spPr>
        <p:txBody>
          <a:bodyPr anchorCtr="0" anchor="t" bIns="91425" lIns="822950" spcFirstLastPara="1" rIns="91425" wrap="square" tIns="91425">
            <a:noAutofit/>
          </a:bodyPr>
          <a:lstStyle/>
          <a:p>
            <a:pPr indent="0" lvl="0" marL="0" rtl="0" algn="l">
              <a:lnSpc>
                <a:spcPct val="115000"/>
              </a:lnSpc>
              <a:spcBef>
                <a:spcPts val="0"/>
              </a:spcBef>
              <a:spcAft>
                <a:spcPts val="800"/>
              </a:spcAft>
              <a:buNone/>
            </a:pPr>
            <a:r>
              <a:rPr lang="en" sz="2100">
                <a:solidFill>
                  <a:srgbClr val="FFFFFF"/>
                </a:solidFill>
              </a:rPr>
              <a:t>Many cyber professionals  advance their careers by obtaining </a:t>
            </a:r>
            <a:r>
              <a:rPr b="1" lang="en" sz="2100">
                <a:solidFill>
                  <a:srgbClr val="FFFFFF"/>
                </a:solidFill>
              </a:rPr>
              <a:t>advanced </a:t>
            </a:r>
            <a:r>
              <a:rPr lang="en" sz="2100">
                <a:solidFill>
                  <a:srgbClr val="FFFFFF"/>
                </a:solidFill>
              </a:rPr>
              <a:t>and </a:t>
            </a:r>
            <a:r>
              <a:rPr lang="en" sz="2100">
                <a:solidFill>
                  <a:srgbClr val="FFFFFF"/>
                </a:solidFill>
              </a:rPr>
              <a:t>specialized</a:t>
            </a:r>
            <a:r>
              <a:rPr b="1" lang="en" sz="2100">
                <a:solidFill>
                  <a:srgbClr val="FFFFFF"/>
                </a:solidFill>
              </a:rPr>
              <a:t> </a:t>
            </a:r>
            <a:r>
              <a:rPr lang="en" sz="2100">
                <a:solidFill>
                  <a:srgbClr val="FFFFFF"/>
                </a:solidFill>
              </a:rPr>
              <a:t>certifications.</a:t>
            </a:r>
            <a:endParaRPr sz="2100">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3" name="Shape 2683"/>
        <p:cNvGrpSpPr/>
        <p:nvPr/>
      </p:nvGrpSpPr>
      <p:grpSpPr>
        <a:xfrm>
          <a:off x="0" y="0"/>
          <a:ext cx="0" cy="0"/>
          <a:chOff x="0" y="0"/>
          <a:chExt cx="0" cy="0"/>
        </a:xfrm>
      </p:grpSpPr>
      <p:sp>
        <p:nvSpPr>
          <p:cNvPr id="2684" name="Google Shape;2684;p28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685" name="Google Shape;2685;p28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a:t>
            </a:r>
            <a:r>
              <a:rPr lang="en"/>
              <a:t> </a:t>
            </a:r>
            <a:r>
              <a:rPr lang="en"/>
              <a:t>Certified Information Systems Security Professional (CISSP)</a:t>
            </a:r>
            <a:endParaRPr/>
          </a:p>
        </p:txBody>
      </p:sp>
      <p:sp>
        <p:nvSpPr>
          <p:cNvPr id="2686" name="Google Shape;2686;p288"/>
          <p:cNvSpPr txBox="1"/>
          <p:nvPr>
            <p:ph idx="2" type="body"/>
          </p:nvPr>
        </p:nvSpPr>
        <p:spPr>
          <a:xfrm>
            <a:off x="4572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ISC2</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It covers a wide variety of cybersecurity topics and is one of the most popular certifications in information security.</a:t>
            </a:r>
            <a:endParaRPr/>
          </a:p>
          <a:p>
            <a:pPr indent="0" lvl="0" marL="457200" rtl="0" algn="l">
              <a:spcBef>
                <a:spcPts val="0"/>
              </a:spcBef>
              <a:spcAft>
                <a:spcPts val="0"/>
              </a:spcAft>
              <a:buNone/>
            </a:pPr>
            <a:r>
              <a:t/>
            </a:r>
            <a:endParaRPr/>
          </a:p>
        </p:txBody>
      </p:sp>
      <p:pic>
        <p:nvPicPr>
          <p:cNvPr id="2687" name="Google Shape;2687;p288"/>
          <p:cNvPicPr preferRelativeResize="0"/>
          <p:nvPr/>
        </p:nvPicPr>
        <p:blipFill>
          <a:blip r:embed="rId3">
            <a:alphaModFix/>
          </a:blip>
          <a:stretch>
            <a:fillRect/>
          </a:stretch>
        </p:blipFill>
        <p:spPr>
          <a:xfrm>
            <a:off x="4572000" y="1694850"/>
            <a:ext cx="4379750" cy="1610850"/>
          </a:xfrm>
          <a:prstGeom prst="rect">
            <a:avLst/>
          </a:prstGeom>
          <a:noFill/>
          <a:ln>
            <a:noFill/>
          </a:ln>
        </p:spPr>
      </p:pic>
      <p:pic>
        <p:nvPicPr>
          <p:cNvPr id="2688" name="Google Shape;2688;p288"/>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2" name="Shape 2692"/>
        <p:cNvGrpSpPr/>
        <p:nvPr/>
      </p:nvGrpSpPr>
      <p:grpSpPr>
        <a:xfrm>
          <a:off x="0" y="0"/>
          <a:ext cx="0" cy="0"/>
          <a:chOff x="0" y="0"/>
          <a:chExt cx="0" cy="0"/>
        </a:xfrm>
      </p:grpSpPr>
      <p:sp>
        <p:nvSpPr>
          <p:cNvPr id="2693" name="Google Shape;2693;p289"/>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694" name="Google Shape;2694;p289"/>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Advanced: Certified Information Security Manager (CISM)</a:t>
            </a:r>
            <a:endParaRPr/>
          </a:p>
        </p:txBody>
      </p:sp>
      <p:sp>
        <p:nvSpPr>
          <p:cNvPr id="2695" name="Google Shape;2695;p289"/>
          <p:cNvSpPr txBox="1"/>
          <p:nvPr>
            <p:ph idx="2" type="body"/>
          </p:nvPr>
        </p:nvSpPr>
        <p:spPr>
          <a:xfrm>
            <a:off x="45720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ISACA</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It covers information security management topics.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2696" name="Google Shape;2696;p289"/>
          <p:cNvPicPr preferRelativeResize="0"/>
          <p:nvPr/>
        </p:nvPicPr>
        <p:blipFill rotWithShape="1">
          <a:blip r:embed="rId3">
            <a:alphaModFix/>
          </a:blip>
          <a:srcRect b="0" l="16743" r="18105" t="0"/>
          <a:stretch/>
        </p:blipFill>
        <p:spPr>
          <a:xfrm>
            <a:off x="295400" y="1102875"/>
            <a:ext cx="4005025" cy="3710050"/>
          </a:xfrm>
          <a:prstGeom prst="rect">
            <a:avLst/>
          </a:prstGeom>
          <a:noFill/>
          <a:ln>
            <a:noFill/>
          </a:ln>
        </p:spPr>
      </p:pic>
      <p:pic>
        <p:nvPicPr>
          <p:cNvPr id="2697" name="Google Shape;2697;p289"/>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1" name="Shape 2701"/>
        <p:cNvGrpSpPr/>
        <p:nvPr/>
      </p:nvGrpSpPr>
      <p:grpSpPr>
        <a:xfrm>
          <a:off x="0" y="0"/>
          <a:ext cx="0" cy="0"/>
          <a:chOff x="0" y="0"/>
          <a:chExt cx="0" cy="0"/>
        </a:xfrm>
      </p:grpSpPr>
      <p:sp>
        <p:nvSpPr>
          <p:cNvPr id="2702" name="Google Shape;2702;p290"/>
          <p:cNvSpPr txBox="1"/>
          <p:nvPr/>
        </p:nvSpPr>
        <p:spPr>
          <a:xfrm>
            <a:off x="368950" y="127400"/>
            <a:ext cx="84633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Specialized Certifications</a:t>
            </a:r>
            <a:endParaRPr b="1" sz="2600">
              <a:solidFill>
                <a:schemeClr val="dk2"/>
              </a:solidFill>
              <a:latin typeface="Roboto"/>
              <a:ea typeface="Roboto"/>
              <a:cs typeface="Roboto"/>
              <a:sym typeface="Roboto"/>
            </a:endParaRPr>
          </a:p>
        </p:txBody>
      </p:sp>
      <p:sp>
        <p:nvSpPr>
          <p:cNvPr id="2703" name="Google Shape;2703;p290"/>
          <p:cNvSpPr txBox="1"/>
          <p:nvPr>
            <p:ph idx="1" type="body"/>
          </p:nvPr>
        </p:nvSpPr>
        <p:spPr>
          <a:xfrm>
            <a:off x="457200" y="863550"/>
            <a:ext cx="3761100" cy="1097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a:t>There are hundreds of </a:t>
            </a:r>
            <a:r>
              <a:rPr b="1" lang="en"/>
              <a:t>specialized certifications</a:t>
            </a:r>
            <a:r>
              <a:rPr lang="en"/>
              <a:t> for those interested in mastering a specific cybersecurity domain.</a:t>
            </a:r>
            <a:endParaRPr/>
          </a:p>
        </p:txBody>
      </p:sp>
      <p:pic>
        <p:nvPicPr>
          <p:cNvPr id="2704" name="Google Shape;2704;p290"/>
          <p:cNvPicPr preferRelativeResize="0"/>
          <p:nvPr/>
        </p:nvPicPr>
        <p:blipFill rotWithShape="1">
          <a:blip r:embed="rId3">
            <a:alphaModFix/>
          </a:blip>
          <a:srcRect b="0" l="47388" r="1348" t="0"/>
          <a:stretch/>
        </p:blipFill>
        <p:spPr>
          <a:xfrm>
            <a:off x="4456225" y="0"/>
            <a:ext cx="4687775" cy="51434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8" name="Shape 2708"/>
        <p:cNvGrpSpPr/>
        <p:nvPr/>
      </p:nvGrpSpPr>
      <p:grpSpPr>
        <a:xfrm>
          <a:off x="0" y="0"/>
          <a:ext cx="0" cy="0"/>
          <a:chOff x="0" y="0"/>
          <a:chExt cx="0" cy="0"/>
        </a:xfrm>
      </p:grpSpPr>
      <p:sp>
        <p:nvSpPr>
          <p:cNvPr id="2709" name="Google Shape;2709;p291"/>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710" name="Google Shape;2710;p291"/>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Specialized: </a:t>
            </a:r>
            <a:r>
              <a:rPr lang="en"/>
              <a:t>Offensive Security Certified Pentester (OSCP)</a:t>
            </a:r>
            <a:endParaRPr/>
          </a:p>
        </p:txBody>
      </p:sp>
      <p:sp>
        <p:nvSpPr>
          <p:cNvPr id="2711" name="Google Shape;2711;p291"/>
          <p:cNvSpPr txBox="1"/>
          <p:nvPr>
            <p:ph idx="2" type="body"/>
          </p:nvPr>
        </p:nvSpPr>
        <p:spPr>
          <a:xfrm>
            <a:off x="4572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Offensive Security</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It is a hands-on penetration testing exam consisting of </a:t>
            </a:r>
            <a:r>
              <a:rPr b="1" lang="en"/>
              <a:t>two parts</a:t>
            </a:r>
            <a:r>
              <a:rPr lang="en"/>
              <a:t>: a 24-hour penetration testing exam and a documentation report due 24 hours after the exam.</a:t>
            </a:r>
            <a:endParaRPr/>
          </a:p>
          <a:p>
            <a:pPr indent="0" lvl="0" marL="457200" rtl="0" algn="l">
              <a:spcBef>
                <a:spcPts val="0"/>
              </a:spcBef>
              <a:spcAft>
                <a:spcPts val="0"/>
              </a:spcAft>
              <a:buNone/>
            </a:pPr>
            <a:r>
              <a:t/>
            </a:r>
            <a:endParaRPr/>
          </a:p>
        </p:txBody>
      </p:sp>
      <p:pic>
        <p:nvPicPr>
          <p:cNvPr id="2712" name="Google Shape;2712;p291"/>
          <p:cNvPicPr preferRelativeResize="0"/>
          <p:nvPr/>
        </p:nvPicPr>
        <p:blipFill>
          <a:blip r:embed="rId3">
            <a:alphaModFix/>
          </a:blip>
          <a:stretch>
            <a:fillRect/>
          </a:stretch>
        </p:blipFill>
        <p:spPr>
          <a:xfrm>
            <a:off x="5029200" y="1056400"/>
            <a:ext cx="3367450" cy="3030725"/>
          </a:xfrm>
          <a:prstGeom prst="rect">
            <a:avLst/>
          </a:prstGeom>
          <a:noFill/>
          <a:ln>
            <a:noFill/>
          </a:ln>
        </p:spPr>
      </p:pic>
      <p:pic>
        <p:nvPicPr>
          <p:cNvPr id="2713" name="Google Shape;2713;p291"/>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7" name="Shape 2717"/>
        <p:cNvGrpSpPr/>
        <p:nvPr/>
      </p:nvGrpSpPr>
      <p:grpSpPr>
        <a:xfrm>
          <a:off x="0" y="0"/>
          <a:ext cx="0" cy="0"/>
          <a:chOff x="0" y="0"/>
          <a:chExt cx="0" cy="0"/>
        </a:xfrm>
      </p:grpSpPr>
      <p:sp>
        <p:nvSpPr>
          <p:cNvPr id="2718" name="Google Shape;2718;p292"/>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719" name="Google Shape;2719;p292"/>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Specialized: Certified Information Privacy Professional (CIPP)</a:t>
            </a:r>
            <a:endParaRPr/>
          </a:p>
        </p:txBody>
      </p:sp>
      <p:sp>
        <p:nvSpPr>
          <p:cNvPr id="2720" name="Google Shape;2720;p292"/>
          <p:cNvSpPr txBox="1"/>
          <p:nvPr>
            <p:ph idx="2" type="body"/>
          </p:nvPr>
        </p:nvSpPr>
        <p:spPr>
          <a:xfrm>
            <a:off x="45720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IAPP</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It is considered the "</a:t>
            </a:r>
            <a:r>
              <a:rPr b="1" lang="en"/>
              <a:t>gold standard</a:t>
            </a:r>
            <a:r>
              <a:rPr lang="en"/>
              <a:t>" for those working in privacy.</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2721" name="Google Shape;2721;p292"/>
          <p:cNvPicPr preferRelativeResize="0"/>
          <p:nvPr/>
        </p:nvPicPr>
        <p:blipFill>
          <a:blip r:embed="rId3">
            <a:alphaModFix/>
          </a:blip>
          <a:stretch>
            <a:fillRect/>
          </a:stretch>
        </p:blipFill>
        <p:spPr>
          <a:xfrm>
            <a:off x="692813" y="1292125"/>
            <a:ext cx="3186375" cy="3209250"/>
          </a:xfrm>
          <a:prstGeom prst="rect">
            <a:avLst/>
          </a:prstGeom>
          <a:noFill/>
          <a:ln>
            <a:noFill/>
          </a:ln>
        </p:spPr>
      </p:pic>
      <p:pic>
        <p:nvPicPr>
          <p:cNvPr id="2722" name="Google Shape;2722;p292"/>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6" name="Shape 2726"/>
        <p:cNvGrpSpPr/>
        <p:nvPr/>
      </p:nvGrpSpPr>
      <p:grpSpPr>
        <a:xfrm>
          <a:off x="0" y="0"/>
          <a:ext cx="0" cy="0"/>
          <a:chOff x="0" y="0"/>
          <a:chExt cx="0" cy="0"/>
        </a:xfrm>
      </p:grpSpPr>
      <p:sp>
        <p:nvSpPr>
          <p:cNvPr id="2727" name="Google Shape;2727;p293"/>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Certification Pathways </a:t>
            </a:r>
            <a:endParaRPr/>
          </a:p>
        </p:txBody>
      </p:sp>
      <p:sp>
        <p:nvSpPr>
          <p:cNvPr id="2728" name="Google Shape;2728;p293"/>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Specialized: </a:t>
            </a:r>
            <a:r>
              <a:rPr lang="en"/>
              <a:t>EnCase Certified Examiner (EnCE)</a:t>
            </a:r>
            <a:endParaRPr/>
          </a:p>
        </p:txBody>
      </p:sp>
      <p:sp>
        <p:nvSpPr>
          <p:cNvPr id="2729" name="Google Shape;2729;p293"/>
          <p:cNvSpPr txBox="1"/>
          <p:nvPr>
            <p:ph idx="2" type="body"/>
          </p:nvPr>
        </p:nvSpPr>
        <p:spPr>
          <a:xfrm>
            <a:off x="457200" y="1292125"/>
            <a:ext cx="41187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Offered by </a:t>
            </a:r>
            <a:r>
              <a:rPr b="1" lang="en"/>
              <a:t>OpenText</a:t>
            </a:r>
            <a:endParaRPr b="1"/>
          </a:p>
          <a:p>
            <a:pPr indent="0" lvl="0" marL="0" rtl="0" algn="l">
              <a:spcBef>
                <a:spcPts val="0"/>
              </a:spcBef>
              <a:spcAft>
                <a:spcPts val="0"/>
              </a:spcAft>
              <a:buNone/>
            </a:pPr>
            <a:r>
              <a:t/>
            </a:r>
            <a:endParaRPr b="1"/>
          </a:p>
          <a:p>
            <a:pPr indent="-342900" lvl="0" marL="457200" rtl="0" algn="l">
              <a:spcBef>
                <a:spcPts val="0"/>
              </a:spcBef>
              <a:spcAft>
                <a:spcPts val="0"/>
              </a:spcAft>
              <a:buSzPts val="1800"/>
              <a:buChar char="●"/>
            </a:pPr>
            <a:r>
              <a:rPr lang="en"/>
              <a:t>Vendor-specific specialized certification for computer forensics professionals</a:t>
            </a:r>
            <a:endParaRPr/>
          </a:p>
          <a:p>
            <a:pPr indent="-342900" lvl="0" marL="457200" rtl="0" algn="l">
              <a:spcBef>
                <a:spcPts val="0"/>
              </a:spcBef>
              <a:spcAft>
                <a:spcPts val="0"/>
              </a:spcAft>
              <a:buSzPts val="1800"/>
              <a:buChar char="●"/>
            </a:pPr>
            <a:r>
              <a:rPr lang="en"/>
              <a:t>Used by law enforcement</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pic>
        <p:nvPicPr>
          <p:cNvPr id="2730" name="Google Shape;2730;p293"/>
          <p:cNvPicPr preferRelativeResize="0"/>
          <p:nvPr/>
        </p:nvPicPr>
        <p:blipFill rotWithShape="1">
          <a:blip r:embed="rId3">
            <a:alphaModFix/>
          </a:blip>
          <a:srcRect b="32133" l="7688" r="8650" t="28457"/>
          <a:stretch/>
        </p:blipFill>
        <p:spPr>
          <a:xfrm>
            <a:off x="4941075" y="1683050"/>
            <a:ext cx="3773325" cy="1777375"/>
          </a:xfrm>
          <a:prstGeom prst="rect">
            <a:avLst/>
          </a:prstGeom>
          <a:noFill/>
          <a:ln>
            <a:noFill/>
          </a:ln>
        </p:spPr>
      </p:pic>
      <p:pic>
        <p:nvPicPr>
          <p:cNvPr id="2731" name="Google Shape;2731;p293"/>
          <p:cNvPicPr preferRelativeResize="0"/>
          <p:nvPr/>
        </p:nvPicPr>
        <p:blipFill rotWithShape="1">
          <a:blip r:embed="rId4">
            <a:alphaModFix/>
          </a:blip>
          <a:srcRect b="0" l="5760" r="5751" t="0"/>
          <a:stretch/>
        </p:blipFill>
        <p:spPr>
          <a:xfrm>
            <a:off x="214520" y="182950"/>
            <a:ext cx="485355" cy="5485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5" name="Shape 2735"/>
        <p:cNvGrpSpPr/>
        <p:nvPr/>
      </p:nvGrpSpPr>
      <p:grpSpPr>
        <a:xfrm>
          <a:off x="0" y="0"/>
          <a:ext cx="0" cy="0"/>
          <a:chOff x="0" y="0"/>
          <a:chExt cx="0" cy="0"/>
        </a:xfrm>
      </p:grpSpPr>
      <p:sp>
        <p:nvSpPr>
          <p:cNvPr id="2736" name="Google Shape;2736;p294"/>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2737" name="Google Shape;2737;p294"/>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Find a Certification Pathway</a:t>
            </a:r>
            <a:endParaRPr/>
          </a:p>
        </p:txBody>
      </p:sp>
      <p:sp>
        <p:nvSpPr>
          <p:cNvPr id="2738" name="Google Shape;2738;p294"/>
          <p:cNvSpPr txBox="1"/>
          <p:nvPr>
            <p:ph idx="3" type="body"/>
          </p:nvPr>
        </p:nvSpPr>
        <p:spPr>
          <a:xfrm>
            <a:off x="914400" y="1691675"/>
            <a:ext cx="6606300" cy="188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research several advanced and specialized certifications.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2739" name="Google Shape;2739;p294"/>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3" name="Shape 2743"/>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1" name="Shape 2751"/>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5" name="Shape 2755"/>
        <p:cNvGrpSpPr/>
        <p:nvPr/>
      </p:nvGrpSpPr>
      <p:grpSpPr>
        <a:xfrm>
          <a:off x="0" y="0"/>
          <a:ext cx="0" cy="0"/>
          <a:chOff x="0" y="0"/>
          <a:chExt cx="0" cy="0"/>
        </a:xfrm>
      </p:grpSpPr>
      <p:sp>
        <p:nvSpPr>
          <p:cNvPr id="2756" name="Google Shape;2756;p29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Introduction to </a:t>
            </a:r>
            <a:r>
              <a:rPr lang="en">
                <a:latin typeface="Roboto"/>
                <a:ea typeface="Roboto"/>
                <a:cs typeface="Roboto"/>
                <a:sym typeface="Roboto"/>
              </a:rPr>
              <a:t>Security+</a:t>
            </a:r>
            <a:endParaRPr>
              <a:latin typeface="Roboto"/>
              <a:ea typeface="Roboto"/>
              <a:cs typeface="Roboto"/>
              <a:sym typeface="Roboto"/>
            </a:endParaRPr>
          </a:p>
          <a:p>
            <a:pPr indent="0" lvl="0" marL="0" rtl="0" algn="l">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2757" name="Google Shape;2757;p298"/>
          <p:cNvGrpSpPr/>
          <p:nvPr/>
        </p:nvGrpSpPr>
        <p:grpSpPr>
          <a:xfrm>
            <a:off x="4192785" y="1659083"/>
            <a:ext cx="758429" cy="988879"/>
            <a:chOff x="1842100" y="291650"/>
            <a:chExt cx="3935800" cy="5131700"/>
          </a:xfrm>
        </p:grpSpPr>
        <p:sp>
          <p:nvSpPr>
            <p:cNvPr id="2758" name="Google Shape;2758;p298"/>
            <p:cNvSpPr/>
            <p:nvPr/>
          </p:nvSpPr>
          <p:spPr>
            <a:xfrm>
              <a:off x="1842100" y="291650"/>
              <a:ext cx="3935800" cy="5131700"/>
            </a:xfrm>
            <a:custGeom>
              <a:rect b="b" l="l" r="r" t="t"/>
              <a:pathLst>
                <a:path extrusionOk="0" fill="none" h="205268" w="157432">
                  <a:moveTo>
                    <a:pt x="78895" y="205267"/>
                  </a:moveTo>
                  <a:lnTo>
                    <a:pt x="78895" y="205267"/>
                  </a:lnTo>
                  <a:lnTo>
                    <a:pt x="85320" y="202411"/>
                  </a:lnTo>
                  <a:lnTo>
                    <a:pt x="91746" y="199198"/>
                  </a:lnTo>
                  <a:lnTo>
                    <a:pt x="98529" y="195629"/>
                  </a:lnTo>
                  <a:lnTo>
                    <a:pt x="105311" y="191702"/>
                  </a:lnTo>
                  <a:lnTo>
                    <a:pt x="112094" y="187418"/>
                  </a:lnTo>
                  <a:lnTo>
                    <a:pt x="118520" y="182777"/>
                  </a:lnTo>
                  <a:lnTo>
                    <a:pt x="124946" y="177779"/>
                  </a:lnTo>
                  <a:lnTo>
                    <a:pt x="130657" y="172781"/>
                  </a:lnTo>
                  <a:lnTo>
                    <a:pt x="136369" y="167427"/>
                  </a:lnTo>
                  <a:lnTo>
                    <a:pt x="141367" y="161715"/>
                  </a:lnTo>
                  <a:lnTo>
                    <a:pt x="146008" y="156003"/>
                  </a:lnTo>
                  <a:lnTo>
                    <a:pt x="149934" y="149934"/>
                  </a:lnTo>
                  <a:lnTo>
                    <a:pt x="153147" y="143866"/>
                  </a:lnTo>
                  <a:lnTo>
                    <a:pt x="155646" y="137797"/>
                  </a:lnTo>
                  <a:lnTo>
                    <a:pt x="156360" y="134941"/>
                  </a:lnTo>
                  <a:lnTo>
                    <a:pt x="157074" y="131728"/>
                  </a:lnTo>
                  <a:lnTo>
                    <a:pt x="157431" y="128515"/>
                  </a:lnTo>
                  <a:lnTo>
                    <a:pt x="157431" y="125660"/>
                  </a:lnTo>
                  <a:lnTo>
                    <a:pt x="157431" y="125660"/>
                  </a:lnTo>
                  <a:lnTo>
                    <a:pt x="157431" y="35342"/>
                  </a:lnTo>
                  <a:lnTo>
                    <a:pt x="157431" y="35342"/>
                  </a:lnTo>
                  <a:lnTo>
                    <a:pt x="147079" y="31773"/>
                  </a:lnTo>
                  <a:lnTo>
                    <a:pt x="136726" y="27846"/>
                  </a:lnTo>
                  <a:lnTo>
                    <a:pt x="126016" y="23562"/>
                  </a:lnTo>
                  <a:lnTo>
                    <a:pt x="115664" y="18921"/>
                  </a:lnTo>
                  <a:lnTo>
                    <a:pt x="105668" y="14280"/>
                  </a:lnTo>
                  <a:lnTo>
                    <a:pt x="96030" y="9639"/>
                  </a:lnTo>
                  <a:lnTo>
                    <a:pt x="87105" y="4642"/>
                  </a:lnTo>
                  <a:lnTo>
                    <a:pt x="78895" y="1"/>
                  </a:lnTo>
                  <a:lnTo>
                    <a:pt x="78895" y="1"/>
                  </a:lnTo>
                  <a:lnTo>
                    <a:pt x="70684" y="4642"/>
                  </a:lnTo>
                  <a:lnTo>
                    <a:pt x="61402" y="9639"/>
                  </a:lnTo>
                  <a:lnTo>
                    <a:pt x="52121" y="14280"/>
                  </a:lnTo>
                  <a:lnTo>
                    <a:pt x="41768" y="18921"/>
                  </a:lnTo>
                  <a:lnTo>
                    <a:pt x="31416" y="23562"/>
                  </a:lnTo>
                  <a:lnTo>
                    <a:pt x="21063" y="27846"/>
                  </a:lnTo>
                  <a:lnTo>
                    <a:pt x="10353" y="31773"/>
                  </a:lnTo>
                  <a:lnTo>
                    <a:pt x="1" y="35342"/>
                  </a:lnTo>
                  <a:lnTo>
                    <a:pt x="1" y="35342"/>
                  </a:lnTo>
                  <a:lnTo>
                    <a:pt x="1" y="125660"/>
                  </a:lnTo>
                  <a:lnTo>
                    <a:pt x="1" y="125660"/>
                  </a:lnTo>
                  <a:lnTo>
                    <a:pt x="358" y="128515"/>
                  </a:lnTo>
                  <a:lnTo>
                    <a:pt x="715" y="131728"/>
                  </a:lnTo>
                  <a:lnTo>
                    <a:pt x="1429" y="134941"/>
                  </a:lnTo>
                  <a:lnTo>
                    <a:pt x="2143" y="137797"/>
                  </a:lnTo>
                  <a:lnTo>
                    <a:pt x="4642" y="143866"/>
                  </a:lnTo>
                  <a:lnTo>
                    <a:pt x="7855" y="149934"/>
                  </a:lnTo>
                  <a:lnTo>
                    <a:pt x="11424" y="156003"/>
                  </a:lnTo>
                  <a:lnTo>
                    <a:pt x="16065" y="161715"/>
                  </a:lnTo>
                  <a:lnTo>
                    <a:pt x="21420" y="167427"/>
                  </a:lnTo>
                  <a:lnTo>
                    <a:pt x="26775" y="172781"/>
                  </a:lnTo>
                  <a:lnTo>
                    <a:pt x="32843" y="177779"/>
                  </a:lnTo>
                  <a:lnTo>
                    <a:pt x="39269" y="182777"/>
                  </a:lnTo>
                  <a:lnTo>
                    <a:pt x="45695" y="187418"/>
                  </a:lnTo>
                  <a:lnTo>
                    <a:pt x="52478" y="191702"/>
                  </a:lnTo>
                  <a:lnTo>
                    <a:pt x="58903" y="195629"/>
                  </a:lnTo>
                  <a:lnTo>
                    <a:pt x="65686" y="199198"/>
                  </a:lnTo>
                  <a:lnTo>
                    <a:pt x="72469" y="202411"/>
                  </a:lnTo>
                  <a:lnTo>
                    <a:pt x="78895" y="205267"/>
                  </a:lnTo>
                  <a:lnTo>
                    <a:pt x="78895" y="205267"/>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98"/>
            <p:cNvSpPr/>
            <p:nvPr/>
          </p:nvSpPr>
          <p:spPr>
            <a:xfrm>
              <a:off x="2788125" y="2433575"/>
              <a:ext cx="2043750" cy="1642150"/>
            </a:xfrm>
            <a:custGeom>
              <a:rect b="b" l="l" r="r" t="t"/>
              <a:pathLst>
                <a:path extrusionOk="0" fill="none" h="65686" w="81750">
                  <a:moveTo>
                    <a:pt x="81750" y="2142"/>
                  </a:moveTo>
                  <a:lnTo>
                    <a:pt x="81750" y="2142"/>
                  </a:lnTo>
                  <a:lnTo>
                    <a:pt x="79251" y="1785"/>
                  </a:lnTo>
                  <a:lnTo>
                    <a:pt x="71040" y="1071"/>
                  </a:lnTo>
                  <a:lnTo>
                    <a:pt x="58189" y="357"/>
                  </a:lnTo>
                  <a:lnTo>
                    <a:pt x="41054" y="0"/>
                  </a:lnTo>
                  <a:lnTo>
                    <a:pt x="41054" y="0"/>
                  </a:lnTo>
                  <a:lnTo>
                    <a:pt x="23918" y="357"/>
                  </a:lnTo>
                  <a:lnTo>
                    <a:pt x="11067" y="1071"/>
                  </a:lnTo>
                  <a:lnTo>
                    <a:pt x="2856" y="1785"/>
                  </a:lnTo>
                  <a:lnTo>
                    <a:pt x="0" y="2142"/>
                  </a:lnTo>
                  <a:lnTo>
                    <a:pt x="0" y="2142"/>
                  </a:lnTo>
                  <a:lnTo>
                    <a:pt x="0" y="63544"/>
                  </a:lnTo>
                  <a:lnTo>
                    <a:pt x="0" y="63544"/>
                  </a:lnTo>
                  <a:lnTo>
                    <a:pt x="2856" y="63900"/>
                  </a:lnTo>
                  <a:lnTo>
                    <a:pt x="11067" y="64614"/>
                  </a:lnTo>
                  <a:lnTo>
                    <a:pt x="23918" y="65328"/>
                  </a:lnTo>
                  <a:lnTo>
                    <a:pt x="41054" y="65685"/>
                  </a:lnTo>
                  <a:lnTo>
                    <a:pt x="41054" y="65685"/>
                  </a:lnTo>
                  <a:lnTo>
                    <a:pt x="58189" y="65328"/>
                  </a:lnTo>
                  <a:lnTo>
                    <a:pt x="71040" y="64614"/>
                  </a:lnTo>
                  <a:lnTo>
                    <a:pt x="79251" y="63900"/>
                  </a:lnTo>
                  <a:lnTo>
                    <a:pt x="81750" y="63544"/>
                  </a:lnTo>
                  <a:lnTo>
                    <a:pt x="81750" y="63544"/>
                  </a:lnTo>
                  <a:lnTo>
                    <a:pt x="81750" y="2142"/>
                  </a:lnTo>
                  <a:lnTo>
                    <a:pt x="81750" y="2142"/>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98"/>
            <p:cNvSpPr/>
            <p:nvPr/>
          </p:nvSpPr>
          <p:spPr>
            <a:xfrm>
              <a:off x="3171875" y="1353700"/>
              <a:ext cx="1276250" cy="1097750"/>
            </a:xfrm>
            <a:custGeom>
              <a:rect b="b" l="l" r="r" t="t"/>
              <a:pathLst>
                <a:path extrusionOk="0" fill="none" h="43910" w="51050">
                  <a:moveTo>
                    <a:pt x="1" y="43909"/>
                  </a:moveTo>
                  <a:lnTo>
                    <a:pt x="1" y="43909"/>
                  </a:lnTo>
                  <a:lnTo>
                    <a:pt x="1" y="25346"/>
                  </a:lnTo>
                  <a:lnTo>
                    <a:pt x="1" y="25346"/>
                  </a:lnTo>
                  <a:lnTo>
                    <a:pt x="358" y="22847"/>
                  </a:lnTo>
                  <a:lnTo>
                    <a:pt x="715" y="20348"/>
                  </a:lnTo>
                  <a:lnTo>
                    <a:pt x="1429" y="17849"/>
                  </a:lnTo>
                  <a:lnTo>
                    <a:pt x="2143" y="15707"/>
                  </a:lnTo>
                  <a:lnTo>
                    <a:pt x="3213" y="13209"/>
                  </a:lnTo>
                  <a:lnTo>
                    <a:pt x="4641" y="11067"/>
                  </a:lnTo>
                  <a:lnTo>
                    <a:pt x="6069" y="9282"/>
                  </a:lnTo>
                  <a:lnTo>
                    <a:pt x="7497" y="7497"/>
                  </a:lnTo>
                  <a:lnTo>
                    <a:pt x="9282" y="5712"/>
                  </a:lnTo>
                  <a:lnTo>
                    <a:pt x="11424" y="4284"/>
                  </a:lnTo>
                  <a:lnTo>
                    <a:pt x="13566" y="3213"/>
                  </a:lnTo>
                  <a:lnTo>
                    <a:pt x="15708" y="1785"/>
                  </a:lnTo>
                  <a:lnTo>
                    <a:pt x="18207" y="1071"/>
                  </a:lnTo>
                  <a:lnTo>
                    <a:pt x="20349" y="357"/>
                  </a:lnTo>
                  <a:lnTo>
                    <a:pt x="23205" y="0"/>
                  </a:lnTo>
                  <a:lnTo>
                    <a:pt x="25704" y="0"/>
                  </a:lnTo>
                  <a:lnTo>
                    <a:pt x="25704" y="0"/>
                  </a:lnTo>
                  <a:lnTo>
                    <a:pt x="28202" y="0"/>
                  </a:lnTo>
                  <a:lnTo>
                    <a:pt x="30701" y="357"/>
                  </a:lnTo>
                  <a:lnTo>
                    <a:pt x="33200" y="1071"/>
                  </a:lnTo>
                  <a:lnTo>
                    <a:pt x="35699" y="1785"/>
                  </a:lnTo>
                  <a:lnTo>
                    <a:pt x="37841" y="3213"/>
                  </a:lnTo>
                  <a:lnTo>
                    <a:pt x="39983" y="4284"/>
                  </a:lnTo>
                  <a:lnTo>
                    <a:pt x="41768" y="5712"/>
                  </a:lnTo>
                  <a:lnTo>
                    <a:pt x="43553" y="7497"/>
                  </a:lnTo>
                  <a:lnTo>
                    <a:pt x="45338" y="9282"/>
                  </a:lnTo>
                  <a:lnTo>
                    <a:pt x="46766" y="11067"/>
                  </a:lnTo>
                  <a:lnTo>
                    <a:pt x="48194" y="13209"/>
                  </a:lnTo>
                  <a:lnTo>
                    <a:pt x="49264" y="15707"/>
                  </a:lnTo>
                  <a:lnTo>
                    <a:pt x="49978" y="17849"/>
                  </a:lnTo>
                  <a:lnTo>
                    <a:pt x="50692" y="20348"/>
                  </a:lnTo>
                  <a:lnTo>
                    <a:pt x="51049" y="22847"/>
                  </a:lnTo>
                  <a:lnTo>
                    <a:pt x="51049" y="25346"/>
                  </a:lnTo>
                  <a:lnTo>
                    <a:pt x="51049" y="25346"/>
                  </a:lnTo>
                  <a:lnTo>
                    <a:pt x="51049" y="43909"/>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98"/>
            <p:cNvSpPr/>
            <p:nvPr/>
          </p:nvSpPr>
          <p:spPr>
            <a:xfrm>
              <a:off x="3600250" y="2861950"/>
              <a:ext cx="419500" cy="419475"/>
            </a:xfrm>
            <a:custGeom>
              <a:rect b="b" l="l" r="r" t="t"/>
              <a:pathLst>
                <a:path extrusionOk="0" fill="none" h="16779" w="16780">
                  <a:moveTo>
                    <a:pt x="16779" y="8211"/>
                  </a:moveTo>
                  <a:lnTo>
                    <a:pt x="16779" y="8211"/>
                  </a:lnTo>
                  <a:lnTo>
                    <a:pt x="16779" y="9996"/>
                  </a:lnTo>
                  <a:lnTo>
                    <a:pt x="16422" y="11424"/>
                  </a:lnTo>
                  <a:lnTo>
                    <a:pt x="15351" y="12852"/>
                  </a:lnTo>
                  <a:lnTo>
                    <a:pt x="14280" y="14280"/>
                  </a:lnTo>
                  <a:lnTo>
                    <a:pt x="13209" y="15351"/>
                  </a:lnTo>
                  <a:lnTo>
                    <a:pt x="11781" y="16065"/>
                  </a:lnTo>
                  <a:lnTo>
                    <a:pt x="10353" y="16422"/>
                  </a:lnTo>
                  <a:lnTo>
                    <a:pt x="8569" y="16779"/>
                  </a:lnTo>
                  <a:lnTo>
                    <a:pt x="8569" y="16779"/>
                  </a:lnTo>
                  <a:lnTo>
                    <a:pt x="6784" y="16422"/>
                  </a:lnTo>
                  <a:lnTo>
                    <a:pt x="5356" y="16065"/>
                  </a:lnTo>
                  <a:lnTo>
                    <a:pt x="3928" y="15351"/>
                  </a:lnTo>
                  <a:lnTo>
                    <a:pt x="2500" y="14280"/>
                  </a:lnTo>
                  <a:lnTo>
                    <a:pt x="1429" y="12852"/>
                  </a:lnTo>
                  <a:lnTo>
                    <a:pt x="715" y="11424"/>
                  </a:lnTo>
                  <a:lnTo>
                    <a:pt x="358" y="9996"/>
                  </a:lnTo>
                  <a:lnTo>
                    <a:pt x="1" y="8211"/>
                  </a:lnTo>
                  <a:lnTo>
                    <a:pt x="1" y="8211"/>
                  </a:lnTo>
                  <a:lnTo>
                    <a:pt x="358" y="6783"/>
                  </a:lnTo>
                  <a:lnTo>
                    <a:pt x="715" y="4998"/>
                  </a:lnTo>
                  <a:lnTo>
                    <a:pt x="1429" y="3570"/>
                  </a:lnTo>
                  <a:lnTo>
                    <a:pt x="2500" y="2499"/>
                  </a:lnTo>
                  <a:lnTo>
                    <a:pt x="3928" y="1428"/>
                  </a:lnTo>
                  <a:lnTo>
                    <a:pt x="5356" y="714"/>
                  </a:lnTo>
                  <a:lnTo>
                    <a:pt x="6784" y="0"/>
                  </a:lnTo>
                  <a:lnTo>
                    <a:pt x="8569" y="0"/>
                  </a:lnTo>
                  <a:lnTo>
                    <a:pt x="8569" y="0"/>
                  </a:lnTo>
                  <a:lnTo>
                    <a:pt x="10353" y="0"/>
                  </a:lnTo>
                  <a:lnTo>
                    <a:pt x="11781" y="714"/>
                  </a:lnTo>
                  <a:lnTo>
                    <a:pt x="13209" y="1428"/>
                  </a:lnTo>
                  <a:lnTo>
                    <a:pt x="14280" y="2499"/>
                  </a:lnTo>
                  <a:lnTo>
                    <a:pt x="15351" y="3570"/>
                  </a:lnTo>
                  <a:lnTo>
                    <a:pt x="16422" y="4998"/>
                  </a:lnTo>
                  <a:lnTo>
                    <a:pt x="16779" y="6783"/>
                  </a:lnTo>
                  <a:lnTo>
                    <a:pt x="16779" y="8211"/>
                  </a:lnTo>
                  <a:lnTo>
                    <a:pt x="16779" y="821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298"/>
            <p:cNvSpPr/>
            <p:nvPr/>
          </p:nvSpPr>
          <p:spPr>
            <a:xfrm>
              <a:off x="3814450" y="3281400"/>
              <a:ext cx="25" cy="321325"/>
            </a:xfrm>
            <a:custGeom>
              <a:rect b="b" l="l" r="r" t="t"/>
              <a:pathLst>
                <a:path extrusionOk="0" fill="none" h="12853" w="1">
                  <a:moveTo>
                    <a:pt x="1" y="1"/>
                  </a:moveTo>
                  <a:lnTo>
                    <a:pt x="1" y="12852"/>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6" name="Shape 2766"/>
        <p:cNvGrpSpPr/>
        <p:nvPr/>
      </p:nvGrpSpPr>
      <p:grpSpPr>
        <a:xfrm>
          <a:off x="0" y="0"/>
          <a:ext cx="0" cy="0"/>
          <a:chOff x="0" y="0"/>
          <a:chExt cx="0" cy="0"/>
        </a:xfrm>
      </p:grpSpPr>
      <p:sp>
        <p:nvSpPr>
          <p:cNvPr id="2767" name="Google Shape;2767;p299"/>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is the </a:t>
            </a:r>
            <a:r>
              <a:rPr b="1" lang="en"/>
              <a:t>Security+ </a:t>
            </a:r>
            <a:r>
              <a:rPr lang="en"/>
              <a:t>certification?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sp>
        <p:nvSpPr>
          <p:cNvPr id="2772" name="Google Shape;2772;p300"/>
          <p:cNvSpPr txBox="1"/>
          <p:nvPr>
            <p:ph idx="1" type="subTitle"/>
          </p:nvPr>
        </p:nvSpPr>
        <p:spPr>
          <a:xfrm>
            <a:off x="459100" y="4189950"/>
            <a:ext cx="2741400" cy="546900"/>
          </a:xfrm>
          <a:prstGeom prst="rect">
            <a:avLst/>
          </a:prstGeom>
        </p:spPr>
        <p:txBody>
          <a:bodyPr anchorCtr="0" anchor="t" bIns="91425" lIns="0" spcFirstLastPara="1" rIns="91425" wrap="square" tIns="0">
            <a:noAutofit/>
          </a:bodyPr>
          <a:lstStyle/>
          <a:p>
            <a:pPr indent="0" lvl="0" marL="0" rtl="0" algn="ctr">
              <a:spcBef>
                <a:spcPts val="0"/>
              </a:spcBef>
              <a:spcAft>
                <a:spcPts val="0"/>
              </a:spcAft>
              <a:buNone/>
            </a:pPr>
            <a:r>
              <a:rPr lang="en"/>
              <a:t>CompTIA</a:t>
            </a:r>
            <a:endParaRPr/>
          </a:p>
        </p:txBody>
      </p:sp>
      <p:sp>
        <p:nvSpPr>
          <p:cNvPr id="2773" name="Google Shape;2773;p300"/>
          <p:cNvSpPr txBox="1"/>
          <p:nvPr>
            <p:ph idx="2" type="body"/>
          </p:nvPr>
        </p:nvSpPr>
        <p:spPr>
          <a:xfrm>
            <a:off x="3464525" y="1377600"/>
            <a:ext cx="5442900" cy="34710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600"/>
              <a:t>“Security+ is the first security certification IT professionals should earn.”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“It establishes the core knowledge required of any cybersecurity role and provides a springboard to intermediate-level cybersecurity jobs.“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“Security+ incorporates best practices in hands-on troubleshooting to ensure security professionals have practical security problem-solving skills.“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“Cybersecurity professionals with Security+ know how to address security incidents—not just identify them.”</a:t>
            </a:r>
            <a:endParaRPr sz="16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7" name="Shape 2777"/>
        <p:cNvGrpSpPr/>
        <p:nvPr/>
      </p:nvGrpSpPr>
      <p:grpSpPr>
        <a:xfrm>
          <a:off x="0" y="0"/>
          <a:ext cx="0" cy="0"/>
          <a:chOff x="0" y="0"/>
          <a:chExt cx="0" cy="0"/>
        </a:xfrm>
      </p:grpSpPr>
      <p:sp>
        <p:nvSpPr>
          <p:cNvPr id="2778" name="Google Shape;2778;p30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Introduction to Security+ Certification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79" name="Google Shape;2779;p301"/>
          <p:cNvSpPr txBox="1"/>
          <p:nvPr>
            <p:ph idx="1" type="subTitle"/>
          </p:nvPr>
        </p:nvSpPr>
        <p:spPr>
          <a:xfrm>
            <a:off x="1430600" y="11291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Security Architect</a:t>
            </a:r>
            <a:endParaRPr sz="1800"/>
          </a:p>
        </p:txBody>
      </p:sp>
      <p:sp>
        <p:nvSpPr>
          <p:cNvPr id="2780" name="Google Shape;2780;p301"/>
          <p:cNvSpPr txBox="1"/>
          <p:nvPr>
            <p:ph idx="2" type="subTitle"/>
          </p:nvPr>
        </p:nvSpPr>
        <p:spPr>
          <a:xfrm>
            <a:off x="1430600" y="17878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Security Engineer</a:t>
            </a:r>
            <a:endParaRPr sz="1800"/>
          </a:p>
        </p:txBody>
      </p:sp>
      <p:sp>
        <p:nvSpPr>
          <p:cNvPr id="2781" name="Google Shape;2781;p301"/>
          <p:cNvSpPr txBox="1"/>
          <p:nvPr>
            <p:ph idx="3" type="subTitle"/>
          </p:nvPr>
        </p:nvSpPr>
        <p:spPr>
          <a:xfrm>
            <a:off x="1430600" y="24446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Security Consultant</a:t>
            </a:r>
            <a:endParaRPr sz="1800"/>
          </a:p>
        </p:txBody>
      </p:sp>
      <p:sp>
        <p:nvSpPr>
          <p:cNvPr id="2782" name="Google Shape;2782;p301"/>
          <p:cNvSpPr txBox="1"/>
          <p:nvPr>
            <p:ph idx="4" type="subTitle"/>
          </p:nvPr>
        </p:nvSpPr>
        <p:spPr>
          <a:xfrm>
            <a:off x="1430600" y="31033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Security Specialist</a:t>
            </a:r>
            <a:endParaRPr sz="1800"/>
          </a:p>
        </p:txBody>
      </p:sp>
      <p:sp>
        <p:nvSpPr>
          <p:cNvPr id="2783" name="Google Shape;2783;p301"/>
          <p:cNvSpPr txBox="1"/>
          <p:nvPr>
            <p:ph idx="5" type="subTitle"/>
          </p:nvPr>
        </p:nvSpPr>
        <p:spPr>
          <a:xfrm>
            <a:off x="1430600" y="37620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InfoSec Analyst</a:t>
            </a:r>
            <a:endParaRPr sz="1800"/>
          </a:p>
        </p:txBody>
      </p:sp>
      <p:sp>
        <p:nvSpPr>
          <p:cNvPr id="2784" name="Google Shape;2784;p301"/>
          <p:cNvSpPr txBox="1"/>
          <p:nvPr>
            <p:ph idx="6"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Some jobs that may require the </a:t>
            </a:r>
            <a:r>
              <a:rPr b="1" lang="en" sz="1800">
                <a:latin typeface="Roboto"/>
                <a:ea typeface="Roboto"/>
                <a:cs typeface="Roboto"/>
                <a:sym typeface="Roboto"/>
              </a:rPr>
              <a:t>Security+</a:t>
            </a:r>
            <a:r>
              <a:rPr lang="en" sz="1800">
                <a:latin typeface="Roboto"/>
                <a:ea typeface="Roboto"/>
                <a:cs typeface="Roboto"/>
                <a:sym typeface="Roboto"/>
              </a:rPr>
              <a:t> certification:</a:t>
            </a:r>
            <a:endParaRPr sz="1800">
              <a:latin typeface="Roboto"/>
              <a:ea typeface="Roboto"/>
              <a:cs typeface="Roboto"/>
              <a:sym typeface="Robo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8" name="Shape 2788"/>
        <p:cNvGrpSpPr/>
        <p:nvPr/>
      </p:nvGrpSpPr>
      <p:grpSpPr>
        <a:xfrm>
          <a:off x="0" y="0"/>
          <a:ext cx="0" cy="0"/>
          <a:chOff x="0" y="0"/>
          <a:chExt cx="0" cy="0"/>
        </a:xfrm>
      </p:grpSpPr>
      <p:sp>
        <p:nvSpPr>
          <p:cNvPr id="2789" name="Google Shape;2789;p302"/>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Introduction to Security+ Certification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90" name="Google Shape;2790;p302"/>
          <p:cNvSpPr txBox="1"/>
          <p:nvPr>
            <p:ph idx="1" type="subTitle"/>
          </p:nvPr>
        </p:nvSpPr>
        <p:spPr>
          <a:xfrm>
            <a:off x="1430600" y="11291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Attacks, Threats, and Vulnerabilities</a:t>
            </a:r>
            <a:endParaRPr sz="1800"/>
          </a:p>
        </p:txBody>
      </p:sp>
      <p:sp>
        <p:nvSpPr>
          <p:cNvPr id="2791" name="Google Shape;2791;p302"/>
          <p:cNvSpPr txBox="1"/>
          <p:nvPr>
            <p:ph idx="2" type="subTitle"/>
          </p:nvPr>
        </p:nvSpPr>
        <p:spPr>
          <a:xfrm>
            <a:off x="1430600" y="17878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Architecture and Design</a:t>
            </a:r>
            <a:endParaRPr sz="1800"/>
          </a:p>
        </p:txBody>
      </p:sp>
      <p:sp>
        <p:nvSpPr>
          <p:cNvPr id="2792" name="Google Shape;2792;p302"/>
          <p:cNvSpPr txBox="1"/>
          <p:nvPr>
            <p:ph idx="3" type="subTitle"/>
          </p:nvPr>
        </p:nvSpPr>
        <p:spPr>
          <a:xfrm>
            <a:off x="1430600" y="24446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Implementation</a:t>
            </a:r>
            <a:endParaRPr sz="1800"/>
          </a:p>
        </p:txBody>
      </p:sp>
      <p:sp>
        <p:nvSpPr>
          <p:cNvPr id="2793" name="Google Shape;2793;p302"/>
          <p:cNvSpPr txBox="1"/>
          <p:nvPr>
            <p:ph idx="4" type="subTitle"/>
          </p:nvPr>
        </p:nvSpPr>
        <p:spPr>
          <a:xfrm>
            <a:off x="1430600" y="31033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Operations and Incident Response</a:t>
            </a:r>
            <a:endParaRPr sz="1800"/>
          </a:p>
        </p:txBody>
      </p:sp>
      <p:sp>
        <p:nvSpPr>
          <p:cNvPr id="2794" name="Google Shape;2794;p302"/>
          <p:cNvSpPr txBox="1"/>
          <p:nvPr>
            <p:ph idx="5" type="subTitle"/>
          </p:nvPr>
        </p:nvSpPr>
        <p:spPr>
          <a:xfrm>
            <a:off x="1430600" y="37620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Governance, Risk, and Compliance</a:t>
            </a:r>
            <a:endParaRPr sz="1800"/>
          </a:p>
        </p:txBody>
      </p:sp>
      <p:sp>
        <p:nvSpPr>
          <p:cNvPr id="2795" name="Google Shape;2795;p302"/>
          <p:cNvSpPr txBox="1"/>
          <p:nvPr>
            <p:ph idx="6"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What domains does </a:t>
            </a:r>
            <a:r>
              <a:rPr b="1" lang="en" sz="1800">
                <a:latin typeface="Roboto"/>
                <a:ea typeface="Roboto"/>
                <a:cs typeface="Roboto"/>
                <a:sym typeface="Roboto"/>
              </a:rPr>
              <a:t>Security+</a:t>
            </a:r>
            <a:r>
              <a:rPr lang="en" sz="1800">
                <a:latin typeface="Roboto"/>
                <a:ea typeface="Roboto"/>
                <a:cs typeface="Roboto"/>
                <a:sym typeface="Roboto"/>
              </a:rPr>
              <a:t> cover?</a:t>
            </a:r>
            <a:endParaRPr/>
          </a:p>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30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Introduction to Security+ Certification</a:t>
            </a:r>
            <a:endParaRPr/>
          </a:p>
        </p:txBody>
      </p:sp>
      <p:sp>
        <p:nvSpPr>
          <p:cNvPr id="2801" name="Google Shape;2801;p303"/>
          <p:cNvSpPr txBox="1"/>
          <p:nvPr>
            <p:ph idx="1" type="subTitle"/>
          </p:nvPr>
        </p:nvSpPr>
        <p:spPr>
          <a:xfrm>
            <a:off x="1430600" y="11291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There are 90 multiple-choice and performance-based questions. </a:t>
            </a:r>
            <a:endParaRPr sz="1800"/>
          </a:p>
        </p:txBody>
      </p:sp>
      <p:sp>
        <p:nvSpPr>
          <p:cNvPr id="2802" name="Google Shape;2802;p303"/>
          <p:cNvSpPr txBox="1"/>
          <p:nvPr>
            <p:ph idx="2" type="subTitle"/>
          </p:nvPr>
        </p:nvSpPr>
        <p:spPr>
          <a:xfrm>
            <a:off x="1430600" y="17878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 exam lasts 90 minutes.</a:t>
            </a:r>
            <a:endParaRPr sz="1800"/>
          </a:p>
        </p:txBody>
      </p:sp>
      <p:sp>
        <p:nvSpPr>
          <p:cNvPr id="2803" name="Google Shape;2803;p303"/>
          <p:cNvSpPr txBox="1"/>
          <p:nvPr>
            <p:ph idx="3" type="subTitle"/>
          </p:nvPr>
        </p:nvSpPr>
        <p:spPr>
          <a:xfrm>
            <a:off x="1430600" y="24446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 cost of the exam is $392.</a:t>
            </a:r>
            <a:endParaRPr sz="1800"/>
          </a:p>
        </p:txBody>
      </p:sp>
      <p:sp>
        <p:nvSpPr>
          <p:cNvPr id="2804" name="Google Shape;2804;p303"/>
          <p:cNvSpPr txBox="1"/>
          <p:nvPr>
            <p:ph idx="4" type="subTitle"/>
          </p:nvPr>
        </p:nvSpPr>
        <p:spPr>
          <a:xfrm>
            <a:off x="1430600" y="31033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The exam is vendor-neutral. </a:t>
            </a:r>
            <a:endParaRPr sz="1800"/>
          </a:p>
        </p:txBody>
      </p:sp>
      <p:sp>
        <p:nvSpPr>
          <p:cNvPr id="2805" name="Google Shape;2805;p303"/>
          <p:cNvSpPr txBox="1"/>
          <p:nvPr>
            <p:ph idx="5" type="title"/>
          </p:nvPr>
        </p:nvSpPr>
        <p:spPr>
          <a:xfrm>
            <a:off x="702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Security+ is obtained by passing the CompTIA-administered Security+ exam. </a:t>
            </a:r>
            <a:endParaRPr sz="1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sp>
        <p:nvSpPr>
          <p:cNvPr id="2810" name="Google Shape;2810;p304"/>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Preparation Tips</a:t>
            </a:r>
            <a:endParaRPr sz="2600">
              <a:solidFill>
                <a:schemeClr val="dk2"/>
              </a:solidFill>
              <a:latin typeface="Roboto"/>
              <a:ea typeface="Roboto"/>
              <a:cs typeface="Roboto"/>
              <a:sym typeface="Roboto"/>
            </a:endParaRPr>
          </a:p>
        </p:txBody>
      </p:sp>
      <p:sp>
        <p:nvSpPr>
          <p:cNvPr id="2811" name="Google Shape;2811;p304"/>
          <p:cNvSpPr txBox="1"/>
          <p:nvPr>
            <p:ph idx="4294967295" type="title"/>
          </p:nvPr>
        </p:nvSpPr>
        <p:spPr>
          <a:xfrm>
            <a:off x="457200" y="637675"/>
            <a:ext cx="7986900" cy="615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While there are many books, online resources, study guides, and apps to help prepare for the exam, CompTIA provides the most up-to-date resources for exam prep.</a:t>
            </a:r>
            <a:endParaRPr b="0" sz="1800"/>
          </a:p>
        </p:txBody>
      </p:sp>
      <p:sp>
        <p:nvSpPr>
          <p:cNvPr id="2812" name="Google Shape;2812;p304"/>
          <p:cNvSpPr/>
          <p:nvPr/>
        </p:nvSpPr>
        <p:spPr>
          <a:xfrm>
            <a:off x="1621225" y="3552613"/>
            <a:ext cx="1333500" cy="1333500"/>
          </a:xfrm>
          <a:prstGeom prst="ellipse">
            <a:avLst/>
          </a:prstGeom>
          <a:solidFill>
            <a:schemeClr val="dk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rgbClr val="FFFFFF"/>
                </a:solidFill>
                <a:latin typeface="Roboto"/>
                <a:ea typeface="Roboto"/>
                <a:cs typeface="Roboto"/>
                <a:sym typeface="Roboto"/>
              </a:rPr>
              <a:t>Use </a:t>
            </a:r>
            <a:br>
              <a:rPr b="1" lang="en">
                <a:solidFill>
                  <a:srgbClr val="FFFFFF"/>
                </a:solidFill>
                <a:latin typeface="Roboto"/>
                <a:ea typeface="Roboto"/>
                <a:cs typeface="Roboto"/>
                <a:sym typeface="Roboto"/>
              </a:rPr>
            </a:br>
            <a:r>
              <a:rPr b="1" lang="en">
                <a:solidFill>
                  <a:srgbClr val="FFFFFF"/>
                </a:solidFill>
                <a:latin typeface="Roboto"/>
                <a:ea typeface="Roboto"/>
                <a:cs typeface="Roboto"/>
                <a:sym typeface="Roboto"/>
              </a:rPr>
              <a:t>CompTIA study </a:t>
            </a:r>
            <a:br>
              <a:rPr b="1" lang="en">
                <a:solidFill>
                  <a:srgbClr val="FFFFFF"/>
                </a:solidFill>
                <a:latin typeface="Roboto"/>
                <a:ea typeface="Roboto"/>
                <a:cs typeface="Roboto"/>
                <a:sym typeface="Roboto"/>
              </a:rPr>
            </a:br>
            <a:r>
              <a:rPr b="1" lang="en">
                <a:solidFill>
                  <a:srgbClr val="FFFFFF"/>
                </a:solidFill>
                <a:latin typeface="Roboto"/>
                <a:ea typeface="Roboto"/>
                <a:cs typeface="Roboto"/>
                <a:sym typeface="Roboto"/>
              </a:rPr>
              <a:t>tools.</a:t>
            </a:r>
            <a:endParaRPr b="1">
              <a:solidFill>
                <a:srgbClr val="FFFFFF"/>
              </a:solidFill>
              <a:latin typeface="Roboto"/>
              <a:ea typeface="Roboto"/>
              <a:cs typeface="Roboto"/>
              <a:sym typeface="Roboto"/>
            </a:endParaRPr>
          </a:p>
        </p:txBody>
      </p:sp>
      <p:pic>
        <p:nvPicPr>
          <p:cNvPr id="2813" name="Google Shape;2813;p304"/>
          <p:cNvPicPr preferRelativeResize="0"/>
          <p:nvPr/>
        </p:nvPicPr>
        <p:blipFill>
          <a:blip r:embed="rId3">
            <a:alphaModFix/>
          </a:blip>
          <a:stretch>
            <a:fillRect/>
          </a:stretch>
        </p:blipFill>
        <p:spPr>
          <a:xfrm>
            <a:off x="2954725" y="2660400"/>
            <a:ext cx="3219450" cy="1790700"/>
          </a:xfrm>
          <a:prstGeom prst="rect">
            <a:avLst/>
          </a:prstGeom>
          <a:noFill/>
          <a:ln>
            <a:noFill/>
          </a:ln>
        </p:spPr>
      </p:pic>
      <p:pic>
        <p:nvPicPr>
          <p:cNvPr id="2814" name="Google Shape;2814;p304"/>
          <p:cNvPicPr preferRelativeResize="0"/>
          <p:nvPr/>
        </p:nvPicPr>
        <p:blipFill rotWithShape="1">
          <a:blip r:embed="rId4">
            <a:alphaModFix/>
          </a:blip>
          <a:srcRect b="16165" l="26948" r="27305" t="15044"/>
          <a:stretch/>
        </p:blipFill>
        <p:spPr>
          <a:xfrm>
            <a:off x="3480450" y="3162575"/>
            <a:ext cx="2168001" cy="1809475"/>
          </a:xfrm>
          <a:prstGeom prst="rect">
            <a:avLst/>
          </a:prstGeom>
          <a:noFill/>
          <a:ln>
            <a:noFill/>
          </a:ln>
        </p:spPr>
      </p:pic>
      <p:sp>
        <p:nvSpPr>
          <p:cNvPr id="2815" name="Google Shape;2815;p304"/>
          <p:cNvSpPr/>
          <p:nvPr/>
        </p:nvSpPr>
        <p:spPr>
          <a:xfrm>
            <a:off x="2198375" y="20188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Organize your study time.</a:t>
            </a:r>
            <a:endParaRPr>
              <a:solidFill>
                <a:schemeClr val="dk2"/>
              </a:solidFill>
              <a:latin typeface="Roboto"/>
              <a:ea typeface="Roboto"/>
              <a:cs typeface="Roboto"/>
              <a:sym typeface="Roboto"/>
            </a:endParaRPr>
          </a:p>
        </p:txBody>
      </p:sp>
      <p:sp>
        <p:nvSpPr>
          <p:cNvPr id="2816" name="Google Shape;2816;p304"/>
          <p:cNvSpPr/>
          <p:nvPr/>
        </p:nvSpPr>
        <p:spPr>
          <a:xfrm>
            <a:off x="3897700" y="13337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Focus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your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weak spots.</a:t>
            </a:r>
            <a:endParaRPr>
              <a:solidFill>
                <a:schemeClr val="dk2"/>
              </a:solidFill>
              <a:latin typeface="Roboto"/>
              <a:ea typeface="Roboto"/>
              <a:cs typeface="Roboto"/>
              <a:sym typeface="Roboto"/>
            </a:endParaRPr>
          </a:p>
        </p:txBody>
      </p:sp>
      <p:sp>
        <p:nvSpPr>
          <p:cNvPr id="2817" name="Google Shape;2817;p304"/>
          <p:cNvSpPr/>
          <p:nvPr/>
        </p:nvSpPr>
        <p:spPr>
          <a:xfrm>
            <a:off x="5617850" y="2018888"/>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supplemental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18" name="Google Shape;2818;p304"/>
          <p:cNvSpPr/>
          <p:nvPr/>
        </p:nvSpPr>
        <p:spPr>
          <a:xfrm>
            <a:off x="6217925" y="3552613"/>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Find a Security+ online community.</a:t>
            </a:r>
            <a:endParaRPr>
              <a:solidFill>
                <a:schemeClr val="dk2"/>
              </a:solidFill>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305"/>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Preparation Tips</a:t>
            </a:r>
            <a:endParaRPr sz="2600">
              <a:solidFill>
                <a:schemeClr val="dk2"/>
              </a:solidFill>
              <a:latin typeface="Roboto"/>
              <a:ea typeface="Roboto"/>
              <a:cs typeface="Roboto"/>
              <a:sym typeface="Roboto"/>
            </a:endParaRPr>
          </a:p>
        </p:txBody>
      </p:sp>
      <p:sp>
        <p:nvSpPr>
          <p:cNvPr id="2824" name="Google Shape;2824;p305"/>
          <p:cNvSpPr txBox="1"/>
          <p:nvPr>
            <p:ph idx="4294967295" type="title"/>
          </p:nvPr>
        </p:nvSpPr>
        <p:spPr>
          <a:xfrm>
            <a:off x="457200" y="637675"/>
            <a:ext cx="8332800" cy="615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Design a structured study plan and stick with it. Block out at least several weeks to study for the exam.</a:t>
            </a:r>
            <a:endParaRPr b="0" sz="1800"/>
          </a:p>
        </p:txBody>
      </p:sp>
      <p:sp>
        <p:nvSpPr>
          <p:cNvPr id="2825" name="Google Shape;2825;p305"/>
          <p:cNvSpPr/>
          <p:nvPr/>
        </p:nvSpPr>
        <p:spPr>
          <a:xfrm>
            <a:off x="1621225" y="3552613"/>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CompTIA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26" name="Google Shape;2826;p305"/>
          <p:cNvSpPr/>
          <p:nvPr/>
        </p:nvSpPr>
        <p:spPr>
          <a:xfrm>
            <a:off x="2198375" y="2018888"/>
            <a:ext cx="1333500" cy="1333500"/>
          </a:xfrm>
          <a:prstGeom prst="ellipse">
            <a:avLst/>
          </a:prstGeom>
          <a:solidFill>
            <a:schemeClr val="dk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chemeClr val="lt1"/>
                </a:solidFill>
                <a:latin typeface="Roboto"/>
                <a:ea typeface="Roboto"/>
                <a:cs typeface="Roboto"/>
                <a:sym typeface="Roboto"/>
              </a:rPr>
              <a:t>Organize your study time.</a:t>
            </a:r>
            <a:endParaRPr b="1">
              <a:solidFill>
                <a:schemeClr val="lt1"/>
              </a:solidFill>
              <a:latin typeface="Roboto"/>
              <a:ea typeface="Roboto"/>
              <a:cs typeface="Roboto"/>
              <a:sym typeface="Roboto"/>
            </a:endParaRPr>
          </a:p>
        </p:txBody>
      </p:sp>
      <p:sp>
        <p:nvSpPr>
          <p:cNvPr id="2827" name="Google Shape;2827;p305"/>
          <p:cNvSpPr/>
          <p:nvPr/>
        </p:nvSpPr>
        <p:spPr>
          <a:xfrm>
            <a:off x="3897700" y="13337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Focus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your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weak spots.</a:t>
            </a:r>
            <a:endParaRPr>
              <a:solidFill>
                <a:schemeClr val="dk2"/>
              </a:solidFill>
              <a:latin typeface="Roboto"/>
              <a:ea typeface="Roboto"/>
              <a:cs typeface="Roboto"/>
              <a:sym typeface="Roboto"/>
            </a:endParaRPr>
          </a:p>
        </p:txBody>
      </p:sp>
      <p:sp>
        <p:nvSpPr>
          <p:cNvPr id="2828" name="Google Shape;2828;p305"/>
          <p:cNvSpPr/>
          <p:nvPr/>
        </p:nvSpPr>
        <p:spPr>
          <a:xfrm>
            <a:off x="5617850" y="2018888"/>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supplemental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29" name="Google Shape;2829;p305"/>
          <p:cNvSpPr/>
          <p:nvPr/>
        </p:nvSpPr>
        <p:spPr>
          <a:xfrm>
            <a:off x="6217925" y="3552613"/>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Find a Security+ online community.</a:t>
            </a:r>
            <a:endParaRPr>
              <a:solidFill>
                <a:schemeClr val="dk2"/>
              </a:solidFill>
              <a:latin typeface="Roboto"/>
              <a:ea typeface="Roboto"/>
              <a:cs typeface="Roboto"/>
              <a:sym typeface="Roboto"/>
            </a:endParaRPr>
          </a:p>
        </p:txBody>
      </p:sp>
      <p:pic>
        <p:nvPicPr>
          <p:cNvPr id="2830" name="Google Shape;2830;p305"/>
          <p:cNvPicPr preferRelativeResize="0"/>
          <p:nvPr/>
        </p:nvPicPr>
        <p:blipFill rotWithShape="1">
          <a:blip r:embed="rId3">
            <a:alphaModFix/>
          </a:blip>
          <a:srcRect b="0" l="0" r="0" t="0"/>
          <a:stretch/>
        </p:blipFill>
        <p:spPr>
          <a:xfrm>
            <a:off x="2954725" y="2660400"/>
            <a:ext cx="3219450" cy="1790700"/>
          </a:xfrm>
          <a:prstGeom prst="rect">
            <a:avLst/>
          </a:prstGeom>
          <a:noFill/>
          <a:ln>
            <a:noFill/>
          </a:ln>
        </p:spPr>
      </p:pic>
      <p:pic>
        <p:nvPicPr>
          <p:cNvPr id="2831" name="Google Shape;2831;p305"/>
          <p:cNvPicPr preferRelativeResize="0"/>
          <p:nvPr/>
        </p:nvPicPr>
        <p:blipFill rotWithShape="1">
          <a:blip r:embed="rId4">
            <a:alphaModFix/>
          </a:blip>
          <a:srcRect b="16165" l="26948" r="27305" t="15044"/>
          <a:stretch/>
        </p:blipFill>
        <p:spPr>
          <a:xfrm>
            <a:off x="3480450" y="3162575"/>
            <a:ext cx="2168001" cy="18094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5" name="Shape 2835"/>
        <p:cNvGrpSpPr/>
        <p:nvPr/>
      </p:nvGrpSpPr>
      <p:grpSpPr>
        <a:xfrm>
          <a:off x="0" y="0"/>
          <a:ext cx="0" cy="0"/>
          <a:chOff x="0" y="0"/>
          <a:chExt cx="0" cy="0"/>
        </a:xfrm>
      </p:grpSpPr>
      <p:sp>
        <p:nvSpPr>
          <p:cNvPr id="2836" name="Google Shape;2836;p306"/>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Preparation Tips</a:t>
            </a:r>
            <a:endParaRPr sz="2600">
              <a:solidFill>
                <a:schemeClr val="dk2"/>
              </a:solidFill>
              <a:latin typeface="Roboto"/>
              <a:ea typeface="Roboto"/>
              <a:cs typeface="Roboto"/>
              <a:sym typeface="Roboto"/>
            </a:endParaRPr>
          </a:p>
        </p:txBody>
      </p:sp>
      <p:sp>
        <p:nvSpPr>
          <p:cNvPr id="2837" name="Google Shape;2837;p306"/>
          <p:cNvSpPr txBox="1"/>
          <p:nvPr>
            <p:ph idx="4294967295" type="title"/>
          </p:nvPr>
        </p:nvSpPr>
        <p:spPr>
          <a:xfrm>
            <a:off x="457200" y="637675"/>
            <a:ext cx="7356900" cy="615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Early on, attempt to determine which domains are the most challenging, and focus your studies there.</a:t>
            </a:r>
            <a:endParaRPr b="0" sz="1800"/>
          </a:p>
        </p:txBody>
      </p:sp>
      <p:sp>
        <p:nvSpPr>
          <p:cNvPr id="2838" name="Google Shape;2838;p306"/>
          <p:cNvSpPr/>
          <p:nvPr/>
        </p:nvSpPr>
        <p:spPr>
          <a:xfrm>
            <a:off x="1621225" y="3552613"/>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CompTIA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39" name="Google Shape;2839;p306"/>
          <p:cNvSpPr/>
          <p:nvPr/>
        </p:nvSpPr>
        <p:spPr>
          <a:xfrm>
            <a:off x="2198375" y="20188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Organize your study time.</a:t>
            </a:r>
            <a:endParaRPr>
              <a:solidFill>
                <a:schemeClr val="dk2"/>
              </a:solidFill>
              <a:latin typeface="Roboto"/>
              <a:ea typeface="Roboto"/>
              <a:cs typeface="Roboto"/>
              <a:sym typeface="Roboto"/>
            </a:endParaRPr>
          </a:p>
        </p:txBody>
      </p:sp>
      <p:sp>
        <p:nvSpPr>
          <p:cNvPr id="2840" name="Google Shape;2840;p306"/>
          <p:cNvSpPr/>
          <p:nvPr/>
        </p:nvSpPr>
        <p:spPr>
          <a:xfrm>
            <a:off x="3897700" y="1333788"/>
            <a:ext cx="1333500" cy="1333500"/>
          </a:xfrm>
          <a:prstGeom prst="ellipse">
            <a:avLst/>
          </a:prstGeom>
          <a:solidFill>
            <a:schemeClr val="dk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chemeClr val="lt1"/>
                </a:solidFill>
                <a:latin typeface="Roboto"/>
                <a:ea typeface="Roboto"/>
                <a:cs typeface="Roboto"/>
                <a:sym typeface="Roboto"/>
              </a:rPr>
              <a:t>Focus </a:t>
            </a:r>
            <a:br>
              <a:rPr b="1" lang="en">
                <a:solidFill>
                  <a:schemeClr val="lt1"/>
                </a:solidFill>
                <a:latin typeface="Roboto"/>
                <a:ea typeface="Roboto"/>
                <a:cs typeface="Roboto"/>
                <a:sym typeface="Roboto"/>
              </a:rPr>
            </a:br>
            <a:r>
              <a:rPr b="1" lang="en">
                <a:solidFill>
                  <a:schemeClr val="lt1"/>
                </a:solidFill>
                <a:latin typeface="Roboto"/>
                <a:ea typeface="Roboto"/>
                <a:cs typeface="Roboto"/>
                <a:sym typeface="Roboto"/>
              </a:rPr>
              <a:t>on your </a:t>
            </a:r>
            <a:br>
              <a:rPr b="1" lang="en">
                <a:solidFill>
                  <a:schemeClr val="lt1"/>
                </a:solidFill>
                <a:latin typeface="Roboto"/>
                <a:ea typeface="Roboto"/>
                <a:cs typeface="Roboto"/>
                <a:sym typeface="Roboto"/>
              </a:rPr>
            </a:br>
            <a:r>
              <a:rPr b="1" lang="en">
                <a:solidFill>
                  <a:schemeClr val="lt1"/>
                </a:solidFill>
                <a:latin typeface="Roboto"/>
                <a:ea typeface="Roboto"/>
                <a:cs typeface="Roboto"/>
                <a:sym typeface="Roboto"/>
              </a:rPr>
              <a:t>weak spots.</a:t>
            </a:r>
            <a:endParaRPr b="1">
              <a:solidFill>
                <a:schemeClr val="lt1"/>
              </a:solidFill>
              <a:latin typeface="Roboto"/>
              <a:ea typeface="Roboto"/>
              <a:cs typeface="Roboto"/>
              <a:sym typeface="Roboto"/>
            </a:endParaRPr>
          </a:p>
        </p:txBody>
      </p:sp>
      <p:sp>
        <p:nvSpPr>
          <p:cNvPr id="2841" name="Google Shape;2841;p306"/>
          <p:cNvSpPr/>
          <p:nvPr/>
        </p:nvSpPr>
        <p:spPr>
          <a:xfrm>
            <a:off x="5617850" y="2018888"/>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supplemental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42" name="Google Shape;2842;p306"/>
          <p:cNvSpPr/>
          <p:nvPr/>
        </p:nvSpPr>
        <p:spPr>
          <a:xfrm>
            <a:off x="6217925" y="3552613"/>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Find a Security+ online community.</a:t>
            </a:r>
            <a:endParaRPr>
              <a:solidFill>
                <a:schemeClr val="dk2"/>
              </a:solidFill>
              <a:latin typeface="Roboto"/>
              <a:ea typeface="Roboto"/>
              <a:cs typeface="Roboto"/>
              <a:sym typeface="Roboto"/>
            </a:endParaRPr>
          </a:p>
        </p:txBody>
      </p:sp>
      <p:pic>
        <p:nvPicPr>
          <p:cNvPr id="2843" name="Google Shape;2843;p306"/>
          <p:cNvPicPr preferRelativeResize="0"/>
          <p:nvPr/>
        </p:nvPicPr>
        <p:blipFill rotWithShape="1">
          <a:blip r:embed="rId3">
            <a:alphaModFix/>
          </a:blip>
          <a:srcRect b="0" l="0" r="0" t="0"/>
          <a:stretch/>
        </p:blipFill>
        <p:spPr>
          <a:xfrm>
            <a:off x="2954725" y="2660400"/>
            <a:ext cx="3219450" cy="1790700"/>
          </a:xfrm>
          <a:prstGeom prst="rect">
            <a:avLst/>
          </a:prstGeom>
          <a:noFill/>
          <a:ln>
            <a:noFill/>
          </a:ln>
        </p:spPr>
      </p:pic>
      <p:pic>
        <p:nvPicPr>
          <p:cNvPr id="2844" name="Google Shape;2844;p306"/>
          <p:cNvPicPr preferRelativeResize="0"/>
          <p:nvPr/>
        </p:nvPicPr>
        <p:blipFill rotWithShape="1">
          <a:blip r:embed="rId4">
            <a:alphaModFix/>
          </a:blip>
          <a:srcRect b="16165" l="26948" r="27305" t="15044"/>
          <a:stretch/>
        </p:blipFill>
        <p:spPr>
          <a:xfrm>
            <a:off x="3480450" y="3162575"/>
            <a:ext cx="2168001" cy="18094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8" name="Shape 2848"/>
        <p:cNvGrpSpPr/>
        <p:nvPr/>
      </p:nvGrpSpPr>
      <p:grpSpPr>
        <a:xfrm>
          <a:off x="0" y="0"/>
          <a:ext cx="0" cy="0"/>
          <a:chOff x="0" y="0"/>
          <a:chExt cx="0" cy="0"/>
        </a:xfrm>
      </p:grpSpPr>
      <p:sp>
        <p:nvSpPr>
          <p:cNvPr id="2849" name="Google Shape;2849;p307"/>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Preparation Tips</a:t>
            </a:r>
            <a:endParaRPr sz="1600">
              <a:solidFill>
                <a:schemeClr val="dk2"/>
              </a:solidFill>
              <a:latin typeface="Roboto"/>
              <a:ea typeface="Roboto"/>
              <a:cs typeface="Roboto"/>
              <a:sym typeface="Roboto"/>
            </a:endParaRPr>
          </a:p>
        </p:txBody>
      </p:sp>
      <p:sp>
        <p:nvSpPr>
          <p:cNvPr id="2850" name="Google Shape;2850;p307"/>
          <p:cNvSpPr txBox="1"/>
          <p:nvPr>
            <p:ph idx="4294967295" type="title"/>
          </p:nvPr>
        </p:nvSpPr>
        <p:spPr>
          <a:xfrm>
            <a:off x="457200" y="637675"/>
            <a:ext cx="7054800" cy="615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Create study guides and flashcards of common terms and acronyms. Find video content that explains confusing subjects.</a:t>
            </a:r>
            <a:endParaRPr b="0" sz="1800"/>
          </a:p>
        </p:txBody>
      </p:sp>
      <p:sp>
        <p:nvSpPr>
          <p:cNvPr id="2851" name="Google Shape;2851;p307"/>
          <p:cNvSpPr/>
          <p:nvPr/>
        </p:nvSpPr>
        <p:spPr>
          <a:xfrm>
            <a:off x="1621225" y="3552613"/>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CompTIA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52" name="Google Shape;2852;p307"/>
          <p:cNvSpPr/>
          <p:nvPr/>
        </p:nvSpPr>
        <p:spPr>
          <a:xfrm>
            <a:off x="2198375" y="20188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Organize your study time.</a:t>
            </a:r>
            <a:endParaRPr>
              <a:solidFill>
                <a:schemeClr val="dk2"/>
              </a:solidFill>
              <a:latin typeface="Roboto"/>
              <a:ea typeface="Roboto"/>
              <a:cs typeface="Roboto"/>
              <a:sym typeface="Roboto"/>
            </a:endParaRPr>
          </a:p>
        </p:txBody>
      </p:sp>
      <p:sp>
        <p:nvSpPr>
          <p:cNvPr id="2853" name="Google Shape;2853;p307"/>
          <p:cNvSpPr/>
          <p:nvPr/>
        </p:nvSpPr>
        <p:spPr>
          <a:xfrm>
            <a:off x="3897700" y="13337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Focus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your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weak spots.</a:t>
            </a:r>
            <a:endParaRPr>
              <a:solidFill>
                <a:schemeClr val="dk2"/>
              </a:solidFill>
              <a:latin typeface="Roboto"/>
              <a:ea typeface="Roboto"/>
              <a:cs typeface="Roboto"/>
              <a:sym typeface="Roboto"/>
            </a:endParaRPr>
          </a:p>
        </p:txBody>
      </p:sp>
      <p:sp>
        <p:nvSpPr>
          <p:cNvPr id="2854" name="Google Shape;2854;p307"/>
          <p:cNvSpPr/>
          <p:nvPr/>
        </p:nvSpPr>
        <p:spPr>
          <a:xfrm>
            <a:off x="5617850" y="2018888"/>
            <a:ext cx="1333500" cy="1333500"/>
          </a:xfrm>
          <a:prstGeom prst="ellipse">
            <a:avLst/>
          </a:prstGeom>
          <a:solidFill>
            <a:schemeClr val="dk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b="1" lang="en">
                <a:solidFill>
                  <a:schemeClr val="lt1"/>
                </a:solidFill>
                <a:latin typeface="Roboto"/>
                <a:ea typeface="Roboto"/>
                <a:cs typeface="Roboto"/>
                <a:sym typeface="Roboto"/>
              </a:rPr>
              <a:t>Use supplemental study </a:t>
            </a:r>
            <a:br>
              <a:rPr b="1" lang="en">
                <a:solidFill>
                  <a:schemeClr val="lt1"/>
                </a:solidFill>
                <a:latin typeface="Roboto"/>
                <a:ea typeface="Roboto"/>
                <a:cs typeface="Roboto"/>
                <a:sym typeface="Roboto"/>
              </a:rPr>
            </a:br>
            <a:r>
              <a:rPr b="1" lang="en">
                <a:solidFill>
                  <a:schemeClr val="lt1"/>
                </a:solidFill>
                <a:latin typeface="Roboto"/>
                <a:ea typeface="Roboto"/>
                <a:cs typeface="Roboto"/>
                <a:sym typeface="Roboto"/>
              </a:rPr>
              <a:t>tools.</a:t>
            </a:r>
            <a:endParaRPr b="1">
              <a:solidFill>
                <a:schemeClr val="lt1"/>
              </a:solidFill>
              <a:latin typeface="Roboto"/>
              <a:ea typeface="Roboto"/>
              <a:cs typeface="Roboto"/>
              <a:sym typeface="Roboto"/>
            </a:endParaRPr>
          </a:p>
        </p:txBody>
      </p:sp>
      <p:sp>
        <p:nvSpPr>
          <p:cNvPr id="2855" name="Google Shape;2855;p307"/>
          <p:cNvSpPr/>
          <p:nvPr/>
        </p:nvSpPr>
        <p:spPr>
          <a:xfrm>
            <a:off x="6217925" y="3552613"/>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Find a Security+ online community.</a:t>
            </a:r>
            <a:endParaRPr>
              <a:solidFill>
                <a:schemeClr val="dk2"/>
              </a:solidFill>
              <a:latin typeface="Roboto"/>
              <a:ea typeface="Roboto"/>
              <a:cs typeface="Roboto"/>
              <a:sym typeface="Roboto"/>
            </a:endParaRPr>
          </a:p>
        </p:txBody>
      </p:sp>
      <p:pic>
        <p:nvPicPr>
          <p:cNvPr id="2856" name="Google Shape;2856;p307"/>
          <p:cNvPicPr preferRelativeResize="0"/>
          <p:nvPr/>
        </p:nvPicPr>
        <p:blipFill rotWithShape="1">
          <a:blip r:embed="rId3">
            <a:alphaModFix/>
          </a:blip>
          <a:srcRect b="0" l="0" r="0" t="0"/>
          <a:stretch/>
        </p:blipFill>
        <p:spPr>
          <a:xfrm>
            <a:off x="2954725" y="2660400"/>
            <a:ext cx="3219450" cy="1790700"/>
          </a:xfrm>
          <a:prstGeom prst="rect">
            <a:avLst/>
          </a:prstGeom>
          <a:noFill/>
          <a:ln>
            <a:noFill/>
          </a:ln>
        </p:spPr>
      </p:pic>
      <p:pic>
        <p:nvPicPr>
          <p:cNvPr id="2857" name="Google Shape;2857;p307"/>
          <p:cNvPicPr preferRelativeResize="0"/>
          <p:nvPr/>
        </p:nvPicPr>
        <p:blipFill rotWithShape="1">
          <a:blip r:embed="rId4">
            <a:alphaModFix/>
          </a:blip>
          <a:srcRect b="16165" l="26948" r="27305" t="15044"/>
          <a:stretch/>
        </p:blipFill>
        <p:spPr>
          <a:xfrm>
            <a:off x="3480450" y="3162575"/>
            <a:ext cx="2168001" cy="18094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1" name="Shape 2861"/>
        <p:cNvGrpSpPr/>
        <p:nvPr/>
      </p:nvGrpSpPr>
      <p:grpSpPr>
        <a:xfrm>
          <a:off x="0" y="0"/>
          <a:ext cx="0" cy="0"/>
          <a:chOff x="0" y="0"/>
          <a:chExt cx="0" cy="0"/>
        </a:xfrm>
      </p:grpSpPr>
      <p:sp>
        <p:nvSpPr>
          <p:cNvPr id="2862" name="Google Shape;2862;p308"/>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Preparation Tips</a:t>
            </a:r>
            <a:endParaRPr sz="1600">
              <a:solidFill>
                <a:schemeClr val="dk2"/>
              </a:solidFill>
              <a:latin typeface="Roboto"/>
              <a:ea typeface="Roboto"/>
              <a:cs typeface="Roboto"/>
              <a:sym typeface="Roboto"/>
            </a:endParaRPr>
          </a:p>
        </p:txBody>
      </p:sp>
      <p:sp>
        <p:nvSpPr>
          <p:cNvPr id="2863" name="Google Shape;2863;p308"/>
          <p:cNvSpPr txBox="1"/>
          <p:nvPr>
            <p:ph idx="4294967295" type="title"/>
          </p:nvPr>
        </p:nvSpPr>
        <p:spPr>
          <a:xfrm>
            <a:off x="457200" y="619150"/>
            <a:ext cx="7883400" cy="615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Many blogs, forums (e.g., Reddit), and wiki pages are dedicated to preparing for the exam.</a:t>
            </a:r>
            <a:endParaRPr b="0" sz="1800"/>
          </a:p>
        </p:txBody>
      </p:sp>
      <p:sp>
        <p:nvSpPr>
          <p:cNvPr id="2864" name="Google Shape;2864;p308"/>
          <p:cNvSpPr/>
          <p:nvPr/>
        </p:nvSpPr>
        <p:spPr>
          <a:xfrm>
            <a:off x="1621225" y="3552613"/>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CompTIA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65" name="Google Shape;2865;p308"/>
          <p:cNvSpPr/>
          <p:nvPr/>
        </p:nvSpPr>
        <p:spPr>
          <a:xfrm>
            <a:off x="2198375" y="20188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Organize your study time.</a:t>
            </a:r>
            <a:endParaRPr>
              <a:solidFill>
                <a:schemeClr val="dk2"/>
              </a:solidFill>
              <a:latin typeface="Roboto"/>
              <a:ea typeface="Roboto"/>
              <a:cs typeface="Roboto"/>
              <a:sym typeface="Roboto"/>
            </a:endParaRPr>
          </a:p>
        </p:txBody>
      </p:sp>
      <p:sp>
        <p:nvSpPr>
          <p:cNvPr id="2866" name="Google Shape;2866;p308"/>
          <p:cNvSpPr/>
          <p:nvPr/>
        </p:nvSpPr>
        <p:spPr>
          <a:xfrm>
            <a:off x="3897700" y="1333788"/>
            <a:ext cx="1333500" cy="1333500"/>
          </a:xfrm>
          <a:prstGeom prst="ellipse">
            <a:avLst/>
          </a:prstGeom>
          <a:solidFill>
            <a:srgbClr val="EBEDF0"/>
          </a:solid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Focus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on your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weak spots.</a:t>
            </a:r>
            <a:endParaRPr>
              <a:solidFill>
                <a:schemeClr val="dk2"/>
              </a:solidFill>
              <a:latin typeface="Roboto"/>
              <a:ea typeface="Roboto"/>
              <a:cs typeface="Roboto"/>
              <a:sym typeface="Roboto"/>
            </a:endParaRPr>
          </a:p>
        </p:txBody>
      </p:sp>
      <p:sp>
        <p:nvSpPr>
          <p:cNvPr id="2867" name="Google Shape;2867;p308"/>
          <p:cNvSpPr/>
          <p:nvPr/>
        </p:nvSpPr>
        <p:spPr>
          <a:xfrm>
            <a:off x="5617850" y="2018888"/>
            <a:ext cx="1333500" cy="1333500"/>
          </a:xfrm>
          <a:prstGeom prst="ellipse">
            <a:avLst/>
          </a:prstGeom>
          <a:solidFill>
            <a:srgbClr val="EBEDF0"/>
          </a:solidFill>
          <a:ln>
            <a:noFill/>
          </a:ln>
        </p:spPr>
        <p:txBody>
          <a:bodyPr anchorCtr="0" anchor="ctr" bIns="91425" lIns="0" spcFirstLastPara="1" rIns="0" wrap="square" tIns="91425">
            <a:noAutofit/>
          </a:bodyPr>
          <a:lstStyle/>
          <a:p>
            <a:pPr indent="0" lvl="0" marL="0" rtl="0" algn="ctr">
              <a:lnSpc>
                <a:spcPct val="100000"/>
              </a:lnSpc>
              <a:spcBef>
                <a:spcPts val="0"/>
              </a:spcBef>
              <a:spcAft>
                <a:spcPts val="0"/>
              </a:spcAft>
              <a:buNone/>
            </a:pPr>
            <a:r>
              <a:rPr lang="en">
                <a:solidFill>
                  <a:schemeClr val="dk2"/>
                </a:solidFill>
                <a:latin typeface="Roboto"/>
                <a:ea typeface="Roboto"/>
                <a:cs typeface="Roboto"/>
                <a:sym typeface="Roboto"/>
              </a:rPr>
              <a:t>Use supplemental study </a:t>
            </a:r>
            <a:br>
              <a:rPr lang="en">
                <a:solidFill>
                  <a:schemeClr val="dk2"/>
                </a:solidFill>
                <a:latin typeface="Roboto"/>
                <a:ea typeface="Roboto"/>
                <a:cs typeface="Roboto"/>
                <a:sym typeface="Roboto"/>
              </a:rPr>
            </a:br>
            <a:r>
              <a:rPr lang="en">
                <a:solidFill>
                  <a:schemeClr val="dk2"/>
                </a:solidFill>
                <a:latin typeface="Roboto"/>
                <a:ea typeface="Roboto"/>
                <a:cs typeface="Roboto"/>
                <a:sym typeface="Roboto"/>
              </a:rPr>
              <a:t>tools.</a:t>
            </a:r>
            <a:endParaRPr>
              <a:solidFill>
                <a:schemeClr val="dk2"/>
              </a:solidFill>
              <a:latin typeface="Roboto"/>
              <a:ea typeface="Roboto"/>
              <a:cs typeface="Roboto"/>
              <a:sym typeface="Roboto"/>
            </a:endParaRPr>
          </a:p>
        </p:txBody>
      </p:sp>
      <p:sp>
        <p:nvSpPr>
          <p:cNvPr id="2868" name="Google Shape;2868;p308"/>
          <p:cNvSpPr/>
          <p:nvPr/>
        </p:nvSpPr>
        <p:spPr>
          <a:xfrm>
            <a:off x="6217925" y="3552613"/>
            <a:ext cx="1333500" cy="1333500"/>
          </a:xfrm>
          <a:prstGeom prst="ellipse">
            <a:avLst/>
          </a:prstGeom>
          <a:solidFill>
            <a:schemeClr val="dk2"/>
          </a:solidFill>
          <a:ln cap="flat" cmpd="sng" w="2857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chemeClr val="lt1"/>
                </a:solidFill>
                <a:latin typeface="Roboto"/>
                <a:ea typeface="Roboto"/>
                <a:cs typeface="Roboto"/>
                <a:sym typeface="Roboto"/>
              </a:rPr>
              <a:t>Find a Security+ online community.</a:t>
            </a:r>
            <a:endParaRPr b="1">
              <a:solidFill>
                <a:schemeClr val="lt1"/>
              </a:solidFill>
              <a:latin typeface="Roboto"/>
              <a:ea typeface="Roboto"/>
              <a:cs typeface="Roboto"/>
              <a:sym typeface="Roboto"/>
            </a:endParaRPr>
          </a:p>
        </p:txBody>
      </p:sp>
      <p:pic>
        <p:nvPicPr>
          <p:cNvPr id="2869" name="Google Shape;2869;p308"/>
          <p:cNvPicPr preferRelativeResize="0"/>
          <p:nvPr/>
        </p:nvPicPr>
        <p:blipFill rotWithShape="1">
          <a:blip r:embed="rId3">
            <a:alphaModFix/>
          </a:blip>
          <a:srcRect b="0" l="149" r="149" t="0"/>
          <a:stretch/>
        </p:blipFill>
        <p:spPr>
          <a:xfrm>
            <a:off x="2954725" y="2660400"/>
            <a:ext cx="3219450" cy="1790700"/>
          </a:xfrm>
          <a:prstGeom prst="rect">
            <a:avLst/>
          </a:prstGeom>
          <a:noFill/>
          <a:ln>
            <a:noFill/>
          </a:ln>
        </p:spPr>
      </p:pic>
      <p:pic>
        <p:nvPicPr>
          <p:cNvPr id="2870" name="Google Shape;2870;p308"/>
          <p:cNvPicPr preferRelativeResize="0"/>
          <p:nvPr/>
        </p:nvPicPr>
        <p:blipFill rotWithShape="1">
          <a:blip r:embed="rId4">
            <a:alphaModFix/>
          </a:blip>
          <a:srcRect b="16165" l="26948" r="27305" t="15044"/>
          <a:stretch/>
        </p:blipFill>
        <p:spPr>
          <a:xfrm>
            <a:off x="3480450" y="3162575"/>
            <a:ext cx="2168001" cy="18094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4" name="Shape 2874"/>
        <p:cNvGrpSpPr/>
        <p:nvPr/>
      </p:nvGrpSpPr>
      <p:grpSpPr>
        <a:xfrm>
          <a:off x="0" y="0"/>
          <a:ext cx="0" cy="0"/>
          <a:chOff x="0" y="0"/>
          <a:chExt cx="0" cy="0"/>
        </a:xfrm>
      </p:grpSpPr>
      <p:sp>
        <p:nvSpPr>
          <p:cNvPr id="2875" name="Google Shape;2875;p309"/>
          <p:cNvSpPr/>
          <p:nvPr/>
        </p:nvSpPr>
        <p:spPr>
          <a:xfrm flipH="1">
            <a:off x="6333225" y="1042005"/>
            <a:ext cx="2428500" cy="39453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309"/>
          <p:cNvSpPr/>
          <p:nvPr/>
        </p:nvSpPr>
        <p:spPr>
          <a:xfrm>
            <a:off x="6332700" y="828525"/>
            <a:ext cx="2427300" cy="7332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2877" name="Google Shape;2877;p309"/>
          <p:cNvSpPr txBox="1"/>
          <p:nvPr/>
        </p:nvSpPr>
        <p:spPr>
          <a:xfrm>
            <a:off x="6359750" y="1708113"/>
            <a:ext cx="2234700" cy="2694300"/>
          </a:xfrm>
          <a:prstGeom prst="rect">
            <a:avLst/>
          </a:prstGeom>
          <a:noFill/>
          <a:ln>
            <a:noFill/>
          </a:ln>
        </p:spPr>
        <p:txBody>
          <a:bodyPr anchorCtr="0" anchor="t" bIns="91425" lIns="45700" spcFirstLastPara="1" rIns="91425" wrap="square" tIns="91425">
            <a:noAutofit/>
          </a:bodyPr>
          <a:lstStyle/>
          <a:p>
            <a:pPr indent="-186690" lvl="0" marL="320040" rtl="0" algn="l">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Eliminate the answers you know are wrong, and select from the remaining answer options.</a:t>
            </a:r>
            <a:endParaRPr sz="1500">
              <a:solidFill>
                <a:schemeClr val="dk2"/>
              </a:solidFill>
              <a:latin typeface="Roboto"/>
              <a:ea typeface="Roboto"/>
              <a:cs typeface="Roboto"/>
              <a:sym typeface="Roboto"/>
            </a:endParaRPr>
          </a:p>
          <a:p>
            <a:pPr indent="-91440" lvl="0" marL="320040" rtl="0" algn="l">
              <a:spcBef>
                <a:spcPts val="0"/>
              </a:spcBef>
              <a:spcAft>
                <a:spcPts val="0"/>
              </a:spcAft>
              <a:buNone/>
            </a:pPr>
            <a:r>
              <a:t/>
            </a:r>
            <a:endParaRPr sz="1500">
              <a:solidFill>
                <a:schemeClr val="dk2"/>
              </a:solidFill>
              <a:latin typeface="Roboto"/>
              <a:ea typeface="Roboto"/>
              <a:cs typeface="Roboto"/>
              <a:sym typeface="Roboto"/>
            </a:endParaRPr>
          </a:p>
          <a:p>
            <a:pPr indent="-186690" lvl="0" marL="320040" rtl="0" algn="l">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You’ll receive the same penalty for an incorrect answer as for an unanswered question, so always make a best guess.</a:t>
            </a:r>
            <a:endParaRPr sz="1500">
              <a:solidFill>
                <a:schemeClr val="dk2"/>
              </a:solidFill>
              <a:latin typeface="Roboto"/>
              <a:ea typeface="Roboto"/>
              <a:cs typeface="Roboto"/>
              <a:sym typeface="Roboto"/>
            </a:endParaRPr>
          </a:p>
        </p:txBody>
      </p:sp>
      <p:sp>
        <p:nvSpPr>
          <p:cNvPr id="2878" name="Google Shape;2878;p309"/>
          <p:cNvSpPr/>
          <p:nvPr/>
        </p:nvSpPr>
        <p:spPr>
          <a:xfrm flipH="1">
            <a:off x="467725" y="1041050"/>
            <a:ext cx="2428500" cy="39453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309"/>
          <p:cNvSpPr txBox="1"/>
          <p:nvPr/>
        </p:nvSpPr>
        <p:spPr>
          <a:xfrm>
            <a:off x="494250" y="1708117"/>
            <a:ext cx="2234700" cy="908700"/>
          </a:xfrm>
          <a:prstGeom prst="rect">
            <a:avLst/>
          </a:prstGeom>
          <a:noFill/>
          <a:ln>
            <a:noFill/>
          </a:ln>
        </p:spPr>
        <p:txBody>
          <a:bodyPr anchorCtr="0" anchor="t" bIns="91425" lIns="45700" spcFirstLastPara="1" rIns="91425" wrap="square" tIns="91425">
            <a:noAutofit/>
          </a:bodyPr>
          <a:lstStyle/>
          <a:p>
            <a:pPr indent="-186690" lvl="0" marL="320040" rtl="0" algn="l">
              <a:lnSpc>
                <a:spcPct val="10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Arrive early, well-rested, fed, hydrated, and relaxed.</a:t>
            </a:r>
            <a:endParaRPr sz="1500">
              <a:solidFill>
                <a:schemeClr val="dk2"/>
              </a:solidFill>
              <a:latin typeface="Roboto"/>
              <a:ea typeface="Roboto"/>
              <a:cs typeface="Roboto"/>
              <a:sym typeface="Roboto"/>
            </a:endParaRPr>
          </a:p>
        </p:txBody>
      </p:sp>
      <p:sp>
        <p:nvSpPr>
          <p:cNvPr id="2880" name="Google Shape;2880;p309"/>
          <p:cNvSpPr/>
          <p:nvPr/>
        </p:nvSpPr>
        <p:spPr>
          <a:xfrm>
            <a:off x="468325" y="828525"/>
            <a:ext cx="2427300" cy="7332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FFFFFF"/>
              </a:solidFill>
              <a:latin typeface="Roboto"/>
              <a:ea typeface="Roboto"/>
              <a:cs typeface="Roboto"/>
              <a:sym typeface="Roboto"/>
            </a:endParaRPr>
          </a:p>
        </p:txBody>
      </p:sp>
      <p:sp>
        <p:nvSpPr>
          <p:cNvPr id="2881" name="Google Shape;2881;p309"/>
          <p:cNvSpPr/>
          <p:nvPr/>
        </p:nvSpPr>
        <p:spPr>
          <a:xfrm flipH="1">
            <a:off x="3405800" y="1041050"/>
            <a:ext cx="2428500" cy="39453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2" name="Google Shape;2882;p309"/>
          <p:cNvSpPr txBox="1"/>
          <p:nvPr/>
        </p:nvSpPr>
        <p:spPr>
          <a:xfrm>
            <a:off x="3432325" y="1708123"/>
            <a:ext cx="2371500" cy="2662500"/>
          </a:xfrm>
          <a:prstGeom prst="rect">
            <a:avLst/>
          </a:prstGeom>
          <a:noFill/>
          <a:ln>
            <a:noFill/>
          </a:ln>
        </p:spPr>
        <p:txBody>
          <a:bodyPr anchorCtr="0" anchor="t" bIns="91425" lIns="45700" spcFirstLastPara="1" rIns="91425" wrap="square" tIns="91425">
            <a:noAutofit/>
          </a:bodyPr>
          <a:lstStyle/>
          <a:p>
            <a:pPr indent="-186690" lvl="0" marL="320040" rtl="0" algn="l">
              <a:lnSpc>
                <a:spcPct val="10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Read each question and answer option twice before deciding on your answer.</a:t>
            </a:r>
            <a:endParaRPr sz="1500">
              <a:solidFill>
                <a:schemeClr val="dk2"/>
              </a:solidFill>
              <a:latin typeface="Roboto"/>
              <a:ea typeface="Roboto"/>
              <a:cs typeface="Roboto"/>
              <a:sym typeface="Roboto"/>
            </a:endParaRPr>
          </a:p>
          <a:p>
            <a:pPr indent="-91440" lvl="0" marL="320040" rtl="0" algn="l">
              <a:lnSpc>
                <a:spcPct val="100000"/>
              </a:lnSpc>
              <a:spcBef>
                <a:spcPts val="0"/>
              </a:spcBef>
              <a:spcAft>
                <a:spcPts val="0"/>
              </a:spcAft>
              <a:buNone/>
            </a:pPr>
            <a:r>
              <a:t/>
            </a:r>
            <a:endParaRPr sz="1500">
              <a:solidFill>
                <a:schemeClr val="dk2"/>
              </a:solidFill>
              <a:latin typeface="Roboto"/>
              <a:ea typeface="Roboto"/>
              <a:cs typeface="Roboto"/>
              <a:sym typeface="Roboto"/>
            </a:endParaRPr>
          </a:p>
          <a:p>
            <a:pPr indent="-186690" lvl="0" marL="320040" rtl="0" algn="l">
              <a:lnSpc>
                <a:spcPct val="10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Look for keywords in the questions, such as “best,” “most,” or “least.”</a:t>
            </a:r>
            <a:endParaRPr sz="1500">
              <a:solidFill>
                <a:schemeClr val="dk2"/>
              </a:solidFill>
              <a:latin typeface="Roboto"/>
              <a:ea typeface="Roboto"/>
              <a:cs typeface="Roboto"/>
              <a:sym typeface="Roboto"/>
            </a:endParaRPr>
          </a:p>
          <a:p>
            <a:pPr indent="-91440" lvl="0" marL="320040" rtl="0" algn="l">
              <a:lnSpc>
                <a:spcPct val="100000"/>
              </a:lnSpc>
              <a:spcBef>
                <a:spcPts val="0"/>
              </a:spcBef>
              <a:spcAft>
                <a:spcPts val="0"/>
              </a:spcAft>
              <a:buNone/>
            </a:pPr>
            <a:r>
              <a:t/>
            </a:r>
            <a:endParaRPr sz="1500">
              <a:solidFill>
                <a:schemeClr val="dk2"/>
              </a:solidFill>
              <a:latin typeface="Roboto"/>
              <a:ea typeface="Roboto"/>
              <a:cs typeface="Roboto"/>
              <a:sym typeface="Roboto"/>
            </a:endParaRPr>
          </a:p>
          <a:p>
            <a:pPr indent="-186690" lvl="0" marL="320040" rtl="0" algn="l">
              <a:lnSpc>
                <a:spcPct val="100000"/>
              </a:lnSpc>
              <a:spcBef>
                <a:spcPts val="0"/>
              </a:spcBef>
              <a:spcAft>
                <a:spcPts val="0"/>
              </a:spcAft>
              <a:buClr>
                <a:schemeClr val="dk2"/>
              </a:buClr>
              <a:buSzPts val="1500"/>
              <a:buFont typeface="Roboto"/>
              <a:buChar char="●"/>
            </a:pPr>
            <a:r>
              <a:rPr lang="en" sz="1500">
                <a:solidFill>
                  <a:schemeClr val="dk2"/>
                </a:solidFill>
                <a:latin typeface="Roboto"/>
                <a:ea typeface="Roboto"/>
                <a:cs typeface="Roboto"/>
                <a:sym typeface="Roboto"/>
              </a:rPr>
              <a:t>Always stay aware of how much time remains.</a:t>
            </a:r>
            <a:endParaRPr sz="1500">
              <a:solidFill>
                <a:schemeClr val="dk2"/>
              </a:solidFill>
              <a:latin typeface="Roboto"/>
              <a:ea typeface="Roboto"/>
              <a:cs typeface="Roboto"/>
              <a:sym typeface="Roboto"/>
            </a:endParaRPr>
          </a:p>
        </p:txBody>
      </p:sp>
      <p:sp>
        <p:nvSpPr>
          <p:cNvPr id="2883" name="Google Shape;2883;p309"/>
          <p:cNvSpPr txBox="1"/>
          <p:nvPr/>
        </p:nvSpPr>
        <p:spPr>
          <a:xfrm>
            <a:off x="3366713" y="964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2884" name="Google Shape;2884;p309"/>
          <p:cNvSpPr txBox="1"/>
          <p:nvPr/>
        </p:nvSpPr>
        <p:spPr>
          <a:xfrm>
            <a:off x="6304775" y="964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sp>
        <p:nvSpPr>
          <p:cNvPr id="2885" name="Google Shape;2885;p309"/>
          <p:cNvSpPr/>
          <p:nvPr/>
        </p:nvSpPr>
        <p:spPr>
          <a:xfrm>
            <a:off x="3399113" y="828525"/>
            <a:ext cx="2427300" cy="7332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2886" name="Google Shape;2886;p309"/>
          <p:cNvSpPr txBox="1"/>
          <p:nvPr/>
        </p:nvSpPr>
        <p:spPr>
          <a:xfrm>
            <a:off x="347250" y="51200"/>
            <a:ext cx="81594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Test-Taking Tips</a:t>
            </a:r>
            <a:endParaRPr b="1" i="1" sz="2600">
              <a:solidFill>
                <a:schemeClr val="dk2"/>
              </a:solidFill>
              <a:latin typeface="Roboto"/>
              <a:ea typeface="Roboto"/>
              <a:cs typeface="Roboto"/>
              <a:sym typeface="Roboto"/>
            </a:endParaRPr>
          </a:p>
          <a:p>
            <a:pPr indent="0" lvl="0" marL="0" rtl="0" algn="l">
              <a:lnSpc>
                <a:spcPct val="115000"/>
              </a:lnSpc>
              <a:spcBef>
                <a:spcPts val="0"/>
              </a:spcBef>
              <a:spcAft>
                <a:spcPts val="1600"/>
              </a:spcAft>
              <a:buNone/>
            </a:pPr>
            <a:r>
              <a:t/>
            </a:r>
            <a:endParaRPr>
              <a:solidFill>
                <a:srgbClr val="2E5E73"/>
              </a:solidFill>
              <a:latin typeface="Roboto"/>
              <a:ea typeface="Roboto"/>
              <a:cs typeface="Roboto"/>
              <a:sym typeface="Roboto"/>
            </a:endParaRPr>
          </a:p>
        </p:txBody>
      </p:sp>
      <p:sp>
        <p:nvSpPr>
          <p:cNvPr id="2887" name="Google Shape;2887;p309"/>
          <p:cNvSpPr txBox="1"/>
          <p:nvPr/>
        </p:nvSpPr>
        <p:spPr>
          <a:xfrm>
            <a:off x="503773" y="964100"/>
            <a:ext cx="25275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Take care of yourself.</a:t>
            </a:r>
            <a:endParaRPr sz="1800">
              <a:solidFill>
                <a:srgbClr val="FFFFFF"/>
              </a:solidFill>
              <a:latin typeface="Roboto"/>
              <a:ea typeface="Roboto"/>
              <a:cs typeface="Roboto"/>
              <a:sym typeface="Roboto"/>
            </a:endParaRPr>
          </a:p>
        </p:txBody>
      </p:sp>
      <p:sp>
        <p:nvSpPr>
          <p:cNvPr id="2888" name="Google Shape;2888;p309"/>
          <p:cNvSpPr txBox="1"/>
          <p:nvPr/>
        </p:nvSpPr>
        <p:spPr>
          <a:xfrm>
            <a:off x="3466798" y="9641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Pay attention.</a:t>
            </a:r>
            <a:endParaRPr sz="1800">
              <a:solidFill>
                <a:schemeClr val="dk2"/>
              </a:solidFill>
              <a:latin typeface="Roboto"/>
              <a:ea typeface="Roboto"/>
              <a:cs typeface="Roboto"/>
              <a:sym typeface="Roboto"/>
            </a:endParaRPr>
          </a:p>
        </p:txBody>
      </p:sp>
      <p:sp>
        <p:nvSpPr>
          <p:cNvPr id="2889" name="Google Shape;2889;p309"/>
          <p:cNvSpPr txBox="1"/>
          <p:nvPr/>
        </p:nvSpPr>
        <p:spPr>
          <a:xfrm>
            <a:off x="6381673" y="964100"/>
            <a:ext cx="2342400" cy="47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FFFFFF"/>
                </a:solidFill>
                <a:latin typeface="Roboto"/>
                <a:ea typeface="Roboto"/>
                <a:cs typeface="Roboto"/>
                <a:sym typeface="Roboto"/>
              </a:rPr>
              <a:t>If you’re unsure of </a:t>
            </a:r>
            <a:endParaRPr sz="1800">
              <a:solidFill>
                <a:srgbClr val="FFFFFF"/>
              </a:solidFill>
              <a:latin typeface="Roboto"/>
              <a:ea typeface="Roboto"/>
              <a:cs typeface="Roboto"/>
              <a:sym typeface="Roboto"/>
            </a:endParaRPr>
          </a:p>
          <a:p>
            <a:pPr indent="0" lvl="0" marL="0" rtl="0" algn="l">
              <a:spcBef>
                <a:spcPts val="0"/>
              </a:spcBef>
              <a:spcAft>
                <a:spcPts val="0"/>
              </a:spcAft>
              <a:buNone/>
            </a:pPr>
            <a:r>
              <a:rPr lang="en" sz="1800">
                <a:solidFill>
                  <a:srgbClr val="FFFFFF"/>
                </a:solidFill>
                <a:latin typeface="Roboto"/>
                <a:ea typeface="Roboto"/>
                <a:cs typeface="Roboto"/>
                <a:sym typeface="Roboto"/>
              </a:rPr>
              <a:t>an answer, guess.</a:t>
            </a:r>
            <a:endParaRPr sz="1800">
              <a:solidFill>
                <a:srgbClr val="FFFFFF"/>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3" name="Shape 2893"/>
        <p:cNvGrpSpPr/>
        <p:nvPr/>
      </p:nvGrpSpPr>
      <p:grpSpPr>
        <a:xfrm>
          <a:off x="0" y="0"/>
          <a:ext cx="0" cy="0"/>
          <a:chOff x="0" y="0"/>
          <a:chExt cx="0" cy="0"/>
        </a:xfrm>
      </p:grpSpPr>
      <p:sp>
        <p:nvSpPr>
          <p:cNvPr id="2894" name="Google Shape;2894;p31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Security+</a:t>
            </a:r>
            <a:r>
              <a:rPr b="0" lang="en">
                <a:latin typeface="Roboto"/>
                <a:ea typeface="Roboto"/>
                <a:cs typeface="Roboto"/>
                <a:sym typeface="Roboto"/>
              </a:rPr>
              <a:t> CertMaster</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l">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2895" name="Google Shape;2895;p310"/>
          <p:cNvGrpSpPr/>
          <p:nvPr/>
        </p:nvGrpSpPr>
        <p:grpSpPr>
          <a:xfrm>
            <a:off x="4192785" y="1659083"/>
            <a:ext cx="758429" cy="988879"/>
            <a:chOff x="1842100" y="291650"/>
            <a:chExt cx="3935800" cy="5131700"/>
          </a:xfrm>
        </p:grpSpPr>
        <p:sp>
          <p:nvSpPr>
            <p:cNvPr id="2896" name="Google Shape;2896;p310"/>
            <p:cNvSpPr/>
            <p:nvPr/>
          </p:nvSpPr>
          <p:spPr>
            <a:xfrm>
              <a:off x="1842100" y="291650"/>
              <a:ext cx="3935800" cy="5131700"/>
            </a:xfrm>
            <a:custGeom>
              <a:rect b="b" l="l" r="r" t="t"/>
              <a:pathLst>
                <a:path extrusionOk="0" fill="none" h="205268" w="157432">
                  <a:moveTo>
                    <a:pt x="78895" y="205267"/>
                  </a:moveTo>
                  <a:lnTo>
                    <a:pt x="78895" y="205267"/>
                  </a:lnTo>
                  <a:lnTo>
                    <a:pt x="85320" y="202411"/>
                  </a:lnTo>
                  <a:lnTo>
                    <a:pt x="91746" y="199198"/>
                  </a:lnTo>
                  <a:lnTo>
                    <a:pt x="98529" y="195629"/>
                  </a:lnTo>
                  <a:lnTo>
                    <a:pt x="105311" y="191702"/>
                  </a:lnTo>
                  <a:lnTo>
                    <a:pt x="112094" y="187418"/>
                  </a:lnTo>
                  <a:lnTo>
                    <a:pt x="118520" y="182777"/>
                  </a:lnTo>
                  <a:lnTo>
                    <a:pt x="124946" y="177779"/>
                  </a:lnTo>
                  <a:lnTo>
                    <a:pt x="130657" y="172781"/>
                  </a:lnTo>
                  <a:lnTo>
                    <a:pt x="136369" y="167427"/>
                  </a:lnTo>
                  <a:lnTo>
                    <a:pt x="141367" y="161715"/>
                  </a:lnTo>
                  <a:lnTo>
                    <a:pt x="146008" y="156003"/>
                  </a:lnTo>
                  <a:lnTo>
                    <a:pt x="149934" y="149934"/>
                  </a:lnTo>
                  <a:lnTo>
                    <a:pt x="153147" y="143866"/>
                  </a:lnTo>
                  <a:lnTo>
                    <a:pt x="155646" y="137797"/>
                  </a:lnTo>
                  <a:lnTo>
                    <a:pt x="156360" y="134941"/>
                  </a:lnTo>
                  <a:lnTo>
                    <a:pt x="157074" y="131728"/>
                  </a:lnTo>
                  <a:lnTo>
                    <a:pt x="157431" y="128515"/>
                  </a:lnTo>
                  <a:lnTo>
                    <a:pt x="157431" y="125660"/>
                  </a:lnTo>
                  <a:lnTo>
                    <a:pt x="157431" y="125660"/>
                  </a:lnTo>
                  <a:lnTo>
                    <a:pt x="157431" y="35342"/>
                  </a:lnTo>
                  <a:lnTo>
                    <a:pt x="157431" y="35342"/>
                  </a:lnTo>
                  <a:lnTo>
                    <a:pt x="147079" y="31773"/>
                  </a:lnTo>
                  <a:lnTo>
                    <a:pt x="136726" y="27846"/>
                  </a:lnTo>
                  <a:lnTo>
                    <a:pt x="126016" y="23562"/>
                  </a:lnTo>
                  <a:lnTo>
                    <a:pt x="115664" y="18921"/>
                  </a:lnTo>
                  <a:lnTo>
                    <a:pt x="105668" y="14280"/>
                  </a:lnTo>
                  <a:lnTo>
                    <a:pt x="96030" y="9639"/>
                  </a:lnTo>
                  <a:lnTo>
                    <a:pt x="87105" y="4642"/>
                  </a:lnTo>
                  <a:lnTo>
                    <a:pt x="78895" y="1"/>
                  </a:lnTo>
                  <a:lnTo>
                    <a:pt x="78895" y="1"/>
                  </a:lnTo>
                  <a:lnTo>
                    <a:pt x="70684" y="4642"/>
                  </a:lnTo>
                  <a:lnTo>
                    <a:pt x="61402" y="9639"/>
                  </a:lnTo>
                  <a:lnTo>
                    <a:pt x="52121" y="14280"/>
                  </a:lnTo>
                  <a:lnTo>
                    <a:pt x="41768" y="18921"/>
                  </a:lnTo>
                  <a:lnTo>
                    <a:pt x="31416" y="23562"/>
                  </a:lnTo>
                  <a:lnTo>
                    <a:pt x="21063" y="27846"/>
                  </a:lnTo>
                  <a:lnTo>
                    <a:pt x="10353" y="31773"/>
                  </a:lnTo>
                  <a:lnTo>
                    <a:pt x="1" y="35342"/>
                  </a:lnTo>
                  <a:lnTo>
                    <a:pt x="1" y="35342"/>
                  </a:lnTo>
                  <a:lnTo>
                    <a:pt x="1" y="125660"/>
                  </a:lnTo>
                  <a:lnTo>
                    <a:pt x="1" y="125660"/>
                  </a:lnTo>
                  <a:lnTo>
                    <a:pt x="358" y="128515"/>
                  </a:lnTo>
                  <a:lnTo>
                    <a:pt x="715" y="131728"/>
                  </a:lnTo>
                  <a:lnTo>
                    <a:pt x="1429" y="134941"/>
                  </a:lnTo>
                  <a:lnTo>
                    <a:pt x="2143" y="137797"/>
                  </a:lnTo>
                  <a:lnTo>
                    <a:pt x="4642" y="143866"/>
                  </a:lnTo>
                  <a:lnTo>
                    <a:pt x="7855" y="149934"/>
                  </a:lnTo>
                  <a:lnTo>
                    <a:pt x="11424" y="156003"/>
                  </a:lnTo>
                  <a:lnTo>
                    <a:pt x="16065" y="161715"/>
                  </a:lnTo>
                  <a:lnTo>
                    <a:pt x="21420" y="167427"/>
                  </a:lnTo>
                  <a:lnTo>
                    <a:pt x="26775" y="172781"/>
                  </a:lnTo>
                  <a:lnTo>
                    <a:pt x="32843" y="177779"/>
                  </a:lnTo>
                  <a:lnTo>
                    <a:pt x="39269" y="182777"/>
                  </a:lnTo>
                  <a:lnTo>
                    <a:pt x="45695" y="187418"/>
                  </a:lnTo>
                  <a:lnTo>
                    <a:pt x="52478" y="191702"/>
                  </a:lnTo>
                  <a:lnTo>
                    <a:pt x="58903" y="195629"/>
                  </a:lnTo>
                  <a:lnTo>
                    <a:pt x="65686" y="199198"/>
                  </a:lnTo>
                  <a:lnTo>
                    <a:pt x="72469" y="202411"/>
                  </a:lnTo>
                  <a:lnTo>
                    <a:pt x="78895" y="205267"/>
                  </a:lnTo>
                  <a:lnTo>
                    <a:pt x="78895" y="205267"/>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310"/>
            <p:cNvSpPr/>
            <p:nvPr/>
          </p:nvSpPr>
          <p:spPr>
            <a:xfrm>
              <a:off x="2788125" y="2433575"/>
              <a:ext cx="2043750" cy="1642150"/>
            </a:xfrm>
            <a:custGeom>
              <a:rect b="b" l="l" r="r" t="t"/>
              <a:pathLst>
                <a:path extrusionOk="0" fill="none" h="65686" w="81750">
                  <a:moveTo>
                    <a:pt x="81750" y="2142"/>
                  </a:moveTo>
                  <a:lnTo>
                    <a:pt x="81750" y="2142"/>
                  </a:lnTo>
                  <a:lnTo>
                    <a:pt x="79251" y="1785"/>
                  </a:lnTo>
                  <a:lnTo>
                    <a:pt x="71040" y="1071"/>
                  </a:lnTo>
                  <a:lnTo>
                    <a:pt x="58189" y="357"/>
                  </a:lnTo>
                  <a:lnTo>
                    <a:pt x="41054" y="0"/>
                  </a:lnTo>
                  <a:lnTo>
                    <a:pt x="41054" y="0"/>
                  </a:lnTo>
                  <a:lnTo>
                    <a:pt x="23918" y="357"/>
                  </a:lnTo>
                  <a:lnTo>
                    <a:pt x="11067" y="1071"/>
                  </a:lnTo>
                  <a:lnTo>
                    <a:pt x="2856" y="1785"/>
                  </a:lnTo>
                  <a:lnTo>
                    <a:pt x="0" y="2142"/>
                  </a:lnTo>
                  <a:lnTo>
                    <a:pt x="0" y="2142"/>
                  </a:lnTo>
                  <a:lnTo>
                    <a:pt x="0" y="63544"/>
                  </a:lnTo>
                  <a:lnTo>
                    <a:pt x="0" y="63544"/>
                  </a:lnTo>
                  <a:lnTo>
                    <a:pt x="2856" y="63900"/>
                  </a:lnTo>
                  <a:lnTo>
                    <a:pt x="11067" y="64614"/>
                  </a:lnTo>
                  <a:lnTo>
                    <a:pt x="23918" y="65328"/>
                  </a:lnTo>
                  <a:lnTo>
                    <a:pt x="41054" y="65685"/>
                  </a:lnTo>
                  <a:lnTo>
                    <a:pt x="41054" y="65685"/>
                  </a:lnTo>
                  <a:lnTo>
                    <a:pt x="58189" y="65328"/>
                  </a:lnTo>
                  <a:lnTo>
                    <a:pt x="71040" y="64614"/>
                  </a:lnTo>
                  <a:lnTo>
                    <a:pt x="79251" y="63900"/>
                  </a:lnTo>
                  <a:lnTo>
                    <a:pt x="81750" y="63544"/>
                  </a:lnTo>
                  <a:lnTo>
                    <a:pt x="81750" y="63544"/>
                  </a:lnTo>
                  <a:lnTo>
                    <a:pt x="81750" y="2142"/>
                  </a:lnTo>
                  <a:lnTo>
                    <a:pt x="81750" y="2142"/>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310"/>
            <p:cNvSpPr/>
            <p:nvPr/>
          </p:nvSpPr>
          <p:spPr>
            <a:xfrm>
              <a:off x="3171875" y="1353700"/>
              <a:ext cx="1276250" cy="1097750"/>
            </a:xfrm>
            <a:custGeom>
              <a:rect b="b" l="l" r="r" t="t"/>
              <a:pathLst>
                <a:path extrusionOk="0" fill="none" h="43910" w="51050">
                  <a:moveTo>
                    <a:pt x="1" y="43909"/>
                  </a:moveTo>
                  <a:lnTo>
                    <a:pt x="1" y="43909"/>
                  </a:lnTo>
                  <a:lnTo>
                    <a:pt x="1" y="25346"/>
                  </a:lnTo>
                  <a:lnTo>
                    <a:pt x="1" y="25346"/>
                  </a:lnTo>
                  <a:lnTo>
                    <a:pt x="358" y="22847"/>
                  </a:lnTo>
                  <a:lnTo>
                    <a:pt x="715" y="20348"/>
                  </a:lnTo>
                  <a:lnTo>
                    <a:pt x="1429" y="17849"/>
                  </a:lnTo>
                  <a:lnTo>
                    <a:pt x="2143" y="15707"/>
                  </a:lnTo>
                  <a:lnTo>
                    <a:pt x="3213" y="13209"/>
                  </a:lnTo>
                  <a:lnTo>
                    <a:pt x="4641" y="11067"/>
                  </a:lnTo>
                  <a:lnTo>
                    <a:pt x="6069" y="9282"/>
                  </a:lnTo>
                  <a:lnTo>
                    <a:pt x="7497" y="7497"/>
                  </a:lnTo>
                  <a:lnTo>
                    <a:pt x="9282" y="5712"/>
                  </a:lnTo>
                  <a:lnTo>
                    <a:pt x="11424" y="4284"/>
                  </a:lnTo>
                  <a:lnTo>
                    <a:pt x="13566" y="3213"/>
                  </a:lnTo>
                  <a:lnTo>
                    <a:pt x="15708" y="1785"/>
                  </a:lnTo>
                  <a:lnTo>
                    <a:pt x="18207" y="1071"/>
                  </a:lnTo>
                  <a:lnTo>
                    <a:pt x="20349" y="357"/>
                  </a:lnTo>
                  <a:lnTo>
                    <a:pt x="23205" y="0"/>
                  </a:lnTo>
                  <a:lnTo>
                    <a:pt x="25704" y="0"/>
                  </a:lnTo>
                  <a:lnTo>
                    <a:pt x="25704" y="0"/>
                  </a:lnTo>
                  <a:lnTo>
                    <a:pt x="28202" y="0"/>
                  </a:lnTo>
                  <a:lnTo>
                    <a:pt x="30701" y="357"/>
                  </a:lnTo>
                  <a:lnTo>
                    <a:pt x="33200" y="1071"/>
                  </a:lnTo>
                  <a:lnTo>
                    <a:pt x="35699" y="1785"/>
                  </a:lnTo>
                  <a:lnTo>
                    <a:pt x="37841" y="3213"/>
                  </a:lnTo>
                  <a:lnTo>
                    <a:pt x="39983" y="4284"/>
                  </a:lnTo>
                  <a:lnTo>
                    <a:pt x="41768" y="5712"/>
                  </a:lnTo>
                  <a:lnTo>
                    <a:pt x="43553" y="7497"/>
                  </a:lnTo>
                  <a:lnTo>
                    <a:pt x="45338" y="9282"/>
                  </a:lnTo>
                  <a:lnTo>
                    <a:pt x="46766" y="11067"/>
                  </a:lnTo>
                  <a:lnTo>
                    <a:pt x="48194" y="13209"/>
                  </a:lnTo>
                  <a:lnTo>
                    <a:pt x="49264" y="15707"/>
                  </a:lnTo>
                  <a:lnTo>
                    <a:pt x="49978" y="17849"/>
                  </a:lnTo>
                  <a:lnTo>
                    <a:pt x="50692" y="20348"/>
                  </a:lnTo>
                  <a:lnTo>
                    <a:pt x="51049" y="22847"/>
                  </a:lnTo>
                  <a:lnTo>
                    <a:pt x="51049" y="25346"/>
                  </a:lnTo>
                  <a:lnTo>
                    <a:pt x="51049" y="25346"/>
                  </a:lnTo>
                  <a:lnTo>
                    <a:pt x="51049" y="43909"/>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310"/>
            <p:cNvSpPr/>
            <p:nvPr/>
          </p:nvSpPr>
          <p:spPr>
            <a:xfrm>
              <a:off x="3600250" y="2861950"/>
              <a:ext cx="419500" cy="419475"/>
            </a:xfrm>
            <a:custGeom>
              <a:rect b="b" l="l" r="r" t="t"/>
              <a:pathLst>
                <a:path extrusionOk="0" fill="none" h="16779" w="16780">
                  <a:moveTo>
                    <a:pt x="16779" y="8211"/>
                  </a:moveTo>
                  <a:lnTo>
                    <a:pt x="16779" y="8211"/>
                  </a:lnTo>
                  <a:lnTo>
                    <a:pt x="16779" y="9996"/>
                  </a:lnTo>
                  <a:lnTo>
                    <a:pt x="16422" y="11424"/>
                  </a:lnTo>
                  <a:lnTo>
                    <a:pt x="15351" y="12852"/>
                  </a:lnTo>
                  <a:lnTo>
                    <a:pt x="14280" y="14280"/>
                  </a:lnTo>
                  <a:lnTo>
                    <a:pt x="13209" y="15351"/>
                  </a:lnTo>
                  <a:lnTo>
                    <a:pt x="11781" y="16065"/>
                  </a:lnTo>
                  <a:lnTo>
                    <a:pt x="10353" y="16422"/>
                  </a:lnTo>
                  <a:lnTo>
                    <a:pt x="8569" y="16779"/>
                  </a:lnTo>
                  <a:lnTo>
                    <a:pt x="8569" y="16779"/>
                  </a:lnTo>
                  <a:lnTo>
                    <a:pt x="6784" y="16422"/>
                  </a:lnTo>
                  <a:lnTo>
                    <a:pt x="5356" y="16065"/>
                  </a:lnTo>
                  <a:lnTo>
                    <a:pt x="3928" y="15351"/>
                  </a:lnTo>
                  <a:lnTo>
                    <a:pt x="2500" y="14280"/>
                  </a:lnTo>
                  <a:lnTo>
                    <a:pt x="1429" y="12852"/>
                  </a:lnTo>
                  <a:lnTo>
                    <a:pt x="715" y="11424"/>
                  </a:lnTo>
                  <a:lnTo>
                    <a:pt x="358" y="9996"/>
                  </a:lnTo>
                  <a:lnTo>
                    <a:pt x="1" y="8211"/>
                  </a:lnTo>
                  <a:lnTo>
                    <a:pt x="1" y="8211"/>
                  </a:lnTo>
                  <a:lnTo>
                    <a:pt x="358" y="6783"/>
                  </a:lnTo>
                  <a:lnTo>
                    <a:pt x="715" y="4998"/>
                  </a:lnTo>
                  <a:lnTo>
                    <a:pt x="1429" y="3570"/>
                  </a:lnTo>
                  <a:lnTo>
                    <a:pt x="2500" y="2499"/>
                  </a:lnTo>
                  <a:lnTo>
                    <a:pt x="3928" y="1428"/>
                  </a:lnTo>
                  <a:lnTo>
                    <a:pt x="5356" y="714"/>
                  </a:lnTo>
                  <a:lnTo>
                    <a:pt x="6784" y="0"/>
                  </a:lnTo>
                  <a:lnTo>
                    <a:pt x="8569" y="0"/>
                  </a:lnTo>
                  <a:lnTo>
                    <a:pt x="8569" y="0"/>
                  </a:lnTo>
                  <a:lnTo>
                    <a:pt x="10353" y="0"/>
                  </a:lnTo>
                  <a:lnTo>
                    <a:pt x="11781" y="714"/>
                  </a:lnTo>
                  <a:lnTo>
                    <a:pt x="13209" y="1428"/>
                  </a:lnTo>
                  <a:lnTo>
                    <a:pt x="14280" y="2499"/>
                  </a:lnTo>
                  <a:lnTo>
                    <a:pt x="15351" y="3570"/>
                  </a:lnTo>
                  <a:lnTo>
                    <a:pt x="16422" y="4998"/>
                  </a:lnTo>
                  <a:lnTo>
                    <a:pt x="16779" y="6783"/>
                  </a:lnTo>
                  <a:lnTo>
                    <a:pt x="16779" y="8211"/>
                  </a:lnTo>
                  <a:lnTo>
                    <a:pt x="16779" y="821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310"/>
            <p:cNvSpPr/>
            <p:nvPr/>
          </p:nvSpPr>
          <p:spPr>
            <a:xfrm>
              <a:off x="3814450" y="3281400"/>
              <a:ext cx="25" cy="321325"/>
            </a:xfrm>
            <a:custGeom>
              <a:rect b="b" l="l" r="r" t="t"/>
              <a:pathLst>
                <a:path extrusionOk="0" fill="none" h="12853" w="1">
                  <a:moveTo>
                    <a:pt x="1" y="1"/>
                  </a:moveTo>
                  <a:lnTo>
                    <a:pt x="1" y="12852"/>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4" name="Shape 2904"/>
        <p:cNvGrpSpPr/>
        <p:nvPr/>
      </p:nvGrpSpPr>
      <p:grpSpPr>
        <a:xfrm>
          <a:off x="0" y="0"/>
          <a:ext cx="0" cy="0"/>
          <a:chOff x="0" y="0"/>
          <a:chExt cx="0" cy="0"/>
        </a:xfrm>
      </p:grpSpPr>
      <p:sp>
        <p:nvSpPr>
          <p:cNvPr id="2905" name="Google Shape;2905;p311"/>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Security+ CertMaster</a:t>
            </a:r>
            <a:endParaRPr/>
          </a:p>
        </p:txBody>
      </p:sp>
      <p:sp>
        <p:nvSpPr>
          <p:cNvPr id="2906" name="Google Shape;2906;p311"/>
          <p:cNvSpPr txBox="1"/>
          <p:nvPr>
            <p:ph idx="1" type="subTitle"/>
          </p:nvPr>
        </p:nvSpPr>
        <p:spPr>
          <a:xfrm>
            <a:off x="1430600" y="11291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Quick knowledge assessment</a:t>
            </a:r>
            <a:endParaRPr sz="1800"/>
          </a:p>
        </p:txBody>
      </p:sp>
      <p:sp>
        <p:nvSpPr>
          <p:cNvPr id="2907" name="Google Shape;2907;p311"/>
          <p:cNvSpPr txBox="1"/>
          <p:nvPr>
            <p:ph idx="2" type="subTitle"/>
          </p:nvPr>
        </p:nvSpPr>
        <p:spPr>
          <a:xfrm>
            <a:off x="1430600" y="1787875"/>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Adaptive learning that reinforces existing and new knowledge</a:t>
            </a:r>
            <a:endParaRPr sz="1800"/>
          </a:p>
        </p:txBody>
      </p:sp>
      <p:sp>
        <p:nvSpPr>
          <p:cNvPr id="2908" name="Google Shape;2908;p311"/>
          <p:cNvSpPr txBox="1"/>
          <p:nvPr>
            <p:ph idx="3" type="subTitle"/>
          </p:nvPr>
        </p:nvSpPr>
        <p:spPr>
          <a:xfrm>
            <a:off x="1430600" y="24446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Personalized feedback</a:t>
            </a:r>
            <a:endParaRPr sz="1800"/>
          </a:p>
        </p:txBody>
      </p:sp>
      <p:sp>
        <p:nvSpPr>
          <p:cNvPr id="2909" name="Google Shape;2909;p311"/>
          <p:cNvSpPr txBox="1"/>
          <p:nvPr>
            <p:ph idx="4" type="subTitle"/>
          </p:nvPr>
        </p:nvSpPr>
        <p:spPr>
          <a:xfrm>
            <a:off x="1430600" y="3103363"/>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t>Real-time learning analytics</a:t>
            </a:r>
            <a:endParaRPr sz="1800"/>
          </a:p>
        </p:txBody>
      </p:sp>
      <p:sp>
        <p:nvSpPr>
          <p:cNvPr id="2910" name="Google Shape;2910;p311"/>
          <p:cNvSpPr txBox="1"/>
          <p:nvPr>
            <p:ph idx="5"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t>You’ll be provided with access to the CertMaster Practice tool. This comes with:</a:t>
            </a: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4" name="Shape 2914"/>
        <p:cNvGrpSpPr/>
        <p:nvPr/>
      </p:nvGrpSpPr>
      <p:grpSpPr>
        <a:xfrm>
          <a:off x="0" y="0"/>
          <a:ext cx="0" cy="0"/>
          <a:chOff x="0" y="0"/>
          <a:chExt cx="0" cy="0"/>
        </a:xfrm>
      </p:grpSpPr>
      <p:sp>
        <p:nvSpPr>
          <p:cNvPr id="2915" name="Google Shape;2915;p312"/>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Security+ CertMaster</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19" name="Shape 2919"/>
        <p:cNvGrpSpPr/>
        <p:nvPr/>
      </p:nvGrpSpPr>
      <p:grpSpPr>
        <a:xfrm>
          <a:off x="0" y="0"/>
          <a:ext cx="0" cy="0"/>
          <a:chOff x="0" y="0"/>
          <a:chExt cx="0" cy="0"/>
        </a:xfrm>
      </p:grpSpPr>
      <p:pic>
        <p:nvPicPr>
          <p:cNvPr id="2920" name="Google Shape;2920;p313"/>
          <p:cNvPicPr preferRelativeResize="0"/>
          <p:nvPr/>
        </p:nvPicPr>
        <p:blipFill>
          <a:blip r:embed="rId3">
            <a:alphaModFix/>
          </a:blip>
          <a:stretch>
            <a:fillRect/>
          </a:stretch>
        </p:blipFill>
        <p:spPr>
          <a:xfrm>
            <a:off x="1404150" y="1167925"/>
            <a:ext cx="6594256" cy="3797925"/>
          </a:xfrm>
          <a:prstGeom prst="rect">
            <a:avLst/>
          </a:prstGeom>
          <a:noFill/>
          <a:ln>
            <a:noFill/>
          </a:ln>
        </p:spPr>
      </p:pic>
      <p:sp>
        <p:nvSpPr>
          <p:cNvPr id="2921" name="Google Shape;2921;p313"/>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Begin Setting Up the Free Trial</a:t>
            </a:r>
            <a:endParaRPr sz="1600">
              <a:solidFill>
                <a:schemeClr val="dk2"/>
              </a:solidFill>
              <a:latin typeface="Roboto"/>
              <a:ea typeface="Roboto"/>
              <a:cs typeface="Roboto"/>
              <a:sym typeface="Roboto"/>
            </a:endParaRPr>
          </a:p>
        </p:txBody>
      </p:sp>
      <p:sp>
        <p:nvSpPr>
          <p:cNvPr id="2922" name="Google Shape;2922;p313"/>
          <p:cNvSpPr txBox="1"/>
          <p:nvPr>
            <p:ph idx="4294967295" type="title"/>
          </p:nvPr>
        </p:nvSpPr>
        <p:spPr>
          <a:xfrm>
            <a:off x="457200" y="561475"/>
            <a:ext cx="70722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Go to https://www.comptia.org/training/certmaster-practice/security</a:t>
            </a:r>
            <a:endParaRPr b="0" sz="1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26" name="Shape 2926"/>
        <p:cNvGrpSpPr/>
        <p:nvPr/>
      </p:nvGrpSpPr>
      <p:grpSpPr>
        <a:xfrm>
          <a:off x="0" y="0"/>
          <a:ext cx="0" cy="0"/>
          <a:chOff x="0" y="0"/>
          <a:chExt cx="0" cy="0"/>
        </a:xfrm>
      </p:grpSpPr>
      <p:sp>
        <p:nvSpPr>
          <p:cNvPr id="2927" name="Google Shape;2927;p314"/>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Review the Learning Module</a:t>
            </a:r>
            <a:endParaRPr sz="1600">
              <a:solidFill>
                <a:schemeClr val="dk2"/>
              </a:solidFill>
              <a:latin typeface="Roboto"/>
              <a:ea typeface="Roboto"/>
              <a:cs typeface="Roboto"/>
              <a:sym typeface="Roboto"/>
            </a:endParaRPr>
          </a:p>
        </p:txBody>
      </p:sp>
      <p:sp>
        <p:nvSpPr>
          <p:cNvPr id="2928" name="Google Shape;2928;p314"/>
          <p:cNvSpPr txBox="1"/>
          <p:nvPr>
            <p:ph idx="4294967295" type="title"/>
          </p:nvPr>
        </p:nvSpPr>
        <p:spPr>
          <a:xfrm>
            <a:off x="457200" y="561475"/>
            <a:ext cx="78582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The free trial only has one module. The full CertMaster Tool will cover all domains of the exam.</a:t>
            </a:r>
            <a:endParaRPr b="0" sz="1800"/>
          </a:p>
        </p:txBody>
      </p:sp>
      <p:pic>
        <p:nvPicPr>
          <p:cNvPr id="2929" name="Google Shape;2929;p314"/>
          <p:cNvPicPr preferRelativeResize="0"/>
          <p:nvPr/>
        </p:nvPicPr>
        <p:blipFill>
          <a:blip r:embed="rId3">
            <a:alphaModFix/>
          </a:blip>
          <a:stretch>
            <a:fillRect/>
          </a:stretch>
        </p:blipFill>
        <p:spPr>
          <a:xfrm>
            <a:off x="1040100" y="1325075"/>
            <a:ext cx="6724300" cy="34966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33" name="Shape 2933"/>
        <p:cNvGrpSpPr/>
        <p:nvPr/>
      </p:nvGrpSpPr>
      <p:grpSpPr>
        <a:xfrm>
          <a:off x="0" y="0"/>
          <a:ext cx="0" cy="0"/>
          <a:chOff x="0" y="0"/>
          <a:chExt cx="0" cy="0"/>
        </a:xfrm>
      </p:grpSpPr>
      <p:sp>
        <p:nvSpPr>
          <p:cNvPr id="2934" name="Google Shape;2934;p315"/>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Answering Questions</a:t>
            </a:r>
            <a:endParaRPr sz="1600">
              <a:solidFill>
                <a:schemeClr val="dk2"/>
              </a:solidFill>
              <a:latin typeface="Roboto"/>
              <a:ea typeface="Roboto"/>
              <a:cs typeface="Roboto"/>
              <a:sym typeface="Roboto"/>
            </a:endParaRPr>
          </a:p>
        </p:txBody>
      </p:sp>
      <p:sp>
        <p:nvSpPr>
          <p:cNvPr id="2935" name="Google Shape;2935;p315"/>
          <p:cNvSpPr txBox="1"/>
          <p:nvPr>
            <p:ph idx="4294967295" type="title"/>
          </p:nvPr>
        </p:nvSpPr>
        <p:spPr>
          <a:xfrm>
            <a:off x="457200" y="561475"/>
            <a:ext cx="84135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Click an answer twice to fill in the circle if you’re certain it is the correct answer.</a:t>
            </a:r>
            <a:endParaRPr b="0" sz="1800"/>
          </a:p>
        </p:txBody>
      </p:sp>
      <p:pic>
        <p:nvPicPr>
          <p:cNvPr id="2936" name="Google Shape;2936;p315"/>
          <p:cNvPicPr preferRelativeResize="0"/>
          <p:nvPr/>
        </p:nvPicPr>
        <p:blipFill>
          <a:blip r:embed="rId3">
            <a:alphaModFix/>
          </a:blip>
          <a:stretch>
            <a:fillRect/>
          </a:stretch>
        </p:blipFill>
        <p:spPr>
          <a:xfrm>
            <a:off x="273313" y="1345575"/>
            <a:ext cx="8597367" cy="361162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40" name="Shape 2940"/>
        <p:cNvGrpSpPr/>
        <p:nvPr/>
      </p:nvGrpSpPr>
      <p:grpSpPr>
        <a:xfrm>
          <a:off x="0" y="0"/>
          <a:ext cx="0" cy="0"/>
          <a:chOff x="0" y="0"/>
          <a:chExt cx="0" cy="0"/>
        </a:xfrm>
      </p:grpSpPr>
      <p:sp>
        <p:nvSpPr>
          <p:cNvPr id="2941" name="Google Shape;2941;p316"/>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Answering Questions</a:t>
            </a:r>
            <a:endParaRPr sz="1600">
              <a:solidFill>
                <a:schemeClr val="dk2"/>
              </a:solidFill>
              <a:latin typeface="Roboto"/>
              <a:ea typeface="Roboto"/>
              <a:cs typeface="Roboto"/>
              <a:sym typeface="Roboto"/>
            </a:endParaRPr>
          </a:p>
        </p:txBody>
      </p:sp>
      <p:sp>
        <p:nvSpPr>
          <p:cNvPr id="2942" name="Google Shape;2942;p316"/>
          <p:cNvSpPr txBox="1"/>
          <p:nvPr>
            <p:ph idx="4294967295" type="title"/>
          </p:nvPr>
        </p:nvSpPr>
        <p:spPr>
          <a:xfrm>
            <a:off x="457200" y="561475"/>
            <a:ext cx="82296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If you are unsure of the answer, you can click multiple answers once.</a:t>
            </a:r>
            <a:endParaRPr b="0" sz="1800"/>
          </a:p>
        </p:txBody>
      </p:sp>
      <p:pic>
        <p:nvPicPr>
          <p:cNvPr id="2943" name="Google Shape;2943;p316"/>
          <p:cNvPicPr preferRelativeResize="0"/>
          <p:nvPr/>
        </p:nvPicPr>
        <p:blipFill>
          <a:blip r:embed="rId3">
            <a:alphaModFix/>
          </a:blip>
          <a:stretch>
            <a:fillRect/>
          </a:stretch>
        </p:blipFill>
        <p:spPr>
          <a:xfrm>
            <a:off x="274325" y="1345575"/>
            <a:ext cx="8653509" cy="37979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47" name="Shape 2947"/>
        <p:cNvGrpSpPr/>
        <p:nvPr/>
      </p:nvGrpSpPr>
      <p:grpSpPr>
        <a:xfrm>
          <a:off x="0" y="0"/>
          <a:ext cx="0" cy="0"/>
          <a:chOff x="0" y="0"/>
          <a:chExt cx="0" cy="0"/>
        </a:xfrm>
      </p:grpSpPr>
      <p:sp>
        <p:nvSpPr>
          <p:cNvPr id="2948" name="Google Shape;2948;p317"/>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Submitting Answers</a:t>
            </a:r>
            <a:endParaRPr sz="1600">
              <a:solidFill>
                <a:schemeClr val="dk2"/>
              </a:solidFill>
              <a:latin typeface="Roboto"/>
              <a:ea typeface="Roboto"/>
              <a:cs typeface="Roboto"/>
              <a:sym typeface="Roboto"/>
            </a:endParaRPr>
          </a:p>
        </p:txBody>
      </p:sp>
      <p:sp>
        <p:nvSpPr>
          <p:cNvPr id="2949" name="Google Shape;2949;p317"/>
          <p:cNvSpPr txBox="1"/>
          <p:nvPr>
            <p:ph idx="4294967295" type="title"/>
          </p:nvPr>
        </p:nvSpPr>
        <p:spPr>
          <a:xfrm>
            <a:off x="457200" y="561475"/>
            <a:ext cx="70722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The tool will let you know if any of your answers are correct.</a:t>
            </a:r>
            <a:endParaRPr b="0" sz="1800"/>
          </a:p>
        </p:txBody>
      </p:sp>
      <p:pic>
        <p:nvPicPr>
          <p:cNvPr id="2950" name="Google Shape;2950;p317"/>
          <p:cNvPicPr preferRelativeResize="0"/>
          <p:nvPr/>
        </p:nvPicPr>
        <p:blipFill>
          <a:blip r:embed="rId3">
            <a:alphaModFix/>
          </a:blip>
          <a:stretch>
            <a:fillRect/>
          </a:stretch>
        </p:blipFill>
        <p:spPr>
          <a:xfrm>
            <a:off x="334350" y="1362125"/>
            <a:ext cx="8437192" cy="36116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54" name="Shape 2954"/>
        <p:cNvGrpSpPr/>
        <p:nvPr/>
      </p:nvGrpSpPr>
      <p:grpSpPr>
        <a:xfrm>
          <a:off x="0" y="0"/>
          <a:ext cx="0" cy="0"/>
          <a:chOff x="0" y="0"/>
          <a:chExt cx="0" cy="0"/>
        </a:xfrm>
      </p:grpSpPr>
      <p:sp>
        <p:nvSpPr>
          <p:cNvPr id="2955" name="Google Shape;2955;p318"/>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Reviewing Answers</a:t>
            </a:r>
            <a:endParaRPr sz="1600">
              <a:solidFill>
                <a:schemeClr val="dk2"/>
              </a:solidFill>
              <a:latin typeface="Roboto"/>
              <a:ea typeface="Roboto"/>
              <a:cs typeface="Roboto"/>
              <a:sym typeface="Roboto"/>
            </a:endParaRPr>
          </a:p>
        </p:txBody>
      </p:sp>
      <p:sp>
        <p:nvSpPr>
          <p:cNvPr id="2956" name="Google Shape;2956;p318"/>
          <p:cNvSpPr txBox="1"/>
          <p:nvPr>
            <p:ph idx="4294967295" type="title"/>
          </p:nvPr>
        </p:nvSpPr>
        <p:spPr>
          <a:xfrm>
            <a:off x="457200" y="561475"/>
            <a:ext cx="70722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The tool will let you know which answer is correct.</a:t>
            </a:r>
            <a:endParaRPr b="0" sz="1800"/>
          </a:p>
        </p:txBody>
      </p:sp>
      <p:pic>
        <p:nvPicPr>
          <p:cNvPr id="2957" name="Google Shape;2957;p318"/>
          <p:cNvPicPr preferRelativeResize="0"/>
          <p:nvPr/>
        </p:nvPicPr>
        <p:blipFill>
          <a:blip r:embed="rId3">
            <a:alphaModFix/>
          </a:blip>
          <a:stretch>
            <a:fillRect/>
          </a:stretch>
        </p:blipFill>
        <p:spPr>
          <a:xfrm>
            <a:off x="152850" y="1176200"/>
            <a:ext cx="8838308" cy="36116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61" name="Shape 2961"/>
        <p:cNvGrpSpPr/>
        <p:nvPr/>
      </p:nvGrpSpPr>
      <p:grpSpPr>
        <a:xfrm>
          <a:off x="0" y="0"/>
          <a:ext cx="0" cy="0"/>
          <a:chOff x="0" y="0"/>
          <a:chExt cx="0" cy="0"/>
        </a:xfrm>
      </p:grpSpPr>
      <p:sp>
        <p:nvSpPr>
          <p:cNvPr id="2962" name="Google Shape;2962;p319"/>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Reviewing Answers</a:t>
            </a:r>
            <a:endParaRPr sz="1600">
              <a:solidFill>
                <a:schemeClr val="dk2"/>
              </a:solidFill>
              <a:latin typeface="Roboto"/>
              <a:ea typeface="Roboto"/>
              <a:cs typeface="Roboto"/>
              <a:sym typeface="Roboto"/>
            </a:endParaRPr>
          </a:p>
        </p:txBody>
      </p:sp>
      <p:sp>
        <p:nvSpPr>
          <p:cNvPr id="2963" name="Google Shape;2963;p319"/>
          <p:cNvSpPr txBox="1"/>
          <p:nvPr>
            <p:ph idx="4294967295" type="title"/>
          </p:nvPr>
        </p:nvSpPr>
        <p:spPr>
          <a:xfrm>
            <a:off x="457200" y="561475"/>
            <a:ext cx="70722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The tool will let you know which answer is correct.</a:t>
            </a:r>
            <a:endParaRPr b="0" sz="1800"/>
          </a:p>
        </p:txBody>
      </p:sp>
      <p:pic>
        <p:nvPicPr>
          <p:cNvPr id="2964" name="Google Shape;2964;p319"/>
          <p:cNvPicPr preferRelativeResize="0"/>
          <p:nvPr/>
        </p:nvPicPr>
        <p:blipFill>
          <a:blip r:embed="rId3">
            <a:alphaModFix/>
          </a:blip>
          <a:stretch>
            <a:fillRect/>
          </a:stretch>
        </p:blipFill>
        <p:spPr>
          <a:xfrm>
            <a:off x="152850" y="1176200"/>
            <a:ext cx="8838308" cy="36116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68" name="Shape 2968"/>
        <p:cNvGrpSpPr/>
        <p:nvPr/>
      </p:nvGrpSpPr>
      <p:grpSpPr>
        <a:xfrm>
          <a:off x="0" y="0"/>
          <a:ext cx="0" cy="0"/>
          <a:chOff x="0" y="0"/>
          <a:chExt cx="0" cy="0"/>
        </a:xfrm>
      </p:grpSpPr>
      <p:sp>
        <p:nvSpPr>
          <p:cNvPr id="2969" name="Google Shape;2969;p320"/>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Additional Tips</a:t>
            </a:r>
            <a:endParaRPr sz="1600">
              <a:solidFill>
                <a:schemeClr val="dk2"/>
              </a:solidFill>
              <a:latin typeface="Roboto"/>
              <a:ea typeface="Roboto"/>
              <a:cs typeface="Roboto"/>
              <a:sym typeface="Roboto"/>
            </a:endParaRPr>
          </a:p>
        </p:txBody>
      </p:sp>
      <p:sp>
        <p:nvSpPr>
          <p:cNvPr id="2970" name="Google Shape;2970;p320"/>
          <p:cNvSpPr txBox="1"/>
          <p:nvPr>
            <p:ph idx="4294967295" type="title"/>
          </p:nvPr>
        </p:nvSpPr>
        <p:spPr>
          <a:xfrm>
            <a:off x="457200" y="577400"/>
            <a:ext cx="82296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While you are working on a module, you can view your current progress by clicking the arrow on the top right of your module.</a:t>
            </a:r>
            <a:endParaRPr b="0" sz="1800"/>
          </a:p>
        </p:txBody>
      </p:sp>
      <p:pic>
        <p:nvPicPr>
          <p:cNvPr id="2971" name="Google Shape;2971;p320"/>
          <p:cNvPicPr preferRelativeResize="0"/>
          <p:nvPr/>
        </p:nvPicPr>
        <p:blipFill>
          <a:blip r:embed="rId3">
            <a:alphaModFix/>
          </a:blip>
          <a:stretch>
            <a:fillRect/>
          </a:stretch>
        </p:blipFill>
        <p:spPr>
          <a:xfrm>
            <a:off x="152400" y="1216775"/>
            <a:ext cx="8839198" cy="1207625"/>
          </a:xfrm>
          <a:prstGeom prst="rect">
            <a:avLst/>
          </a:prstGeom>
          <a:noFill/>
          <a:ln>
            <a:noFill/>
          </a:ln>
        </p:spPr>
      </p:pic>
      <p:sp>
        <p:nvSpPr>
          <p:cNvPr id="2972" name="Google Shape;2972;p320"/>
          <p:cNvSpPr txBox="1"/>
          <p:nvPr>
            <p:ph idx="4294967295" type="title"/>
          </p:nvPr>
        </p:nvSpPr>
        <p:spPr>
          <a:xfrm>
            <a:off x="646775" y="2711000"/>
            <a:ext cx="3643500" cy="179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0" lang="en" sz="1800"/>
              <a:t>After you complete the module, you can view a summary of the completed modules.</a:t>
            </a:r>
            <a:endParaRPr b="0" sz="1800"/>
          </a:p>
          <a:p>
            <a:pPr indent="0" lvl="0" marL="0" rtl="0" algn="l">
              <a:lnSpc>
                <a:spcPct val="115000"/>
              </a:lnSpc>
              <a:spcBef>
                <a:spcPts val="1200"/>
              </a:spcBef>
              <a:spcAft>
                <a:spcPts val="0"/>
              </a:spcAft>
              <a:buNone/>
            </a:pPr>
            <a:r>
              <a:rPr b="0" lang="en" sz="1800"/>
              <a:t>From the dashboard, select </a:t>
            </a:r>
            <a:r>
              <a:rPr lang="en" sz="1800"/>
              <a:t>Course Report</a:t>
            </a:r>
            <a:r>
              <a:rPr b="0" lang="en" sz="1800"/>
              <a:t>.</a:t>
            </a:r>
            <a:endParaRPr b="0" sz="1800"/>
          </a:p>
          <a:p>
            <a:pPr indent="0" lvl="0" marL="0" rtl="0" algn="l">
              <a:lnSpc>
                <a:spcPct val="115000"/>
              </a:lnSpc>
              <a:spcBef>
                <a:spcPts val="1200"/>
              </a:spcBef>
              <a:spcAft>
                <a:spcPts val="1200"/>
              </a:spcAft>
              <a:buNone/>
            </a:pPr>
            <a:r>
              <a:t/>
            </a:r>
            <a:endParaRPr b="0" sz="1800"/>
          </a:p>
        </p:txBody>
      </p:sp>
      <p:pic>
        <p:nvPicPr>
          <p:cNvPr id="2973" name="Google Shape;2973;p320"/>
          <p:cNvPicPr preferRelativeResize="0"/>
          <p:nvPr/>
        </p:nvPicPr>
        <p:blipFill>
          <a:blip r:embed="rId4">
            <a:alphaModFix/>
          </a:blip>
          <a:stretch>
            <a:fillRect/>
          </a:stretch>
        </p:blipFill>
        <p:spPr>
          <a:xfrm>
            <a:off x="4733849" y="2528225"/>
            <a:ext cx="3952925" cy="24852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977" name="Shape 2977"/>
        <p:cNvGrpSpPr/>
        <p:nvPr/>
      </p:nvGrpSpPr>
      <p:grpSpPr>
        <a:xfrm>
          <a:off x="0" y="0"/>
          <a:ext cx="0" cy="0"/>
          <a:chOff x="0" y="0"/>
          <a:chExt cx="0" cy="0"/>
        </a:xfrm>
      </p:grpSpPr>
      <p:sp>
        <p:nvSpPr>
          <p:cNvPr id="2978" name="Google Shape;2978;p321"/>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Additional Tips</a:t>
            </a:r>
            <a:endParaRPr sz="1600">
              <a:solidFill>
                <a:schemeClr val="dk2"/>
              </a:solidFill>
              <a:latin typeface="Roboto"/>
              <a:ea typeface="Roboto"/>
              <a:cs typeface="Roboto"/>
              <a:sym typeface="Roboto"/>
            </a:endParaRPr>
          </a:p>
        </p:txBody>
      </p:sp>
      <p:sp>
        <p:nvSpPr>
          <p:cNvPr id="2979" name="Google Shape;2979;p321"/>
          <p:cNvSpPr txBox="1"/>
          <p:nvPr>
            <p:ph idx="4294967295" type="title"/>
          </p:nvPr>
        </p:nvSpPr>
        <p:spPr>
          <a:xfrm>
            <a:off x="457200" y="577400"/>
            <a:ext cx="82296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Additionally, the </a:t>
            </a:r>
            <a:r>
              <a:rPr lang="en" sz="1800"/>
              <a:t>Course Report </a:t>
            </a:r>
            <a:r>
              <a:rPr b="0" lang="en" sz="1800"/>
              <a:t>page shows the most challenging questions, which you can return to and re-answer</a:t>
            </a:r>
            <a:endParaRPr b="0" sz="1800"/>
          </a:p>
        </p:txBody>
      </p:sp>
      <p:pic>
        <p:nvPicPr>
          <p:cNvPr id="2980" name="Google Shape;2980;p321"/>
          <p:cNvPicPr preferRelativeResize="0"/>
          <p:nvPr/>
        </p:nvPicPr>
        <p:blipFill>
          <a:blip r:embed="rId3">
            <a:alphaModFix/>
          </a:blip>
          <a:stretch>
            <a:fillRect/>
          </a:stretch>
        </p:blipFill>
        <p:spPr>
          <a:xfrm>
            <a:off x="152400" y="1305200"/>
            <a:ext cx="8839201" cy="22517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4" name="Shape 2984"/>
        <p:cNvGrpSpPr/>
        <p:nvPr/>
      </p:nvGrpSpPr>
      <p:grpSpPr>
        <a:xfrm>
          <a:off x="0" y="0"/>
          <a:ext cx="0" cy="0"/>
          <a:chOff x="0" y="0"/>
          <a:chExt cx="0" cy="0"/>
        </a:xfrm>
      </p:grpSpPr>
      <p:sp>
        <p:nvSpPr>
          <p:cNvPr id="2985" name="Google Shape;2985;p322"/>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10 Minutes</a:t>
            </a:r>
            <a:endParaRPr/>
          </a:p>
        </p:txBody>
      </p:sp>
      <p:sp>
        <p:nvSpPr>
          <p:cNvPr id="2986" name="Google Shape;2986;p322"/>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CertMaster</a:t>
            </a:r>
            <a:endParaRPr/>
          </a:p>
        </p:txBody>
      </p:sp>
      <p:sp>
        <p:nvSpPr>
          <p:cNvPr id="2987" name="Google Shape;2987;p322"/>
          <p:cNvSpPr txBox="1"/>
          <p:nvPr>
            <p:ph idx="3" type="body"/>
          </p:nvPr>
        </p:nvSpPr>
        <p:spPr>
          <a:xfrm>
            <a:off x="914400" y="1691675"/>
            <a:ext cx="7315200" cy="188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use the Security+ CertMaster study trial to complete the sample test module.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2988" name="Google Shape;2988;p322"/>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2" name="Shape 2992"/>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6" name="Shape 2996"/>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p325"/>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Security+</a:t>
            </a:r>
            <a:r>
              <a:rPr b="0" lang="en">
                <a:latin typeface="Roboto"/>
                <a:ea typeface="Roboto"/>
                <a:cs typeface="Roboto"/>
                <a:sym typeface="Roboto"/>
              </a:rPr>
              <a:t> PBQs</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b="0">
              <a:latin typeface="Roboto"/>
              <a:ea typeface="Roboto"/>
              <a:cs typeface="Roboto"/>
              <a:sym typeface="Roboto"/>
            </a:endParaRPr>
          </a:p>
          <a:p>
            <a:pPr indent="0" lvl="0" marL="0" rtl="0" algn="l">
              <a:spcBef>
                <a:spcPts val="0"/>
              </a:spcBef>
              <a:spcAft>
                <a:spcPts val="0"/>
              </a:spcAft>
              <a:buNone/>
            </a:pPr>
            <a:r>
              <a:t/>
            </a:r>
            <a:endParaRPr b="0">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grpSp>
        <p:nvGrpSpPr>
          <p:cNvPr id="3002" name="Google Shape;3002;p325"/>
          <p:cNvGrpSpPr/>
          <p:nvPr/>
        </p:nvGrpSpPr>
        <p:grpSpPr>
          <a:xfrm>
            <a:off x="4192785" y="1659083"/>
            <a:ext cx="758429" cy="988879"/>
            <a:chOff x="1842100" y="291650"/>
            <a:chExt cx="3935800" cy="5131700"/>
          </a:xfrm>
        </p:grpSpPr>
        <p:sp>
          <p:nvSpPr>
            <p:cNvPr id="3003" name="Google Shape;3003;p325"/>
            <p:cNvSpPr/>
            <p:nvPr/>
          </p:nvSpPr>
          <p:spPr>
            <a:xfrm>
              <a:off x="1842100" y="291650"/>
              <a:ext cx="3935800" cy="5131700"/>
            </a:xfrm>
            <a:custGeom>
              <a:rect b="b" l="l" r="r" t="t"/>
              <a:pathLst>
                <a:path extrusionOk="0" fill="none" h="205268" w="157432">
                  <a:moveTo>
                    <a:pt x="78895" y="205267"/>
                  </a:moveTo>
                  <a:lnTo>
                    <a:pt x="78895" y="205267"/>
                  </a:lnTo>
                  <a:lnTo>
                    <a:pt x="85320" y="202411"/>
                  </a:lnTo>
                  <a:lnTo>
                    <a:pt x="91746" y="199198"/>
                  </a:lnTo>
                  <a:lnTo>
                    <a:pt x="98529" y="195629"/>
                  </a:lnTo>
                  <a:lnTo>
                    <a:pt x="105311" y="191702"/>
                  </a:lnTo>
                  <a:lnTo>
                    <a:pt x="112094" y="187418"/>
                  </a:lnTo>
                  <a:lnTo>
                    <a:pt x="118520" y="182777"/>
                  </a:lnTo>
                  <a:lnTo>
                    <a:pt x="124946" y="177779"/>
                  </a:lnTo>
                  <a:lnTo>
                    <a:pt x="130657" y="172781"/>
                  </a:lnTo>
                  <a:lnTo>
                    <a:pt x="136369" y="167427"/>
                  </a:lnTo>
                  <a:lnTo>
                    <a:pt x="141367" y="161715"/>
                  </a:lnTo>
                  <a:lnTo>
                    <a:pt x="146008" y="156003"/>
                  </a:lnTo>
                  <a:lnTo>
                    <a:pt x="149934" y="149934"/>
                  </a:lnTo>
                  <a:lnTo>
                    <a:pt x="153147" y="143866"/>
                  </a:lnTo>
                  <a:lnTo>
                    <a:pt x="155646" y="137797"/>
                  </a:lnTo>
                  <a:lnTo>
                    <a:pt x="156360" y="134941"/>
                  </a:lnTo>
                  <a:lnTo>
                    <a:pt x="157074" y="131728"/>
                  </a:lnTo>
                  <a:lnTo>
                    <a:pt x="157431" y="128515"/>
                  </a:lnTo>
                  <a:lnTo>
                    <a:pt x="157431" y="125660"/>
                  </a:lnTo>
                  <a:lnTo>
                    <a:pt x="157431" y="125660"/>
                  </a:lnTo>
                  <a:lnTo>
                    <a:pt x="157431" y="35342"/>
                  </a:lnTo>
                  <a:lnTo>
                    <a:pt x="157431" y="35342"/>
                  </a:lnTo>
                  <a:lnTo>
                    <a:pt x="147079" y="31773"/>
                  </a:lnTo>
                  <a:lnTo>
                    <a:pt x="136726" y="27846"/>
                  </a:lnTo>
                  <a:lnTo>
                    <a:pt x="126016" y="23562"/>
                  </a:lnTo>
                  <a:lnTo>
                    <a:pt x="115664" y="18921"/>
                  </a:lnTo>
                  <a:lnTo>
                    <a:pt x="105668" y="14280"/>
                  </a:lnTo>
                  <a:lnTo>
                    <a:pt x="96030" y="9639"/>
                  </a:lnTo>
                  <a:lnTo>
                    <a:pt x="87105" y="4642"/>
                  </a:lnTo>
                  <a:lnTo>
                    <a:pt x="78895" y="1"/>
                  </a:lnTo>
                  <a:lnTo>
                    <a:pt x="78895" y="1"/>
                  </a:lnTo>
                  <a:lnTo>
                    <a:pt x="70684" y="4642"/>
                  </a:lnTo>
                  <a:lnTo>
                    <a:pt x="61402" y="9639"/>
                  </a:lnTo>
                  <a:lnTo>
                    <a:pt x="52121" y="14280"/>
                  </a:lnTo>
                  <a:lnTo>
                    <a:pt x="41768" y="18921"/>
                  </a:lnTo>
                  <a:lnTo>
                    <a:pt x="31416" y="23562"/>
                  </a:lnTo>
                  <a:lnTo>
                    <a:pt x="21063" y="27846"/>
                  </a:lnTo>
                  <a:lnTo>
                    <a:pt x="10353" y="31773"/>
                  </a:lnTo>
                  <a:lnTo>
                    <a:pt x="1" y="35342"/>
                  </a:lnTo>
                  <a:lnTo>
                    <a:pt x="1" y="35342"/>
                  </a:lnTo>
                  <a:lnTo>
                    <a:pt x="1" y="125660"/>
                  </a:lnTo>
                  <a:lnTo>
                    <a:pt x="1" y="125660"/>
                  </a:lnTo>
                  <a:lnTo>
                    <a:pt x="358" y="128515"/>
                  </a:lnTo>
                  <a:lnTo>
                    <a:pt x="715" y="131728"/>
                  </a:lnTo>
                  <a:lnTo>
                    <a:pt x="1429" y="134941"/>
                  </a:lnTo>
                  <a:lnTo>
                    <a:pt x="2143" y="137797"/>
                  </a:lnTo>
                  <a:lnTo>
                    <a:pt x="4642" y="143866"/>
                  </a:lnTo>
                  <a:lnTo>
                    <a:pt x="7855" y="149934"/>
                  </a:lnTo>
                  <a:lnTo>
                    <a:pt x="11424" y="156003"/>
                  </a:lnTo>
                  <a:lnTo>
                    <a:pt x="16065" y="161715"/>
                  </a:lnTo>
                  <a:lnTo>
                    <a:pt x="21420" y="167427"/>
                  </a:lnTo>
                  <a:lnTo>
                    <a:pt x="26775" y="172781"/>
                  </a:lnTo>
                  <a:lnTo>
                    <a:pt x="32843" y="177779"/>
                  </a:lnTo>
                  <a:lnTo>
                    <a:pt x="39269" y="182777"/>
                  </a:lnTo>
                  <a:lnTo>
                    <a:pt x="45695" y="187418"/>
                  </a:lnTo>
                  <a:lnTo>
                    <a:pt x="52478" y="191702"/>
                  </a:lnTo>
                  <a:lnTo>
                    <a:pt x="58903" y="195629"/>
                  </a:lnTo>
                  <a:lnTo>
                    <a:pt x="65686" y="199198"/>
                  </a:lnTo>
                  <a:lnTo>
                    <a:pt x="72469" y="202411"/>
                  </a:lnTo>
                  <a:lnTo>
                    <a:pt x="78895" y="205267"/>
                  </a:lnTo>
                  <a:lnTo>
                    <a:pt x="78895" y="205267"/>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325"/>
            <p:cNvSpPr/>
            <p:nvPr/>
          </p:nvSpPr>
          <p:spPr>
            <a:xfrm>
              <a:off x="2788125" y="2433575"/>
              <a:ext cx="2043750" cy="1642150"/>
            </a:xfrm>
            <a:custGeom>
              <a:rect b="b" l="l" r="r" t="t"/>
              <a:pathLst>
                <a:path extrusionOk="0" fill="none" h="65686" w="81750">
                  <a:moveTo>
                    <a:pt x="81750" y="2142"/>
                  </a:moveTo>
                  <a:lnTo>
                    <a:pt x="81750" y="2142"/>
                  </a:lnTo>
                  <a:lnTo>
                    <a:pt x="79251" y="1785"/>
                  </a:lnTo>
                  <a:lnTo>
                    <a:pt x="71040" y="1071"/>
                  </a:lnTo>
                  <a:lnTo>
                    <a:pt x="58189" y="357"/>
                  </a:lnTo>
                  <a:lnTo>
                    <a:pt x="41054" y="0"/>
                  </a:lnTo>
                  <a:lnTo>
                    <a:pt x="41054" y="0"/>
                  </a:lnTo>
                  <a:lnTo>
                    <a:pt x="23918" y="357"/>
                  </a:lnTo>
                  <a:lnTo>
                    <a:pt x="11067" y="1071"/>
                  </a:lnTo>
                  <a:lnTo>
                    <a:pt x="2856" y="1785"/>
                  </a:lnTo>
                  <a:lnTo>
                    <a:pt x="0" y="2142"/>
                  </a:lnTo>
                  <a:lnTo>
                    <a:pt x="0" y="2142"/>
                  </a:lnTo>
                  <a:lnTo>
                    <a:pt x="0" y="63544"/>
                  </a:lnTo>
                  <a:lnTo>
                    <a:pt x="0" y="63544"/>
                  </a:lnTo>
                  <a:lnTo>
                    <a:pt x="2856" y="63900"/>
                  </a:lnTo>
                  <a:lnTo>
                    <a:pt x="11067" y="64614"/>
                  </a:lnTo>
                  <a:lnTo>
                    <a:pt x="23918" y="65328"/>
                  </a:lnTo>
                  <a:lnTo>
                    <a:pt x="41054" y="65685"/>
                  </a:lnTo>
                  <a:lnTo>
                    <a:pt x="41054" y="65685"/>
                  </a:lnTo>
                  <a:lnTo>
                    <a:pt x="58189" y="65328"/>
                  </a:lnTo>
                  <a:lnTo>
                    <a:pt x="71040" y="64614"/>
                  </a:lnTo>
                  <a:lnTo>
                    <a:pt x="79251" y="63900"/>
                  </a:lnTo>
                  <a:lnTo>
                    <a:pt x="81750" y="63544"/>
                  </a:lnTo>
                  <a:lnTo>
                    <a:pt x="81750" y="63544"/>
                  </a:lnTo>
                  <a:lnTo>
                    <a:pt x="81750" y="2142"/>
                  </a:lnTo>
                  <a:lnTo>
                    <a:pt x="81750" y="2142"/>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325"/>
            <p:cNvSpPr/>
            <p:nvPr/>
          </p:nvSpPr>
          <p:spPr>
            <a:xfrm>
              <a:off x="3171875" y="1353700"/>
              <a:ext cx="1276250" cy="1097750"/>
            </a:xfrm>
            <a:custGeom>
              <a:rect b="b" l="l" r="r" t="t"/>
              <a:pathLst>
                <a:path extrusionOk="0" fill="none" h="43910" w="51050">
                  <a:moveTo>
                    <a:pt x="1" y="43909"/>
                  </a:moveTo>
                  <a:lnTo>
                    <a:pt x="1" y="43909"/>
                  </a:lnTo>
                  <a:lnTo>
                    <a:pt x="1" y="25346"/>
                  </a:lnTo>
                  <a:lnTo>
                    <a:pt x="1" y="25346"/>
                  </a:lnTo>
                  <a:lnTo>
                    <a:pt x="358" y="22847"/>
                  </a:lnTo>
                  <a:lnTo>
                    <a:pt x="715" y="20348"/>
                  </a:lnTo>
                  <a:lnTo>
                    <a:pt x="1429" y="17849"/>
                  </a:lnTo>
                  <a:lnTo>
                    <a:pt x="2143" y="15707"/>
                  </a:lnTo>
                  <a:lnTo>
                    <a:pt x="3213" y="13209"/>
                  </a:lnTo>
                  <a:lnTo>
                    <a:pt x="4641" y="11067"/>
                  </a:lnTo>
                  <a:lnTo>
                    <a:pt x="6069" y="9282"/>
                  </a:lnTo>
                  <a:lnTo>
                    <a:pt x="7497" y="7497"/>
                  </a:lnTo>
                  <a:lnTo>
                    <a:pt x="9282" y="5712"/>
                  </a:lnTo>
                  <a:lnTo>
                    <a:pt x="11424" y="4284"/>
                  </a:lnTo>
                  <a:lnTo>
                    <a:pt x="13566" y="3213"/>
                  </a:lnTo>
                  <a:lnTo>
                    <a:pt x="15708" y="1785"/>
                  </a:lnTo>
                  <a:lnTo>
                    <a:pt x="18207" y="1071"/>
                  </a:lnTo>
                  <a:lnTo>
                    <a:pt x="20349" y="357"/>
                  </a:lnTo>
                  <a:lnTo>
                    <a:pt x="23205" y="0"/>
                  </a:lnTo>
                  <a:lnTo>
                    <a:pt x="25704" y="0"/>
                  </a:lnTo>
                  <a:lnTo>
                    <a:pt x="25704" y="0"/>
                  </a:lnTo>
                  <a:lnTo>
                    <a:pt x="28202" y="0"/>
                  </a:lnTo>
                  <a:lnTo>
                    <a:pt x="30701" y="357"/>
                  </a:lnTo>
                  <a:lnTo>
                    <a:pt x="33200" y="1071"/>
                  </a:lnTo>
                  <a:lnTo>
                    <a:pt x="35699" y="1785"/>
                  </a:lnTo>
                  <a:lnTo>
                    <a:pt x="37841" y="3213"/>
                  </a:lnTo>
                  <a:lnTo>
                    <a:pt x="39983" y="4284"/>
                  </a:lnTo>
                  <a:lnTo>
                    <a:pt x="41768" y="5712"/>
                  </a:lnTo>
                  <a:lnTo>
                    <a:pt x="43553" y="7497"/>
                  </a:lnTo>
                  <a:lnTo>
                    <a:pt x="45338" y="9282"/>
                  </a:lnTo>
                  <a:lnTo>
                    <a:pt x="46766" y="11067"/>
                  </a:lnTo>
                  <a:lnTo>
                    <a:pt x="48194" y="13209"/>
                  </a:lnTo>
                  <a:lnTo>
                    <a:pt x="49264" y="15707"/>
                  </a:lnTo>
                  <a:lnTo>
                    <a:pt x="49978" y="17849"/>
                  </a:lnTo>
                  <a:lnTo>
                    <a:pt x="50692" y="20348"/>
                  </a:lnTo>
                  <a:lnTo>
                    <a:pt x="51049" y="22847"/>
                  </a:lnTo>
                  <a:lnTo>
                    <a:pt x="51049" y="25346"/>
                  </a:lnTo>
                  <a:lnTo>
                    <a:pt x="51049" y="25346"/>
                  </a:lnTo>
                  <a:lnTo>
                    <a:pt x="51049" y="43909"/>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325"/>
            <p:cNvSpPr/>
            <p:nvPr/>
          </p:nvSpPr>
          <p:spPr>
            <a:xfrm>
              <a:off x="3600250" y="2861950"/>
              <a:ext cx="419500" cy="419475"/>
            </a:xfrm>
            <a:custGeom>
              <a:rect b="b" l="l" r="r" t="t"/>
              <a:pathLst>
                <a:path extrusionOk="0" fill="none" h="16779" w="16780">
                  <a:moveTo>
                    <a:pt x="16779" y="8211"/>
                  </a:moveTo>
                  <a:lnTo>
                    <a:pt x="16779" y="8211"/>
                  </a:lnTo>
                  <a:lnTo>
                    <a:pt x="16779" y="9996"/>
                  </a:lnTo>
                  <a:lnTo>
                    <a:pt x="16422" y="11424"/>
                  </a:lnTo>
                  <a:lnTo>
                    <a:pt x="15351" y="12852"/>
                  </a:lnTo>
                  <a:lnTo>
                    <a:pt x="14280" y="14280"/>
                  </a:lnTo>
                  <a:lnTo>
                    <a:pt x="13209" y="15351"/>
                  </a:lnTo>
                  <a:lnTo>
                    <a:pt x="11781" y="16065"/>
                  </a:lnTo>
                  <a:lnTo>
                    <a:pt x="10353" y="16422"/>
                  </a:lnTo>
                  <a:lnTo>
                    <a:pt x="8569" y="16779"/>
                  </a:lnTo>
                  <a:lnTo>
                    <a:pt x="8569" y="16779"/>
                  </a:lnTo>
                  <a:lnTo>
                    <a:pt x="6784" y="16422"/>
                  </a:lnTo>
                  <a:lnTo>
                    <a:pt x="5356" y="16065"/>
                  </a:lnTo>
                  <a:lnTo>
                    <a:pt x="3928" y="15351"/>
                  </a:lnTo>
                  <a:lnTo>
                    <a:pt x="2500" y="14280"/>
                  </a:lnTo>
                  <a:lnTo>
                    <a:pt x="1429" y="12852"/>
                  </a:lnTo>
                  <a:lnTo>
                    <a:pt x="715" y="11424"/>
                  </a:lnTo>
                  <a:lnTo>
                    <a:pt x="358" y="9996"/>
                  </a:lnTo>
                  <a:lnTo>
                    <a:pt x="1" y="8211"/>
                  </a:lnTo>
                  <a:lnTo>
                    <a:pt x="1" y="8211"/>
                  </a:lnTo>
                  <a:lnTo>
                    <a:pt x="358" y="6783"/>
                  </a:lnTo>
                  <a:lnTo>
                    <a:pt x="715" y="4998"/>
                  </a:lnTo>
                  <a:lnTo>
                    <a:pt x="1429" y="3570"/>
                  </a:lnTo>
                  <a:lnTo>
                    <a:pt x="2500" y="2499"/>
                  </a:lnTo>
                  <a:lnTo>
                    <a:pt x="3928" y="1428"/>
                  </a:lnTo>
                  <a:lnTo>
                    <a:pt x="5356" y="714"/>
                  </a:lnTo>
                  <a:lnTo>
                    <a:pt x="6784" y="0"/>
                  </a:lnTo>
                  <a:lnTo>
                    <a:pt x="8569" y="0"/>
                  </a:lnTo>
                  <a:lnTo>
                    <a:pt x="8569" y="0"/>
                  </a:lnTo>
                  <a:lnTo>
                    <a:pt x="10353" y="0"/>
                  </a:lnTo>
                  <a:lnTo>
                    <a:pt x="11781" y="714"/>
                  </a:lnTo>
                  <a:lnTo>
                    <a:pt x="13209" y="1428"/>
                  </a:lnTo>
                  <a:lnTo>
                    <a:pt x="14280" y="2499"/>
                  </a:lnTo>
                  <a:lnTo>
                    <a:pt x="15351" y="3570"/>
                  </a:lnTo>
                  <a:lnTo>
                    <a:pt x="16422" y="4998"/>
                  </a:lnTo>
                  <a:lnTo>
                    <a:pt x="16779" y="6783"/>
                  </a:lnTo>
                  <a:lnTo>
                    <a:pt x="16779" y="8211"/>
                  </a:lnTo>
                  <a:lnTo>
                    <a:pt x="16779" y="8211"/>
                  </a:lnTo>
                  <a:close/>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325"/>
            <p:cNvSpPr/>
            <p:nvPr/>
          </p:nvSpPr>
          <p:spPr>
            <a:xfrm>
              <a:off x="3814450" y="3281400"/>
              <a:ext cx="25" cy="321325"/>
            </a:xfrm>
            <a:custGeom>
              <a:rect b="b" l="l" r="r" t="t"/>
              <a:pathLst>
                <a:path extrusionOk="0" fill="none" h="12853" w="1">
                  <a:moveTo>
                    <a:pt x="1" y="1"/>
                  </a:moveTo>
                  <a:lnTo>
                    <a:pt x="1" y="12852"/>
                  </a:lnTo>
                </a:path>
              </a:pathLst>
            </a:custGeom>
            <a:noFill/>
            <a:ln cap="rnd" cmpd="sng" w="19050">
              <a:solidFill>
                <a:srgbClr val="264E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32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Security+ PBQs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13" name="Google Shape;3013;p326"/>
          <p:cNvSpPr txBox="1"/>
          <p:nvPr>
            <p:ph idx="2" type="title"/>
          </p:nvPr>
        </p:nvSpPr>
        <p:spPr>
          <a:xfrm>
            <a:off x="51950" y="513875"/>
            <a:ext cx="80211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700"/>
              <a:t>The Security+ exam has </a:t>
            </a:r>
            <a:r>
              <a:rPr b="1" lang="en" sz="1700"/>
              <a:t>two types</a:t>
            </a:r>
            <a:r>
              <a:rPr lang="en" sz="1700"/>
              <a:t> of questions: multiple choice and performance-based questions (PBQs).</a:t>
            </a:r>
            <a:endParaRPr/>
          </a:p>
          <a:p>
            <a:pPr indent="0" lvl="0" marL="0" rtl="0" algn="l">
              <a:spcBef>
                <a:spcPts val="0"/>
              </a:spcBef>
              <a:spcAft>
                <a:spcPts val="0"/>
              </a:spcAft>
              <a:buNone/>
            </a:pPr>
            <a:r>
              <a:t/>
            </a:r>
            <a:endParaRPr/>
          </a:p>
        </p:txBody>
      </p:sp>
      <p:sp>
        <p:nvSpPr>
          <p:cNvPr id="3014" name="Google Shape;3014;p326"/>
          <p:cNvSpPr txBox="1"/>
          <p:nvPr/>
        </p:nvSpPr>
        <p:spPr>
          <a:xfrm>
            <a:off x="1497325" y="1313600"/>
            <a:ext cx="70389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PBQs present a simulated environment, such as a network, firewall, or terminal.</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3015" name="Google Shape;3015;p326"/>
          <p:cNvSpPr txBox="1"/>
          <p:nvPr/>
        </p:nvSpPr>
        <p:spPr>
          <a:xfrm>
            <a:off x="1497325" y="2174825"/>
            <a:ext cx="71133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Since the question environment is simulated and not live, there may be some limitations compared to a real-world environment.</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
        <p:nvSpPr>
          <p:cNvPr id="3016" name="Google Shape;3016;p326"/>
          <p:cNvSpPr txBox="1"/>
          <p:nvPr/>
        </p:nvSpPr>
        <p:spPr>
          <a:xfrm>
            <a:off x="1497325" y="3159225"/>
            <a:ext cx="7113300" cy="60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PBQs are often the </a:t>
            </a:r>
            <a:r>
              <a:rPr b="1" lang="en" sz="1800">
                <a:solidFill>
                  <a:schemeClr val="dk2"/>
                </a:solidFill>
                <a:latin typeface="Roboto"/>
                <a:ea typeface="Roboto"/>
                <a:cs typeface="Roboto"/>
                <a:sym typeface="Roboto"/>
              </a:rPr>
              <a:t>first questions</a:t>
            </a:r>
            <a:r>
              <a:rPr lang="en" sz="1800">
                <a:solidFill>
                  <a:schemeClr val="dk2"/>
                </a:solidFill>
                <a:latin typeface="Roboto"/>
                <a:ea typeface="Roboto"/>
                <a:cs typeface="Roboto"/>
                <a:sym typeface="Roboto"/>
              </a:rPr>
              <a:t> on the Security+ exam.</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020" name="Shape 3020"/>
        <p:cNvGrpSpPr/>
        <p:nvPr/>
      </p:nvGrpSpPr>
      <p:grpSpPr>
        <a:xfrm>
          <a:off x="0" y="0"/>
          <a:ext cx="0" cy="0"/>
          <a:chOff x="0" y="0"/>
          <a:chExt cx="0" cy="0"/>
        </a:xfrm>
      </p:grpSpPr>
      <p:pic>
        <p:nvPicPr>
          <p:cNvPr id="3021" name="Google Shape;3021;p327"/>
          <p:cNvPicPr preferRelativeResize="0"/>
          <p:nvPr/>
        </p:nvPicPr>
        <p:blipFill rotWithShape="1">
          <a:blip r:embed="rId3">
            <a:alphaModFix/>
          </a:blip>
          <a:srcRect b="5051" l="0" r="0" t="0"/>
          <a:stretch/>
        </p:blipFill>
        <p:spPr>
          <a:xfrm>
            <a:off x="558238" y="1159825"/>
            <a:ext cx="7823825" cy="3390725"/>
          </a:xfrm>
          <a:prstGeom prst="rect">
            <a:avLst/>
          </a:prstGeom>
          <a:noFill/>
          <a:ln>
            <a:noFill/>
          </a:ln>
        </p:spPr>
      </p:pic>
      <p:sp>
        <p:nvSpPr>
          <p:cNvPr id="3022" name="Google Shape;3022;p327"/>
          <p:cNvSpPr txBox="1"/>
          <p:nvPr>
            <p:ph idx="4294967295" type="subTitle"/>
          </p:nvPr>
        </p:nvSpPr>
        <p:spPr>
          <a:xfrm>
            <a:off x="-12300" y="4916650"/>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100" u="sng">
                <a:hlinkClick r:id="rId4"/>
              </a:rPr>
              <a:t>https://simulation.comptia.org/</a:t>
            </a:r>
            <a:endParaRPr sz="1100"/>
          </a:p>
        </p:txBody>
      </p:sp>
      <p:sp>
        <p:nvSpPr>
          <p:cNvPr id="3023" name="Google Shape;3023;p327"/>
          <p:cNvSpPr txBox="1"/>
          <p:nvPr/>
        </p:nvSpPr>
        <p:spPr>
          <a:xfrm>
            <a:off x="347250" y="51200"/>
            <a:ext cx="8484900" cy="7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PBQs</a:t>
            </a:r>
            <a:endParaRPr sz="1600">
              <a:solidFill>
                <a:schemeClr val="dk2"/>
              </a:solidFill>
              <a:latin typeface="Roboto"/>
              <a:ea typeface="Roboto"/>
              <a:cs typeface="Roboto"/>
              <a:sym typeface="Roboto"/>
            </a:endParaRPr>
          </a:p>
        </p:txBody>
      </p:sp>
      <p:sp>
        <p:nvSpPr>
          <p:cNvPr id="3024" name="Google Shape;3024;p327"/>
          <p:cNvSpPr txBox="1"/>
          <p:nvPr>
            <p:ph idx="4294967295" type="title"/>
          </p:nvPr>
        </p:nvSpPr>
        <p:spPr>
          <a:xfrm>
            <a:off x="457200" y="561475"/>
            <a:ext cx="8686800" cy="5754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200"/>
              </a:spcAft>
              <a:buNone/>
            </a:pPr>
            <a:r>
              <a:rPr b="0" lang="en" sz="1800"/>
              <a:t>Let’s explore Security+ PBQ questions.</a:t>
            </a:r>
            <a:endParaRPr b="0" sz="18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8" name="Shape 3028"/>
        <p:cNvGrpSpPr/>
        <p:nvPr/>
      </p:nvGrpSpPr>
      <p:grpSpPr>
        <a:xfrm>
          <a:off x="0" y="0"/>
          <a:ext cx="0" cy="0"/>
          <a:chOff x="0" y="0"/>
          <a:chExt cx="0" cy="0"/>
        </a:xfrm>
      </p:grpSpPr>
      <p:sp>
        <p:nvSpPr>
          <p:cNvPr id="3029" name="Google Shape;3029;p328"/>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Security+ </a:t>
            </a:r>
            <a:r>
              <a:rPr lang="en">
                <a:latin typeface="Roboto"/>
                <a:ea typeface="Roboto"/>
                <a:cs typeface="Roboto"/>
                <a:sym typeface="Roboto"/>
              </a:rPr>
              <a:t>PBQs</a:t>
            </a:r>
            <a:endParaRPr>
              <a:latin typeface="Roboto"/>
              <a:ea typeface="Roboto"/>
              <a:cs typeface="Roboto"/>
              <a:sym typeface="Robot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3" name="Shape 3033"/>
        <p:cNvGrpSpPr/>
        <p:nvPr/>
      </p:nvGrpSpPr>
      <p:grpSpPr>
        <a:xfrm>
          <a:off x="0" y="0"/>
          <a:ext cx="0" cy="0"/>
          <a:chOff x="0" y="0"/>
          <a:chExt cx="0" cy="0"/>
        </a:xfrm>
      </p:grpSpPr>
      <p:sp>
        <p:nvSpPr>
          <p:cNvPr id="3034" name="Google Shape;3034;p329"/>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15 Minutes</a:t>
            </a:r>
            <a:endParaRPr/>
          </a:p>
        </p:txBody>
      </p:sp>
      <p:sp>
        <p:nvSpPr>
          <p:cNvPr id="3035" name="Google Shape;3035;p32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Security+ PBQs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36" name="Google Shape;3036;p329"/>
          <p:cNvSpPr txBox="1"/>
          <p:nvPr>
            <p:ph idx="3" type="body"/>
          </p:nvPr>
        </p:nvSpPr>
        <p:spPr>
          <a:xfrm>
            <a:off x="914400" y="1691675"/>
            <a:ext cx="7315200" cy="188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work through several Security+ PBQs.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are tasked with completing all of the questions in the allotted time.</a:t>
            </a:r>
            <a:endParaRPr/>
          </a:p>
          <a:p>
            <a:pPr indent="-342900" lvl="0" marL="457200" rtl="0" algn="l">
              <a:spcBef>
                <a:spcPts val="0"/>
              </a:spcBef>
              <a:spcAft>
                <a:spcPts val="0"/>
              </a:spcAft>
              <a:buSzPts val="1800"/>
              <a:buChar char="●"/>
            </a:pPr>
            <a:r>
              <a:rPr lang="en"/>
              <a:t>Be sure to read all the instructions carefully before completing the activity.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3037" name="Google Shape;3037;p32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1" name="Shape 3041"/>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5" name="Shape 3045"/>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9" name="Shape 3049"/>
        <p:cNvGrpSpPr/>
        <p:nvPr/>
      </p:nvGrpSpPr>
      <p:grpSpPr>
        <a:xfrm>
          <a:off x="0" y="0"/>
          <a:ext cx="0" cy="0"/>
          <a:chOff x="0" y="0"/>
          <a:chExt cx="0" cy="0"/>
        </a:xfrm>
      </p:grpSpPr>
      <p:sp>
        <p:nvSpPr>
          <p:cNvPr id="3050" name="Google Shape;3050;p332"/>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Security+ </a:t>
            </a:r>
            <a:r>
              <a:rPr lang="en">
                <a:latin typeface="Roboto"/>
                <a:ea typeface="Roboto"/>
                <a:cs typeface="Roboto"/>
                <a:sym typeface="Roboto"/>
              </a:rPr>
              <a:t>PBQs</a:t>
            </a:r>
            <a:endParaRPr>
              <a:latin typeface="Roboto"/>
              <a:ea typeface="Roboto"/>
              <a:cs typeface="Roboto"/>
              <a:sym typeface="Roboto"/>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4" name="Shape 3054"/>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8" name="Shape 3058"/>
        <p:cNvGrpSpPr/>
        <p:nvPr/>
      </p:nvGrpSpPr>
      <p:grpSpPr>
        <a:xfrm>
          <a:off x="0" y="0"/>
          <a:ext cx="0" cy="0"/>
          <a:chOff x="0" y="0"/>
          <a:chExt cx="0" cy="0"/>
        </a:xfrm>
      </p:grpSpPr>
      <p:sp>
        <p:nvSpPr>
          <p:cNvPr id="3059" name="Google Shape;3059;p334"/>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Module Recap</a:t>
            </a:r>
            <a:endParaRPr/>
          </a:p>
        </p:txBody>
      </p:sp>
      <p:sp>
        <p:nvSpPr>
          <p:cNvPr id="3060" name="Google Shape;3060;p334"/>
          <p:cNvSpPr txBox="1"/>
          <p:nvPr>
            <p:ph idx="1" type="subTitle"/>
          </p:nvPr>
        </p:nvSpPr>
        <p:spPr>
          <a:xfrm>
            <a:off x="1425450" y="1194750"/>
            <a:ext cx="70449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Performed mobile forensic analysis and compiled details of Peter’s iPhone</a:t>
            </a:r>
            <a:endParaRPr sz="1600">
              <a:latin typeface="Roboto"/>
              <a:ea typeface="Roboto"/>
              <a:cs typeface="Roboto"/>
              <a:sym typeface="Roboto"/>
            </a:endParaRPr>
          </a:p>
        </p:txBody>
      </p:sp>
      <p:sp>
        <p:nvSpPr>
          <p:cNvPr id="3061" name="Google Shape;3061;p334"/>
          <p:cNvSpPr txBox="1"/>
          <p:nvPr>
            <p:ph idx="4" type="subTitle"/>
          </p:nvPr>
        </p:nvSpPr>
        <p:spPr>
          <a:xfrm>
            <a:off x="1425450" y="3137848"/>
            <a:ext cx="70449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Created custom tags</a:t>
            </a:r>
            <a:endParaRPr sz="1600">
              <a:latin typeface="Roboto"/>
              <a:ea typeface="Roboto"/>
              <a:cs typeface="Roboto"/>
              <a:sym typeface="Roboto"/>
            </a:endParaRPr>
          </a:p>
        </p:txBody>
      </p:sp>
      <p:sp>
        <p:nvSpPr>
          <p:cNvPr id="3062" name="Google Shape;3062;p334"/>
          <p:cNvSpPr txBox="1"/>
          <p:nvPr>
            <p:ph idx="3" type="subTitle"/>
          </p:nvPr>
        </p:nvSpPr>
        <p:spPr>
          <a:xfrm>
            <a:off x="1425450" y="2462857"/>
            <a:ext cx="70449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Tagged and categorized evidence relevant to the case</a:t>
            </a:r>
            <a:endParaRPr sz="1600">
              <a:latin typeface="Roboto"/>
              <a:ea typeface="Roboto"/>
              <a:cs typeface="Roboto"/>
              <a:sym typeface="Roboto"/>
            </a:endParaRPr>
          </a:p>
        </p:txBody>
      </p:sp>
      <p:sp>
        <p:nvSpPr>
          <p:cNvPr id="3063" name="Google Shape;3063;p334"/>
          <p:cNvSpPr txBox="1"/>
          <p:nvPr>
            <p:ph idx="2" type="subTitle"/>
          </p:nvPr>
        </p:nvSpPr>
        <p:spPr>
          <a:xfrm>
            <a:off x="1425450" y="1828803"/>
            <a:ext cx="70449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Searched through numerous files and directories on the iPhone image</a:t>
            </a:r>
            <a:endParaRPr sz="1600">
              <a:latin typeface="Roboto"/>
              <a:ea typeface="Roboto"/>
              <a:cs typeface="Roboto"/>
              <a:sym typeface="Roboto"/>
            </a:endParaRPr>
          </a:p>
        </p:txBody>
      </p:sp>
      <p:sp>
        <p:nvSpPr>
          <p:cNvPr id="3064" name="Google Shape;3064;p334"/>
          <p:cNvSpPr txBox="1"/>
          <p:nvPr>
            <p:ph idx="5"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We’ve examined a lot of information and done the following:</a:t>
            </a:r>
            <a:endParaRPr sz="1800">
              <a:latin typeface="Roboto"/>
              <a:ea typeface="Roboto"/>
              <a:cs typeface="Roboto"/>
              <a:sym typeface="Roboto"/>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8" name="Shape 3068"/>
        <p:cNvGrpSpPr/>
        <p:nvPr/>
      </p:nvGrpSpPr>
      <p:grpSpPr>
        <a:xfrm>
          <a:off x="0" y="0"/>
          <a:ext cx="0" cy="0"/>
          <a:chOff x="0" y="0"/>
          <a:chExt cx="0" cy="0"/>
        </a:xfrm>
      </p:grpSpPr>
      <p:sp>
        <p:nvSpPr>
          <p:cNvPr id="3069" name="Google Shape;3069;p335"/>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Module Recap</a:t>
            </a:r>
            <a:endParaRPr/>
          </a:p>
        </p:txBody>
      </p:sp>
      <p:sp>
        <p:nvSpPr>
          <p:cNvPr id="3070" name="Google Shape;3070;p335"/>
          <p:cNvSpPr txBox="1"/>
          <p:nvPr>
            <p:ph idx="1" type="subTitle"/>
          </p:nvPr>
        </p:nvSpPr>
        <p:spPr>
          <a:xfrm>
            <a:off x="1471200" y="1205900"/>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Extracted data for offline analysis using the export function</a:t>
            </a:r>
            <a:endParaRPr sz="1600">
              <a:latin typeface="Roboto"/>
              <a:ea typeface="Roboto"/>
              <a:cs typeface="Roboto"/>
              <a:sym typeface="Roboto"/>
            </a:endParaRPr>
          </a:p>
        </p:txBody>
      </p:sp>
      <p:sp>
        <p:nvSpPr>
          <p:cNvPr id="3071" name="Google Shape;3071;p335"/>
          <p:cNvSpPr txBox="1"/>
          <p:nvPr>
            <p:ph idx="2" type="subTitle"/>
          </p:nvPr>
        </p:nvSpPr>
        <p:spPr>
          <a:xfrm>
            <a:off x="1471200" y="1828800"/>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Examined and documented Peter’s emails</a:t>
            </a:r>
            <a:endParaRPr sz="1600">
              <a:latin typeface="Roboto"/>
              <a:ea typeface="Roboto"/>
              <a:cs typeface="Roboto"/>
              <a:sym typeface="Roboto"/>
            </a:endParaRPr>
          </a:p>
        </p:txBody>
      </p:sp>
      <p:sp>
        <p:nvSpPr>
          <p:cNvPr id="3072" name="Google Shape;3072;p335"/>
          <p:cNvSpPr txBox="1"/>
          <p:nvPr>
            <p:ph idx="3" type="subTitle"/>
          </p:nvPr>
        </p:nvSpPr>
        <p:spPr>
          <a:xfrm>
            <a:off x="1471200" y="2453288"/>
            <a:ext cx="7116000" cy="4863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600">
                <a:latin typeface="Roboto"/>
                <a:ea typeface="Roboto"/>
                <a:cs typeface="Roboto"/>
                <a:sym typeface="Roboto"/>
              </a:rPr>
              <a:t>Examined and documented Peter’s SMS messages</a:t>
            </a:r>
            <a:endParaRPr sz="1600">
              <a:latin typeface="Roboto"/>
              <a:ea typeface="Roboto"/>
              <a:cs typeface="Roboto"/>
              <a:sym typeface="Roboto"/>
            </a:endParaRPr>
          </a:p>
        </p:txBody>
      </p:sp>
      <p:sp>
        <p:nvSpPr>
          <p:cNvPr id="3073" name="Google Shape;3073;p335"/>
          <p:cNvSpPr txBox="1"/>
          <p:nvPr>
            <p:ph idx="4" type="title"/>
          </p:nvPr>
        </p:nvSpPr>
        <p:spPr>
          <a:xfrm>
            <a:off x="70200" y="4390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We’ve examined a lot of information and done the following:</a:t>
            </a:r>
            <a:endParaRPr sz="1800">
              <a:latin typeface="Roboto"/>
              <a:ea typeface="Roboto"/>
              <a:cs typeface="Roboto"/>
              <a:sym typeface="Roboto"/>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7" name="Shape 3077"/>
        <p:cNvGrpSpPr/>
        <p:nvPr/>
      </p:nvGrpSpPr>
      <p:grpSpPr>
        <a:xfrm>
          <a:off x="0" y="0"/>
          <a:ext cx="0" cy="0"/>
          <a:chOff x="0" y="0"/>
          <a:chExt cx="0" cy="0"/>
        </a:xfrm>
      </p:grpSpPr>
      <p:sp>
        <p:nvSpPr>
          <p:cNvPr id="3078" name="Google Shape;3078;p336"/>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2600">
                <a:solidFill>
                  <a:schemeClr val="dk2"/>
                </a:solidFill>
              </a:rPr>
              <a:t>Class Wrap-Up</a:t>
            </a:r>
            <a:endParaRPr sz="2600">
              <a:solidFill>
                <a:schemeClr val="dk2"/>
              </a:solidFill>
            </a:endParaRPr>
          </a:p>
        </p:txBody>
      </p:sp>
      <p:sp>
        <p:nvSpPr>
          <p:cNvPr id="3079" name="Google Shape;3079;p336"/>
          <p:cNvSpPr txBox="1"/>
          <p:nvPr>
            <p:ph idx="4294967295" type="subTitle"/>
          </p:nvPr>
        </p:nvSpPr>
        <p:spPr>
          <a:xfrm>
            <a:off x="582835" y="1859300"/>
            <a:ext cx="2371500" cy="2662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600">
                <a:solidFill>
                  <a:schemeClr val="dk2"/>
                </a:solidFill>
                <a:latin typeface="Roboto"/>
                <a:ea typeface="Roboto"/>
                <a:cs typeface="Roboto"/>
                <a:sym typeface="Roboto"/>
              </a:rPr>
              <a:t>Digital forensics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is a field dedicated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to identifying, extracting, preserving, and reporting against information obtained from computer and network systems.</a:t>
            </a:r>
            <a:endParaRPr sz="1600">
              <a:solidFill>
                <a:schemeClr val="dk2"/>
              </a:solidFill>
              <a:latin typeface="Roboto"/>
              <a:ea typeface="Roboto"/>
              <a:cs typeface="Roboto"/>
              <a:sym typeface="Roboto"/>
            </a:endParaRPr>
          </a:p>
        </p:txBody>
      </p:sp>
      <p:sp>
        <p:nvSpPr>
          <p:cNvPr id="3080" name="Google Shape;3080;p336"/>
          <p:cNvSpPr txBox="1"/>
          <p:nvPr>
            <p:ph idx="4294967295" type="subTitle"/>
          </p:nvPr>
        </p:nvSpPr>
        <p:spPr>
          <a:xfrm>
            <a:off x="3358325" y="1859300"/>
            <a:ext cx="2299500" cy="2662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600">
                <a:solidFill>
                  <a:schemeClr val="dk2"/>
                </a:solidFill>
                <a:latin typeface="Roboto"/>
                <a:ea typeface="Roboto"/>
                <a:cs typeface="Roboto"/>
                <a:sym typeface="Roboto"/>
              </a:rPr>
              <a:t>Digital forensics relies upon the expertise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of examiners to analyze and interpret data retrieved by trusted forensics examination tools.</a:t>
            </a:r>
            <a:endParaRPr sz="1600">
              <a:solidFill>
                <a:schemeClr val="dk2"/>
              </a:solidFill>
              <a:latin typeface="Roboto"/>
              <a:ea typeface="Roboto"/>
              <a:cs typeface="Roboto"/>
              <a:sym typeface="Roboto"/>
            </a:endParaRPr>
          </a:p>
        </p:txBody>
      </p:sp>
      <p:sp>
        <p:nvSpPr>
          <p:cNvPr id="3081" name="Google Shape;3081;p336"/>
          <p:cNvSpPr txBox="1"/>
          <p:nvPr>
            <p:ph idx="4294967295" type="subTitle"/>
          </p:nvPr>
        </p:nvSpPr>
        <p:spPr>
          <a:xfrm>
            <a:off x="6263695" y="1859312"/>
            <a:ext cx="2371500" cy="2662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1600">
                <a:solidFill>
                  <a:schemeClr val="dk2"/>
                </a:solidFill>
                <a:latin typeface="Roboto"/>
                <a:ea typeface="Roboto"/>
                <a:cs typeface="Roboto"/>
                <a:sym typeface="Roboto"/>
              </a:rPr>
              <a:t>Investigative teams may be spread across several times zones, </a:t>
            </a:r>
            <a:br>
              <a:rPr lang="en" sz="1600">
                <a:solidFill>
                  <a:schemeClr val="dk2"/>
                </a:solidFill>
                <a:latin typeface="Roboto"/>
                <a:ea typeface="Roboto"/>
                <a:cs typeface="Roboto"/>
                <a:sym typeface="Roboto"/>
              </a:rPr>
            </a:br>
            <a:r>
              <a:rPr lang="en" sz="1600">
                <a:solidFill>
                  <a:schemeClr val="dk2"/>
                </a:solidFill>
                <a:latin typeface="Roboto"/>
                <a:ea typeface="Roboto"/>
                <a:cs typeface="Roboto"/>
                <a:sym typeface="Roboto"/>
              </a:rPr>
              <a:t>so it's important to follow a baseline timezone as indicated by case file.</a:t>
            </a:r>
            <a:endParaRPr sz="1600">
              <a:solidFill>
                <a:schemeClr val="dk2"/>
              </a:solidFill>
              <a:latin typeface="Roboto"/>
              <a:ea typeface="Roboto"/>
              <a:cs typeface="Roboto"/>
              <a:sym typeface="Roboto"/>
            </a:endParaRPr>
          </a:p>
        </p:txBody>
      </p:sp>
      <p:sp>
        <p:nvSpPr>
          <p:cNvPr id="3082" name="Google Shape;3082;p336"/>
          <p:cNvSpPr txBox="1"/>
          <p:nvPr>
            <p:ph idx="2" type="title"/>
          </p:nvPr>
        </p:nvSpPr>
        <p:spPr>
          <a:xfrm>
            <a:off x="70200" y="439075"/>
            <a:ext cx="91686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Key takeaways from this lesson:</a:t>
            </a:r>
            <a:endParaRPr>
              <a:solidFill>
                <a:schemeClr val="dk2"/>
              </a:solidFill>
              <a:latin typeface="Roboto"/>
              <a:ea typeface="Roboto"/>
              <a:cs typeface="Roboto"/>
              <a:sym typeface="Robot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6" name="Shape 3086"/>
        <p:cNvGrpSpPr/>
        <p:nvPr/>
      </p:nvGrpSpPr>
      <p:grpSpPr>
        <a:xfrm>
          <a:off x="0" y="0"/>
          <a:ext cx="0" cy="0"/>
          <a:chOff x="0" y="0"/>
          <a:chExt cx="0" cy="0"/>
        </a:xfrm>
      </p:grpSpPr>
      <p:sp>
        <p:nvSpPr>
          <p:cNvPr id="3087" name="Google Shape;3087;p337"/>
          <p:cNvSpPr txBox="1"/>
          <p:nvPr>
            <p:ph idx="1" type="body"/>
          </p:nvPr>
        </p:nvSpPr>
        <p:spPr>
          <a:xfrm>
            <a:off x="3317300" y="1377600"/>
            <a:ext cx="53694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You’ll continue your report and work on another </a:t>
            </a:r>
            <a:r>
              <a:rPr b="1" lang="en"/>
              <a:t>bonus assignment</a:t>
            </a:r>
            <a:r>
              <a:rPr lang="en"/>
              <a:t> for this week’s Challenge.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1" name="Shape 3091"/>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5" name="Shape 3095"/>
        <p:cNvGrpSpPr/>
        <p:nvPr/>
      </p:nvGrpSpPr>
      <p:grpSpPr>
        <a:xfrm>
          <a:off x="0" y="0"/>
          <a:ext cx="0" cy="0"/>
          <a:chOff x="0" y="0"/>
          <a:chExt cx="0" cy="0"/>
        </a:xfrm>
      </p:grpSpPr>
      <p:sp>
        <p:nvSpPr>
          <p:cNvPr id="3096" name="Google Shape;3096;p339"/>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Cybersecurity Interviewing</a:t>
            </a:r>
            <a:endParaRPr b="1" baseline="-25000" sz="22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0" name="Shape 310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rilogy Bootcamps Theme">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