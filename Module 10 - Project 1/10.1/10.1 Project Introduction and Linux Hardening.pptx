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oboto"/>
      <p:regular r:id="rId33"/>
      <p:bold r:id="rId34"/>
      <p:italic r:id="rId35"/>
      <p:boldItalic r:id="rId36"/>
    </p:embeddedFont>
    <p:embeddedFont>
      <p:font typeface="Roboto Medium"/>
      <p:regular r:id="rId37"/>
      <p:bold r:id="rId38"/>
      <p:italic r:id="rId39"/>
      <p:boldItalic r:id="rId40"/>
    </p:embeddedFont>
    <p:embeddedFont>
      <p:font typeface="Inconsolata"/>
      <p:regular r:id="rId41"/>
      <p:bold r:id="rId42"/>
    </p:embeddedFont>
    <p:embeddedFont>
      <p:font typeface="Roboto Light"/>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8A18DE-8998-4A49-BAC6-08DCC65790F1}">
  <a:tblStyle styleId="{2F8A18DE-8998-4A49-BAC6-08DCC65790F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Medium-boldItalic.fntdata"/><Relationship Id="rId42" Type="http://schemas.openxmlformats.org/officeDocument/2006/relationships/font" Target="fonts/Inconsolata-bold.fntdata"/><Relationship Id="rId41" Type="http://schemas.openxmlformats.org/officeDocument/2006/relationships/font" Target="fonts/Inconsolata-regular.fntdata"/><Relationship Id="rId44" Type="http://schemas.openxmlformats.org/officeDocument/2006/relationships/font" Target="fonts/RobotoLight-bold.fntdata"/><Relationship Id="rId43" Type="http://schemas.openxmlformats.org/officeDocument/2006/relationships/font" Target="fonts/RobotoLight-regular.fntdata"/><Relationship Id="rId46" Type="http://schemas.openxmlformats.org/officeDocument/2006/relationships/font" Target="fonts/RobotoLight-boldItalic.fntdata"/><Relationship Id="rId45" Type="http://schemas.openxmlformats.org/officeDocument/2006/relationships/font" Target="fonts/RobotoLight-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Roboto-regular.fntdata"/><Relationship Id="rId32" Type="http://schemas.openxmlformats.org/officeDocument/2006/relationships/slide" Target="slides/slide27.xml"/><Relationship Id="rId35" Type="http://schemas.openxmlformats.org/officeDocument/2006/relationships/font" Target="fonts/Roboto-italic.fntdata"/><Relationship Id="rId34" Type="http://schemas.openxmlformats.org/officeDocument/2006/relationships/font" Target="fonts/Roboto-bold.fntdata"/><Relationship Id="rId37" Type="http://schemas.openxmlformats.org/officeDocument/2006/relationships/font" Target="fonts/RobotoMedium-regular.fntdata"/><Relationship Id="rId36" Type="http://schemas.openxmlformats.org/officeDocument/2006/relationships/font" Target="fonts/Roboto-boldItalic.fntdata"/><Relationship Id="rId39" Type="http://schemas.openxmlformats.org/officeDocument/2006/relationships/font" Target="fonts/RobotoMedium-italic.fntdata"/><Relationship Id="rId38" Type="http://schemas.openxmlformats.org/officeDocument/2006/relationships/font" Target="fonts/RobotoMedium-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cademia.edu/29461503/Digital_Marketing_Definition_History_Strategies_Developments_Advantages_and_Limitaion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2eb00afe1db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2eb00afe1db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2ffb4b1bfb3_0_1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2ffb4b1bfb3_0_1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2ffb4b1bfb3_0_10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0" name="Google Shape;810;g2ffb4b1bfb3_0_1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2ffb4b1bfb3_0_10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2ffb4b1bfb3_0_10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2ffb4b1bfb3_0_1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3" name="Google Shape;833;g2ffb4b1bfb3_0_14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2ffb4b1bfb3_0_1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2ffb4b1bfb3_0_1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2ffb4b1bfb3_0_2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9" name="Google Shape;859;g2ffb4b1bfb3_0_29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#3 Instructor Do</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1000"/>
              </a:spcBef>
              <a:spcAft>
                <a:spcPts val="0"/>
              </a:spcAft>
              <a:buClr>
                <a:schemeClr val="dk1"/>
              </a:buClr>
              <a:buSzPts val="1100"/>
              <a:buFont typeface="Arial"/>
              <a:buNone/>
            </a:pPr>
            <a:r>
              <a:rPr lang="en">
                <a:solidFill>
                  <a:schemeClr val="dk1"/>
                </a:solidFill>
                <a:latin typeface="Roboto"/>
                <a:ea typeface="Roboto"/>
                <a:cs typeface="Roboto"/>
                <a:sym typeface="Roboto"/>
              </a:rPr>
              <a:t>The term </a:t>
            </a:r>
            <a:r>
              <a:rPr i="1" lang="en">
                <a:solidFill>
                  <a:schemeClr val="dk1"/>
                </a:solidFill>
                <a:latin typeface="Roboto"/>
                <a:ea typeface="Roboto"/>
                <a:cs typeface="Roboto"/>
                <a:sym typeface="Roboto"/>
              </a:rPr>
              <a:t>digital marketing</a:t>
            </a:r>
            <a:r>
              <a:rPr lang="en">
                <a:solidFill>
                  <a:schemeClr val="dk1"/>
                </a:solidFill>
                <a:latin typeface="Roboto"/>
                <a:ea typeface="Roboto"/>
                <a:cs typeface="Roboto"/>
                <a:sym typeface="Roboto"/>
              </a:rPr>
              <a:t> wasn’t even used before the 1990s (</a:t>
            </a:r>
            <a:r>
              <a:rPr lang="en" u="sng">
                <a:solidFill>
                  <a:srgbClr val="1155CC"/>
                </a:solidFill>
                <a:latin typeface="Roboto"/>
                <a:ea typeface="Roboto"/>
                <a:cs typeface="Roboto"/>
                <a:sym typeface="Roboto"/>
                <a:hlinkClick r:id="rId2">
                  <a:extLst>
                    <a:ext uri="{A12FA001-AC4F-418D-AE19-62706E023703}">
                      <ahyp:hlinkClr val="tx"/>
                    </a:ext>
                  </a:extLst>
                </a:hlinkClick>
              </a:rPr>
              <a:t>source</a:t>
            </a:r>
            <a:r>
              <a:rPr lang="en">
                <a:solidFill>
                  <a:schemeClr val="dk1"/>
                </a:solidFill>
                <a:latin typeface="Roboto"/>
                <a:ea typeface="Roboto"/>
                <a:cs typeface="Roboto"/>
                <a:sym typeface="Roboto"/>
              </a:rPr>
              <a:t>). Personal computers started becoming popular in the 1980s, but the advent of the internet in the 1990s is what pivoted the direction of marketing. Even into the early 2000s, marketers largely relied on traditional channels to promote their wares.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2ffb4b1bfb3_0_10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2ffb4b1bfb3_0_1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2ff51dfad80_0_1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2ff51dfad80_0_1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2ffb4b1bfb3_0_3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2ffb4b1bfb3_0_3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00b75cfe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300b75cfe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00b75cfea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00b75cfea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00b75cfea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300b75cfea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00b75cfea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00b75cfea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00b75cfea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00b75cfea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00b75cfead_0_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300b75cfead_0_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054eb2293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3054eb2293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300b75cfead_0_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300b75cfead_0_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00b75cfead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300b75cfead_0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00b75cfead_0_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300b75cfead_0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00b75cfead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300b75cfead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00b75cfea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300b75cfea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300b75cfead_0_9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300b75cfead_0_9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2ff51dfad80_0_4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2ff51dfad80_0_4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2ff51dfad80_0_4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g2ff51dfad80_0_4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2f0136018fe_0_2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2f0136018fe_0_2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2ec649b3119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2ec649b3119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9.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9.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4" name="Google Shape;104;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5" name="Shape 105"/>
        <p:cNvGrpSpPr/>
        <p:nvPr/>
      </p:nvGrpSpPr>
      <p:grpSpPr>
        <a:xfrm>
          <a:off x="0" y="0"/>
          <a:ext cx="0" cy="0"/>
          <a:chOff x="0" y="0"/>
          <a:chExt cx="0" cy="0"/>
        </a:xfrm>
      </p:grpSpPr>
      <p:sp>
        <p:nvSpPr>
          <p:cNvPr id="106" name="Google Shape;106;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7" name="Google Shape;107;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9" name="Shape 109"/>
        <p:cNvGrpSpPr/>
        <p:nvPr/>
      </p:nvGrpSpPr>
      <p:grpSpPr>
        <a:xfrm>
          <a:off x="0" y="0"/>
          <a:ext cx="0" cy="0"/>
          <a:chOff x="0" y="0"/>
          <a:chExt cx="0" cy="0"/>
        </a:xfrm>
      </p:grpSpPr>
      <p:sp>
        <p:nvSpPr>
          <p:cNvPr id="110" name="Google Shape;110;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Lesson</a:t>
            </a:r>
            <a:endParaRPr b="0" i="0" sz="4000" u="none" cap="none" strike="noStrike">
              <a:solidFill>
                <a:schemeClr val="lt1"/>
              </a:solidFill>
              <a:latin typeface="Roboto"/>
              <a:ea typeface="Roboto"/>
              <a:cs typeface="Roboto"/>
              <a:sym typeface="Roboto"/>
            </a:endParaRPr>
          </a:p>
        </p:txBody>
      </p:sp>
      <p:sp>
        <p:nvSpPr>
          <p:cNvPr id="111" name="Google Shape;111;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3" name="Google Shape;113;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4" name="Shape 114"/>
        <p:cNvGrpSpPr/>
        <p:nvPr/>
      </p:nvGrpSpPr>
      <p:grpSpPr>
        <a:xfrm>
          <a:off x="0" y="0"/>
          <a:ext cx="0" cy="0"/>
          <a:chOff x="0" y="0"/>
          <a:chExt cx="0" cy="0"/>
        </a:xfrm>
      </p:grpSpPr>
      <p:sp>
        <p:nvSpPr>
          <p:cNvPr id="115" name="Google Shape;115;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6" name="Google Shape;116;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7" name="Google Shape;117;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9" name="Google Shape;119;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20" name="Shape 120"/>
        <p:cNvGrpSpPr/>
        <p:nvPr/>
      </p:nvGrpSpPr>
      <p:grpSpPr>
        <a:xfrm>
          <a:off x="0" y="0"/>
          <a:ext cx="0" cy="0"/>
          <a:chOff x="0" y="0"/>
          <a:chExt cx="0" cy="0"/>
        </a:xfrm>
      </p:grpSpPr>
      <p:sp>
        <p:nvSpPr>
          <p:cNvPr id="121" name="Google Shape;121;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2" name="Google Shape;122;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3" name="Google Shape;123;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5" name="Shape 125"/>
        <p:cNvGrpSpPr/>
        <p:nvPr/>
      </p:nvGrpSpPr>
      <p:grpSpPr>
        <a:xfrm>
          <a:off x="0" y="0"/>
          <a:ext cx="0" cy="0"/>
          <a:chOff x="0" y="0"/>
          <a:chExt cx="0" cy="0"/>
        </a:xfrm>
      </p:grpSpPr>
      <p:sp>
        <p:nvSpPr>
          <p:cNvPr id="126" name="Google Shape;126;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7" name="Google Shape;127;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8" name="Google Shape;128;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2" name="Google Shape;132;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3" name="Shape 133"/>
        <p:cNvGrpSpPr/>
        <p:nvPr/>
      </p:nvGrpSpPr>
      <p:grpSpPr>
        <a:xfrm>
          <a:off x="0" y="0"/>
          <a:ext cx="0" cy="0"/>
          <a:chOff x="0" y="0"/>
          <a:chExt cx="0" cy="0"/>
        </a:xfrm>
      </p:grpSpPr>
      <p:sp>
        <p:nvSpPr>
          <p:cNvPr id="134" name="Google Shape;134;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5" name="Google Shape;135;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6" name="Shape 136"/>
        <p:cNvGrpSpPr/>
        <p:nvPr/>
      </p:nvGrpSpPr>
      <p:grpSpPr>
        <a:xfrm>
          <a:off x="0" y="0"/>
          <a:ext cx="0" cy="0"/>
          <a:chOff x="0" y="0"/>
          <a:chExt cx="0" cy="0"/>
        </a:xfrm>
      </p:grpSpPr>
      <p:sp>
        <p:nvSpPr>
          <p:cNvPr id="137" name="Google Shape;137;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8" name="Google Shape;138;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9" name="Shape 139"/>
        <p:cNvGrpSpPr/>
        <p:nvPr/>
      </p:nvGrpSpPr>
      <p:grpSpPr>
        <a:xfrm>
          <a:off x="0" y="0"/>
          <a:ext cx="0" cy="0"/>
          <a:chOff x="0" y="0"/>
          <a:chExt cx="0" cy="0"/>
        </a:xfrm>
      </p:grpSpPr>
      <p:pic>
        <p:nvPicPr>
          <p:cNvPr id="140" name="Google Shape;140;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1" name="Google Shape;141;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a:t>
            </a:r>
            <a:r>
              <a:rPr lang="en" sz="4000">
                <a:solidFill>
                  <a:schemeClr val="lt1"/>
                </a:solidFill>
                <a:latin typeface="Roboto"/>
                <a:ea typeface="Roboto"/>
                <a:cs typeface="Roboto"/>
                <a:sym typeface="Roboto"/>
              </a:rPr>
              <a:t>U</a:t>
            </a:r>
            <a:r>
              <a:rPr b="0" i="0" lang="en" sz="4000" u="none" cap="none" strike="noStrike">
                <a:solidFill>
                  <a:schemeClr val="lt1"/>
                </a:solidFill>
                <a:latin typeface="Roboto"/>
                <a:ea typeface="Roboto"/>
                <a:cs typeface="Roboto"/>
                <a:sym typeface="Roboto"/>
              </a:rPr>
              <a:t>p!</a:t>
            </a:r>
            <a:endParaRPr b="0" i="0" sz="4000" u="none" cap="none" strike="noStrike">
              <a:solidFill>
                <a:schemeClr val="lt1"/>
              </a:solidFill>
              <a:latin typeface="Roboto"/>
              <a:ea typeface="Roboto"/>
              <a:cs typeface="Roboto"/>
              <a:sym typeface="Roboto"/>
            </a:endParaRPr>
          </a:p>
        </p:txBody>
      </p:sp>
      <p:sp>
        <p:nvSpPr>
          <p:cNvPr id="142" name="Google Shape;142;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3" name="Shape 143"/>
        <p:cNvGrpSpPr/>
        <p:nvPr/>
      </p:nvGrpSpPr>
      <p:grpSpPr>
        <a:xfrm>
          <a:off x="0" y="0"/>
          <a:ext cx="0" cy="0"/>
          <a:chOff x="0" y="0"/>
          <a:chExt cx="0" cy="0"/>
        </a:xfrm>
      </p:grpSpPr>
      <p:pic>
        <p:nvPicPr>
          <p:cNvPr id="144" name="Google Shape;144;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5" name="Google Shape;145;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6" name="Google Shape;146;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9" name="Google Shape;149;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a:t>
            </a:r>
            <a:r>
              <a:rPr lang="en" sz="4000">
                <a:solidFill>
                  <a:schemeClr val="lt1"/>
                </a:solidFill>
                <a:latin typeface="Roboto"/>
                <a:ea typeface="Roboto"/>
                <a:cs typeface="Roboto"/>
                <a:sym typeface="Roboto"/>
              </a:rPr>
              <a:t>f</a:t>
            </a:r>
            <a:r>
              <a:rPr b="0" i="0" lang="en" sz="4000" u="none" cap="none" strike="noStrike">
                <a:solidFill>
                  <a:schemeClr val="lt1"/>
                </a:solidFill>
                <a:latin typeface="Roboto"/>
                <a:ea typeface="Roboto"/>
                <a:cs typeface="Roboto"/>
                <a:sym typeface="Roboto"/>
              </a:rPr>
              <a:t>or a </a:t>
            </a:r>
            <a:r>
              <a:rPr lang="en" sz="4000">
                <a:solidFill>
                  <a:schemeClr val="lt1"/>
                </a:solidFill>
                <a:latin typeface="Roboto"/>
                <a:ea typeface="Roboto"/>
                <a:cs typeface="Roboto"/>
                <a:sym typeface="Roboto"/>
              </a:rPr>
              <a:t>Q</a:t>
            </a:r>
            <a:r>
              <a:rPr b="0" i="0" lang="en" sz="4000" u="none" cap="none" strike="noStrike">
                <a:solidFill>
                  <a:schemeClr val="lt1"/>
                </a:solidFill>
                <a:latin typeface="Roboto"/>
                <a:ea typeface="Roboto"/>
                <a:cs typeface="Roboto"/>
                <a:sym typeface="Roboto"/>
              </a:rPr>
              <a:t>uick </a:t>
            </a:r>
            <a:r>
              <a:rPr lang="en" sz="4000">
                <a:solidFill>
                  <a:schemeClr val="lt1"/>
                </a:solidFill>
                <a:latin typeface="Roboto"/>
                <a:ea typeface="Roboto"/>
                <a:cs typeface="Roboto"/>
                <a:sym typeface="Roboto"/>
              </a:rPr>
              <a:t>V</a:t>
            </a:r>
            <a:r>
              <a:rPr b="0" i="0" lang="en" sz="4000" u="none" cap="none" strike="noStrike">
                <a:solidFill>
                  <a:schemeClr val="lt1"/>
                </a:solidFill>
                <a:latin typeface="Roboto"/>
                <a:ea typeface="Roboto"/>
                <a:cs typeface="Roboto"/>
                <a:sym typeface="Roboto"/>
              </a:rPr>
              <a:t>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2" name="Google Shape;152;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a:t>
            </a:r>
            <a:r>
              <a:rPr lang="en" sz="4000">
                <a:solidFill>
                  <a:schemeClr val="lt1"/>
                </a:solidFill>
                <a:latin typeface="Roboto"/>
                <a:ea typeface="Roboto"/>
                <a:cs typeface="Roboto"/>
                <a:sym typeface="Roboto"/>
              </a:rPr>
              <a:t>R</a:t>
            </a:r>
            <a:r>
              <a:rPr b="0" i="0" lang="en" sz="4000" u="none" cap="none" strike="noStrike">
                <a:solidFill>
                  <a:schemeClr val="lt1"/>
                </a:solidFill>
                <a:latin typeface="Roboto"/>
                <a:ea typeface="Roboto"/>
                <a:cs typeface="Roboto"/>
                <a:sym typeface="Roboto"/>
              </a:rPr>
              <a:t>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3" name="Shape 153"/>
        <p:cNvGrpSpPr/>
        <p:nvPr/>
      </p:nvGrpSpPr>
      <p:grpSpPr>
        <a:xfrm>
          <a:off x="0" y="0"/>
          <a:ext cx="0" cy="0"/>
          <a:chOff x="0" y="0"/>
          <a:chExt cx="0" cy="0"/>
        </a:xfrm>
      </p:grpSpPr>
      <p:pic>
        <p:nvPicPr>
          <p:cNvPr id="154" name="Google Shape;154;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5" name="Google Shape;155;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a:t>
            </a:r>
            <a:r>
              <a:rPr lang="en" sz="4000">
                <a:solidFill>
                  <a:schemeClr val="lt1"/>
                </a:solidFill>
                <a:latin typeface="Roboto"/>
                <a:ea typeface="Roboto"/>
                <a:cs typeface="Roboto"/>
                <a:sym typeface="Roboto"/>
              </a:rPr>
              <a:t>R</a:t>
            </a:r>
            <a:r>
              <a:rPr b="0" i="0" lang="en" sz="4000" u="none" cap="none" strike="noStrike">
                <a:solidFill>
                  <a:schemeClr val="lt1"/>
                </a:solidFill>
                <a:latin typeface="Roboto"/>
                <a:ea typeface="Roboto"/>
                <a:cs typeface="Roboto"/>
                <a:sym typeface="Roboto"/>
              </a:rPr>
              <a:t>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6" name="Shape 156"/>
        <p:cNvGrpSpPr/>
        <p:nvPr/>
      </p:nvGrpSpPr>
      <p:grpSpPr>
        <a:xfrm>
          <a:off x="0" y="0"/>
          <a:ext cx="0" cy="0"/>
          <a:chOff x="0" y="0"/>
          <a:chExt cx="0" cy="0"/>
        </a:xfrm>
      </p:grpSpPr>
      <p:pic>
        <p:nvPicPr>
          <p:cNvPr id="157" name="Google Shape;157;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8" name="Google Shape;158;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a:t>
            </a:r>
            <a:r>
              <a:rPr lang="en" sz="4000">
                <a:solidFill>
                  <a:schemeClr val="lt1"/>
                </a:solidFill>
                <a:latin typeface="Roboto"/>
                <a:ea typeface="Roboto"/>
                <a:cs typeface="Roboto"/>
                <a:sym typeface="Roboto"/>
              </a:rPr>
              <a:t>H</a:t>
            </a:r>
            <a:r>
              <a:rPr b="0" i="0" lang="en" sz="4000" u="none" cap="none" strike="noStrike">
                <a:solidFill>
                  <a:schemeClr val="lt1"/>
                </a:solidFill>
                <a:latin typeface="Roboto"/>
                <a:ea typeface="Roboto"/>
                <a:cs typeface="Roboto"/>
                <a:sym typeface="Roboto"/>
              </a:rPr>
              <a:t>ours</a:t>
            </a:r>
            <a:endParaRPr b="0" i="0" sz="4000" u="none" cap="none" strike="noStrike">
              <a:solidFill>
                <a:schemeClr val="lt1"/>
              </a:solidFill>
              <a:latin typeface="Roboto"/>
              <a:ea typeface="Roboto"/>
              <a:cs typeface="Roboto"/>
              <a:sym typeface="Roboto"/>
            </a:endParaRPr>
          </a:p>
        </p:txBody>
      </p:sp>
      <p:sp>
        <p:nvSpPr>
          <p:cNvPr id="159" name="Google Shape;159;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60" name="Shape 160"/>
        <p:cNvGrpSpPr/>
        <p:nvPr/>
      </p:nvGrpSpPr>
      <p:grpSpPr>
        <a:xfrm>
          <a:off x="0" y="0"/>
          <a:ext cx="0" cy="0"/>
          <a:chOff x="0" y="0"/>
          <a:chExt cx="0" cy="0"/>
        </a:xfrm>
      </p:grpSpPr>
      <p:sp>
        <p:nvSpPr>
          <p:cNvPr id="161" name="Google Shape;161;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2" name="Google Shape;162;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3" name="Google Shape;163;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4" name="Shape 164"/>
        <p:cNvGrpSpPr/>
        <p:nvPr/>
      </p:nvGrpSpPr>
      <p:grpSpPr>
        <a:xfrm>
          <a:off x="0" y="0"/>
          <a:ext cx="0" cy="0"/>
          <a:chOff x="0" y="0"/>
          <a:chExt cx="0" cy="0"/>
        </a:xfrm>
      </p:grpSpPr>
      <p:sp>
        <p:nvSpPr>
          <p:cNvPr id="165" name="Google Shape;165;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a:t>
            </a:r>
            <a:r>
              <a:rPr lang="en" sz="4000">
                <a:solidFill>
                  <a:schemeClr val="lt1"/>
                </a:solidFill>
                <a:latin typeface="Roboto"/>
                <a:ea typeface="Roboto"/>
                <a:cs typeface="Roboto"/>
                <a:sym typeface="Roboto"/>
              </a:rPr>
              <a:t>Y</a:t>
            </a:r>
            <a:r>
              <a:rPr b="0" i="0" lang="en" sz="4000" u="none" cap="none" strike="noStrike">
                <a:solidFill>
                  <a:schemeClr val="lt1"/>
                </a:solidFill>
                <a:latin typeface="Roboto"/>
                <a:ea typeface="Roboto"/>
                <a:cs typeface="Roboto"/>
                <a:sym typeface="Roboto"/>
              </a:rPr>
              <a:t>ou</a:t>
            </a:r>
            <a:endParaRPr b="0" i="0" sz="4000" u="none" cap="none" strike="noStrike">
              <a:solidFill>
                <a:schemeClr val="lt1"/>
              </a:solidFill>
              <a:latin typeface="Roboto"/>
              <a:ea typeface="Roboto"/>
              <a:cs typeface="Roboto"/>
              <a:sym typeface="Roboto"/>
            </a:endParaRPr>
          </a:p>
        </p:txBody>
      </p:sp>
      <p:pic>
        <p:nvPicPr>
          <p:cNvPr id="166" name="Google Shape;166;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7" name="Shape 167"/>
        <p:cNvGrpSpPr/>
        <p:nvPr/>
      </p:nvGrpSpPr>
      <p:grpSpPr>
        <a:xfrm>
          <a:off x="0" y="0"/>
          <a:ext cx="0" cy="0"/>
          <a:chOff x="0" y="0"/>
          <a:chExt cx="0" cy="0"/>
        </a:xfrm>
      </p:grpSpPr>
      <p:sp>
        <p:nvSpPr>
          <p:cNvPr id="168" name="Google Shape;168;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9" name="Google Shape;169;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70" name="Google Shape;170;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1" name="Google Shape;171;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2" name="Google Shape;172;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4" name="Google Shape;174;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5" name="Google Shape;175;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6" name="Google Shape;176;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9" name="Google Shape;179;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1" name="Google Shape;181;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2" name="Shape 182"/>
        <p:cNvGrpSpPr/>
        <p:nvPr/>
      </p:nvGrpSpPr>
      <p:grpSpPr>
        <a:xfrm>
          <a:off x="0" y="0"/>
          <a:ext cx="0" cy="0"/>
          <a:chOff x="0" y="0"/>
          <a:chExt cx="0" cy="0"/>
        </a:xfrm>
      </p:grpSpPr>
      <p:sp>
        <p:nvSpPr>
          <p:cNvPr id="183" name="Google Shape;183;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4" name="Shape 184"/>
        <p:cNvGrpSpPr/>
        <p:nvPr/>
      </p:nvGrpSpPr>
      <p:grpSpPr>
        <a:xfrm>
          <a:off x="0" y="0"/>
          <a:ext cx="0" cy="0"/>
          <a:chOff x="0" y="0"/>
          <a:chExt cx="0" cy="0"/>
        </a:xfrm>
      </p:grpSpPr>
      <p:cxnSp>
        <p:nvCxnSpPr>
          <p:cNvPr id="185" name="Google Shape;185;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6" name="Google Shape;186;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8" name="Google Shape;188;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9" name="Google Shape;189;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90" name="Shape 190"/>
        <p:cNvGrpSpPr/>
        <p:nvPr/>
      </p:nvGrpSpPr>
      <p:grpSpPr>
        <a:xfrm>
          <a:off x="0" y="0"/>
          <a:ext cx="0" cy="0"/>
          <a:chOff x="0" y="0"/>
          <a:chExt cx="0" cy="0"/>
        </a:xfrm>
      </p:grpSpPr>
      <p:cxnSp>
        <p:nvCxnSpPr>
          <p:cNvPr id="191" name="Google Shape;191;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2" name="Google Shape;192;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4" name="Google Shape;194;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5" name="Google Shape;195;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5" name="Google Shape;205;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9" name="Google Shape;209;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10" name="Google Shape;210;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1" name="Shape 211"/>
        <p:cNvGrpSpPr/>
        <p:nvPr/>
      </p:nvGrpSpPr>
      <p:grpSpPr>
        <a:xfrm>
          <a:off x="0" y="0"/>
          <a:ext cx="0" cy="0"/>
          <a:chOff x="0" y="0"/>
          <a:chExt cx="0" cy="0"/>
        </a:xfrm>
      </p:grpSpPr>
      <p:cxnSp>
        <p:nvCxnSpPr>
          <p:cNvPr id="212" name="Google Shape;212;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3" name="Google Shape;213;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5" name="Google Shape;215;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6" name="Google Shape;216;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7" name="Shape 217"/>
        <p:cNvGrpSpPr/>
        <p:nvPr/>
      </p:nvGrpSpPr>
      <p:grpSpPr>
        <a:xfrm>
          <a:off x="0" y="0"/>
          <a:ext cx="0" cy="0"/>
          <a:chOff x="0" y="0"/>
          <a:chExt cx="0" cy="0"/>
        </a:xfrm>
      </p:grpSpPr>
      <p:cxnSp>
        <p:nvCxnSpPr>
          <p:cNvPr id="218" name="Google Shape;218;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9" name="Google Shape;219;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1" name="Google Shape;221;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1" name="Google Shape;231;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5" name="Google Shape;235;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6" name="Google Shape;236;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7" name="Google Shape;237;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8" name="Shape 238"/>
        <p:cNvGrpSpPr/>
        <p:nvPr/>
      </p:nvGrpSpPr>
      <p:grpSpPr>
        <a:xfrm>
          <a:off x="0" y="0"/>
          <a:ext cx="0" cy="0"/>
          <a:chOff x="0" y="0"/>
          <a:chExt cx="0" cy="0"/>
        </a:xfrm>
      </p:grpSpPr>
      <p:sp>
        <p:nvSpPr>
          <p:cNvPr id="239" name="Google Shape;239;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9" name="Google Shape;249;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50" name="Google Shape;250;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1" name="Google Shape;251;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2" name="Google Shape;252;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3" name="Google Shape;253;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4" name="Google Shape;254;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3" name="Google Shape;263;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4" name="Shape 264"/>
        <p:cNvGrpSpPr/>
        <p:nvPr/>
      </p:nvGrpSpPr>
      <p:grpSpPr>
        <a:xfrm>
          <a:off x="0" y="0"/>
          <a:ext cx="0" cy="0"/>
          <a:chOff x="0" y="0"/>
          <a:chExt cx="0" cy="0"/>
        </a:xfrm>
      </p:grpSpPr>
      <p:sp>
        <p:nvSpPr>
          <p:cNvPr id="265" name="Google Shape;265;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7" name="Google Shape;267;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8" name="Google Shape;268;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9" name="Google Shape;269;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0" name="Google Shape;270;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1" name="Google Shape;271;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2" name="Google Shape;272;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3" name="Google Shape;273;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4" name="Shape 274"/>
        <p:cNvGrpSpPr/>
        <p:nvPr/>
      </p:nvGrpSpPr>
      <p:grpSpPr>
        <a:xfrm>
          <a:off x="0" y="0"/>
          <a:ext cx="0" cy="0"/>
          <a:chOff x="0" y="0"/>
          <a:chExt cx="0" cy="0"/>
        </a:xfrm>
      </p:grpSpPr>
      <p:sp>
        <p:nvSpPr>
          <p:cNvPr id="275" name="Google Shape;275;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7" name="Google Shape;277;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8" name="Google Shape;278;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9" name="Google Shape;279;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80" name="Google Shape;280;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1" name="Google Shape;281;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2" name="Google Shape;282;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3" name="Google Shape;283;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4" name="Shape 284"/>
        <p:cNvGrpSpPr/>
        <p:nvPr/>
      </p:nvGrpSpPr>
      <p:grpSpPr>
        <a:xfrm>
          <a:off x="0" y="0"/>
          <a:ext cx="0" cy="0"/>
          <a:chOff x="0" y="0"/>
          <a:chExt cx="0" cy="0"/>
        </a:xfrm>
      </p:grpSpPr>
      <p:sp>
        <p:nvSpPr>
          <p:cNvPr id="285" name="Google Shape;285;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7" name="Google Shape;287;p40"/>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288" name="Google Shape;288;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9" name="Shape 289"/>
        <p:cNvGrpSpPr/>
        <p:nvPr/>
      </p:nvGrpSpPr>
      <p:grpSpPr>
        <a:xfrm>
          <a:off x="0" y="0"/>
          <a:ext cx="0" cy="0"/>
          <a:chOff x="0" y="0"/>
          <a:chExt cx="0" cy="0"/>
        </a:xfrm>
      </p:grpSpPr>
      <p:sp>
        <p:nvSpPr>
          <p:cNvPr id="290" name="Google Shape;290;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1" name="Google Shape;291;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2" name="Google Shape;292;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3" name="Google Shape;293;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4" name="Shape 294"/>
        <p:cNvGrpSpPr/>
        <p:nvPr/>
      </p:nvGrpSpPr>
      <p:grpSpPr>
        <a:xfrm>
          <a:off x="0" y="0"/>
          <a:ext cx="0" cy="0"/>
          <a:chOff x="0" y="0"/>
          <a:chExt cx="0" cy="0"/>
        </a:xfrm>
      </p:grpSpPr>
      <p:sp>
        <p:nvSpPr>
          <p:cNvPr id="295" name="Google Shape;295;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p42"/>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297" name="Google Shape;297;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8" name="Google Shape;298;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9" name="Shape 299"/>
        <p:cNvGrpSpPr/>
        <p:nvPr/>
      </p:nvGrpSpPr>
      <p:grpSpPr>
        <a:xfrm>
          <a:off x="0" y="0"/>
          <a:ext cx="0" cy="0"/>
          <a:chOff x="0" y="0"/>
          <a:chExt cx="0" cy="0"/>
        </a:xfrm>
      </p:grpSpPr>
      <p:sp>
        <p:nvSpPr>
          <p:cNvPr id="300" name="Google Shape;300;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p43"/>
          <p:cNvGrpSpPr/>
          <p:nvPr/>
        </p:nvGrpSpPr>
        <p:grpSpPr>
          <a:xfrm>
            <a:off x="1074625" y="2258150"/>
            <a:ext cx="1473491" cy="980288"/>
            <a:chOff x="1074625" y="2258150"/>
            <a:chExt cx="1473491" cy="980288"/>
          </a:xfrm>
        </p:grpSpPr>
        <p:sp>
          <p:nvSpPr>
            <p:cNvPr id="302" name="Google Shape;302;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4" name="Google Shape;304;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5" name="Google Shape;305;p43"/>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306" name="Google Shape;306;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7" name="Shape 307"/>
        <p:cNvGrpSpPr/>
        <p:nvPr/>
      </p:nvGrpSpPr>
      <p:grpSpPr>
        <a:xfrm>
          <a:off x="0" y="0"/>
          <a:ext cx="0" cy="0"/>
          <a:chOff x="0" y="0"/>
          <a:chExt cx="0" cy="0"/>
        </a:xfrm>
      </p:grpSpPr>
      <p:sp>
        <p:nvSpPr>
          <p:cNvPr id="308" name="Google Shape;308;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p44"/>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310" name="Google Shape;310;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1" name="Google Shape;311;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2" name="Shape 312"/>
        <p:cNvGrpSpPr/>
        <p:nvPr/>
      </p:nvGrpSpPr>
      <p:grpSpPr>
        <a:xfrm>
          <a:off x="0" y="0"/>
          <a:ext cx="0" cy="0"/>
          <a:chOff x="0" y="0"/>
          <a:chExt cx="0" cy="0"/>
        </a:xfrm>
      </p:grpSpPr>
      <p:sp>
        <p:nvSpPr>
          <p:cNvPr id="313" name="Google Shape;313;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8" name="Google Shape;318;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9" name="Shape 319"/>
        <p:cNvGrpSpPr/>
        <p:nvPr/>
      </p:nvGrpSpPr>
      <p:grpSpPr>
        <a:xfrm>
          <a:off x="0" y="0"/>
          <a:ext cx="0" cy="0"/>
          <a:chOff x="0" y="0"/>
          <a:chExt cx="0" cy="0"/>
        </a:xfrm>
      </p:grpSpPr>
      <p:sp>
        <p:nvSpPr>
          <p:cNvPr id="320" name="Google Shape;320;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1" name="Google Shape;321;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2" name="Google Shape;322;p46"/>
          <p:cNvGrpSpPr/>
          <p:nvPr/>
        </p:nvGrpSpPr>
        <p:grpSpPr>
          <a:xfrm>
            <a:off x="3972318" y="1206125"/>
            <a:ext cx="1051285" cy="920372"/>
            <a:chOff x="587700" y="-13400"/>
            <a:chExt cx="5735325" cy="5021125"/>
          </a:xfrm>
        </p:grpSpPr>
        <p:sp>
          <p:nvSpPr>
            <p:cNvPr id="323" name="Google Shape;323;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9" name="Google Shape;329;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31" name="Shape 331"/>
        <p:cNvGrpSpPr/>
        <p:nvPr/>
      </p:nvGrpSpPr>
      <p:grpSpPr>
        <a:xfrm>
          <a:off x="0" y="0"/>
          <a:ext cx="0" cy="0"/>
          <a:chOff x="0" y="0"/>
          <a:chExt cx="0" cy="0"/>
        </a:xfrm>
      </p:grpSpPr>
      <p:sp>
        <p:nvSpPr>
          <p:cNvPr id="332" name="Google Shape;332;p4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3" name="Google Shape;333;p4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334" name="Google Shape;33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1">
  <p:cSld name="CUSTOM_22_1_1_1">
    <p:bg>
      <p:bgPr>
        <a:solidFill>
          <a:schemeClr val="lt2"/>
        </a:solidFill>
      </p:bgPr>
    </p:bg>
    <p:spTree>
      <p:nvGrpSpPr>
        <p:cNvPr id="335" name="Shape 335"/>
        <p:cNvGrpSpPr/>
        <p:nvPr/>
      </p:nvGrpSpPr>
      <p:grpSpPr>
        <a:xfrm>
          <a:off x="0" y="0"/>
          <a:ext cx="0" cy="0"/>
          <a:chOff x="0" y="0"/>
          <a:chExt cx="0" cy="0"/>
        </a:xfrm>
      </p:grpSpPr>
      <p:pic>
        <p:nvPicPr>
          <p:cNvPr id="336" name="Google Shape;336;p4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37" name="Google Shape;337;p49"/>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38" name="Google Shape;338;p49"/>
          <p:cNvSpPr/>
          <p:nvPr/>
        </p:nvSpPr>
        <p:spPr>
          <a:xfrm flipH="1" rot="10800000">
            <a:off x="688800" y="692100"/>
            <a:ext cx="7766400" cy="3759300"/>
          </a:xfrm>
          <a:prstGeom prst="bracePair">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9" name="Google Shape;339;p49"/>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9"/>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Clr>
                <a:schemeClr val="dk2"/>
              </a:buClr>
              <a:buSzPts val="3400"/>
              <a:buNone/>
              <a:defRPr sz="34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41" name="Shape 341"/>
        <p:cNvGrpSpPr/>
        <p:nvPr/>
      </p:nvGrpSpPr>
      <p:grpSpPr>
        <a:xfrm>
          <a:off x="0" y="0"/>
          <a:ext cx="0" cy="0"/>
          <a:chOff x="0" y="0"/>
          <a:chExt cx="0" cy="0"/>
        </a:xfrm>
      </p:grpSpPr>
      <p:sp>
        <p:nvSpPr>
          <p:cNvPr id="342" name="Google Shape;342;p50"/>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3" name="Google Shape;343;p50"/>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4" name="Google Shape;344;p50"/>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45" name="Google Shape;345;p50"/>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46" name="Google Shape;346;p50"/>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7" name="Google Shape;347;p50"/>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348" name="Shape 348"/>
        <p:cNvGrpSpPr/>
        <p:nvPr/>
      </p:nvGrpSpPr>
      <p:grpSpPr>
        <a:xfrm>
          <a:off x="0" y="0"/>
          <a:ext cx="0" cy="0"/>
          <a:chOff x="0" y="0"/>
          <a:chExt cx="0" cy="0"/>
        </a:xfrm>
      </p:grpSpPr>
      <p:sp>
        <p:nvSpPr>
          <p:cNvPr id="349" name="Google Shape;349;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2">
  <p:cSld name="CUSTOM_2_7_2_5">
    <p:spTree>
      <p:nvGrpSpPr>
        <p:cNvPr id="350" name="Shape 350"/>
        <p:cNvGrpSpPr/>
        <p:nvPr/>
      </p:nvGrpSpPr>
      <p:grpSpPr>
        <a:xfrm>
          <a:off x="0" y="0"/>
          <a:ext cx="0" cy="0"/>
          <a:chOff x="0" y="0"/>
          <a:chExt cx="0" cy="0"/>
        </a:xfrm>
      </p:grpSpPr>
      <p:sp>
        <p:nvSpPr>
          <p:cNvPr id="351" name="Google Shape;351;p5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2" name="Google Shape;352;p52"/>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53" name="Google Shape;353;p52"/>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54" name="Google Shape;354;p5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55" name="Google Shape;355;p5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56" name="Google Shape;356;p5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7" name="Google Shape;357;p52"/>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Only">
  <p:cSld name="CUSTOM_2_7_2_6">
    <p:spTree>
      <p:nvGrpSpPr>
        <p:cNvPr id="358" name="Shape 358"/>
        <p:cNvGrpSpPr/>
        <p:nvPr/>
      </p:nvGrpSpPr>
      <p:grpSpPr>
        <a:xfrm>
          <a:off x="0" y="0"/>
          <a:ext cx="0" cy="0"/>
          <a:chOff x="0" y="0"/>
          <a:chExt cx="0" cy="0"/>
        </a:xfrm>
      </p:grpSpPr>
      <p:sp>
        <p:nvSpPr>
          <p:cNvPr id="359" name="Google Shape;359;p53"/>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0" name="Google Shape;360;p53"/>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61" name="Google Shape;361;p53"/>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62" name="Google Shape;362;p53"/>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63" name="Google Shape;363;p53"/>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64" name="Google Shape;364;p53"/>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5" name="Google Shape;365;p53"/>
          <p:cNvSpPr txBox="1"/>
          <p:nvPr>
            <p:ph idx="3" type="body"/>
          </p:nvPr>
        </p:nvSpPr>
        <p:spPr>
          <a:xfrm>
            <a:off x="175" y="1284250"/>
            <a:ext cx="9144000" cy="34074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66" name="Shape 366"/>
        <p:cNvGrpSpPr/>
        <p:nvPr/>
      </p:nvGrpSpPr>
      <p:grpSpPr>
        <a:xfrm>
          <a:off x="0" y="0"/>
          <a:ext cx="0" cy="0"/>
          <a:chOff x="0" y="0"/>
          <a:chExt cx="0" cy="0"/>
        </a:xfrm>
      </p:grpSpPr>
      <p:sp>
        <p:nvSpPr>
          <p:cNvPr id="367" name="Google Shape;367;p54"/>
          <p:cNvSpPr txBox="1"/>
          <p:nvPr>
            <p:ph idx="1" type="body"/>
          </p:nvPr>
        </p:nvSpPr>
        <p:spPr>
          <a:xfrm>
            <a:off x="590350" y="1121725"/>
            <a:ext cx="7933800" cy="33861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368" name="Google Shape;368;p5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369" name="Google Shape;369;p54"/>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0" name="Google Shape;370;p54"/>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71" name="Shape 371"/>
        <p:cNvGrpSpPr/>
        <p:nvPr/>
      </p:nvGrpSpPr>
      <p:grpSpPr>
        <a:xfrm>
          <a:off x="0" y="0"/>
          <a:ext cx="0" cy="0"/>
          <a:chOff x="0" y="0"/>
          <a:chExt cx="0" cy="0"/>
        </a:xfrm>
      </p:grpSpPr>
      <p:sp>
        <p:nvSpPr>
          <p:cNvPr id="372" name="Google Shape;372;p55"/>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5"/>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4" name="Google Shape;374;p55"/>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75" name="Google Shape;375;p55"/>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5"/>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7" name="Google Shape;377;p55"/>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Roboto"/>
              <a:ea typeface="Roboto"/>
              <a:cs typeface="Roboto"/>
              <a:sym typeface="Roboto"/>
            </a:endParaRPr>
          </a:p>
        </p:txBody>
      </p:sp>
      <p:sp>
        <p:nvSpPr>
          <p:cNvPr id="378" name="Google Shape;378;p55"/>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5"/>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80" name="Google Shape;380;p55"/>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Roboto Medium"/>
              <a:ea typeface="Roboto Medium"/>
              <a:cs typeface="Roboto Medium"/>
              <a:sym typeface="Roboto Medium"/>
            </a:endParaRPr>
          </a:p>
        </p:txBody>
      </p:sp>
      <p:sp>
        <p:nvSpPr>
          <p:cNvPr id="381" name="Google Shape;381;p55"/>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82" name="Google Shape;382;p55"/>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a:ea typeface="Roboto"/>
              <a:cs typeface="Roboto"/>
              <a:sym typeface="Roboto"/>
            </a:endParaRPr>
          </a:p>
        </p:txBody>
      </p:sp>
      <p:sp>
        <p:nvSpPr>
          <p:cNvPr id="383" name="Google Shape;383;p55"/>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84" name="Google Shape;384;p55"/>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385" name="Shape 385"/>
        <p:cNvGrpSpPr/>
        <p:nvPr/>
      </p:nvGrpSpPr>
      <p:grpSpPr>
        <a:xfrm>
          <a:off x="0" y="0"/>
          <a:ext cx="0" cy="0"/>
          <a:chOff x="0" y="0"/>
          <a:chExt cx="0" cy="0"/>
        </a:xfrm>
      </p:grpSpPr>
      <p:sp>
        <p:nvSpPr>
          <p:cNvPr id="386" name="Google Shape;386;p56"/>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7" name="Google Shape;387;p56"/>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88" name="Google Shape;388;p56"/>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89" name="Google Shape;389;p56"/>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90" name="Google Shape;390;p56"/>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91" name="Google Shape;391;p56"/>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92" name="Google Shape;392;p56"/>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27_1">
    <p:bg>
      <p:bgPr>
        <a:solidFill>
          <a:srgbClr val="FFFFFF"/>
        </a:solidFill>
      </p:bgPr>
    </p:bg>
    <p:spTree>
      <p:nvGrpSpPr>
        <p:cNvPr id="393" name="Shape 393"/>
        <p:cNvGrpSpPr/>
        <p:nvPr/>
      </p:nvGrpSpPr>
      <p:grpSpPr>
        <a:xfrm>
          <a:off x="0" y="0"/>
          <a:ext cx="0" cy="0"/>
          <a:chOff x="0" y="0"/>
          <a:chExt cx="0" cy="0"/>
        </a:xfrm>
      </p:grpSpPr>
      <p:sp>
        <p:nvSpPr>
          <p:cNvPr id="394" name="Google Shape;394;p57"/>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7"/>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6" name="Google Shape;396;p57"/>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97" name="Google Shape;397;p57"/>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57"/>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9" name="Google Shape;399;p57"/>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400" name="Google Shape;400;p57"/>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57"/>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402" name="Google Shape;402;p57"/>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403" name="Google Shape;403;p57"/>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404" name="Google Shape;404;p57"/>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405" name="Google Shape;405;p5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5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5  1 1">
  <p:cSld name="CUSTOM_21_1_2_1_1">
    <p:spTree>
      <p:nvGrpSpPr>
        <p:cNvPr id="407" name="Shape 407"/>
        <p:cNvGrpSpPr/>
        <p:nvPr/>
      </p:nvGrpSpPr>
      <p:grpSpPr>
        <a:xfrm>
          <a:off x="0" y="0"/>
          <a:ext cx="0" cy="0"/>
          <a:chOff x="0" y="0"/>
          <a:chExt cx="0" cy="0"/>
        </a:xfrm>
      </p:grpSpPr>
      <p:cxnSp>
        <p:nvCxnSpPr>
          <p:cNvPr id="408" name="Google Shape;408;p58"/>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409" name="Google Shape;409;p58"/>
          <p:cNvSpPr/>
          <p:nvPr/>
        </p:nvSpPr>
        <p:spPr>
          <a:xfrm>
            <a:off x="953325" y="2007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8"/>
          <p:cNvSpPr/>
          <p:nvPr/>
        </p:nvSpPr>
        <p:spPr>
          <a:xfrm>
            <a:off x="953325" y="26496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8"/>
          <p:cNvSpPr/>
          <p:nvPr/>
        </p:nvSpPr>
        <p:spPr>
          <a:xfrm>
            <a:off x="953325" y="3343150"/>
            <a:ext cx="7517100" cy="61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8"/>
          <p:cNvSpPr/>
          <p:nvPr/>
        </p:nvSpPr>
        <p:spPr>
          <a:xfrm>
            <a:off x="953325" y="4208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8"/>
          <p:cNvSpPr/>
          <p:nvPr/>
        </p:nvSpPr>
        <p:spPr>
          <a:xfrm>
            <a:off x="953325" y="13654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8"/>
          <p:cNvSpPr/>
          <p:nvPr/>
        </p:nvSpPr>
        <p:spPr>
          <a:xfrm>
            <a:off x="802850" y="13360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415" name="Google Shape;415;p58"/>
          <p:cNvSpPr/>
          <p:nvPr/>
        </p:nvSpPr>
        <p:spPr>
          <a:xfrm>
            <a:off x="802850" y="1977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416" name="Google Shape;416;p58"/>
          <p:cNvSpPr/>
          <p:nvPr/>
        </p:nvSpPr>
        <p:spPr>
          <a:xfrm>
            <a:off x="802850" y="26202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417" name="Google Shape;417;p58"/>
          <p:cNvSpPr/>
          <p:nvPr/>
        </p:nvSpPr>
        <p:spPr>
          <a:xfrm>
            <a:off x="802850" y="34142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418" name="Google Shape;418;p58"/>
          <p:cNvSpPr/>
          <p:nvPr/>
        </p:nvSpPr>
        <p:spPr>
          <a:xfrm>
            <a:off x="802850" y="41649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419" name="Google Shape;419;p58"/>
          <p:cNvSpPr txBox="1"/>
          <p:nvPr>
            <p:ph idx="1" type="subTitle"/>
          </p:nvPr>
        </p:nvSpPr>
        <p:spPr>
          <a:xfrm>
            <a:off x="1224625" y="1357775"/>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0" name="Google Shape;420;p58"/>
          <p:cNvSpPr txBox="1"/>
          <p:nvPr>
            <p:ph idx="2" type="subTitle"/>
          </p:nvPr>
        </p:nvSpPr>
        <p:spPr>
          <a:xfrm>
            <a:off x="1224625" y="20222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1" name="Google Shape;421;p58"/>
          <p:cNvSpPr txBox="1"/>
          <p:nvPr>
            <p:ph idx="3" type="subTitle"/>
          </p:nvPr>
        </p:nvSpPr>
        <p:spPr>
          <a:xfrm>
            <a:off x="1224625" y="26643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2" name="Google Shape;422;p58"/>
          <p:cNvSpPr txBox="1"/>
          <p:nvPr>
            <p:ph idx="4" type="subTitle"/>
          </p:nvPr>
        </p:nvSpPr>
        <p:spPr>
          <a:xfrm>
            <a:off x="1224625" y="3343150"/>
            <a:ext cx="7110300" cy="5580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3" name="Google Shape;423;p58"/>
          <p:cNvSpPr txBox="1"/>
          <p:nvPr>
            <p:ph idx="5" type="subTitle"/>
          </p:nvPr>
        </p:nvSpPr>
        <p:spPr>
          <a:xfrm>
            <a:off x="1224625" y="42309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4" name="Google Shape;424;p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25" name="Google Shape;425;p58"/>
          <p:cNvSpPr txBox="1"/>
          <p:nvPr>
            <p:ph type="title"/>
          </p:nvPr>
        </p:nvSpPr>
        <p:spPr>
          <a:xfrm>
            <a:off x="6225" y="130125"/>
            <a:ext cx="9144000" cy="393600"/>
          </a:xfrm>
          <a:prstGeom prst="rect">
            <a:avLst/>
          </a:prstGeom>
        </p:spPr>
        <p:txBody>
          <a:bodyPr anchorCtr="0" anchor="t" bIns="91425" lIns="8229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6" name="Google Shape;426;p58"/>
          <p:cNvSpPr txBox="1"/>
          <p:nvPr>
            <p:ph idx="6" type="title"/>
          </p:nvPr>
        </p:nvSpPr>
        <p:spPr>
          <a:xfrm>
            <a:off x="18525" y="478650"/>
            <a:ext cx="9144000" cy="323100"/>
          </a:xfrm>
          <a:prstGeom prst="rect">
            <a:avLst/>
          </a:prstGeom>
        </p:spPr>
        <p:txBody>
          <a:bodyPr anchorCtr="0" anchor="t" bIns="91425" lIns="8229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7" name="Google Shape;427;p58"/>
          <p:cNvSpPr/>
          <p:nvPr/>
        </p:nvSpPr>
        <p:spPr>
          <a:xfrm>
            <a:off x="176163" y="229038"/>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8" name="Google Shape;428;p58"/>
          <p:cNvPicPr preferRelativeResize="0"/>
          <p:nvPr/>
        </p:nvPicPr>
        <p:blipFill rotWithShape="1">
          <a:blip r:embed="rId2">
            <a:alphaModFix/>
          </a:blip>
          <a:srcRect b="0" l="0" r="0" t="0"/>
          <a:stretch/>
        </p:blipFill>
        <p:spPr>
          <a:xfrm>
            <a:off x="214076" y="266951"/>
            <a:ext cx="496875" cy="496875"/>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Transition Slide">
  <p:cSld name="CUSTOM_17_2_1_2_3">
    <p:spTree>
      <p:nvGrpSpPr>
        <p:cNvPr id="429" name="Shape 429"/>
        <p:cNvGrpSpPr/>
        <p:nvPr/>
      </p:nvGrpSpPr>
      <p:grpSpPr>
        <a:xfrm>
          <a:off x="0" y="0"/>
          <a:ext cx="0" cy="0"/>
          <a:chOff x="0" y="0"/>
          <a:chExt cx="0" cy="0"/>
        </a:xfrm>
      </p:grpSpPr>
      <p:pic>
        <p:nvPicPr>
          <p:cNvPr id="430" name="Google Shape;430;p59"/>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431" name="Google Shape;431;p59"/>
          <p:cNvSpPr txBox="1"/>
          <p:nvPr>
            <p:ph type="title"/>
          </p:nvPr>
        </p:nvSpPr>
        <p:spPr>
          <a:xfrm>
            <a:off x="237100" y="2088475"/>
            <a:ext cx="8595300" cy="792300"/>
          </a:xfrm>
          <a:prstGeom prst="rect">
            <a:avLst/>
          </a:prstGeom>
        </p:spPr>
        <p:txBody>
          <a:bodyPr anchorCtr="0" anchor="t" bIns="0" lIns="0" spcFirstLastPara="1" rIns="0" wrap="square" tIns="0">
            <a:noAutofit/>
          </a:bodyPr>
          <a:lstStyle>
            <a:lvl1pPr lvl="0" rtl="0" algn="ctr">
              <a:spcBef>
                <a:spcPts val="0"/>
              </a:spcBef>
              <a:spcAft>
                <a:spcPts val="0"/>
              </a:spcAft>
              <a:buNone/>
              <a:defRPr sz="3600">
                <a:latin typeface="Roboto Medium"/>
                <a:ea typeface="Roboto Medium"/>
                <a:cs typeface="Roboto Medium"/>
                <a:sym typeface="Roboto Medium"/>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432" name="Google Shape;432;p59"/>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433" name="Google Shape;433;p59"/>
          <p:cNvSpPr txBox="1"/>
          <p:nvPr>
            <p:ph idx="1"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
  <p:cSld name="CUSTOM_2_1">
    <p:spTree>
      <p:nvGrpSpPr>
        <p:cNvPr id="434" name="Shape 434"/>
        <p:cNvGrpSpPr/>
        <p:nvPr/>
      </p:nvGrpSpPr>
      <p:grpSpPr>
        <a:xfrm>
          <a:off x="0" y="0"/>
          <a:ext cx="0" cy="0"/>
          <a:chOff x="0" y="0"/>
          <a:chExt cx="0" cy="0"/>
        </a:xfrm>
      </p:grpSpPr>
      <p:sp>
        <p:nvSpPr>
          <p:cNvPr id="435" name="Google Shape;435;p6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36" name="Google Shape;436;p6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37" name="Google Shape;437;p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38" name="Google Shape;438;p6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9" name="Google Shape;439;p6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Numbered 1–3">
  <p:cSld name="CUSTOM_2_7_1_5_2">
    <p:spTree>
      <p:nvGrpSpPr>
        <p:cNvPr id="440" name="Shape 440"/>
        <p:cNvGrpSpPr/>
        <p:nvPr/>
      </p:nvGrpSpPr>
      <p:grpSpPr>
        <a:xfrm>
          <a:off x="0" y="0"/>
          <a:ext cx="0" cy="0"/>
          <a:chOff x="0" y="0"/>
          <a:chExt cx="0" cy="0"/>
        </a:xfrm>
      </p:grpSpPr>
      <p:sp>
        <p:nvSpPr>
          <p:cNvPr id="441" name="Google Shape;441;p6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42" name="Google Shape;442;p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443" name="Google Shape;443;p61"/>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444" name="Google Shape;444;p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445" name="Google Shape;445;p61"/>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446" name="Google Shape;446;p61"/>
          <p:cNvSpPr/>
          <p:nvPr/>
        </p:nvSpPr>
        <p:spPr>
          <a:xfrm flipH="1">
            <a:off x="724275"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61"/>
          <p:cNvSpPr txBox="1"/>
          <p:nvPr>
            <p:ph idx="2" type="subTitle"/>
          </p:nvPr>
        </p:nvSpPr>
        <p:spPr>
          <a:xfrm>
            <a:off x="724275" y="1937825"/>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48" name="Google Shape;448;p61"/>
          <p:cNvGrpSpPr/>
          <p:nvPr/>
        </p:nvGrpSpPr>
        <p:grpSpPr>
          <a:xfrm>
            <a:off x="457181" y="1345103"/>
            <a:ext cx="533372" cy="533480"/>
            <a:chOff x="457200" y="1378813"/>
            <a:chExt cx="695400" cy="695450"/>
          </a:xfrm>
        </p:grpSpPr>
        <p:sp>
          <p:nvSpPr>
            <p:cNvPr id="449" name="Google Shape;449;p61"/>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Light"/>
                  <a:ea typeface="Roboto Light"/>
                  <a:cs typeface="Roboto Light"/>
                  <a:sym typeface="Roboto Light"/>
                </a:rPr>
                <a:t>01</a:t>
              </a:r>
              <a:endParaRPr sz="2100">
                <a:latin typeface="Roboto Light"/>
                <a:ea typeface="Roboto Light"/>
                <a:cs typeface="Roboto Light"/>
                <a:sym typeface="Roboto Light"/>
              </a:endParaRPr>
            </a:p>
          </p:txBody>
        </p:sp>
        <p:sp>
          <p:nvSpPr>
            <p:cNvPr id="450" name="Google Shape;450;p61"/>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 name="Google Shape;451;p61"/>
          <p:cNvGrpSpPr/>
          <p:nvPr/>
        </p:nvGrpSpPr>
        <p:grpSpPr>
          <a:xfrm>
            <a:off x="3228956" y="1345103"/>
            <a:ext cx="533372" cy="533480"/>
            <a:chOff x="457200" y="1378813"/>
            <a:chExt cx="695400" cy="695450"/>
          </a:xfrm>
        </p:grpSpPr>
        <p:sp>
          <p:nvSpPr>
            <p:cNvPr id="452" name="Google Shape;452;p61"/>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02</a:t>
              </a:r>
              <a:endParaRPr sz="2100">
                <a:solidFill>
                  <a:srgbClr val="FFFFFF"/>
                </a:solidFill>
                <a:latin typeface="Roboto Light"/>
                <a:ea typeface="Roboto Light"/>
                <a:cs typeface="Roboto Light"/>
                <a:sym typeface="Roboto Light"/>
              </a:endParaRPr>
            </a:p>
          </p:txBody>
        </p:sp>
        <p:sp>
          <p:nvSpPr>
            <p:cNvPr id="453" name="Google Shape;453;p61"/>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4" name="Google Shape;454;p61"/>
          <p:cNvSpPr/>
          <p:nvPr/>
        </p:nvSpPr>
        <p:spPr>
          <a:xfrm flipH="1">
            <a:off x="3496050"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61"/>
          <p:cNvSpPr txBox="1"/>
          <p:nvPr>
            <p:ph idx="3" type="subTitle"/>
          </p:nvPr>
        </p:nvSpPr>
        <p:spPr>
          <a:xfrm>
            <a:off x="3496050" y="193783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56" name="Google Shape;456;p61"/>
          <p:cNvGrpSpPr/>
          <p:nvPr/>
        </p:nvGrpSpPr>
        <p:grpSpPr>
          <a:xfrm>
            <a:off x="6134081" y="1345853"/>
            <a:ext cx="533372" cy="533480"/>
            <a:chOff x="457200" y="1378813"/>
            <a:chExt cx="695400" cy="695450"/>
          </a:xfrm>
        </p:grpSpPr>
        <p:sp>
          <p:nvSpPr>
            <p:cNvPr id="457" name="Google Shape;457;p61"/>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03</a:t>
              </a:r>
              <a:endParaRPr sz="2100">
                <a:solidFill>
                  <a:srgbClr val="FFFFFF"/>
                </a:solidFill>
                <a:latin typeface="Roboto Light"/>
                <a:ea typeface="Roboto Light"/>
                <a:cs typeface="Roboto Light"/>
                <a:sym typeface="Roboto Light"/>
              </a:endParaRPr>
            </a:p>
          </p:txBody>
        </p:sp>
        <p:sp>
          <p:nvSpPr>
            <p:cNvPr id="458" name="Google Shape;458;p61"/>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9" name="Google Shape;459;p61"/>
          <p:cNvSpPr/>
          <p:nvPr/>
        </p:nvSpPr>
        <p:spPr>
          <a:xfrm flipH="1">
            <a:off x="6401175" y="19385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61"/>
          <p:cNvSpPr txBox="1"/>
          <p:nvPr>
            <p:ph idx="4" type="subTitle"/>
          </p:nvPr>
        </p:nvSpPr>
        <p:spPr>
          <a:xfrm>
            <a:off x="6401175" y="193858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461" name="Google Shape;461;p61"/>
          <p:cNvSpPr txBox="1"/>
          <p:nvPr>
            <p:ph idx="5"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462" name="Shape 462"/>
        <p:cNvGrpSpPr/>
        <p:nvPr/>
      </p:nvGrpSpPr>
      <p:grpSpPr>
        <a:xfrm>
          <a:off x="0" y="0"/>
          <a:ext cx="0" cy="0"/>
          <a:chOff x="0" y="0"/>
          <a:chExt cx="0" cy="0"/>
        </a:xfrm>
      </p:grpSpPr>
      <p:sp>
        <p:nvSpPr>
          <p:cNvPr id="463" name="Google Shape;463;p62"/>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4" name="Google Shape;464;p6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65" name="Google Shape;465;p6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6" name="Google Shape;466;p6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p:cSld name="CUSTOM_6_1">
    <p:spTree>
      <p:nvGrpSpPr>
        <p:cNvPr id="467" name="Shape 467"/>
        <p:cNvGrpSpPr/>
        <p:nvPr/>
      </p:nvGrpSpPr>
      <p:grpSpPr>
        <a:xfrm>
          <a:off x="0" y="0"/>
          <a:ext cx="0" cy="0"/>
          <a:chOff x="0" y="0"/>
          <a:chExt cx="0" cy="0"/>
        </a:xfrm>
      </p:grpSpPr>
      <p:sp>
        <p:nvSpPr>
          <p:cNvPr id="468" name="Google Shape;468;p63"/>
          <p:cNvSpPr/>
          <p:nvPr>
            <p:ph idx="2" type="pic"/>
          </p:nvPr>
        </p:nvSpPr>
        <p:spPr>
          <a:xfrm>
            <a:off x="5923375" y="150"/>
            <a:ext cx="3220500" cy="5143500"/>
          </a:xfrm>
          <a:prstGeom prst="rect">
            <a:avLst/>
          </a:prstGeom>
          <a:noFill/>
          <a:ln>
            <a:noFill/>
          </a:ln>
        </p:spPr>
      </p:sp>
      <p:sp>
        <p:nvSpPr>
          <p:cNvPr id="469" name="Google Shape;469;p6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70" name="Google Shape;470;p6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1" name="Google Shape;471;p63"/>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
    <p:spTree>
      <p:nvGrpSpPr>
        <p:cNvPr id="472" name="Shape 472"/>
        <p:cNvGrpSpPr/>
        <p:nvPr/>
      </p:nvGrpSpPr>
      <p:grpSpPr>
        <a:xfrm>
          <a:off x="0" y="0"/>
          <a:ext cx="0" cy="0"/>
          <a:chOff x="0" y="0"/>
          <a:chExt cx="0" cy="0"/>
        </a:xfrm>
      </p:grpSpPr>
      <p:sp>
        <p:nvSpPr>
          <p:cNvPr id="473" name="Google Shape;473;p64"/>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4" name="Google Shape;474;p64"/>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475" name="Google Shape;475;p64"/>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476" name="Google Shape;476;p64"/>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
  <p:cSld name="CUSTOM_2_2">
    <p:spTree>
      <p:nvGrpSpPr>
        <p:cNvPr id="477" name="Shape 477"/>
        <p:cNvGrpSpPr/>
        <p:nvPr/>
      </p:nvGrpSpPr>
      <p:grpSpPr>
        <a:xfrm>
          <a:off x="0" y="0"/>
          <a:ext cx="0" cy="0"/>
          <a:chOff x="0" y="0"/>
          <a:chExt cx="0" cy="0"/>
        </a:xfrm>
      </p:grpSpPr>
      <p:sp>
        <p:nvSpPr>
          <p:cNvPr id="478" name="Google Shape;478;p6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79" name="Google Shape;479;p6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80" name="Google Shape;480;p6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81" name="Google Shape;481;p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2" name="Google Shape;482;p6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
  <p:cSld name="CUSTOM_2_3">
    <p:spTree>
      <p:nvGrpSpPr>
        <p:cNvPr id="483" name="Shape 483"/>
        <p:cNvGrpSpPr/>
        <p:nvPr/>
      </p:nvGrpSpPr>
      <p:grpSpPr>
        <a:xfrm>
          <a:off x="0" y="0"/>
          <a:ext cx="0" cy="0"/>
          <a:chOff x="0" y="0"/>
          <a:chExt cx="0" cy="0"/>
        </a:xfrm>
      </p:grpSpPr>
      <p:sp>
        <p:nvSpPr>
          <p:cNvPr id="484" name="Google Shape;484;p6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85" name="Google Shape;485;p6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86" name="Google Shape;486;p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87" name="Google Shape;487;p6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8" name="Google Shape;488;p6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27_1_1">
    <p:bg>
      <p:bgPr>
        <a:solidFill>
          <a:srgbClr val="FFFFFF"/>
        </a:solidFill>
      </p:bgPr>
    </p:bg>
    <p:spTree>
      <p:nvGrpSpPr>
        <p:cNvPr id="489" name="Shape 489"/>
        <p:cNvGrpSpPr/>
        <p:nvPr/>
      </p:nvGrpSpPr>
      <p:grpSpPr>
        <a:xfrm>
          <a:off x="0" y="0"/>
          <a:ext cx="0" cy="0"/>
          <a:chOff x="0" y="0"/>
          <a:chExt cx="0" cy="0"/>
        </a:xfrm>
      </p:grpSpPr>
      <p:grpSp>
        <p:nvGrpSpPr>
          <p:cNvPr id="490" name="Google Shape;490;p67"/>
          <p:cNvGrpSpPr/>
          <p:nvPr/>
        </p:nvGrpSpPr>
        <p:grpSpPr>
          <a:xfrm>
            <a:off x="511772" y="1190428"/>
            <a:ext cx="533372" cy="533480"/>
            <a:chOff x="457200" y="1378813"/>
            <a:chExt cx="695400" cy="695450"/>
          </a:xfrm>
        </p:grpSpPr>
        <p:sp>
          <p:nvSpPr>
            <p:cNvPr id="491" name="Google Shape;491;p67"/>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492" name="Google Shape;492;p67"/>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93" name="Google Shape;493;p67"/>
          <p:cNvGrpSpPr/>
          <p:nvPr/>
        </p:nvGrpSpPr>
        <p:grpSpPr>
          <a:xfrm>
            <a:off x="3283547" y="1190428"/>
            <a:ext cx="533372" cy="533480"/>
            <a:chOff x="457200" y="1378813"/>
            <a:chExt cx="695400" cy="695450"/>
          </a:xfrm>
        </p:grpSpPr>
        <p:sp>
          <p:nvSpPr>
            <p:cNvPr id="494" name="Google Shape;494;p67"/>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495" name="Google Shape;495;p67"/>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496" name="Google Shape;496;p67"/>
          <p:cNvGrpSpPr/>
          <p:nvPr/>
        </p:nvGrpSpPr>
        <p:grpSpPr>
          <a:xfrm>
            <a:off x="6188672" y="1191178"/>
            <a:ext cx="533372" cy="533480"/>
            <a:chOff x="457200" y="1378813"/>
            <a:chExt cx="695400" cy="695450"/>
          </a:xfrm>
        </p:grpSpPr>
        <p:sp>
          <p:nvSpPr>
            <p:cNvPr id="497" name="Google Shape;497;p67"/>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accent5"/>
                  </a:solidFill>
                  <a:latin typeface="Roboto Light"/>
                  <a:ea typeface="Roboto Light"/>
                  <a:cs typeface="Roboto Light"/>
                  <a:sym typeface="Roboto Light"/>
                </a:rPr>
                <a:t>03</a:t>
              </a:r>
              <a:endParaRPr b="0" i="0" sz="2100" u="none" cap="none" strike="noStrike">
                <a:solidFill>
                  <a:schemeClr val="accent5"/>
                </a:solidFill>
                <a:latin typeface="Roboto Light"/>
                <a:ea typeface="Roboto Light"/>
                <a:cs typeface="Roboto Light"/>
                <a:sym typeface="Roboto Light"/>
              </a:endParaRPr>
            </a:p>
          </p:txBody>
        </p:sp>
        <p:sp>
          <p:nvSpPr>
            <p:cNvPr id="498" name="Google Shape;498;p67"/>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latin typeface="Arial"/>
                <a:ea typeface="Arial"/>
                <a:cs typeface="Arial"/>
                <a:sym typeface="Arial"/>
              </a:endParaRPr>
            </a:p>
          </p:txBody>
        </p:sp>
      </p:grpSp>
      <p:sp>
        <p:nvSpPr>
          <p:cNvPr id="499" name="Google Shape;499;p6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0" name="Google Shape;500;p6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1" name="Google Shape;501;p67"/>
          <p:cNvSpPr/>
          <p:nvPr/>
        </p:nvSpPr>
        <p:spPr>
          <a:xfrm flipH="1">
            <a:off x="5118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67"/>
          <p:cNvSpPr/>
          <p:nvPr/>
        </p:nvSpPr>
        <p:spPr>
          <a:xfrm flipH="1">
            <a:off x="32835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67"/>
          <p:cNvSpPr/>
          <p:nvPr/>
        </p:nvSpPr>
        <p:spPr>
          <a:xfrm flipH="1">
            <a:off x="6188675"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1">
  <p:cSld name="CUSTOM_2_7_2_4">
    <p:spTree>
      <p:nvGrpSpPr>
        <p:cNvPr id="504" name="Shape 504"/>
        <p:cNvGrpSpPr/>
        <p:nvPr/>
      </p:nvGrpSpPr>
      <p:grpSpPr>
        <a:xfrm>
          <a:off x="0" y="0"/>
          <a:ext cx="0" cy="0"/>
          <a:chOff x="0" y="0"/>
          <a:chExt cx="0" cy="0"/>
        </a:xfrm>
      </p:grpSpPr>
      <p:sp>
        <p:nvSpPr>
          <p:cNvPr id="505" name="Google Shape;505;p68"/>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6" name="Google Shape;506;p68"/>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507" name="Google Shape;507;p68"/>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508" name="Google Shape;508;p68"/>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509" name="Google Shape;509;p68"/>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510" name="Google Shape;510;p68"/>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11" name="Google Shape;511;p68"/>
          <p:cNvSpPr txBox="1"/>
          <p:nvPr>
            <p:ph idx="3" type="body"/>
          </p:nvPr>
        </p:nvSpPr>
        <p:spPr>
          <a:xfrm>
            <a:off x="175" y="1284250"/>
            <a:ext cx="9144000" cy="34026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
  <p:cSld name="CUSTOM_2_4">
    <p:spTree>
      <p:nvGrpSpPr>
        <p:cNvPr id="512" name="Shape 512"/>
        <p:cNvGrpSpPr/>
        <p:nvPr/>
      </p:nvGrpSpPr>
      <p:grpSpPr>
        <a:xfrm>
          <a:off x="0" y="0"/>
          <a:ext cx="0" cy="0"/>
          <a:chOff x="0" y="0"/>
          <a:chExt cx="0" cy="0"/>
        </a:xfrm>
      </p:grpSpPr>
      <p:sp>
        <p:nvSpPr>
          <p:cNvPr id="513" name="Google Shape;513;p6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4" name="Google Shape;514;p6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5" name="Google Shape;515;p6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16" name="Google Shape;516;p6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7" name="Google Shape;517;p6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
  <p:cSld name="CUSTOM_2_5">
    <p:spTree>
      <p:nvGrpSpPr>
        <p:cNvPr id="518" name="Shape 518"/>
        <p:cNvGrpSpPr/>
        <p:nvPr/>
      </p:nvGrpSpPr>
      <p:grpSpPr>
        <a:xfrm>
          <a:off x="0" y="0"/>
          <a:ext cx="0" cy="0"/>
          <a:chOff x="0" y="0"/>
          <a:chExt cx="0" cy="0"/>
        </a:xfrm>
      </p:grpSpPr>
      <p:sp>
        <p:nvSpPr>
          <p:cNvPr id="519" name="Google Shape;519;p7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0" name="Google Shape;520;p7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21" name="Google Shape;521;p7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2" name="Google Shape;522;p7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3" name="Google Shape;523;p7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6">
  <p:cSld name="CUSTOM_2_6">
    <p:spTree>
      <p:nvGrpSpPr>
        <p:cNvPr id="524" name="Shape 524"/>
        <p:cNvGrpSpPr/>
        <p:nvPr/>
      </p:nvGrpSpPr>
      <p:grpSpPr>
        <a:xfrm>
          <a:off x="0" y="0"/>
          <a:ext cx="0" cy="0"/>
          <a:chOff x="0" y="0"/>
          <a:chExt cx="0" cy="0"/>
        </a:xfrm>
      </p:grpSpPr>
      <p:sp>
        <p:nvSpPr>
          <p:cNvPr id="525" name="Google Shape;525;p7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6" name="Google Shape;526;p7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27" name="Google Shape;527;p7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8" name="Google Shape;528;p7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7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7">
  <p:cSld name="CUSTOM_2_7">
    <p:spTree>
      <p:nvGrpSpPr>
        <p:cNvPr id="530" name="Shape 530"/>
        <p:cNvGrpSpPr/>
        <p:nvPr/>
      </p:nvGrpSpPr>
      <p:grpSpPr>
        <a:xfrm>
          <a:off x="0" y="0"/>
          <a:ext cx="0" cy="0"/>
          <a:chOff x="0" y="0"/>
          <a:chExt cx="0" cy="0"/>
        </a:xfrm>
      </p:grpSpPr>
      <p:sp>
        <p:nvSpPr>
          <p:cNvPr id="531" name="Google Shape;531;p7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2" name="Google Shape;532;p7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3" name="Google Shape;533;p7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4" name="Google Shape;534;p7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5" name="Google Shape;535;p7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8">
  <p:cSld name="CUSTOM_2_8">
    <p:spTree>
      <p:nvGrpSpPr>
        <p:cNvPr id="536" name="Shape 536"/>
        <p:cNvGrpSpPr/>
        <p:nvPr/>
      </p:nvGrpSpPr>
      <p:grpSpPr>
        <a:xfrm>
          <a:off x="0" y="0"/>
          <a:ext cx="0" cy="0"/>
          <a:chOff x="0" y="0"/>
          <a:chExt cx="0" cy="0"/>
        </a:xfrm>
      </p:grpSpPr>
      <p:sp>
        <p:nvSpPr>
          <p:cNvPr id="537" name="Google Shape;537;p7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8" name="Google Shape;538;p7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9" name="Google Shape;539;p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0" name="Google Shape;540;p7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1" name="Google Shape;541;p7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9">
  <p:cSld name="CUSTOM_2_9">
    <p:spTree>
      <p:nvGrpSpPr>
        <p:cNvPr id="542" name="Shape 542"/>
        <p:cNvGrpSpPr/>
        <p:nvPr/>
      </p:nvGrpSpPr>
      <p:grpSpPr>
        <a:xfrm>
          <a:off x="0" y="0"/>
          <a:ext cx="0" cy="0"/>
          <a:chOff x="0" y="0"/>
          <a:chExt cx="0" cy="0"/>
        </a:xfrm>
      </p:grpSpPr>
      <p:sp>
        <p:nvSpPr>
          <p:cNvPr id="543" name="Google Shape;543;p7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4" name="Google Shape;544;p7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5" name="Google Shape;545;p7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6" name="Google Shape;546;p7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7" name="Google Shape;547;p7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0">
  <p:cSld name="CUSTOM_2_10">
    <p:spTree>
      <p:nvGrpSpPr>
        <p:cNvPr id="548" name="Shape 548"/>
        <p:cNvGrpSpPr/>
        <p:nvPr/>
      </p:nvGrpSpPr>
      <p:grpSpPr>
        <a:xfrm>
          <a:off x="0" y="0"/>
          <a:ext cx="0" cy="0"/>
          <a:chOff x="0" y="0"/>
          <a:chExt cx="0" cy="0"/>
        </a:xfrm>
      </p:grpSpPr>
      <p:sp>
        <p:nvSpPr>
          <p:cNvPr id="549" name="Google Shape;549;p7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0" name="Google Shape;550;p7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51" name="Google Shape;551;p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2" name="Google Shape;552;p7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3" name="Google Shape;553;p7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1">
  <p:cSld name="CUSTOM_2_11">
    <p:spTree>
      <p:nvGrpSpPr>
        <p:cNvPr id="554" name="Shape 554"/>
        <p:cNvGrpSpPr/>
        <p:nvPr/>
      </p:nvGrpSpPr>
      <p:grpSpPr>
        <a:xfrm>
          <a:off x="0" y="0"/>
          <a:ext cx="0" cy="0"/>
          <a:chOff x="0" y="0"/>
          <a:chExt cx="0" cy="0"/>
        </a:xfrm>
      </p:grpSpPr>
      <p:sp>
        <p:nvSpPr>
          <p:cNvPr id="555" name="Google Shape;555;p7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6" name="Google Shape;556;p7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57" name="Google Shape;557;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8" name="Google Shape;558;p7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9" name="Google Shape;559;p7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2">
  <p:cSld name="CUSTOM_2_12">
    <p:spTree>
      <p:nvGrpSpPr>
        <p:cNvPr id="560" name="Shape 560"/>
        <p:cNvGrpSpPr/>
        <p:nvPr/>
      </p:nvGrpSpPr>
      <p:grpSpPr>
        <a:xfrm>
          <a:off x="0" y="0"/>
          <a:ext cx="0" cy="0"/>
          <a:chOff x="0" y="0"/>
          <a:chExt cx="0" cy="0"/>
        </a:xfrm>
      </p:grpSpPr>
      <p:sp>
        <p:nvSpPr>
          <p:cNvPr id="561" name="Google Shape;561;p7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2" name="Google Shape;562;p7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3" name="Google Shape;563;p7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4" name="Google Shape;564;p7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5" name="Google Shape;565;p7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3">
  <p:cSld name="CUSTOM_2_13">
    <p:spTree>
      <p:nvGrpSpPr>
        <p:cNvPr id="566" name="Shape 566"/>
        <p:cNvGrpSpPr/>
        <p:nvPr/>
      </p:nvGrpSpPr>
      <p:grpSpPr>
        <a:xfrm>
          <a:off x="0" y="0"/>
          <a:ext cx="0" cy="0"/>
          <a:chOff x="0" y="0"/>
          <a:chExt cx="0" cy="0"/>
        </a:xfrm>
      </p:grpSpPr>
      <p:sp>
        <p:nvSpPr>
          <p:cNvPr id="567" name="Google Shape;567;p7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8" name="Google Shape;568;p7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9" name="Google Shape;569;p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70" name="Google Shape;570;p7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7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4">
  <p:cSld name="CUSTOM_2_14">
    <p:spTree>
      <p:nvGrpSpPr>
        <p:cNvPr id="572" name="Shape 572"/>
        <p:cNvGrpSpPr/>
        <p:nvPr/>
      </p:nvGrpSpPr>
      <p:grpSpPr>
        <a:xfrm>
          <a:off x="0" y="0"/>
          <a:ext cx="0" cy="0"/>
          <a:chOff x="0" y="0"/>
          <a:chExt cx="0" cy="0"/>
        </a:xfrm>
      </p:grpSpPr>
      <p:sp>
        <p:nvSpPr>
          <p:cNvPr id="573" name="Google Shape;573;p7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74" name="Google Shape;574;p7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75" name="Google Shape;575;p7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76" name="Google Shape;576;p7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7" name="Google Shape;577;p7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2">
  <p:cSld name="CUSTOM_28_2">
    <p:bg>
      <p:bgPr>
        <a:solidFill>
          <a:srgbClr val="FFFFFF"/>
        </a:solidFill>
      </p:bgPr>
    </p:bg>
    <p:spTree>
      <p:nvGrpSpPr>
        <p:cNvPr id="578" name="Shape 578"/>
        <p:cNvGrpSpPr/>
        <p:nvPr/>
      </p:nvGrpSpPr>
      <p:grpSpPr>
        <a:xfrm>
          <a:off x="0" y="0"/>
          <a:ext cx="0" cy="0"/>
          <a:chOff x="0" y="0"/>
          <a:chExt cx="0" cy="0"/>
        </a:xfrm>
      </p:grpSpPr>
      <p:sp>
        <p:nvSpPr>
          <p:cNvPr id="579" name="Google Shape;579;p80"/>
          <p:cNvSpPr/>
          <p:nvPr/>
        </p:nvSpPr>
        <p:spPr>
          <a:xfrm>
            <a:off x="457160" y="1292968"/>
            <a:ext cx="3848100" cy="4767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580" name="Google Shape;580;p80"/>
          <p:cNvSpPr/>
          <p:nvPr/>
        </p:nvSpPr>
        <p:spPr>
          <a:xfrm rot="10800000">
            <a:off x="593369" y="1681756"/>
            <a:ext cx="261029" cy="144694"/>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81" name="Google Shape;581;p80"/>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582" name="Google Shape;582;p80"/>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80"/>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584" name="Google Shape;584;p80"/>
          <p:cNvSpPr txBox="1"/>
          <p:nvPr>
            <p:ph type="title"/>
          </p:nvPr>
        </p:nvSpPr>
        <p:spPr>
          <a:xfrm>
            <a:off x="4976200"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
        <p:nvSpPr>
          <p:cNvPr id="585" name="Google Shape;585;p80"/>
          <p:cNvSpPr txBox="1"/>
          <p:nvPr>
            <p:ph idx="2" type="title"/>
          </p:nvPr>
        </p:nvSpPr>
        <p:spPr>
          <a:xfrm>
            <a:off x="542175"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600"/>
              <a:buFont typeface="Roboto Light"/>
              <a:buNone/>
              <a:defRPr b="0" sz="1600">
                <a:solidFill>
                  <a:schemeClr val="dk2"/>
                </a:solidFill>
                <a:latin typeface="Roboto Light"/>
                <a:ea typeface="Roboto Light"/>
                <a:cs typeface="Roboto Light"/>
                <a:sym typeface="Roboto Light"/>
              </a:defRPr>
            </a:lvl1pPr>
            <a:lvl2pPr lvl="1"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586" name="Google Shape;586;p80"/>
          <p:cNvSpPr txBox="1"/>
          <p:nvPr>
            <p:ph idx="3" type="title"/>
          </p:nvPr>
        </p:nvSpPr>
        <p:spPr>
          <a:xfrm>
            <a:off x="4976200"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587" name="Google Shape;587;p80"/>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8" name="Google Shape;588;p80"/>
          <p:cNvSpPr txBox="1"/>
          <p:nvPr>
            <p:ph idx="5"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9" name="Google Shape;589;p80"/>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590" name="Google Shape;590;p80"/>
          <p:cNvSpPr txBox="1"/>
          <p:nvPr>
            <p:ph idx="6" type="title"/>
          </p:nvPr>
        </p:nvSpPr>
        <p:spPr>
          <a:xfrm>
            <a:off x="542175"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1800"/>
              <a:buNone/>
              <a:defRPr>
                <a:latin typeface="Roboto Light"/>
                <a:ea typeface="Roboto Light"/>
                <a:cs typeface="Roboto Light"/>
                <a:sym typeface="Roboto Light"/>
              </a:defRPr>
            </a:lvl2pPr>
            <a:lvl3pPr lvl="2" rtl="0">
              <a:spcBef>
                <a:spcPts val="0"/>
              </a:spcBef>
              <a:spcAft>
                <a:spcPts val="0"/>
              </a:spcAft>
              <a:buSzPts val="1800"/>
              <a:buNone/>
              <a:defRPr>
                <a:latin typeface="Roboto Light"/>
                <a:ea typeface="Roboto Light"/>
                <a:cs typeface="Roboto Light"/>
                <a:sym typeface="Roboto Light"/>
              </a:defRPr>
            </a:lvl3pPr>
            <a:lvl4pPr lvl="3" rtl="0">
              <a:spcBef>
                <a:spcPts val="0"/>
              </a:spcBef>
              <a:spcAft>
                <a:spcPts val="0"/>
              </a:spcAft>
              <a:buSzPts val="1800"/>
              <a:buNone/>
              <a:defRPr>
                <a:latin typeface="Roboto Light"/>
                <a:ea typeface="Roboto Light"/>
                <a:cs typeface="Roboto Light"/>
                <a:sym typeface="Roboto Light"/>
              </a:defRPr>
            </a:lvl4pPr>
            <a:lvl5pPr lvl="4" rtl="0">
              <a:spcBef>
                <a:spcPts val="0"/>
              </a:spcBef>
              <a:spcAft>
                <a:spcPts val="0"/>
              </a:spcAft>
              <a:buSzPts val="1800"/>
              <a:buNone/>
              <a:defRPr>
                <a:latin typeface="Roboto Light"/>
                <a:ea typeface="Roboto Light"/>
                <a:cs typeface="Roboto Light"/>
                <a:sym typeface="Roboto Light"/>
              </a:defRPr>
            </a:lvl5pPr>
            <a:lvl6pPr lvl="5" rtl="0">
              <a:spcBef>
                <a:spcPts val="0"/>
              </a:spcBef>
              <a:spcAft>
                <a:spcPts val="0"/>
              </a:spcAft>
              <a:buSzPts val="1800"/>
              <a:buNone/>
              <a:defRPr>
                <a:latin typeface="Roboto Light"/>
                <a:ea typeface="Roboto Light"/>
                <a:cs typeface="Roboto Light"/>
                <a:sym typeface="Roboto Light"/>
              </a:defRPr>
            </a:lvl6pPr>
            <a:lvl7pPr lvl="6" rtl="0">
              <a:spcBef>
                <a:spcPts val="0"/>
              </a:spcBef>
              <a:spcAft>
                <a:spcPts val="0"/>
              </a:spcAft>
              <a:buSzPts val="1800"/>
              <a:buNone/>
              <a:defRPr>
                <a:latin typeface="Roboto Light"/>
                <a:ea typeface="Roboto Light"/>
                <a:cs typeface="Roboto Light"/>
                <a:sym typeface="Roboto Light"/>
              </a:defRPr>
            </a:lvl7pPr>
            <a:lvl8pPr lvl="7" rtl="0">
              <a:spcBef>
                <a:spcPts val="0"/>
              </a:spcBef>
              <a:spcAft>
                <a:spcPts val="0"/>
              </a:spcAft>
              <a:buSzPts val="1800"/>
              <a:buNone/>
              <a:defRPr>
                <a:latin typeface="Roboto Light"/>
                <a:ea typeface="Roboto Light"/>
                <a:cs typeface="Roboto Light"/>
                <a:sym typeface="Roboto Light"/>
              </a:defRPr>
            </a:lvl8pPr>
            <a:lvl9pPr lvl="8" rtl="0">
              <a:spcBef>
                <a:spcPts val="0"/>
              </a:spcBef>
              <a:spcAft>
                <a:spcPts val="0"/>
              </a:spcAft>
              <a:buSzPts val="1800"/>
              <a:buNone/>
              <a:defRPr>
                <a:latin typeface="Roboto Light"/>
                <a:ea typeface="Roboto Light"/>
                <a:cs typeface="Roboto Light"/>
                <a:sym typeface="Roboto Light"/>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5">
  <p:cSld name="CUSTOM_2_15">
    <p:spTree>
      <p:nvGrpSpPr>
        <p:cNvPr id="591" name="Shape 591"/>
        <p:cNvGrpSpPr/>
        <p:nvPr/>
      </p:nvGrpSpPr>
      <p:grpSpPr>
        <a:xfrm>
          <a:off x="0" y="0"/>
          <a:ext cx="0" cy="0"/>
          <a:chOff x="0" y="0"/>
          <a:chExt cx="0" cy="0"/>
        </a:xfrm>
      </p:grpSpPr>
      <p:sp>
        <p:nvSpPr>
          <p:cNvPr id="592" name="Google Shape;592;p8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3" name="Google Shape;593;p8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4" name="Google Shape;594;p8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5" name="Google Shape;595;p8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6" name="Google Shape;596;p8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6">
  <p:cSld name="CUSTOM_2_16">
    <p:spTree>
      <p:nvGrpSpPr>
        <p:cNvPr id="597" name="Shape 597"/>
        <p:cNvGrpSpPr/>
        <p:nvPr/>
      </p:nvGrpSpPr>
      <p:grpSpPr>
        <a:xfrm>
          <a:off x="0" y="0"/>
          <a:ext cx="0" cy="0"/>
          <a:chOff x="0" y="0"/>
          <a:chExt cx="0" cy="0"/>
        </a:xfrm>
      </p:grpSpPr>
      <p:sp>
        <p:nvSpPr>
          <p:cNvPr id="598" name="Google Shape;598;p8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9" name="Google Shape;599;p8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00" name="Google Shape;600;p8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01" name="Google Shape;601;p8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2" name="Google Shape;602;p8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27_2">
    <p:bg>
      <p:bgPr>
        <a:solidFill>
          <a:srgbClr val="FFFFFF"/>
        </a:solidFill>
      </p:bgPr>
    </p:bg>
    <p:spTree>
      <p:nvGrpSpPr>
        <p:cNvPr id="603" name="Shape 603"/>
        <p:cNvGrpSpPr/>
        <p:nvPr/>
      </p:nvGrpSpPr>
      <p:grpSpPr>
        <a:xfrm>
          <a:off x="0" y="0"/>
          <a:ext cx="0" cy="0"/>
          <a:chOff x="0" y="0"/>
          <a:chExt cx="0" cy="0"/>
        </a:xfrm>
      </p:grpSpPr>
      <p:sp>
        <p:nvSpPr>
          <p:cNvPr id="604" name="Google Shape;604;p83"/>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83"/>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6" name="Google Shape;606;p83"/>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607" name="Google Shape;607;p83"/>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83"/>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9" name="Google Shape;609;p83"/>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610" name="Google Shape;610;p83"/>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83"/>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12" name="Google Shape;612;p83"/>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613" name="Google Shape;613;p83"/>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614" name="Google Shape;614;p83"/>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615" name="Google Shape;615;p8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6" name="Google Shape;616;p8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617" name="Shape 617"/>
        <p:cNvGrpSpPr/>
        <p:nvPr/>
      </p:nvGrpSpPr>
      <p:grpSpPr>
        <a:xfrm>
          <a:off x="0" y="0"/>
          <a:ext cx="0" cy="0"/>
          <a:chOff x="0" y="0"/>
          <a:chExt cx="0" cy="0"/>
        </a:xfrm>
      </p:grpSpPr>
      <p:pic>
        <p:nvPicPr>
          <p:cNvPr id="618" name="Google Shape;618;p84"/>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619" name="Google Shape;619;p84"/>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620" name="Google Shape;620;p84"/>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84"/>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84"/>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SzPts val="3400"/>
              <a:buNone/>
              <a:defRPr sz="3400">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7">
  <p:cSld name="CUSTOM_2_17">
    <p:spTree>
      <p:nvGrpSpPr>
        <p:cNvPr id="623" name="Shape 623"/>
        <p:cNvGrpSpPr/>
        <p:nvPr/>
      </p:nvGrpSpPr>
      <p:grpSpPr>
        <a:xfrm>
          <a:off x="0" y="0"/>
          <a:ext cx="0" cy="0"/>
          <a:chOff x="0" y="0"/>
          <a:chExt cx="0" cy="0"/>
        </a:xfrm>
      </p:grpSpPr>
      <p:sp>
        <p:nvSpPr>
          <p:cNvPr id="624" name="Google Shape;624;p8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5" name="Google Shape;625;p8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26" name="Google Shape;626;p8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27" name="Google Shape;627;p8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8" name="Google Shape;628;p8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8">
  <p:cSld name="CUSTOM_2_18">
    <p:spTree>
      <p:nvGrpSpPr>
        <p:cNvPr id="629" name="Shape 629"/>
        <p:cNvGrpSpPr/>
        <p:nvPr/>
      </p:nvGrpSpPr>
      <p:grpSpPr>
        <a:xfrm>
          <a:off x="0" y="0"/>
          <a:ext cx="0" cy="0"/>
          <a:chOff x="0" y="0"/>
          <a:chExt cx="0" cy="0"/>
        </a:xfrm>
      </p:grpSpPr>
      <p:sp>
        <p:nvSpPr>
          <p:cNvPr id="630" name="Google Shape;630;p8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31" name="Google Shape;631;p8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32" name="Google Shape;632;p8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33" name="Google Shape;633;p8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4" name="Google Shape;634;p8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1">
  <p:cSld name="CUSTOM_4_2">
    <p:spTree>
      <p:nvGrpSpPr>
        <p:cNvPr id="635" name="Shape 635"/>
        <p:cNvGrpSpPr/>
        <p:nvPr/>
      </p:nvGrpSpPr>
      <p:grpSpPr>
        <a:xfrm>
          <a:off x="0" y="0"/>
          <a:ext cx="0" cy="0"/>
          <a:chOff x="0" y="0"/>
          <a:chExt cx="0" cy="0"/>
        </a:xfrm>
      </p:grpSpPr>
      <p:sp>
        <p:nvSpPr>
          <p:cNvPr id="636" name="Google Shape;636;p87"/>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7" name="Google Shape;637;p87"/>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638" name="Google Shape;638;p87"/>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639" name="Google Shape;639;p87"/>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
        <p:nvSpPr>
          <p:cNvPr id="640" name="Google Shape;640;p8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9">
  <p:cSld name="CUSTOM_2_19">
    <p:spTree>
      <p:nvGrpSpPr>
        <p:cNvPr id="641" name="Shape 641"/>
        <p:cNvGrpSpPr/>
        <p:nvPr/>
      </p:nvGrpSpPr>
      <p:grpSpPr>
        <a:xfrm>
          <a:off x="0" y="0"/>
          <a:ext cx="0" cy="0"/>
          <a:chOff x="0" y="0"/>
          <a:chExt cx="0" cy="0"/>
        </a:xfrm>
      </p:grpSpPr>
      <p:sp>
        <p:nvSpPr>
          <p:cNvPr id="642" name="Google Shape;642;p8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3" name="Google Shape;643;p8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4" name="Google Shape;644;p8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5" name="Google Shape;645;p8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6" name="Google Shape;646;p8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0">
  <p:cSld name="CUSTOM_2_20">
    <p:spTree>
      <p:nvGrpSpPr>
        <p:cNvPr id="647" name="Shape 647"/>
        <p:cNvGrpSpPr/>
        <p:nvPr/>
      </p:nvGrpSpPr>
      <p:grpSpPr>
        <a:xfrm>
          <a:off x="0" y="0"/>
          <a:ext cx="0" cy="0"/>
          <a:chOff x="0" y="0"/>
          <a:chExt cx="0" cy="0"/>
        </a:xfrm>
      </p:grpSpPr>
      <p:sp>
        <p:nvSpPr>
          <p:cNvPr id="648" name="Google Shape;648;p8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9" name="Google Shape;649;p8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0" name="Google Shape;650;p8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51" name="Google Shape;651;p8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2" name="Google Shape;652;p8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1">
  <p:cSld name="CUSTOM_2_21">
    <p:spTree>
      <p:nvGrpSpPr>
        <p:cNvPr id="653" name="Shape 653"/>
        <p:cNvGrpSpPr/>
        <p:nvPr/>
      </p:nvGrpSpPr>
      <p:grpSpPr>
        <a:xfrm>
          <a:off x="0" y="0"/>
          <a:ext cx="0" cy="0"/>
          <a:chOff x="0" y="0"/>
          <a:chExt cx="0" cy="0"/>
        </a:xfrm>
      </p:grpSpPr>
      <p:sp>
        <p:nvSpPr>
          <p:cNvPr id="654" name="Google Shape;654;p9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5" name="Google Shape;655;p9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6" name="Google Shape;656;p9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57" name="Google Shape;657;p9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8" name="Google Shape;658;p9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2">
  <p:cSld name="CUSTOM_2_22">
    <p:spTree>
      <p:nvGrpSpPr>
        <p:cNvPr id="659" name="Shape 659"/>
        <p:cNvGrpSpPr/>
        <p:nvPr/>
      </p:nvGrpSpPr>
      <p:grpSpPr>
        <a:xfrm>
          <a:off x="0" y="0"/>
          <a:ext cx="0" cy="0"/>
          <a:chOff x="0" y="0"/>
          <a:chExt cx="0" cy="0"/>
        </a:xfrm>
      </p:grpSpPr>
      <p:sp>
        <p:nvSpPr>
          <p:cNvPr id="660" name="Google Shape;660;p9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61" name="Google Shape;661;p9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2" name="Google Shape;662;p9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3" name="Google Shape;663;p9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4" name="Google Shape;664;p9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3">
  <p:cSld name="CUSTOM_2_23">
    <p:spTree>
      <p:nvGrpSpPr>
        <p:cNvPr id="665" name="Shape 665"/>
        <p:cNvGrpSpPr/>
        <p:nvPr/>
      </p:nvGrpSpPr>
      <p:grpSpPr>
        <a:xfrm>
          <a:off x="0" y="0"/>
          <a:ext cx="0" cy="0"/>
          <a:chOff x="0" y="0"/>
          <a:chExt cx="0" cy="0"/>
        </a:xfrm>
      </p:grpSpPr>
      <p:sp>
        <p:nvSpPr>
          <p:cNvPr id="666" name="Google Shape;666;p9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67" name="Google Shape;667;p9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8" name="Google Shape;668;p9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9" name="Google Shape;669;p9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0" name="Google Shape;670;p9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4">
  <p:cSld name="CUSTOM_2_24">
    <p:spTree>
      <p:nvGrpSpPr>
        <p:cNvPr id="671" name="Shape 671"/>
        <p:cNvGrpSpPr/>
        <p:nvPr/>
      </p:nvGrpSpPr>
      <p:grpSpPr>
        <a:xfrm>
          <a:off x="0" y="0"/>
          <a:ext cx="0" cy="0"/>
          <a:chOff x="0" y="0"/>
          <a:chExt cx="0" cy="0"/>
        </a:xfrm>
      </p:grpSpPr>
      <p:sp>
        <p:nvSpPr>
          <p:cNvPr id="672" name="Google Shape;672;p9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3" name="Google Shape;673;p9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4" name="Google Shape;674;p9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5" name="Google Shape;675;p9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6" name="Google Shape;676;p9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5">
  <p:cSld name="CUSTOM_2_25">
    <p:spTree>
      <p:nvGrpSpPr>
        <p:cNvPr id="677" name="Shape 677"/>
        <p:cNvGrpSpPr/>
        <p:nvPr/>
      </p:nvGrpSpPr>
      <p:grpSpPr>
        <a:xfrm>
          <a:off x="0" y="0"/>
          <a:ext cx="0" cy="0"/>
          <a:chOff x="0" y="0"/>
          <a:chExt cx="0" cy="0"/>
        </a:xfrm>
      </p:grpSpPr>
      <p:sp>
        <p:nvSpPr>
          <p:cNvPr id="678" name="Google Shape;678;p9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9" name="Google Shape;679;p9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0" name="Google Shape;680;p9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81" name="Google Shape;681;p9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2" name="Google Shape;682;p9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6">
  <p:cSld name="CUSTOM_2_26">
    <p:spTree>
      <p:nvGrpSpPr>
        <p:cNvPr id="683" name="Shape 683"/>
        <p:cNvGrpSpPr/>
        <p:nvPr/>
      </p:nvGrpSpPr>
      <p:grpSpPr>
        <a:xfrm>
          <a:off x="0" y="0"/>
          <a:ext cx="0" cy="0"/>
          <a:chOff x="0" y="0"/>
          <a:chExt cx="0" cy="0"/>
        </a:xfrm>
      </p:grpSpPr>
      <p:sp>
        <p:nvSpPr>
          <p:cNvPr id="684" name="Google Shape;684;p9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5" name="Google Shape;685;p9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6" name="Google Shape;686;p9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87" name="Google Shape;687;p9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8" name="Google Shape;688;p9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7">
  <p:cSld name="CUSTOM_2_27">
    <p:spTree>
      <p:nvGrpSpPr>
        <p:cNvPr id="689" name="Shape 689"/>
        <p:cNvGrpSpPr/>
        <p:nvPr/>
      </p:nvGrpSpPr>
      <p:grpSpPr>
        <a:xfrm>
          <a:off x="0" y="0"/>
          <a:ext cx="0" cy="0"/>
          <a:chOff x="0" y="0"/>
          <a:chExt cx="0" cy="0"/>
        </a:xfrm>
      </p:grpSpPr>
      <p:sp>
        <p:nvSpPr>
          <p:cNvPr id="690" name="Google Shape;690;p9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91" name="Google Shape;691;p9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2" name="Google Shape;692;p9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3" name="Google Shape;693;p9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4" name="Google Shape;694;p9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8">
  <p:cSld name="CUSTOM_2_28">
    <p:spTree>
      <p:nvGrpSpPr>
        <p:cNvPr id="695" name="Shape 695"/>
        <p:cNvGrpSpPr/>
        <p:nvPr/>
      </p:nvGrpSpPr>
      <p:grpSpPr>
        <a:xfrm>
          <a:off x="0" y="0"/>
          <a:ext cx="0" cy="0"/>
          <a:chOff x="0" y="0"/>
          <a:chExt cx="0" cy="0"/>
        </a:xfrm>
      </p:grpSpPr>
      <p:sp>
        <p:nvSpPr>
          <p:cNvPr id="696" name="Google Shape;696;p9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97" name="Google Shape;697;p9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8" name="Google Shape;698;p9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9" name="Google Shape;699;p9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0" name="Google Shape;700;p9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9">
  <p:cSld name="CUSTOM_2_29">
    <p:spTree>
      <p:nvGrpSpPr>
        <p:cNvPr id="701" name="Shape 701"/>
        <p:cNvGrpSpPr/>
        <p:nvPr/>
      </p:nvGrpSpPr>
      <p:grpSpPr>
        <a:xfrm>
          <a:off x="0" y="0"/>
          <a:ext cx="0" cy="0"/>
          <a:chOff x="0" y="0"/>
          <a:chExt cx="0" cy="0"/>
        </a:xfrm>
      </p:grpSpPr>
      <p:sp>
        <p:nvSpPr>
          <p:cNvPr id="702" name="Google Shape;702;p9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3" name="Google Shape;703;p9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4" name="Google Shape;704;p9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5" name="Google Shape;705;p9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6" name="Google Shape;706;p9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0">
  <p:cSld name="CUSTOM_2_30">
    <p:spTree>
      <p:nvGrpSpPr>
        <p:cNvPr id="707" name="Shape 707"/>
        <p:cNvGrpSpPr/>
        <p:nvPr/>
      </p:nvGrpSpPr>
      <p:grpSpPr>
        <a:xfrm>
          <a:off x="0" y="0"/>
          <a:ext cx="0" cy="0"/>
          <a:chOff x="0" y="0"/>
          <a:chExt cx="0" cy="0"/>
        </a:xfrm>
      </p:grpSpPr>
      <p:sp>
        <p:nvSpPr>
          <p:cNvPr id="708" name="Google Shape;708;p9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9" name="Google Shape;709;p9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0" name="Google Shape;710;p9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11" name="Google Shape;711;p9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2" name="Google Shape;712;p9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1">
  <p:cSld name="CUSTOM_2_31">
    <p:spTree>
      <p:nvGrpSpPr>
        <p:cNvPr id="713" name="Shape 713"/>
        <p:cNvGrpSpPr/>
        <p:nvPr/>
      </p:nvGrpSpPr>
      <p:grpSpPr>
        <a:xfrm>
          <a:off x="0" y="0"/>
          <a:ext cx="0" cy="0"/>
          <a:chOff x="0" y="0"/>
          <a:chExt cx="0" cy="0"/>
        </a:xfrm>
      </p:grpSpPr>
      <p:sp>
        <p:nvSpPr>
          <p:cNvPr id="714" name="Google Shape;714;p10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5" name="Google Shape;715;p10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6" name="Google Shape;716;p10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17" name="Google Shape;717;p10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8" name="Google Shape;718;p10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2">
  <p:cSld name="CUSTOM_2_32">
    <p:spTree>
      <p:nvGrpSpPr>
        <p:cNvPr id="719" name="Shape 719"/>
        <p:cNvGrpSpPr/>
        <p:nvPr/>
      </p:nvGrpSpPr>
      <p:grpSpPr>
        <a:xfrm>
          <a:off x="0" y="0"/>
          <a:ext cx="0" cy="0"/>
          <a:chOff x="0" y="0"/>
          <a:chExt cx="0" cy="0"/>
        </a:xfrm>
      </p:grpSpPr>
      <p:sp>
        <p:nvSpPr>
          <p:cNvPr id="720" name="Google Shape;720;p10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21" name="Google Shape;721;p10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2" name="Google Shape;722;p10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3" name="Google Shape;723;p10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4" name="Google Shape;724;p10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3">
  <p:cSld name="CUSTOM_2_33">
    <p:spTree>
      <p:nvGrpSpPr>
        <p:cNvPr id="725" name="Shape 725"/>
        <p:cNvGrpSpPr/>
        <p:nvPr/>
      </p:nvGrpSpPr>
      <p:grpSpPr>
        <a:xfrm>
          <a:off x="0" y="0"/>
          <a:ext cx="0" cy="0"/>
          <a:chOff x="0" y="0"/>
          <a:chExt cx="0" cy="0"/>
        </a:xfrm>
      </p:grpSpPr>
      <p:sp>
        <p:nvSpPr>
          <p:cNvPr id="726" name="Google Shape;726;p10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27" name="Google Shape;727;p10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8" name="Google Shape;728;p10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9" name="Google Shape;729;p10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0" name="Google Shape;730;p10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4">
  <p:cSld name="CUSTOM_2_34">
    <p:spTree>
      <p:nvGrpSpPr>
        <p:cNvPr id="731" name="Shape 731"/>
        <p:cNvGrpSpPr/>
        <p:nvPr/>
      </p:nvGrpSpPr>
      <p:grpSpPr>
        <a:xfrm>
          <a:off x="0" y="0"/>
          <a:ext cx="0" cy="0"/>
          <a:chOff x="0" y="0"/>
          <a:chExt cx="0" cy="0"/>
        </a:xfrm>
      </p:grpSpPr>
      <p:sp>
        <p:nvSpPr>
          <p:cNvPr id="732" name="Google Shape;732;p10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3" name="Google Shape;733;p10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4" name="Google Shape;734;p10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5" name="Google Shape;735;p10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6" name="Google Shape;736;p10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5">
  <p:cSld name="CUSTOM_2_35">
    <p:spTree>
      <p:nvGrpSpPr>
        <p:cNvPr id="737" name="Shape 737"/>
        <p:cNvGrpSpPr/>
        <p:nvPr/>
      </p:nvGrpSpPr>
      <p:grpSpPr>
        <a:xfrm>
          <a:off x="0" y="0"/>
          <a:ext cx="0" cy="0"/>
          <a:chOff x="0" y="0"/>
          <a:chExt cx="0" cy="0"/>
        </a:xfrm>
      </p:grpSpPr>
      <p:sp>
        <p:nvSpPr>
          <p:cNvPr id="738" name="Google Shape;738;p10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9" name="Google Shape;739;p10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0" name="Google Shape;740;p10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41" name="Google Shape;741;p10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2" name="Google Shape;742;p10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6">
  <p:cSld name="CUSTOM_2_36">
    <p:spTree>
      <p:nvGrpSpPr>
        <p:cNvPr id="743" name="Shape 743"/>
        <p:cNvGrpSpPr/>
        <p:nvPr/>
      </p:nvGrpSpPr>
      <p:grpSpPr>
        <a:xfrm>
          <a:off x="0" y="0"/>
          <a:ext cx="0" cy="0"/>
          <a:chOff x="0" y="0"/>
          <a:chExt cx="0" cy="0"/>
        </a:xfrm>
      </p:grpSpPr>
      <p:sp>
        <p:nvSpPr>
          <p:cNvPr id="744" name="Google Shape;744;p10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5" name="Google Shape;745;p10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6" name="Google Shape;746;p10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47" name="Google Shape;747;p10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8" name="Google Shape;748;p10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7">
  <p:cSld name="CUSTOM_2_37">
    <p:spTree>
      <p:nvGrpSpPr>
        <p:cNvPr id="749" name="Shape 749"/>
        <p:cNvGrpSpPr/>
        <p:nvPr/>
      </p:nvGrpSpPr>
      <p:grpSpPr>
        <a:xfrm>
          <a:off x="0" y="0"/>
          <a:ext cx="0" cy="0"/>
          <a:chOff x="0" y="0"/>
          <a:chExt cx="0" cy="0"/>
        </a:xfrm>
      </p:grpSpPr>
      <p:sp>
        <p:nvSpPr>
          <p:cNvPr id="750" name="Google Shape;750;p10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51" name="Google Shape;751;p10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52" name="Google Shape;752;p10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53" name="Google Shape;753;p10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4" name="Google Shape;754;p10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1">
  <p:cSld name="CUSTOM_11_1_1_3">
    <p:spTree>
      <p:nvGrpSpPr>
        <p:cNvPr id="755" name="Shape 755"/>
        <p:cNvGrpSpPr/>
        <p:nvPr/>
      </p:nvGrpSpPr>
      <p:grpSpPr>
        <a:xfrm>
          <a:off x="0" y="0"/>
          <a:ext cx="0" cy="0"/>
          <a:chOff x="0" y="0"/>
          <a:chExt cx="0" cy="0"/>
        </a:xfrm>
      </p:grpSpPr>
      <p:sp>
        <p:nvSpPr>
          <p:cNvPr id="756" name="Google Shape;756;p107"/>
          <p:cNvSpPr/>
          <p:nvPr/>
        </p:nvSpPr>
        <p:spPr>
          <a:xfrm>
            <a:off x="953325" y="1857573"/>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07"/>
          <p:cNvSpPr/>
          <p:nvPr/>
        </p:nvSpPr>
        <p:spPr>
          <a:xfrm>
            <a:off x="953325" y="256325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07"/>
          <p:cNvSpPr/>
          <p:nvPr/>
        </p:nvSpPr>
        <p:spPr>
          <a:xfrm>
            <a:off x="953325" y="1136875"/>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0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760" name="Google Shape;760;p107"/>
          <p:cNvSpPr/>
          <p:nvPr/>
        </p:nvSpPr>
        <p:spPr>
          <a:xfrm>
            <a:off x="802850" y="18425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761" name="Google Shape;761;p107"/>
          <p:cNvSpPr/>
          <p:nvPr/>
        </p:nvSpPr>
        <p:spPr>
          <a:xfrm>
            <a:off x="802850" y="2563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762" name="Google Shape;762;p10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63" name="Google Shape;763;p10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4" name="Google Shape;764;p10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5" name="Google Shape;765;p107"/>
          <p:cNvSpPr txBox="1"/>
          <p:nvPr>
            <p:ph idx="1" type="subTitle"/>
          </p:nvPr>
        </p:nvSpPr>
        <p:spPr>
          <a:xfrm>
            <a:off x="1354400" y="1129175"/>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6" name="Google Shape;766;p107"/>
          <p:cNvSpPr txBox="1"/>
          <p:nvPr>
            <p:ph idx="3" type="subTitle"/>
          </p:nvPr>
        </p:nvSpPr>
        <p:spPr>
          <a:xfrm>
            <a:off x="1354400" y="1857451"/>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7" name="Google Shape;767;p107"/>
          <p:cNvSpPr txBox="1"/>
          <p:nvPr>
            <p:ph idx="4" type="subTitle"/>
          </p:nvPr>
        </p:nvSpPr>
        <p:spPr>
          <a:xfrm>
            <a:off x="1354400" y="257827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8" name="Google Shape;768;p107"/>
          <p:cNvSpPr/>
          <p:nvPr/>
        </p:nvSpPr>
        <p:spPr>
          <a:xfrm>
            <a:off x="953325" y="327620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07"/>
          <p:cNvSpPr/>
          <p:nvPr/>
        </p:nvSpPr>
        <p:spPr>
          <a:xfrm>
            <a:off x="802850" y="32762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770" name="Google Shape;770;p107"/>
          <p:cNvSpPr txBox="1"/>
          <p:nvPr>
            <p:ph idx="5" type="subTitle"/>
          </p:nvPr>
        </p:nvSpPr>
        <p:spPr>
          <a:xfrm>
            <a:off x="1354400" y="329122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
  <p:cSld name="CUSTOM_6_2">
    <p:spTree>
      <p:nvGrpSpPr>
        <p:cNvPr id="771" name="Shape 771"/>
        <p:cNvGrpSpPr/>
        <p:nvPr/>
      </p:nvGrpSpPr>
      <p:grpSpPr>
        <a:xfrm>
          <a:off x="0" y="0"/>
          <a:ext cx="0" cy="0"/>
          <a:chOff x="0" y="0"/>
          <a:chExt cx="0" cy="0"/>
        </a:xfrm>
      </p:grpSpPr>
      <p:sp>
        <p:nvSpPr>
          <p:cNvPr id="772" name="Google Shape;772;p108"/>
          <p:cNvSpPr/>
          <p:nvPr>
            <p:ph idx="2" type="pic"/>
          </p:nvPr>
        </p:nvSpPr>
        <p:spPr>
          <a:xfrm>
            <a:off x="5923375" y="150"/>
            <a:ext cx="3220500" cy="5143500"/>
          </a:xfrm>
          <a:prstGeom prst="rect">
            <a:avLst/>
          </a:prstGeom>
          <a:noFill/>
          <a:ln>
            <a:noFill/>
          </a:ln>
        </p:spPr>
      </p:sp>
      <p:sp>
        <p:nvSpPr>
          <p:cNvPr id="773" name="Google Shape;773;p10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74" name="Google Shape;774;p10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5" name="Google Shape;775;p108"/>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rgbClr val="F2F2F2"/>
        </a:solidFill>
      </p:bgPr>
    </p:bg>
    <p:spTree>
      <p:nvGrpSpPr>
        <p:cNvPr id="776" name="Shape 776"/>
        <p:cNvGrpSpPr/>
        <p:nvPr/>
      </p:nvGrpSpPr>
      <p:grpSpPr>
        <a:xfrm>
          <a:off x="0" y="0"/>
          <a:ext cx="0" cy="0"/>
          <a:chOff x="0" y="0"/>
          <a:chExt cx="0" cy="0"/>
        </a:xfrm>
      </p:grpSpPr>
      <p:sp>
        <p:nvSpPr>
          <p:cNvPr id="777" name="Google Shape;777;p109"/>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1">
  <p:cSld name="CUSTOM_26_4">
    <p:bg>
      <p:bgPr>
        <a:solidFill>
          <a:srgbClr val="F2F2F2"/>
        </a:solidFill>
      </p:bgPr>
    </p:bg>
    <p:spTree>
      <p:nvGrpSpPr>
        <p:cNvPr id="778" name="Shape 778"/>
        <p:cNvGrpSpPr/>
        <p:nvPr/>
      </p:nvGrpSpPr>
      <p:grpSpPr>
        <a:xfrm>
          <a:off x="0" y="0"/>
          <a:ext cx="0" cy="0"/>
          <a:chOff x="0" y="0"/>
          <a:chExt cx="0" cy="0"/>
        </a:xfrm>
      </p:grpSpPr>
      <p:sp>
        <p:nvSpPr>
          <p:cNvPr id="779" name="Google Shape;779;p110"/>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2">
  <p:cSld name="CUSTOM_6_3">
    <p:spTree>
      <p:nvGrpSpPr>
        <p:cNvPr id="780" name="Shape 780"/>
        <p:cNvGrpSpPr/>
        <p:nvPr/>
      </p:nvGrpSpPr>
      <p:grpSpPr>
        <a:xfrm>
          <a:off x="0" y="0"/>
          <a:ext cx="0" cy="0"/>
          <a:chOff x="0" y="0"/>
          <a:chExt cx="0" cy="0"/>
        </a:xfrm>
      </p:grpSpPr>
      <p:sp>
        <p:nvSpPr>
          <p:cNvPr id="781" name="Google Shape;781;p111"/>
          <p:cNvSpPr/>
          <p:nvPr>
            <p:ph idx="2" type="pic"/>
          </p:nvPr>
        </p:nvSpPr>
        <p:spPr>
          <a:xfrm>
            <a:off x="5923375" y="150"/>
            <a:ext cx="3220500" cy="5143500"/>
          </a:xfrm>
          <a:prstGeom prst="rect">
            <a:avLst/>
          </a:prstGeom>
          <a:noFill/>
          <a:ln>
            <a:noFill/>
          </a:ln>
        </p:spPr>
      </p:sp>
      <p:sp>
        <p:nvSpPr>
          <p:cNvPr id="782" name="Google Shape;782;p11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3" name="Google Shape;783;p11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4" name="Google Shape;784;p111"/>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8">
  <p:cSld name="CUSTOM_2_38">
    <p:spTree>
      <p:nvGrpSpPr>
        <p:cNvPr id="785" name="Shape 785"/>
        <p:cNvGrpSpPr/>
        <p:nvPr/>
      </p:nvGrpSpPr>
      <p:grpSpPr>
        <a:xfrm>
          <a:off x="0" y="0"/>
          <a:ext cx="0" cy="0"/>
          <a:chOff x="0" y="0"/>
          <a:chExt cx="0" cy="0"/>
        </a:xfrm>
      </p:grpSpPr>
      <p:sp>
        <p:nvSpPr>
          <p:cNvPr id="786" name="Google Shape;786;p11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7" name="Google Shape;787;p11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88" name="Google Shape;788;p11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9" name="Google Shape;789;p11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lide">
  <p:cSld name="CUSTOM_4_1_1_2">
    <p:spTree>
      <p:nvGrpSpPr>
        <p:cNvPr id="790" name="Shape 790"/>
        <p:cNvGrpSpPr/>
        <p:nvPr/>
      </p:nvGrpSpPr>
      <p:grpSpPr>
        <a:xfrm>
          <a:off x="0" y="0"/>
          <a:ext cx="0" cy="0"/>
          <a:chOff x="0" y="0"/>
          <a:chExt cx="0" cy="0"/>
        </a:xfrm>
      </p:grpSpPr>
      <p:sp>
        <p:nvSpPr>
          <p:cNvPr id="791" name="Google Shape;791;p113"/>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13"/>
          <p:cNvSpPr txBox="1"/>
          <p:nvPr>
            <p:ph type="title"/>
          </p:nvPr>
        </p:nvSpPr>
        <p:spPr>
          <a:xfrm>
            <a:off x="3141250" y="1925250"/>
            <a:ext cx="5555100" cy="1304700"/>
          </a:xfrm>
          <a:prstGeom prst="rect">
            <a:avLst/>
          </a:prstGeom>
        </p:spPr>
        <p:txBody>
          <a:bodyPr anchorCtr="0" anchor="t" bIns="0" lIns="0" spcFirstLastPara="1" rIns="0" wrap="square" tIns="0">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
        <p:nvSpPr>
          <p:cNvPr id="793" name="Google Shape;793;p113"/>
          <p:cNvSpPr/>
          <p:nvPr/>
        </p:nvSpPr>
        <p:spPr>
          <a:xfrm>
            <a:off x="958075" y="2087475"/>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517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13"/>
          <p:cNvSpPr/>
          <p:nvPr/>
        </p:nvSpPr>
        <p:spPr>
          <a:xfrm>
            <a:off x="1728183" y="2087475"/>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517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13"/>
          <p:cNvSpPr txBox="1"/>
          <p:nvPr>
            <p:ph idx="1" type="subTitle"/>
          </p:nvPr>
        </p:nvSpPr>
        <p:spPr>
          <a:xfrm>
            <a:off x="722800" y="3899125"/>
            <a:ext cx="1944000" cy="428100"/>
          </a:xfrm>
          <a:prstGeom prst="rect">
            <a:avLst/>
          </a:prstGeom>
        </p:spPr>
        <p:txBody>
          <a:bodyPr anchorCtr="0" anchor="t" bIns="91425" lIns="0" spcFirstLastPara="1" rIns="91425" wrap="square" tIns="0">
            <a:noAutofit/>
          </a:bodyPr>
          <a:lstStyle>
            <a:lvl1pPr lvl="0" rtl="0" algn="ctr">
              <a:spcBef>
                <a:spcPts val="0"/>
              </a:spcBef>
              <a:spcAft>
                <a:spcPts val="0"/>
              </a:spcAft>
              <a:buSzPts val="1250"/>
              <a:buNone/>
              <a:defRPr sz="125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pic>
        <p:nvPicPr>
          <p:cNvPr id="796" name="Google Shape;796;p113"/>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07" Type="http://schemas.openxmlformats.org/officeDocument/2006/relationships/slideLayout" Target="../slideLayouts/slideLayout107.xml"/><Relationship Id="rId106" Type="http://schemas.openxmlformats.org/officeDocument/2006/relationships/slideLayout" Target="../slideLayouts/slideLayout106.xml"/><Relationship Id="rId105" Type="http://schemas.openxmlformats.org/officeDocument/2006/relationships/slideLayout" Target="../slideLayouts/slideLayout105.xml"/><Relationship Id="rId104" Type="http://schemas.openxmlformats.org/officeDocument/2006/relationships/slideLayout" Target="../slideLayouts/slideLayout104.xml"/><Relationship Id="rId109" Type="http://schemas.openxmlformats.org/officeDocument/2006/relationships/slideLayout" Target="../slideLayouts/slideLayout109.xml"/><Relationship Id="rId108" Type="http://schemas.openxmlformats.org/officeDocument/2006/relationships/slideLayout" Target="../slideLayouts/slideLayout108.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103" Type="http://schemas.openxmlformats.org/officeDocument/2006/relationships/slideLayout" Target="../slideLayouts/slideLayout103.xml"/><Relationship Id="rId102" Type="http://schemas.openxmlformats.org/officeDocument/2006/relationships/slideLayout" Target="../slideLayouts/slideLayout102.xml"/><Relationship Id="rId101" Type="http://schemas.openxmlformats.org/officeDocument/2006/relationships/slideLayout" Target="../slideLayouts/slideLayout101.xml"/><Relationship Id="rId100" Type="http://schemas.openxmlformats.org/officeDocument/2006/relationships/slideLayout" Target="../slideLayouts/slideLayout100.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95" Type="http://schemas.openxmlformats.org/officeDocument/2006/relationships/slideLayout" Target="../slideLayouts/slideLayout95.xml"/><Relationship Id="rId94" Type="http://schemas.openxmlformats.org/officeDocument/2006/relationships/slideLayout" Target="../slideLayouts/slideLayout94.xml"/><Relationship Id="rId97" Type="http://schemas.openxmlformats.org/officeDocument/2006/relationships/slideLayout" Target="../slideLayouts/slideLayout97.xml"/><Relationship Id="rId96" Type="http://schemas.openxmlformats.org/officeDocument/2006/relationships/slideLayout" Target="../slideLayouts/slideLayout96.xml"/><Relationship Id="rId11" Type="http://schemas.openxmlformats.org/officeDocument/2006/relationships/slideLayout" Target="../slideLayouts/slideLayout11.xml"/><Relationship Id="rId99" Type="http://schemas.openxmlformats.org/officeDocument/2006/relationships/slideLayout" Target="../slideLayouts/slideLayout99.xml"/><Relationship Id="rId10" Type="http://schemas.openxmlformats.org/officeDocument/2006/relationships/slideLayout" Target="../slideLayouts/slideLayout10.xml"/><Relationship Id="rId98" Type="http://schemas.openxmlformats.org/officeDocument/2006/relationships/slideLayout" Target="../slideLayouts/slideLayout98.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91" Type="http://schemas.openxmlformats.org/officeDocument/2006/relationships/slideLayout" Target="../slideLayouts/slideLayout91.xml"/><Relationship Id="rId90" Type="http://schemas.openxmlformats.org/officeDocument/2006/relationships/slideLayout" Target="../slideLayouts/slideLayout90.xml"/><Relationship Id="rId93" Type="http://schemas.openxmlformats.org/officeDocument/2006/relationships/slideLayout" Target="../slideLayouts/slideLayout93.xml"/><Relationship Id="rId92" Type="http://schemas.openxmlformats.org/officeDocument/2006/relationships/slideLayout" Target="../slideLayouts/slideLayout92.xml"/><Relationship Id="rId15" Type="http://schemas.openxmlformats.org/officeDocument/2006/relationships/slideLayout" Target="../slideLayouts/slideLayout15.xml"/><Relationship Id="rId110" Type="http://schemas.openxmlformats.org/officeDocument/2006/relationships/slideLayout" Target="../slideLayouts/slideLayout110.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13" Type="http://schemas.openxmlformats.org/officeDocument/2006/relationships/theme" Target="../theme/theme2.xml"/><Relationship Id="rId112" Type="http://schemas.openxmlformats.org/officeDocument/2006/relationships/slideLayout" Target="../slideLayouts/slideLayout112.xml"/><Relationship Id="rId111" Type="http://schemas.openxmlformats.org/officeDocument/2006/relationships/slideLayout" Target="../slideLayouts/slideLayout111.xml"/><Relationship Id="rId84" Type="http://schemas.openxmlformats.org/officeDocument/2006/relationships/slideLayout" Target="../slideLayouts/slideLayout84.xml"/><Relationship Id="rId83" Type="http://schemas.openxmlformats.org/officeDocument/2006/relationships/slideLayout" Target="../slideLayouts/slideLayout83.xml"/><Relationship Id="rId86" Type="http://schemas.openxmlformats.org/officeDocument/2006/relationships/slideLayout" Target="../slideLayouts/slideLayout86.xml"/><Relationship Id="rId85" Type="http://schemas.openxmlformats.org/officeDocument/2006/relationships/slideLayout" Target="../slideLayouts/slideLayout85.xml"/><Relationship Id="rId88" Type="http://schemas.openxmlformats.org/officeDocument/2006/relationships/slideLayout" Target="../slideLayouts/slideLayout88.xml"/><Relationship Id="rId87" Type="http://schemas.openxmlformats.org/officeDocument/2006/relationships/slideLayout" Target="../slideLayouts/slideLayout87.xml"/><Relationship Id="rId89" Type="http://schemas.openxmlformats.org/officeDocument/2006/relationships/slideLayout" Target="../slideLayouts/slideLayout89.xml"/><Relationship Id="rId80" Type="http://schemas.openxmlformats.org/officeDocument/2006/relationships/slideLayout" Target="../slideLayouts/slideLayout80.xml"/><Relationship Id="rId82" Type="http://schemas.openxmlformats.org/officeDocument/2006/relationships/slideLayout" Target="../slideLayouts/slideLayout82.xml"/><Relationship Id="rId81" Type="http://schemas.openxmlformats.org/officeDocument/2006/relationships/slideLayout" Target="../slideLayouts/slideLayout8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5" Type="http://schemas.openxmlformats.org/officeDocument/2006/relationships/slideLayout" Target="../slideLayouts/slideLayout75.xml"/><Relationship Id="rId74" Type="http://schemas.openxmlformats.org/officeDocument/2006/relationships/slideLayout" Target="../slideLayouts/slideLayout74.xml"/><Relationship Id="rId77" Type="http://schemas.openxmlformats.org/officeDocument/2006/relationships/slideLayout" Target="../slideLayouts/slideLayout77.xml"/><Relationship Id="rId76" Type="http://schemas.openxmlformats.org/officeDocument/2006/relationships/slideLayout" Target="../slideLayouts/slideLayout76.xml"/><Relationship Id="rId79" Type="http://schemas.openxmlformats.org/officeDocument/2006/relationships/slideLayout" Target="../slideLayouts/slideLayout79.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69" Type="http://schemas.openxmlformats.org/officeDocument/2006/relationships/slideLayout" Target="../slideLayouts/slideLayout6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9" Type="http://schemas.openxmlformats.org/officeDocument/2006/relationships/slideLayout" Target="../slideLayouts/slideLayout59.xml"/><Relationship Id="rId58"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5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 Id="rId3" Type="http://schemas.openxmlformats.org/officeDocument/2006/relationships/image" Target="../media/image5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xml"/><Relationship Id="rId3"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51.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51.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51.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51.pn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51.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114"/>
          <p:cNvSpPr txBox="1"/>
          <p:nvPr>
            <p:ph type="title"/>
          </p:nvPr>
        </p:nvSpPr>
        <p:spPr>
          <a:xfrm>
            <a:off x="4570475" y="1804650"/>
            <a:ext cx="45579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Project</a:t>
            </a:r>
            <a:endParaRPr/>
          </a:p>
          <a:p>
            <a:pPr indent="0" lvl="0" marL="0" rtl="0" algn="l">
              <a:spcBef>
                <a:spcPts val="0"/>
              </a:spcBef>
              <a:spcAft>
                <a:spcPts val="0"/>
              </a:spcAft>
              <a:buNone/>
            </a:pPr>
            <a:r>
              <a:rPr lang="en"/>
              <a:t>Introduction and Linux Hardening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02" name="Google Shape;802;p114"/>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 </a:t>
            </a:r>
            <a:endParaRPr/>
          </a:p>
        </p:txBody>
      </p:sp>
      <p:sp>
        <p:nvSpPr>
          <p:cNvPr id="803" name="Google Shape;803;p114"/>
          <p:cNvSpPr txBox="1"/>
          <p:nvPr>
            <p:ph idx="2" type="subTitle"/>
          </p:nvPr>
        </p:nvSpPr>
        <p:spPr>
          <a:xfrm>
            <a:off x="4570700" y="376540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16"/>
          <p:cNvSpPr txBox="1"/>
          <p:nvPr>
            <p:ph idx="4294967295" type="title"/>
          </p:nvPr>
        </p:nvSpPr>
        <p:spPr>
          <a:xfrm>
            <a:off x="0" y="2628900"/>
            <a:ext cx="9144000" cy="806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 Hardening your </a:t>
            </a:r>
            <a:r>
              <a:rPr lang="en">
                <a:latin typeface="Roboto"/>
                <a:ea typeface="Roboto"/>
                <a:cs typeface="Roboto"/>
                <a:sym typeface="Roboto"/>
              </a:rPr>
              <a:t>Linux Server</a:t>
            </a:r>
            <a:endParaRPr>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17"/>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Recap</a:t>
            </a:r>
            <a:endParaRPr/>
          </a:p>
        </p:txBody>
      </p:sp>
      <p:sp>
        <p:nvSpPr>
          <p:cNvPr id="818" name="Google Shape;818;p117"/>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rgbClr val="000000"/>
              </a:buClr>
              <a:buSzPts val="1800"/>
              <a:buFont typeface="Arial"/>
              <a:buNone/>
            </a:pPr>
            <a:r>
              <a:rPr lang="en"/>
              <a:t>Throughout this course, you’ve learned:</a:t>
            </a:r>
            <a:endParaRPr/>
          </a:p>
          <a:p>
            <a:pPr indent="0" lvl="0" marL="0" rtl="0" algn="l">
              <a:spcBef>
                <a:spcPts val="1200"/>
              </a:spcBef>
              <a:spcAft>
                <a:spcPts val="0"/>
              </a:spcAft>
              <a:buNone/>
            </a:pPr>
            <a:r>
              <a:t/>
            </a:r>
            <a:endParaRPr/>
          </a:p>
        </p:txBody>
      </p:sp>
      <p:cxnSp>
        <p:nvCxnSpPr>
          <p:cNvPr id="819" name="Google Shape;819;p117"/>
          <p:cNvCxnSpPr/>
          <p:nvPr/>
        </p:nvCxnSpPr>
        <p:spPr>
          <a:xfrm>
            <a:off x="9750" y="968825"/>
            <a:ext cx="7291800" cy="0"/>
          </a:xfrm>
          <a:prstGeom prst="straightConnector1">
            <a:avLst/>
          </a:prstGeom>
          <a:noFill/>
          <a:ln cap="flat" cmpd="sng" w="19050">
            <a:solidFill>
              <a:schemeClr val="accent5"/>
            </a:solidFill>
            <a:prstDash val="solid"/>
            <a:round/>
            <a:headEnd len="med" w="med" type="none"/>
            <a:tailEnd len="med" w="med" type="oval"/>
          </a:ln>
        </p:spPr>
      </p:cxnSp>
      <p:sp>
        <p:nvSpPr>
          <p:cNvPr id="820" name="Google Shape;820;p117"/>
          <p:cNvSpPr/>
          <p:nvPr/>
        </p:nvSpPr>
        <p:spPr>
          <a:xfrm>
            <a:off x="543450" y="1218125"/>
            <a:ext cx="8057100" cy="4932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21" name="Google Shape;821;p117"/>
          <p:cNvSpPr/>
          <p:nvPr/>
        </p:nvSpPr>
        <p:spPr>
          <a:xfrm>
            <a:off x="543450" y="19319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22" name="Google Shape;822;p117"/>
          <p:cNvSpPr/>
          <p:nvPr/>
        </p:nvSpPr>
        <p:spPr>
          <a:xfrm>
            <a:off x="543450" y="264582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23" name="Google Shape;823;p117"/>
          <p:cNvSpPr/>
          <p:nvPr/>
        </p:nvSpPr>
        <p:spPr>
          <a:xfrm>
            <a:off x="467250" y="1232150"/>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824" name="Google Shape;824;p117"/>
          <p:cNvSpPr/>
          <p:nvPr/>
        </p:nvSpPr>
        <p:spPr>
          <a:xfrm>
            <a:off x="467250" y="19232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825" name="Google Shape;825;p117"/>
          <p:cNvSpPr/>
          <p:nvPr/>
        </p:nvSpPr>
        <p:spPr>
          <a:xfrm>
            <a:off x="482300" y="263712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sp>
        <p:nvSpPr>
          <p:cNvPr id="826" name="Google Shape;826;p117"/>
          <p:cNvSpPr txBox="1"/>
          <p:nvPr/>
        </p:nvSpPr>
        <p:spPr>
          <a:xfrm>
            <a:off x="970350" y="1259400"/>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Terminal</a:t>
            </a:r>
            <a:endParaRPr sz="1800">
              <a:solidFill>
                <a:schemeClr val="dk2"/>
              </a:solidFill>
              <a:latin typeface="Roboto"/>
              <a:ea typeface="Roboto"/>
              <a:cs typeface="Roboto"/>
              <a:sym typeface="Roboto"/>
            </a:endParaRPr>
          </a:p>
        </p:txBody>
      </p:sp>
      <p:sp>
        <p:nvSpPr>
          <p:cNvPr id="827" name="Google Shape;827;p117"/>
          <p:cNvSpPr txBox="1"/>
          <p:nvPr/>
        </p:nvSpPr>
        <p:spPr>
          <a:xfrm>
            <a:off x="970350" y="1952600"/>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Systems administration</a:t>
            </a:r>
            <a:endParaRPr sz="1800">
              <a:solidFill>
                <a:schemeClr val="dk2"/>
              </a:solidFill>
              <a:latin typeface="Roboto"/>
              <a:ea typeface="Roboto"/>
              <a:cs typeface="Roboto"/>
              <a:sym typeface="Roboto"/>
            </a:endParaRPr>
          </a:p>
        </p:txBody>
      </p:sp>
      <p:sp>
        <p:nvSpPr>
          <p:cNvPr id="828" name="Google Shape;828;p117"/>
          <p:cNvSpPr txBox="1"/>
          <p:nvPr/>
        </p:nvSpPr>
        <p:spPr>
          <a:xfrm>
            <a:off x="970350" y="2645825"/>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Networking</a:t>
            </a:r>
            <a:endParaRPr sz="1800">
              <a:solidFill>
                <a:schemeClr val="dk2"/>
              </a:solidFill>
              <a:latin typeface="Roboto"/>
              <a:ea typeface="Roboto"/>
              <a:cs typeface="Roboto"/>
              <a:sym typeface="Roboto"/>
            </a:endParaRPr>
          </a:p>
        </p:txBody>
      </p:sp>
      <p:sp>
        <p:nvSpPr>
          <p:cNvPr id="829" name="Google Shape;829;p11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30" name="Google Shape;830;p117"/>
          <p:cNvPicPr preferRelativeResize="0"/>
          <p:nvPr/>
        </p:nvPicPr>
        <p:blipFill rotWithShape="1">
          <a:blip r:embed="rId3">
            <a:alphaModFix/>
          </a:blip>
          <a:srcRect b="0" l="0" r="0" t="0"/>
          <a:stretch/>
        </p:blipFill>
        <p:spPr>
          <a:xfrm>
            <a:off x="227700" y="248025"/>
            <a:ext cx="459000" cy="47154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18"/>
          <p:cNvSpPr/>
          <p:nvPr/>
        </p:nvSpPr>
        <p:spPr>
          <a:xfrm>
            <a:off x="1287175" y="11528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118"/>
          <p:cNvSpPr/>
          <p:nvPr/>
        </p:nvSpPr>
        <p:spPr>
          <a:xfrm>
            <a:off x="1287175" y="2528213"/>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118"/>
          <p:cNvSpPr/>
          <p:nvPr/>
        </p:nvSpPr>
        <p:spPr>
          <a:xfrm>
            <a:off x="1287175" y="18279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38" name="Google Shape;838;p118"/>
          <p:cNvGrpSpPr/>
          <p:nvPr/>
        </p:nvGrpSpPr>
        <p:grpSpPr>
          <a:xfrm>
            <a:off x="457200" y="1152829"/>
            <a:ext cx="776900" cy="459019"/>
            <a:chOff x="457200" y="1466425"/>
            <a:chExt cx="776900" cy="486300"/>
          </a:xfrm>
        </p:grpSpPr>
        <p:sp>
          <p:nvSpPr>
            <p:cNvPr id="839" name="Google Shape;839;p118"/>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840" name="Google Shape;840;p118"/>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41" name="Google Shape;841;p118"/>
          <p:cNvGrpSpPr/>
          <p:nvPr/>
        </p:nvGrpSpPr>
        <p:grpSpPr>
          <a:xfrm>
            <a:off x="457200" y="1807705"/>
            <a:ext cx="776900" cy="486300"/>
            <a:chOff x="457200" y="1466425"/>
            <a:chExt cx="776900" cy="486300"/>
          </a:xfrm>
        </p:grpSpPr>
        <p:sp>
          <p:nvSpPr>
            <p:cNvPr id="842" name="Google Shape;842;p118"/>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843" name="Google Shape;843;p118"/>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44" name="Google Shape;844;p118"/>
          <p:cNvGrpSpPr/>
          <p:nvPr/>
        </p:nvGrpSpPr>
        <p:grpSpPr>
          <a:xfrm>
            <a:off x="457200" y="2524561"/>
            <a:ext cx="776900" cy="437378"/>
            <a:chOff x="457200" y="1466425"/>
            <a:chExt cx="776900" cy="486300"/>
          </a:xfrm>
        </p:grpSpPr>
        <p:sp>
          <p:nvSpPr>
            <p:cNvPr id="845" name="Google Shape;845;p118"/>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846" name="Google Shape;846;p118"/>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847" name="Google Shape;847;p118"/>
          <p:cNvSpPr txBox="1"/>
          <p:nvPr>
            <p:ph idx="4294967295" type="body"/>
          </p:nvPr>
        </p:nvSpPr>
        <p:spPr>
          <a:xfrm>
            <a:off x="1287250" y="1174200"/>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A brief lecture introducing new concepts.</a:t>
            </a:r>
            <a:endParaRPr/>
          </a:p>
        </p:txBody>
      </p:sp>
      <p:sp>
        <p:nvSpPr>
          <p:cNvPr id="848" name="Google Shape;848;p118"/>
          <p:cNvSpPr txBox="1"/>
          <p:nvPr>
            <p:ph idx="4294967295" type="body"/>
          </p:nvPr>
        </p:nvSpPr>
        <p:spPr>
          <a:xfrm>
            <a:off x="1287250" y="18493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A brief overview of project tasks.</a:t>
            </a:r>
            <a:endParaRPr/>
          </a:p>
        </p:txBody>
      </p:sp>
      <p:sp>
        <p:nvSpPr>
          <p:cNvPr id="849" name="Google Shape;849;p118"/>
          <p:cNvSpPr txBox="1"/>
          <p:nvPr>
            <p:ph idx="4294967295" type="body"/>
          </p:nvPr>
        </p:nvSpPr>
        <p:spPr>
          <a:xfrm>
            <a:off x="1287250" y="2533200"/>
            <a:ext cx="7325100" cy="43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SzPts val="1800"/>
              <a:buNone/>
            </a:pPr>
            <a:r>
              <a:rPr lang="en"/>
              <a:t>A provided guide to help you work on completing your tasks.</a:t>
            </a:r>
            <a:endParaRPr/>
          </a:p>
        </p:txBody>
      </p:sp>
      <p:sp>
        <p:nvSpPr>
          <p:cNvPr id="850" name="Google Shape;850;p118"/>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Project 1 Overview</a:t>
            </a:r>
            <a:endParaRPr/>
          </a:p>
        </p:txBody>
      </p:sp>
      <p:sp>
        <p:nvSpPr>
          <p:cNvPr id="851" name="Google Shape;851;p118"/>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SzPts val="1800"/>
              <a:buNone/>
            </a:pPr>
            <a:r>
              <a:rPr lang="en"/>
              <a:t>Project week will run a little differently. Each day will proceed with:</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855" name="Shape 855"/>
        <p:cNvGrpSpPr/>
        <p:nvPr/>
      </p:nvGrpSpPr>
      <p:grpSpPr>
        <a:xfrm>
          <a:off x="0" y="0"/>
          <a:ext cx="0" cy="0"/>
          <a:chOff x="0" y="0"/>
          <a:chExt cx="0" cy="0"/>
        </a:xfrm>
      </p:grpSpPr>
      <p:graphicFrame>
        <p:nvGraphicFramePr>
          <p:cNvPr id="856" name="Google Shape;856;p119"/>
          <p:cNvGraphicFramePr/>
          <p:nvPr/>
        </p:nvGraphicFramePr>
        <p:xfrm>
          <a:off x="952463" y="1097075"/>
          <a:ext cx="3000000" cy="3000000"/>
        </p:xfrm>
        <a:graphic>
          <a:graphicData uri="http://schemas.openxmlformats.org/drawingml/2006/table">
            <a:tbl>
              <a:tblPr>
                <a:noFill/>
                <a:tableStyleId>{2F8A18DE-8998-4A49-BAC6-08DCC65790F1}</a:tableStyleId>
              </a:tblPr>
              <a:tblGrid>
                <a:gridCol w="7239000"/>
              </a:tblGrid>
              <a:tr h="740625">
                <a:tc>
                  <a:txBody>
                    <a:bodyPr/>
                    <a:lstStyle/>
                    <a:p>
                      <a:pPr indent="0" lvl="0" marL="0" rtl="0" algn="ctr">
                        <a:spcBef>
                          <a:spcPts val="0"/>
                        </a:spcBef>
                        <a:spcAft>
                          <a:spcPts val="0"/>
                        </a:spcAft>
                        <a:buNone/>
                      </a:pPr>
                      <a:r>
                        <a:rPr lang="en" sz="2600">
                          <a:solidFill>
                            <a:schemeClr val="dk2"/>
                          </a:solidFill>
                          <a:latin typeface="Roboto Light"/>
                          <a:ea typeface="Roboto Light"/>
                          <a:cs typeface="Roboto Light"/>
                          <a:sym typeface="Roboto Light"/>
                        </a:rPr>
                        <a:t>⚠️</a:t>
                      </a:r>
                      <a:r>
                        <a:rPr lang="en" sz="1700">
                          <a:solidFill>
                            <a:schemeClr val="dk2"/>
                          </a:solidFill>
                          <a:latin typeface="Roboto Light"/>
                          <a:ea typeface="Roboto Light"/>
                          <a:cs typeface="Roboto Light"/>
                          <a:sym typeface="Roboto Light"/>
                        </a:rPr>
                        <a:t>    </a:t>
                      </a:r>
                      <a:r>
                        <a:rPr b="1" lang="en" sz="2800">
                          <a:solidFill>
                            <a:schemeClr val="dk2"/>
                          </a:solidFill>
                          <a:latin typeface="Roboto"/>
                          <a:ea typeface="Roboto"/>
                          <a:cs typeface="Roboto"/>
                          <a:sym typeface="Roboto"/>
                        </a:rPr>
                        <a:t>Important </a:t>
                      </a:r>
                      <a:r>
                        <a:rPr lang="en" sz="1700">
                          <a:solidFill>
                            <a:schemeClr val="dk2"/>
                          </a:solidFill>
                          <a:latin typeface="Roboto Light"/>
                          <a:ea typeface="Roboto Light"/>
                          <a:cs typeface="Roboto Light"/>
                          <a:sym typeface="Roboto Light"/>
                        </a:rPr>
                        <a:t>   </a:t>
                      </a:r>
                      <a:r>
                        <a:rPr lang="en" sz="2600">
                          <a:solidFill>
                            <a:schemeClr val="dk2"/>
                          </a:solidFill>
                          <a:latin typeface="Roboto Light"/>
                          <a:ea typeface="Roboto Light"/>
                          <a:cs typeface="Roboto Light"/>
                          <a:sym typeface="Roboto Light"/>
                        </a:rPr>
                        <a:t>⚠️ </a:t>
                      </a:r>
                      <a:endParaRPr sz="2600">
                        <a:solidFill>
                          <a:schemeClr val="dk2"/>
                        </a:solidFill>
                        <a:latin typeface="Roboto Light"/>
                        <a:ea typeface="Roboto Light"/>
                        <a:cs typeface="Roboto Light"/>
                        <a:sym typeface="Roboto Ligh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3F3F3"/>
                    </a:solidFill>
                  </a:tcPr>
                </a:tc>
              </a:tr>
              <a:tr h="1031075">
                <a:tc>
                  <a:txBody>
                    <a:bodyPr/>
                    <a:lstStyle/>
                    <a:p>
                      <a:pPr indent="0" lvl="0" marL="0" rtl="0" algn="ctr">
                        <a:lnSpc>
                          <a:spcPct val="115000"/>
                        </a:lnSpc>
                        <a:spcBef>
                          <a:spcPts val="0"/>
                        </a:spcBef>
                        <a:spcAft>
                          <a:spcPts val="0"/>
                        </a:spcAft>
                        <a:buNone/>
                      </a:pPr>
                      <a:r>
                        <a:rPr lang="en" sz="1900">
                          <a:solidFill>
                            <a:schemeClr val="dk2"/>
                          </a:solidFill>
                          <a:latin typeface="Roboto"/>
                          <a:ea typeface="Roboto"/>
                          <a:cs typeface="Roboto"/>
                          <a:sym typeface="Roboto"/>
                        </a:rPr>
                        <a:t>Everyone will submit their own project. You can choose to work independently or in groups, but are </a:t>
                      </a:r>
                      <a:r>
                        <a:rPr b="1" lang="en" sz="1900">
                          <a:solidFill>
                            <a:schemeClr val="dk2"/>
                          </a:solidFill>
                          <a:latin typeface="Roboto"/>
                          <a:ea typeface="Roboto"/>
                          <a:cs typeface="Roboto"/>
                          <a:sym typeface="Roboto"/>
                        </a:rPr>
                        <a:t>required</a:t>
                      </a:r>
                      <a:r>
                        <a:rPr lang="en" sz="1900">
                          <a:solidFill>
                            <a:schemeClr val="dk2"/>
                          </a:solidFill>
                          <a:latin typeface="Roboto"/>
                          <a:ea typeface="Roboto"/>
                          <a:cs typeface="Roboto"/>
                          <a:sym typeface="Roboto"/>
                        </a:rPr>
                        <a:t> </a:t>
                      </a:r>
                      <a:r>
                        <a:rPr b="1" lang="en" sz="1900">
                          <a:solidFill>
                            <a:schemeClr val="dk2"/>
                          </a:solidFill>
                          <a:latin typeface="Roboto"/>
                          <a:ea typeface="Roboto"/>
                          <a:cs typeface="Roboto"/>
                          <a:sym typeface="Roboto"/>
                        </a:rPr>
                        <a:t>to remain in class</a:t>
                      </a:r>
                      <a:r>
                        <a:rPr lang="en" sz="1900">
                          <a:solidFill>
                            <a:schemeClr val="dk2"/>
                          </a:solidFill>
                          <a:latin typeface="Roboto"/>
                          <a:ea typeface="Roboto"/>
                          <a:cs typeface="Roboto"/>
                          <a:sym typeface="Roboto"/>
                        </a:rPr>
                        <a:t>.</a:t>
                      </a:r>
                      <a:endParaRPr sz="1900">
                        <a:solidFill>
                          <a:schemeClr val="dk2"/>
                        </a:solidFill>
                        <a:latin typeface="Roboto"/>
                        <a:ea typeface="Roboto"/>
                        <a:cs typeface="Roboto"/>
                        <a:sym typeface="Robo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r>
              <a:tr h="1068725">
                <a:tc>
                  <a:txBody>
                    <a:bodyPr/>
                    <a:lstStyle/>
                    <a:p>
                      <a:pPr indent="0" lvl="0" marL="0" rtl="0" algn="ctr">
                        <a:lnSpc>
                          <a:spcPct val="115000"/>
                        </a:lnSpc>
                        <a:spcBef>
                          <a:spcPts val="0"/>
                        </a:spcBef>
                        <a:spcAft>
                          <a:spcPts val="0"/>
                        </a:spcAft>
                        <a:buNone/>
                      </a:pPr>
                      <a:r>
                        <a:rPr lang="en" sz="1900">
                          <a:solidFill>
                            <a:schemeClr val="dk2"/>
                          </a:solidFill>
                          <a:latin typeface="Roboto"/>
                          <a:ea typeface="Roboto"/>
                          <a:cs typeface="Roboto"/>
                          <a:sym typeface="Roboto"/>
                        </a:rPr>
                        <a:t>Each day's lesson builds on the previous day, so all activities </a:t>
                      </a:r>
                      <a:br>
                        <a:rPr lang="en" sz="1900">
                          <a:solidFill>
                            <a:schemeClr val="dk2"/>
                          </a:solidFill>
                          <a:latin typeface="Roboto"/>
                          <a:ea typeface="Roboto"/>
                          <a:cs typeface="Roboto"/>
                          <a:sym typeface="Roboto"/>
                        </a:rPr>
                      </a:br>
                      <a:r>
                        <a:rPr lang="en" sz="1900">
                          <a:solidFill>
                            <a:schemeClr val="dk2"/>
                          </a:solidFill>
                          <a:latin typeface="Roboto"/>
                          <a:ea typeface="Roboto"/>
                          <a:cs typeface="Roboto"/>
                          <a:sym typeface="Roboto"/>
                        </a:rPr>
                        <a:t>are </a:t>
                      </a:r>
                      <a:r>
                        <a:rPr b="1" lang="en" sz="1900">
                          <a:solidFill>
                            <a:schemeClr val="dk2"/>
                          </a:solidFill>
                          <a:latin typeface="Roboto"/>
                          <a:ea typeface="Roboto"/>
                          <a:cs typeface="Roboto"/>
                          <a:sym typeface="Roboto"/>
                        </a:rPr>
                        <a:t>required to be completed in order</a:t>
                      </a:r>
                      <a:r>
                        <a:rPr lang="en" sz="1900">
                          <a:solidFill>
                            <a:schemeClr val="dk2"/>
                          </a:solidFill>
                          <a:latin typeface="Roboto"/>
                          <a:ea typeface="Roboto"/>
                          <a:cs typeface="Roboto"/>
                          <a:sym typeface="Roboto"/>
                        </a:rPr>
                        <a:t>.</a:t>
                      </a:r>
                      <a:endParaRPr sz="1900">
                        <a:solidFill>
                          <a:schemeClr val="dk2"/>
                        </a:solidFill>
                        <a:latin typeface="Roboto"/>
                        <a:ea typeface="Roboto"/>
                        <a:cs typeface="Roboto"/>
                        <a:sym typeface="Robo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3F3F3"/>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120"/>
          <p:cNvSpPr txBox="1"/>
          <p:nvPr/>
        </p:nvSpPr>
        <p:spPr>
          <a:xfrm>
            <a:off x="3205675" y="2455800"/>
            <a:ext cx="26769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Configure the SSH settings, system packages, services, and logging configurations.</a:t>
            </a:r>
            <a:endParaRPr b="0" i="0" sz="1800" u="none" cap="none" strike="noStrike">
              <a:solidFill>
                <a:schemeClr val="dk2"/>
              </a:solidFill>
              <a:latin typeface="Roboto"/>
              <a:ea typeface="Roboto"/>
              <a:cs typeface="Roboto"/>
              <a:sym typeface="Roboto"/>
            </a:endParaRPr>
          </a:p>
        </p:txBody>
      </p:sp>
      <p:sp>
        <p:nvSpPr>
          <p:cNvPr id="862" name="Google Shape;862;p120"/>
          <p:cNvSpPr txBox="1"/>
          <p:nvPr/>
        </p:nvSpPr>
        <p:spPr>
          <a:xfrm>
            <a:off x="6459729" y="2229123"/>
            <a:ext cx="1737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120"/>
          <p:cNvSpPr txBox="1"/>
          <p:nvPr/>
        </p:nvSpPr>
        <p:spPr>
          <a:xfrm>
            <a:off x="5907999" y="2502550"/>
            <a:ext cx="27726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Automate and schedule tasks from Day 1 and</a:t>
            </a:r>
            <a:endParaRPr sz="1800">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Day 2. </a:t>
            </a:r>
            <a:endParaRPr b="0" i="0" sz="1800" u="none" cap="none" strike="noStrike">
              <a:solidFill>
                <a:schemeClr val="dk2"/>
              </a:solidFill>
              <a:latin typeface="Roboto"/>
              <a:ea typeface="Roboto"/>
              <a:cs typeface="Roboto"/>
              <a:sym typeface="Roboto"/>
            </a:endParaRPr>
          </a:p>
        </p:txBody>
      </p:sp>
      <p:sp>
        <p:nvSpPr>
          <p:cNvPr id="864" name="Google Shape;864;p120"/>
          <p:cNvSpPr/>
          <p:nvPr/>
        </p:nvSpPr>
        <p:spPr>
          <a:xfrm>
            <a:off x="457200" y="2323906"/>
            <a:ext cx="2745900" cy="165600"/>
          </a:xfrm>
          <a:prstGeom prst="re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120"/>
          <p:cNvSpPr/>
          <p:nvPr/>
        </p:nvSpPr>
        <p:spPr>
          <a:xfrm>
            <a:off x="3198677" y="2323906"/>
            <a:ext cx="2745900" cy="165600"/>
          </a:xfrm>
          <a:prstGeom prst="re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120"/>
          <p:cNvSpPr/>
          <p:nvPr/>
        </p:nvSpPr>
        <p:spPr>
          <a:xfrm>
            <a:off x="5933720" y="2323906"/>
            <a:ext cx="2745900" cy="165600"/>
          </a:xfrm>
          <a:prstGeom prst="re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67" name="Google Shape;867;p120"/>
          <p:cNvCxnSpPr/>
          <p:nvPr/>
        </p:nvCxnSpPr>
        <p:spPr>
          <a:xfrm>
            <a:off x="463445" y="1838874"/>
            <a:ext cx="0" cy="662700"/>
          </a:xfrm>
          <a:prstGeom prst="straightConnector1">
            <a:avLst/>
          </a:prstGeom>
          <a:noFill/>
          <a:ln cap="flat" cmpd="sng" w="9525">
            <a:solidFill>
              <a:schemeClr val="dk2"/>
            </a:solidFill>
            <a:prstDash val="solid"/>
            <a:round/>
            <a:headEnd len="med" w="med" type="oval"/>
            <a:tailEnd len="sm" w="sm" type="none"/>
          </a:ln>
        </p:spPr>
      </p:cxnSp>
      <p:sp>
        <p:nvSpPr>
          <p:cNvPr id="868" name="Google Shape;868;p120"/>
          <p:cNvSpPr txBox="1"/>
          <p:nvPr/>
        </p:nvSpPr>
        <p:spPr>
          <a:xfrm>
            <a:off x="542099" y="1708270"/>
            <a:ext cx="26121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lang="en" sz="2500">
                <a:solidFill>
                  <a:schemeClr val="dk2"/>
                </a:solidFill>
                <a:latin typeface="Roboto"/>
                <a:ea typeface="Roboto"/>
                <a:cs typeface="Roboto"/>
                <a:sym typeface="Roboto"/>
              </a:rPr>
              <a:t>Day 1</a:t>
            </a:r>
            <a:endParaRPr b="1" i="0" sz="2500" u="none" cap="none" strike="noStrike">
              <a:solidFill>
                <a:schemeClr val="dk2"/>
              </a:solidFill>
              <a:latin typeface="Roboto"/>
              <a:ea typeface="Roboto"/>
              <a:cs typeface="Roboto"/>
              <a:sym typeface="Roboto"/>
            </a:endParaRPr>
          </a:p>
        </p:txBody>
      </p:sp>
      <p:sp>
        <p:nvSpPr>
          <p:cNvPr id="869" name="Google Shape;869;p120"/>
          <p:cNvSpPr txBox="1"/>
          <p:nvPr/>
        </p:nvSpPr>
        <p:spPr>
          <a:xfrm>
            <a:off x="3296282" y="1695879"/>
            <a:ext cx="24465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lang="en" sz="2500">
                <a:solidFill>
                  <a:schemeClr val="dk2"/>
                </a:solidFill>
                <a:latin typeface="Roboto"/>
                <a:ea typeface="Roboto"/>
                <a:cs typeface="Roboto"/>
                <a:sym typeface="Roboto"/>
              </a:rPr>
              <a:t>Day 2</a:t>
            </a:r>
            <a:endParaRPr b="1" i="0" sz="2500" u="none" cap="none" strike="noStrike">
              <a:solidFill>
                <a:schemeClr val="dk2"/>
              </a:solidFill>
              <a:latin typeface="Roboto"/>
              <a:ea typeface="Roboto"/>
              <a:cs typeface="Roboto"/>
              <a:sym typeface="Roboto"/>
            </a:endParaRPr>
          </a:p>
        </p:txBody>
      </p:sp>
      <p:sp>
        <p:nvSpPr>
          <p:cNvPr id="870" name="Google Shape;870;p120"/>
          <p:cNvSpPr txBox="1"/>
          <p:nvPr/>
        </p:nvSpPr>
        <p:spPr>
          <a:xfrm>
            <a:off x="6068394" y="1715042"/>
            <a:ext cx="26121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lang="en" sz="2500">
                <a:solidFill>
                  <a:schemeClr val="dk2"/>
                </a:solidFill>
                <a:latin typeface="Roboto"/>
                <a:ea typeface="Roboto"/>
                <a:cs typeface="Roboto"/>
                <a:sym typeface="Roboto"/>
              </a:rPr>
              <a:t>Day 3</a:t>
            </a:r>
            <a:endParaRPr b="1" i="0" sz="2500" u="none" cap="none" strike="noStrike">
              <a:solidFill>
                <a:schemeClr val="dk2"/>
              </a:solidFill>
              <a:latin typeface="Roboto"/>
              <a:ea typeface="Roboto"/>
              <a:cs typeface="Roboto"/>
              <a:sym typeface="Roboto"/>
            </a:endParaRPr>
          </a:p>
        </p:txBody>
      </p:sp>
      <p:sp>
        <p:nvSpPr>
          <p:cNvPr id="871" name="Google Shape;871;p120"/>
          <p:cNvSpPr txBox="1"/>
          <p:nvPr/>
        </p:nvSpPr>
        <p:spPr>
          <a:xfrm>
            <a:off x="478600" y="2501650"/>
            <a:ext cx="26769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Harden an organization's linux server's users, groups, files, and directories.</a:t>
            </a:r>
            <a:endParaRPr b="0" i="0" sz="1800" u="none" cap="none" strike="noStrike">
              <a:solidFill>
                <a:schemeClr val="dk2"/>
              </a:solidFill>
              <a:latin typeface="Roboto"/>
              <a:ea typeface="Roboto"/>
              <a:cs typeface="Roboto"/>
              <a:sym typeface="Roboto"/>
            </a:endParaRPr>
          </a:p>
        </p:txBody>
      </p:sp>
      <p:cxnSp>
        <p:nvCxnSpPr>
          <p:cNvPr id="872" name="Google Shape;872;p120"/>
          <p:cNvCxnSpPr/>
          <p:nvPr/>
        </p:nvCxnSpPr>
        <p:spPr>
          <a:xfrm>
            <a:off x="3198671" y="1814543"/>
            <a:ext cx="0" cy="682800"/>
          </a:xfrm>
          <a:prstGeom prst="straightConnector1">
            <a:avLst/>
          </a:prstGeom>
          <a:noFill/>
          <a:ln cap="flat" cmpd="sng" w="9525">
            <a:solidFill>
              <a:schemeClr val="dk2"/>
            </a:solidFill>
            <a:prstDash val="solid"/>
            <a:round/>
            <a:headEnd len="med" w="med" type="oval"/>
            <a:tailEnd len="sm" w="sm" type="none"/>
          </a:ln>
        </p:spPr>
      </p:cxnSp>
      <p:cxnSp>
        <p:nvCxnSpPr>
          <p:cNvPr id="873" name="Google Shape;873;p120"/>
          <p:cNvCxnSpPr/>
          <p:nvPr/>
        </p:nvCxnSpPr>
        <p:spPr>
          <a:xfrm>
            <a:off x="5933708" y="1814543"/>
            <a:ext cx="0" cy="682800"/>
          </a:xfrm>
          <a:prstGeom prst="straightConnector1">
            <a:avLst/>
          </a:prstGeom>
          <a:noFill/>
          <a:ln cap="flat" cmpd="sng" w="9525">
            <a:solidFill>
              <a:schemeClr val="dk2"/>
            </a:solidFill>
            <a:prstDash val="solid"/>
            <a:round/>
            <a:headEnd len="med" w="med" type="oval"/>
            <a:tailEnd len="sm" w="sm" type="none"/>
          </a:ln>
        </p:spPr>
      </p:cxnSp>
      <p:sp>
        <p:nvSpPr>
          <p:cNvPr id="874" name="Google Shape;874;p120"/>
          <p:cNvSpPr txBox="1"/>
          <p:nvPr/>
        </p:nvSpPr>
        <p:spPr>
          <a:xfrm>
            <a:off x="50" y="51200"/>
            <a:ext cx="8122800" cy="3936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Daily Objectives and Milestones</a:t>
            </a:r>
            <a:endParaRPr b="1" sz="2600">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2E5E7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2E5E73"/>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121"/>
          <p:cNvSpPr txBox="1"/>
          <p:nvPr>
            <p:ph idx="3" type="body"/>
          </p:nvPr>
        </p:nvSpPr>
        <p:spPr>
          <a:xfrm>
            <a:off x="457200" y="1592650"/>
            <a:ext cx="30132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Completed script</a:t>
            </a:r>
            <a:endParaRPr b="1"/>
          </a:p>
        </p:txBody>
      </p:sp>
      <p:sp>
        <p:nvSpPr>
          <p:cNvPr id="880" name="Google Shape;880;p121"/>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Project Deliverables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81" name="Google Shape;881;p121"/>
          <p:cNvSpPr txBox="1"/>
          <p:nvPr>
            <p:ph idx="1" type="subTitle"/>
          </p:nvPr>
        </p:nvSpPr>
        <p:spPr>
          <a:xfrm>
            <a:off x="463231" y="548650"/>
            <a:ext cx="8223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As you work through the project, you will develop the following deliverables: </a:t>
            </a:r>
            <a:endParaRPr/>
          </a:p>
        </p:txBody>
      </p:sp>
      <p:sp>
        <p:nvSpPr>
          <p:cNvPr id="882" name="Google Shape;882;p121"/>
          <p:cNvSpPr txBox="1"/>
          <p:nvPr>
            <p:ph idx="4" type="body"/>
          </p:nvPr>
        </p:nvSpPr>
        <p:spPr>
          <a:xfrm>
            <a:off x="457200" y="3413275"/>
            <a:ext cx="30132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Checklist and project summary</a:t>
            </a:r>
            <a:endParaRPr b="1"/>
          </a:p>
        </p:txBody>
      </p:sp>
      <p:pic>
        <p:nvPicPr>
          <p:cNvPr id="883" name="Google Shape;883;p121"/>
          <p:cNvPicPr preferRelativeResize="0"/>
          <p:nvPr>
            <p:ph idx="2" type="pic"/>
          </p:nvPr>
        </p:nvPicPr>
        <p:blipFill rotWithShape="1">
          <a:blip r:embed="rId3">
            <a:alphaModFix/>
          </a:blip>
          <a:srcRect b="9089" l="0" r="0" t="9097"/>
          <a:stretch/>
        </p:blipFill>
        <p:spPr>
          <a:xfrm>
            <a:off x="3810000" y="1524000"/>
            <a:ext cx="5029202" cy="27422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22"/>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Learning Objectives</a:t>
            </a:r>
            <a:endParaRPr/>
          </a:p>
        </p:txBody>
      </p:sp>
      <p:sp>
        <p:nvSpPr>
          <p:cNvPr id="889" name="Google Shape;889;p122"/>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rgbClr val="000000"/>
              </a:buClr>
              <a:buSzPts val="1800"/>
              <a:buFont typeface="Arial"/>
              <a:buNone/>
            </a:pPr>
            <a:r>
              <a:rPr lang="en"/>
              <a:t>Today’s lesson will cover:</a:t>
            </a:r>
            <a:endParaRPr/>
          </a:p>
          <a:p>
            <a:pPr indent="0" lvl="0" marL="0" rtl="0" algn="l">
              <a:spcBef>
                <a:spcPts val="1200"/>
              </a:spcBef>
              <a:spcAft>
                <a:spcPts val="0"/>
              </a:spcAft>
              <a:buNone/>
            </a:pPr>
            <a:r>
              <a:t/>
            </a:r>
            <a:endParaRPr/>
          </a:p>
        </p:txBody>
      </p:sp>
      <p:grpSp>
        <p:nvGrpSpPr>
          <p:cNvPr id="890" name="Google Shape;890;p122"/>
          <p:cNvGrpSpPr/>
          <p:nvPr/>
        </p:nvGrpSpPr>
        <p:grpSpPr>
          <a:xfrm>
            <a:off x="162900" y="173561"/>
            <a:ext cx="588600" cy="567300"/>
            <a:chOff x="914400" y="200161"/>
            <a:chExt cx="588600" cy="567300"/>
          </a:xfrm>
        </p:grpSpPr>
        <p:sp>
          <p:nvSpPr>
            <p:cNvPr id="891" name="Google Shape;891;p122"/>
            <p:cNvSpPr/>
            <p:nvPr/>
          </p:nvSpPr>
          <p:spPr>
            <a:xfrm>
              <a:off x="914400" y="200161"/>
              <a:ext cx="588600" cy="567300"/>
            </a:xfrm>
            <a:prstGeom prst="ellipse">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892" name="Google Shape;892;p122"/>
            <p:cNvPicPr preferRelativeResize="0"/>
            <p:nvPr/>
          </p:nvPicPr>
          <p:blipFill rotWithShape="1">
            <a:blip r:embed="rId3">
              <a:alphaModFix/>
            </a:blip>
            <a:srcRect b="0" l="0" r="0" t="0"/>
            <a:stretch/>
          </p:blipFill>
          <p:spPr>
            <a:xfrm>
              <a:off x="960251" y="235363"/>
              <a:ext cx="496875" cy="496875"/>
            </a:xfrm>
            <a:prstGeom prst="rect">
              <a:avLst/>
            </a:prstGeom>
            <a:noFill/>
            <a:ln>
              <a:noFill/>
            </a:ln>
          </p:spPr>
        </p:pic>
      </p:grpSp>
      <p:cxnSp>
        <p:nvCxnSpPr>
          <p:cNvPr id="893" name="Google Shape;893;p122"/>
          <p:cNvCxnSpPr/>
          <p:nvPr/>
        </p:nvCxnSpPr>
        <p:spPr>
          <a:xfrm>
            <a:off x="0" y="960425"/>
            <a:ext cx="7291800" cy="0"/>
          </a:xfrm>
          <a:prstGeom prst="straightConnector1">
            <a:avLst/>
          </a:prstGeom>
          <a:noFill/>
          <a:ln cap="flat" cmpd="sng" w="19050">
            <a:solidFill>
              <a:schemeClr val="accent5"/>
            </a:solidFill>
            <a:prstDash val="solid"/>
            <a:round/>
            <a:headEnd len="med" w="med" type="none"/>
            <a:tailEnd len="med" w="med" type="oval"/>
          </a:ln>
        </p:spPr>
      </p:cxnSp>
      <p:grpSp>
        <p:nvGrpSpPr>
          <p:cNvPr id="894" name="Google Shape;894;p122"/>
          <p:cNvGrpSpPr/>
          <p:nvPr/>
        </p:nvGrpSpPr>
        <p:grpSpPr>
          <a:xfrm>
            <a:off x="314850" y="2065671"/>
            <a:ext cx="8133300" cy="448425"/>
            <a:chOff x="314850" y="1770875"/>
            <a:chExt cx="8133300" cy="448425"/>
          </a:xfrm>
        </p:grpSpPr>
        <p:sp>
          <p:nvSpPr>
            <p:cNvPr id="895" name="Google Shape;895;p122"/>
            <p:cNvSpPr/>
            <p:nvPr/>
          </p:nvSpPr>
          <p:spPr>
            <a:xfrm>
              <a:off x="391050" y="17795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96" name="Google Shape;896;p122"/>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897" name="Google Shape;897;p122"/>
            <p:cNvSpPr txBox="1"/>
            <p:nvPr/>
          </p:nvSpPr>
          <p:spPr>
            <a:xfrm>
              <a:off x="817950" y="1800200"/>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Overview of tasks to complete on Day 1.</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grpSp>
        <p:nvGrpSpPr>
          <p:cNvPr id="898" name="Google Shape;898;p122"/>
          <p:cNvGrpSpPr/>
          <p:nvPr/>
        </p:nvGrpSpPr>
        <p:grpSpPr>
          <a:xfrm>
            <a:off x="314850" y="1445433"/>
            <a:ext cx="8133300" cy="439725"/>
            <a:chOff x="314850" y="1770875"/>
            <a:chExt cx="8133300" cy="439725"/>
          </a:xfrm>
        </p:grpSpPr>
        <p:sp>
          <p:nvSpPr>
            <p:cNvPr id="899" name="Google Shape;899;p122"/>
            <p:cNvSpPr/>
            <p:nvPr/>
          </p:nvSpPr>
          <p:spPr>
            <a:xfrm>
              <a:off x="391050" y="17795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00" name="Google Shape;900;p122"/>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901" name="Google Shape;901;p122"/>
            <p:cNvSpPr txBox="1"/>
            <p:nvPr/>
          </p:nvSpPr>
          <p:spPr>
            <a:xfrm>
              <a:off x="810425" y="1791500"/>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Introduction to Linux hardening.</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sp>
        <p:nvSpPr>
          <p:cNvPr id="902" name="Google Shape;902;p122"/>
          <p:cNvSpPr/>
          <p:nvPr/>
        </p:nvSpPr>
        <p:spPr>
          <a:xfrm>
            <a:off x="383525" y="2694625"/>
            <a:ext cx="8057100" cy="419100"/>
          </a:xfrm>
          <a:prstGeom prst="roundRect">
            <a:avLst>
              <a:gd fmla="val 16667" name="adj"/>
            </a:avLst>
          </a:prstGeom>
          <a:solidFill>
            <a:srgbClr val="F2F2F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03" name="Google Shape;903;p122"/>
          <p:cNvSpPr/>
          <p:nvPr/>
        </p:nvSpPr>
        <p:spPr>
          <a:xfrm>
            <a:off x="322375" y="2685925"/>
            <a:ext cx="457200" cy="436500"/>
          </a:xfrm>
          <a:prstGeom prst="ellipse">
            <a:avLst/>
          </a:prstGeom>
          <a:solidFill>
            <a:srgbClr val="FCB912"/>
          </a:solidFill>
          <a:ln cap="flat" cmpd="sng" w="9525">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sp>
        <p:nvSpPr>
          <p:cNvPr id="904" name="Google Shape;904;p122"/>
          <p:cNvSpPr txBox="1"/>
          <p:nvPr/>
        </p:nvSpPr>
        <p:spPr>
          <a:xfrm>
            <a:off x="810425" y="2694625"/>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82D49"/>
                </a:solidFill>
                <a:latin typeface="Roboto"/>
                <a:ea typeface="Roboto"/>
                <a:cs typeface="Roboto"/>
                <a:sym typeface="Roboto"/>
              </a:rPr>
              <a:t>Project work.</a:t>
            </a:r>
            <a:endParaRPr sz="1800">
              <a:solidFill>
                <a:srgbClr val="082D49"/>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123"/>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 Hardening Your </a:t>
            </a:r>
            <a:r>
              <a:rPr lang="en">
                <a:latin typeface="Roboto"/>
                <a:ea typeface="Roboto"/>
                <a:cs typeface="Roboto"/>
                <a:sym typeface="Roboto"/>
              </a:rPr>
              <a:t>Linux Server</a:t>
            </a:r>
            <a:endParaRPr>
              <a:latin typeface="Roboto"/>
              <a:ea typeface="Roboto"/>
              <a:cs typeface="Roboto"/>
              <a:sym typeface="Roboto"/>
            </a:endParaRPr>
          </a:p>
        </p:txBody>
      </p:sp>
      <p:pic>
        <p:nvPicPr>
          <p:cNvPr id="910" name="Google Shape;910;p123"/>
          <p:cNvPicPr preferRelativeResize="0"/>
          <p:nvPr/>
        </p:nvPicPr>
        <p:blipFill>
          <a:blip r:embed="rId3">
            <a:alphaModFix/>
          </a:blip>
          <a:stretch>
            <a:fillRect/>
          </a:stretch>
        </p:blipFill>
        <p:spPr>
          <a:xfrm>
            <a:off x="4005225" y="1912739"/>
            <a:ext cx="1133550" cy="74651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24"/>
          <p:cNvSpPr txBox="1"/>
          <p:nvPr/>
        </p:nvSpPr>
        <p:spPr>
          <a:xfrm>
            <a:off x="5015675" y="2319775"/>
            <a:ext cx="3962400" cy="21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We have had several units that</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have illustrated how Linux operating systems </a:t>
            </a:r>
            <a:r>
              <a:rPr b="1" lang="en" sz="1800">
                <a:solidFill>
                  <a:schemeClr val="dk2"/>
                </a:solidFill>
                <a:latin typeface="Roboto"/>
                <a:ea typeface="Roboto"/>
                <a:cs typeface="Roboto"/>
                <a:sym typeface="Roboto"/>
              </a:rPr>
              <a:t>function</a:t>
            </a:r>
            <a:r>
              <a:rPr lang="en" sz="1800">
                <a:solidFill>
                  <a:schemeClr val="dk2"/>
                </a:solidFill>
                <a:latin typeface="Roboto"/>
                <a:ea typeface="Roboto"/>
                <a:cs typeface="Roboto"/>
                <a:sym typeface="Roboto"/>
              </a:rPr>
              <a:t> and the </a:t>
            </a:r>
            <a:r>
              <a:rPr b="1" lang="en" sz="1800">
                <a:solidFill>
                  <a:schemeClr val="dk2"/>
                </a:solidFill>
                <a:latin typeface="Roboto"/>
                <a:ea typeface="Roboto"/>
                <a:cs typeface="Roboto"/>
                <a:sym typeface="Roboto"/>
              </a:rPr>
              <a:t>benefits </a:t>
            </a:r>
            <a:r>
              <a:rPr lang="en" sz="1800">
                <a:solidFill>
                  <a:schemeClr val="dk2"/>
                </a:solidFill>
                <a:latin typeface="Roboto"/>
                <a:ea typeface="Roboto"/>
                <a:cs typeface="Roboto"/>
                <a:sym typeface="Roboto"/>
              </a:rPr>
              <a:t>they can provide.</a:t>
            </a:r>
            <a:endParaRPr sz="1800">
              <a:solidFill>
                <a:schemeClr val="dk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25"/>
          <p:cNvSpPr txBox="1"/>
          <p:nvPr>
            <p:ph idx="2" type="title"/>
          </p:nvPr>
        </p:nvSpPr>
        <p:spPr>
          <a:xfrm>
            <a:off x="1450375" y="2197875"/>
            <a:ext cx="6244200" cy="18441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a:latin typeface="Roboto"/>
                <a:ea typeface="Roboto"/>
                <a:cs typeface="Roboto"/>
                <a:sym typeface="Roboto"/>
              </a:rPr>
              <a:t>Hardening</a:t>
            </a:r>
            <a:r>
              <a:rPr lang="en">
                <a:latin typeface="Roboto"/>
                <a:ea typeface="Roboto"/>
                <a:cs typeface="Roboto"/>
                <a:sym typeface="Roboto"/>
              </a:rPr>
              <a:t> is a process a security or IT professional  can take to minimize their security risks.</a:t>
            </a:r>
            <a:endParaRPr>
              <a:latin typeface="Roboto"/>
              <a:ea typeface="Roboto"/>
              <a:cs typeface="Roboto"/>
              <a:sym typeface="Robo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pic>
        <p:nvPicPr>
          <p:cNvPr id="925" name="Google Shape;925;p126"/>
          <p:cNvPicPr preferRelativeResize="0"/>
          <p:nvPr>
            <p:ph idx="2" type="pic"/>
          </p:nvPr>
        </p:nvPicPr>
        <p:blipFill rotWithShape="1">
          <a:blip r:embed="rId3">
            <a:alphaModFix/>
          </a:blip>
          <a:srcRect b="21553" l="-97270" r="97270" t="-14455"/>
          <a:stretch/>
        </p:blipFill>
        <p:spPr>
          <a:xfrm>
            <a:off x="0" y="0"/>
            <a:ext cx="3476451" cy="5143501"/>
          </a:xfrm>
          <a:prstGeom prst="rect">
            <a:avLst/>
          </a:prstGeom>
        </p:spPr>
      </p:pic>
      <p:sp>
        <p:nvSpPr>
          <p:cNvPr id="926" name="Google Shape;926;p126"/>
          <p:cNvSpPr txBox="1"/>
          <p:nvPr>
            <p:ph idx="1" type="body"/>
          </p:nvPr>
        </p:nvSpPr>
        <p:spPr>
          <a:xfrm>
            <a:off x="3886200" y="927100"/>
            <a:ext cx="4828500" cy="358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Hardening steps can include:</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Assuring correct permissioning and system access.</a:t>
            </a:r>
            <a:endParaRPr/>
          </a:p>
          <a:p>
            <a:pPr indent="-342900" lvl="0" marL="457200" rtl="0" algn="l">
              <a:spcBef>
                <a:spcPts val="0"/>
              </a:spcBef>
              <a:spcAft>
                <a:spcPts val="0"/>
              </a:spcAft>
              <a:buSzPts val="1800"/>
              <a:buChar char="●"/>
            </a:pPr>
            <a:r>
              <a:rPr lang="en"/>
              <a:t>Removing </a:t>
            </a:r>
            <a:r>
              <a:rPr lang="en"/>
              <a:t>unnecessary</a:t>
            </a:r>
            <a:r>
              <a:rPr lang="en"/>
              <a:t> services, processes, and applications.</a:t>
            </a:r>
            <a:endParaRPr/>
          </a:p>
          <a:p>
            <a:pPr indent="-342900" lvl="0" marL="457200" rtl="0" algn="l">
              <a:spcBef>
                <a:spcPts val="0"/>
              </a:spcBef>
              <a:spcAft>
                <a:spcPts val="0"/>
              </a:spcAft>
              <a:buSzPts val="1800"/>
              <a:buChar char="●"/>
            </a:pPr>
            <a:r>
              <a:rPr lang="en"/>
              <a:t>Utilizing secure configuration options.</a:t>
            </a:r>
            <a:endParaRPr/>
          </a:p>
          <a:p>
            <a:pPr indent="-342900" lvl="0" marL="457200" rtl="0" algn="l">
              <a:spcBef>
                <a:spcPts val="0"/>
              </a:spcBef>
              <a:spcAft>
                <a:spcPts val="0"/>
              </a:spcAft>
              <a:buSzPts val="1800"/>
              <a:buChar char="●"/>
            </a:pPr>
            <a:r>
              <a:rPr lang="en"/>
              <a:t>Patching and updating current systems and processes.</a:t>
            </a:r>
            <a:endParaRPr/>
          </a:p>
          <a:p>
            <a:pPr indent="0" lvl="0" marL="0" rtl="0" algn="l">
              <a:spcBef>
                <a:spcPts val="0"/>
              </a:spcBef>
              <a:spcAft>
                <a:spcPts val="0"/>
              </a:spcAft>
              <a:buNone/>
            </a:pPr>
            <a:r>
              <a:t/>
            </a:r>
            <a:endParaRPr/>
          </a:p>
        </p:txBody>
      </p:sp>
      <p:sp>
        <p:nvSpPr>
          <p:cNvPr id="927" name="Google Shape;927;p126"/>
          <p:cNvSpPr txBox="1"/>
          <p:nvPr>
            <p:ph type="title"/>
          </p:nvPr>
        </p:nvSpPr>
        <p:spPr>
          <a:xfrm>
            <a:off x="3886201" y="146300"/>
            <a:ext cx="50292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Linux Hardening</a:t>
            </a:r>
            <a:endParaRPr/>
          </a:p>
        </p:txBody>
      </p:sp>
      <p:pic>
        <p:nvPicPr>
          <p:cNvPr id="928" name="Google Shape;928;p126"/>
          <p:cNvPicPr preferRelativeResize="0"/>
          <p:nvPr>
            <p:ph idx="2" type="pic"/>
          </p:nvPr>
        </p:nvPicPr>
        <p:blipFill rotWithShape="1">
          <a:blip r:embed="rId3">
            <a:alphaModFix/>
          </a:blip>
          <a:srcRect b="3548" l="0" r="0" t="3548"/>
          <a:stretch/>
        </p:blipFill>
        <p:spPr>
          <a:xfrm>
            <a:off x="0" y="0"/>
            <a:ext cx="3476451" cy="51435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27"/>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 Day 1</a:t>
            </a:r>
            <a:r>
              <a:rPr lang="en">
                <a:latin typeface="Roboto"/>
                <a:ea typeface="Roboto"/>
                <a:cs typeface="Roboto"/>
                <a:sym typeface="Roboto"/>
              </a:rPr>
              <a:t> Project Overview</a:t>
            </a:r>
            <a:endParaRPr b="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pic>
        <p:nvPicPr>
          <p:cNvPr id="934" name="Google Shape;934;p127"/>
          <p:cNvPicPr preferRelativeResize="0"/>
          <p:nvPr/>
        </p:nvPicPr>
        <p:blipFill>
          <a:blip r:embed="rId3">
            <a:alphaModFix/>
          </a:blip>
          <a:stretch>
            <a:fillRect/>
          </a:stretch>
        </p:blipFill>
        <p:spPr>
          <a:xfrm>
            <a:off x="4067525" y="1744050"/>
            <a:ext cx="902675" cy="886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38" name="Shape 938"/>
        <p:cNvGrpSpPr/>
        <p:nvPr/>
      </p:nvGrpSpPr>
      <p:grpSpPr>
        <a:xfrm>
          <a:off x="0" y="0"/>
          <a:ext cx="0" cy="0"/>
          <a:chOff x="0" y="0"/>
          <a:chExt cx="0" cy="0"/>
        </a:xfrm>
      </p:grpSpPr>
      <p:cxnSp>
        <p:nvCxnSpPr>
          <p:cNvPr id="939" name="Google Shape;939;p128"/>
          <p:cNvCxnSpPr/>
          <p:nvPr/>
        </p:nvCxnSpPr>
        <p:spPr>
          <a:xfrm>
            <a:off x="-9375" y="853700"/>
            <a:ext cx="7346700" cy="0"/>
          </a:xfrm>
          <a:prstGeom prst="straightConnector1">
            <a:avLst/>
          </a:prstGeom>
          <a:noFill/>
          <a:ln cap="flat" cmpd="sng" w="19050">
            <a:solidFill>
              <a:schemeClr val="dk2"/>
            </a:solidFill>
            <a:prstDash val="solid"/>
            <a:round/>
            <a:headEnd len="med" w="med" type="none"/>
            <a:tailEnd len="med" w="med" type="oval"/>
          </a:ln>
        </p:spPr>
      </p:cxnSp>
      <p:sp>
        <p:nvSpPr>
          <p:cNvPr id="940" name="Google Shape;940;p128"/>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Project </a:t>
            </a:r>
            <a:r>
              <a:rPr b="1" lang="en" sz="2600">
                <a:solidFill>
                  <a:schemeClr val="accent5"/>
                </a:solidFill>
                <a:latin typeface="Roboto"/>
                <a:ea typeface="Roboto"/>
                <a:cs typeface="Roboto"/>
                <a:sym typeface="Roboto"/>
              </a:rPr>
              <a:t>Scenario</a:t>
            </a:r>
            <a:endParaRPr b="1" sz="2600">
              <a:solidFill>
                <a:schemeClr val="accent5"/>
              </a:solidFill>
              <a:latin typeface="Roboto"/>
              <a:ea typeface="Roboto"/>
              <a:cs typeface="Roboto"/>
              <a:sym typeface="Roboto"/>
            </a:endParaRPr>
          </a:p>
        </p:txBody>
      </p:sp>
      <p:sp>
        <p:nvSpPr>
          <p:cNvPr id="941" name="Google Shape;941;p128"/>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28"/>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943" name="Google Shape;943;p128"/>
          <p:cNvPicPr preferRelativeResize="0"/>
          <p:nvPr/>
        </p:nvPicPr>
        <p:blipFill>
          <a:blip r:embed="rId3">
            <a:alphaModFix/>
          </a:blip>
          <a:stretch>
            <a:fillRect/>
          </a:stretch>
        </p:blipFill>
        <p:spPr>
          <a:xfrm>
            <a:off x="222825" y="203600"/>
            <a:ext cx="399097" cy="393600"/>
          </a:xfrm>
          <a:prstGeom prst="rect">
            <a:avLst/>
          </a:prstGeom>
          <a:noFill/>
          <a:ln>
            <a:noFill/>
          </a:ln>
        </p:spPr>
      </p:pic>
      <p:sp>
        <p:nvSpPr>
          <p:cNvPr id="944" name="Google Shape;944;p128"/>
          <p:cNvSpPr txBox="1"/>
          <p:nvPr>
            <p:ph idx="1" type="body"/>
          </p:nvPr>
        </p:nvSpPr>
        <p:spPr>
          <a:xfrm>
            <a:off x="457200" y="1044400"/>
            <a:ext cx="3872700" cy="3757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600"/>
              <a:t>Y</a:t>
            </a:r>
            <a:r>
              <a:rPr lang="en" sz="1600"/>
              <a:t>ou will play the role of a security professional tasked with hardening a Linux server owned by the firm The Baker Street Corporation (BSC).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BSC has</a:t>
            </a:r>
            <a:r>
              <a:rPr b="1" lang="en" sz="1600"/>
              <a:t> confidential data </a:t>
            </a:r>
            <a:r>
              <a:rPr lang="en" sz="1600"/>
              <a:t>on their server, therefore they need you to confirm their system is properly configured to protect them from security breaches.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If you identify any security issues, they are also requesting that you make the necessary updates.</a:t>
            </a:r>
            <a:endParaRPr sz="1600"/>
          </a:p>
        </p:txBody>
      </p:sp>
      <p:pic>
        <p:nvPicPr>
          <p:cNvPr id="945" name="Google Shape;945;p128"/>
          <p:cNvPicPr preferRelativeResize="0"/>
          <p:nvPr/>
        </p:nvPicPr>
        <p:blipFill>
          <a:blip r:embed="rId4">
            <a:alphaModFix/>
          </a:blip>
          <a:stretch>
            <a:fillRect/>
          </a:stretch>
        </p:blipFill>
        <p:spPr>
          <a:xfrm>
            <a:off x="4235900" y="1498250"/>
            <a:ext cx="4509299" cy="27017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29"/>
          <p:cNvSpPr txBox="1"/>
          <p:nvPr>
            <p:ph idx="4"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Project Documentation</a:t>
            </a:r>
            <a:endParaRPr/>
          </a:p>
        </p:txBody>
      </p:sp>
      <p:sp>
        <p:nvSpPr>
          <p:cNvPr id="951" name="Google Shape;951;p129"/>
          <p:cNvSpPr txBox="1"/>
          <p:nvPr>
            <p:ph type="title"/>
          </p:nvPr>
        </p:nvSpPr>
        <p:spPr>
          <a:xfrm>
            <a:off x="4976200" y="1329825"/>
            <a:ext cx="3649200" cy="393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Roboto"/>
                <a:ea typeface="Roboto"/>
                <a:cs typeface="Roboto"/>
                <a:sym typeface="Roboto"/>
              </a:rPr>
              <a:t>Hardening Summary </a:t>
            </a:r>
            <a:endParaRPr>
              <a:latin typeface="Roboto"/>
              <a:ea typeface="Roboto"/>
              <a:cs typeface="Roboto"/>
              <a:sym typeface="Roboto"/>
            </a:endParaRPr>
          </a:p>
        </p:txBody>
      </p:sp>
      <p:sp>
        <p:nvSpPr>
          <p:cNvPr id="952" name="Google Shape;952;p129"/>
          <p:cNvSpPr txBox="1"/>
          <p:nvPr>
            <p:ph idx="2" type="title"/>
          </p:nvPr>
        </p:nvSpPr>
        <p:spPr>
          <a:xfrm>
            <a:off x="542175" y="2004350"/>
            <a:ext cx="3649200" cy="248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latin typeface="Roboto"/>
                <a:ea typeface="Roboto"/>
                <a:cs typeface="Roboto"/>
                <a:sym typeface="Roboto"/>
              </a:rPr>
              <a:t>Assist</a:t>
            </a:r>
            <a:r>
              <a:rPr lang="en" sz="1800">
                <a:latin typeface="Roboto"/>
                <a:ea typeface="Roboto"/>
                <a:cs typeface="Roboto"/>
                <a:sym typeface="Roboto"/>
              </a:rPr>
              <a:t> with the steps for Day 1:</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a:p>
            <a:pPr indent="-342900" lvl="0" marL="457200" rtl="0" algn="l">
              <a:lnSpc>
                <a:spcPct val="115000"/>
              </a:lnSpc>
              <a:spcBef>
                <a:spcPts val="0"/>
              </a:spcBef>
              <a:spcAft>
                <a:spcPts val="0"/>
              </a:spcAft>
              <a:buSzPts val="1800"/>
              <a:buFont typeface="Roboto"/>
              <a:buChar char="●"/>
            </a:pPr>
            <a:r>
              <a:rPr lang="en" sz="1800">
                <a:latin typeface="Roboto"/>
                <a:ea typeface="Roboto"/>
                <a:cs typeface="Roboto"/>
                <a:sym typeface="Roboto"/>
              </a:rPr>
              <a:t>System inventory and backup</a:t>
            </a:r>
            <a:endParaRPr sz="1800">
              <a:latin typeface="Roboto"/>
              <a:ea typeface="Roboto"/>
              <a:cs typeface="Roboto"/>
              <a:sym typeface="Roboto"/>
            </a:endParaRPr>
          </a:p>
          <a:p>
            <a:pPr indent="-342900" lvl="0" marL="457200" rtl="0" algn="l">
              <a:lnSpc>
                <a:spcPct val="115000"/>
              </a:lnSpc>
              <a:spcBef>
                <a:spcPts val="0"/>
              </a:spcBef>
              <a:spcAft>
                <a:spcPts val="0"/>
              </a:spcAft>
              <a:buSzPts val="1800"/>
              <a:buFont typeface="Roboto"/>
              <a:buChar char="●"/>
            </a:pPr>
            <a:r>
              <a:rPr lang="en" sz="1800">
                <a:latin typeface="Roboto"/>
                <a:ea typeface="Roboto"/>
                <a:cs typeface="Roboto"/>
                <a:sym typeface="Roboto"/>
              </a:rPr>
              <a:t>Auditing users and groups</a:t>
            </a:r>
            <a:endParaRPr sz="1800">
              <a:latin typeface="Roboto"/>
              <a:ea typeface="Roboto"/>
              <a:cs typeface="Roboto"/>
              <a:sym typeface="Roboto"/>
            </a:endParaRPr>
          </a:p>
          <a:p>
            <a:pPr indent="-342900" lvl="0" marL="457200" rtl="0" algn="l">
              <a:lnSpc>
                <a:spcPct val="115000"/>
              </a:lnSpc>
              <a:spcBef>
                <a:spcPts val="0"/>
              </a:spcBef>
              <a:spcAft>
                <a:spcPts val="0"/>
              </a:spcAft>
              <a:buSzPts val="1800"/>
              <a:buFont typeface="Roboto"/>
              <a:buChar char="●"/>
            </a:pPr>
            <a:r>
              <a:rPr lang="en" sz="1800">
                <a:latin typeface="Roboto"/>
                <a:ea typeface="Roboto"/>
                <a:cs typeface="Roboto"/>
                <a:sym typeface="Roboto"/>
              </a:rPr>
              <a:t>Password policies</a:t>
            </a:r>
            <a:endParaRPr sz="1800">
              <a:latin typeface="Roboto"/>
              <a:ea typeface="Roboto"/>
              <a:cs typeface="Roboto"/>
              <a:sym typeface="Roboto"/>
            </a:endParaRPr>
          </a:p>
          <a:p>
            <a:pPr indent="-342900" lvl="0" marL="457200" rtl="0" algn="l">
              <a:lnSpc>
                <a:spcPct val="115000"/>
              </a:lnSpc>
              <a:spcBef>
                <a:spcPts val="0"/>
              </a:spcBef>
              <a:spcAft>
                <a:spcPts val="0"/>
              </a:spcAft>
              <a:buSzPts val="1800"/>
              <a:buFont typeface="Roboto"/>
              <a:buChar char="●"/>
            </a:pPr>
            <a:r>
              <a:rPr b="1" lang="en" sz="1800">
                <a:latin typeface="Inconsolata"/>
                <a:ea typeface="Inconsolata"/>
                <a:cs typeface="Inconsolata"/>
                <a:sym typeface="Inconsolata"/>
              </a:rPr>
              <a:t>sudo</a:t>
            </a:r>
            <a:r>
              <a:rPr lang="en" sz="1800">
                <a:latin typeface="Roboto"/>
                <a:ea typeface="Roboto"/>
                <a:cs typeface="Roboto"/>
                <a:sym typeface="Roboto"/>
              </a:rPr>
              <a:t> permissions</a:t>
            </a:r>
            <a:endParaRPr sz="1800">
              <a:latin typeface="Roboto"/>
              <a:ea typeface="Roboto"/>
              <a:cs typeface="Roboto"/>
              <a:sym typeface="Roboto"/>
            </a:endParaRPr>
          </a:p>
          <a:p>
            <a:pPr indent="-342900" lvl="0" marL="457200" rtl="0" algn="l">
              <a:lnSpc>
                <a:spcPct val="115000"/>
              </a:lnSpc>
              <a:spcBef>
                <a:spcPts val="0"/>
              </a:spcBef>
              <a:spcAft>
                <a:spcPts val="0"/>
              </a:spcAft>
              <a:buSzPts val="1800"/>
              <a:buFont typeface="Roboto"/>
              <a:buChar char="●"/>
            </a:pPr>
            <a:r>
              <a:rPr lang="en" sz="1800">
                <a:latin typeface="Roboto"/>
                <a:ea typeface="Roboto"/>
                <a:cs typeface="Roboto"/>
                <a:sym typeface="Roboto"/>
              </a:rPr>
              <a:t>File and directory permissions</a:t>
            </a:r>
            <a:endParaRPr sz="1800">
              <a:latin typeface="Roboto"/>
              <a:ea typeface="Roboto"/>
              <a:cs typeface="Roboto"/>
              <a:sym typeface="Roboto"/>
            </a:endParaRPr>
          </a:p>
          <a:p>
            <a:pPr indent="0" lvl="0" marL="0" rtl="0" algn="l">
              <a:spcBef>
                <a:spcPts val="0"/>
              </a:spcBef>
              <a:spcAft>
                <a:spcPts val="0"/>
              </a:spcAft>
              <a:buNone/>
            </a:pPr>
            <a:r>
              <a:t/>
            </a:r>
            <a:endParaRPr/>
          </a:p>
        </p:txBody>
      </p:sp>
      <p:sp>
        <p:nvSpPr>
          <p:cNvPr id="953" name="Google Shape;953;p129"/>
          <p:cNvSpPr txBox="1"/>
          <p:nvPr>
            <p:ph idx="3" type="title"/>
          </p:nvPr>
        </p:nvSpPr>
        <p:spPr>
          <a:xfrm>
            <a:off x="4976200" y="2004350"/>
            <a:ext cx="3649200" cy="248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latin typeface="Roboto"/>
                <a:ea typeface="Roboto"/>
                <a:cs typeface="Roboto"/>
                <a:sym typeface="Roboto"/>
              </a:rPr>
              <a:t>Checklist document that you will </a:t>
            </a:r>
            <a:br>
              <a:rPr lang="en" sz="1800">
                <a:latin typeface="Roboto"/>
                <a:ea typeface="Roboto"/>
                <a:cs typeface="Roboto"/>
                <a:sym typeface="Roboto"/>
              </a:rPr>
            </a:br>
            <a:r>
              <a:rPr lang="en" sz="1800">
                <a:latin typeface="Roboto"/>
                <a:ea typeface="Roboto"/>
                <a:cs typeface="Roboto"/>
                <a:sym typeface="Roboto"/>
              </a:rPr>
              <a:t>be submitting as a deliverable at the end of your project.</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a:p>
            <a:pPr indent="0" lvl="0" marL="0" rtl="0" algn="l">
              <a:spcBef>
                <a:spcPts val="0"/>
              </a:spcBef>
              <a:spcAft>
                <a:spcPts val="0"/>
              </a:spcAft>
              <a:buNone/>
            </a:pPr>
            <a:r>
              <a:rPr b="1" lang="en" sz="1800">
                <a:latin typeface="Roboto"/>
                <a:ea typeface="Roboto"/>
                <a:cs typeface="Roboto"/>
                <a:sym typeface="Roboto"/>
              </a:rPr>
              <a:t>Remember</a:t>
            </a:r>
            <a:r>
              <a:rPr lang="en" sz="1800">
                <a:latin typeface="Roboto"/>
                <a:ea typeface="Roboto"/>
                <a:cs typeface="Roboto"/>
                <a:sym typeface="Roboto"/>
              </a:rPr>
              <a:t> to update the checklist as you progress through each activity. </a:t>
            </a:r>
            <a:endParaRPr sz="1800">
              <a:latin typeface="Roboto"/>
              <a:ea typeface="Roboto"/>
              <a:cs typeface="Roboto"/>
              <a:sym typeface="Roboto"/>
            </a:endParaRPr>
          </a:p>
        </p:txBody>
      </p:sp>
      <p:sp>
        <p:nvSpPr>
          <p:cNvPr id="954" name="Google Shape;954;p129"/>
          <p:cNvSpPr txBox="1"/>
          <p:nvPr>
            <p:ph idx="5" type="title"/>
          </p:nvPr>
        </p:nvSpPr>
        <p:spPr>
          <a:xfrm>
            <a:off x="70200" y="402450"/>
            <a:ext cx="9168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You will be provided with two documents:</a:t>
            </a:r>
            <a:endParaRPr sz="1800">
              <a:latin typeface="Roboto"/>
              <a:ea typeface="Roboto"/>
              <a:cs typeface="Roboto"/>
              <a:sym typeface="Roboto"/>
            </a:endParaRPr>
          </a:p>
        </p:txBody>
      </p:sp>
      <p:sp>
        <p:nvSpPr>
          <p:cNvPr id="955" name="Google Shape;955;p129"/>
          <p:cNvSpPr txBox="1"/>
          <p:nvPr>
            <p:ph idx="6" type="title"/>
          </p:nvPr>
        </p:nvSpPr>
        <p:spPr>
          <a:xfrm>
            <a:off x="542175" y="1329825"/>
            <a:ext cx="3649200" cy="393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Roboto"/>
                <a:ea typeface="Roboto"/>
                <a:cs typeface="Roboto"/>
                <a:sym typeface="Roboto"/>
              </a:rPr>
              <a:t>Guide</a:t>
            </a:r>
            <a:endParaRPr>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30"/>
          <p:cNvSpPr txBox="1"/>
          <p:nvPr>
            <p:ph type="title"/>
          </p:nvPr>
        </p:nvSpPr>
        <p:spPr>
          <a:xfrm>
            <a:off x="911550" y="18295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Day 1 Project Overview</a:t>
            </a:r>
            <a:endParaRPr>
              <a:solidFill>
                <a:schemeClr val="dk2"/>
              </a:solidFill>
            </a:endParaRPr>
          </a:p>
        </p:txBody>
      </p:sp>
      <p:sp>
        <p:nvSpPr>
          <p:cNvPr id="961" name="Google Shape;961;p130"/>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Pre-hardening steps: System inventory and backup</a:t>
            </a:r>
            <a:endParaRPr/>
          </a:p>
        </p:txBody>
      </p:sp>
      <p:sp>
        <p:nvSpPr>
          <p:cNvPr id="962" name="Google Shape;962;p130"/>
          <p:cNvSpPr txBox="1"/>
          <p:nvPr>
            <p:ph idx="2" type="body"/>
          </p:nvPr>
        </p:nvSpPr>
        <p:spPr>
          <a:xfrm>
            <a:off x="457200" y="2069375"/>
            <a:ext cx="3446100" cy="1454400"/>
          </a:xfrm>
          <a:prstGeom prst="rect">
            <a:avLst/>
          </a:prstGeom>
        </p:spPr>
        <p:txBody>
          <a:bodyPr anchorCtr="0" anchor="t" bIns="0" lIns="0" spcFirstLastPara="1" rIns="0" wrap="square" tIns="91425">
            <a:noAutofit/>
          </a:bodyPr>
          <a:lstStyle/>
          <a:p>
            <a:pPr indent="-342900" lvl="0" marL="457200" rtl="0" algn="l">
              <a:spcBef>
                <a:spcPts val="0"/>
              </a:spcBef>
              <a:spcAft>
                <a:spcPts val="0"/>
              </a:spcAft>
              <a:buSzPts val="1800"/>
              <a:buChar char="●"/>
            </a:pPr>
            <a:r>
              <a:rPr lang="en"/>
              <a:t>Document details about </a:t>
            </a:r>
            <a:br>
              <a:rPr lang="en"/>
            </a:br>
            <a:r>
              <a:rPr lang="en"/>
              <a:t>the operating system.</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Create a backup. </a:t>
            </a:r>
            <a:endParaRPr/>
          </a:p>
        </p:txBody>
      </p:sp>
      <p:pic>
        <p:nvPicPr>
          <p:cNvPr id="963" name="Google Shape;963;p130"/>
          <p:cNvPicPr preferRelativeResize="0"/>
          <p:nvPr/>
        </p:nvPicPr>
        <p:blipFill>
          <a:blip r:embed="rId3">
            <a:alphaModFix/>
          </a:blip>
          <a:stretch>
            <a:fillRect/>
          </a:stretch>
        </p:blipFill>
        <p:spPr>
          <a:xfrm>
            <a:off x="249025" y="320100"/>
            <a:ext cx="416375" cy="274200"/>
          </a:xfrm>
          <a:prstGeom prst="rect">
            <a:avLst/>
          </a:prstGeom>
          <a:noFill/>
          <a:ln>
            <a:noFill/>
          </a:ln>
        </p:spPr>
      </p:pic>
      <p:pic>
        <p:nvPicPr>
          <p:cNvPr id="964" name="Google Shape;964;p130"/>
          <p:cNvPicPr preferRelativeResize="0"/>
          <p:nvPr/>
        </p:nvPicPr>
        <p:blipFill>
          <a:blip r:embed="rId4">
            <a:alphaModFix/>
          </a:blip>
          <a:stretch>
            <a:fillRect/>
          </a:stretch>
        </p:blipFill>
        <p:spPr>
          <a:xfrm>
            <a:off x="4221225" y="1442126"/>
            <a:ext cx="4008375" cy="2921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8" name="Shape 968"/>
        <p:cNvGrpSpPr/>
        <p:nvPr/>
      </p:nvGrpSpPr>
      <p:grpSpPr>
        <a:xfrm>
          <a:off x="0" y="0"/>
          <a:ext cx="0" cy="0"/>
          <a:chOff x="0" y="0"/>
          <a:chExt cx="0" cy="0"/>
        </a:xfrm>
      </p:grpSpPr>
      <p:sp>
        <p:nvSpPr>
          <p:cNvPr id="969" name="Google Shape;969;p131"/>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Day 1 Project Overview</a:t>
            </a:r>
            <a:endParaRPr>
              <a:solidFill>
                <a:schemeClr val="dk2"/>
              </a:solidFill>
            </a:endParaRPr>
          </a:p>
        </p:txBody>
      </p:sp>
      <p:sp>
        <p:nvSpPr>
          <p:cNvPr id="970" name="Google Shape;970;p131"/>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 Auditing users and groups</a:t>
            </a:r>
            <a:endParaRPr/>
          </a:p>
        </p:txBody>
      </p:sp>
      <p:sp>
        <p:nvSpPr>
          <p:cNvPr id="971" name="Google Shape;971;p131"/>
          <p:cNvSpPr txBox="1"/>
          <p:nvPr>
            <p:ph idx="2" type="body"/>
          </p:nvPr>
        </p:nvSpPr>
        <p:spPr>
          <a:xfrm>
            <a:off x="4619100" y="1325400"/>
            <a:ext cx="3790800" cy="3275400"/>
          </a:xfrm>
          <a:prstGeom prst="rect">
            <a:avLst/>
          </a:prstGeom>
        </p:spPr>
        <p:txBody>
          <a:bodyPr anchorCtr="0" anchor="t" bIns="0" lIns="0" spcFirstLastPara="1" rIns="0" wrap="square" tIns="91425">
            <a:noAutofit/>
          </a:bodyPr>
          <a:lstStyle/>
          <a:p>
            <a:pPr indent="-342900" lvl="0" marL="457200" rtl="0" algn="l">
              <a:spcBef>
                <a:spcPts val="0"/>
              </a:spcBef>
              <a:spcAft>
                <a:spcPts val="0"/>
              </a:spcAft>
              <a:buSzPts val="1800"/>
              <a:buChar char="●"/>
            </a:pPr>
            <a:r>
              <a:rPr lang="en"/>
              <a:t>En</a:t>
            </a:r>
            <a:r>
              <a:rPr lang="en"/>
              <a:t>sure that only the correct </a:t>
            </a:r>
            <a:br>
              <a:rPr lang="en"/>
            </a:br>
            <a:r>
              <a:rPr lang="en"/>
              <a:t>BSC employees and groups </a:t>
            </a:r>
            <a:br>
              <a:rPr lang="en"/>
            </a:br>
            <a:r>
              <a:rPr lang="en"/>
              <a:t>have the minimal access </a:t>
            </a:r>
            <a:br>
              <a:rPr lang="en"/>
            </a:br>
            <a:r>
              <a:rPr lang="en"/>
              <a:t>needed to do their jobs.</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Check and update the security permissions of BSC employees and groups.</a:t>
            </a:r>
            <a:endParaRPr/>
          </a:p>
        </p:txBody>
      </p:sp>
      <p:pic>
        <p:nvPicPr>
          <p:cNvPr id="972" name="Google Shape;972;p131"/>
          <p:cNvPicPr preferRelativeResize="0"/>
          <p:nvPr/>
        </p:nvPicPr>
        <p:blipFill>
          <a:blip r:embed="rId3">
            <a:alphaModFix/>
          </a:blip>
          <a:stretch>
            <a:fillRect/>
          </a:stretch>
        </p:blipFill>
        <p:spPr>
          <a:xfrm>
            <a:off x="249025" y="320100"/>
            <a:ext cx="416375" cy="274200"/>
          </a:xfrm>
          <a:prstGeom prst="rect">
            <a:avLst/>
          </a:prstGeom>
          <a:noFill/>
          <a:ln>
            <a:noFill/>
          </a:ln>
        </p:spPr>
      </p:pic>
      <p:pic>
        <p:nvPicPr>
          <p:cNvPr id="973" name="Google Shape;973;p131"/>
          <p:cNvPicPr preferRelativeResize="0"/>
          <p:nvPr/>
        </p:nvPicPr>
        <p:blipFill>
          <a:blip r:embed="rId4">
            <a:alphaModFix/>
          </a:blip>
          <a:stretch>
            <a:fillRect/>
          </a:stretch>
        </p:blipFill>
        <p:spPr>
          <a:xfrm>
            <a:off x="249025" y="1079505"/>
            <a:ext cx="3865775" cy="376722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7" name="Shape 977"/>
        <p:cNvGrpSpPr/>
        <p:nvPr/>
      </p:nvGrpSpPr>
      <p:grpSpPr>
        <a:xfrm>
          <a:off x="0" y="0"/>
          <a:ext cx="0" cy="0"/>
          <a:chOff x="0" y="0"/>
          <a:chExt cx="0" cy="0"/>
        </a:xfrm>
      </p:grpSpPr>
      <p:sp>
        <p:nvSpPr>
          <p:cNvPr id="978" name="Google Shape;978;p132"/>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Day 1 Project Overview</a:t>
            </a:r>
            <a:endParaRPr>
              <a:solidFill>
                <a:schemeClr val="dk2"/>
              </a:solidFill>
            </a:endParaRPr>
          </a:p>
        </p:txBody>
      </p:sp>
      <p:sp>
        <p:nvSpPr>
          <p:cNvPr id="979" name="Google Shape;979;p132"/>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Updating and enforcing password policies</a:t>
            </a:r>
            <a:endParaRPr/>
          </a:p>
        </p:txBody>
      </p:sp>
      <p:sp>
        <p:nvSpPr>
          <p:cNvPr id="980" name="Google Shape;980;p132"/>
          <p:cNvSpPr txBox="1"/>
          <p:nvPr>
            <p:ph idx="2" type="body"/>
          </p:nvPr>
        </p:nvSpPr>
        <p:spPr>
          <a:xfrm>
            <a:off x="4800600" y="1293575"/>
            <a:ext cx="4114800" cy="3275400"/>
          </a:xfrm>
          <a:prstGeom prst="rect">
            <a:avLst/>
          </a:prstGeom>
        </p:spPr>
        <p:txBody>
          <a:bodyPr anchorCtr="0" anchor="t" bIns="0" lIns="0" spcFirstLastPara="1" rIns="0" wrap="square" tIns="91425">
            <a:noAutofit/>
          </a:bodyPr>
          <a:lstStyle/>
          <a:p>
            <a:pPr indent="-342900" lvl="0" marL="457200" rtl="0" algn="l">
              <a:spcBef>
                <a:spcPts val="0"/>
              </a:spcBef>
              <a:spcAft>
                <a:spcPts val="0"/>
              </a:spcAft>
              <a:buSzPts val="1800"/>
              <a:buChar char="●"/>
            </a:pPr>
            <a:r>
              <a:rPr lang="en"/>
              <a:t>Identify</a:t>
            </a:r>
            <a:r>
              <a:rPr lang="en"/>
              <a:t> BSC employees with </a:t>
            </a:r>
            <a:br>
              <a:rPr lang="en"/>
            </a:br>
            <a:r>
              <a:rPr lang="en"/>
              <a:t>weak passwords. </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Create and implement strict password policies.</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Force users to update passwords.</a:t>
            </a:r>
            <a:endParaRPr/>
          </a:p>
        </p:txBody>
      </p:sp>
      <p:pic>
        <p:nvPicPr>
          <p:cNvPr id="981" name="Google Shape;981;p132"/>
          <p:cNvPicPr preferRelativeResize="0"/>
          <p:nvPr/>
        </p:nvPicPr>
        <p:blipFill>
          <a:blip r:embed="rId3">
            <a:alphaModFix/>
          </a:blip>
          <a:stretch>
            <a:fillRect/>
          </a:stretch>
        </p:blipFill>
        <p:spPr>
          <a:xfrm>
            <a:off x="249025" y="320100"/>
            <a:ext cx="416375" cy="274200"/>
          </a:xfrm>
          <a:prstGeom prst="rect">
            <a:avLst/>
          </a:prstGeom>
          <a:noFill/>
          <a:ln>
            <a:noFill/>
          </a:ln>
        </p:spPr>
      </p:pic>
      <p:pic>
        <p:nvPicPr>
          <p:cNvPr id="982" name="Google Shape;982;p132"/>
          <p:cNvPicPr preferRelativeResize="0"/>
          <p:nvPr/>
        </p:nvPicPr>
        <p:blipFill rotWithShape="1">
          <a:blip r:embed="rId4">
            <a:alphaModFix/>
          </a:blip>
          <a:srcRect b="-23136" l="4619" r="4619" t="527"/>
          <a:stretch/>
        </p:blipFill>
        <p:spPr>
          <a:xfrm>
            <a:off x="304800" y="1293575"/>
            <a:ext cx="4449421" cy="40158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6" name="Shape 986"/>
        <p:cNvGrpSpPr/>
        <p:nvPr/>
      </p:nvGrpSpPr>
      <p:grpSpPr>
        <a:xfrm>
          <a:off x="0" y="0"/>
          <a:ext cx="0" cy="0"/>
          <a:chOff x="0" y="0"/>
          <a:chExt cx="0" cy="0"/>
        </a:xfrm>
      </p:grpSpPr>
      <p:sp>
        <p:nvSpPr>
          <p:cNvPr id="987" name="Google Shape;987;p133"/>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Day 1 Project Overview</a:t>
            </a:r>
            <a:endParaRPr>
              <a:solidFill>
                <a:schemeClr val="dk2"/>
              </a:solidFill>
            </a:endParaRPr>
          </a:p>
        </p:txBody>
      </p:sp>
      <p:sp>
        <p:nvSpPr>
          <p:cNvPr id="988" name="Google Shape;988;p133"/>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Updating and enforcing</a:t>
            </a:r>
            <a:r>
              <a:rPr lang="en"/>
              <a:t> </a:t>
            </a:r>
            <a:r>
              <a:rPr b="1" lang="en">
                <a:latin typeface="Inconsolata"/>
                <a:ea typeface="Inconsolata"/>
                <a:cs typeface="Inconsolata"/>
                <a:sym typeface="Inconsolata"/>
              </a:rPr>
              <a:t>sudo</a:t>
            </a:r>
            <a:r>
              <a:rPr lang="en"/>
              <a:t> permissions</a:t>
            </a:r>
            <a:endParaRPr/>
          </a:p>
        </p:txBody>
      </p:sp>
      <p:sp>
        <p:nvSpPr>
          <p:cNvPr id="989" name="Google Shape;989;p133"/>
          <p:cNvSpPr txBox="1"/>
          <p:nvPr>
            <p:ph idx="2" type="body"/>
          </p:nvPr>
        </p:nvSpPr>
        <p:spPr>
          <a:xfrm>
            <a:off x="457200" y="1954950"/>
            <a:ext cx="3886200" cy="2108700"/>
          </a:xfrm>
          <a:prstGeom prst="rect">
            <a:avLst/>
          </a:prstGeom>
        </p:spPr>
        <p:txBody>
          <a:bodyPr anchorCtr="0" anchor="t" bIns="0" lIns="0" spcFirstLastPara="1" rIns="0" wrap="square" tIns="91425">
            <a:noAutofit/>
          </a:bodyPr>
          <a:lstStyle/>
          <a:p>
            <a:pPr indent="-342900" lvl="0" marL="457200" rtl="0" algn="l">
              <a:spcBef>
                <a:spcPts val="0"/>
              </a:spcBef>
              <a:spcAft>
                <a:spcPts val="0"/>
              </a:spcAft>
              <a:buSzPts val="1800"/>
              <a:buChar char="●"/>
            </a:pPr>
            <a:r>
              <a:rPr lang="en"/>
              <a:t>Validate and update the </a:t>
            </a:r>
            <a:r>
              <a:rPr b="1" lang="en">
                <a:latin typeface="Inconsolata"/>
                <a:ea typeface="Inconsolata"/>
                <a:cs typeface="Inconsolata"/>
                <a:sym typeface="Inconsolata"/>
              </a:rPr>
              <a:t>sudoers</a:t>
            </a:r>
            <a:r>
              <a:rPr lang="en"/>
              <a:t> file.</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Only grant</a:t>
            </a:r>
            <a:r>
              <a:rPr b="1" lang="en">
                <a:latin typeface="Inconsolata"/>
                <a:ea typeface="Inconsolata"/>
                <a:cs typeface="Inconsolata"/>
                <a:sym typeface="Inconsolata"/>
              </a:rPr>
              <a:t> sudo</a:t>
            </a:r>
            <a:r>
              <a:rPr lang="en"/>
              <a:t> privileges for specific tasks. </a:t>
            </a:r>
            <a:endParaRPr/>
          </a:p>
        </p:txBody>
      </p:sp>
      <p:pic>
        <p:nvPicPr>
          <p:cNvPr id="990" name="Google Shape;990;p133"/>
          <p:cNvPicPr preferRelativeResize="0"/>
          <p:nvPr/>
        </p:nvPicPr>
        <p:blipFill>
          <a:blip r:embed="rId3">
            <a:alphaModFix/>
          </a:blip>
          <a:stretch>
            <a:fillRect/>
          </a:stretch>
        </p:blipFill>
        <p:spPr>
          <a:xfrm>
            <a:off x="249025" y="320100"/>
            <a:ext cx="416375" cy="274200"/>
          </a:xfrm>
          <a:prstGeom prst="rect">
            <a:avLst/>
          </a:prstGeom>
          <a:noFill/>
          <a:ln>
            <a:noFill/>
          </a:ln>
        </p:spPr>
      </p:pic>
      <p:pic>
        <p:nvPicPr>
          <p:cNvPr id="991" name="Google Shape;991;p133"/>
          <p:cNvPicPr preferRelativeResize="0"/>
          <p:nvPr/>
        </p:nvPicPr>
        <p:blipFill rotWithShape="1">
          <a:blip r:embed="rId4">
            <a:alphaModFix/>
          </a:blip>
          <a:srcRect b="-20687" l="-3795" r="-4336" t="-20815"/>
          <a:stretch/>
        </p:blipFill>
        <p:spPr>
          <a:xfrm>
            <a:off x="4495800" y="1153775"/>
            <a:ext cx="4449422" cy="40158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5" name="Shape 995"/>
        <p:cNvGrpSpPr/>
        <p:nvPr/>
      </p:nvGrpSpPr>
      <p:grpSpPr>
        <a:xfrm>
          <a:off x="0" y="0"/>
          <a:ext cx="0" cy="0"/>
          <a:chOff x="0" y="0"/>
          <a:chExt cx="0" cy="0"/>
        </a:xfrm>
      </p:grpSpPr>
      <p:sp>
        <p:nvSpPr>
          <p:cNvPr id="996" name="Google Shape;996;p134"/>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Day 1 Project Overview</a:t>
            </a:r>
            <a:endParaRPr>
              <a:solidFill>
                <a:schemeClr val="dk2"/>
              </a:solidFill>
            </a:endParaRPr>
          </a:p>
        </p:txBody>
      </p:sp>
      <p:sp>
        <p:nvSpPr>
          <p:cNvPr id="997" name="Google Shape;997;p134"/>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Validating and updating permissions on files and directories</a:t>
            </a:r>
            <a:endParaRPr/>
          </a:p>
        </p:txBody>
      </p:sp>
      <p:sp>
        <p:nvSpPr>
          <p:cNvPr id="998" name="Google Shape;998;p134"/>
          <p:cNvSpPr txBox="1"/>
          <p:nvPr>
            <p:ph idx="2" type="body"/>
          </p:nvPr>
        </p:nvSpPr>
        <p:spPr>
          <a:xfrm>
            <a:off x="457200" y="2035925"/>
            <a:ext cx="3886200" cy="1424100"/>
          </a:xfrm>
          <a:prstGeom prst="rect">
            <a:avLst/>
          </a:prstGeom>
        </p:spPr>
        <p:txBody>
          <a:bodyPr anchorCtr="0" anchor="t" bIns="0" lIns="0" spcFirstLastPara="1" rIns="0" wrap="square" tIns="91425">
            <a:noAutofit/>
          </a:bodyPr>
          <a:lstStyle/>
          <a:p>
            <a:pPr indent="-342900" lvl="0" marL="457200" rtl="0" algn="l">
              <a:spcBef>
                <a:spcPts val="0"/>
              </a:spcBef>
              <a:spcAft>
                <a:spcPts val="0"/>
              </a:spcAft>
              <a:buSzPts val="1800"/>
              <a:buChar char="●"/>
            </a:pPr>
            <a:r>
              <a:rPr lang="en"/>
              <a:t>Check files and directories.</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Fix any </a:t>
            </a:r>
            <a:r>
              <a:rPr lang="en"/>
              <a:t>security</a:t>
            </a:r>
            <a:r>
              <a:rPr lang="en"/>
              <a:t> issues you discover. </a:t>
            </a:r>
            <a:endParaRPr/>
          </a:p>
        </p:txBody>
      </p:sp>
      <p:pic>
        <p:nvPicPr>
          <p:cNvPr id="999" name="Google Shape;999;p134"/>
          <p:cNvPicPr preferRelativeResize="0"/>
          <p:nvPr/>
        </p:nvPicPr>
        <p:blipFill>
          <a:blip r:embed="rId3">
            <a:alphaModFix/>
          </a:blip>
          <a:stretch>
            <a:fillRect/>
          </a:stretch>
        </p:blipFill>
        <p:spPr>
          <a:xfrm>
            <a:off x="249025" y="320100"/>
            <a:ext cx="416375" cy="274200"/>
          </a:xfrm>
          <a:prstGeom prst="rect">
            <a:avLst/>
          </a:prstGeom>
          <a:noFill/>
          <a:ln>
            <a:noFill/>
          </a:ln>
        </p:spPr>
      </p:pic>
      <p:pic>
        <p:nvPicPr>
          <p:cNvPr id="1000" name="Google Shape;1000;p134"/>
          <p:cNvPicPr preferRelativeResize="0"/>
          <p:nvPr/>
        </p:nvPicPr>
        <p:blipFill rotWithShape="1">
          <a:blip r:embed="rId4">
            <a:alphaModFix/>
          </a:blip>
          <a:srcRect b="-23979" l="-5774" r="-17090" t="-9835"/>
          <a:stretch/>
        </p:blipFill>
        <p:spPr>
          <a:xfrm>
            <a:off x="4495800" y="1195650"/>
            <a:ext cx="4449420" cy="40158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136"/>
          <p:cNvSpPr txBox="1"/>
          <p:nvPr>
            <p:ph idx="1" type="subTitle"/>
          </p:nvPr>
        </p:nvSpPr>
        <p:spPr>
          <a:xfrm>
            <a:off x="0" y="4568875"/>
            <a:ext cx="92523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Remainder of class</a:t>
            </a:r>
            <a:endParaRPr/>
          </a:p>
        </p:txBody>
      </p:sp>
      <p:sp>
        <p:nvSpPr>
          <p:cNvPr id="1010" name="Google Shape;1010;p136"/>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Hardening your Linux server</a:t>
            </a:r>
            <a:endParaRPr/>
          </a:p>
        </p:txBody>
      </p:sp>
      <p:sp>
        <p:nvSpPr>
          <p:cNvPr id="1011" name="Google Shape;1011;p136"/>
          <p:cNvSpPr txBox="1"/>
          <p:nvPr>
            <p:ph idx="3" type="body"/>
          </p:nvPr>
        </p:nvSpPr>
        <p:spPr>
          <a:xfrm>
            <a:off x="477725" y="1371600"/>
            <a:ext cx="7772400" cy="2742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F</a:t>
            </a:r>
            <a:r>
              <a:rPr lang="en"/>
              <a:t>or the remainder of today's </a:t>
            </a:r>
            <a:r>
              <a:rPr lang="en"/>
              <a:t>class</a:t>
            </a:r>
            <a:r>
              <a:rPr lang="en"/>
              <a:t>, you will work on completing Day 1 </a:t>
            </a:r>
            <a:br>
              <a:rPr lang="en"/>
            </a:br>
            <a:r>
              <a:rPr lang="en"/>
              <a:t>project tasks.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While you are responsible for completing your own project, you can ask classmates, the TA, or the instructor to assist if you have any questions.</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b="1" lang="en"/>
              <a:t>Remember </a:t>
            </a:r>
            <a:r>
              <a:rPr lang="en"/>
              <a:t>to complete the checklist document as you progress through the activities.</a:t>
            </a:r>
            <a:endParaRPr/>
          </a:p>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139"/>
          <p:cNvSpPr txBox="1"/>
          <p:nvPr>
            <p:ph idx="1" type="subTitle"/>
          </p:nvPr>
        </p:nvSpPr>
        <p:spPr>
          <a:xfrm>
            <a:off x="41700" y="3746925"/>
            <a:ext cx="9102300" cy="9006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lang="en" sz="2200"/>
              <a:t>Day 2: Hardening your Linux server's system settings</a:t>
            </a:r>
            <a:endParaRPr sz="22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