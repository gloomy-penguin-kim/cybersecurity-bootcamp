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Roboto Medium"/>
      <p:regular r:id="rId25"/>
      <p:bold r:id="rId26"/>
      <p:italic r:id="rId27"/>
      <p:boldItalic r:id="rId28"/>
    </p:embeddedFont>
    <p:embeddedFont>
      <p:font typeface="Inconsolata"/>
      <p:regular r:id="rId29"/>
      <p:bold r:id="rId30"/>
    </p:embeddedFont>
    <p:embeddedFont>
      <p:font typeface="Roboto Ligh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952">
          <p15:clr>
            <a:srgbClr val="747775"/>
          </p15:clr>
        </p15:guide>
        <p15:guide id="2" pos="3456">
          <p15:clr>
            <a:srgbClr val="747775"/>
          </p15:clr>
        </p15:guide>
        <p15:guide id="3" orient="horz" pos="16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52" orient="horz"/>
        <p:guide pos="3456"/>
        <p:guide pos="16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31" Type="http://schemas.openxmlformats.org/officeDocument/2006/relationships/font" Target="fonts/RobotoLight-regular.fntdata"/><Relationship Id="rId30" Type="http://schemas.openxmlformats.org/officeDocument/2006/relationships/font" Target="fonts/Inconsolata-bold.fntdata"/><Relationship Id="rId33" Type="http://schemas.openxmlformats.org/officeDocument/2006/relationships/font" Target="fonts/RobotoLight-italic.fntdata"/><Relationship Id="rId32" Type="http://schemas.openxmlformats.org/officeDocument/2006/relationships/font" Target="fonts/RobotoLight-bold.fntdata"/><Relationship Id="rId34" Type="http://schemas.openxmlformats.org/officeDocument/2006/relationships/font" Target="fonts/RobotoLight-boldItalic.fntdata"/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26" Type="http://schemas.openxmlformats.org/officeDocument/2006/relationships/font" Target="fonts/RobotoMedium-bold.fntdata"/><Relationship Id="rId25" Type="http://schemas.openxmlformats.org/officeDocument/2006/relationships/font" Target="fonts/RobotoMedium-regular.fntdata"/><Relationship Id="rId28" Type="http://schemas.openxmlformats.org/officeDocument/2006/relationships/font" Target="fonts/RobotoMedium-boldItalic.fntdata"/><Relationship Id="rId27" Type="http://schemas.openxmlformats.org/officeDocument/2006/relationships/font" Target="fonts/RobotoMedium-italic.fntdata"/><Relationship Id="rId29" Type="http://schemas.openxmlformats.org/officeDocument/2006/relationships/font" Target="fonts/Inconsolat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ffb4b1bfb3_0_1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ffb4b1bfb3_0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ff51dfad80_0_1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2ff51dfad80_0_1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00b75cfea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300b75cfea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010dc3f1f9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3010dc3f1f9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00b75cfead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300b75cfead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010dc3f1f9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010dc3f1f9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010dc3f1f9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3010dc3f1f9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010dc3f1f9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010dc3f1f9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00b75cfea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00b75cfea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00b75cfead_0_9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300b75cfead_0_9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2ff51dfad80_0_4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2ff51dfad80_0_4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ff51dfad80_0_4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2ff51dfad80_0_4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f0136018fe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f0136018fe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2ec649b3119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2ec649b3119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6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0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6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6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 1 1 1">
  <p:cSld name="CUSTOM_22_1_1_1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8" name="Google Shape;338;p49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9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5" name="Google Shape;345;p50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3" name="Google Shape;353;p5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5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5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7" name="Google Shape;357;p52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Text Only">
  <p:cSld name="CUSTOM_2_7_2_6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61" name="Google Shape;361;p53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5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3" name="Google Shape;363;p53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53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5" name="Google Shape;365;p53"/>
          <p:cNvSpPr txBox="1"/>
          <p:nvPr>
            <p:ph idx="3" type="body"/>
          </p:nvPr>
        </p:nvSpPr>
        <p:spPr>
          <a:xfrm>
            <a:off x="175" y="1284250"/>
            <a:ext cx="9144000" cy="34074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8" name="Google Shape;368;p5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5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5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"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5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4" name="Google Shape;374;p55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5" name="Google Shape;375;p55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5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7" name="Google Shape;377;p55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55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5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80" name="Google Shape;380;p55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1" name="Google Shape;381;p55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55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5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5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7" name="Google Shape;387;p56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88" name="Google Shape;388;p56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56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0" name="Google Shape;390;p56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56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2" name="Google Shape;392;p56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7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7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6" name="Google Shape;396;p57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7" name="Google Shape;397;p57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7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9" name="Google Shape;399;p57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57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7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2" name="Google Shape;402;p57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3" name="Google Shape;403;p57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57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5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57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5  1 1">
  <p:cSld name="CUSTOM_21_1_2_1_1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8" name="Google Shape;408;p5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09" name="Google Shape;409;p58"/>
          <p:cNvSpPr/>
          <p:nvPr/>
        </p:nvSpPr>
        <p:spPr>
          <a:xfrm>
            <a:off x="953325" y="20072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8"/>
          <p:cNvSpPr/>
          <p:nvPr/>
        </p:nvSpPr>
        <p:spPr>
          <a:xfrm>
            <a:off x="953325" y="26496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8"/>
          <p:cNvSpPr/>
          <p:nvPr/>
        </p:nvSpPr>
        <p:spPr>
          <a:xfrm>
            <a:off x="953325" y="3343150"/>
            <a:ext cx="7517100" cy="61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8"/>
          <p:cNvSpPr/>
          <p:nvPr/>
        </p:nvSpPr>
        <p:spPr>
          <a:xfrm>
            <a:off x="953325" y="42082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8"/>
          <p:cNvSpPr/>
          <p:nvPr/>
        </p:nvSpPr>
        <p:spPr>
          <a:xfrm>
            <a:off x="953325" y="13654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8"/>
          <p:cNvSpPr/>
          <p:nvPr/>
        </p:nvSpPr>
        <p:spPr>
          <a:xfrm>
            <a:off x="802850" y="13360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5" name="Google Shape;415;p58"/>
          <p:cNvSpPr/>
          <p:nvPr/>
        </p:nvSpPr>
        <p:spPr>
          <a:xfrm>
            <a:off x="802850" y="1977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6" name="Google Shape;416;p58"/>
          <p:cNvSpPr/>
          <p:nvPr/>
        </p:nvSpPr>
        <p:spPr>
          <a:xfrm>
            <a:off x="802850" y="26202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7" name="Google Shape;417;p58"/>
          <p:cNvSpPr/>
          <p:nvPr/>
        </p:nvSpPr>
        <p:spPr>
          <a:xfrm>
            <a:off x="802850" y="34142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8" name="Google Shape;418;p58"/>
          <p:cNvSpPr/>
          <p:nvPr/>
        </p:nvSpPr>
        <p:spPr>
          <a:xfrm>
            <a:off x="802850" y="41649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5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9" name="Google Shape;419;p58"/>
          <p:cNvSpPr txBox="1"/>
          <p:nvPr>
            <p:ph idx="1" type="subTitle"/>
          </p:nvPr>
        </p:nvSpPr>
        <p:spPr>
          <a:xfrm>
            <a:off x="1224625" y="135777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0" name="Google Shape;420;p58"/>
          <p:cNvSpPr txBox="1"/>
          <p:nvPr>
            <p:ph idx="2" type="subTitle"/>
          </p:nvPr>
        </p:nvSpPr>
        <p:spPr>
          <a:xfrm>
            <a:off x="1224625" y="20222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1" name="Google Shape;421;p58"/>
          <p:cNvSpPr txBox="1"/>
          <p:nvPr>
            <p:ph idx="3" type="subTitle"/>
          </p:nvPr>
        </p:nvSpPr>
        <p:spPr>
          <a:xfrm>
            <a:off x="1224625" y="26643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58"/>
          <p:cNvSpPr txBox="1"/>
          <p:nvPr>
            <p:ph idx="4" type="subTitle"/>
          </p:nvPr>
        </p:nvSpPr>
        <p:spPr>
          <a:xfrm>
            <a:off x="1224625" y="3343150"/>
            <a:ext cx="7110300" cy="558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58"/>
          <p:cNvSpPr txBox="1"/>
          <p:nvPr>
            <p:ph idx="5" type="subTitle"/>
          </p:nvPr>
        </p:nvSpPr>
        <p:spPr>
          <a:xfrm>
            <a:off x="1224625" y="42309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58"/>
          <p:cNvSpPr txBox="1"/>
          <p:nvPr>
            <p:ph type="title"/>
          </p:nvPr>
        </p:nvSpPr>
        <p:spPr>
          <a:xfrm>
            <a:off x="6225" y="130125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6" name="Google Shape;426;p58"/>
          <p:cNvSpPr txBox="1"/>
          <p:nvPr>
            <p:ph idx="6" type="title"/>
          </p:nvPr>
        </p:nvSpPr>
        <p:spPr>
          <a:xfrm>
            <a:off x="18525" y="478650"/>
            <a:ext cx="91440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7" name="Google Shape;427;p58"/>
          <p:cNvSpPr/>
          <p:nvPr/>
        </p:nvSpPr>
        <p:spPr>
          <a:xfrm>
            <a:off x="176163" y="229038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4076" y="266951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 Transition Slide">
  <p:cSld name="CUSTOM_17_2_1_2_3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59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9"/>
          <p:cNvSpPr txBox="1"/>
          <p:nvPr>
            <p:ph type="title"/>
          </p:nvPr>
        </p:nvSpPr>
        <p:spPr>
          <a:xfrm>
            <a:off x="237100" y="2088475"/>
            <a:ext cx="8595300" cy="7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32" name="Google Shape;432;p59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3" name="Google Shape;433;p59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">
  <p:cSld name="CUSTOM_2_1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36" name="Google Shape;436;p6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6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9" name="Google Shape;439;p6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. Numbered 1–3">
  <p:cSld name="CUSTOM_2_7_1_5_2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1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2" name="Google Shape;442;p61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443" name="Google Shape;443;p61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4" name="Google Shape;444;p61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45" name="Google Shape;445;p61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" name="Google Shape;446;p61"/>
          <p:cNvSpPr/>
          <p:nvPr/>
        </p:nvSpPr>
        <p:spPr>
          <a:xfrm flipH="1">
            <a:off x="724275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61"/>
          <p:cNvSpPr txBox="1"/>
          <p:nvPr>
            <p:ph idx="2" type="subTitle"/>
          </p:nvPr>
        </p:nvSpPr>
        <p:spPr>
          <a:xfrm>
            <a:off x="724275" y="1937825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448" name="Google Shape;448;p61"/>
          <p:cNvGrpSpPr/>
          <p:nvPr/>
        </p:nvGrpSpPr>
        <p:grpSpPr>
          <a:xfrm>
            <a:off x="457181" y="1345103"/>
            <a:ext cx="533372" cy="533480"/>
            <a:chOff x="457200" y="1378813"/>
            <a:chExt cx="695400" cy="695450"/>
          </a:xfrm>
        </p:grpSpPr>
        <p:sp>
          <p:nvSpPr>
            <p:cNvPr id="449" name="Google Shape;449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sz="2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0" name="Google Shape;450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61"/>
          <p:cNvGrpSpPr/>
          <p:nvPr/>
        </p:nvGrpSpPr>
        <p:grpSpPr>
          <a:xfrm>
            <a:off x="3228956" y="1345103"/>
            <a:ext cx="533372" cy="533480"/>
            <a:chOff x="457200" y="1378813"/>
            <a:chExt cx="695400" cy="695450"/>
          </a:xfrm>
        </p:grpSpPr>
        <p:sp>
          <p:nvSpPr>
            <p:cNvPr id="452" name="Google Shape;452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3" name="Google Shape;453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454" name="Google Shape;454;p61"/>
          <p:cNvSpPr/>
          <p:nvPr/>
        </p:nvSpPr>
        <p:spPr>
          <a:xfrm flipH="1">
            <a:off x="3496050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61"/>
          <p:cNvSpPr txBox="1"/>
          <p:nvPr>
            <p:ph idx="3" type="subTitle"/>
          </p:nvPr>
        </p:nvSpPr>
        <p:spPr>
          <a:xfrm>
            <a:off x="3496050" y="193783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456" name="Google Shape;456;p61"/>
          <p:cNvGrpSpPr/>
          <p:nvPr/>
        </p:nvGrpSpPr>
        <p:grpSpPr>
          <a:xfrm>
            <a:off x="6134081" y="1345853"/>
            <a:ext cx="533372" cy="533480"/>
            <a:chOff x="457200" y="1378813"/>
            <a:chExt cx="695400" cy="695450"/>
          </a:xfrm>
        </p:grpSpPr>
        <p:sp>
          <p:nvSpPr>
            <p:cNvPr id="457" name="Google Shape;457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8" name="Google Shape;458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459" name="Google Shape;459;p61"/>
          <p:cNvSpPr/>
          <p:nvPr/>
        </p:nvSpPr>
        <p:spPr>
          <a:xfrm flipH="1">
            <a:off x="6401175" y="193852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61"/>
          <p:cNvSpPr txBox="1"/>
          <p:nvPr>
            <p:ph idx="4" type="subTitle"/>
          </p:nvPr>
        </p:nvSpPr>
        <p:spPr>
          <a:xfrm>
            <a:off x="6401175" y="193858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1" name="Google Shape;461;p61"/>
          <p:cNvSpPr txBox="1"/>
          <p:nvPr>
            <p:ph idx="5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2"/>
          <p:cNvSpPr txBox="1"/>
          <p:nvPr>
            <p:ph idx="1" type="body"/>
          </p:nvPr>
        </p:nvSpPr>
        <p:spPr>
          <a:xfrm>
            <a:off x="692300" y="1122950"/>
            <a:ext cx="8139900" cy="344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4" name="Google Shape;464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6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6" name="Google Shape;466;p6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">
  <p:cSld name="CUSTOM_6_1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3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63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0" name="Google Shape;470;p63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1" name="Google Shape;471;p63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">
  <p:cSld name="CUSTOM_4_1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4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4" name="Google Shape;474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64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64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">
  <p:cSld name="CUSTOM_2_2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9" name="Google Shape;479;p6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1" name="Google Shape;481;p6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6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">
  <p:cSld name="CUSTOM_2_3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85" name="Google Shape;485;p6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6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8" name="Google Shape;488;p6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">
  <p:cSld name="CUSTOM_27_1_1">
    <p:bg>
      <p:bgPr>
        <a:solidFill>
          <a:srgbClr val="FFFFFF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Google Shape;490;p67"/>
          <p:cNvGrpSpPr/>
          <p:nvPr/>
        </p:nvGrpSpPr>
        <p:grpSpPr>
          <a:xfrm>
            <a:off x="511772" y="1190428"/>
            <a:ext cx="533372" cy="533480"/>
            <a:chOff x="457200" y="1378813"/>
            <a:chExt cx="695400" cy="695450"/>
          </a:xfrm>
        </p:grpSpPr>
        <p:sp>
          <p:nvSpPr>
            <p:cNvPr id="491" name="Google Shape;491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21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2" name="Google Shape;492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3" name="Google Shape;493;p67"/>
          <p:cNvGrpSpPr/>
          <p:nvPr/>
        </p:nvGrpSpPr>
        <p:grpSpPr>
          <a:xfrm>
            <a:off x="3283547" y="1190428"/>
            <a:ext cx="533372" cy="533480"/>
            <a:chOff x="457200" y="1378813"/>
            <a:chExt cx="695400" cy="695450"/>
          </a:xfrm>
        </p:grpSpPr>
        <p:sp>
          <p:nvSpPr>
            <p:cNvPr id="494" name="Google Shape;494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21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5" name="Google Shape;495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6" name="Google Shape;496;p67"/>
          <p:cNvGrpSpPr/>
          <p:nvPr/>
        </p:nvGrpSpPr>
        <p:grpSpPr>
          <a:xfrm>
            <a:off x="6188672" y="1191178"/>
            <a:ext cx="533372" cy="533480"/>
            <a:chOff x="457200" y="1378813"/>
            <a:chExt cx="695400" cy="695450"/>
          </a:xfrm>
        </p:grpSpPr>
        <p:sp>
          <p:nvSpPr>
            <p:cNvPr id="497" name="Google Shape;497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accent5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2100" u="none" cap="none" strike="noStrike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8" name="Google Shape;498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9" name="Google Shape;499;p6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0" name="Google Shape;500;p6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1" name="Google Shape;501;p67"/>
          <p:cNvSpPr/>
          <p:nvPr/>
        </p:nvSpPr>
        <p:spPr>
          <a:xfrm flipH="1">
            <a:off x="511850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67"/>
          <p:cNvSpPr/>
          <p:nvPr/>
        </p:nvSpPr>
        <p:spPr>
          <a:xfrm flipH="1">
            <a:off x="3283550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67"/>
          <p:cNvSpPr/>
          <p:nvPr/>
        </p:nvSpPr>
        <p:spPr>
          <a:xfrm flipH="1">
            <a:off x="6188675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1">
  <p:cSld name="CUSTOM_2_7_2_4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8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06" name="Google Shape;506;p68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507" name="Google Shape;507;p68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" name="Google Shape;508;p68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09" name="Google Shape;509;p68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68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11" name="Google Shape;511;p68"/>
          <p:cNvSpPr txBox="1"/>
          <p:nvPr>
            <p:ph idx="3" type="body"/>
          </p:nvPr>
        </p:nvSpPr>
        <p:spPr>
          <a:xfrm>
            <a:off x="175" y="1284250"/>
            <a:ext cx="9144000" cy="34026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">
  <p:cSld name="CUSTOM_2_4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14" name="Google Shape;514;p6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6" name="Google Shape;516;p6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7" name="Google Shape;517;p6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">
  <p:cSld name="CUSTOM_2_5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0" name="Google Shape;520;p7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2" name="Google Shape;522;p7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3" name="Google Shape;523;p7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6">
  <p:cSld name="CUSTOM_2_6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6" name="Google Shape;526;p7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7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7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7">
  <p:cSld name="CUSTOM_2_7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2" name="Google Shape;532;p7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4" name="Google Shape;534;p7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5" name="Google Shape;535;p7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8">
  <p:cSld name="CUSTOM_2_8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8" name="Google Shape;538;p7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0" name="Google Shape;540;p7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1" name="Google Shape;541;p7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9">
  <p:cSld name="CUSTOM_2_9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4" name="Google Shape;544;p7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6" name="Google Shape;546;p7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7" name="Google Shape;547;p7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0">
  <p:cSld name="CUSTOM_2_10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0" name="Google Shape;550;p7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2" name="Google Shape;552;p7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3" name="Google Shape;553;p7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1">
  <p:cSld name="CUSTOM_2_1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6" name="Google Shape;556;p7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7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9" name="Google Shape;559;p7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2">
  <p:cSld name="CUSTOM_2_12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7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2" name="Google Shape;562;p77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4" name="Google Shape;564;p7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5" name="Google Shape;565;p7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3">
  <p:cSld name="CUSTOM_2_13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8" name="Google Shape;568;p7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0" name="Google Shape;570;p7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7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4">
  <p:cSld name="CUSTOM_2_14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74" name="Google Shape;574;p7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7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7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2">
  <p:cSld name="CUSTOM_28_2"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80"/>
          <p:cNvSpPr/>
          <p:nvPr/>
        </p:nvSpPr>
        <p:spPr>
          <a:xfrm>
            <a:off x="457160" y="1292968"/>
            <a:ext cx="3848100" cy="4767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0" name="Google Shape;580;p80"/>
          <p:cNvSpPr/>
          <p:nvPr/>
        </p:nvSpPr>
        <p:spPr>
          <a:xfrm rot="10800000">
            <a:off x="593369" y="1681756"/>
            <a:ext cx="261029" cy="144694"/>
          </a:xfrm>
          <a:prstGeom prst="flowChartExtra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81" name="Google Shape;581;p80"/>
          <p:cNvSpPr/>
          <p:nvPr/>
        </p:nvSpPr>
        <p:spPr>
          <a:xfrm>
            <a:off x="4876760" y="12929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2" name="Google Shape;582;p80"/>
          <p:cNvSpPr/>
          <p:nvPr/>
        </p:nvSpPr>
        <p:spPr>
          <a:xfrm rot="10800000">
            <a:off x="5012969" y="16817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80"/>
          <p:cNvSpPr txBox="1"/>
          <p:nvPr/>
        </p:nvSpPr>
        <p:spPr>
          <a:xfrm>
            <a:off x="4876750" y="130951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4" name="Google Shape;584;p80"/>
          <p:cNvSpPr txBox="1"/>
          <p:nvPr>
            <p:ph type="title"/>
          </p:nvPr>
        </p:nvSpPr>
        <p:spPr>
          <a:xfrm>
            <a:off x="4976200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5" name="Google Shape;585;p80"/>
          <p:cNvSpPr txBox="1"/>
          <p:nvPr>
            <p:ph idx="2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Light"/>
              <a:buNone/>
              <a:defRPr b="0" sz="1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6" name="Google Shape;586;p80"/>
          <p:cNvSpPr txBox="1"/>
          <p:nvPr>
            <p:ph idx="3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b="0"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7" name="Google Shape;587;p80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8" name="Google Shape;588;p80"/>
          <p:cNvSpPr txBox="1"/>
          <p:nvPr>
            <p:ph idx="5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9" name="Google Shape;589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80"/>
          <p:cNvSpPr txBox="1"/>
          <p:nvPr>
            <p:ph idx="6" type="title"/>
          </p:nvPr>
        </p:nvSpPr>
        <p:spPr>
          <a:xfrm>
            <a:off x="542175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5">
  <p:cSld name="CUSTOM_2_15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93" name="Google Shape;593;p8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5" name="Google Shape;595;p8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6" name="Google Shape;596;p8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6">
  <p:cSld name="CUSTOM_2_16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8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99" name="Google Shape;599;p8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1" name="Google Shape;601;p8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2" name="Google Shape;602;p8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2">
  <p:cSld name="CUSTOM_27_2"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83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83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6" name="Google Shape;606;p83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7" name="Google Shape;607;p83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83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9" name="Google Shape;609;p83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83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83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12" name="Google Shape;612;p83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3" name="Google Shape;613;p83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83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8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6" name="Google Shape;616;p8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">
  <p:cSld name="CUSTOM_22">
    <p:bg>
      <p:bgPr>
        <a:solidFill>
          <a:srgbClr val="F2F2F2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p84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84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0" name="Google Shape;620;p84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84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84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7">
  <p:cSld name="CUSTOM_2_17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5" name="Google Shape;625;p8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7" name="Google Shape;627;p8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8" name="Google Shape;628;p8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8">
  <p:cSld name="CUSTOM_2_18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1" name="Google Shape;631;p8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3" name="Google Shape;633;p8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4" name="Google Shape;634;p8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 1">
  <p:cSld name="CUSTOM_4_2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7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7" name="Google Shape;637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87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87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40" name="Google Shape;640;p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9">
  <p:cSld name="CUSTOM_2_19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43" name="Google Shape;643;p8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5" name="Google Shape;645;p8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6" name="Google Shape;646;p8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0">
  <p:cSld name="CUSTOM_2_20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49" name="Google Shape;649;p8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1" name="Google Shape;651;p8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2" name="Google Shape;652;p8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1">
  <p:cSld name="CUSTOM_2_21"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9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55" name="Google Shape;655;p9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7" name="Google Shape;657;p9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8" name="Google Shape;658;p9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2">
  <p:cSld name="CUSTOM_2_22"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9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61" name="Google Shape;661;p9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3" name="Google Shape;663;p9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4" name="Google Shape;664;p9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3">
  <p:cSld name="CUSTOM_2_23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67" name="Google Shape;667;p9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9" name="Google Shape;669;p9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0" name="Google Shape;670;p9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4">
  <p:cSld name="CUSTOM_2_24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73" name="Google Shape;673;p9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5" name="Google Shape;675;p9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6" name="Google Shape;676;p9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5">
  <p:cSld name="CUSTOM_2_25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79" name="Google Shape;679;p9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1" name="Google Shape;681;p9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2" name="Google Shape;682;p9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6">
  <p:cSld name="CUSTOM_2_26"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85" name="Google Shape;685;p9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7" name="Google Shape;687;p9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8" name="Google Shape;688;p9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7">
  <p:cSld name="CUSTOM_2_27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9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1" name="Google Shape;691;p9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3" name="Google Shape;693;p9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4" name="Google Shape;694;p9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8">
  <p:cSld name="CUSTOM_2_28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97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7" name="Google Shape;697;p97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9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9" name="Google Shape;699;p9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0" name="Google Shape;700;p9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9">
  <p:cSld name="CUSTOM_2_29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3" name="Google Shape;703;p9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5" name="Google Shape;705;p9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6" name="Google Shape;706;p9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0">
  <p:cSld name="CUSTOM_2_30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9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9" name="Google Shape;709;p9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1" name="Google Shape;711;p9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2" name="Google Shape;712;p9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1">
  <p:cSld name="CUSTOM_2_3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0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15" name="Google Shape;715;p10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1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7" name="Google Shape;717;p10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8" name="Google Shape;718;p10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2">
  <p:cSld name="CUSTOM_2_3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0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21" name="Google Shape;721;p10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p1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3" name="Google Shape;723;p10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4" name="Google Shape;724;p10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3">
  <p:cSld name="CUSTOM_2_33"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0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27" name="Google Shape;727;p10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1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9" name="Google Shape;729;p10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0" name="Google Shape;730;p10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4">
  <p:cSld name="CUSTOM_2_34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33" name="Google Shape;733;p10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10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5" name="Google Shape;735;p10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6" name="Google Shape;736;p10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5">
  <p:cSld name="CUSTOM_2_35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0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39" name="Google Shape;739;p10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p1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1" name="Google Shape;741;p10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2" name="Google Shape;742;p10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6">
  <p:cSld name="CUSTOM_2_36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45" name="Google Shape;745;p10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1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7" name="Google Shape;747;p10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8" name="Google Shape;748;p10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7">
  <p:cSld name="CUSTOM_2_37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51" name="Google Shape;751;p10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1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3" name="Google Shape;753;p10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4" name="Google Shape;754;p10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Slide 1-4 1">
  <p:cSld name="CUSTOM_11_1_1_3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07"/>
          <p:cNvSpPr/>
          <p:nvPr/>
        </p:nvSpPr>
        <p:spPr>
          <a:xfrm>
            <a:off x="953325" y="1857573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07"/>
          <p:cNvSpPr/>
          <p:nvPr/>
        </p:nvSpPr>
        <p:spPr>
          <a:xfrm>
            <a:off x="953325" y="2563250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07"/>
          <p:cNvSpPr/>
          <p:nvPr/>
        </p:nvSpPr>
        <p:spPr>
          <a:xfrm>
            <a:off x="953325" y="1136875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07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0" name="Google Shape;760;p107"/>
          <p:cNvSpPr/>
          <p:nvPr/>
        </p:nvSpPr>
        <p:spPr>
          <a:xfrm>
            <a:off x="802850" y="184255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1" name="Google Shape;761;p107"/>
          <p:cNvSpPr/>
          <p:nvPr/>
        </p:nvSpPr>
        <p:spPr>
          <a:xfrm>
            <a:off x="802850" y="2563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2" name="Google Shape;762;p1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3" name="Google Shape;763;p10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4" name="Google Shape;764;p10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5" name="Google Shape;765;p107"/>
          <p:cNvSpPr txBox="1"/>
          <p:nvPr>
            <p:ph idx="1" type="subTitle"/>
          </p:nvPr>
        </p:nvSpPr>
        <p:spPr>
          <a:xfrm>
            <a:off x="1354400" y="1129175"/>
            <a:ext cx="7116000" cy="552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6" name="Google Shape;766;p107"/>
          <p:cNvSpPr txBox="1"/>
          <p:nvPr>
            <p:ph idx="3" type="subTitle"/>
          </p:nvPr>
        </p:nvSpPr>
        <p:spPr>
          <a:xfrm>
            <a:off x="1354400" y="1857451"/>
            <a:ext cx="7116000" cy="552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7" name="Google Shape;767;p107"/>
          <p:cNvSpPr txBox="1"/>
          <p:nvPr>
            <p:ph idx="4" type="subTitle"/>
          </p:nvPr>
        </p:nvSpPr>
        <p:spPr>
          <a:xfrm>
            <a:off x="1354400" y="2578275"/>
            <a:ext cx="7116000" cy="537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8" name="Google Shape;768;p107"/>
          <p:cNvSpPr/>
          <p:nvPr/>
        </p:nvSpPr>
        <p:spPr>
          <a:xfrm>
            <a:off x="953325" y="3276200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07"/>
          <p:cNvSpPr/>
          <p:nvPr/>
        </p:nvSpPr>
        <p:spPr>
          <a:xfrm>
            <a:off x="802850" y="327621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70" name="Google Shape;770;p107"/>
          <p:cNvSpPr txBox="1"/>
          <p:nvPr>
            <p:ph idx="5" type="subTitle"/>
          </p:nvPr>
        </p:nvSpPr>
        <p:spPr>
          <a:xfrm>
            <a:off x="1354400" y="3291225"/>
            <a:ext cx="7116000" cy="537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">
  <p:cSld name="CUSTOM_6_2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08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3" name="Google Shape;773;p108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74" name="Google Shape;774;p108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5" name="Google Shape;775;p108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">
  <p:cSld name="CUSTOM_26_3">
    <p:bg>
      <p:bgPr>
        <a:solidFill>
          <a:srgbClr val="F2F2F2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09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 1">
  <p:cSld name="CUSTOM_26_4">
    <p:bg>
      <p:bgPr>
        <a:solidFill>
          <a:srgbClr val="F2F2F2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10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2">
  <p:cSld name="CUSTOM_6_3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11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2" name="Google Shape;782;p111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83" name="Google Shape;783;p111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111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8">
  <p:cSld name="CUSTOM_2_38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1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87" name="Google Shape;787;p11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p11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9" name="Google Shape;789;p11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>
  <p:cSld name="CUSTOM_4_1_1_2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13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13"/>
          <p:cNvSpPr txBox="1"/>
          <p:nvPr>
            <p:ph type="title"/>
          </p:nvPr>
        </p:nvSpPr>
        <p:spPr>
          <a:xfrm>
            <a:off x="3141250" y="1925250"/>
            <a:ext cx="5555100" cy="13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93" name="Google Shape;793;p113"/>
          <p:cNvSpPr/>
          <p:nvPr/>
        </p:nvSpPr>
        <p:spPr>
          <a:xfrm>
            <a:off x="958075" y="2087475"/>
            <a:ext cx="704970" cy="980288"/>
          </a:xfrm>
          <a:custGeom>
            <a:rect b="b" l="l" r="r" t="t"/>
            <a:pathLst>
              <a:path extrusionOk="0" fill="none" h="79682" w="57303">
                <a:moveTo>
                  <a:pt x="12677" y="79681"/>
                </a:moveTo>
                <a:lnTo>
                  <a:pt x="12677" y="79681"/>
                </a:lnTo>
                <a:lnTo>
                  <a:pt x="15652" y="75283"/>
                </a:lnTo>
                <a:lnTo>
                  <a:pt x="17980" y="71403"/>
                </a:lnTo>
                <a:lnTo>
                  <a:pt x="19920" y="67910"/>
                </a:lnTo>
                <a:lnTo>
                  <a:pt x="21343" y="64806"/>
                </a:lnTo>
                <a:lnTo>
                  <a:pt x="22378" y="62090"/>
                </a:lnTo>
                <a:lnTo>
                  <a:pt x="23025" y="59891"/>
                </a:lnTo>
                <a:lnTo>
                  <a:pt x="23413" y="58080"/>
                </a:lnTo>
                <a:lnTo>
                  <a:pt x="23542" y="56786"/>
                </a:lnTo>
                <a:lnTo>
                  <a:pt x="23542" y="56786"/>
                </a:lnTo>
                <a:lnTo>
                  <a:pt x="21084" y="56139"/>
                </a:lnTo>
                <a:lnTo>
                  <a:pt x="18627" y="55363"/>
                </a:lnTo>
                <a:lnTo>
                  <a:pt x="16428" y="54458"/>
                </a:lnTo>
                <a:lnTo>
                  <a:pt x="14229" y="53294"/>
                </a:lnTo>
                <a:lnTo>
                  <a:pt x="12159" y="52000"/>
                </a:lnTo>
                <a:lnTo>
                  <a:pt x="10219" y="50448"/>
                </a:lnTo>
                <a:lnTo>
                  <a:pt x="8408" y="48896"/>
                </a:lnTo>
                <a:lnTo>
                  <a:pt x="6726" y="47085"/>
                </a:lnTo>
                <a:lnTo>
                  <a:pt x="5304" y="45144"/>
                </a:lnTo>
                <a:lnTo>
                  <a:pt x="4010" y="43075"/>
                </a:lnTo>
                <a:lnTo>
                  <a:pt x="2846" y="40876"/>
                </a:lnTo>
                <a:lnTo>
                  <a:pt x="1811" y="38547"/>
                </a:lnTo>
                <a:lnTo>
                  <a:pt x="1035" y="36219"/>
                </a:lnTo>
                <a:lnTo>
                  <a:pt x="518" y="33761"/>
                </a:lnTo>
                <a:lnTo>
                  <a:pt x="129" y="31174"/>
                </a:lnTo>
                <a:lnTo>
                  <a:pt x="0" y="28587"/>
                </a:lnTo>
                <a:lnTo>
                  <a:pt x="0" y="28587"/>
                </a:lnTo>
                <a:lnTo>
                  <a:pt x="259" y="25742"/>
                </a:lnTo>
                <a:lnTo>
                  <a:pt x="647" y="22896"/>
                </a:lnTo>
                <a:lnTo>
                  <a:pt x="1294" y="20050"/>
                </a:lnTo>
                <a:lnTo>
                  <a:pt x="2328" y="17463"/>
                </a:lnTo>
                <a:lnTo>
                  <a:pt x="3493" y="15005"/>
                </a:lnTo>
                <a:lnTo>
                  <a:pt x="4915" y="12677"/>
                </a:lnTo>
                <a:lnTo>
                  <a:pt x="6597" y="10478"/>
                </a:lnTo>
                <a:lnTo>
                  <a:pt x="8408" y="8409"/>
                </a:lnTo>
                <a:lnTo>
                  <a:pt x="10478" y="6598"/>
                </a:lnTo>
                <a:lnTo>
                  <a:pt x="12677" y="4916"/>
                </a:lnTo>
                <a:lnTo>
                  <a:pt x="15005" y="3493"/>
                </a:lnTo>
                <a:lnTo>
                  <a:pt x="17592" y="2200"/>
                </a:lnTo>
                <a:lnTo>
                  <a:pt x="20179" y="1294"/>
                </a:lnTo>
                <a:lnTo>
                  <a:pt x="22895" y="647"/>
                </a:lnTo>
                <a:lnTo>
                  <a:pt x="25741" y="130"/>
                </a:lnTo>
                <a:lnTo>
                  <a:pt x="28716" y="1"/>
                </a:lnTo>
                <a:lnTo>
                  <a:pt x="28716" y="1"/>
                </a:lnTo>
                <a:lnTo>
                  <a:pt x="31562" y="130"/>
                </a:lnTo>
                <a:lnTo>
                  <a:pt x="34408" y="647"/>
                </a:lnTo>
                <a:lnTo>
                  <a:pt x="37124" y="1294"/>
                </a:lnTo>
                <a:lnTo>
                  <a:pt x="39840" y="2200"/>
                </a:lnTo>
                <a:lnTo>
                  <a:pt x="42298" y="3493"/>
                </a:lnTo>
                <a:lnTo>
                  <a:pt x="44626" y="4916"/>
                </a:lnTo>
                <a:lnTo>
                  <a:pt x="46825" y="6598"/>
                </a:lnTo>
                <a:lnTo>
                  <a:pt x="48895" y="8409"/>
                </a:lnTo>
                <a:lnTo>
                  <a:pt x="50706" y="10478"/>
                </a:lnTo>
                <a:lnTo>
                  <a:pt x="52388" y="12677"/>
                </a:lnTo>
                <a:lnTo>
                  <a:pt x="53810" y="15005"/>
                </a:lnTo>
                <a:lnTo>
                  <a:pt x="54975" y="17463"/>
                </a:lnTo>
                <a:lnTo>
                  <a:pt x="56009" y="20050"/>
                </a:lnTo>
                <a:lnTo>
                  <a:pt x="56656" y="22896"/>
                </a:lnTo>
                <a:lnTo>
                  <a:pt x="57174" y="25742"/>
                </a:lnTo>
                <a:lnTo>
                  <a:pt x="57303" y="28587"/>
                </a:lnTo>
                <a:lnTo>
                  <a:pt x="57303" y="28587"/>
                </a:lnTo>
                <a:lnTo>
                  <a:pt x="57174" y="31562"/>
                </a:lnTo>
                <a:lnTo>
                  <a:pt x="56915" y="34279"/>
                </a:lnTo>
                <a:lnTo>
                  <a:pt x="56398" y="37125"/>
                </a:lnTo>
                <a:lnTo>
                  <a:pt x="55751" y="39712"/>
                </a:lnTo>
                <a:lnTo>
                  <a:pt x="54845" y="42299"/>
                </a:lnTo>
                <a:lnTo>
                  <a:pt x="53940" y="44886"/>
                </a:lnTo>
                <a:lnTo>
                  <a:pt x="52776" y="47214"/>
                </a:lnTo>
                <a:lnTo>
                  <a:pt x="51611" y="49542"/>
                </a:lnTo>
                <a:lnTo>
                  <a:pt x="50189" y="51871"/>
                </a:lnTo>
                <a:lnTo>
                  <a:pt x="48766" y="54070"/>
                </a:lnTo>
                <a:lnTo>
                  <a:pt x="47214" y="56139"/>
                </a:lnTo>
                <a:lnTo>
                  <a:pt x="45532" y="58209"/>
                </a:lnTo>
                <a:lnTo>
                  <a:pt x="43850" y="60020"/>
                </a:lnTo>
                <a:lnTo>
                  <a:pt x="42039" y="61960"/>
                </a:lnTo>
                <a:lnTo>
                  <a:pt x="40229" y="63642"/>
                </a:lnTo>
                <a:lnTo>
                  <a:pt x="38288" y="65323"/>
                </a:lnTo>
                <a:lnTo>
                  <a:pt x="36477" y="66876"/>
                </a:lnTo>
                <a:lnTo>
                  <a:pt x="34537" y="68428"/>
                </a:lnTo>
                <a:lnTo>
                  <a:pt x="30786" y="71144"/>
                </a:lnTo>
                <a:lnTo>
                  <a:pt x="27035" y="73472"/>
                </a:lnTo>
                <a:lnTo>
                  <a:pt x="23413" y="75413"/>
                </a:lnTo>
                <a:lnTo>
                  <a:pt x="20050" y="77094"/>
                </a:lnTo>
                <a:lnTo>
                  <a:pt x="17204" y="78388"/>
                </a:lnTo>
                <a:lnTo>
                  <a:pt x="14617" y="79164"/>
                </a:lnTo>
                <a:lnTo>
                  <a:pt x="12677" y="79681"/>
                </a:lnTo>
                <a:lnTo>
                  <a:pt x="12677" y="79681"/>
                </a:lnTo>
                <a:close/>
              </a:path>
            </a:pathLst>
          </a:custGeom>
          <a:noFill/>
          <a:ln cap="rnd" cmpd="sng" w="51750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13"/>
          <p:cNvSpPr/>
          <p:nvPr/>
        </p:nvSpPr>
        <p:spPr>
          <a:xfrm>
            <a:off x="1728183" y="2087475"/>
            <a:ext cx="703383" cy="980288"/>
          </a:xfrm>
          <a:custGeom>
            <a:rect b="b" l="l" r="r" t="t"/>
            <a:pathLst>
              <a:path extrusionOk="0" fill="none" h="79682" w="57174">
                <a:moveTo>
                  <a:pt x="12548" y="79681"/>
                </a:moveTo>
                <a:lnTo>
                  <a:pt x="12548" y="79681"/>
                </a:lnTo>
                <a:lnTo>
                  <a:pt x="15523" y="75283"/>
                </a:lnTo>
                <a:lnTo>
                  <a:pt x="17980" y="71403"/>
                </a:lnTo>
                <a:lnTo>
                  <a:pt x="19791" y="67910"/>
                </a:lnTo>
                <a:lnTo>
                  <a:pt x="21214" y="64806"/>
                </a:lnTo>
                <a:lnTo>
                  <a:pt x="22249" y="62090"/>
                </a:lnTo>
                <a:lnTo>
                  <a:pt x="22896" y="59891"/>
                </a:lnTo>
                <a:lnTo>
                  <a:pt x="23284" y="58080"/>
                </a:lnTo>
                <a:lnTo>
                  <a:pt x="23413" y="56786"/>
                </a:lnTo>
                <a:lnTo>
                  <a:pt x="23413" y="56786"/>
                </a:lnTo>
                <a:lnTo>
                  <a:pt x="20955" y="56139"/>
                </a:lnTo>
                <a:lnTo>
                  <a:pt x="18498" y="55363"/>
                </a:lnTo>
                <a:lnTo>
                  <a:pt x="16299" y="54458"/>
                </a:lnTo>
                <a:lnTo>
                  <a:pt x="14100" y="53294"/>
                </a:lnTo>
                <a:lnTo>
                  <a:pt x="12030" y="52000"/>
                </a:lnTo>
                <a:lnTo>
                  <a:pt x="10090" y="50448"/>
                </a:lnTo>
                <a:lnTo>
                  <a:pt x="8279" y="48896"/>
                </a:lnTo>
                <a:lnTo>
                  <a:pt x="6727" y="47085"/>
                </a:lnTo>
                <a:lnTo>
                  <a:pt x="5174" y="45144"/>
                </a:lnTo>
                <a:lnTo>
                  <a:pt x="3881" y="43075"/>
                </a:lnTo>
                <a:lnTo>
                  <a:pt x="2717" y="40876"/>
                </a:lnTo>
                <a:lnTo>
                  <a:pt x="1811" y="38547"/>
                </a:lnTo>
                <a:lnTo>
                  <a:pt x="1035" y="36219"/>
                </a:lnTo>
                <a:lnTo>
                  <a:pt x="388" y="33761"/>
                </a:lnTo>
                <a:lnTo>
                  <a:pt x="130" y="31174"/>
                </a:lnTo>
                <a:lnTo>
                  <a:pt x="0" y="28587"/>
                </a:lnTo>
                <a:lnTo>
                  <a:pt x="0" y="28587"/>
                </a:lnTo>
                <a:lnTo>
                  <a:pt x="130" y="25742"/>
                </a:lnTo>
                <a:lnTo>
                  <a:pt x="518" y="22896"/>
                </a:lnTo>
                <a:lnTo>
                  <a:pt x="1294" y="20050"/>
                </a:lnTo>
                <a:lnTo>
                  <a:pt x="2199" y="17463"/>
                </a:lnTo>
                <a:lnTo>
                  <a:pt x="3364" y="15005"/>
                </a:lnTo>
                <a:lnTo>
                  <a:pt x="4786" y="12677"/>
                </a:lnTo>
                <a:lnTo>
                  <a:pt x="6468" y="10478"/>
                </a:lnTo>
                <a:lnTo>
                  <a:pt x="8279" y="8409"/>
                </a:lnTo>
                <a:lnTo>
                  <a:pt x="10349" y="6598"/>
                </a:lnTo>
                <a:lnTo>
                  <a:pt x="12548" y="4916"/>
                </a:lnTo>
                <a:lnTo>
                  <a:pt x="14876" y="3493"/>
                </a:lnTo>
                <a:lnTo>
                  <a:pt x="17463" y="2200"/>
                </a:lnTo>
                <a:lnTo>
                  <a:pt x="20050" y="1294"/>
                </a:lnTo>
                <a:lnTo>
                  <a:pt x="22766" y="647"/>
                </a:lnTo>
                <a:lnTo>
                  <a:pt x="25612" y="130"/>
                </a:lnTo>
                <a:lnTo>
                  <a:pt x="28587" y="1"/>
                </a:lnTo>
                <a:lnTo>
                  <a:pt x="28587" y="1"/>
                </a:lnTo>
                <a:lnTo>
                  <a:pt x="31433" y="130"/>
                </a:lnTo>
                <a:lnTo>
                  <a:pt x="34279" y="647"/>
                </a:lnTo>
                <a:lnTo>
                  <a:pt x="37124" y="1294"/>
                </a:lnTo>
                <a:lnTo>
                  <a:pt x="39711" y="2200"/>
                </a:lnTo>
                <a:lnTo>
                  <a:pt x="42169" y="3493"/>
                </a:lnTo>
                <a:lnTo>
                  <a:pt x="44627" y="4916"/>
                </a:lnTo>
                <a:lnTo>
                  <a:pt x="46826" y="6598"/>
                </a:lnTo>
                <a:lnTo>
                  <a:pt x="48766" y="8409"/>
                </a:lnTo>
                <a:lnTo>
                  <a:pt x="50706" y="10478"/>
                </a:lnTo>
                <a:lnTo>
                  <a:pt x="52259" y="12677"/>
                </a:lnTo>
                <a:lnTo>
                  <a:pt x="53681" y="15005"/>
                </a:lnTo>
                <a:lnTo>
                  <a:pt x="54975" y="17463"/>
                </a:lnTo>
                <a:lnTo>
                  <a:pt x="55880" y="20050"/>
                </a:lnTo>
                <a:lnTo>
                  <a:pt x="56657" y="22896"/>
                </a:lnTo>
                <a:lnTo>
                  <a:pt x="57045" y="25742"/>
                </a:lnTo>
                <a:lnTo>
                  <a:pt x="57174" y="28587"/>
                </a:lnTo>
                <a:lnTo>
                  <a:pt x="57174" y="28587"/>
                </a:lnTo>
                <a:lnTo>
                  <a:pt x="57045" y="31562"/>
                </a:lnTo>
                <a:lnTo>
                  <a:pt x="56786" y="34279"/>
                </a:lnTo>
                <a:lnTo>
                  <a:pt x="56268" y="37125"/>
                </a:lnTo>
                <a:lnTo>
                  <a:pt x="55622" y="39712"/>
                </a:lnTo>
                <a:lnTo>
                  <a:pt x="54846" y="42299"/>
                </a:lnTo>
                <a:lnTo>
                  <a:pt x="53811" y="44886"/>
                </a:lnTo>
                <a:lnTo>
                  <a:pt x="52776" y="47214"/>
                </a:lnTo>
                <a:lnTo>
                  <a:pt x="51482" y="49542"/>
                </a:lnTo>
                <a:lnTo>
                  <a:pt x="50060" y="51871"/>
                </a:lnTo>
                <a:lnTo>
                  <a:pt x="48637" y="54070"/>
                </a:lnTo>
                <a:lnTo>
                  <a:pt x="47084" y="56139"/>
                </a:lnTo>
                <a:lnTo>
                  <a:pt x="45403" y="58209"/>
                </a:lnTo>
                <a:lnTo>
                  <a:pt x="43721" y="60020"/>
                </a:lnTo>
                <a:lnTo>
                  <a:pt x="41910" y="61960"/>
                </a:lnTo>
                <a:lnTo>
                  <a:pt x="40099" y="63642"/>
                </a:lnTo>
                <a:lnTo>
                  <a:pt x="38289" y="65323"/>
                </a:lnTo>
                <a:lnTo>
                  <a:pt x="36348" y="66876"/>
                </a:lnTo>
                <a:lnTo>
                  <a:pt x="34408" y="68428"/>
                </a:lnTo>
                <a:lnTo>
                  <a:pt x="30657" y="71144"/>
                </a:lnTo>
                <a:lnTo>
                  <a:pt x="26906" y="73472"/>
                </a:lnTo>
                <a:lnTo>
                  <a:pt x="23284" y="75413"/>
                </a:lnTo>
                <a:lnTo>
                  <a:pt x="20050" y="77094"/>
                </a:lnTo>
                <a:lnTo>
                  <a:pt x="17075" y="78388"/>
                </a:lnTo>
                <a:lnTo>
                  <a:pt x="14488" y="79164"/>
                </a:lnTo>
                <a:lnTo>
                  <a:pt x="12548" y="79681"/>
                </a:lnTo>
                <a:lnTo>
                  <a:pt x="12548" y="79681"/>
                </a:lnTo>
                <a:close/>
              </a:path>
            </a:pathLst>
          </a:custGeom>
          <a:noFill/>
          <a:ln cap="rnd" cmpd="sng" w="51750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13"/>
          <p:cNvSpPr txBox="1"/>
          <p:nvPr>
            <p:ph idx="1" type="subTitle"/>
          </p:nvPr>
        </p:nvSpPr>
        <p:spPr>
          <a:xfrm>
            <a:off x="722800" y="3899125"/>
            <a:ext cx="1944000" cy="42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796" name="Google Shape;796;p113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07" Type="http://schemas.openxmlformats.org/officeDocument/2006/relationships/slideLayout" Target="../slideLayouts/slideLayout107.xml"/><Relationship Id="rId106" Type="http://schemas.openxmlformats.org/officeDocument/2006/relationships/slideLayout" Target="../slideLayouts/slideLayout106.xml"/><Relationship Id="rId105" Type="http://schemas.openxmlformats.org/officeDocument/2006/relationships/slideLayout" Target="../slideLayouts/slideLayout105.xml"/><Relationship Id="rId104" Type="http://schemas.openxmlformats.org/officeDocument/2006/relationships/slideLayout" Target="../slideLayouts/slideLayout104.xml"/><Relationship Id="rId109" Type="http://schemas.openxmlformats.org/officeDocument/2006/relationships/slideLayout" Target="../slideLayouts/slideLayout109.xml"/><Relationship Id="rId108" Type="http://schemas.openxmlformats.org/officeDocument/2006/relationships/slideLayout" Target="../slideLayouts/slideLayout108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103" Type="http://schemas.openxmlformats.org/officeDocument/2006/relationships/slideLayout" Target="../slideLayouts/slideLayout103.xml"/><Relationship Id="rId102" Type="http://schemas.openxmlformats.org/officeDocument/2006/relationships/slideLayout" Target="../slideLayouts/slideLayout102.xml"/><Relationship Id="rId101" Type="http://schemas.openxmlformats.org/officeDocument/2006/relationships/slideLayout" Target="../slideLayouts/slideLayout101.xml"/><Relationship Id="rId100" Type="http://schemas.openxmlformats.org/officeDocument/2006/relationships/slideLayout" Target="../slideLayouts/slideLayout100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95" Type="http://schemas.openxmlformats.org/officeDocument/2006/relationships/slideLayout" Target="../slideLayouts/slideLayout95.xml"/><Relationship Id="rId94" Type="http://schemas.openxmlformats.org/officeDocument/2006/relationships/slideLayout" Target="../slideLayouts/slideLayout94.xml"/><Relationship Id="rId97" Type="http://schemas.openxmlformats.org/officeDocument/2006/relationships/slideLayout" Target="../slideLayouts/slideLayout97.xml"/><Relationship Id="rId9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1.xml"/><Relationship Id="rId99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.xml"/><Relationship Id="rId9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91" Type="http://schemas.openxmlformats.org/officeDocument/2006/relationships/slideLayout" Target="../slideLayouts/slideLayout91.xml"/><Relationship Id="rId90" Type="http://schemas.openxmlformats.org/officeDocument/2006/relationships/slideLayout" Target="../slideLayouts/slideLayout90.xml"/><Relationship Id="rId93" Type="http://schemas.openxmlformats.org/officeDocument/2006/relationships/slideLayout" Target="../slideLayouts/slideLayout93.xml"/><Relationship Id="rId92" Type="http://schemas.openxmlformats.org/officeDocument/2006/relationships/slideLayout" Target="../slideLayouts/slideLayout92.xml"/><Relationship Id="rId15" Type="http://schemas.openxmlformats.org/officeDocument/2006/relationships/slideLayout" Target="../slideLayouts/slideLayout15.xml"/><Relationship Id="rId110" Type="http://schemas.openxmlformats.org/officeDocument/2006/relationships/slideLayout" Target="../slideLayouts/slideLayout110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13" Type="http://schemas.openxmlformats.org/officeDocument/2006/relationships/theme" Target="../theme/theme1.xml"/><Relationship Id="rId112" Type="http://schemas.openxmlformats.org/officeDocument/2006/relationships/slideLayout" Target="../slideLayouts/slideLayout112.xml"/><Relationship Id="rId111" Type="http://schemas.openxmlformats.org/officeDocument/2006/relationships/slideLayout" Target="../slideLayouts/slideLayout111.xml"/><Relationship Id="rId84" Type="http://schemas.openxmlformats.org/officeDocument/2006/relationships/slideLayout" Target="../slideLayouts/slideLayout84.xml"/><Relationship Id="rId83" Type="http://schemas.openxmlformats.org/officeDocument/2006/relationships/slideLayout" Target="../slideLayouts/slideLayout83.xml"/><Relationship Id="rId86" Type="http://schemas.openxmlformats.org/officeDocument/2006/relationships/slideLayout" Target="../slideLayouts/slideLayout86.xml"/><Relationship Id="rId85" Type="http://schemas.openxmlformats.org/officeDocument/2006/relationships/slideLayout" Target="../slideLayouts/slideLayout85.xml"/><Relationship Id="rId88" Type="http://schemas.openxmlformats.org/officeDocument/2006/relationships/slideLayout" Target="../slideLayouts/slideLayout88.xml"/><Relationship Id="rId87" Type="http://schemas.openxmlformats.org/officeDocument/2006/relationships/slideLayout" Target="../slideLayouts/slideLayout87.xml"/><Relationship Id="rId89" Type="http://schemas.openxmlformats.org/officeDocument/2006/relationships/slideLayout" Target="../slideLayouts/slideLayout89.xml"/><Relationship Id="rId80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75" Type="http://schemas.openxmlformats.org/officeDocument/2006/relationships/slideLayout" Target="../slideLayouts/slideLayout75.xml"/><Relationship Id="rId74" Type="http://schemas.openxmlformats.org/officeDocument/2006/relationships/slideLayout" Target="../slideLayouts/slideLayout74.xml"/><Relationship Id="rId77" Type="http://schemas.openxmlformats.org/officeDocument/2006/relationships/slideLayout" Target="../slideLayouts/slideLayout77.xml"/><Relationship Id="rId76" Type="http://schemas.openxmlformats.org/officeDocument/2006/relationships/slideLayout" Target="../slideLayouts/slideLayout76.xml"/><Relationship Id="rId79" Type="http://schemas.openxmlformats.org/officeDocument/2006/relationships/slideLayout" Target="../slideLayouts/slideLayout79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8" Type="http://schemas.openxmlformats.org/officeDocument/2006/relationships/slideLayout" Target="../slideLayouts/slideLayout68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69" Type="http://schemas.openxmlformats.org/officeDocument/2006/relationships/slideLayout" Target="../slideLayouts/slideLayout6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  <p:sldLayoutId id="2147483738" r:id="rId91"/>
    <p:sldLayoutId id="2147483739" r:id="rId92"/>
    <p:sldLayoutId id="2147483740" r:id="rId93"/>
    <p:sldLayoutId id="2147483741" r:id="rId94"/>
    <p:sldLayoutId id="2147483742" r:id="rId95"/>
    <p:sldLayoutId id="2147483743" r:id="rId96"/>
    <p:sldLayoutId id="2147483744" r:id="rId97"/>
    <p:sldLayoutId id="2147483745" r:id="rId98"/>
    <p:sldLayoutId id="2147483746" r:id="rId99"/>
    <p:sldLayoutId id="2147483747" r:id="rId100"/>
    <p:sldLayoutId id="2147483748" r:id="rId101"/>
    <p:sldLayoutId id="2147483749" r:id="rId102"/>
    <p:sldLayoutId id="2147483750" r:id="rId103"/>
    <p:sldLayoutId id="2147483751" r:id="rId104"/>
    <p:sldLayoutId id="2147483752" r:id="rId105"/>
    <p:sldLayoutId id="2147483753" r:id="rId106"/>
    <p:sldLayoutId id="2147483754" r:id="rId107"/>
    <p:sldLayoutId id="2147483755" r:id="rId108"/>
    <p:sldLayoutId id="2147483756" r:id="rId109"/>
    <p:sldLayoutId id="2147483757" r:id="rId110"/>
    <p:sldLayoutId id="2147483758" r:id="rId111"/>
    <p:sldLayoutId id="2147483759" r:id="rId1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40.png"/><Relationship Id="rId5" Type="http://schemas.openxmlformats.org/officeDocument/2006/relationships/hyperlink" Target="https://commons.wikimedia.org/wiki/File:Berkas_Log_Windows.pn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14"/>
          <p:cNvSpPr txBox="1"/>
          <p:nvPr>
            <p:ph type="title"/>
          </p:nvPr>
        </p:nvSpPr>
        <p:spPr>
          <a:xfrm>
            <a:off x="4570475" y="1804650"/>
            <a:ext cx="45579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Hardening your Linux Server's System Settings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14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</a:t>
            </a:r>
            <a:endParaRPr/>
          </a:p>
        </p:txBody>
      </p:sp>
      <p:sp>
        <p:nvSpPr>
          <p:cNvPr id="803" name="Google Shape;803;p114"/>
          <p:cNvSpPr txBox="1"/>
          <p:nvPr>
            <p:ph idx="2" type="subTitle"/>
          </p:nvPr>
        </p:nvSpPr>
        <p:spPr>
          <a:xfrm>
            <a:off x="4570700" y="376540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10.2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16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</a:t>
            </a:r>
            <a:endParaRPr/>
          </a:p>
        </p:txBody>
      </p:sp>
      <p:sp>
        <p:nvSpPr>
          <p:cNvPr id="813" name="Google Shape;813;p116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Today’s lesson will cover: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4" name="Google Shape;814;p116"/>
          <p:cNvGrpSpPr/>
          <p:nvPr/>
        </p:nvGrpSpPr>
        <p:grpSpPr>
          <a:xfrm>
            <a:off x="162900" y="173561"/>
            <a:ext cx="588600" cy="567300"/>
            <a:chOff x="914400" y="200161"/>
            <a:chExt cx="588600" cy="567300"/>
          </a:xfrm>
        </p:grpSpPr>
        <p:sp>
          <p:nvSpPr>
            <p:cNvPr id="815" name="Google Shape;815;p116"/>
            <p:cNvSpPr/>
            <p:nvPr/>
          </p:nvSpPr>
          <p:spPr>
            <a:xfrm>
              <a:off x="914400" y="200161"/>
              <a:ext cx="588600" cy="567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16" name="Google Shape;816;p1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0251" y="235363"/>
              <a:ext cx="496875" cy="496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17" name="Google Shape;817;p116"/>
          <p:cNvCxnSpPr/>
          <p:nvPr/>
        </p:nvCxnSpPr>
        <p:spPr>
          <a:xfrm>
            <a:off x="9750" y="968825"/>
            <a:ext cx="7291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818" name="Google Shape;818;p116"/>
          <p:cNvGrpSpPr/>
          <p:nvPr/>
        </p:nvGrpSpPr>
        <p:grpSpPr>
          <a:xfrm>
            <a:off x="314850" y="2065671"/>
            <a:ext cx="8133300" cy="448425"/>
            <a:chOff x="314850" y="1770875"/>
            <a:chExt cx="8133300" cy="448425"/>
          </a:xfrm>
        </p:grpSpPr>
        <p:sp>
          <p:nvSpPr>
            <p:cNvPr id="819" name="Google Shape;819;p116"/>
            <p:cNvSpPr/>
            <p:nvPr/>
          </p:nvSpPr>
          <p:spPr>
            <a:xfrm>
              <a:off x="391050" y="1779575"/>
              <a:ext cx="8057100" cy="419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0" name="Google Shape;820;p116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1" name="Google Shape;821;p116"/>
            <p:cNvSpPr txBox="1"/>
            <p:nvPr/>
          </p:nvSpPr>
          <p:spPr>
            <a:xfrm>
              <a:off x="817950" y="1800200"/>
              <a:ext cx="7630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Project work.</a:t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22" name="Google Shape;822;p116"/>
          <p:cNvGrpSpPr/>
          <p:nvPr/>
        </p:nvGrpSpPr>
        <p:grpSpPr>
          <a:xfrm>
            <a:off x="314850" y="1445433"/>
            <a:ext cx="8133300" cy="448425"/>
            <a:chOff x="314850" y="1770875"/>
            <a:chExt cx="8133300" cy="448425"/>
          </a:xfrm>
        </p:grpSpPr>
        <p:sp>
          <p:nvSpPr>
            <p:cNvPr id="823" name="Google Shape;823;p116"/>
            <p:cNvSpPr/>
            <p:nvPr/>
          </p:nvSpPr>
          <p:spPr>
            <a:xfrm>
              <a:off x="391050" y="1779575"/>
              <a:ext cx="8057100" cy="419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4" name="Google Shape;824;p116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5" name="Google Shape;825;p116"/>
            <p:cNvSpPr txBox="1"/>
            <p:nvPr/>
          </p:nvSpPr>
          <p:spPr>
            <a:xfrm>
              <a:off x="817950" y="1800200"/>
              <a:ext cx="7630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A brief overview of project tasks for Day 2.</a:t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17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 Day 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Project Overview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1" name="Google Shape;831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7525" y="1744050"/>
            <a:ext cx="902675" cy="88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6" name="Google Shape;836;p118"/>
          <p:cNvPicPr preferRelativeResize="0"/>
          <p:nvPr/>
        </p:nvPicPr>
        <p:blipFill rotWithShape="1">
          <a:blip r:embed="rId3">
            <a:alphaModFix/>
          </a:blip>
          <a:srcRect b="16921" l="8490" r="6518" t="16668"/>
          <a:stretch/>
        </p:blipFill>
        <p:spPr>
          <a:xfrm>
            <a:off x="4339900" y="2057175"/>
            <a:ext cx="4804101" cy="2865026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118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2 Tasks</a:t>
            </a:r>
            <a:endParaRPr/>
          </a:p>
        </p:txBody>
      </p:sp>
      <p:sp>
        <p:nvSpPr>
          <p:cNvPr id="838" name="Google Shape;838;p118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you will be working on today:</a:t>
            </a:r>
            <a:endParaRPr/>
          </a:p>
        </p:txBody>
      </p:sp>
      <p:sp>
        <p:nvSpPr>
          <p:cNvPr id="839" name="Google Shape;839;p118"/>
          <p:cNvSpPr txBox="1"/>
          <p:nvPr>
            <p:ph idx="3" type="body"/>
          </p:nvPr>
        </p:nvSpPr>
        <p:spPr>
          <a:xfrm>
            <a:off x="324075" y="1215900"/>
            <a:ext cx="5029200" cy="2140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Auditing and securing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SSH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Reviewing and updating system packages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Disabling unnecessary services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Enabling and configuring logging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4" name="Google Shape;844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3975" y="2125825"/>
            <a:ext cx="4380027" cy="3017674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11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Day 2 Tasks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46" name="Google Shape;846;p11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Auditing and securing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SSH</a:t>
            </a:r>
            <a:endParaRPr/>
          </a:p>
        </p:txBody>
      </p:sp>
      <p:sp>
        <p:nvSpPr>
          <p:cNvPr id="847" name="Google Shape;847;p119"/>
          <p:cNvSpPr txBox="1"/>
          <p:nvPr>
            <p:ph idx="2" type="body"/>
          </p:nvPr>
        </p:nvSpPr>
        <p:spPr>
          <a:xfrm>
            <a:off x="410925" y="1879650"/>
            <a:ext cx="4114800" cy="2152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SSH</a:t>
            </a:r>
            <a:r>
              <a:rPr b="1" lang="en"/>
              <a:t> </a:t>
            </a:r>
            <a:r>
              <a:rPr lang="en"/>
              <a:t>is a common method attackers use to breach linux servers.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harden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SSH</a:t>
            </a:r>
            <a:r>
              <a:rPr lang="en"/>
              <a:t> with strict controls.</a:t>
            </a:r>
            <a:endParaRPr/>
          </a:p>
        </p:txBody>
      </p:sp>
      <p:pic>
        <p:nvPicPr>
          <p:cNvPr id="848" name="Google Shape;848;p1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050" y="251776"/>
            <a:ext cx="473575" cy="4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3" name="Google Shape;853;p120"/>
          <p:cNvPicPr preferRelativeResize="0"/>
          <p:nvPr/>
        </p:nvPicPr>
        <p:blipFill rotWithShape="1">
          <a:blip r:embed="rId3">
            <a:alphaModFix/>
          </a:blip>
          <a:srcRect b="10241" l="0" r="7295" t="0"/>
          <a:stretch/>
        </p:blipFill>
        <p:spPr>
          <a:xfrm>
            <a:off x="4759875" y="2098718"/>
            <a:ext cx="4114801" cy="2744808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12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Day 2 Tasks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55" name="Google Shape;855;p120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Reviewing and updating system packages</a:t>
            </a:r>
            <a:endParaRPr/>
          </a:p>
        </p:txBody>
      </p:sp>
      <p:sp>
        <p:nvSpPr>
          <p:cNvPr id="856" name="Google Shape;856;p120"/>
          <p:cNvSpPr txBox="1"/>
          <p:nvPr>
            <p:ph idx="2" type="body"/>
          </p:nvPr>
        </p:nvSpPr>
        <p:spPr>
          <a:xfrm>
            <a:off x="457200" y="1671575"/>
            <a:ext cx="4114800" cy="2152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 you will be reviewing and updating The Baker Street Corporation (BSC)’s</a:t>
            </a:r>
            <a:r>
              <a:rPr lang="en" sz="1600"/>
              <a:t> </a:t>
            </a:r>
            <a:r>
              <a:rPr lang="en"/>
              <a:t>sys</a:t>
            </a:r>
            <a:r>
              <a:rPr lang="en"/>
              <a:t>tem packages.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Having the latest version of packages minimizes security risks.</a:t>
            </a:r>
            <a:endParaRPr/>
          </a:p>
        </p:txBody>
      </p:sp>
      <p:pic>
        <p:nvPicPr>
          <p:cNvPr id="857" name="Google Shape;857;p1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050" y="251776"/>
            <a:ext cx="473575" cy="4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121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Day 2 Tasks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63" name="Google Shape;863;p12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Disabling unnecessary services</a:t>
            </a:r>
            <a:endParaRPr/>
          </a:p>
        </p:txBody>
      </p:sp>
      <p:sp>
        <p:nvSpPr>
          <p:cNvPr id="864" name="Google Shape;864;p121"/>
          <p:cNvSpPr txBox="1"/>
          <p:nvPr>
            <p:ph idx="2" type="body"/>
          </p:nvPr>
        </p:nvSpPr>
        <p:spPr>
          <a:xfrm>
            <a:off x="4648200" y="1828800"/>
            <a:ext cx="4114800" cy="2152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Having unnecessary services running on a server increases the attack surface.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review and disable any of BSC’s unnecessary services. </a:t>
            </a:r>
            <a:endParaRPr/>
          </a:p>
        </p:txBody>
      </p:sp>
      <p:pic>
        <p:nvPicPr>
          <p:cNvPr id="865" name="Google Shape;865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050" y="251776"/>
            <a:ext cx="473575" cy="4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1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775" y="1470300"/>
            <a:ext cx="3884452" cy="2676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22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Day 2 Tasks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72" name="Google Shape;872;p12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Enabling and configuring logging</a:t>
            </a:r>
            <a:endParaRPr/>
          </a:p>
        </p:txBody>
      </p:sp>
      <p:sp>
        <p:nvSpPr>
          <p:cNvPr id="873" name="Google Shape;873;p122"/>
          <p:cNvSpPr txBox="1"/>
          <p:nvPr>
            <p:ph idx="2" type="body"/>
          </p:nvPr>
        </p:nvSpPr>
        <p:spPr>
          <a:xfrm>
            <a:off x="4648200" y="1371600"/>
            <a:ext cx="4114800" cy="2152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Logging</a:t>
            </a:r>
            <a:r>
              <a:rPr lang="en"/>
              <a:t> is a crucial part of the hardening process that can help identify: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Suspicious</a:t>
            </a:r>
            <a:r>
              <a:rPr lang="en"/>
              <a:t> network activity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Unauthorized access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anomalous activity</a:t>
            </a:r>
            <a:endParaRPr/>
          </a:p>
        </p:txBody>
      </p:sp>
      <p:pic>
        <p:nvPicPr>
          <p:cNvPr id="874" name="Google Shape;874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050" y="251776"/>
            <a:ext cx="473575" cy="4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122"/>
          <p:cNvPicPr preferRelativeResize="0"/>
          <p:nvPr/>
        </p:nvPicPr>
        <p:blipFill rotWithShape="1">
          <a:blip r:embed="rId4">
            <a:alphaModFix/>
          </a:blip>
          <a:srcRect b="0" l="18704" r="26635" t="12165"/>
          <a:stretch/>
        </p:blipFill>
        <p:spPr>
          <a:xfrm>
            <a:off x="522238" y="1371600"/>
            <a:ext cx="3527525" cy="3535324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122"/>
          <p:cNvSpPr txBox="1"/>
          <p:nvPr>
            <p:ph idx="2" type="body"/>
          </p:nvPr>
        </p:nvSpPr>
        <p:spPr>
          <a:xfrm>
            <a:off x="522250" y="4828175"/>
            <a:ext cx="3527400" cy="170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sng">
                <a:solidFill>
                  <a:schemeClr val="hlink"/>
                </a:solidFill>
                <a:hlinkClick r:id="rId5"/>
              </a:rPr>
              <a:t>Image attribution</a:t>
            </a:r>
            <a:endParaRPr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24"/>
          <p:cNvSpPr txBox="1"/>
          <p:nvPr>
            <p:ph idx="1" type="subTitle"/>
          </p:nvPr>
        </p:nvSpPr>
        <p:spPr>
          <a:xfrm>
            <a:off x="0" y="4568875"/>
            <a:ext cx="92523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Remainder of class</a:t>
            </a:r>
            <a:endParaRPr/>
          </a:p>
        </p:txBody>
      </p:sp>
      <p:sp>
        <p:nvSpPr>
          <p:cNvPr id="886" name="Google Shape;886;p124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Hardening your Linux server</a:t>
            </a:r>
            <a:endParaRPr/>
          </a:p>
        </p:txBody>
      </p:sp>
      <p:sp>
        <p:nvSpPr>
          <p:cNvPr id="887" name="Google Shape;887;p124"/>
          <p:cNvSpPr txBox="1"/>
          <p:nvPr>
            <p:ph idx="3" type="body"/>
          </p:nvPr>
        </p:nvSpPr>
        <p:spPr>
          <a:xfrm>
            <a:off x="477725" y="1371600"/>
            <a:ext cx="7772400" cy="2742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r>
              <a:rPr lang="en"/>
              <a:t>or the remainder of today's class, you will work on completing Day 2 </a:t>
            </a:r>
            <a:br>
              <a:rPr lang="en"/>
            </a:br>
            <a:r>
              <a:rPr lang="en"/>
              <a:t>project tasks.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While you are responsible for completing your own project you can ask classmates, the TA, or the instructor to assist if you have any questions.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Remember </a:t>
            </a:r>
            <a:r>
              <a:rPr lang="en"/>
              <a:t>to complete the checklist document as you progress through the activities.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27"/>
          <p:cNvSpPr txBox="1"/>
          <p:nvPr>
            <p:ph idx="1" type="subTitle"/>
          </p:nvPr>
        </p:nvSpPr>
        <p:spPr>
          <a:xfrm>
            <a:off x="41700" y="3746925"/>
            <a:ext cx="9102300" cy="900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Day 3: Scripting your Linux a</a:t>
            </a:r>
            <a:r>
              <a:rPr lang="en" sz="2200"/>
              <a:t>uditing</a:t>
            </a:r>
            <a:r>
              <a:rPr lang="en" sz="2200"/>
              <a:t> and hardening tasks</a:t>
            </a:r>
            <a:endParaRPr b="1" baseline="-25000"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