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1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y="5143500" cx="9144000"/>
  <p:notesSz cx="6858000" cy="9144000"/>
  <p:embeddedFontLst>
    <p:embeddedFont>
      <p:font typeface="Roboto Black"/>
      <p:bold r:id="rId74"/>
      <p:boldItalic r:id="rId75"/>
    </p:embeddedFont>
    <p:embeddedFont>
      <p:font typeface="Roboto"/>
      <p:regular r:id="rId76"/>
      <p:bold r:id="rId77"/>
      <p:italic r:id="rId78"/>
      <p:boldItalic r:id="rId79"/>
    </p:embeddedFont>
    <p:embeddedFont>
      <p:font typeface="Roboto Medium"/>
      <p:regular r:id="rId80"/>
      <p:bold r:id="rId81"/>
      <p:italic r:id="rId82"/>
      <p:boldItalic r:id="rId83"/>
    </p:embeddedFont>
    <p:embeddedFont>
      <p:font typeface="Inconsolata"/>
      <p:regular r:id="rId84"/>
      <p:bold r:id="rId85"/>
    </p:embeddedFont>
    <p:embeddedFont>
      <p:font typeface="Roboto Light"/>
      <p:regular r:id="rId86"/>
      <p:bold r:id="rId87"/>
      <p:italic r:id="rId88"/>
      <p:boldItalic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867A8E-E71E-494E-9835-486FC9F86B5E}">
  <a:tblStyle styleId="{08867A8E-E71E-494E-9835-486FC9F86B5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41E28EF-51EA-436D-BA30-885846EFE8BC}"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font" Target="fonts/Inconsolata-regular.fntdata"/><Relationship Id="rId83" Type="http://schemas.openxmlformats.org/officeDocument/2006/relationships/font" Target="fonts/RobotoMedium-boldItalic.fntdata"/><Relationship Id="rId86" Type="http://schemas.openxmlformats.org/officeDocument/2006/relationships/font" Target="fonts/RobotoLight-regular.fntdata"/><Relationship Id="rId85" Type="http://schemas.openxmlformats.org/officeDocument/2006/relationships/font" Target="fonts/Inconsolata-bold.fntdata"/><Relationship Id="rId88" Type="http://schemas.openxmlformats.org/officeDocument/2006/relationships/font" Target="fonts/RobotoLight-italic.fntdata"/><Relationship Id="rId87" Type="http://schemas.openxmlformats.org/officeDocument/2006/relationships/font" Target="fonts/RobotoLight-bold.fntdata"/><Relationship Id="rId89" Type="http://schemas.openxmlformats.org/officeDocument/2006/relationships/font" Target="fonts/RobotoLight-boldItalic.fntdata"/><Relationship Id="rId80" Type="http://schemas.openxmlformats.org/officeDocument/2006/relationships/font" Target="fonts/RobotoMedium-regular.fntdata"/><Relationship Id="rId82" Type="http://schemas.openxmlformats.org/officeDocument/2006/relationships/font" Target="fonts/RobotoMedium-italic.fntdata"/><Relationship Id="rId81" Type="http://schemas.openxmlformats.org/officeDocument/2006/relationships/font" Target="fonts/RobotoMediu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font" Target="fonts/RobotoBlack-boldItalic.fntdata"/><Relationship Id="rId74" Type="http://schemas.openxmlformats.org/officeDocument/2006/relationships/font" Target="fonts/RobotoBlack-bold.fntdata"/><Relationship Id="rId77" Type="http://schemas.openxmlformats.org/officeDocument/2006/relationships/font" Target="fonts/Roboto-bold.fntdata"/><Relationship Id="rId76" Type="http://schemas.openxmlformats.org/officeDocument/2006/relationships/font" Target="fonts/Roboto-regular.fntdata"/><Relationship Id="rId79" Type="http://schemas.openxmlformats.org/officeDocument/2006/relationships/font" Target="fonts/Roboto-boldItalic.fntdata"/><Relationship Id="rId78" Type="http://schemas.openxmlformats.org/officeDocument/2006/relationships/font" Target="fonts/Roboto-italic.fntdata"/><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2fb925c7b0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2fb925c7b0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30a878d6c8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30a878d6c8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114eb23f5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3114eb23f5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114eb23f59_0_1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3114eb23f59_0_1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3114eb23f59_0_2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3114eb23f59_0_2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Shutterstock_792833623 </a:t>
            </a:r>
            <a:r>
              <a:rPr lang="en"/>
              <a:t>shutterstock_693068344 shutterstock_693068344.png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3114eb23f59_0_3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3114eb23f59_0_3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3114eb23f59_0_5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3114eb23f59_0_5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114eb23f59_0_5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4" name="Google Shape;1324;g3114eb23f59_0_5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3114eb23f59_0_6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1" name="Google Shape;1331;g3114eb23f59_0_6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shutterstock_650430397</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114eb23f59_0_8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3114eb23f59_0_8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114eb23f59_0_10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3114eb23f59_0_10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3114eb23f59_0_9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9" name="Google Shape;1349;g3114eb23f59_0_9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3114eb23f59_0_10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3114eb23f59_0_10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3114eb23f59_0_10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6" name="Google Shape;1366;g3114eb23f59_0_10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3114eb23f59_0_10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1" name="Google Shape;1371;g3114eb23f59_0_10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3114eb23f59_0_10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3114eb23f59_0_10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3114eb23f59_0_11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3114eb23f59_0_11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3114eb23f59_0_11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3114eb23f59_0_11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3114eb23f59_0_11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g3114eb23f59_0_11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3114eb23f59_0_11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3114eb23f59_0_11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shutterstock_1208815192</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3114eb23f59_0_12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2" name="Google Shape;1422;g3114eb23f59_0_12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3114eb23f59_0_13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7" name="Google Shape;1427;g3114eb23f59_0_13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Avatar AdobeStock_229758328</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3114eb23f59_0_15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3114eb23f59_0_15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0a3240009e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30a3240009e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30a3240009e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30a3240009e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30a3240009e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30a3240009e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30a3240009e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30a3240009e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3114eb23f59_0_15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3114eb23f59_0_15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AdobeStock_143498286_Splunk</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3114eb23f59_0_16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8" name="Google Shape;1518;g3114eb23f59_0_16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shutterstock_669170791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3114eb23f59_0_17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3114eb23f59_0_17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3114eb23f59_0_18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2" name="Google Shape;1532;g3114eb23f59_0_18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g3114eb23f59_0_19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2" name="Google Shape;1542;g3114eb23f59_0_19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g30a8c704c1c_0_27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0" name="Google Shape;1550;g30a8c704c1c_0_27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30a8c704c1c_0_27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8" name="Google Shape;1558;g30a8c704c1c_0_27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0" name="Shape 1560"/>
        <p:cNvGrpSpPr/>
        <p:nvPr/>
      </p:nvGrpSpPr>
      <p:grpSpPr>
        <a:xfrm>
          <a:off x="0" y="0"/>
          <a:ext cx="0" cy="0"/>
          <a:chOff x="0" y="0"/>
          <a:chExt cx="0" cy="0"/>
        </a:xfrm>
      </p:grpSpPr>
      <p:sp>
        <p:nvSpPr>
          <p:cNvPr id="1561" name="Google Shape;1561;g30a8c704c1c_0_27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2" name="Google Shape;1562;g30a8c704c1c_0_27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g3114eb23f59_0_20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6" name="Google Shape;1566;g3114eb23f59_0_20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g30b45a0dcde_0_13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0" name="Google Shape;1570;g30b45a0dcde_0_13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g3114eb23f59_0_20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6" name="Google Shape;1576;g3114eb23f59_0_20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g310876f4cb0_1_1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8" name="Google Shape;1588;g310876f4cb0_1_1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g3114eb23f59_0_22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3" name="Google Shape;1593;g3114eb23f59_0_22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g3114eb23f59_0_22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1" name="Google Shape;1611;g3114eb23f59_0_22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g3114eb23f59_0_23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8" name="Google Shape;1628;g3114eb23f59_0_23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30b45a0dcde_0_16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30b45a0dcde_0_16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30b45a0dcde_0_16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6" name="Google Shape;1646;g30b45a0dcde_0_16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3114eb23f59_0_24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0" name="Google Shape;1650;g3114eb23f59_0_24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3114eb23f59_0_24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2" name="Google Shape;1682;g3114eb23f59_0_24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AdobeStock_266184570_three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30b45a0dcde_0_16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30b45a0dcde_0_16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6" name="Shape 1696"/>
        <p:cNvGrpSpPr/>
        <p:nvPr/>
      </p:nvGrpSpPr>
      <p:grpSpPr>
        <a:xfrm>
          <a:off x="0" y="0"/>
          <a:ext cx="0" cy="0"/>
          <a:chOff x="0" y="0"/>
          <a:chExt cx="0" cy="0"/>
        </a:xfrm>
      </p:grpSpPr>
      <p:sp>
        <p:nvSpPr>
          <p:cNvPr id="1697" name="Google Shape;1697;g30b45a0dcde_0_16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8" name="Google Shape;1698;g30b45a0dcde_0_16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g3114eb23f59_0_25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4" name="Google Shape;1704;g3114eb23f59_0_256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g3114eb23f59_0_25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0" name="Google Shape;1720;g3114eb23f59_0_256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3114eb23f59_0_25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8" name="Google Shape;1738;g3114eb23f59_0_25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shutterstock_2064711338</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3191d27afa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4" name="Google Shape;1744;g3191d27afaf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g3114eb23f59_0_25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2" name="Google Shape;1762;g3114eb23f59_0_25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3114eb23f59_0_25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7" name="Google Shape;1767;g3114eb23f59_0_25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shutterstock_1703997142_presentation</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3114eb23f59_0_25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5" name="Google Shape;1775;g3114eb23f59_0_256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0" name="Shape 1800"/>
        <p:cNvGrpSpPr/>
        <p:nvPr/>
      </p:nvGrpSpPr>
      <p:grpSpPr>
        <a:xfrm>
          <a:off x="0" y="0"/>
          <a:ext cx="0" cy="0"/>
          <a:chOff x="0" y="0"/>
          <a:chExt cx="0" cy="0"/>
        </a:xfrm>
      </p:grpSpPr>
      <p:sp>
        <p:nvSpPr>
          <p:cNvPr id="1801" name="Google Shape;1801;g3114eb23f59_0_26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2" name="Google Shape;1802;g3114eb23f59_0_26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310876f4cb0_1_19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6" name="Google Shape;1806;g310876f4cb0_1_19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g3114eb23f59_0_26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2" name="Google Shape;1812;g3114eb23f59_0_268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g3114eb23f59_0_26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4" name="Google Shape;1834;g3114eb23f59_0_268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3114eb23f59_0_26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5" name="Google Shape;1855;g3114eb23f59_0_269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g3114eb23f59_0_26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9" name="Google Shape;1869;g3114eb23f59_0_269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g3114eb23f59_0_26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6" name="Google Shape;1876;g3114eb23f59_0_269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9" name="Shape 1889"/>
        <p:cNvGrpSpPr/>
        <p:nvPr/>
      </p:nvGrpSpPr>
      <p:grpSpPr>
        <a:xfrm>
          <a:off x="0" y="0"/>
          <a:ext cx="0" cy="0"/>
          <a:chOff x="0" y="0"/>
          <a:chExt cx="0" cy="0"/>
        </a:xfrm>
      </p:grpSpPr>
      <p:sp>
        <p:nvSpPr>
          <p:cNvPr id="1890" name="Google Shape;1890;g3114eb23f59_0_26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1" name="Google Shape;1891;g3114eb23f59_0_269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9" name="Shape 1909"/>
        <p:cNvGrpSpPr/>
        <p:nvPr/>
      </p:nvGrpSpPr>
      <p:grpSpPr>
        <a:xfrm>
          <a:off x="0" y="0"/>
          <a:ext cx="0" cy="0"/>
          <a:chOff x="0" y="0"/>
          <a:chExt cx="0" cy="0"/>
        </a:xfrm>
      </p:grpSpPr>
      <p:sp>
        <p:nvSpPr>
          <p:cNvPr id="1910" name="Google Shape;1910;g310876f4cb0_1_20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1" name="Google Shape;1911;g310876f4cb0_1_20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3" name="Shape 1913"/>
        <p:cNvGrpSpPr/>
        <p:nvPr/>
      </p:nvGrpSpPr>
      <p:grpSpPr>
        <a:xfrm>
          <a:off x="0" y="0"/>
          <a:ext cx="0" cy="0"/>
          <a:chOff x="0" y="0"/>
          <a:chExt cx="0" cy="0"/>
        </a:xfrm>
      </p:grpSpPr>
      <p:sp>
        <p:nvSpPr>
          <p:cNvPr id="1914" name="Google Shape;1914;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5" name="Google Shape;1915;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7.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7.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7.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5" name="Google Shape;345;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6" name="Shape 346"/>
        <p:cNvGrpSpPr/>
        <p:nvPr/>
      </p:nvGrpSpPr>
      <p:grpSpPr>
        <a:xfrm>
          <a:off x="0" y="0"/>
          <a:ext cx="0" cy="0"/>
          <a:chOff x="0" y="0"/>
          <a:chExt cx="0" cy="0"/>
        </a:xfrm>
      </p:grpSpPr>
      <p:sp>
        <p:nvSpPr>
          <p:cNvPr id="347" name="Google Shape;347;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48" name="Shape 348"/>
        <p:cNvGrpSpPr/>
        <p:nvPr/>
      </p:nvGrpSpPr>
      <p:grpSpPr>
        <a:xfrm>
          <a:off x="0" y="0"/>
          <a:ext cx="0" cy="0"/>
          <a:chOff x="0" y="0"/>
          <a:chExt cx="0" cy="0"/>
        </a:xfrm>
      </p:grpSpPr>
      <p:sp>
        <p:nvSpPr>
          <p:cNvPr id="349" name="Google Shape;349;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0" name="Google Shape;350;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1" name="Google Shape;351;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2" name="Google Shape;352;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3" name="Google Shape;353;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4" name="Google Shape;354;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5" name="Google Shape;355;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6" name="Shape 356"/>
        <p:cNvGrpSpPr/>
        <p:nvPr/>
      </p:nvGrpSpPr>
      <p:grpSpPr>
        <a:xfrm>
          <a:off x="0" y="0"/>
          <a:ext cx="0" cy="0"/>
          <a:chOff x="0" y="0"/>
          <a:chExt cx="0" cy="0"/>
        </a:xfrm>
      </p:grpSpPr>
      <p:sp>
        <p:nvSpPr>
          <p:cNvPr id="357" name="Google Shape;357;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8" name="Google Shape;358;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9" name="Google Shape;359;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0" name="Google Shape;360;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1" name="Google Shape;361;p53"/>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2" name="Google Shape;362;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3" name="Google Shape;363;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4" name="Shape 364"/>
        <p:cNvGrpSpPr/>
        <p:nvPr/>
      </p:nvGrpSpPr>
      <p:grpSpPr>
        <a:xfrm>
          <a:off x="0" y="0"/>
          <a:ext cx="0" cy="0"/>
          <a:chOff x="0" y="0"/>
          <a:chExt cx="0" cy="0"/>
        </a:xfrm>
      </p:grpSpPr>
      <p:sp>
        <p:nvSpPr>
          <p:cNvPr id="365" name="Google Shape;365;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6" name="Google Shape;366;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7" name="Google Shape;367;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68" name="Google Shape;368;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69" name="Shape 369"/>
        <p:cNvGrpSpPr/>
        <p:nvPr/>
      </p:nvGrpSpPr>
      <p:grpSpPr>
        <a:xfrm>
          <a:off x="0" y="0"/>
          <a:ext cx="0" cy="0"/>
          <a:chOff x="0" y="0"/>
          <a:chExt cx="0" cy="0"/>
        </a:xfrm>
      </p:grpSpPr>
      <p:sp>
        <p:nvSpPr>
          <p:cNvPr id="370" name="Google Shape;370;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2" name="Google Shape;372;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3" name="Google Shape;373;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5" name="Google Shape;375;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6" name="Google Shape;376;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8" name="Google Shape;378;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79" name="Google Shape;379;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80" name="Google Shape;380;p55"/>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1" name="Google Shape;381;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2" name="Google Shape;382;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3" name="Shape 383"/>
        <p:cNvGrpSpPr/>
        <p:nvPr/>
      </p:nvGrpSpPr>
      <p:grpSpPr>
        <a:xfrm>
          <a:off x="0" y="0"/>
          <a:ext cx="0" cy="0"/>
          <a:chOff x="0" y="0"/>
          <a:chExt cx="0" cy="0"/>
        </a:xfrm>
      </p:grpSpPr>
      <p:sp>
        <p:nvSpPr>
          <p:cNvPr id="384" name="Google Shape;384;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5" name="Google Shape;385;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6" name="Google Shape;386;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7" name="Google Shape;387;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388" name="Shape 388"/>
        <p:cNvGrpSpPr/>
        <p:nvPr/>
      </p:nvGrpSpPr>
      <p:grpSpPr>
        <a:xfrm>
          <a:off x="0" y="0"/>
          <a:ext cx="0" cy="0"/>
          <a:chOff x="0" y="0"/>
          <a:chExt cx="0" cy="0"/>
        </a:xfrm>
      </p:grpSpPr>
      <p:sp>
        <p:nvSpPr>
          <p:cNvPr id="389" name="Google Shape;389;p57"/>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57"/>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1" name="Google Shape;391;p57"/>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92" name="Google Shape;392;p57"/>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57"/>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4" name="Google Shape;394;p57"/>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95" name="Google Shape;395;p57"/>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7"/>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7" name="Google Shape;397;p57"/>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398" name="Google Shape;398;p57"/>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399" name="Google Shape;399;p57"/>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400" name="Google Shape;400;p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1" name="Google Shape;401;p5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402" name="Shape 402"/>
        <p:cNvGrpSpPr/>
        <p:nvPr/>
      </p:nvGrpSpPr>
      <p:grpSpPr>
        <a:xfrm>
          <a:off x="0" y="0"/>
          <a:ext cx="0" cy="0"/>
          <a:chOff x="0" y="0"/>
          <a:chExt cx="0" cy="0"/>
        </a:xfrm>
      </p:grpSpPr>
      <p:cxnSp>
        <p:nvCxnSpPr>
          <p:cNvPr id="403" name="Google Shape;403;p5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404" name="Google Shape;404;p58"/>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8"/>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8"/>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8"/>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8"/>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8"/>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410" name="Google Shape;410;p58"/>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411" name="Google Shape;411;p58"/>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412" name="Google Shape;412;p58"/>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413" name="Google Shape;413;p58"/>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414" name="Google Shape;414;p58"/>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5" name="Google Shape;415;p58"/>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6" name="Google Shape;416;p58"/>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7" name="Google Shape;417;p58"/>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8" name="Google Shape;418;p58"/>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9" name="Google Shape;419;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20" name="Google Shape;420;p58"/>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58"/>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58"/>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3" name="Google Shape;423;p58"/>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424" name="Shape 424"/>
        <p:cNvGrpSpPr/>
        <p:nvPr/>
      </p:nvGrpSpPr>
      <p:grpSpPr>
        <a:xfrm>
          <a:off x="0" y="0"/>
          <a:ext cx="0" cy="0"/>
          <a:chOff x="0" y="0"/>
          <a:chExt cx="0" cy="0"/>
        </a:xfrm>
      </p:grpSpPr>
      <p:pic>
        <p:nvPicPr>
          <p:cNvPr id="425" name="Google Shape;425;p5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426" name="Google Shape;426;p59"/>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rtl="0" algn="ctr">
              <a:spcBef>
                <a:spcPts val="0"/>
              </a:spcBef>
              <a:spcAft>
                <a:spcPts val="0"/>
              </a:spcAft>
              <a:buNone/>
              <a:defRPr sz="3600">
                <a:latin typeface="Roboto Medium"/>
                <a:ea typeface="Roboto Medium"/>
                <a:cs typeface="Roboto Medium"/>
                <a:sym typeface="Roboto Medium"/>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427" name="Google Shape;427;p5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28" name="Google Shape;428;p59"/>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429" name="Shape 429"/>
        <p:cNvGrpSpPr/>
        <p:nvPr/>
      </p:nvGrpSpPr>
      <p:grpSpPr>
        <a:xfrm>
          <a:off x="0" y="0"/>
          <a:ext cx="0" cy="0"/>
          <a:chOff x="0" y="0"/>
          <a:chExt cx="0" cy="0"/>
        </a:xfrm>
      </p:grpSpPr>
      <p:sp>
        <p:nvSpPr>
          <p:cNvPr id="430" name="Google Shape;430;p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31" name="Google Shape;431;p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32" name="Google Shape;432;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33" name="Google Shape;433;p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435" name="Shape 435"/>
        <p:cNvGrpSpPr/>
        <p:nvPr/>
      </p:nvGrpSpPr>
      <p:grpSpPr>
        <a:xfrm>
          <a:off x="0" y="0"/>
          <a:ext cx="0" cy="0"/>
          <a:chOff x="0" y="0"/>
          <a:chExt cx="0" cy="0"/>
        </a:xfrm>
      </p:grpSpPr>
      <p:sp>
        <p:nvSpPr>
          <p:cNvPr id="436" name="Google Shape;436;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37" name="Google Shape;437;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438" name="Google Shape;438;p6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439" name="Google Shape;439;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440" name="Google Shape;440;p6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441" name="Google Shape;441;p61"/>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43" name="Google Shape;443;p61"/>
          <p:cNvGrpSpPr/>
          <p:nvPr/>
        </p:nvGrpSpPr>
        <p:grpSpPr>
          <a:xfrm>
            <a:off x="457181" y="1345103"/>
            <a:ext cx="533372" cy="533480"/>
            <a:chOff x="457200" y="1378813"/>
            <a:chExt cx="695400" cy="695450"/>
          </a:xfrm>
        </p:grpSpPr>
        <p:sp>
          <p:nvSpPr>
            <p:cNvPr id="444" name="Google Shape;444;p61"/>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445" name="Google Shape;445;p61"/>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 name="Google Shape;446;p61"/>
          <p:cNvGrpSpPr/>
          <p:nvPr/>
        </p:nvGrpSpPr>
        <p:grpSpPr>
          <a:xfrm>
            <a:off x="3228956" y="1345103"/>
            <a:ext cx="533372" cy="533480"/>
            <a:chOff x="457200" y="1378813"/>
            <a:chExt cx="695400" cy="695450"/>
          </a:xfrm>
        </p:grpSpPr>
        <p:sp>
          <p:nvSpPr>
            <p:cNvPr id="447" name="Google Shape;447;p61"/>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448" name="Google Shape;448;p61"/>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49" name="Google Shape;449;p61"/>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51" name="Google Shape;451;p61"/>
          <p:cNvGrpSpPr/>
          <p:nvPr/>
        </p:nvGrpSpPr>
        <p:grpSpPr>
          <a:xfrm>
            <a:off x="6134081" y="1345853"/>
            <a:ext cx="533372" cy="533480"/>
            <a:chOff x="457200" y="1378813"/>
            <a:chExt cx="695400" cy="695450"/>
          </a:xfrm>
        </p:grpSpPr>
        <p:sp>
          <p:nvSpPr>
            <p:cNvPr id="452" name="Google Shape;452;p61"/>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453" name="Google Shape;453;p61"/>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4" name="Google Shape;454;p61"/>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456" name="Google Shape;456;p61"/>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57" name="Shape 457"/>
        <p:cNvGrpSpPr/>
        <p:nvPr/>
      </p:nvGrpSpPr>
      <p:grpSpPr>
        <a:xfrm>
          <a:off x="0" y="0"/>
          <a:ext cx="0" cy="0"/>
          <a:chOff x="0" y="0"/>
          <a:chExt cx="0" cy="0"/>
        </a:xfrm>
      </p:grpSpPr>
      <p:sp>
        <p:nvSpPr>
          <p:cNvPr id="458" name="Google Shape;458;p62"/>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59" name="Google Shape;459;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60" name="Google Shape;460;p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1" name="Google Shape;461;p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462" name="Shape 462"/>
        <p:cNvGrpSpPr/>
        <p:nvPr/>
      </p:nvGrpSpPr>
      <p:grpSpPr>
        <a:xfrm>
          <a:off x="0" y="0"/>
          <a:ext cx="0" cy="0"/>
          <a:chOff x="0" y="0"/>
          <a:chExt cx="0" cy="0"/>
        </a:xfrm>
      </p:grpSpPr>
      <p:sp>
        <p:nvSpPr>
          <p:cNvPr id="463" name="Google Shape;463;p63"/>
          <p:cNvSpPr/>
          <p:nvPr>
            <p:ph idx="2" type="pic"/>
          </p:nvPr>
        </p:nvSpPr>
        <p:spPr>
          <a:xfrm>
            <a:off x="5923375" y="150"/>
            <a:ext cx="3220500" cy="5143500"/>
          </a:xfrm>
          <a:prstGeom prst="rect">
            <a:avLst/>
          </a:prstGeom>
          <a:noFill/>
          <a:ln>
            <a:noFill/>
          </a:ln>
        </p:spPr>
      </p:sp>
      <p:sp>
        <p:nvSpPr>
          <p:cNvPr id="464" name="Google Shape;464;p6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5" name="Google Shape;465;p6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6" name="Google Shape;466;p63"/>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467" name="Shape 467"/>
        <p:cNvGrpSpPr/>
        <p:nvPr/>
      </p:nvGrpSpPr>
      <p:grpSpPr>
        <a:xfrm>
          <a:off x="0" y="0"/>
          <a:ext cx="0" cy="0"/>
          <a:chOff x="0" y="0"/>
          <a:chExt cx="0" cy="0"/>
        </a:xfrm>
      </p:grpSpPr>
      <p:sp>
        <p:nvSpPr>
          <p:cNvPr id="468" name="Google Shape;468;p6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9" name="Google Shape;469;p6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70" name="Google Shape;470;p6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71" name="Google Shape;471;p6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472" name="Shape 472"/>
        <p:cNvGrpSpPr/>
        <p:nvPr/>
      </p:nvGrpSpPr>
      <p:grpSpPr>
        <a:xfrm>
          <a:off x="0" y="0"/>
          <a:ext cx="0" cy="0"/>
          <a:chOff x="0" y="0"/>
          <a:chExt cx="0" cy="0"/>
        </a:xfrm>
      </p:grpSpPr>
      <p:sp>
        <p:nvSpPr>
          <p:cNvPr id="473" name="Google Shape;473;p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4" name="Google Shape;474;p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75" name="Google Shape;475;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76" name="Google Shape;476;p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7" name="Google Shape;477;p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478" name="Shape 478"/>
        <p:cNvGrpSpPr/>
        <p:nvPr/>
      </p:nvGrpSpPr>
      <p:grpSpPr>
        <a:xfrm>
          <a:off x="0" y="0"/>
          <a:ext cx="0" cy="0"/>
          <a:chOff x="0" y="0"/>
          <a:chExt cx="0" cy="0"/>
        </a:xfrm>
      </p:grpSpPr>
      <p:sp>
        <p:nvSpPr>
          <p:cNvPr id="479" name="Google Shape;479;p6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80" name="Google Shape;480;p6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1" name="Google Shape;481;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2" name="Google Shape;482;p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484" name="Shape 484"/>
        <p:cNvGrpSpPr/>
        <p:nvPr/>
      </p:nvGrpSpPr>
      <p:grpSpPr>
        <a:xfrm>
          <a:off x="0" y="0"/>
          <a:ext cx="0" cy="0"/>
          <a:chOff x="0" y="0"/>
          <a:chExt cx="0" cy="0"/>
        </a:xfrm>
      </p:grpSpPr>
      <p:grpSp>
        <p:nvGrpSpPr>
          <p:cNvPr id="485" name="Google Shape;485;p67"/>
          <p:cNvGrpSpPr/>
          <p:nvPr/>
        </p:nvGrpSpPr>
        <p:grpSpPr>
          <a:xfrm>
            <a:off x="511772" y="1190428"/>
            <a:ext cx="533372" cy="533480"/>
            <a:chOff x="457200" y="1378813"/>
            <a:chExt cx="695400" cy="695450"/>
          </a:xfrm>
        </p:grpSpPr>
        <p:sp>
          <p:nvSpPr>
            <p:cNvPr id="486" name="Google Shape;486;p6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000" u="none" cap="none" strike="noStrike">
                  <a:solidFill>
                    <a:schemeClr val="lt1"/>
                  </a:solidFill>
                  <a:latin typeface="Roboto"/>
                  <a:ea typeface="Roboto"/>
                  <a:cs typeface="Roboto"/>
                  <a:sym typeface="Roboto"/>
                </a:rPr>
                <a:t>01</a:t>
              </a:r>
              <a:endParaRPr b="1" i="0" sz="2000" u="none" cap="none" strike="noStrike">
                <a:solidFill>
                  <a:schemeClr val="lt1"/>
                </a:solidFill>
                <a:latin typeface="Roboto"/>
                <a:ea typeface="Roboto"/>
                <a:cs typeface="Roboto"/>
                <a:sym typeface="Roboto"/>
              </a:endParaRPr>
            </a:p>
          </p:txBody>
        </p:sp>
        <p:sp>
          <p:nvSpPr>
            <p:cNvPr id="487" name="Google Shape;487;p6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300" u="none" cap="none" strike="noStrike">
                <a:solidFill>
                  <a:schemeClr val="lt1"/>
                </a:solidFill>
              </a:endParaRPr>
            </a:p>
          </p:txBody>
        </p:sp>
      </p:grpSp>
      <p:grpSp>
        <p:nvGrpSpPr>
          <p:cNvPr id="488" name="Google Shape;488;p67"/>
          <p:cNvGrpSpPr/>
          <p:nvPr/>
        </p:nvGrpSpPr>
        <p:grpSpPr>
          <a:xfrm>
            <a:off x="3283547" y="1190428"/>
            <a:ext cx="533372" cy="533480"/>
            <a:chOff x="457200" y="1378813"/>
            <a:chExt cx="695400" cy="695450"/>
          </a:xfrm>
        </p:grpSpPr>
        <p:sp>
          <p:nvSpPr>
            <p:cNvPr id="489" name="Google Shape;489;p6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000" u="none" cap="none" strike="noStrike">
                  <a:solidFill>
                    <a:schemeClr val="dk2"/>
                  </a:solidFill>
                  <a:latin typeface="Roboto"/>
                  <a:ea typeface="Roboto"/>
                  <a:cs typeface="Roboto"/>
                  <a:sym typeface="Roboto"/>
                </a:rPr>
                <a:t>02</a:t>
              </a:r>
              <a:endParaRPr b="1" i="0" sz="2000" u="none" cap="none" strike="noStrike">
                <a:solidFill>
                  <a:schemeClr val="dk2"/>
                </a:solidFill>
                <a:latin typeface="Roboto"/>
                <a:ea typeface="Roboto"/>
                <a:cs typeface="Roboto"/>
                <a:sym typeface="Roboto"/>
              </a:endParaRPr>
            </a:p>
          </p:txBody>
        </p:sp>
        <p:sp>
          <p:nvSpPr>
            <p:cNvPr id="490" name="Google Shape;490;p6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300" u="none" cap="none" strike="noStrike">
                <a:solidFill>
                  <a:schemeClr val="dk2"/>
                </a:solidFill>
              </a:endParaRPr>
            </a:p>
          </p:txBody>
        </p:sp>
      </p:grpSp>
      <p:grpSp>
        <p:nvGrpSpPr>
          <p:cNvPr id="491" name="Google Shape;491;p67"/>
          <p:cNvGrpSpPr/>
          <p:nvPr/>
        </p:nvGrpSpPr>
        <p:grpSpPr>
          <a:xfrm>
            <a:off x="6188672" y="1191178"/>
            <a:ext cx="533372" cy="533480"/>
            <a:chOff x="457200" y="1378813"/>
            <a:chExt cx="695400" cy="695450"/>
          </a:xfrm>
        </p:grpSpPr>
        <p:sp>
          <p:nvSpPr>
            <p:cNvPr id="492" name="Google Shape;492;p6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000" u="none" cap="none" strike="noStrike">
                  <a:solidFill>
                    <a:schemeClr val="accent5"/>
                  </a:solidFill>
                  <a:latin typeface="Roboto"/>
                  <a:ea typeface="Roboto"/>
                  <a:cs typeface="Roboto"/>
                  <a:sym typeface="Roboto"/>
                </a:rPr>
                <a:t>03</a:t>
              </a:r>
              <a:endParaRPr b="1" i="0" sz="2000" u="none" cap="none" strike="noStrike">
                <a:solidFill>
                  <a:schemeClr val="accent5"/>
                </a:solidFill>
                <a:latin typeface="Roboto"/>
                <a:ea typeface="Roboto"/>
                <a:cs typeface="Roboto"/>
                <a:sym typeface="Roboto"/>
              </a:endParaRPr>
            </a:p>
          </p:txBody>
        </p:sp>
        <p:sp>
          <p:nvSpPr>
            <p:cNvPr id="493" name="Google Shape;493;p6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300" u="none" cap="none" strike="noStrike">
                <a:solidFill>
                  <a:schemeClr val="accent5"/>
                </a:solidFill>
              </a:endParaRPr>
            </a:p>
          </p:txBody>
        </p:sp>
      </p:grpSp>
      <p:sp>
        <p:nvSpPr>
          <p:cNvPr id="494" name="Google Shape;494;p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5" name="Google Shape;495;p6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6" name="Google Shape;496;p67"/>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67"/>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67"/>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499" name="Shape 499"/>
        <p:cNvGrpSpPr/>
        <p:nvPr/>
      </p:nvGrpSpPr>
      <p:grpSpPr>
        <a:xfrm>
          <a:off x="0" y="0"/>
          <a:ext cx="0" cy="0"/>
          <a:chOff x="0" y="0"/>
          <a:chExt cx="0" cy="0"/>
        </a:xfrm>
      </p:grpSpPr>
      <p:sp>
        <p:nvSpPr>
          <p:cNvPr id="500" name="Google Shape;500;p6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1" name="Google Shape;501;p6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502" name="Google Shape;502;p6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503" name="Google Shape;503;p6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504" name="Google Shape;504;p6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505" name="Google Shape;505;p6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6" name="Google Shape;506;p68"/>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507" name="Shape 507"/>
        <p:cNvGrpSpPr/>
        <p:nvPr/>
      </p:nvGrpSpPr>
      <p:grpSpPr>
        <a:xfrm>
          <a:off x="0" y="0"/>
          <a:ext cx="0" cy="0"/>
          <a:chOff x="0" y="0"/>
          <a:chExt cx="0" cy="0"/>
        </a:xfrm>
      </p:grpSpPr>
      <p:sp>
        <p:nvSpPr>
          <p:cNvPr id="508" name="Google Shape;508;p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09" name="Google Shape;509;p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0" name="Google Shape;510;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1" name="Google Shape;511;p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2" name="Google Shape;512;p6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513" name="Shape 513"/>
        <p:cNvGrpSpPr/>
        <p:nvPr/>
      </p:nvGrpSpPr>
      <p:grpSpPr>
        <a:xfrm>
          <a:off x="0" y="0"/>
          <a:ext cx="0" cy="0"/>
          <a:chOff x="0" y="0"/>
          <a:chExt cx="0" cy="0"/>
        </a:xfrm>
      </p:grpSpPr>
      <p:sp>
        <p:nvSpPr>
          <p:cNvPr id="514" name="Google Shape;514;p7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5" name="Google Shape;515;p7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6" name="Google Shape;516;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7" name="Google Shape;517;p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8" name="Google Shape;518;p7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519" name="Shape 519"/>
        <p:cNvGrpSpPr/>
        <p:nvPr/>
      </p:nvGrpSpPr>
      <p:grpSpPr>
        <a:xfrm>
          <a:off x="0" y="0"/>
          <a:ext cx="0" cy="0"/>
          <a:chOff x="0" y="0"/>
          <a:chExt cx="0" cy="0"/>
        </a:xfrm>
      </p:grpSpPr>
      <p:sp>
        <p:nvSpPr>
          <p:cNvPr id="520" name="Google Shape;520;p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1" name="Google Shape;521;p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2" name="Google Shape;522;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3" name="Google Shape;523;p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4" name="Google Shape;524;p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525" name="Shape 525"/>
        <p:cNvGrpSpPr/>
        <p:nvPr/>
      </p:nvGrpSpPr>
      <p:grpSpPr>
        <a:xfrm>
          <a:off x="0" y="0"/>
          <a:ext cx="0" cy="0"/>
          <a:chOff x="0" y="0"/>
          <a:chExt cx="0" cy="0"/>
        </a:xfrm>
      </p:grpSpPr>
      <p:sp>
        <p:nvSpPr>
          <p:cNvPr id="526" name="Google Shape;526;p7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7" name="Google Shape;527;p7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8" name="Google Shape;528;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9" name="Google Shape;529;p7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0" name="Google Shape;530;p7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531" name="Shape 531"/>
        <p:cNvGrpSpPr/>
        <p:nvPr/>
      </p:nvGrpSpPr>
      <p:grpSpPr>
        <a:xfrm>
          <a:off x="0" y="0"/>
          <a:ext cx="0" cy="0"/>
          <a:chOff x="0" y="0"/>
          <a:chExt cx="0" cy="0"/>
        </a:xfrm>
      </p:grpSpPr>
      <p:sp>
        <p:nvSpPr>
          <p:cNvPr id="532" name="Google Shape;532;p7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3" name="Google Shape;533;p7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4" name="Google Shape;534;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5" name="Google Shape;535;p7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6" name="Google Shape;536;p7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537" name="Shape 537"/>
        <p:cNvGrpSpPr/>
        <p:nvPr/>
      </p:nvGrpSpPr>
      <p:grpSpPr>
        <a:xfrm>
          <a:off x="0" y="0"/>
          <a:ext cx="0" cy="0"/>
          <a:chOff x="0" y="0"/>
          <a:chExt cx="0" cy="0"/>
        </a:xfrm>
      </p:grpSpPr>
      <p:sp>
        <p:nvSpPr>
          <p:cNvPr id="538" name="Google Shape;538;p7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9" name="Google Shape;539;p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0" name="Google Shape;540;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1" name="Google Shape;541;p7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2" name="Google Shape;542;p7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543" name="Shape 543"/>
        <p:cNvGrpSpPr/>
        <p:nvPr/>
      </p:nvGrpSpPr>
      <p:grpSpPr>
        <a:xfrm>
          <a:off x="0" y="0"/>
          <a:ext cx="0" cy="0"/>
          <a:chOff x="0" y="0"/>
          <a:chExt cx="0" cy="0"/>
        </a:xfrm>
      </p:grpSpPr>
      <p:sp>
        <p:nvSpPr>
          <p:cNvPr id="544" name="Google Shape;544;p7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5" name="Google Shape;545;p7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6" name="Google Shape;546;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7" name="Google Shape;547;p7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7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549" name="Shape 549"/>
        <p:cNvGrpSpPr/>
        <p:nvPr/>
      </p:nvGrpSpPr>
      <p:grpSpPr>
        <a:xfrm>
          <a:off x="0" y="0"/>
          <a:ext cx="0" cy="0"/>
          <a:chOff x="0" y="0"/>
          <a:chExt cx="0" cy="0"/>
        </a:xfrm>
      </p:grpSpPr>
      <p:sp>
        <p:nvSpPr>
          <p:cNvPr id="550" name="Google Shape;550;p7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1" name="Google Shape;551;p7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2" name="Google Shape;55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3" name="Google Shape;553;p7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4" name="Google Shape;554;p7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555" name="Shape 555"/>
        <p:cNvGrpSpPr/>
        <p:nvPr/>
      </p:nvGrpSpPr>
      <p:grpSpPr>
        <a:xfrm>
          <a:off x="0" y="0"/>
          <a:ext cx="0" cy="0"/>
          <a:chOff x="0" y="0"/>
          <a:chExt cx="0" cy="0"/>
        </a:xfrm>
      </p:grpSpPr>
      <p:sp>
        <p:nvSpPr>
          <p:cNvPr id="556" name="Google Shape;556;p7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7" name="Google Shape;557;p7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8" name="Google Shape;558;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9" name="Google Shape;559;p7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0" name="Google Shape;560;p7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561" name="Shape 561"/>
        <p:cNvGrpSpPr/>
        <p:nvPr/>
      </p:nvGrpSpPr>
      <p:grpSpPr>
        <a:xfrm>
          <a:off x="0" y="0"/>
          <a:ext cx="0" cy="0"/>
          <a:chOff x="0" y="0"/>
          <a:chExt cx="0" cy="0"/>
        </a:xfrm>
      </p:grpSpPr>
      <p:sp>
        <p:nvSpPr>
          <p:cNvPr id="562" name="Google Shape;562;p7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3" name="Google Shape;563;p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4" name="Google Shape;564;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5" name="Google Shape;565;p7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6" name="Google Shape;566;p7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567" name="Shape 567"/>
        <p:cNvGrpSpPr/>
        <p:nvPr/>
      </p:nvGrpSpPr>
      <p:grpSpPr>
        <a:xfrm>
          <a:off x="0" y="0"/>
          <a:ext cx="0" cy="0"/>
          <a:chOff x="0" y="0"/>
          <a:chExt cx="0" cy="0"/>
        </a:xfrm>
      </p:grpSpPr>
      <p:sp>
        <p:nvSpPr>
          <p:cNvPr id="568" name="Google Shape;568;p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9" name="Google Shape;569;p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70" name="Google Shape;570;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1" name="Google Shape;571;p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2" name="Google Shape;572;p7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573" name="Shape 573"/>
        <p:cNvGrpSpPr/>
        <p:nvPr/>
      </p:nvGrpSpPr>
      <p:grpSpPr>
        <a:xfrm>
          <a:off x="0" y="0"/>
          <a:ext cx="0" cy="0"/>
          <a:chOff x="0" y="0"/>
          <a:chExt cx="0" cy="0"/>
        </a:xfrm>
      </p:grpSpPr>
      <p:sp>
        <p:nvSpPr>
          <p:cNvPr id="574" name="Google Shape;574;p80"/>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75" name="Google Shape;575;p80"/>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76" name="Google Shape;576;p80"/>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77" name="Google Shape;577;p80"/>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80"/>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79" name="Google Shape;579;p80"/>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
        <p:nvSpPr>
          <p:cNvPr id="580" name="Google Shape;580;p80"/>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581" name="Google Shape;581;p80"/>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582" name="Google Shape;582;p80"/>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3" name="Google Shape;583;p80"/>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4" name="Google Shape;584;p8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585" name="Google Shape;585;p80"/>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1800"/>
              <a:buNone/>
              <a:defRPr>
                <a:latin typeface="Roboto Light"/>
                <a:ea typeface="Roboto Light"/>
                <a:cs typeface="Roboto Light"/>
                <a:sym typeface="Roboto Light"/>
              </a:defRPr>
            </a:lvl2pPr>
            <a:lvl3pPr lvl="2" rtl="0">
              <a:spcBef>
                <a:spcPts val="0"/>
              </a:spcBef>
              <a:spcAft>
                <a:spcPts val="0"/>
              </a:spcAft>
              <a:buSzPts val="1800"/>
              <a:buNone/>
              <a:defRPr>
                <a:latin typeface="Roboto Light"/>
                <a:ea typeface="Roboto Light"/>
                <a:cs typeface="Roboto Light"/>
                <a:sym typeface="Roboto Light"/>
              </a:defRPr>
            </a:lvl3pPr>
            <a:lvl4pPr lvl="3" rtl="0">
              <a:spcBef>
                <a:spcPts val="0"/>
              </a:spcBef>
              <a:spcAft>
                <a:spcPts val="0"/>
              </a:spcAft>
              <a:buSzPts val="1800"/>
              <a:buNone/>
              <a:defRPr>
                <a:latin typeface="Roboto Light"/>
                <a:ea typeface="Roboto Light"/>
                <a:cs typeface="Roboto Light"/>
                <a:sym typeface="Roboto Light"/>
              </a:defRPr>
            </a:lvl4pPr>
            <a:lvl5pPr lvl="4" rtl="0">
              <a:spcBef>
                <a:spcPts val="0"/>
              </a:spcBef>
              <a:spcAft>
                <a:spcPts val="0"/>
              </a:spcAft>
              <a:buSzPts val="1800"/>
              <a:buNone/>
              <a:defRPr>
                <a:latin typeface="Roboto Light"/>
                <a:ea typeface="Roboto Light"/>
                <a:cs typeface="Roboto Light"/>
                <a:sym typeface="Roboto Light"/>
              </a:defRPr>
            </a:lvl5pPr>
            <a:lvl6pPr lvl="5" rtl="0">
              <a:spcBef>
                <a:spcPts val="0"/>
              </a:spcBef>
              <a:spcAft>
                <a:spcPts val="0"/>
              </a:spcAft>
              <a:buSzPts val="1800"/>
              <a:buNone/>
              <a:defRPr>
                <a:latin typeface="Roboto Light"/>
                <a:ea typeface="Roboto Light"/>
                <a:cs typeface="Roboto Light"/>
                <a:sym typeface="Roboto Light"/>
              </a:defRPr>
            </a:lvl6pPr>
            <a:lvl7pPr lvl="6" rtl="0">
              <a:spcBef>
                <a:spcPts val="0"/>
              </a:spcBef>
              <a:spcAft>
                <a:spcPts val="0"/>
              </a:spcAft>
              <a:buSzPts val="1800"/>
              <a:buNone/>
              <a:defRPr>
                <a:latin typeface="Roboto Light"/>
                <a:ea typeface="Roboto Light"/>
                <a:cs typeface="Roboto Light"/>
                <a:sym typeface="Roboto Light"/>
              </a:defRPr>
            </a:lvl7pPr>
            <a:lvl8pPr lvl="7" rtl="0">
              <a:spcBef>
                <a:spcPts val="0"/>
              </a:spcBef>
              <a:spcAft>
                <a:spcPts val="0"/>
              </a:spcAft>
              <a:buSzPts val="1800"/>
              <a:buNone/>
              <a:defRPr>
                <a:latin typeface="Roboto Light"/>
                <a:ea typeface="Roboto Light"/>
                <a:cs typeface="Roboto Light"/>
                <a:sym typeface="Roboto Light"/>
              </a:defRPr>
            </a:lvl8pPr>
            <a:lvl9pPr lvl="8" rtl="0">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586" name="Shape 586"/>
        <p:cNvGrpSpPr/>
        <p:nvPr/>
      </p:nvGrpSpPr>
      <p:grpSpPr>
        <a:xfrm>
          <a:off x="0" y="0"/>
          <a:ext cx="0" cy="0"/>
          <a:chOff x="0" y="0"/>
          <a:chExt cx="0" cy="0"/>
        </a:xfrm>
      </p:grpSpPr>
      <p:sp>
        <p:nvSpPr>
          <p:cNvPr id="587" name="Google Shape;587;p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88" name="Google Shape;588;p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89" name="Google Shape;589;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0" name="Google Shape;590;p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1" name="Google Shape;591;p8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592" name="Shape 592"/>
        <p:cNvGrpSpPr/>
        <p:nvPr/>
      </p:nvGrpSpPr>
      <p:grpSpPr>
        <a:xfrm>
          <a:off x="0" y="0"/>
          <a:ext cx="0" cy="0"/>
          <a:chOff x="0" y="0"/>
          <a:chExt cx="0" cy="0"/>
        </a:xfrm>
      </p:grpSpPr>
      <p:sp>
        <p:nvSpPr>
          <p:cNvPr id="593" name="Google Shape;593;p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4" name="Google Shape;594;p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5" name="Google Shape;595;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6" name="Google Shape;596;p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7" name="Google Shape;597;p8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598" name="Shape 598"/>
        <p:cNvGrpSpPr/>
        <p:nvPr/>
      </p:nvGrpSpPr>
      <p:grpSpPr>
        <a:xfrm>
          <a:off x="0" y="0"/>
          <a:ext cx="0" cy="0"/>
          <a:chOff x="0" y="0"/>
          <a:chExt cx="0" cy="0"/>
        </a:xfrm>
      </p:grpSpPr>
      <p:sp>
        <p:nvSpPr>
          <p:cNvPr id="599" name="Google Shape;599;p83"/>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83"/>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1" name="Google Shape;601;p83"/>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2" name="Google Shape;602;p83"/>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83"/>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4" name="Google Shape;604;p83"/>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605" name="Google Shape;605;p83"/>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83"/>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7" name="Google Shape;607;p83"/>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08" name="Google Shape;608;p83"/>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609" name="Google Shape;609;p83"/>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0" name="Google Shape;610;p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1" name="Google Shape;611;p8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612" name="Shape 612"/>
        <p:cNvGrpSpPr/>
        <p:nvPr/>
      </p:nvGrpSpPr>
      <p:grpSpPr>
        <a:xfrm>
          <a:off x="0" y="0"/>
          <a:ext cx="0" cy="0"/>
          <a:chOff x="0" y="0"/>
          <a:chExt cx="0" cy="0"/>
        </a:xfrm>
      </p:grpSpPr>
      <p:pic>
        <p:nvPicPr>
          <p:cNvPr id="613" name="Google Shape;613;p8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614" name="Google Shape;614;p8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615" name="Google Shape;615;p84"/>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8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8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618" name="Shape 618"/>
        <p:cNvGrpSpPr/>
        <p:nvPr/>
      </p:nvGrpSpPr>
      <p:grpSpPr>
        <a:xfrm>
          <a:off x="0" y="0"/>
          <a:ext cx="0" cy="0"/>
          <a:chOff x="0" y="0"/>
          <a:chExt cx="0" cy="0"/>
        </a:xfrm>
      </p:grpSpPr>
      <p:sp>
        <p:nvSpPr>
          <p:cNvPr id="619" name="Google Shape;619;p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0" name="Google Shape;620;p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1" name="Google Shape;621;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2" name="Google Shape;622;p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3" name="Google Shape;623;p8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624" name="Shape 624"/>
        <p:cNvGrpSpPr/>
        <p:nvPr/>
      </p:nvGrpSpPr>
      <p:grpSpPr>
        <a:xfrm>
          <a:off x="0" y="0"/>
          <a:ext cx="0" cy="0"/>
          <a:chOff x="0" y="0"/>
          <a:chExt cx="0" cy="0"/>
        </a:xfrm>
      </p:grpSpPr>
      <p:sp>
        <p:nvSpPr>
          <p:cNvPr id="625" name="Google Shape;625;p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6" name="Google Shape;626;p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7" name="Google Shape;627;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8" name="Google Shape;628;p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9" name="Google Shape;629;p8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630" name="Shape 630"/>
        <p:cNvGrpSpPr/>
        <p:nvPr/>
      </p:nvGrpSpPr>
      <p:grpSpPr>
        <a:xfrm>
          <a:off x="0" y="0"/>
          <a:ext cx="0" cy="0"/>
          <a:chOff x="0" y="0"/>
          <a:chExt cx="0" cy="0"/>
        </a:xfrm>
      </p:grpSpPr>
      <p:sp>
        <p:nvSpPr>
          <p:cNvPr id="631" name="Google Shape;631;p8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2" name="Google Shape;632;p8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633" name="Google Shape;633;p8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34" name="Google Shape;634;p8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635" name="Google Shape;635;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636" name="Shape 636"/>
        <p:cNvGrpSpPr/>
        <p:nvPr/>
      </p:nvGrpSpPr>
      <p:grpSpPr>
        <a:xfrm>
          <a:off x="0" y="0"/>
          <a:ext cx="0" cy="0"/>
          <a:chOff x="0" y="0"/>
          <a:chExt cx="0" cy="0"/>
        </a:xfrm>
      </p:grpSpPr>
      <p:sp>
        <p:nvSpPr>
          <p:cNvPr id="637" name="Google Shape;637;p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38" name="Google Shape;638;p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39" name="Google Shape;639;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0" name="Google Shape;640;p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1" name="Google Shape;641;p8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642" name="Shape 642"/>
        <p:cNvGrpSpPr/>
        <p:nvPr/>
      </p:nvGrpSpPr>
      <p:grpSpPr>
        <a:xfrm>
          <a:off x="0" y="0"/>
          <a:ext cx="0" cy="0"/>
          <a:chOff x="0" y="0"/>
          <a:chExt cx="0" cy="0"/>
        </a:xfrm>
      </p:grpSpPr>
      <p:sp>
        <p:nvSpPr>
          <p:cNvPr id="643" name="Google Shape;643;p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4" name="Google Shape;644;p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5" name="Google Shape;645;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6" name="Google Shape;646;p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7" name="Google Shape;647;p8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648" name="Shape 648"/>
        <p:cNvGrpSpPr/>
        <p:nvPr/>
      </p:nvGrpSpPr>
      <p:grpSpPr>
        <a:xfrm>
          <a:off x="0" y="0"/>
          <a:ext cx="0" cy="0"/>
          <a:chOff x="0" y="0"/>
          <a:chExt cx="0" cy="0"/>
        </a:xfrm>
      </p:grpSpPr>
      <p:sp>
        <p:nvSpPr>
          <p:cNvPr id="649" name="Google Shape;649;p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0" name="Google Shape;650;p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1" name="Google Shape;651;p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2" name="Google Shape;652;p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3" name="Google Shape;653;p9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654" name="Shape 654"/>
        <p:cNvGrpSpPr/>
        <p:nvPr/>
      </p:nvGrpSpPr>
      <p:grpSpPr>
        <a:xfrm>
          <a:off x="0" y="0"/>
          <a:ext cx="0" cy="0"/>
          <a:chOff x="0" y="0"/>
          <a:chExt cx="0" cy="0"/>
        </a:xfrm>
      </p:grpSpPr>
      <p:sp>
        <p:nvSpPr>
          <p:cNvPr id="655" name="Google Shape;655;p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6" name="Google Shape;656;p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7" name="Google Shape;657;p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8" name="Google Shape;658;p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9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660" name="Shape 660"/>
        <p:cNvGrpSpPr/>
        <p:nvPr/>
      </p:nvGrpSpPr>
      <p:grpSpPr>
        <a:xfrm>
          <a:off x="0" y="0"/>
          <a:ext cx="0" cy="0"/>
          <a:chOff x="0" y="0"/>
          <a:chExt cx="0" cy="0"/>
        </a:xfrm>
      </p:grpSpPr>
      <p:sp>
        <p:nvSpPr>
          <p:cNvPr id="661" name="Google Shape;661;p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2" name="Google Shape;662;p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3" name="Google Shape;663;p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4" name="Google Shape;664;p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5" name="Google Shape;665;p9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666" name="Shape 666"/>
        <p:cNvGrpSpPr/>
        <p:nvPr/>
      </p:nvGrpSpPr>
      <p:grpSpPr>
        <a:xfrm>
          <a:off x="0" y="0"/>
          <a:ext cx="0" cy="0"/>
          <a:chOff x="0" y="0"/>
          <a:chExt cx="0" cy="0"/>
        </a:xfrm>
      </p:grpSpPr>
      <p:sp>
        <p:nvSpPr>
          <p:cNvPr id="667" name="Google Shape;667;p9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8" name="Google Shape;668;p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9" name="Google Shape;669;p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0" name="Google Shape;670;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1" name="Google Shape;671;p9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672" name="Shape 672"/>
        <p:cNvGrpSpPr/>
        <p:nvPr/>
      </p:nvGrpSpPr>
      <p:grpSpPr>
        <a:xfrm>
          <a:off x="0" y="0"/>
          <a:ext cx="0" cy="0"/>
          <a:chOff x="0" y="0"/>
          <a:chExt cx="0" cy="0"/>
        </a:xfrm>
      </p:grpSpPr>
      <p:sp>
        <p:nvSpPr>
          <p:cNvPr id="673" name="Google Shape;673;p9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4" name="Google Shape;674;p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5" name="Google Shape;675;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6" name="Google Shape;676;p9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7" name="Google Shape;677;p9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678" name="Shape 678"/>
        <p:cNvGrpSpPr/>
        <p:nvPr/>
      </p:nvGrpSpPr>
      <p:grpSpPr>
        <a:xfrm>
          <a:off x="0" y="0"/>
          <a:ext cx="0" cy="0"/>
          <a:chOff x="0" y="0"/>
          <a:chExt cx="0" cy="0"/>
        </a:xfrm>
      </p:grpSpPr>
      <p:sp>
        <p:nvSpPr>
          <p:cNvPr id="679" name="Google Shape;679;p9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0" name="Google Shape;680;p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1" name="Google Shape;681;p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2" name="Google Shape;682;p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3" name="Google Shape;683;p9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684" name="Shape 684"/>
        <p:cNvGrpSpPr/>
        <p:nvPr/>
      </p:nvGrpSpPr>
      <p:grpSpPr>
        <a:xfrm>
          <a:off x="0" y="0"/>
          <a:ext cx="0" cy="0"/>
          <a:chOff x="0" y="0"/>
          <a:chExt cx="0" cy="0"/>
        </a:xfrm>
      </p:grpSpPr>
      <p:sp>
        <p:nvSpPr>
          <p:cNvPr id="685" name="Google Shape;685;p9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6" name="Google Shape;686;p9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7" name="Google Shape;687;p9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8" name="Google Shape;688;p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9" name="Google Shape;689;p9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690" name="Shape 690"/>
        <p:cNvGrpSpPr/>
        <p:nvPr/>
      </p:nvGrpSpPr>
      <p:grpSpPr>
        <a:xfrm>
          <a:off x="0" y="0"/>
          <a:ext cx="0" cy="0"/>
          <a:chOff x="0" y="0"/>
          <a:chExt cx="0" cy="0"/>
        </a:xfrm>
      </p:grpSpPr>
      <p:sp>
        <p:nvSpPr>
          <p:cNvPr id="691" name="Google Shape;691;p9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2" name="Google Shape;692;p9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3" name="Google Shape;693;p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4" name="Google Shape;694;p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9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696" name="Shape 696"/>
        <p:cNvGrpSpPr/>
        <p:nvPr/>
      </p:nvGrpSpPr>
      <p:grpSpPr>
        <a:xfrm>
          <a:off x="0" y="0"/>
          <a:ext cx="0" cy="0"/>
          <a:chOff x="0" y="0"/>
          <a:chExt cx="0" cy="0"/>
        </a:xfrm>
      </p:grpSpPr>
      <p:sp>
        <p:nvSpPr>
          <p:cNvPr id="697" name="Google Shape;697;p9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8" name="Google Shape;698;p9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9" name="Google Shape;699;p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0" name="Google Shape;700;p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1" name="Google Shape;701;p9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702" name="Shape 702"/>
        <p:cNvGrpSpPr/>
        <p:nvPr/>
      </p:nvGrpSpPr>
      <p:grpSpPr>
        <a:xfrm>
          <a:off x="0" y="0"/>
          <a:ext cx="0" cy="0"/>
          <a:chOff x="0" y="0"/>
          <a:chExt cx="0" cy="0"/>
        </a:xfrm>
      </p:grpSpPr>
      <p:sp>
        <p:nvSpPr>
          <p:cNvPr id="703" name="Google Shape;703;p9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4" name="Google Shape;704;p9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5" name="Google Shape;705;p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6" name="Google Shape;706;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7" name="Google Shape;707;p9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708" name="Shape 708"/>
        <p:cNvGrpSpPr/>
        <p:nvPr/>
      </p:nvGrpSpPr>
      <p:grpSpPr>
        <a:xfrm>
          <a:off x="0" y="0"/>
          <a:ext cx="0" cy="0"/>
          <a:chOff x="0" y="0"/>
          <a:chExt cx="0" cy="0"/>
        </a:xfrm>
      </p:grpSpPr>
      <p:sp>
        <p:nvSpPr>
          <p:cNvPr id="709" name="Google Shape;709;p10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0" name="Google Shape;710;p10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1" name="Google Shape;711;p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2" name="Google Shape;712;p1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3" name="Google Shape;713;p10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714" name="Shape 714"/>
        <p:cNvGrpSpPr/>
        <p:nvPr/>
      </p:nvGrpSpPr>
      <p:grpSpPr>
        <a:xfrm>
          <a:off x="0" y="0"/>
          <a:ext cx="0" cy="0"/>
          <a:chOff x="0" y="0"/>
          <a:chExt cx="0" cy="0"/>
        </a:xfrm>
      </p:grpSpPr>
      <p:sp>
        <p:nvSpPr>
          <p:cNvPr id="715" name="Google Shape;715;p10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6" name="Google Shape;716;p10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7" name="Google Shape;717;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8" name="Google Shape;718;p10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9" name="Google Shape;719;p10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720" name="Shape 720"/>
        <p:cNvGrpSpPr/>
        <p:nvPr/>
      </p:nvGrpSpPr>
      <p:grpSpPr>
        <a:xfrm>
          <a:off x="0" y="0"/>
          <a:ext cx="0" cy="0"/>
          <a:chOff x="0" y="0"/>
          <a:chExt cx="0" cy="0"/>
        </a:xfrm>
      </p:grpSpPr>
      <p:sp>
        <p:nvSpPr>
          <p:cNvPr id="721" name="Google Shape;721;p10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2" name="Google Shape;722;p10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3" name="Google Shape;723;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4" name="Google Shape;724;p1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5" name="Google Shape;725;p10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726" name="Shape 726"/>
        <p:cNvGrpSpPr/>
        <p:nvPr/>
      </p:nvGrpSpPr>
      <p:grpSpPr>
        <a:xfrm>
          <a:off x="0" y="0"/>
          <a:ext cx="0" cy="0"/>
          <a:chOff x="0" y="0"/>
          <a:chExt cx="0" cy="0"/>
        </a:xfrm>
      </p:grpSpPr>
      <p:sp>
        <p:nvSpPr>
          <p:cNvPr id="727" name="Google Shape;727;p10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8" name="Google Shape;728;p10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9" name="Google Shape;729;p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0" name="Google Shape;730;p10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1" name="Google Shape;731;p10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732" name="Shape 732"/>
        <p:cNvGrpSpPr/>
        <p:nvPr/>
      </p:nvGrpSpPr>
      <p:grpSpPr>
        <a:xfrm>
          <a:off x="0" y="0"/>
          <a:ext cx="0" cy="0"/>
          <a:chOff x="0" y="0"/>
          <a:chExt cx="0" cy="0"/>
        </a:xfrm>
      </p:grpSpPr>
      <p:sp>
        <p:nvSpPr>
          <p:cNvPr id="733" name="Google Shape;733;p10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4" name="Google Shape;734;p10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5" name="Google Shape;735;p10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6" name="Google Shape;736;p10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7" name="Google Shape;737;p10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738" name="Shape 738"/>
        <p:cNvGrpSpPr/>
        <p:nvPr/>
      </p:nvGrpSpPr>
      <p:grpSpPr>
        <a:xfrm>
          <a:off x="0" y="0"/>
          <a:ext cx="0" cy="0"/>
          <a:chOff x="0" y="0"/>
          <a:chExt cx="0" cy="0"/>
        </a:xfrm>
      </p:grpSpPr>
      <p:sp>
        <p:nvSpPr>
          <p:cNvPr id="739" name="Google Shape;739;p1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0" name="Google Shape;740;p1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1" name="Google Shape;741;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2" name="Google Shape;742;p1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3" name="Google Shape;743;p10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744" name="Shape 744"/>
        <p:cNvGrpSpPr/>
        <p:nvPr/>
      </p:nvGrpSpPr>
      <p:grpSpPr>
        <a:xfrm>
          <a:off x="0" y="0"/>
          <a:ext cx="0" cy="0"/>
          <a:chOff x="0" y="0"/>
          <a:chExt cx="0" cy="0"/>
        </a:xfrm>
      </p:grpSpPr>
      <p:sp>
        <p:nvSpPr>
          <p:cNvPr id="745" name="Google Shape;745;p10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6" name="Google Shape;746;p10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7" name="Google Shape;747;p1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8" name="Google Shape;748;p10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9" name="Google Shape;749;p10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750" name="Shape 750"/>
        <p:cNvGrpSpPr/>
        <p:nvPr/>
      </p:nvGrpSpPr>
      <p:grpSpPr>
        <a:xfrm>
          <a:off x="0" y="0"/>
          <a:ext cx="0" cy="0"/>
          <a:chOff x="0" y="0"/>
          <a:chExt cx="0" cy="0"/>
        </a:xfrm>
      </p:grpSpPr>
      <p:sp>
        <p:nvSpPr>
          <p:cNvPr id="751" name="Google Shape;751;p107"/>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07"/>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07"/>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0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755" name="Google Shape;755;p107"/>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756" name="Google Shape;756;p107"/>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757" name="Google Shape;757;p1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58" name="Google Shape;758;p10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9" name="Google Shape;759;p10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0" name="Google Shape;760;p107"/>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1" name="Google Shape;761;p107"/>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2" name="Google Shape;762;p107"/>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3" name="Google Shape;763;p107"/>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07"/>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765" name="Google Shape;765;p107"/>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766" name="Shape 766"/>
        <p:cNvGrpSpPr/>
        <p:nvPr/>
      </p:nvGrpSpPr>
      <p:grpSpPr>
        <a:xfrm>
          <a:off x="0" y="0"/>
          <a:ext cx="0" cy="0"/>
          <a:chOff x="0" y="0"/>
          <a:chExt cx="0" cy="0"/>
        </a:xfrm>
      </p:grpSpPr>
      <p:sp>
        <p:nvSpPr>
          <p:cNvPr id="767" name="Google Shape;767;p108"/>
          <p:cNvSpPr/>
          <p:nvPr>
            <p:ph idx="2" type="pic"/>
          </p:nvPr>
        </p:nvSpPr>
        <p:spPr>
          <a:xfrm>
            <a:off x="5923375" y="150"/>
            <a:ext cx="3220500" cy="5143500"/>
          </a:xfrm>
          <a:prstGeom prst="rect">
            <a:avLst/>
          </a:prstGeom>
          <a:noFill/>
          <a:ln>
            <a:noFill/>
          </a:ln>
        </p:spPr>
      </p:sp>
      <p:sp>
        <p:nvSpPr>
          <p:cNvPr id="768" name="Google Shape;768;p10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69" name="Google Shape;769;p10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0" name="Google Shape;770;p108"/>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771" name="Shape 771"/>
        <p:cNvGrpSpPr/>
        <p:nvPr/>
      </p:nvGrpSpPr>
      <p:grpSpPr>
        <a:xfrm>
          <a:off x="0" y="0"/>
          <a:ext cx="0" cy="0"/>
          <a:chOff x="0" y="0"/>
          <a:chExt cx="0" cy="0"/>
        </a:xfrm>
      </p:grpSpPr>
      <p:sp>
        <p:nvSpPr>
          <p:cNvPr id="772" name="Google Shape;772;p10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773" name="Shape 773"/>
        <p:cNvGrpSpPr/>
        <p:nvPr/>
      </p:nvGrpSpPr>
      <p:grpSpPr>
        <a:xfrm>
          <a:off x="0" y="0"/>
          <a:ext cx="0" cy="0"/>
          <a:chOff x="0" y="0"/>
          <a:chExt cx="0" cy="0"/>
        </a:xfrm>
      </p:grpSpPr>
      <p:sp>
        <p:nvSpPr>
          <p:cNvPr id="774" name="Google Shape;774;p110"/>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775" name="Shape 775"/>
        <p:cNvGrpSpPr/>
        <p:nvPr/>
      </p:nvGrpSpPr>
      <p:grpSpPr>
        <a:xfrm>
          <a:off x="0" y="0"/>
          <a:ext cx="0" cy="0"/>
          <a:chOff x="0" y="0"/>
          <a:chExt cx="0" cy="0"/>
        </a:xfrm>
      </p:grpSpPr>
      <p:sp>
        <p:nvSpPr>
          <p:cNvPr id="776" name="Google Shape;776;p111"/>
          <p:cNvSpPr/>
          <p:nvPr>
            <p:ph idx="2" type="pic"/>
          </p:nvPr>
        </p:nvSpPr>
        <p:spPr>
          <a:xfrm>
            <a:off x="5923375" y="150"/>
            <a:ext cx="3220500" cy="5143500"/>
          </a:xfrm>
          <a:prstGeom prst="rect">
            <a:avLst/>
          </a:prstGeom>
          <a:noFill/>
          <a:ln>
            <a:noFill/>
          </a:ln>
        </p:spPr>
      </p:sp>
      <p:sp>
        <p:nvSpPr>
          <p:cNvPr id="777" name="Google Shape;777;p1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78" name="Google Shape;778;p1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9" name="Google Shape;779;p111"/>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780" name="Shape 780"/>
        <p:cNvGrpSpPr/>
        <p:nvPr/>
      </p:nvGrpSpPr>
      <p:grpSpPr>
        <a:xfrm>
          <a:off x="0" y="0"/>
          <a:ext cx="0" cy="0"/>
          <a:chOff x="0" y="0"/>
          <a:chExt cx="0" cy="0"/>
        </a:xfrm>
      </p:grpSpPr>
      <p:sp>
        <p:nvSpPr>
          <p:cNvPr id="781" name="Google Shape;781;p11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2" name="Google Shape;782;p11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83" name="Google Shape;783;p11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4" name="Google Shape;784;p11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p:cSld name="CUSTOM_21_2_4">
    <p:spTree>
      <p:nvGrpSpPr>
        <p:cNvPr id="785" name="Shape 785"/>
        <p:cNvGrpSpPr/>
        <p:nvPr/>
      </p:nvGrpSpPr>
      <p:grpSpPr>
        <a:xfrm>
          <a:off x="0" y="0"/>
          <a:ext cx="0" cy="0"/>
          <a:chOff x="0" y="0"/>
          <a:chExt cx="0" cy="0"/>
        </a:xfrm>
      </p:grpSpPr>
      <p:sp>
        <p:nvSpPr>
          <p:cNvPr id="786" name="Google Shape;786;p11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7" name="Google Shape;787;p11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8" name="Google Shape;788;p1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789" name="Google Shape;789;p113"/>
          <p:cNvPicPr preferRelativeResize="0"/>
          <p:nvPr/>
        </p:nvPicPr>
        <p:blipFill>
          <a:blip r:embed="rId2">
            <a:alphaModFix/>
          </a:blip>
          <a:stretch>
            <a:fillRect/>
          </a:stretch>
        </p:blipFill>
        <p:spPr>
          <a:xfrm>
            <a:off x="198650" y="271550"/>
            <a:ext cx="459000" cy="471541"/>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790" name="Shape 790"/>
        <p:cNvGrpSpPr/>
        <p:nvPr/>
      </p:nvGrpSpPr>
      <p:grpSpPr>
        <a:xfrm>
          <a:off x="0" y="0"/>
          <a:ext cx="0" cy="0"/>
          <a:chOff x="0" y="0"/>
          <a:chExt cx="0" cy="0"/>
        </a:xfrm>
      </p:grpSpPr>
      <p:sp>
        <p:nvSpPr>
          <p:cNvPr id="791" name="Google Shape;791;p11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2" name="Google Shape;792;p11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3" name="Google Shape;793;p1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9">
  <p:cSld name="CUSTOM_2_39">
    <p:spTree>
      <p:nvGrpSpPr>
        <p:cNvPr id="794" name="Shape 794"/>
        <p:cNvGrpSpPr/>
        <p:nvPr/>
      </p:nvGrpSpPr>
      <p:grpSpPr>
        <a:xfrm>
          <a:off x="0" y="0"/>
          <a:ext cx="0" cy="0"/>
          <a:chOff x="0" y="0"/>
          <a:chExt cx="0" cy="0"/>
        </a:xfrm>
      </p:grpSpPr>
      <p:sp>
        <p:nvSpPr>
          <p:cNvPr id="795" name="Google Shape;795;p11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6" name="Google Shape;796;p11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7" name="Google Shape;797;p11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798" name="Google Shape;798;p11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99" name="Google Shape;799;p1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p:cSld name="SECTION_HEADER_1_2">
    <p:spTree>
      <p:nvGrpSpPr>
        <p:cNvPr id="800" name="Shape 800"/>
        <p:cNvGrpSpPr/>
        <p:nvPr/>
      </p:nvGrpSpPr>
      <p:grpSpPr>
        <a:xfrm>
          <a:off x="0" y="0"/>
          <a:ext cx="0" cy="0"/>
          <a:chOff x="0" y="0"/>
          <a:chExt cx="0" cy="0"/>
        </a:xfrm>
      </p:grpSpPr>
      <p:cxnSp>
        <p:nvCxnSpPr>
          <p:cNvPr id="801" name="Google Shape;801;p116"/>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2" name="Google Shape;802;p116"/>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03" name="Google Shape;803;p116"/>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04" name="Google Shape;804;p1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1">
  <p:cSld name="SECTION_HEADER_1_3">
    <p:spTree>
      <p:nvGrpSpPr>
        <p:cNvPr id="805" name="Shape 805"/>
        <p:cNvGrpSpPr/>
        <p:nvPr/>
      </p:nvGrpSpPr>
      <p:grpSpPr>
        <a:xfrm>
          <a:off x="0" y="0"/>
          <a:ext cx="0" cy="0"/>
          <a:chOff x="0" y="0"/>
          <a:chExt cx="0" cy="0"/>
        </a:xfrm>
      </p:grpSpPr>
      <p:cxnSp>
        <p:nvCxnSpPr>
          <p:cNvPr id="806" name="Google Shape;806;p11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7" name="Google Shape;807;p11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08" name="Google Shape;808;p11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09" name="Google Shape;809;p1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p:cSld name="SECTION_HEADER_1_4">
    <p:spTree>
      <p:nvGrpSpPr>
        <p:cNvPr id="810" name="Shape 810"/>
        <p:cNvGrpSpPr/>
        <p:nvPr/>
      </p:nvGrpSpPr>
      <p:grpSpPr>
        <a:xfrm>
          <a:off x="0" y="0"/>
          <a:ext cx="0" cy="0"/>
          <a:chOff x="0" y="0"/>
          <a:chExt cx="0" cy="0"/>
        </a:xfrm>
      </p:grpSpPr>
      <p:cxnSp>
        <p:nvCxnSpPr>
          <p:cNvPr id="811" name="Google Shape;811;p118"/>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2" name="Google Shape;812;p118"/>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3" name="Google Shape;813;p118"/>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4" name="Google Shape;814;p1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0">
  <p:cSld name="CUSTOM_2_40">
    <p:spTree>
      <p:nvGrpSpPr>
        <p:cNvPr id="815" name="Shape 815"/>
        <p:cNvGrpSpPr/>
        <p:nvPr/>
      </p:nvGrpSpPr>
      <p:grpSpPr>
        <a:xfrm>
          <a:off x="0" y="0"/>
          <a:ext cx="0" cy="0"/>
          <a:chOff x="0" y="0"/>
          <a:chExt cx="0" cy="0"/>
        </a:xfrm>
      </p:grpSpPr>
      <p:sp>
        <p:nvSpPr>
          <p:cNvPr id="816" name="Google Shape;816;p119"/>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7" name="Google Shape;817;p119"/>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8" name="Google Shape;818;p11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19" name="Google Shape;819;p11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0" name="Google Shape;820;p1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1">
  <p:cSld name="CUSTOM_2_41">
    <p:spTree>
      <p:nvGrpSpPr>
        <p:cNvPr id="821" name="Shape 821"/>
        <p:cNvGrpSpPr/>
        <p:nvPr/>
      </p:nvGrpSpPr>
      <p:grpSpPr>
        <a:xfrm>
          <a:off x="0" y="0"/>
          <a:ext cx="0" cy="0"/>
          <a:chOff x="0" y="0"/>
          <a:chExt cx="0" cy="0"/>
        </a:xfrm>
      </p:grpSpPr>
      <p:sp>
        <p:nvSpPr>
          <p:cNvPr id="822" name="Google Shape;822;p12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3" name="Google Shape;823;p12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4" name="Google Shape;824;p12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5" name="Google Shape;825;p12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2">
  <p:cSld name="CUSTOM_2_42">
    <p:spTree>
      <p:nvGrpSpPr>
        <p:cNvPr id="826" name="Shape 826"/>
        <p:cNvGrpSpPr/>
        <p:nvPr/>
      </p:nvGrpSpPr>
      <p:grpSpPr>
        <a:xfrm>
          <a:off x="0" y="0"/>
          <a:ext cx="0" cy="0"/>
          <a:chOff x="0" y="0"/>
          <a:chExt cx="0" cy="0"/>
        </a:xfrm>
      </p:grpSpPr>
      <p:sp>
        <p:nvSpPr>
          <p:cNvPr id="827" name="Google Shape;827;p12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8" name="Google Shape;828;p12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9" name="Google Shape;829;p12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0" name="Google Shape;830;p12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3">
  <p:cSld name="CUSTOM_2_43">
    <p:spTree>
      <p:nvGrpSpPr>
        <p:cNvPr id="831" name="Shape 831"/>
        <p:cNvGrpSpPr/>
        <p:nvPr/>
      </p:nvGrpSpPr>
      <p:grpSpPr>
        <a:xfrm>
          <a:off x="0" y="0"/>
          <a:ext cx="0" cy="0"/>
          <a:chOff x="0" y="0"/>
          <a:chExt cx="0" cy="0"/>
        </a:xfrm>
      </p:grpSpPr>
      <p:sp>
        <p:nvSpPr>
          <p:cNvPr id="832" name="Google Shape;832;p12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3" name="Google Shape;833;p12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4" name="Google Shape;834;p12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5" name="Google Shape;835;p12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4">
  <p:cSld name="CUSTOM_2_44">
    <p:spTree>
      <p:nvGrpSpPr>
        <p:cNvPr id="836" name="Shape 836"/>
        <p:cNvGrpSpPr/>
        <p:nvPr/>
      </p:nvGrpSpPr>
      <p:grpSpPr>
        <a:xfrm>
          <a:off x="0" y="0"/>
          <a:ext cx="0" cy="0"/>
          <a:chOff x="0" y="0"/>
          <a:chExt cx="0" cy="0"/>
        </a:xfrm>
      </p:grpSpPr>
      <p:sp>
        <p:nvSpPr>
          <p:cNvPr id="837" name="Google Shape;837;p12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8" name="Google Shape;838;p12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9" name="Google Shape;839;p12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0" name="Google Shape;840;p12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5">
  <p:cSld name="CUSTOM_2_45">
    <p:spTree>
      <p:nvGrpSpPr>
        <p:cNvPr id="841" name="Shape 841"/>
        <p:cNvGrpSpPr/>
        <p:nvPr/>
      </p:nvGrpSpPr>
      <p:grpSpPr>
        <a:xfrm>
          <a:off x="0" y="0"/>
          <a:ext cx="0" cy="0"/>
          <a:chOff x="0" y="0"/>
          <a:chExt cx="0" cy="0"/>
        </a:xfrm>
      </p:grpSpPr>
      <p:sp>
        <p:nvSpPr>
          <p:cNvPr id="842" name="Google Shape;842;p12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3" name="Google Shape;843;p12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4" name="Google Shape;844;p1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5" name="Google Shape;845;p12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1">
  <p:cSld name="CUSTOM_11_1_1_2_3">
    <p:spTree>
      <p:nvGrpSpPr>
        <p:cNvPr id="846" name="Shape 846"/>
        <p:cNvGrpSpPr/>
        <p:nvPr/>
      </p:nvGrpSpPr>
      <p:grpSpPr>
        <a:xfrm>
          <a:off x="0" y="0"/>
          <a:ext cx="0" cy="0"/>
          <a:chOff x="0" y="0"/>
          <a:chExt cx="0" cy="0"/>
        </a:xfrm>
      </p:grpSpPr>
      <p:grpSp>
        <p:nvGrpSpPr>
          <p:cNvPr id="847" name="Google Shape;847;p125"/>
          <p:cNvGrpSpPr/>
          <p:nvPr/>
        </p:nvGrpSpPr>
        <p:grpSpPr>
          <a:xfrm>
            <a:off x="440125" y="1136875"/>
            <a:ext cx="776900" cy="486300"/>
            <a:chOff x="457200" y="1466425"/>
            <a:chExt cx="776900" cy="486300"/>
          </a:xfrm>
        </p:grpSpPr>
        <p:sp>
          <p:nvSpPr>
            <p:cNvPr id="848" name="Google Shape;848;p12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849" name="Google Shape;849;p12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0" name="Google Shape;850;p125"/>
          <p:cNvGrpSpPr/>
          <p:nvPr/>
        </p:nvGrpSpPr>
        <p:grpSpPr>
          <a:xfrm>
            <a:off x="440125" y="1791730"/>
            <a:ext cx="776900" cy="486300"/>
            <a:chOff x="457200" y="1466425"/>
            <a:chExt cx="776900" cy="486300"/>
          </a:xfrm>
        </p:grpSpPr>
        <p:sp>
          <p:nvSpPr>
            <p:cNvPr id="851" name="Google Shape;851;p12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852" name="Google Shape;852;p12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3" name="Google Shape;853;p125"/>
          <p:cNvGrpSpPr/>
          <p:nvPr/>
        </p:nvGrpSpPr>
        <p:grpSpPr>
          <a:xfrm>
            <a:off x="440125" y="2446585"/>
            <a:ext cx="776900" cy="486300"/>
            <a:chOff x="457200" y="1466425"/>
            <a:chExt cx="776900" cy="486300"/>
          </a:xfrm>
        </p:grpSpPr>
        <p:sp>
          <p:nvSpPr>
            <p:cNvPr id="854" name="Google Shape;854;p12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855" name="Google Shape;855;p12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6" name="Google Shape;856;p125"/>
          <p:cNvGrpSpPr/>
          <p:nvPr/>
        </p:nvGrpSpPr>
        <p:grpSpPr>
          <a:xfrm>
            <a:off x="440125" y="3101440"/>
            <a:ext cx="776900" cy="486300"/>
            <a:chOff x="457200" y="1466425"/>
            <a:chExt cx="776900" cy="486300"/>
          </a:xfrm>
        </p:grpSpPr>
        <p:sp>
          <p:nvSpPr>
            <p:cNvPr id="857" name="Google Shape;857;p12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858" name="Google Shape;858;p12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9" name="Google Shape;859;p125"/>
          <p:cNvGrpSpPr/>
          <p:nvPr/>
        </p:nvGrpSpPr>
        <p:grpSpPr>
          <a:xfrm>
            <a:off x="440125" y="3756295"/>
            <a:ext cx="776900" cy="486300"/>
            <a:chOff x="457200" y="1466425"/>
            <a:chExt cx="776900" cy="486300"/>
          </a:xfrm>
        </p:grpSpPr>
        <p:sp>
          <p:nvSpPr>
            <p:cNvPr id="860" name="Google Shape;860;p125"/>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861" name="Google Shape;861;p125"/>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62" name="Google Shape;862;p125"/>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863" name="Google Shape;863;p125"/>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4" name="Google Shape;864;p125"/>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5" name="Google Shape;865;p125"/>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6" name="Google Shape;866;p125"/>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7" name="Google Shape;867;p1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68" name="Google Shape;868;p12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69" name="Google Shape;869;p125"/>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0" name="Google Shape;870;p125"/>
          <p:cNvSpPr txBox="1"/>
          <p:nvPr>
            <p:ph idx="3"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1" name="Google Shape;871;p125"/>
          <p:cNvSpPr txBox="1"/>
          <p:nvPr>
            <p:ph idx="4"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2" name="Google Shape;872;p125"/>
          <p:cNvSpPr txBox="1"/>
          <p:nvPr>
            <p:ph idx="5"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3" name="Google Shape;873;p125"/>
          <p:cNvSpPr txBox="1"/>
          <p:nvPr>
            <p:ph idx="6"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6">
  <p:cSld name="CUSTOM_2_46">
    <p:spTree>
      <p:nvGrpSpPr>
        <p:cNvPr id="874" name="Shape 874"/>
        <p:cNvGrpSpPr/>
        <p:nvPr/>
      </p:nvGrpSpPr>
      <p:grpSpPr>
        <a:xfrm>
          <a:off x="0" y="0"/>
          <a:ext cx="0" cy="0"/>
          <a:chOff x="0" y="0"/>
          <a:chExt cx="0" cy="0"/>
        </a:xfrm>
      </p:grpSpPr>
      <p:sp>
        <p:nvSpPr>
          <p:cNvPr id="875" name="Google Shape;875;p12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76" name="Google Shape;876;p12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77" name="Google Shape;877;p1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8" name="Google Shape;878;p12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7">
  <p:cSld name="CUSTOM_2_47">
    <p:spTree>
      <p:nvGrpSpPr>
        <p:cNvPr id="879" name="Shape 879"/>
        <p:cNvGrpSpPr/>
        <p:nvPr/>
      </p:nvGrpSpPr>
      <p:grpSpPr>
        <a:xfrm>
          <a:off x="0" y="0"/>
          <a:ext cx="0" cy="0"/>
          <a:chOff x="0" y="0"/>
          <a:chExt cx="0" cy="0"/>
        </a:xfrm>
      </p:grpSpPr>
      <p:sp>
        <p:nvSpPr>
          <p:cNvPr id="880" name="Google Shape;880;p12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1" name="Google Shape;881;p12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2" name="Google Shape;882;p12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3" name="Google Shape;883;p12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8">
  <p:cSld name="CUSTOM_2_48">
    <p:spTree>
      <p:nvGrpSpPr>
        <p:cNvPr id="884" name="Shape 884"/>
        <p:cNvGrpSpPr/>
        <p:nvPr/>
      </p:nvGrpSpPr>
      <p:grpSpPr>
        <a:xfrm>
          <a:off x="0" y="0"/>
          <a:ext cx="0" cy="0"/>
          <a:chOff x="0" y="0"/>
          <a:chExt cx="0" cy="0"/>
        </a:xfrm>
      </p:grpSpPr>
      <p:sp>
        <p:nvSpPr>
          <p:cNvPr id="885" name="Google Shape;885;p12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6" name="Google Shape;886;p12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7" name="Google Shape;887;p1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8" name="Google Shape;888;p128"/>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9">
  <p:cSld name="CUSTOM_2_49">
    <p:spTree>
      <p:nvGrpSpPr>
        <p:cNvPr id="889" name="Shape 889"/>
        <p:cNvGrpSpPr/>
        <p:nvPr/>
      </p:nvGrpSpPr>
      <p:grpSpPr>
        <a:xfrm>
          <a:off x="0" y="0"/>
          <a:ext cx="0" cy="0"/>
          <a:chOff x="0" y="0"/>
          <a:chExt cx="0" cy="0"/>
        </a:xfrm>
      </p:grpSpPr>
      <p:sp>
        <p:nvSpPr>
          <p:cNvPr id="890" name="Google Shape;890;p12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1" name="Google Shape;891;p12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2" name="Google Shape;892;p1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3" name="Google Shape;893;p12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0">
  <p:cSld name="CUSTOM_2_50">
    <p:spTree>
      <p:nvGrpSpPr>
        <p:cNvPr id="894" name="Shape 894"/>
        <p:cNvGrpSpPr/>
        <p:nvPr/>
      </p:nvGrpSpPr>
      <p:grpSpPr>
        <a:xfrm>
          <a:off x="0" y="0"/>
          <a:ext cx="0" cy="0"/>
          <a:chOff x="0" y="0"/>
          <a:chExt cx="0" cy="0"/>
        </a:xfrm>
      </p:grpSpPr>
      <p:sp>
        <p:nvSpPr>
          <p:cNvPr id="895" name="Google Shape;895;p13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6" name="Google Shape;896;p13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7" name="Google Shape;897;p1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8" name="Google Shape;898;p13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1">
  <p:cSld name="CUSTOM_2_51">
    <p:spTree>
      <p:nvGrpSpPr>
        <p:cNvPr id="899" name="Shape 899"/>
        <p:cNvGrpSpPr/>
        <p:nvPr/>
      </p:nvGrpSpPr>
      <p:grpSpPr>
        <a:xfrm>
          <a:off x="0" y="0"/>
          <a:ext cx="0" cy="0"/>
          <a:chOff x="0" y="0"/>
          <a:chExt cx="0" cy="0"/>
        </a:xfrm>
      </p:grpSpPr>
      <p:sp>
        <p:nvSpPr>
          <p:cNvPr id="900" name="Google Shape;900;p13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1" name="Google Shape;901;p13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2" name="Google Shape;902;p13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3" name="Google Shape;903;p13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2">
  <p:cSld name="CUSTOM_2_52">
    <p:spTree>
      <p:nvGrpSpPr>
        <p:cNvPr id="904" name="Shape 904"/>
        <p:cNvGrpSpPr/>
        <p:nvPr/>
      </p:nvGrpSpPr>
      <p:grpSpPr>
        <a:xfrm>
          <a:off x="0" y="0"/>
          <a:ext cx="0" cy="0"/>
          <a:chOff x="0" y="0"/>
          <a:chExt cx="0" cy="0"/>
        </a:xfrm>
      </p:grpSpPr>
      <p:sp>
        <p:nvSpPr>
          <p:cNvPr id="905" name="Google Shape;905;p13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6" name="Google Shape;906;p13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7" name="Google Shape;907;p13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8" name="Google Shape;908;p13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3">
  <p:cSld name="CUSTOM_2_53">
    <p:spTree>
      <p:nvGrpSpPr>
        <p:cNvPr id="909" name="Shape 909"/>
        <p:cNvGrpSpPr/>
        <p:nvPr/>
      </p:nvGrpSpPr>
      <p:grpSpPr>
        <a:xfrm>
          <a:off x="0" y="0"/>
          <a:ext cx="0" cy="0"/>
          <a:chOff x="0" y="0"/>
          <a:chExt cx="0" cy="0"/>
        </a:xfrm>
      </p:grpSpPr>
      <p:sp>
        <p:nvSpPr>
          <p:cNvPr id="910" name="Google Shape;910;p13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1" name="Google Shape;911;p13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2" name="Google Shape;912;p13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3" name="Google Shape;913;p13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4">
  <p:cSld name="CUSTOM_2_54">
    <p:spTree>
      <p:nvGrpSpPr>
        <p:cNvPr id="914" name="Shape 914"/>
        <p:cNvGrpSpPr/>
        <p:nvPr/>
      </p:nvGrpSpPr>
      <p:grpSpPr>
        <a:xfrm>
          <a:off x="0" y="0"/>
          <a:ext cx="0" cy="0"/>
          <a:chOff x="0" y="0"/>
          <a:chExt cx="0" cy="0"/>
        </a:xfrm>
      </p:grpSpPr>
      <p:sp>
        <p:nvSpPr>
          <p:cNvPr id="915" name="Google Shape;915;p13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6" name="Google Shape;916;p13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7" name="Google Shape;917;p13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8" name="Google Shape;918;p13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9" name="Google Shape;919;p1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5">
  <p:cSld name="CUSTOM_2_55">
    <p:spTree>
      <p:nvGrpSpPr>
        <p:cNvPr id="920" name="Shape 920"/>
        <p:cNvGrpSpPr/>
        <p:nvPr/>
      </p:nvGrpSpPr>
      <p:grpSpPr>
        <a:xfrm>
          <a:off x="0" y="0"/>
          <a:ext cx="0" cy="0"/>
          <a:chOff x="0" y="0"/>
          <a:chExt cx="0" cy="0"/>
        </a:xfrm>
      </p:grpSpPr>
      <p:sp>
        <p:nvSpPr>
          <p:cNvPr id="921" name="Google Shape;921;p13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2" name="Google Shape;922;p13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3" name="Google Shape;923;p13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4" name="Google Shape;924;p13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5" name="Google Shape;925;p1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6">
  <p:cSld name="CUSTOM_2_56">
    <p:spTree>
      <p:nvGrpSpPr>
        <p:cNvPr id="926" name="Shape 926"/>
        <p:cNvGrpSpPr/>
        <p:nvPr/>
      </p:nvGrpSpPr>
      <p:grpSpPr>
        <a:xfrm>
          <a:off x="0" y="0"/>
          <a:ext cx="0" cy="0"/>
          <a:chOff x="0" y="0"/>
          <a:chExt cx="0" cy="0"/>
        </a:xfrm>
      </p:grpSpPr>
      <p:sp>
        <p:nvSpPr>
          <p:cNvPr id="927" name="Google Shape;927;p136"/>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8" name="Google Shape;928;p136"/>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9" name="Google Shape;929;p13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0" name="Google Shape;930;p13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1" name="Google Shape;931;p1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932" name="Shape 932"/>
        <p:cNvGrpSpPr/>
        <p:nvPr/>
      </p:nvGrpSpPr>
      <p:grpSpPr>
        <a:xfrm>
          <a:off x="0" y="0"/>
          <a:ext cx="0" cy="0"/>
          <a:chOff x="0" y="0"/>
          <a:chExt cx="0" cy="0"/>
        </a:xfrm>
      </p:grpSpPr>
      <p:cxnSp>
        <p:nvCxnSpPr>
          <p:cNvPr id="933" name="Google Shape;933;p13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934" name="Google Shape;934;p137"/>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37"/>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37"/>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3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938" name="Google Shape;938;p137"/>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939" name="Google Shape;939;p137"/>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940" name="Google Shape;940;p137"/>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1" name="Google Shape;941;p137"/>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2" name="Google Shape;942;p137"/>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3" name="Google Shape;943;p13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4" name="Google Shape;944;p137"/>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5" name="Google Shape;945;p137"/>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6" name="Google Shape;946;p137"/>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947" name="Shape 947"/>
        <p:cNvGrpSpPr/>
        <p:nvPr/>
      </p:nvGrpSpPr>
      <p:grpSpPr>
        <a:xfrm>
          <a:off x="0" y="0"/>
          <a:ext cx="0" cy="0"/>
          <a:chOff x="0" y="0"/>
          <a:chExt cx="0" cy="0"/>
        </a:xfrm>
      </p:grpSpPr>
      <p:sp>
        <p:nvSpPr>
          <p:cNvPr id="948" name="Google Shape;948;p138"/>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49" name="Google Shape;949;p138"/>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50" name="Google Shape;950;p138"/>
          <p:cNvSpPr txBox="1"/>
          <p:nvPr>
            <p:ph idx="2" type="title"/>
          </p:nvPr>
        </p:nvSpPr>
        <p:spPr>
          <a:xfrm>
            <a:off x="896225" y="1871375"/>
            <a:ext cx="34089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1" name="Google Shape;951;p138"/>
          <p:cNvSpPr txBox="1"/>
          <p:nvPr>
            <p:ph idx="3" type="title"/>
          </p:nvPr>
        </p:nvSpPr>
        <p:spPr>
          <a:xfrm>
            <a:off x="5323925" y="1871375"/>
            <a:ext cx="36075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2" name="Google Shape;952;p138"/>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53" name="Google Shape;953;p138"/>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954" name="Google Shape;954;p138"/>
          <p:cNvGrpSpPr/>
          <p:nvPr/>
        </p:nvGrpSpPr>
        <p:grpSpPr>
          <a:xfrm>
            <a:off x="457147" y="1190428"/>
            <a:ext cx="533372" cy="533480"/>
            <a:chOff x="457200" y="1378813"/>
            <a:chExt cx="695400" cy="695450"/>
          </a:xfrm>
        </p:grpSpPr>
        <p:sp>
          <p:nvSpPr>
            <p:cNvPr id="955" name="Google Shape;955;p138"/>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956" name="Google Shape;956;p138"/>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7" name="Google Shape;957;p138"/>
          <p:cNvGrpSpPr/>
          <p:nvPr/>
        </p:nvGrpSpPr>
        <p:grpSpPr>
          <a:xfrm>
            <a:off x="4876797" y="1190428"/>
            <a:ext cx="533372" cy="533480"/>
            <a:chOff x="2605668" y="1378813"/>
            <a:chExt cx="695400" cy="695450"/>
          </a:xfrm>
        </p:grpSpPr>
        <p:sp>
          <p:nvSpPr>
            <p:cNvPr id="958" name="Google Shape;958;p138"/>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959" name="Google Shape;959;p138"/>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60" name="Google Shape;960;p138"/>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61" name="Google Shape;961;p138"/>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62" name="Google Shape;962;p138"/>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3">
  <p:cSld name="CUSTOM_6_4">
    <p:spTree>
      <p:nvGrpSpPr>
        <p:cNvPr id="963" name="Shape 963"/>
        <p:cNvGrpSpPr/>
        <p:nvPr/>
      </p:nvGrpSpPr>
      <p:grpSpPr>
        <a:xfrm>
          <a:off x="0" y="0"/>
          <a:ext cx="0" cy="0"/>
          <a:chOff x="0" y="0"/>
          <a:chExt cx="0" cy="0"/>
        </a:xfrm>
      </p:grpSpPr>
      <p:sp>
        <p:nvSpPr>
          <p:cNvPr id="964" name="Google Shape;964;p139"/>
          <p:cNvSpPr/>
          <p:nvPr>
            <p:ph idx="2" type="pic"/>
          </p:nvPr>
        </p:nvSpPr>
        <p:spPr>
          <a:xfrm>
            <a:off x="5923375" y="150"/>
            <a:ext cx="3220500" cy="5143500"/>
          </a:xfrm>
          <a:prstGeom prst="rect">
            <a:avLst/>
          </a:prstGeom>
          <a:noFill/>
          <a:ln>
            <a:noFill/>
          </a:ln>
        </p:spPr>
      </p:sp>
      <p:sp>
        <p:nvSpPr>
          <p:cNvPr id="965" name="Google Shape;965;p13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66" name="Google Shape;966;p13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7" name="Google Shape;967;p13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4">
  <p:cSld name="CUSTOM_6_5">
    <p:spTree>
      <p:nvGrpSpPr>
        <p:cNvPr id="968" name="Shape 968"/>
        <p:cNvGrpSpPr/>
        <p:nvPr/>
      </p:nvGrpSpPr>
      <p:grpSpPr>
        <a:xfrm>
          <a:off x="0" y="0"/>
          <a:ext cx="0" cy="0"/>
          <a:chOff x="0" y="0"/>
          <a:chExt cx="0" cy="0"/>
        </a:xfrm>
      </p:grpSpPr>
      <p:sp>
        <p:nvSpPr>
          <p:cNvPr id="969" name="Google Shape;969;p140"/>
          <p:cNvSpPr/>
          <p:nvPr>
            <p:ph idx="2" type="pic"/>
          </p:nvPr>
        </p:nvSpPr>
        <p:spPr>
          <a:xfrm>
            <a:off x="5923375" y="150"/>
            <a:ext cx="3220500" cy="5143500"/>
          </a:xfrm>
          <a:prstGeom prst="rect">
            <a:avLst/>
          </a:prstGeom>
          <a:noFill/>
          <a:ln>
            <a:noFill/>
          </a:ln>
        </p:spPr>
      </p:sp>
      <p:sp>
        <p:nvSpPr>
          <p:cNvPr id="970" name="Google Shape;970;p14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1" name="Google Shape;971;p14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2" name="Google Shape;972;p14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5">
  <p:cSld name="CUSTOM_6_6">
    <p:spTree>
      <p:nvGrpSpPr>
        <p:cNvPr id="973" name="Shape 973"/>
        <p:cNvGrpSpPr/>
        <p:nvPr/>
      </p:nvGrpSpPr>
      <p:grpSpPr>
        <a:xfrm>
          <a:off x="0" y="0"/>
          <a:ext cx="0" cy="0"/>
          <a:chOff x="0" y="0"/>
          <a:chExt cx="0" cy="0"/>
        </a:xfrm>
      </p:grpSpPr>
      <p:sp>
        <p:nvSpPr>
          <p:cNvPr id="974" name="Google Shape;974;p141"/>
          <p:cNvSpPr/>
          <p:nvPr>
            <p:ph idx="2" type="pic"/>
          </p:nvPr>
        </p:nvSpPr>
        <p:spPr>
          <a:xfrm>
            <a:off x="5923375" y="150"/>
            <a:ext cx="3220500" cy="5143500"/>
          </a:xfrm>
          <a:prstGeom prst="rect">
            <a:avLst/>
          </a:prstGeom>
          <a:noFill/>
          <a:ln>
            <a:noFill/>
          </a:ln>
        </p:spPr>
      </p:sp>
      <p:sp>
        <p:nvSpPr>
          <p:cNvPr id="975" name="Google Shape;975;p14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6" name="Google Shape;976;p14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7" name="Google Shape;977;p14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_3">
    <p:bg>
      <p:bgPr>
        <a:solidFill>
          <a:srgbClr val="FFFFFF"/>
        </a:solidFill>
      </p:bgPr>
    </p:bg>
    <p:spTree>
      <p:nvGrpSpPr>
        <p:cNvPr id="978" name="Shape 978"/>
        <p:cNvGrpSpPr/>
        <p:nvPr/>
      </p:nvGrpSpPr>
      <p:grpSpPr>
        <a:xfrm>
          <a:off x="0" y="0"/>
          <a:ext cx="0" cy="0"/>
          <a:chOff x="0" y="0"/>
          <a:chExt cx="0" cy="0"/>
        </a:xfrm>
      </p:grpSpPr>
      <p:sp>
        <p:nvSpPr>
          <p:cNvPr id="979" name="Google Shape;979;p142"/>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0" name="Google Shape;980;p142"/>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81" name="Google Shape;981;p142"/>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82" name="Google Shape;982;p142"/>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42"/>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84" name="Google Shape;984;p142"/>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85" name="Google Shape;985;p142"/>
          <p:cNvSpPr txBox="1"/>
          <p:nvPr>
            <p:ph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86" name="Google Shape;986;p142"/>
          <p:cNvSpPr txBox="1"/>
          <p:nvPr>
            <p:ph idx="2"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87" name="Google Shape;987;p142"/>
          <p:cNvSpPr txBox="1"/>
          <p:nvPr>
            <p:ph idx="3"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988" name="Google Shape;988;p142"/>
          <p:cNvSpPr txBox="1"/>
          <p:nvPr>
            <p:ph idx="4"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989" name="Google Shape;989;p142"/>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0" name="Google Shape;990;p142"/>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991" name="Google Shape;991;p142"/>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6">
  <p:cSld name="CUSTOM_6_7">
    <p:spTree>
      <p:nvGrpSpPr>
        <p:cNvPr id="992" name="Shape 992"/>
        <p:cNvGrpSpPr/>
        <p:nvPr/>
      </p:nvGrpSpPr>
      <p:grpSpPr>
        <a:xfrm>
          <a:off x="0" y="0"/>
          <a:ext cx="0" cy="0"/>
          <a:chOff x="0" y="0"/>
          <a:chExt cx="0" cy="0"/>
        </a:xfrm>
      </p:grpSpPr>
      <p:sp>
        <p:nvSpPr>
          <p:cNvPr id="993" name="Google Shape;993;p143"/>
          <p:cNvSpPr/>
          <p:nvPr>
            <p:ph idx="2" type="pic"/>
          </p:nvPr>
        </p:nvSpPr>
        <p:spPr>
          <a:xfrm>
            <a:off x="5923375" y="150"/>
            <a:ext cx="3220500" cy="5143500"/>
          </a:xfrm>
          <a:prstGeom prst="rect">
            <a:avLst/>
          </a:prstGeom>
          <a:noFill/>
          <a:ln>
            <a:noFill/>
          </a:ln>
        </p:spPr>
      </p:sp>
      <p:sp>
        <p:nvSpPr>
          <p:cNvPr id="994" name="Google Shape;994;p14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95" name="Google Shape;995;p14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96" name="Google Shape;996;p14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7">
  <p:cSld name="CUSTOM_6_8">
    <p:spTree>
      <p:nvGrpSpPr>
        <p:cNvPr id="997" name="Shape 997"/>
        <p:cNvGrpSpPr/>
        <p:nvPr/>
      </p:nvGrpSpPr>
      <p:grpSpPr>
        <a:xfrm>
          <a:off x="0" y="0"/>
          <a:ext cx="0" cy="0"/>
          <a:chOff x="0" y="0"/>
          <a:chExt cx="0" cy="0"/>
        </a:xfrm>
      </p:grpSpPr>
      <p:sp>
        <p:nvSpPr>
          <p:cNvPr id="998" name="Google Shape;998;p144"/>
          <p:cNvSpPr/>
          <p:nvPr>
            <p:ph idx="2" type="pic"/>
          </p:nvPr>
        </p:nvSpPr>
        <p:spPr>
          <a:xfrm>
            <a:off x="5923375" y="150"/>
            <a:ext cx="3220500" cy="5143500"/>
          </a:xfrm>
          <a:prstGeom prst="rect">
            <a:avLst/>
          </a:prstGeom>
          <a:noFill/>
          <a:ln>
            <a:noFill/>
          </a:ln>
        </p:spPr>
      </p:sp>
      <p:sp>
        <p:nvSpPr>
          <p:cNvPr id="999" name="Google Shape;999;p14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0" name="Google Shape;1000;p14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1" name="Google Shape;1001;p14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8">
  <p:cSld name="CUSTOM_6_9">
    <p:spTree>
      <p:nvGrpSpPr>
        <p:cNvPr id="1002" name="Shape 1002"/>
        <p:cNvGrpSpPr/>
        <p:nvPr/>
      </p:nvGrpSpPr>
      <p:grpSpPr>
        <a:xfrm>
          <a:off x="0" y="0"/>
          <a:ext cx="0" cy="0"/>
          <a:chOff x="0" y="0"/>
          <a:chExt cx="0" cy="0"/>
        </a:xfrm>
      </p:grpSpPr>
      <p:sp>
        <p:nvSpPr>
          <p:cNvPr id="1003" name="Google Shape;1003;p145"/>
          <p:cNvSpPr/>
          <p:nvPr>
            <p:ph idx="2" type="pic"/>
          </p:nvPr>
        </p:nvSpPr>
        <p:spPr>
          <a:xfrm>
            <a:off x="5923375" y="150"/>
            <a:ext cx="3220500" cy="5143500"/>
          </a:xfrm>
          <a:prstGeom prst="rect">
            <a:avLst/>
          </a:prstGeom>
          <a:noFill/>
          <a:ln>
            <a:noFill/>
          </a:ln>
        </p:spPr>
      </p:sp>
      <p:sp>
        <p:nvSpPr>
          <p:cNvPr id="1004" name="Google Shape;1004;p14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5" name="Google Shape;1005;p145"/>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6" name="Google Shape;1006;p145"/>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7">
  <p:cSld name="CUSTOM_2_57">
    <p:spTree>
      <p:nvGrpSpPr>
        <p:cNvPr id="1007" name="Shape 1007"/>
        <p:cNvGrpSpPr/>
        <p:nvPr/>
      </p:nvGrpSpPr>
      <p:grpSpPr>
        <a:xfrm>
          <a:off x="0" y="0"/>
          <a:ext cx="0" cy="0"/>
          <a:chOff x="0" y="0"/>
          <a:chExt cx="0" cy="0"/>
        </a:xfrm>
      </p:grpSpPr>
      <p:sp>
        <p:nvSpPr>
          <p:cNvPr id="1008" name="Google Shape;1008;p14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9" name="Google Shape;1009;p14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10" name="Google Shape;1010;p14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1" name="Google Shape;1011;p14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9">
  <p:cSld name="CUSTOM_6_10">
    <p:spTree>
      <p:nvGrpSpPr>
        <p:cNvPr id="1012" name="Shape 1012"/>
        <p:cNvGrpSpPr/>
        <p:nvPr/>
      </p:nvGrpSpPr>
      <p:grpSpPr>
        <a:xfrm>
          <a:off x="0" y="0"/>
          <a:ext cx="0" cy="0"/>
          <a:chOff x="0" y="0"/>
          <a:chExt cx="0" cy="0"/>
        </a:xfrm>
      </p:grpSpPr>
      <p:sp>
        <p:nvSpPr>
          <p:cNvPr id="1013" name="Google Shape;1013;p147"/>
          <p:cNvSpPr/>
          <p:nvPr>
            <p:ph idx="2" type="pic"/>
          </p:nvPr>
        </p:nvSpPr>
        <p:spPr>
          <a:xfrm>
            <a:off x="5923375" y="150"/>
            <a:ext cx="3220500" cy="5143500"/>
          </a:xfrm>
          <a:prstGeom prst="rect">
            <a:avLst/>
          </a:prstGeom>
          <a:noFill/>
          <a:ln>
            <a:noFill/>
          </a:ln>
        </p:spPr>
      </p:sp>
      <p:sp>
        <p:nvSpPr>
          <p:cNvPr id="1014" name="Google Shape;1014;p14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5" name="Google Shape;1015;p14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6" name="Google Shape;1016;p147"/>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0">
  <p:cSld name="CUSTOM_6_11">
    <p:spTree>
      <p:nvGrpSpPr>
        <p:cNvPr id="1017" name="Shape 1017"/>
        <p:cNvGrpSpPr/>
        <p:nvPr/>
      </p:nvGrpSpPr>
      <p:grpSpPr>
        <a:xfrm>
          <a:off x="0" y="0"/>
          <a:ext cx="0" cy="0"/>
          <a:chOff x="0" y="0"/>
          <a:chExt cx="0" cy="0"/>
        </a:xfrm>
      </p:grpSpPr>
      <p:sp>
        <p:nvSpPr>
          <p:cNvPr id="1018" name="Google Shape;1018;p148"/>
          <p:cNvSpPr/>
          <p:nvPr>
            <p:ph idx="2" type="pic"/>
          </p:nvPr>
        </p:nvSpPr>
        <p:spPr>
          <a:xfrm>
            <a:off x="5923375" y="150"/>
            <a:ext cx="3220500" cy="5143500"/>
          </a:xfrm>
          <a:prstGeom prst="rect">
            <a:avLst/>
          </a:prstGeom>
          <a:noFill/>
          <a:ln>
            <a:noFill/>
          </a:ln>
        </p:spPr>
      </p:sp>
      <p:sp>
        <p:nvSpPr>
          <p:cNvPr id="1019" name="Google Shape;1019;p14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0" name="Google Shape;1020;p14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1" name="Google Shape;1021;p148"/>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_4">
    <p:spTree>
      <p:nvGrpSpPr>
        <p:cNvPr id="1022" name="Shape 1022"/>
        <p:cNvGrpSpPr/>
        <p:nvPr/>
      </p:nvGrpSpPr>
      <p:grpSpPr>
        <a:xfrm>
          <a:off x="0" y="0"/>
          <a:ext cx="0" cy="0"/>
          <a:chOff x="0" y="0"/>
          <a:chExt cx="0" cy="0"/>
        </a:xfrm>
      </p:grpSpPr>
      <p:grpSp>
        <p:nvGrpSpPr>
          <p:cNvPr id="1023" name="Google Shape;1023;p149"/>
          <p:cNvGrpSpPr/>
          <p:nvPr/>
        </p:nvGrpSpPr>
        <p:grpSpPr>
          <a:xfrm>
            <a:off x="440125" y="1136875"/>
            <a:ext cx="776900" cy="486300"/>
            <a:chOff x="457200" y="1466425"/>
            <a:chExt cx="776900" cy="486300"/>
          </a:xfrm>
        </p:grpSpPr>
        <p:sp>
          <p:nvSpPr>
            <p:cNvPr id="1024" name="Google Shape;1024;p14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025" name="Google Shape;1025;p14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26" name="Google Shape;1026;p149"/>
          <p:cNvGrpSpPr/>
          <p:nvPr/>
        </p:nvGrpSpPr>
        <p:grpSpPr>
          <a:xfrm>
            <a:off x="440125" y="1791730"/>
            <a:ext cx="776900" cy="486300"/>
            <a:chOff x="457200" y="1466425"/>
            <a:chExt cx="776900" cy="486300"/>
          </a:xfrm>
        </p:grpSpPr>
        <p:sp>
          <p:nvSpPr>
            <p:cNvPr id="1027" name="Google Shape;1027;p14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028" name="Google Shape;1028;p14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29" name="Google Shape;1029;p149"/>
          <p:cNvGrpSpPr/>
          <p:nvPr/>
        </p:nvGrpSpPr>
        <p:grpSpPr>
          <a:xfrm>
            <a:off x="440125" y="2446585"/>
            <a:ext cx="776900" cy="486300"/>
            <a:chOff x="457200" y="1466425"/>
            <a:chExt cx="776900" cy="486300"/>
          </a:xfrm>
        </p:grpSpPr>
        <p:sp>
          <p:nvSpPr>
            <p:cNvPr id="1030" name="Google Shape;1030;p14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031" name="Google Shape;1031;p14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2" name="Google Shape;1032;p149"/>
          <p:cNvGrpSpPr/>
          <p:nvPr/>
        </p:nvGrpSpPr>
        <p:grpSpPr>
          <a:xfrm>
            <a:off x="440125" y="3101440"/>
            <a:ext cx="776900" cy="486300"/>
            <a:chOff x="457200" y="1466425"/>
            <a:chExt cx="776900" cy="486300"/>
          </a:xfrm>
        </p:grpSpPr>
        <p:sp>
          <p:nvSpPr>
            <p:cNvPr id="1033" name="Google Shape;1033;p14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034" name="Google Shape;1034;p14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5" name="Google Shape;1035;p149"/>
          <p:cNvGrpSpPr/>
          <p:nvPr/>
        </p:nvGrpSpPr>
        <p:grpSpPr>
          <a:xfrm>
            <a:off x="440125" y="3756295"/>
            <a:ext cx="776900" cy="486300"/>
            <a:chOff x="457200" y="1466425"/>
            <a:chExt cx="776900" cy="486300"/>
          </a:xfrm>
        </p:grpSpPr>
        <p:sp>
          <p:nvSpPr>
            <p:cNvPr id="1036" name="Google Shape;1036;p149"/>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037" name="Google Shape;1037;p149"/>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038" name="Google Shape;1038;p149"/>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039" name="Google Shape;1039;p149"/>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0" name="Google Shape;1040;p149"/>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1" name="Google Shape;1041;p149"/>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2" name="Google Shape;1042;p149"/>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3" name="Google Shape;1043;p14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4" name="Google Shape;1044;p149"/>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45" name="Google Shape;1045;p149"/>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46" name="Google Shape;1046;p149"/>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47" name="Google Shape;1047;p149"/>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48" name="Google Shape;1048;p149"/>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49" name="Google Shape;1049;p149"/>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1">
  <p:cSld name="CUSTOM_6_12">
    <p:spTree>
      <p:nvGrpSpPr>
        <p:cNvPr id="1050" name="Shape 1050"/>
        <p:cNvGrpSpPr/>
        <p:nvPr/>
      </p:nvGrpSpPr>
      <p:grpSpPr>
        <a:xfrm>
          <a:off x="0" y="0"/>
          <a:ext cx="0" cy="0"/>
          <a:chOff x="0" y="0"/>
          <a:chExt cx="0" cy="0"/>
        </a:xfrm>
      </p:grpSpPr>
      <p:sp>
        <p:nvSpPr>
          <p:cNvPr id="1051" name="Google Shape;1051;p150"/>
          <p:cNvSpPr/>
          <p:nvPr>
            <p:ph idx="2" type="pic"/>
          </p:nvPr>
        </p:nvSpPr>
        <p:spPr>
          <a:xfrm>
            <a:off x="5923375" y="150"/>
            <a:ext cx="3220500" cy="5143500"/>
          </a:xfrm>
          <a:prstGeom prst="rect">
            <a:avLst/>
          </a:prstGeom>
          <a:noFill/>
          <a:ln>
            <a:noFill/>
          </a:ln>
        </p:spPr>
      </p:sp>
      <p:sp>
        <p:nvSpPr>
          <p:cNvPr id="1052" name="Google Shape;1052;p15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53" name="Google Shape;1053;p15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4" name="Google Shape;1054;p15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2">
  <p:cSld name="CUSTOM_6_13">
    <p:spTree>
      <p:nvGrpSpPr>
        <p:cNvPr id="1055" name="Shape 1055"/>
        <p:cNvGrpSpPr/>
        <p:nvPr/>
      </p:nvGrpSpPr>
      <p:grpSpPr>
        <a:xfrm>
          <a:off x="0" y="0"/>
          <a:ext cx="0" cy="0"/>
          <a:chOff x="0" y="0"/>
          <a:chExt cx="0" cy="0"/>
        </a:xfrm>
      </p:grpSpPr>
      <p:sp>
        <p:nvSpPr>
          <p:cNvPr id="1056" name="Google Shape;1056;p151"/>
          <p:cNvSpPr/>
          <p:nvPr>
            <p:ph idx="2" type="pic"/>
          </p:nvPr>
        </p:nvSpPr>
        <p:spPr>
          <a:xfrm>
            <a:off x="5923375" y="150"/>
            <a:ext cx="3220500" cy="5143500"/>
          </a:xfrm>
          <a:prstGeom prst="rect">
            <a:avLst/>
          </a:prstGeom>
          <a:noFill/>
          <a:ln>
            <a:noFill/>
          </a:ln>
        </p:spPr>
      </p:sp>
      <p:sp>
        <p:nvSpPr>
          <p:cNvPr id="1057" name="Google Shape;1057;p15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58" name="Google Shape;1058;p15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9" name="Google Shape;1059;p15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3">
  <p:cSld name="CUSTOM_6_14">
    <p:spTree>
      <p:nvGrpSpPr>
        <p:cNvPr id="1060" name="Shape 1060"/>
        <p:cNvGrpSpPr/>
        <p:nvPr/>
      </p:nvGrpSpPr>
      <p:grpSpPr>
        <a:xfrm>
          <a:off x="0" y="0"/>
          <a:ext cx="0" cy="0"/>
          <a:chOff x="0" y="0"/>
          <a:chExt cx="0" cy="0"/>
        </a:xfrm>
      </p:grpSpPr>
      <p:sp>
        <p:nvSpPr>
          <p:cNvPr id="1061" name="Google Shape;1061;p152"/>
          <p:cNvSpPr/>
          <p:nvPr>
            <p:ph idx="2" type="pic"/>
          </p:nvPr>
        </p:nvSpPr>
        <p:spPr>
          <a:xfrm>
            <a:off x="5923375" y="150"/>
            <a:ext cx="3220500" cy="5143500"/>
          </a:xfrm>
          <a:prstGeom prst="rect">
            <a:avLst/>
          </a:prstGeom>
          <a:noFill/>
          <a:ln>
            <a:noFill/>
          </a:ln>
        </p:spPr>
      </p:sp>
      <p:sp>
        <p:nvSpPr>
          <p:cNvPr id="1062" name="Google Shape;1062;p15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3" name="Google Shape;1063;p15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4" name="Google Shape;1064;p15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4">
  <p:cSld name="CUSTOM_6_15">
    <p:spTree>
      <p:nvGrpSpPr>
        <p:cNvPr id="1065" name="Shape 1065"/>
        <p:cNvGrpSpPr/>
        <p:nvPr/>
      </p:nvGrpSpPr>
      <p:grpSpPr>
        <a:xfrm>
          <a:off x="0" y="0"/>
          <a:ext cx="0" cy="0"/>
          <a:chOff x="0" y="0"/>
          <a:chExt cx="0" cy="0"/>
        </a:xfrm>
      </p:grpSpPr>
      <p:sp>
        <p:nvSpPr>
          <p:cNvPr id="1066" name="Google Shape;1066;p153"/>
          <p:cNvSpPr/>
          <p:nvPr>
            <p:ph idx="2" type="pic"/>
          </p:nvPr>
        </p:nvSpPr>
        <p:spPr>
          <a:xfrm>
            <a:off x="5923375" y="150"/>
            <a:ext cx="3220500" cy="5143500"/>
          </a:xfrm>
          <a:prstGeom prst="rect">
            <a:avLst/>
          </a:prstGeom>
          <a:noFill/>
          <a:ln>
            <a:noFill/>
          </a:ln>
        </p:spPr>
      </p:sp>
      <p:sp>
        <p:nvSpPr>
          <p:cNvPr id="1067" name="Google Shape;1067;p15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8" name="Google Shape;1068;p15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9" name="Google Shape;1069;p15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5">
  <p:cSld name="CUSTOM_6_16">
    <p:spTree>
      <p:nvGrpSpPr>
        <p:cNvPr id="1070" name="Shape 1070"/>
        <p:cNvGrpSpPr/>
        <p:nvPr/>
      </p:nvGrpSpPr>
      <p:grpSpPr>
        <a:xfrm>
          <a:off x="0" y="0"/>
          <a:ext cx="0" cy="0"/>
          <a:chOff x="0" y="0"/>
          <a:chExt cx="0" cy="0"/>
        </a:xfrm>
      </p:grpSpPr>
      <p:sp>
        <p:nvSpPr>
          <p:cNvPr id="1071" name="Google Shape;1071;p154"/>
          <p:cNvSpPr/>
          <p:nvPr>
            <p:ph idx="2" type="pic"/>
          </p:nvPr>
        </p:nvSpPr>
        <p:spPr>
          <a:xfrm>
            <a:off x="5923375" y="150"/>
            <a:ext cx="3220500" cy="5143500"/>
          </a:xfrm>
          <a:prstGeom prst="rect">
            <a:avLst/>
          </a:prstGeom>
          <a:noFill/>
          <a:ln>
            <a:noFill/>
          </a:ln>
        </p:spPr>
      </p:sp>
      <p:sp>
        <p:nvSpPr>
          <p:cNvPr id="1072" name="Google Shape;1072;p15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3" name="Google Shape;1073;p15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4" name="Google Shape;1074;p15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2">
  <p:cSld name="CUSTOM_4_3">
    <p:spTree>
      <p:nvGrpSpPr>
        <p:cNvPr id="1075" name="Shape 1075"/>
        <p:cNvGrpSpPr/>
        <p:nvPr/>
      </p:nvGrpSpPr>
      <p:grpSpPr>
        <a:xfrm>
          <a:off x="0" y="0"/>
          <a:ext cx="0" cy="0"/>
          <a:chOff x="0" y="0"/>
          <a:chExt cx="0" cy="0"/>
        </a:xfrm>
      </p:grpSpPr>
      <p:sp>
        <p:nvSpPr>
          <p:cNvPr id="1076" name="Google Shape;1076;p155"/>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7" name="Google Shape;1077;p155"/>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078" name="Google Shape;1078;p155"/>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079" name="Google Shape;1079;p155"/>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2">
  <p:cSld name="CUSTOM_11_1_1_1_2">
    <p:spTree>
      <p:nvGrpSpPr>
        <p:cNvPr id="1080" name="Shape 1080"/>
        <p:cNvGrpSpPr/>
        <p:nvPr/>
      </p:nvGrpSpPr>
      <p:grpSpPr>
        <a:xfrm>
          <a:off x="0" y="0"/>
          <a:ext cx="0" cy="0"/>
          <a:chOff x="0" y="0"/>
          <a:chExt cx="0" cy="0"/>
        </a:xfrm>
      </p:grpSpPr>
      <p:cxnSp>
        <p:nvCxnSpPr>
          <p:cNvPr id="1081" name="Google Shape;1081;p156"/>
          <p:cNvCxnSpPr/>
          <p:nvPr/>
        </p:nvCxnSpPr>
        <p:spPr>
          <a:xfrm>
            <a:off x="30950" y="1978775"/>
            <a:ext cx="1014300" cy="0"/>
          </a:xfrm>
          <a:prstGeom prst="straightConnector1">
            <a:avLst/>
          </a:prstGeom>
          <a:noFill/>
          <a:ln cap="flat" cmpd="sng" w="19050">
            <a:solidFill>
              <a:schemeClr val="accent6"/>
            </a:solidFill>
            <a:prstDash val="solid"/>
            <a:round/>
            <a:headEnd len="med" w="med" type="none"/>
            <a:tailEnd len="med" w="med" type="oval"/>
          </a:ln>
        </p:spPr>
      </p:cxnSp>
      <p:cxnSp>
        <p:nvCxnSpPr>
          <p:cNvPr id="1082" name="Google Shape;1082;p156"/>
          <p:cNvCxnSpPr/>
          <p:nvPr/>
        </p:nvCxnSpPr>
        <p:spPr>
          <a:xfrm>
            <a:off x="14793" y="1979550"/>
            <a:ext cx="1030500" cy="0"/>
          </a:xfrm>
          <a:prstGeom prst="straightConnector1">
            <a:avLst/>
          </a:prstGeom>
          <a:noFill/>
          <a:ln cap="flat" cmpd="sng" w="19050">
            <a:solidFill>
              <a:schemeClr val="accent6"/>
            </a:solidFill>
            <a:prstDash val="solid"/>
            <a:round/>
            <a:headEnd len="med" w="med" type="none"/>
            <a:tailEnd len="med" w="med" type="oval"/>
          </a:ln>
        </p:spPr>
      </p:cxnSp>
      <p:cxnSp>
        <p:nvCxnSpPr>
          <p:cNvPr id="1083" name="Google Shape;1083;p156"/>
          <p:cNvCxnSpPr/>
          <p:nvPr/>
        </p:nvCxnSpPr>
        <p:spPr>
          <a:xfrm>
            <a:off x="25190" y="2617525"/>
            <a:ext cx="1020300" cy="0"/>
          </a:xfrm>
          <a:prstGeom prst="straightConnector1">
            <a:avLst/>
          </a:prstGeom>
          <a:noFill/>
          <a:ln cap="flat" cmpd="sng" w="19050">
            <a:solidFill>
              <a:schemeClr val="accent6"/>
            </a:solidFill>
            <a:prstDash val="solid"/>
            <a:round/>
            <a:headEnd len="med" w="med" type="none"/>
            <a:tailEnd len="med" w="med" type="oval"/>
          </a:ln>
        </p:spPr>
      </p:cxnSp>
      <p:cxnSp>
        <p:nvCxnSpPr>
          <p:cNvPr id="1084" name="Google Shape;1084;p156"/>
          <p:cNvCxnSpPr/>
          <p:nvPr/>
        </p:nvCxnSpPr>
        <p:spPr>
          <a:xfrm>
            <a:off x="-6000" y="3256375"/>
            <a:ext cx="1051200" cy="0"/>
          </a:xfrm>
          <a:prstGeom prst="straightConnector1">
            <a:avLst/>
          </a:prstGeom>
          <a:noFill/>
          <a:ln cap="flat" cmpd="sng" w="19050">
            <a:solidFill>
              <a:schemeClr val="accent6"/>
            </a:solidFill>
            <a:prstDash val="solid"/>
            <a:round/>
            <a:headEnd len="med" w="med" type="none"/>
            <a:tailEnd len="med" w="med" type="oval"/>
          </a:ln>
        </p:spPr>
      </p:cxnSp>
      <p:sp>
        <p:nvSpPr>
          <p:cNvPr id="1085" name="Google Shape;1085;p15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5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56"/>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56"/>
          <p:cNvSpPr/>
          <p:nvPr/>
        </p:nvSpPr>
        <p:spPr>
          <a:xfrm>
            <a:off x="870800" y="3094822"/>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89" name="Google Shape;1089;p156"/>
          <p:cNvSpPr txBox="1"/>
          <p:nvPr>
            <p:ph idx="1" type="subTitle"/>
          </p:nvPr>
        </p:nvSpPr>
        <p:spPr>
          <a:xfrm>
            <a:off x="1193900" y="1771650"/>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0" name="Google Shape;1090;p156"/>
          <p:cNvSpPr txBox="1"/>
          <p:nvPr>
            <p:ph idx="2" type="subTitle"/>
          </p:nvPr>
        </p:nvSpPr>
        <p:spPr>
          <a:xfrm>
            <a:off x="1193900" y="24174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1" name="Google Shape;1091;p156"/>
          <p:cNvSpPr txBox="1"/>
          <p:nvPr>
            <p:ph idx="3" type="subTitle"/>
          </p:nvPr>
        </p:nvSpPr>
        <p:spPr>
          <a:xfrm>
            <a:off x="1193900" y="30632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2" name="Google Shape;1092;p156"/>
          <p:cNvSpPr/>
          <p:nvPr/>
        </p:nvSpPr>
        <p:spPr>
          <a:xfrm>
            <a:off x="870800" y="245966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93" name="Google Shape;1093;p156"/>
          <p:cNvSpPr/>
          <p:nvPr/>
        </p:nvSpPr>
        <p:spPr>
          <a:xfrm>
            <a:off x="870800" y="181754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94" name="Google Shape;1094;p1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5" name="Google Shape;1095;p156"/>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6">
  <p:cSld name="CUSTOM_6_17">
    <p:spTree>
      <p:nvGrpSpPr>
        <p:cNvPr id="1096" name="Shape 1096"/>
        <p:cNvGrpSpPr/>
        <p:nvPr/>
      </p:nvGrpSpPr>
      <p:grpSpPr>
        <a:xfrm>
          <a:off x="0" y="0"/>
          <a:ext cx="0" cy="0"/>
          <a:chOff x="0" y="0"/>
          <a:chExt cx="0" cy="0"/>
        </a:xfrm>
      </p:grpSpPr>
      <p:sp>
        <p:nvSpPr>
          <p:cNvPr id="1097" name="Google Shape;1097;p157"/>
          <p:cNvSpPr/>
          <p:nvPr>
            <p:ph idx="2" type="pic"/>
          </p:nvPr>
        </p:nvSpPr>
        <p:spPr>
          <a:xfrm>
            <a:off x="5923375" y="150"/>
            <a:ext cx="3220500" cy="5143500"/>
          </a:xfrm>
          <a:prstGeom prst="rect">
            <a:avLst/>
          </a:prstGeom>
          <a:noFill/>
          <a:ln>
            <a:noFill/>
          </a:ln>
        </p:spPr>
      </p:sp>
      <p:sp>
        <p:nvSpPr>
          <p:cNvPr id="1098" name="Google Shape;1098;p157"/>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99" name="Google Shape;1099;p157"/>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0" name="Google Shape;1100;p157"/>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7">
  <p:cSld name="CUSTOM_6_18">
    <p:spTree>
      <p:nvGrpSpPr>
        <p:cNvPr id="1101" name="Shape 1101"/>
        <p:cNvGrpSpPr/>
        <p:nvPr/>
      </p:nvGrpSpPr>
      <p:grpSpPr>
        <a:xfrm>
          <a:off x="0" y="0"/>
          <a:ext cx="0" cy="0"/>
          <a:chOff x="0" y="0"/>
          <a:chExt cx="0" cy="0"/>
        </a:xfrm>
      </p:grpSpPr>
      <p:sp>
        <p:nvSpPr>
          <p:cNvPr id="1102" name="Google Shape;1102;p158"/>
          <p:cNvSpPr/>
          <p:nvPr>
            <p:ph idx="2" type="pic"/>
          </p:nvPr>
        </p:nvSpPr>
        <p:spPr>
          <a:xfrm>
            <a:off x="5923375" y="150"/>
            <a:ext cx="3220500" cy="5143500"/>
          </a:xfrm>
          <a:prstGeom prst="rect">
            <a:avLst/>
          </a:prstGeom>
          <a:noFill/>
          <a:ln>
            <a:noFill/>
          </a:ln>
        </p:spPr>
      </p:sp>
      <p:sp>
        <p:nvSpPr>
          <p:cNvPr id="1103" name="Google Shape;1103;p158"/>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4" name="Google Shape;1104;p158"/>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5" name="Google Shape;1105;p158"/>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8">
  <p:cSld name="CUSTOM_6_19">
    <p:spTree>
      <p:nvGrpSpPr>
        <p:cNvPr id="1106" name="Shape 1106"/>
        <p:cNvGrpSpPr/>
        <p:nvPr/>
      </p:nvGrpSpPr>
      <p:grpSpPr>
        <a:xfrm>
          <a:off x="0" y="0"/>
          <a:ext cx="0" cy="0"/>
          <a:chOff x="0" y="0"/>
          <a:chExt cx="0" cy="0"/>
        </a:xfrm>
      </p:grpSpPr>
      <p:sp>
        <p:nvSpPr>
          <p:cNvPr id="1107" name="Google Shape;1107;p159"/>
          <p:cNvSpPr/>
          <p:nvPr>
            <p:ph idx="2" type="pic"/>
          </p:nvPr>
        </p:nvSpPr>
        <p:spPr>
          <a:xfrm>
            <a:off x="5923375" y="150"/>
            <a:ext cx="3220500" cy="5143500"/>
          </a:xfrm>
          <a:prstGeom prst="rect">
            <a:avLst/>
          </a:prstGeom>
          <a:noFill/>
          <a:ln>
            <a:noFill/>
          </a:ln>
        </p:spPr>
      </p:sp>
      <p:sp>
        <p:nvSpPr>
          <p:cNvPr id="1108" name="Google Shape;1108;p159"/>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9" name="Google Shape;1109;p159"/>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0" name="Google Shape;1110;p159"/>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9">
  <p:cSld name="CUSTOM_6_20">
    <p:spTree>
      <p:nvGrpSpPr>
        <p:cNvPr id="1111" name="Shape 1111"/>
        <p:cNvGrpSpPr/>
        <p:nvPr/>
      </p:nvGrpSpPr>
      <p:grpSpPr>
        <a:xfrm>
          <a:off x="0" y="0"/>
          <a:ext cx="0" cy="0"/>
          <a:chOff x="0" y="0"/>
          <a:chExt cx="0" cy="0"/>
        </a:xfrm>
      </p:grpSpPr>
      <p:sp>
        <p:nvSpPr>
          <p:cNvPr id="1112" name="Google Shape;1112;p160"/>
          <p:cNvSpPr/>
          <p:nvPr>
            <p:ph idx="2" type="pic"/>
          </p:nvPr>
        </p:nvSpPr>
        <p:spPr>
          <a:xfrm>
            <a:off x="5923375" y="150"/>
            <a:ext cx="3220500" cy="5143500"/>
          </a:xfrm>
          <a:prstGeom prst="rect">
            <a:avLst/>
          </a:prstGeom>
          <a:noFill/>
          <a:ln>
            <a:noFill/>
          </a:ln>
        </p:spPr>
      </p:sp>
      <p:sp>
        <p:nvSpPr>
          <p:cNvPr id="1113" name="Google Shape;1113;p160"/>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4" name="Google Shape;1114;p160"/>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5" name="Google Shape;1115;p160"/>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Line Removed)">
  <p:cSld name="CUSTOM_2_7_2_2_1">
    <p:spTree>
      <p:nvGrpSpPr>
        <p:cNvPr id="1116" name="Shape 1116"/>
        <p:cNvGrpSpPr/>
        <p:nvPr/>
      </p:nvGrpSpPr>
      <p:grpSpPr>
        <a:xfrm>
          <a:off x="0" y="0"/>
          <a:ext cx="0" cy="0"/>
          <a:chOff x="0" y="0"/>
          <a:chExt cx="0" cy="0"/>
        </a:xfrm>
      </p:grpSpPr>
      <p:sp>
        <p:nvSpPr>
          <p:cNvPr id="1117" name="Google Shape;1117;p161"/>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18" name="Google Shape;1118;p1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19" name="Google Shape;1119;p1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1120" name="Google Shape;1120;p161"/>
          <p:cNvSpPr txBox="1"/>
          <p:nvPr>
            <p:ph idx="2" type="body"/>
          </p:nvPr>
        </p:nvSpPr>
        <p:spPr>
          <a:xfrm>
            <a:off x="175" y="1284250"/>
            <a:ext cx="9144000" cy="32628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slide 02 1">
  <p:cSld name="CUSTOM_21_2_2_2">
    <p:spTree>
      <p:nvGrpSpPr>
        <p:cNvPr id="1121" name="Shape 1121"/>
        <p:cNvGrpSpPr/>
        <p:nvPr/>
      </p:nvGrpSpPr>
      <p:grpSpPr>
        <a:xfrm>
          <a:off x="0" y="0"/>
          <a:ext cx="0" cy="0"/>
          <a:chOff x="0" y="0"/>
          <a:chExt cx="0" cy="0"/>
        </a:xfrm>
      </p:grpSpPr>
      <p:cxnSp>
        <p:nvCxnSpPr>
          <p:cNvPr id="1122" name="Google Shape;1122;p162"/>
          <p:cNvCxnSpPr/>
          <p:nvPr/>
        </p:nvCxnSpPr>
        <p:spPr>
          <a:xfrm>
            <a:off x="0" y="929900"/>
            <a:ext cx="7337400" cy="0"/>
          </a:xfrm>
          <a:prstGeom prst="straightConnector1">
            <a:avLst/>
          </a:prstGeom>
          <a:noFill/>
          <a:ln cap="flat" cmpd="sng" w="19050">
            <a:solidFill>
              <a:srgbClr val="2E5E73"/>
            </a:solidFill>
            <a:prstDash val="solid"/>
            <a:round/>
            <a:headEnd len="med" w="med" type="none"/>
            <a:tailEnd len="med" w="med" type="oval"/>
          </a:ln>
        </p:spPr>
      </p:cxnSp>
      <p:sp>
        <p:nvSpPr>
          <p:cNvPr id="1123" name="Google Shape;1123;p162"/>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4" name="Google Shape;1124;p162"/>
          <p:cNvSpPr txBox="1"/>
          <p:nvPr>
            <p:ph idx="2"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5" name="Google Shape;1125;p162"/>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6" name="Google Shape;1126;p162"/>
          <p:cNvPicPr preferRelativeResize="0"/>
          <p:nvPr/>
        </p:nvPicPr>
        <p:blipFill>
          <a:blip r:embed="rId2">
            <a:alphaModFix/>
          </a:blip>
          <a:stretch>
            <a:fillRect/>
          </a:stretch>
        </p:blipFill>
        <p:spPr>
          <a:xfrm>
            <a:off x="192875" y="284200"/>
            <a:ext cx="459000" cy="471541"/>
          </a:xfrm>
          <a:prstGeom prst="rect">
            <a:avLst/>
          </a:prstGeom>
          <a:noFill/>
          <a:ln>
            <a:noFill/>
          </a:ln>
        </p:spPr>
      </p:pic>
      <p:sp>
        <p:nvSpPr>
          <p:cNvPr id="1127" name="Google Shape;1127;p162"/>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62"/>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62"/>
          <p:cNvSpPr/>
          <p:nvPr/>
        </p:nvSpPr>
        <p:spPr>
          <a:xfrm>
            <a:off x="953325" y="3063525"/>
            <a:ext cx="7517100" cy="484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62"/>
          <p:cNvSpPr/>
          <p:nvPr/>
        </p:nvSpPr>
        <p:spPr>
          <a:xfrm>
            <a:off x="953325" y="1136875"/>
            <a:ext cx="7517100" cy="484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62"/>
          <p:cNvSpPr/>
          <p:nvPr/>
        </p:nvSpPr>
        <p:spPr>
          <a:xfrm>
            <a:off x="802850" y="113230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32" name="Google Shape;1132;p162"/>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33" name="Google Shape;1133;p162"/>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34" name="Google Shape;1134;p162"/>
          <p:cNvSpPr/>
          <p:nvPr/>
        </p:nvSpPr>
        <p:spPr>
          <a:xfrm>
            <a:off x="802850" y="30635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35" name="Google Shape;1135;p162"/>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36" name="Google Shape;1136;p162"/>
          <p:cNvSpPr txBox="1"/>
          <p:nvPr>
            <p:ph idx="3"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37" name="Google Shape;1137;p162"/>
          <p:cNvSpPr txBox="1"/>
          <p:nvPr>
            <p:ph idx="4"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38" name="Google Shape;1138;p162"/>
          <p:cNvSpPr txBox="1"/>
          <p:nvPr>
            <p:ph idx="5" type="subTitle"/>
          </p:nvPr>
        </p:nvSpPr>
        <p:spPr>
          <a:xfrm>
            <a:off x="1224625" y="306352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4">
  <p:cSld name="CUSTOM_11_1_1_2_2">
    <p:spTree>
      <p:nvGrpSpPr>
        <p:cNvPr id="1139" name="Shape 1139"/>
        <p:cNvGrpSpPr/>
        <p:nvPr/>
      </p:nvGrpSpPr>
      <p:grpSpPr>
        <a:xfrm>
          <a:off x="0" y="0"/>
          <a:ext cx="0" cy="0"/>
          <a:chOff x="0" y="0"/>
          <a:chExt cx="0" cy="0"/>
        </a:xfrm>
      </p:grpSpPr>
      <p:grpSp>
        <p:nvGrpSpPr>
          <p:cNvPr id="1140" name="Google Shape;1140;p163"/>
          <p:cNvGrpSpPr/>
          <p:nvPr/>
        </p:nvGrpSpPr>
        <p:grpSpPr>
          <a:xfrm>
            <a:off x="440125" y="1136875"/>
            <a:ext cx="776900" cy="486300"/>
            <a:chOff x="457200" y="1466425"/>
            <a:chExt cx="776900" cy="486300"/>
          </a:xfrm>
        </p:grpSpPr>
        <p:sp>
          <p:nvSpPr>
            <p:cNvPr id="1141" name="Google Shape;1141;p163"/>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142" name="Google Shape;1142;p163"/>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43" name="Google Shape;1143;p163"/>
          <p:cNvGrpSpPr/>
          <p:nvPr/>
        </p:nvGrpSpPr>
        <p:grpSpPr>
          <a:xfrm>
            <a:off x="440125" y="1791730"/>
            <a:ext cx="776900" cy="486300"/>
            <a:chOff x="457200" y="1466425"/>
            <a:chExt cx="776900" cy="486300"/>
          </a:xfrm>
        </p:grpSpPr>
        <p:sp>
          <p:nvSpPr>
            <p:cNvPr id="1144" name="Google Shape;1144;p163"/>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145" name="Google Shape;1145;p163"/>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46" name="Google Shape;1146;p163"/>
          <p:cNvGrpSpPr/>
          <p:nvPr/>
        </p:nvGrpSpPr>
        <p:grpSpPr>
          <a:xfrm>
            <a:off x="440125" y="2446585"/>
            <a:ext cx="776900" cy="486300"/>
            <a:chOff x="457200" y="1466425"/>
            <a:chExt cx="776900" cy="486300"/>
          </a:xfrm>
        </p:grpSpPr>
        <p:sp>
          <p:nvSpPr>
            <p:cNvPr id="1147" name="Google Shape;1147;p163"/>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148" name="Google Shape;1148;p163"/>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49" name="Google Shape;1149;p163"/>
          <p:cNvGrpSpPr/>
          <p:nvPr/>
        </p:nvGrpSpPr>
        <p:grpSpPr>
          <a:xfrm>
            <a:off x="440125" y="3101440"/>
            <a:ext cx="776900" cy="486300"/>
            <a:chOff x="457200" y="1466425"/>
            <a:chExt cx="776900" cy="486300"/>
          </a:xfrm>
        </p:grpSpPr>
        <p:sp>
          <p:nvSpPr>
            <p:cNvPr id="1150" name="Google Shape;1150;p163"/>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04</a:t>
              </a:r>
              <a:endParaRPr i="0" sz="3000" u="none" cap="none" strike="noStrike">
                <a:solidFill>
                  <a:schemeClr val="dk2"/>
                </a:solidFill>
                <a:latin typeface="Roboto"/>
                <a:ea typeface="Roboto"/>
                <a:cs typeface="Roboto"/>
                <a:sym typeface="Roboto"/>
              </a:endParaRPr>
            </a:p>
          </p:txBody>
        </p:sp>
        <p:sp>
          <p:nvSpPr>
            <p:cNvPr id="1151" name="Google Shape;1151;p163"/>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152" name="Google Shape;1152;p163"/>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153" name="Google Shape;1153;p163"/>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54" name="Google Shape;1154;p163"/>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55" name="Google Shape;1155;p163"/>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56" name="Google Shape;1156;p16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57" name="Google Shape;1157;p163"/>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8" name="Google Shape;1158;p163"/>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9" name="Google Shape;1159;p163"/>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60" name="Google Shape;1160;p163"/>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61" name="Google Shape;1161;p163"/>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3 2">
  <p:cSld name="CUSTOM_11_1_3_2">
    <p:spTree>
      <p:nvGrpSpPr>
        <p:cNvPr id="1162" name="Shape 1162"/>
        <p:cNvGrpSpPr/>
        <p:nvPr/>
      </p:nvGrpSpPr>
      <p:grpSpPr>
        <a:xfrm>
          <a:off x="0" y="0"/>
          <a:ext cx="0" cy="0"/>
          <a:chOff x="0" y="0"/>
          <a:chExt cx="0" cy="0"/>
        </a:xfrm>
      </p:grpSpPr>
      <p:sp>
        <p:nvSpPr>
          <p:cNvPr id="1163" name="Google Shape;1163;p16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4" name="Google Shape;1164;p16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5" name="Google Shape;1165;p16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5">
  <p:cSld name="CUSTOM_11_1_2">
    <p:spTree>
      <p:nvGrpSpPr>
        <p:cNvPr id="1166" name="Shape 1166"/>
        <p:cNvGrpSpPr/>
        <p:nvPr/>
      </p:nvGrpSpPr>
      <p:grpSpPr>
        <a:xfrm>
          <a:off x="0" y="0"/>
          <a:ext cx="0" cy="0"/>
          <a:chOff x="0" y="0"/>
          <a:chExt cx="0" cy="0"/>
        </a:xfrm>
      </p:grpSpPr>
      <p:sp>
        <p:nvSpPr>
          <p:cNvPr id="1167" name="Google Shape;1167;p165"/>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65"/>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65"/>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65"/>
          <p:cNvSpPr/>
          <p:nvPr/>
        </p:nvSpPr>
        <p:spPr>
          <a:xfrm>
            <a:off x="953325" y="37053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65"/>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65"/>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73" name="Google Shape;1173;p165"/>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74" name="Google Shape;1174;p165"/>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75" name="Google Shape;1175;p165"/>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76" name="Google Shape;1176;p165"/>
          <p:cNvSpPr/>
          <p:nvPr/>
        </p:nvSpPr>
        <p:spPr>
          <a:xfrm>
            <a:off x="802850" y="36620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177" name="Google Shape;1177;p165"/>
          <p:cNvSpPr txBox="1"/>
          <p:nvPr>
            <p:ph idx="1" type="subTitle"/>
          </p:nvPr>
        </p:nvSpPr>
        <p:spPr>
          <a:xfrm>
            <a:off x="1354400" y="112917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78" name="Google Shape;1178;p165"/>
          <p:cNvSpPr txBox="1"/>
          <p:nvPr>
            <p:ph idx="2" type="subTitle"/>
          </p:nvPr>
        </p:nvSpPr>
        <p:spPr>
          <a:xfrm>
            <a:off x="1354400" y="1771638"/>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79" name="Google Shape;1179;p165"/>
          <p:cNvSpPr txBox="1"/>
          <p:nvPr>
            <p:ph idx="3" type="subTitle"/>
          </p:nvPr>
        </p:nvSpPr>
        <p:spPr>
          <a:xfrm>
            <a:off x="1354400" y="241742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0" name="Google Shape;1180;p165"/>
          <p:cNvSpPr txBox="1"/>
          <p:nvPr>
            <p:ph idx="4" type="subTitle"/>
          </p:nvPr>
        </p:nvSpPr>
        <p:spPr>
          <a:xfrm>
            <a:off x="1354400" y="3063213"/>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1" name="Google Shape;1181;p165"/>
          <p:cNvSpPr txBox="1"/>
          <p:nvPr>
            <p:ph idx="5" type="subTitle"/>
          </p:nvPr>
        </p:nvSpPr>
        <p:spPr>
          <a:xfrm>
            <a:off x="1354400" y="370562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2" name="Google Shape;1182;p1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83" name="Google Shape;1183;p165"/>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3">
  <p:cSld name="CUSTOM_11_1_3_3">
    <p:spTree>
      <p:nvGrpSpPr>
        <p:cNvPr id="1184" name="Shape 1184"/>
        <p:cNvGrpSpPr/>
        <p:nvPr/>
      </p:nvGrpSpPr>
      <p:grpSpPr>
        <a:xfrm>
          <a:off x="0" y="0"/>
          <a:ext cx="0" cy="0"/>
          <a:chOff x="0" y="0"/>
          <a:chExt cx="0" cy="0"/>
        </a:xfrm>
      </p:grpSpPr>
      <p:sp>
        <p:nvSpPr>
          <p:cNvPr id="1185" name="Google Shape;1185;p16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6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66"/>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66"/>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66"/>
          <p:cNvSpPr/>
          <p:nvPr/>
        </p:nvSpPr>
        <p:spPr>
          <a:xfrm>
            <a:off x="802850" y="1107479"/>
            <a:ext cx="459000" cy="459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1</a:t>
            </a:r>
            <a:endParaRPr>
              <a:solidFill>
                <a:schemeClr val="dk2"/>
              </a:solidFill>
            </a:endParaRPr>
          </a:p>
        </p:txBody>
      </p:sp>
      <p:sp>
        <p:nvSpPr>
          <p:cNvPr id="1190" name="Google Shape;1190;p166"/>
          <p:cNvSpPr/>
          <p:nvPr/>
        </p:nvSpPr>
        <p:spPr>
          <a:xfrm>
            <a:off x="802850" y="1749267"/>
            <a:ext cx="459000" cy="459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2</a:t>
            </a:r>
            <a:endParaRPr>
              <a:solidFill>
                <a:schemeClr val="dk2"/>
              </a:solidFill>
            </a:endParaRPr>
          </a:p>
        </p:txBody>
      </p:sp>
      <p:sp>
        <p:nvSpPr>
          <p:cNvPr id="1191" name="Google Shape;1191;p166"/>
          <p:cNvSpPr/>
          <p:nvPr/>
        </p:nvSpPr>
        <p:spPr>
          <a:xfrm>
            <a:off x="802850" y="2391692"/>
            <a:ext cx="459000" cy="459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3</a:t>
            </a:r>
            <a:endParaRPr>
              <a:solidFill>
                <a:schemeClr val="dk2"/>
              </a:solidFill>
            </a:endParaRPr>
          </a:p>
        </p:txBody>
      </p:sp>
      <p:sp>
        <p:nvSpPr>
          <p:cNvPr id="1192" name="Google Shape;1192;p166"/>
          <p:cNvSpPr/>
          <p:nvPr/>
        </p:nvSpPr>
        <p:spPr>
          <a:xfrm>
            <a:off x="802850" y="3026867"/>
            <a:ext cx="459000" cy="459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4</a:t>
            </a:r>
            <a:endParaRPr>
              <a:solidFill>
                <a:schemeClr val="dk2"/>
              </a:solidFill>
            </a:endParaRPr>
          </a:p>
        </p:txBody>
      </p:sp>
      <p:sp>
        <p:nvSpPr>
          <p:cNvPr id="1193" name="Google Shape;1193;p166"/>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4" name="Google Shape;1194;p166"/>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5" name="Google Shape;1195;p166"/>
          <p:cNvSpPr txBox="1"/>
          <p:nvPr>
            <p:ph idx="1" type="subTitle"/>
          </p:nvPr>
        </p:nvSpPr>
        <p:spPr>
          <a:xfrm>
            <a:off x="1354400" y="112917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96" name="Google Shape;1196;p166"/>
          <p:cNvSpPr txBox="1"/>
          <p:nvPr>
            <p:ph idx="3" type="subTitle"/>
          </p:nvPr>
        </p:nvSpPr>
        <p:spPr>
          <a:xfrm>
            <a:off x="1354400" y="1771638"/>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97" name="Google Shape;1197;p166"/>
          <p:cNvSpPr txBox="1"/>
          <p:nvPr>
            <p:ph idx="4" type="subTitle"/>
          </p:nvPr>
        </p:nvSpPr>
        <p:spPr>
          <a:xfrm>
            <a:off x="1354400" y="241742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98" name="Google Shape;1198;p166"/>
          <p:cNvSpPr txBox="1"/>
          <p:nvPr>
            <p:ph idx="5" type="subTitle"/>
          </p:nvPr>
        </p:nvSpPr>
        <p:spPr>
          <a:xfrm>
            <a:off x="1354400" y="3063213"/>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99" name="Google Shape;1199;p1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SECTION_HEADER_1_5">
    <p:spTree>
      <p:nvGrpSpPr>
        <p:cNvPr id="1200" name="Shape 1200"/>
        <p:cNvGrpSpPr/>
        <p:nvPr/>
      </p:nvGrpSpPr>
      <p:grpSpPr>
        <a:xfrm>
          <a:off x="0" y="0"/>
          <a:ext cx="0" cy="0"/>
          <a:chOff x="0" y="0"/>
          <a:chExt cx="0" cy="0"/>
        </a:xfrm>
      </p:grpSpPr>
      <p:cxnSp>
        <p:nvCxnSpPr>
          <p:cNvPr id="1201" name="Google Shape;1201;p16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1202" name="Google Shape;1202;p16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203" name="Google Shape;1203;p16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204" name="Google Shape;1204;p16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3">
  <p:cSld name="CUSTOM_4_4">
    <p:spTree>
      <p:nvGrpSpPr>
        <p:cNvPr id="1205" name="Shape 1205"/>
        <p:cNvGrpSpPr/>
        <p:nvPr/>
      </p:nvGrpSpPr>
      <p:grpSpPr>
        <a:xfrm>
          <a:off x="0" y="0"/>
          <a:ext cx="0" cy="0"/>
          <a:chOff x="0" y="0"/>
          <a:chExt cx="0" cy="0"/>
        </a:xfrm>
      </p:grpSpPr>
      <p:sp>
        <p:nvSpPr>
          <p:cNvPr id="1206" name="Google Shape;1206;p168"/>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7" name="Google Shape;1207;p168"/>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208" name="Google Shape;1208;p168"/>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209" name="Google Shape;1209;p168"/>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29" Type="http://schemas.openxmlformats.org/officeDocument/2006/relationships/slideLayout" Target="../slideLayouts/slideLayout129.xml"/><Relationship Id="rId128" Type="http://schemas.openxmlformats.org/officeDocument/2006/relationships/slideLayout" Target="../slideLayouts/slideLayout128.xml"/><Relationship Id="rId127" Type="http://schemas.openxmlformats.org/officeDocument/2006/relationships/slideLayout" Target="../slideLayouts/slideLayout127.xml"/><Relationship Id="rId126" Type="http://schemas.openxmlformats.org/officeDocument/2006/relationships/slideLayout" Target="../slideLayouts/slideLayout126.xml"/><Relationship Id="rId26" Type="http://schemas.openxmlformats.org/officeDocument/2006/relationships/slideLayout" Target="../slideLayouts/slideLayout26.xml"/><Relationship Id="rId121" Type="http://schemas.openxmlformats.org/officeDocument/2006/relationships/slideLayout" Target="../slideLayouts/slideLayout121.xml"/><Relationship Id="rId25" Type="http://schemas.openxmlformats.org/officeDocument/2006/relationships/slideLayout" Target="../slideLayouts/slideLayout25.xml"/><Relationship Id="rId120" Type="http://schemas.openxmlformats.org/officeDocument/2006/relationships/slideLayout" Target="../slideLayouts/slideLayout120.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125" Type="http://schemas.openxmlformats.org/officeDocument/2006/relationships/slideLayout" Target="../slideLayouts/slideLayout125.xml"/><Relationship Id="rId29" Type="http://schemas.openxmlformats.org/officeDocument/2006/relationships/slideLayout" Target="../slideLayouts/slideLayout29.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9" Type="http://schemas.openxmlformats.org/officeDocument/2006/relationships/slideLayout" Target="../slideLayouts/slideLayout119.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150" Type="http://schemas.openxmlformats.org/officeDocument/2006/relationships/slideLayout" Target="../slideLayouts/slideLayout150.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149" Type="http://schemas.openxmlformats.org/officeDocument/2006/relationships/slideLayout" Target="../slideLayouts/slideLayout149.xml"/><Relationship Id="rId4" Type="http://schemas.openxmlformats.org/officeDocument/2006/relationships/slideLayout" Target="../slideLayouts/slideLayout4.xml"/><Relationship Id="rId148" Type="http://schemas.openxmlformats.org/officeDocument/2006/relationships/slideLayout" Target="../slideLayouts/slideLayout148.xml"/><Relationship Id="rId9" Type="http://schemas.openxmlformats.org/officeDocument/2006/relationships/slideLayout" Target="../slideLayouts/slideLayout9.xml"/><Relationship Id="rId143" Type="http://schemas.openxmlformats.org/officeDocument/2006/relationships/slideLayout" Target="../slideLayouts/slideLayout143.xml"/><Relationship Id="rId142" Type="http://schemas.openxmlformats.org/officeDocument/2006/relationships/slideLayout" Target="../slideLayouts/slideLayout142.xml"/><Relationship Id="rId141" Type="http://schemas.openxmlformats.org/officeDocument/2006/relationships/slideLayout" Target="../slideLayouts/slideLayout141.xml"/><Relationship Id="rId140" Type="http://schemas.openxmlformats.org/officeDocument/2006/relationships/slideLayout" Target="../slideLayouts/slideLayout140.xml"/><Relationship Id="rId5" Type="http://schemas.openxmlformats.org/officeDocument/2006/relationships/slideLayout" Target="../slideLayouts/slideLayout5.xml"/><Relationship Id="rId147" Type="http://schemas.openxmlformats.org/officeDocument/2006/relationships/slideLayout" Target="../slideLayouts/slideLayout147.xml"/><Relationship Id="rId6" Type="http://schemas.openxmlformats.org/officeDocument/2006/relationships/slideLayout" Target="../slideLayouts/slideLayout6.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145" Type="http://schemas.openxmlformats.org/officeDocument/2006/relationships/slideLayout" Target="../slideLayouts/slideLayout145.xml"/><Relationship Id="rId8" Type="http://schemas.openxmlformats.org/officeDocument/2006/relationships/slideLayout" Target="../slideLayouts/slideLayout8.xml"/><Relationship Id="rId144" Type="http://schemas.openxmlformats.org/officeDocument/2006/relationships/slideLayout" Target="../slideLayouts/slideLayout14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139" Type="http://schemas.openxmlformats.org/officeDocument/2006/relationships/slideLayout" Target="../slideLayouts/slideLayout139.xml"/><Relationship Id="rId138" Type="http://schemas.openxmlformats.org/officeDocument/2006/relationships/slideLayout" Target="../slideLayouts/slideLayout138.xml"/><Relationship Id="rId137" Type="http://schemas.openxmlformats.org/officeDocument/2006/relationships/slideLayout" Target="../slideLayouts/slideLayout137.xml"/><Relationship Id="rId132" Type="http://schemas.openxmlformats.org/officeDocument/2006/relationships/slideLayout" Target="../slideLayouts/slideLayout132.xml"/><Relationship Id="rId131" Type="http://schemas.openxmlformats.org/officeDocument/2006/relationships/slideLayout" Target="../slideLayouts/slideLayout131.xml"/><Relationship Id="rId130" Type="http://schemas.openxmlformats.org/officeDocument/2006/relationships/slideLayout" Target="../slideLayouts/slideLayout130.xml"/><Relationship Id="rId136" Type="http://schemas.openxmlformats.org/officeDocument/2006/relationships/slideLayout" Target="../slideLayouts/slideLayout136.xml"/><Relationship Id="rId135" Type="http://schemas.openxmlformats.org/officeDocument/2006/relationships/slideLayout" Target="../slideLayouts/slideLayout135.xml"/><Relationship Id="rId134" Type="http://schemas.openxmlformats.org/officeDocument/2006/relationships/slideLayout" Target="../slideLayouts/slideLayout134.xml"/><Relationship Id="rId133" Type="http://schemas.openxmlformats.org/officeDocument/2006/relationships/slideLayout" Target="../slideLayouts/slideLayout13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165" Type="http://schemas.openxmlformats.org/officeDocument/2006/relationships/slideLayout" Target="../slideLayouts/slideLayout165.xml"/><Relationship Id="rId69" Type="http://schemas.openxmlformats.org/officeDocument/2006/relationships/slideLayout" Target="../slideLayouts/slideLayout69.xml"/><Relationship Id="rId164" Type="http://schemas.openxmlformats.org/officeDocument/2006/relationships/slideLayout" Target="../slideLayouts/slideLayout164.xml"/><Relationship Id="rId163" Type="http://schemas.openxmlformats.org/officeDocument/2006/relationships/slideLayout" Target="../slideLayouts/slideLayout163.xml"/><Relationship Id="rId162" Type="http://schemas.openxmlformats.org/officeDocument/2006/relationships/slideLayout" Target="../slideLayouts/slideLayout162.xml"/><Relationship Id="rId168" Type="http://schemas.openxmlformats.org/officeDocument/2006/relationships/theme" Target="../theme/theme1.xml"/><Relationship Id="rId167" Type="http://schemas.openxmlformats.org/officeDocument/2006/relationships/slideLayout" Target="../slideLayouts/slideLayout167.xml"/><Relationship Id="rId166" Type="http://schemas.openxmlformats.org/officeDocument/2006/relationships/slideLayout" Target="../slideLayouts/slideLayout166.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161" Type="http://schemas.openxmlformats.org/officeDocument/2006/relationships/slideLayout" Target="../slideLayouts/slideLayout161.xml"/><Relationship Id="rId54" Type="http://schemas.openxmlformats.org/officeDocument/2006/relationships/slideLayout" Target="../slideLayouts/slideLayout54.xml"/><Relationship Id="rId160" Type="http://schemas.openxmlformats.org/officeDocument/2006/relationships/slideLayout" Target="../slideLayouts/slideLayout160.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159" Type="http://schemas.openxmlformats.org/officeDocument/2006/relationships/slideLayout" Target="../slideLayouts/slideLayout159.xml"/><Relationship Id="rId59" Type="http://schemas.openxmlformats.org/officeDocument/2006/relationships/slideLayout" Target="../slideLayouts/slideLayout59.xml"/><Relationship Id="rId154" Type="http://schemas.openxmlformats.org/officeDocument/2006/relationships/slideLayout" Target="../slideLayouts/slideLayout154.xml"/><Relationship Id="rId58" Type="http://schemas.openxmlformats.org/officeDocument/2006/relationships/slideLayout" Target="../slideLayouts/slideLayout58.xml"/><Relationship Id="rId153" Type="http://schemas.openxmlformats.org/officeDocument/2006/relationships/slideLayout" Target="../slideLayouts/slideLayout153.xml"/><Relationship Id="rId152" Type="http://schemas.openxmlformats.org/officeDocument/2006/relationships/slideLayout" Target="../slideLayouts/slideLayout152.xml"/><Relationship Id="rId151" Type="http://schemas.openxmlformats.org/officeDocument/2006/relationships/slideLayout" Target="../slideLayouts/slideLayout151.xml"/><Relationship Id="rId158" Type="http://schemas.openxmlformats.org/officeDocument/2006/relationships/slideLayout" Target="../slideLayouts/slideLayout158.xml"/><Relationship Id="rId157" Type="http://schemas.openxmlformats.org/officeDocument/2006/relationships/slideLayout" Target="../slideLayouts/slideLayout157.xml"/><Relationship Id="rId156" Type="http://schemas.openxmlformats.org/officeDocument/2006/relationships/slideLayout" Target="../slideLayouts/slideLayout156.xml"/><Relationship Id="rId155"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 id="2147483803" r:id="rId156"/>
    <p:sldLayoutId id="2147483804" r:id="rId157"/>
    <p:sldLayoutId id="2147483805" r:id="rId158"/>
    <p:sldLayoutId id="2147483806" r:id="rId159"/>
    <p:sldLayoutId id="2147483807" r:id="rId160"/>
    <p:sldLayoutId id="2147483808" r:id="rId161"/>
    <p:sldLayoutId id="2147483809" r:id="rId162"/>
    <p:sldLayoutId id="2147483810" r:id="rId163"/>
    <p:sldLayoutId id="2147483811" r:id="rId164"/>
    <p:sldLayoutId id="2147483812" r:id="rId165"/>
    <p:sldLayoutId id="2147483813" r:id="rId166"/>
    <p:sldLayoutId id="2147483814" r:id="rId16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5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6.xml"/><Relationship Id="rId3" Type="http://schemas.openxmlformats.org/officeDocument/2006/relationships/image" Target="../media/image67.png"/><Relationship Id="rId4" Type="http://schemas.openxmlformats.org/officeDocument/2006/relationships/hyperlink" Target="https://www.splunk.com/en_us/software/enterprise-security.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xml"/><Relationship Id="rId3" Type="http://schemas.openxmlformats.org/officeDocument/2006/relationships/image" Target="../media/image44.png"/><Relationship Id="rId4" Type="http://schemas.openxmlformats.org/officeDocument/2006/relationships/image" Target="../media/image76.png"/><Relationship Id="rId5"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8.xml"/><Relationship Id="rId3" Type="http://schemas.openxmlformats.org/officeDocument/2006/relationships/image" Target="../media/image5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0.xml"/><Relationship Id="rId3" Type="http://schemas.openxmlformats.org/officeDocument/2006/relationships/image" Target="../media/image4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1.xml"/><Relationship Id="rId3" Type="http://schemas.openxmlformats.org/officeDocument/2006/relationships/image" Target="../media/image8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4.xml"/><Relationship Id="rId3" Type="http://schemas.openxmlformats.org/officeDocument/2006/relationships/hyperlink" Target="https://www.splunk.com/en_us/software/user-behavior-analytics.html" TargetMode="External"/><Relationship Id="rId4" Type="http://schemas.openxmlformats.org/officeDocument/2006/relationships/image" Target="../media/image79.png"/><Relationship Id="rId5" Type="http://schemas.openxmlformats.org/officeDocument/2006/relationships/image" Target="../media/image7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5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7.xml"/><Relationship Id="rId3" Type="http://schemas.openxmlformats.org/officeDocument/2006/relationships/image" Target="../media/image61.png"/><Relationship Id="rId4" Type="http://schemas.openxmlformats.org/officeDocument/2006/relationships/image" Target="../media/image69.png"/><Relationship Id="rId5"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8.xml"/><Relationship Id="rId3" Type="http://schemas.openxmlformats.org/officeDocument/2006/relationships/hyperlink" Target="https://www.splunk.com/en_us/software/user-behavior-analytics.html" TargetMode="External"/><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8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6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2.xml"/><Relationship Id="rId3" Type="http://schemas.openxmlformats.org/officeDocument/2006/relationships/image" Target="../media/image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4.xml"/><Relationship Id="rId3"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xml"/><Relationship Id="rId3" Type="http://schemas.openxmlformats.org/officeDocument/2006/relationships/image" Target="../media/image7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9.xml"/><Relationship Id="rId3"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0.xml"/><Relationship Id="rId3"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1.xml"/><Relationship Id="rId3" Type="http://schemas.openxmlformats.org/officeDocument/2006/relationships/image" Target="../media/image8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3.xml"/><Relationship Id="rId3" Type="http://schemas.openxmlformats.org/officeDocument/2006/relationships/image" Target="../media/image56.png"/><Relationship Id="rId4" Type="http://schemas.openxmlformats.org/officeDocument/2006/relationships/image" Target="../media/image5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4.xml"/><Relationship Id="rId3" Type="http://schemas.openxmlformats.org/officeDocument/2006/relationships/hyperlink" Target="https://www.edureka.co/blog/splunk-careers-big-data-jobs/" TargetMode="External"/><Relationship Id="rId4" Type="http://schemas.openxmlformats.org/officeDocument/2006/relationships/image" Target="../media/image8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9.xml"/><Relationship Id="rId3" Type="http://schemas.openxmlformats.org/officeDocument/2006/relationships/image" Target="../media/image6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0.xml"/><Relationship Id="rId3" Type="http://schemas.openxmlformats.org/officeDocument/2006/relationships/image" Target="../media/image8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2.xml"/><Relationship Id="rId3" Type="http://schemas.openxmlformats.org/officeDocument/2006/relationships/image" Target="../media/image66.png"/><Relationship Id="rId4" Type="http://schemas.openxmlformats.org/officeDocument/2006/relationships/image" Target="../media/image63.png"/><Relationship Id="rId5" Type="http://schemas.openxmlformats.org/officeDocument/2006/relationships/image" Target="../media/image62.png"/><Relationship Id="rId6"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2.png"/><Relationship Id="rId6"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4.xml"/><Relationship Id="rId3" Type="http://schemas.openxmlformats.org/officeDocument/2006/relationships/hyperlink" Target="https://www.splunk.com/en_us/training/free-courses/splunk-fundamentals-1.html" TargetMode="External"/><Relationship Id="rId4" Type="http://schemas.openxmlformats.org/officeDocument/2006/relationships/image" Target="../media/image8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7.xml"/><Relationship Id="rId3" Type="http://schemas.openxmlformats.org/officeDocument/2006/relationships/hyperlink" Target="https://www.splunk.com/en_us/training/certification-track/splunk-core-certified-user.html" TargetMode="External"/><Relationship Id="rId4" Type="http://schemas.openxmlformats.org/officeDocument/2006/relationships/hyperlink" Target="https://www.youtube.com/watch?v=-faNAbfUPFE&amp;feature=emb_logo" TargetMode="External"/><Relationship Id="rId5" Type="http://schemas.openxmlformats.org/officeDocument/2006/relationships/hyperlink" Target="https://home.pearsonvue.com/splunk" TargetMode="External"/><Relationship Id="rId6" Type="http://schemas.openxmlformats.org/officeDocument/2006/relationships/hyperlink" Target="https://www.splunk.com/pdfs/training/Exam-Registration-Tutorial.pdf" TargetMode="External"/><Relationship Id="rId7" Type="http://schemas.openxmlformats.org/officeDocument/2006/relationships/hyperlink" Target="https://www.splunk.com/pdfs/training/Splunk-Certification-Exams-Study-Guide.pdf" TargetMode="External"/><Relationship Id="rId8" Type="http://schemas.openxmlformats.org/officeDocument/2006/relationships/image" Target="../media/image8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8.xml"/><Relationship Id="rId3" Type="http://schemas.openxmlformats.org/officeDocument/2006/relationships/image" Target="../media/image90.png"/><Relationship Id="rId4" Type="http://schemas.openxmlformats.org/officeDocument/2006/relationships/image" Target="../media/image78.png"/><Relationship Id="rId5" Type="http://schemas.openxmlformats.org/officeDocument/2006/relationships/image" Target="../media/image6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0.xml"/><Relationship Id="rId3" Type="http://schemas.openxmlformats.org/officeDocument/2006/relationships/image" Target="../media/image7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1.xml"/><Relationship Id="rId3"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3.xml"/><Relationship Id="rId3" Type="http://schemas.openxmlformats.org/officeDocument/2006/relationships/image" Target="../media/image8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6.xml"/><Relationship Id="rId3" Type="http://schemas.openxmlformats.org/officeDocument/2006/relationships/image" Target="../media/image89.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9.xml"/><Relationship Id="rId3" Type="http://schemas.openxmlformats.org/officeDocument/2006/relationships/image" Target="../media/image8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61.xml"/><Relationship Id="rId3" Type="http://schemas.openxmlformats.org/officeDocument/2006/relationships/image" Target="../media/image7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2.xml"/><Relationship Id="rId3" Type="http://schemas.openxmlformats.org/officeDocument/2006/relationships/image" Target="../media/image7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65.xml"/><Relationship Id="rId3" Type="http://schemas.openxmlformats.org/officeDocument/2006/relationships/hyperlink" Target="https://docs.google.com/document/d/1OpdJfVxTdcix4RhuzrS5YcnZLHSTThM5Nzpfe0laU4s/edit" TargetMode="External"/><Relationship Id="rId4" Type="http://schemas.openxmlformats.org/officeDocument/2006/relationships/image" Target="../media/image7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169"/>
          <p:cNvSpPr txBox="1"/>
          <p:nvPr>
            <p:ph type="title"/>
          </p:nvPr>
        </p:nvSpPr>
        <p:spPr>
          <a:xfrm>
            <a:off x="4489575" y="1828800"/>
            <a:ext cx="46713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Advanced Security Monitoring Tools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15" name="Google Shape;1215;p169"/>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1216" name="Google Shape;1216;p169"/>
          <p:cNvSpPr txBox="1"/>
          <p:nvPr>
            <p:ph idx="2" type="subTitle"/>
          </p:nvPr>
        </p:nvSpPr>
        <p:spPr>
          <a:xfrm>
            <a:off x="4570700" y="37654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a:t>
            </a:r>
            <a:r>
              <a:rPr lang="en"/>
              <a:t>19.2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170"/>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1222" name="Google Shape;1222;p170"/>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By the end of today’s class, you will be able to:</a:t>
            </a:r>
            <a:endParaRPr/>
          </a:p>
          <a:p>
            <a:pPr indent="0" lvl="0" marL="0" rtl="0" algn="l">
              <a:spcBef>
                <a:spcPts val="1200"/>
              </a:spcBef>
              <a:spcAft>
                <a:spcPts val="0"/>
              </a:spcAft>
              <a:buNone/>
            </a:pPr>
            <a:r>
              <a:t/>
            </a:r>
            <a:endParaRPr/>
          </a:p>
        </p:txBody>
      </p:sp>
      <p:grpSp>
        <p:nvGrpSpPr>
          <p:cNvPr id="1223" name="Google Shape;1223;p170"/>
          <p:cNvGrpSpPr/>
          <p:nvPr/>
        </p:nvGrpSpPr>
        <p:grpSpPr>
          <a:xfrm>
            <a:off x="162900" y="173561"/>
            <a:ext cx="588600" cy="567300"/>
            <a:chOff x="914400" y="200161"/>
            <a:chExt cx="588600" cy="567300"/>
          </a:xfrm>
        </p:grpSpPr>
        <p:sp>
          <p:nvSpPr>
            <p:cNvPr id="1224" name="Google Shape;1224;p170"/>
            <p:cNvSpPr/>
            <p:nvPr/>
          </p:nvSpPr>
          <p:spPr>
            <a:xfrm>
              <a:off x="914400" y="200161"/>
              <a:ext cx="588600" cy="5673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225" name="Google Shape;1225;p170"/>
            <p:cNvPicPr preferRelativeResize="0"/>
            <p:nvPr/>
          </p:nvPicPr>
          <p:blipFill rotWithShape="1">
            <a:blip r:embed="rId3">
              <a:alphaModFix/>
            </a:blip>
            <a:srcRect b="0" l="0" r="0" t="0"/>
            <a:stretch/>
          </p:blipFill>
          <p:spPr>
            <a:xfrm>
              <a:off x="960251" y="235363"/>
              <a:ext cx="496875" cy="496875"/>
            </a:xfrm>
            <a:prstGeom prst="rect">
              <a:avLst/>
            </a:prstGeom>
            <a:noFill/>
            <a:ln>
              <a:noFill/>
            </a:ln>
          </p:spPr>
        </p:pic>
      </p:grpSp>
      <p:cxnSp>
        <p:nvCxnSpPr>
          <p:cNvPr id="1226" name="Google Shape;1226;p170"/>
          <p:cNvCxnSpPr/>
          <p:nvPr/>
        </p:nvCxnSpPr>
        <p:spPr>
          <a:xfrm>
            <a:off x="9750" y="968825"/>
            <a:ext cx="7291800" cy="0"/>
          </a:xfrm>
          <a:prstGeom prst="straightConnector1">
            <a:avLst/>
          </a:prstGeom>
          <a:noFill/>
          <a:ln cap="flat" cmpd="sng" w="19050">
            <a:solidFill>
              <a:schemeClr val="accent5"/>
            </a:solidFill>
            <a:prstDash val="solid"/>
            <a:round/>
            <a:headEnd len="med" w="med" type="none"/>
            <a:tailEnd len="med" w="med" type="oval"/>
          </a:ln>
        </p:spPr>
      </p:cxnSp>
      <p:sp>
        <p:nvSpPr>
          <p:cNvPr id="1227" name="Google Shape;1227;p170"/>
          <p:cNvSpPr/>
          <p:nvPr/>
        </p:nvSpPr>
        <p:spPr>
          <a:xfrm>
            <a:off x="322400" y="1269286"/>
            <a:ext cx="8057100" cy="958499"/>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8" name="Google Shape;1228;p170"/>
          <p:cNvSpPr/>
          <p:nvPr/>
        </p:nvSpPr>
        <p:spPr>
          <a:xfrm>
            <a:off x="246188" y="1507729"/>
            <a:ext cx="457200" cy="448285"/>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229" name="Google Shape;1229;p170"/>
          <p:cNvSpPr txBox="1"/>
          <p:nvPr/>
        </p:nvSpPr>
        <p:spPr>
          <a:xfrm>
            <a:off x="757375" y="1321287"/>
            <a:ext cx="7622400" cy="86052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Differentiate between various advanced security monitoring solutions, such as SOARs, UBAs, and UEBAs, and determine which is most appropriate for a specific </a:t>
            </a:r>
            <a:r>
              <a:rPr lang="en" sz="1800">
                <a:solidFill>
                  <a:schemeClr val="dk2"/>
                </a:solidFill>
                <a:latin typeface="Roboto"/>
                <a:ea typeface="Roboto"/>
                <a:cs typeface="Roboto"/>
                <a:sym typeface="Roboto"/>
              </a:rPr>
              <a:t>security</a:t>
            </a:r>
            <a:r>
              <a:rPr lang="en" sz="1800">
                <a:solidFill>
                  <a:schemeClr val="dk2"/>
                </a:solidFill>
                <a:latin typeface="Roboto"/>
                <a:ea typeface="Roboto"/>
                <a:cs typeface="Roboto"/>
                <a:sym typeface="Roboto"/>
              </a:rPr>
              <a:t> situation</a:t>
            </a:r>
            <a:r>
              <a:rPr lang="en">
                <a:solidFill>
                  <a:schemeClr val="dk2"/>
                </a:solidFill>
                <a:latin typeface="Roboto"/>
                <a:ea typeface="Roboto"/>
                <a:cs typeface="Roboto"/>
                <a:sym typeface="Roboto"/>
              </a:rPr>
              <a:t>.</a:t>
            </a:r>
            <a:endParaRPr>
              <a:solidFill>
                <a:schemeClr val="dk2"/>
              </a:solidFill>
              <a:latin typeface="Roboto"/>
              <a:ea typeface="Roboto"/>
              <a:cs typeface="Roboto"/>
              <a:sym typeface="Roboto"/>
            </a:endParaRPr>
          </a:p>
        </p:txBody>
      </p:sp>
      <p:sp>
        <p:nvSpPr>
          <p:cNvPr id="1230" name="Google Shape;1230;p170"/>
          <p:cNvSpPr/>
          <p:nvPr/>
        </p:nvSpPr>
        <p:spPr>
          <a:xfrm>
            <a:off x="322375" y="3442091"/>
            <a:ext cx="8057100" cy="5130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31" name="Google Shape;1231;p170"/>
          <p:cNvSpPr/>
          <p:nvPr/>
        </p:nvSpPr>
        <p:spPr>
          <a:xfrm>
            <a:off x="246175" y="3481422"/>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1232" name="Google Shape;1232;p170"/>
          <p:cNvSpPr txBox="1"/>
          <p:nvPr/>
        </p:nvSpPr>
        <p:spPr>
          <a:xfrm>
            <a:off x="749275" y="3462711"/>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Continue learning about Splunk with free Splunk training courses.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1233" name="Google Shape;1233;p170"/>
          <p:cNvSpPr/>
          <p:nvPr/>
        </p:nvSpPr>
        <p:spPr>
          <a:xfrm>
            <a:off x="322250" y="2498513"/>
            <a:ext cx="8057100" cy="6939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34" name="Google Shape;1234;p170"/>
          <p:cNvSpPr/>
          <p:nvPr/>
        </p:nvSpPr>
        <p:spPr>
          <a:xfrm>
            <a:off x="246050" y="2623215"/>
            <a:ext cx="457200" cy="4482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235" name="Google Shape;1235;p170"/>
          <p:cNvSpPr txBox="1"/>
          <p:nvPr/>
        </p:nvSpPr>
        <p:spPr>
          <a:xfrm>
            <a:off x="757225" y="2538151"/>
            <a:ext cx="7622400" cy="62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Understand how knowledge of SIEM software and Splunk is valued in the information security job market.</a:t>
            </a:r>
            <a:endParaRPr sz="18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172"/>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Advanced Security </a:t>
            </a:r>
            <a:endParaRPr b="0">
              <a:latin typeface="Roboto"/>
              <a:ea typeface="Roboto"/>
              <a:cs typeface="Roboto"/>
              <a:sym typeface="Roboto"/>
            </a:endParaRPr>
          </a:p>
          <a:p>
            <a:pPr indent="0" lvl="0" marL="0" rtl="0" algn="ctr">
              <a:spcBef>
                <a:spcPts val="0"/>
              </a:spcBef>
              <a:spcAft>
                <a:spcPts val="0"/>
              </a:spcAft>
              <a:buNone/>
            </a:pPr>
            <a:r>
              <a:rPr b="0" lang="en">
                <a:latin typeface="Roboto"/>
                <a:ea typeface="Roboto"/>
                <a:cs typeface="Roboto"/>
                <a:sym typeface="Roboto"/>
              </a:rPr>
              <a:t>Monitoring Tools</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p:txBody>
      </p:sp>
      <p:pic>
        <p:nvPicPr>
          <p:cNvPr id="1245" name="Google Shape;1245;p172"/>
          <p:cNvPicPr preferRelativeResize="0"/>
          <p:nvPr/>
        </p:nvPicPr>
        <p:blipFill>
          <a:blip r:embed="rId3">
            <a:alphaModFix/>
          </a:blip>
          <a:stretch>
            <a:fillRect/>
          </a:stretch>
        </p:blipFill>
        <p:spPr>
          <a:xfrm>
            <a:off x="3657588" y="1371600"/>
            <a:ext cx="1697976" cy="1338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73"/>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Introduction to Advanced Security Monitoring Tools</a:t>
            </a:r>
            <a:endParaRPr sz="2600"/>
          </a:p>
        </p:txBody>
      </p:sp>
      <p:sp>
        <p:nvSpPr>
          <p:cNvPr id="1251" name="Google Shape;1251;p173"/>
          <p:cNvSpPr txBox="1"/>
          <p:nvPr>
            <p:ph idx="1" type="subTitle"/>
          </p:nvPr>
        </p:nvSpPr>
        <p:spPr>
          <a:xfrm>
            <a:off x="0" y="5235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Clr>
                <a:schemeClr val="dk1"/>
              </a:buClr>
              <a:buSzPts val="1100"/>
              <a:buFont typeface="Arial"/>
              <a:buNone/>
            </a:pPr>
            <a:r>
              <a:rPr lang="en"/>
              <a:t>Today, we’ll learn about other information security products used by security organizations.</a:t>
            </a:r>
            <a:endParaRPr/>
          </a:p>
          <a:p>
            <a:pPr indent="0" lvl="0" marL="0" rtl="0" algn="l">
              <a:spcBef>
                <a:spcPts val="0"/>
              </a:spcBef>
              <a:spcAft>
                <a:spcPts val="0"/>
              </a:spcAft>
              <a:buNone/>
            </a:pPr>
            <a:r>
              <a:t/>
            </a:r>
            <a:endParaRPr/>
          </a:p>
        </p:txBody>
      </p:sp>
      <p:sp>
        <p:nvSpPr>
          <p:cNvPr id="1252" name="Google Shape;1252;p173"/>
          <p:cNvSpPr/>
          <p:nvPr/>
        </p:nvSpPr>
        <p:spPr>
          <a:xfrm>
            <a:off x="2454137" y="2675344"/>
            <a:ext cx="2104800" cy="759300"/>
          </a:xfrm>
          <a:prstGeom prst="homePlate">
            <a:avLst>
              <a:gd fmla="val 0" name="adj"/>
            </a:avLst>
          </a:prstGeom>
          <a:solidFill>
            <a:schemeClr val="accent1"/>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73"/>
          <p:cNvSpPr/>
          <p:nvPr/>
        </p:nvSpPr>
        <p:spPr>
          <a:xfrm flipH="1">
            <a:off x="304944" y="2675344"/>
            <a:ext cx="2104800" cy="759300"/>
          </a:xfrm>
          <a:prstGeom prst="homePlate">
            <a:avLst>
              <a:gd fmla="val 50000" name="adj"/>
            </a:avLst>
          </a:prstGeom>
          <a:solidFill>
            <a:schemeClr val="dk2"/>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73"/>
          <p:cNvSpPr txBox="1"/>
          <p:nvPr/>
        </p:nvSpPr>
        <p:spPr>
          <a:xfrm>
            <a:off x="651515" y="2854895"/>
            <a:ext cx="1667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lt1"/>
                </a:solidFill>
                <a:latin typeface="Roboto"/>
                <a:ea typeface="Roboto"/>
                <a:cs typeface="Roboto"/>
                <a:sym typeface="Roboto"/>
              </a:rPr>
              <a:t>First</a:t>
            </a:r>
            <a:endParaRPr b="1" sz="1600">
              <a:solidFill>
                <a:schemeClr val="lt1"/>
              </a:solidFill>
              <a:latin typeface="Roboto"/>
              <a:ea typeface="Roboto"/>
              <a:cs typeface="Roboto"/>
              <a:sym typeface="Roboto"/>
            </a:endParaRPr>
          </a:p>
        </p:txBody>
      </p:sp>
      <p:sp>
        <p:nvSpPr>
          <p:cNvPr id="1255" name="Google Shape;1255;p173"/>
          <p:cNvSpPr txBox="1"/>
          <p:nvPr/>
        </p:nvSpPr>
        <p:spPr>
          <a:xfrm>
            <a:off x="2714804" y="2854885"/>
            <a:ext cx="1583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latin typeface="Roboto"/>
                <a:ea typeface="Roboto"/>
                <a:cs typeface="Roboto"/>
                <a:sym typeface="Roboto"/>
              </a:rPr>
              <a:t>Next</a:t>
            </a:r>
            <a:endParaRPr b="1" sz="1600">
              <a:latin typeface="Roboto"/>
              <a:ea typeface="Roboto"/>
              <a:cs typeface="Roboto"/>
              <a:sym typeface="Roboto"/>
            </a:endParaRPr>
          </a:p>
        </p:txBody>
      </p:sp>
      <p:sp>
        <p:nvSpPr>
          <p:cNvPr id="1256" name="Google Shape;1256;p173"/>
          <p:cNvSpPr/>
          <p:nvPr/>
        </p:nvSpPr>
        <p:spPr>
          <a:xfrm>
            <a:off x="6764730" y="2675344"/>
            <a:ext cx="2104800" cy="759300"/>
          </a:xfrm>
          <a:prstGeom prst="homePlate">
            <a:avLst>
              <a:gd fmla="val 50000" name="adj"/>
            </a:avLst>
          </a:prstGeom>
          <a:solidFill>
            <a:schemeClr val="accent3"/>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73"/>
          <p:cNvSpPr txBox="1"/>
          <p:nvPr/>
        </p:nvSpPr>
        <p:spPr>
          <a:xfrm>
            <a:off x="6914604" y="2854885"/>
            <a:ext cx="1583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Finally</a:t>
            </a:r>
            <a:endParaRPr b="1" sz="1600">
              <a:solidFill>
                <a:srgbClr val="FFFFFF"/>
              </a:solidFill>
              <a:latin typeface="Roboto"/>
              <a:ea typeface="Roboto"/>
              <a:cs typeface="Roboto"/>
              <a:sym typeface="Roboto"/>
            </a:endParaRPr>
          </a:p>
        </p:txBody>
      </p:sp>
      <p:sp>
        <p:nvSpPr>
          <p:cNvPr id="1258" name="Google Shape;1258;p173"/>
          <p:cNvSpPr txBox="1"/>
          <p:nvPr/>
        </p:nvSpPr>
        <p:spPr>
          <a:xfrm>
            <a:off x="6804200" y="3842650"/>
            <a:ext cx="21027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200"/>
              </a:spcAft>
              <a:buNone/>
            </a:pPr>
            <a:r>
              <a:rPr lang="en">
                <a:solidFill>
                  <a:schemeClr val="dk2"/>
                </a:solidFill>
                <a:latin typeface="Roboto"/>
                <a:ea typeface="Roboto"/>
                <a:cs typeface="Roboto"/>
                <a:sym typeface="Roboto"/>
              </a:rPr>
              <a:t>We’ll introduce the final project, the bootCon presentation.</a:t>
            </a:r>
            <a:endParaRPr>
              <a:solidFill>
                <a:schemeClr val="dk2"/>
              </a:solidFill>
              <a:latin typeface="Roboto"/>
              <a:ea typeface="Roboto"/>
              <a:cs typeface="Roboto"/>
              <a:sym typeface="Roboto"/>
            </a:endParaRPr>
          </a:p>
        </p:txBody>
      </p:sp>
      <p:sp>
        <p:nvSpPr>
          <p:cNvPr id="1259" name="Google Shape;1259;p173"/>
          <p:cNvSpPr txBox="1"/>
          <p:nvPr/>
        </p:nvSpPr>
        <p:spPr>
          <a:xfrm>
            <a:off x="457200" y="1479100"/>
            <a:ext cx="3049500" cy="843900"/>
          </a:xfrm>
          <a:prstGeom prst="rect">
            <a:avLst/>
          </a:prstGeom>
          <a:noFill/>
          <a:ln>
            <a:noFill/>
          </a:ln>
        </p:spPr>
        <p:txBody>
          <a:bodyPr anchorCtr="0" anchor="b" bIns="0" lIns="0" spcFirstLastPara="1" rIns="0" wrap="square" tIns="0">
            <a:noAutofit/>
          </a:bodyPr>
          <a:lstStyle/>
          <a:p>
            <a:pPr indent="0" lvl="0" marL="0" rtl="0" algn="l">
              <a:spcBef>
                <a:spcPts val="0"/>
              </a:spcBef>
              <a:spcAft>
                <a:spcPts val="200"/>
              </a:spcAft>
              <a:buNone/>
            </a:pPr>
            <a:r>
              <a:rPr lang="en">
                <a:solidFill>
                  <a:schemeClr val="dk2"/>
                </a:solidFill>
                <a:latin typeface="Roboto"/>
                <a:ea typeface="Roboto"/>
                <a:cs typeface="Roboto"/>
                <a:sym typeface="Roboto"/>
              </a:rPr>
              <a:t>We’ll introduce Splunk’s SIEM product, Enterprise Security, and explore several other security products available in the marketplace.</a:t>
            </a:r>
            <a:endParaRPr>
              <a:solidFill>
                <a:schemeClr val="dk2"/>
              </a:solidFill>
              <a:latin typeface="Roboto"/>
              <a:ea typeface="Roboto"/>
              <a:cs typeface="Roboto"/>
              <a:sym typeface="Roboto"/>
            </a:endParaRPr>
          </a:p>
        </p:txBody>
      </p:sp>
      <p:grpSp>
        <p:nvGrpSpPr>
          <p:cNvPr id="1260" name="Google Shape;1260;p173"/>
          <p:cNvGrpSpPr/>
          <p:nvPr/>
        </p:nvGrpSpPr>
        <p:grpSpPr>
          <a:xfrm>
            <a:off x="7706438" y="3255088"/>
            <a:ext cx="12" cy="522238"/>
            <a:chOff x="8609088" y="3407488"/>
            <a:chExt cx="12" cy="522238"/>
          </a:xfrm>
        </p:grpSpPr>
        <p:cxnSp>
          <p:nvCxnSpPr>
            <p:cNvPr id="1261" name="Google Shape;1261;p173"/>
            <p:cNvCxnSpPr/>
            <p:nvPr/>
          </p:nvCxnSpPr>
          <p:spPr>
            <a:xfrm>
              <a:off x="8609100" y="3568525"/>
              <a:ext cx="0" cy="361200"/>
            </a:xfrm>
            <a:prstGeom prst="straightConnector1">
              <a:avLst/>
            </a:prstGeom>
            <a:noFill/>
            <a:ln cap="flat" cmpd="sng" w="9525">
              <a:solidFill>
                <a:srgbClr val="000000"/>
              </a:solidFill>
              <a:prstDash val="solid"/>
              <a:round/>
              <a:headEnd len="med" w="med" type="none"/>
              <a:tailEnd len="med" w="med" type="none"/>
            </a:ln>
          </p:spPr>
        </p:cxnSp>
        <p:cxnSp>
          <p:nvCxnSpPr>
            <p:cNvPr id="1262" name="Google Shape;1262;p173"/>
            <p:cNvCxnSpPr/>
            <p:nvPr/>
          </p:nvCxnSpPr>
          <p:spPr>
            <a:xfrm>
              <a:off x="8609088" y="3407488"/>
              <a:ext cx="0" cy="161100"/>
            </a:xfrm>
            <a:prstGeom prst="straightConnector1">
              <a:avLst/>
            </a:prstGeom>
            <a:noFill/>
            <a:ln cap="flat" cmpd="sng" w="9525">
              <a:solidFill>
                <a:srgbClr val="FFFFFF"/>
              </a:solidFill>
              <a:prstDash val="solid"/>
              <a:round/>
              <a:headEnd len="med" w="med" type="oval"/>
              <a:tailEnd len="med" w="med" type="none"/>
            </a:ln>
          </p:spPr>
        </p:cxnSp>
      </p:grpSp>
      <p:sp>
        <p:nvSpPr>
          <p:cNvPr id="1263" name="Google Shape;1263;p173"/>
          <p:cNvSpPr/>
          <p:nvPr/>
        </p:nvSpPr>
        <p:spPr>
          <a:xfrm>
            <a:off x="4609433" y="2675344"/>
            <a:ext cx="2104800" cy="759300"/>
          </a:xfrm>
          <a:prstGeom prst="homePlate">
            <a:avLst>
              <a:gd fmla="val 0" name="adj"/>
            </a:avLst>
          </a:prstGeom>
          <a:solidFill>
            <a:schemeClr val="accent4"/>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73"/>
          <p:cNvSpPr txBox="1"/>
          <p:nvPr/>
        </p:nvSpPr>
        <p:spPr>
          <a:xfrm>
            <a:off x="4870101" y="2854885"/>
            <a:ext cx="1583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latin typeface="Roboto"/>
                <a:ea typeface="Roboto"/>
                <a:cs typeface="Roboto"/>
                <a:sym typeface="Roboto"/>
              </a:rPr>
              <a:t>After the break</a:t>
            </a:r>
            <a:endParaRPr b="1" sz="1600">
              <a:latin typeface="Roboto"/>
              <a:ea typeface="Roboto"/>
              <a:cs typeface="Roboto"/>
              <a:sym typeface="Roboto"/>
            </a:endParaRPr>
          </a:p>
        </p:txBody>
      </p:sp>
      <p:cxnSp>
        <p:nvCxnSpPr>
          <p:cNvPr id="1265" name="Google Shape;1265;p173"/>
          <p:cNvCxnSpPr/>
          <p:nvPr/>
        </p:nvCxnSpPr>
        <p:spPr>
          <a:xfrm rot="10800000">
            <a:off x="5661826" y="2343654"/>
            <a:ext cx="0" cy="492300"/>
          </a:xfrm>
          <a:prstGeom prst="straightConnector1">
            <a:avLst/>
          </a:prstGeom>
          <a:noFill/>
          <a:ln cap="flat" cmpd="sng" w="9525">
            <a:solidFill>
              <a:srgbClr val="000000"/>
            </a:solidFill>
            <a:prstDash val="solid"/>
            <a:round/>
            <a:headEnd len="med" w="med" type="oval"/>
            <a:tailEnd len="med" w="med" type="none"/>
          </a:ln>
        </p:spPr>
      </p:cxnSp>
      <p:sp>
        <p:nvSpPr>
          <p:cNvPr id="1266" name="Google Shape;1266;p173"/>
          <p:cNvSpPr txBox="1"/>
          <p:nvPr/>
        </p:nvSpPr>
        <p:spPr>
          <a:xfrm>
            <a:off x="4694325" y="1316875"/>
            <a:ext cx="2161800" cy="930000"/>
          </a:xfrm>
          <a:prstGeom prst="rect">
            <a:avLst/>
          </a:prstGeom>
          <a:noFill/>
          <a:ln>
            <a:noFill/>
          </a:ln>
        </p:spPr>
        <p:txBody>
          <a:bodyPr anchorCtr="0" anchor="b" bIns="0" lIns="0" spcFirstLastPara="1" rIns="0" wrap="square" tIns="0">
            <a:noAutofit/>
          </a:bodyPr>
          <a:lstStyle/>
          <a:p>
            <a:pPr indent="0" lvl="0" marL="0" rtl="0" algn="l">
              <a:spcBef>
                <a:spcPts val="0"/>
              </a:spcBef>
              <a:spcAft>
                <a:spcPts val="200"/>
              </a:spcAft>
              <a:buNone/>
            </a:pPr>
            <a:r>
              <a:rPr lang="en">
                <a:solidFill>
                  <a:schemeClr val="dk2"/>
                </a:solidFill>
                <a:latin typeface="Roboto"/>
                <a:ea typeface="Roboto"/>
                <a:cs typeface="Roboto"/>
                <a:sym typeface="Roboto"/>
              </a:rPr>
              <a:t>We will introduce and work towards the Splunk Fundamentals certification.</a:t>
            </a:r>
            <a:endParaRPr>
              <a:solidFill>
                <a:schemeClr val="dk2"/>
              </a:solidFill>
              <a:latin typeface="Roboto"/>
              <a:ea typeface="Roboto"/>
              <a:cs typeface="Roboto"/>
              <a:sym typeface="Roboto"/>
            </a:endParaRPr>
          </a:p>
        </p:txBody>
      </p:sp>
      <p:cxnSp>
        <p:nvCxnSpPr>
          <p:cNvPr id="1267" name="Google Shape;1267;p173"/>
          <p:cNvCxnSpPr>
            <a:stCxn id="1255" idx="2"/>
          </p:cNvCxnSpPr>
          <p:nvPr/>
        </p:nvCxnSpPr>
        <p:spPr>
          <a:xfrm>
            <a:off x="3506654" y="3285985"/>
            <a:ext cx="0" cy="518700"/>
          </a:xfrm>
          <a:prstGeom prst="straightConnector1">
            <a:avLst/>
          </a:prstGeom>
          <a:noFill/>
          <a:ln cap="flat" cmpd="sng" w="9525">
            <a:solidFill>
              <a:srgbClr val="000000"/>
            </a:solidFill>
            <a:prstDash val="solid"/>
            <a:round/>
            <a:headEnd len="med" w="med" type="oval"/>
            <a:tailEnd len="med" w="med" type="none"/>
          </a:ln>
        </p:spPr>
      </p:cxnSp>
      <p:sp>
        <p:nvSpPr>
          <p:cNvPr id="1268" name="Google Shape;1268;p173"/>
          <p:cNvSpPr txBox="1"/>
          <p:nvPr/>
        </p:nvSpPr>
        <p:spPr>
          <a:xfrm>
            <a:off x="2493275" y="3842650"/>
            <a:ext cx="2376900" cy="110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a:solidFill>
                  <a:schemeClr val="dk2"/>
                </a:solidFill>
                <a:latin typeface="Roboto"/>
                <a:ea typeface="Roboto"/>
                <a:cs typeface="Roboto"/>
                <a:sym typeface="Roboto"/>
              </a:rPr>
              <a:t>We’ll focus on security careers relevant to the knowledge and tools learned in the last five classes.</a:t>
            </a:r>
            <a:endParaRPr>
              <a:solidFill>
                <a:schemeClr val="dk2"/>
              </a:solidFill>
              <a:latin typeface="Roboto"/>
              <a:ea typeface="Roboto"/>
              <a:cs typeface="Roboto"/>
              <a:sym typeface="Roboto"/>
            </a:endParaRPr>
          </a:p>
          <a:p>
            <a:pPr indent="0" lvl="0" marL="0" rtl="0" algn="l">
              <a:spcBef>
                <a:spcPts val="200"/>
              </a:spcBef>
              <a:spcAft>
                <a:spcPts val="200"/>
              </a:spcAft>
              <a:buNone/>
            </a:pPr>
            <a:r>
              <a:t/>
            </a:r>
            <a:endParaRPr>
              <a:solidFill>
                <a:schemeClr val="dk2"/>
              </a:solidFill>
              <a:latin typeface="Roboto"/>
              <a:ea typeface="Roboto"/>
              <a:cs typeface="Roboto"/>
              <a:sym typeface="Roboto"/>
            </a:endParaRPr>
          </a:p>
        </p:txBody>
      </p:sp>
      <p:grpSp>
        <p:nvGrpSpPr>
          <p:cNvPr id="1269" name="Google Shape;1269;p173"/>
          <p:cNvGrpSpPr/>
          <p:nvPr/>
        </p:nvGrpSpPr>
        <p:grpSpPr>
          <a:xfrm flipH="1" rot="10800000">
            <a:off x="1485363" y="2332510"/>
            <a:ext cx="12" cy="522238"/>
            <a:chOff x="8609088" y="3407488"/>
            <a:chExt cx="12" cy="522238"/>
          </a:xfrm>
        </p:grpSpPr>
        <p:cxnSp>
          <p:nvCxnSpPr>
            <p:cNvPr id="1270" name="Google Shape;1270;p173"/>
            <p:cNvCxnSpPr/>
            <p:nvPr/>
          </p:nvCxnSpPr>
          <p:spPr>
            <a:xfrm>
              <a:off x="8609100" y="3568525"/>
              <a:ext cx="0" cy="361200"/>
            </a:xfrm>
            <a:prstGeom prst="straightConnector1">
              <a:avLst/>
            </a:prstGeom>
            <a:noFill/>
            <a:ln cap="flat" cmpd="sng" w="9525">
              <a:solidFill>
                <a:srgbClr val="000000"/>
              </a:solidFill>
              <a:prstDash val="solid"/>
              <a:round/>
              <a:headEnd len="med" w="med" type="none"/>
              <a:tailEnd len="med" w="med" type="none"/>
            </a:ln>
          </p:spPr>
        </p:cxnSp>
        <p:cxnSp>
          <p:nvCxnSpPr>
            <p:cNvPr id="1271" name="Google Shape;1271;p173"/>
            <p:cNvCxnSpPr/>
            <p:nvPr/>
          </p:nvCxnSpPr>
          <p:spPr>
            <a:xfrm>
              <a:off x="8609088" y="3407488"/>
              <a:ext cx="0" cy="161100"/>
            </a:xfrm>
            <a:prstGeom prst="straightConnector1">
              <a:avLst/>
            </a:prstGeom>
            <a:noFill/>
            <a:ln cap="flat" cmpd="sng" w="9525">
              <a:solidFill>
                <a:srgbClr val="FFFFFF"/>
              </a:solidFill>
              <a:prstDash val="solid"/>
              <a:round/>
              <a:headEnd len="med" w="med" type="oval"/>
              <a:tailEnd len="med" w="med"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5" name="Shape 1275"/>
        <p:cNvGrpSpPr/>
        <p:nvPr/>
      </p:nvGrpSpPr>
      <p:grpSpPr>
        <a:xfrm>
          <a:off x="0" y="0"/>
          <a:ext cx="0" cy="0"/>
          <a:chOff x="0" y="0"/>
          <a:chExt cx="0" cy="0"/>
        </a:xfrm>
      </p:grpSpPr>
      <p:sp>
        <p:nvSpPr>
          <p:cNvPr id="1276" name="Google Shape;1276;p174"/>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Splunk </a:t>
            </a:r>
            <a:r>
              <a:rPr lang="en" sz="2600"/>
              <a:t>Enterprise</a:t>
            </a:r>
            <a:r>
              <a:rPr lang="en" sz="2600"/>
              <a:t> Security</a:t>
            </a:r>
            <a:endParaRPr sz="2600"/>
          </a:p>
        </p:txBody>
      </p:sp>
      <p:sp>
        <p:nvSpPr>
          <p:cNvPr id="1277" name="Google Shape;1277;p174"/>
          <p:cNvSpPr txBox="1"/>
          <p:nvPr>
            <p:ph idx="1" type="subTitle"/>
          </p:nvPr>
        </p:nvSpPr>
        <p:spPr>
          <a:xfrm>
            <a:off x="0" y="599775"/>
            <a:ext cx="79248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In the past five classes, we covered many of Splunk’s capabilities and add-on applications. </a:t>
            </a:r>
            <a:endParaRPr/>
          </a:p>
        </p:txBody>
      </p:sp>
      <p:sp>
        <p:nvSpPr>
          <p:cNvPr id="1278" name="Google Shape;1278;p174"/>
          <p:cNvSpPr txBox="1"/>
          <p:nvPr>
            <p:ph idx="3" type="body"/>
          </p:nvPr>
        </p:nvSpPr>
        <p:spPr>
          <a:xfrm>
            <a:off x="175" y="1620550"/>
            <a:ext cx="3097500" cy="1201800"/>
          </a:xfrm>
          <a:prstGeom prst="rect">
            <a:avLst/>
          </a:prstGeom>
        </p:spPr>
        <p:txBody>
          <a:bodyPr anchorCtr="0" anchor="t" bIns="914400" lIns="457200" spcFirstLastPara="1" rIns="457200" wrap="square" tIns="0">
            <a:noAutofit/>
          </a:bodyPr>
          <a:lstStyle/>
          <a:p>
            <a:pPr indent="0" lvl="0" marL="0" rtl="0" algn="l">
              <a:lnSpc>
                <a:spcPct val="115000"/>
              </a:lnSpc>
              <a:spcBef>
                <a:spcPts val="0"/>
              </a:spcBef>
              <a:spcAft>
                <a:spcPts val="800"/>
              </a:spcAft>
              <a:buNone/>
            </a:pPr>
            <a:r>
              <a:rPr lang="en"/>
              <a:t>The Splunk SIEM product, </a:t>
            </a:r>
            <a:r>
              <a:rPr b="1" lang="en"/>
              <a:t>Splunk Enterprise Security </a:t>
            </a:r>
            <a:r>
              <a:rPr b="1" lang="en"/>
              <a:t>(ES)</a:t>
            </a:r>
            <a:r>
              <a:rPr lang="en"/>
              <a:t>, is one of the most popular add-on products for security professionals.</a:t>
            </a:r>
            <a:endParaRPr/>
          </a:p>
        </p:txBody>
      </p:sp>
      <p:pic>
        <p:nvPicPr>
          <p:cNvPr id="1279" name="Google Shape;1279;p174"/>
          <p:cNvPicPr preferRelativeResize="0"/>
          <p:nvPr/>
        </p:nvPicPr>
        <p:blipFill rotWithShape="1">
          <a:blip r:embed="rId3">
            <a:alphaModFix/>
          </a:blip>
          <a:srcRect b="-1663" l="-1083" r="-1103" t="-1674"/>
          <a:stretch/>
        </p:blipFill>
        <p:spPr>
          <a:xfrm>
            <a:off x="2834378" y="1275923"/>
            <a:ext cx="6113649" cy="3839558"/>
          </a:xfrm>
          <a:prstGeom prst="rect">
            <a:avLst/>
          </a:prstGeom>
          <a:noFill/>
          <a:ln>
            <a:noFill/>
          </a:ln>
          <a:effectLst>
            <a:outerShdw blurRad="157163" rotWithShape="0" algn="bl" dir="5400000" dist="19050">
              <a:srgbClr val="000000">
                <a:alpha val="19000"/>
              </a:srgbClr>
            </a:outerShdw>
          </a:effectLst>
        </p:spPr>
      </p:pic>
      <p:sp>
        <p:nvSpPr>
          <p:cNvPr id="1280" name="Google Shape;1280;p174"/>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rPr lang="en" u="sng">
                <a:solidFill>
                  <a:schemeClr val="hlink"/>
                </a:solidFill>
                <a:hlinkClick r:id="rId4"/>
              </a:rPr>
              <a:t>(splunk.com)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84" name="Shape 1284"/>
        <p:cNvGrpSpPr/>
        <p:nvPr/>
      </p:nvGrpSpPr>
      <p:grpSpPr>
        <a:xfrm>
          <a:off x="0" y="0"/>
          <a:ext cx="0" cy="0"/>
          <a:chOff x="0" y="0"/>
          <a:chExt cx="0" cy="0"/>
        </a:xfrm>
      </p:grpSpPr>
      <p:sp>
        <p:nvSpPr>
          <p:cNvPr id="1285" name="Google Shape;1285;p175"/>
          <p:cNvSpPr/>
          <p:nvPr/>
        </p:nvSpPr>
        <p:spPr>
          <a:xfrm flipH="1">
            <a:off x="724275" y="20901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75"/>
          <p:cNvSpPr txBox="1"/>
          <p:nvPr/>
        </p:nvSpPr>
        <p:spPr>
          <a:xfrm>
            <a:off x="724275" y="2090225"/>
            <a:ext cx="24666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None/>
            </a:pPr>
            <a:r>
              <a:rPr b="1" lang="en" sz="1500">
                <a:solidFill>
                  <a:schemeClr val="dk2"/>
                </a:solidFill>
              </a:rPr>
              <a:t>Network devices</a:t>
            </a:r>
            <a:r>
              <a:rPr lang="en" sz="1500">
                <a:solidFill>
                  <a:schemeClr val="dk2"/>
                </a:solidFill>
              </a:rPr>
              <a:t> </a:t>
            </a:r>
            <a:br>
              <a:rPr lang="en" sz="1500">
                <a:solidFill>
                  <a:schemeClr val="dk2"/>
                </a:solidFill>
              </a:rPr>
            </a:br>
            <a:r>
              <a:rPr lang="en" sz="1500">
                <a:solidFill>
                  <a:schemeClr val="dk2"/>
                </a:solidFill>
              </a:rPr>
              <a:t>like routers and firewalls</a:t>
            </a:r>
            <a:endParaRPr>
              <a:solidFill>
                <a:schemeClr val="dk2"/>
              </a:solidFill>
              <a:latin typeface="Roboto"/>
              <a:ea typeface="Roboto"/>
              <a:cs typeface="Roboto"/>
              <a:sym typeface="Roboto"/>
            </a:endParaRPr>
          </a:p>
        </p:txBody>
      </p:sp>
      <p:grpSp>
        <p:nvGrpSpPr>
          <p:cNvPr id="1287" name="Google Shape;1287;p175"/>
          <p:cNvGrpSpPr/>
          <p:nvPr/>
        </p:nvGrpSpPr>
        <p:grpSpPr>
          <a:xfrm>
            <a:off x="457181" y="1497503"/>
            <a:ext cx="533372" cy="533480"/>
            <a:chOff x="457200" y="1378813"/>
            <a:chExt cx="695400" cy="695450"/>
          </a:xfrm>
        </p:grpSpPr>
        <p:sp>
          <p:nvSpPr>
            <p:cNvPr id="1288" name="Google Shape;1288;p175"/>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01</a:t>
              </a:r>
              <a:endParaRPr sz="2100">
                <a:latin typeface="Roboto"/>
                <a:ea typeface="Roboto"/>
                <a:cs typeface="Roboto"/>
                <a:sym typeface="Roboto"/>
              </a:endParaRPr>
            </a:p>
          </p:txBody>
        </p:sp>
        <p:sp>
          <p:nvSpPr>
            <p:cNvPr id="1289" name="Google Shape;1289;p175"/>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grpSp>
        <p:nvGrpSpPr>
          <p:cNvPr id="1290" name="Google Shape;1290;p175"/>
          <p:cNvGrpSpPr/>
          <p:nvPr/>
        </p:nvGrpSpPr>
        <p:grpSpPr>
          <a:xfrm>
            <a:off x="3228956" y="1497503"/>
            <a:ext cx="533372" cy="533480"/>
            <a:chOff x="457200" y="1378813"/>
            <a:chExt cx="695400" cy="695450"/>
          </a:xfrm>
        </p:grpSpPr>
        <p:sp>
          <p:nvSpPr>
            <p:cNvPr id="1291" name="Google Shape;1291;p175"/>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a:ea typeface="Roboto"/>
                  <a:cs typeface="Roboto"/>
                  <a:sym typeface="Roboto"/>
                </a:rPr>
                <a:t>02</a:t>
              </a:r>
              <a:endParaRPr sz="2100">
                <a:solidFill>
                  <a:srgbClr val="FFFFFF"/>
                </a:solidFill>
                <a:latin typeface="Roboto"/>
                <a:ea typeface="Roboto"/>
                <a:cs typeface="Roboto"/>
                <a:sym typeface="Roboto"/>
              </a:endParaRPr>
            </a:p>
          </p:txBody>
        </p:sp>
        <p:sp>
          <p:nvSpPr>
            <p:cNvPr id="1292" name="Google Shape;1292;p175"/>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grpSp>
      <p:sp>
        <p:nvSpPr>
          <p:cNvPr id="1293" name="Google Shape;1293;p175"/>
          <p:cNvSpPr/>
          <p:nvPr/>
        </p:nvSpPr>
        <p:spPr>
          <a:xfrm flipH="1">
            <a:off x="3496050" y="20901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75"/>
          <p:cNvSpPr txBox="1"/>
          <p:nvPr/>
        </p:nvSpPr>
        <p:spPr>
          <a:xfrm>
            <a:off x="3496050" y="2090229"/>
            <a:ext cx="23715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Clr>
                <a:schemeClr val="dk1"/>
              </a:buClr>
              <a:buSzPts val="1100"/>
              <a:buFont typeface="Arial"/>
              <a:buNone/>
            </a:pPr>
            <a:r>
              <a:rPr b="1" lang="en" sz="1500">
                <a:solidFill>
                  <a:schemeClr val="dk2"/>
                </a:solidFill>
              </a:rPr>
              <a:t>Endpoint devices</a:t>
            </a:r>
            <a:r>
              <a:rPr lang="en" sz="1500">
                <a:solidFill>
                  <a:schemeClr val="dk2"/>
                </a:solidFill>
              </a:rPr>
              <a:t> </a:t>
            </a:r>
            <a:br>
              <a:rPr lang="en" sz="1500">
                <a:solidFill>
                  <a:schemeClr val="dk2"/>
                </a:solidFill>
              </a:rPr>
            </a:br>
            <a:r>
              <a:rPr lang="en" sz="1500">
                <a:solidFill>
                  <a:schemeClr val="dk2"/>
                </a:solidFill>
              </a:rPr>
              <a:t>like antivirus solutions</a:t>
            </a:r>
            <a:endParaRPr>
              <a:solidFill>
                <a:schemeClr val="dk2"/>
              </a:solidFill>
              <a:latin typeface="Roboto"/>
              <a:ea typeface="Roboto"/>
              <a:cs typeface="Roboto"/>
              <a:sym typeface="Roboto"/>
            </a:endParaRPr>
          </a:p>
        </p:txBody>
      </p:sp>
      <p:grpSp>
        <p:nvGrpSpPr>
          <p:cNvPr id="1295" name="Google Shape;1295;p175"/>
          <p:cNvGrpSpPr/>
          <p:nvPr/>
        </p:nvGrpSpPr>
        <p:grpSpPr>
          <a:xfrm>
            <a:off x="6134081" y="1498253"/>
            <a:ext cx="533372" cy="533480"/>
            <a:chOff x="457200" y="1378813"/>
            <a:chExt cx="695400" cy="695450"/>
          </a:xfrm>
        </p:grpSpPr>
        <p:sp>
          <p:nvSpPr>
            <p:cNvPr id="1296" name="Google Shape;1296;p175"/>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a:ea typeface="Roboto"/>
                  <a:cs typeface="Roboto"/>
                  <a:sym typeface="Roboto"/>
                </a:rPr>
                <a:t>03</a:t>
              </a:r>
              <a:endParaRPr sz="2100">
                <a:solidFill>
                  <a:srgbClr val="FFFFFF"/>
                </a:solidFill>
                <a:latin typeface="Roboto"/>
                <a:ea typeface="Roboto"/>
                <a:cs typeface="Roboto"/>
                <a:sym typeface="Roboto"/>
              </a:endParaRPr>
            </a:p>
          </p:txBody>
        </p:sp>
        <p:sp>
          <p:nvSpPr>
            <p:cNvPr id="1297" name="Google Shape;1297;p175"/>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grpSp>
      <p:sp>
        <p:nvSpPr>
          <p:cNvPr id="1298" name="Google Shape;1298;p175"/>
          <p:cNvSpPr/>
          <p:nvPr/>
        </p:nvSpPr>
        <p:spPr>
          <a:xfrm flipH="1">
            <a:off x="6401175" y="20909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75"/>
          <p:cNvSpPr txBox="1"/>
          <p:nvPr/>
        </p:nvSpPr>
        <p:spPr>
          <a:xfrm>
            <a:off x="6401175" y="2090458"/>
            <a:ext cx="23715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Clr>
                <a:schemeClr val="dk1"/>
              </a:buClr>
              <a:buSzPts val="1100"/>
              <a:buFont typeface="Arial"/>
              <a:buNone/>
            </a:pPr>
            <a:r>
              <a:rPr b="1" lang="en" sz="1500">
                <a:solidFill>
                  <a:schemeClr val="dk2"/>
                </a:solidFill>
              </a:rPr>
              <a:t>Vulnerability management systems</a:t>
            </a:r>
            <a:r>
              <a:rPr lang="en" sz="1500">
                <a:solidFill>
                  <a:schemeClr val="dk2"/>
                </a:solidFill>
              </a:rPr>
              <a:t> </a:t>
            </a:r>
            <a:br>
              <a:rPr lang="en" sz="1500">
                <a:solidFill>
                  <a:schemeClr val="dk2"/>
                </a:solidFill>
              </a:rPr>
            </a:br>
            <a:r>
              <a:rPr lang="en" sz="1500">
                <a:solidFill>
                  <a:schemeClr val="dk2"/>
                </a:solidFill>
              </a:rPr>
              <a:t>like Nessus</a:t>
            </a:r>
            <a:endParaRPr>
              <a:solidFill>
                <a:schemeClr val="dk2"/>
              </a:solidFill>
              <a:latin typeface="Roboto"/>
              <a:ea typeface="Roboto"/>
              <a:cs typeface="Roboto"/>
              <a:sym typeface="Roboto"/>
            </a:endParaRPr>
          </a:p>
        </p:txBody>
      </p:sp>
      <p:sp>
        <p:nvSpPr>
          <p:cNvPr id="1300" name="Google Shape;1300;p175"/>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Splunk ES</a:t>
            </a:r>
            <a:endParaRPr sz="2600"/>
          </a:p>
        </p:txBody>
      </p:sp>
      <p:sp>
        <p:nvSpPr>
          <p:cNvPr id="1301" name="Google Shape;1301;p175"/>
          <p:cNvSpPr txBox="1"/>
          <p:nvPr>
            <p:ph idx="1" type="subTitle"/>
          </p:nvPr>
        </p:nvSpPr>
        <p:spPr>
          <a:xfrm>
            <a:off x="0" y="5235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Clr>
                <a:schemeClr val="dk1"/>
              </a:buClr>
              <a:buSzPts val="1100"/>
              <a:buFont typeface="Arial"/>
              <a:buNone/>
            </a:pPr>
            <a:r>
              <a:rPr lang="en"/>
              <a:t>Splunk ES is a SIEM product that provides security professionals with insights from machine-generated data, such as:</a:t>
            </a:r>
            <a:endParaRPr/>
          </a:p>
        </p:txBody>
      </p:sp>
      <p:pic>
        <p:nvPicPr>
          <p:cNvPr id="1302" name="Google Shape;1302;p175"/>
          <p:cNvPicPr preferRelativeResize="0"/>
          <p:nvPr/>
        </p:nvPicPr>
        <p:blipFill>
          <a:blip r:embed="rId3">
            <a:alphaModFix/>
          </a:blip>
          <a:stretch>
            <a:fillRect/>
          </a:stretch>
        </p:blipFill>
        <p:spPr>
          <a:xfrm>
            <a:off x="6441025" y="3364500"/>
            <a:ext cx="2428499" cy="755546"/>
          </a:xfrm>
          <a:prstGeom prst="rect">
            <a:avLst/>
          </a:prstGeom>
          <a:noFill/>
          <a:ln>
            <a:noFill/>
          </a:ln>
        </p:spPr>
      </p:pic>
      <p:pic>
        <p:nvPicPr>
          <p:cNvPr id="1303" name="Google Shape;1303;p175"/>
          <p:cNvPicPr preferRelativeResize="0"/>
          <p:nvPr/>
        </p:nvPicPr>
        <p:blipFill>
          <a:blip r:embed="rId4">
            <a:alphaModFix/>
          </a:blip>
          <a:stretch>
            <a:fillRect/>
          </a:stretch>
        </p:blipFill>
        <p:spPr>
          <a:xfrm>
            <a:off x="963984" y="2944015"/>
            <a:ext cx="1763123" cy="1648776"/>
          </a:xfrm>
          <a:prstGeom prst="rect">
            <a:avLst/>
          </a:prstGeom>
          <a:noFill/>
          <a:ln>
            <a:noFill/>
          </a:ln>
        </p:spPr>
      </p:pic>
      <p:pic>
        <p:nvPicPr>
          <p:cNvPr id="1304" name="Google Shape;1304;p175"/>
          <p:cNvPicPr preferRelativeResize="0"/>
          <p:nvPr/>
        </p:nvPicPr>
        <p:blipFill>
          <a:blip r:embed="rId5">
            <a:alphaModFix/>
          </a:blip>
          <a:stretch>
            <a:fillRect/>
          </a:stretch>
        </p:blipFill>
        <p:spPr>
          <a:xfrm>
            <a:off x="4043350" y="2958636"/>
            <a:ext cx="1333901" cy="158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76"/>
          <p:cNvSpPr txBox="1"/>
          <p:nvPr>
            <p:ph idx="4294967295" type="subTitle"/>
          </p:nvPr>
        </p:nvSpPr>
        <p:spPr>
          <a:xfrm>
            <a:off x="605575" y="1423150"/>
            <a:ext cx="4442100" cy="2368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400"/>
              <a:t>Splunk ES</a:t>
            </a:r>
            <a:r>
              <a:rPr lang="en" sz="2400">
                <a:latin typeface="Roboto Light"/>
                <a:ea typeface="Roboto Light"/>
                <a:cs typeface="Roboto Light"/>
                <a:sym typeface="Roboto Light"/>
              </a:rPr>
              <a:t> </a:t>
            </a:r>
            <a:r>
              <a:rPr lang="en" sz="2400"/>
              <a:t>is one of the most popular add-on products for security professionals, as it </a:t>
            </a:r>
            <a:br>
              <a:rPr lang="en" sz="2400"/>
            </a:br>
            <a:r>
              <a:rPr lang="en" sz="2400"/>
              <a:t>has pre-built dashboards, reports, and built-in features.</a:t>
            </a:r>
            <a:endParaRPr sz="2400"/>
          </a:p>
        </p:txBody>
      </p:sp>
      <p:pic>
        <p:nvPicPr>
          <p:cNvPr id="1310" name="Google Shape;1310;p176"/>
          <p:cNvPicPr preferRelativeResize="0"/>
          <p:nvPr/>
        </p:nvPicPr>
        <p:blipFill>
          <a:blip r:embed="rId3">
            <a:alphaModFix/>
          </a:blip>
          <a:stretch>
            <a:fillRect/>
          </a:stretch>
        </p:blipFill>
        <p:spPr>
          <a:xfrm>
            <a:off x="5530525" y="363500"/>
            <a:ext cx="2890123" cy="44772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177"/>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Splunk 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16" name="Google Shape;1316;p177"/>
          <p:cNvSpPr txBox="1"/>
          <p:nvPr>
            <p:ph idx="2" type="title"/>
          </p:nvPr>
        </p:nvSpPr>
        <p:spPr>
          <a:xfrm>
            <a:off x="70200" y="521000"/>
            <a:ext cx="9168600" cy="2808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Splunk ES features allow you to:</a:t>
            </a:r>
            <a:endParaRPr sz="1800">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17" name="Google Shape;1317;p177"/>
          <p:cNvSpPr txBox="1"/>
          <p:nvPr>
            <p:ph idx="1" type="subTitle"/>
          </p:nvPr>
        </p:nvSpPr>
        <p:spPr>
          <a:xfrm>
            <a:off x="1430600" y="1164600"/>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Identify, prioritize, and investigate security events.</a:t>
            </a:r>
            <a:endParaRPr sz="1800"/>
          </a:p>
        </p:txBody>
      </p:sp>
      <p:sp>
        <p:nvSpPr>
          <p:cNvPr id="1318" name="Google Shape;1318;p177"/>
          <p:cNvSpPr txBox="1"/>
          <p:nvPr>
            <p:ph idx="3" type="subTitle"/>
          </p:nvPr>
        </p:nvSpPr>
        <p:spPr>
          <a:xfrm>
            <a:off x="1430600" y="1859325"/>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Gain insights into security events.</a:t>
            </a:r>
            <a:endParaRPr sz="1800"/>
          </a:p>
        </p:txBody>
      </p:sp>
      <p:sp>
        <p:nvSpPr>
          <p:cNvPr id="1319" name="Google Shape;1319;p177"/>
          <p:cNvSpPr txBox="1"/>
          <p:nvPr>
            <p:ph idx="4" type="subTitle"/>
          </p:nvPr>
        </p:nvSpPr>
        <p:spPr>
          <a:xfrm>
            <a:off x="1430600" y="2481338"/>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Monitor the status of a security environment.</a:t>
            </a:r>
            <a:endParaRPr sz="1800"/>
          </a:p>
        </p:txBody>
      </p:sp>
      <p:sp>
        <p:nvSpPr>
          <p:cNvPr id="1320" name="Google Shape;1320;p177"/>
          <p:cNvSpPr txBox="1"/>
          <p:nvPr>
            <p:ph idx="5" type="subTitle"/>
          </p:nvPr>
        </p:nvSpPr>
        <p:spPr>
          <a:xfrm>
            <a:off x="1430600" y="3172900"/>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Audit security events.</a:t>
            </a:r>
            <a:endParaRPr sz="1800"/>
          </a:p>
        </p:txBody>
      </p:sp>
      <p:sp>
        <p:nvSpPr>
          <p:cNvPr id="1321" name="Google Shape;1321;p177"/>
          <p:cNvSpPr txBox="1"/>
          <p:nvPr>
            <p:ph idx="6" type="subTitle"/>
          </p:nvPr>
        </p:nvSpPr>
        <p:spPr>
          <a:xfrm>
            <a:off x="1430600" y="3798088"/>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Navigate these tasks with a pre-built, easy-to-use interface.</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5" name="Shape 1325"/>
        <p:cNvGrpSpPr/>
        <p:nvPr/>
      </p:nvGrpSpPr>
      <p:grpSpPr>
        <a:xfrm>
          <a:off x="0" y="0"/>
          <a:ext cx="0" cy="0"/>
          <a:chOff x="0" y="0"/>
          <a:chExt cx="0" cy="0"/>
        </a:xfrm>
      </p:grpSpPr>
      <p:sp>
        <p:nvSpPr>
          <p:cNvPr id="1326" name="Google Shape;1326;p178"/>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Splunk ES</a:t>
            </a:r>
            <a:endParaRPr sz="2600"/>
          </a:p>
        </p:txBody>
      </p:sp>
      <p:sp>
        <p:nvSpPr>
          <p:cNvPr id="1327" name="Google Shape;1327;p178"/>
          <p:cNvSpPr txBox="1"/>
          <p:nvPr>
            <p:ph idx="1" type="subTitle"/>
          </p:nvPr>
        </p:nvSpPr>
        <p:spPr>
          <a:xfrm>
            <a:off x="0" y="5235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Example of a </a:t>
            </a:r>
            <a:r>
              <a:rPr lang="en"/>
              <a:t>basic Splunk ES dashboard</a:t>
            </a:r>
            <a:r>
              <a:rPr lang="en"/>
              <a:t>:</a:t>
            </a:r>
            <a:endParaRPr/>
          </a:p>
        </p:txBody>
      </p:sp>
      <p:pic>
        <p:nvPicPr>
          <p:cNvPr id="1328" name="Google Shape;1328;p178"/>
          <p:cNvPicPr preferRelativeResize="0"/>
          <p:nvPr/>
        </p:nvPicPr>
        <p:blipFill rotWithShape="1">
          <a:blip r:embed="rId3">
            <a:alphaModFix/>
          </a:blip>
          <a:srcRect b="0" l="1076" r="1056" t="0"/>
          <a:stretch/>
        </p:blipFill>
        <p:spPr>
          <a:xfrm>
            <a:off x="1030338" y="1325925"/>
            <a:ext cx="7083325" cy="3243576"/>
          </a:xfrm>
          <a:prstGeom prst="rect">
            <a:avLst/>
          </a:prstGeom>
          <a:noFill/>
          <a:ln cap="flat" cmpd="sng" w="9525">
            <a:solidFill>
              <a:srgbClr val="CCCCCC"/>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pic>
        <p:nvPicPr>
          <p:cNvPr id="1333" name="Google Shape;1333;p179"/>
          <p:cNvPicPr preferRelativeResize="0"/>
          <p:nvPr/>
        </p:nvPicPr>
        <p:blipFill>
          <a:blip r:embed="rId3">
            <a:alphaModFix/>
          </a:blip>
          <a:stretch>
            <a:fillRect/>
          </a:stretch>
        </p:blipFill>
        <p:spPr>
          <a:xfrm>
            <a:off x="0" y="0"/>
            <a:ext cx="9144001" cy="5143501"/>
          </a:xfrm>
          <a:prstGeom prst="rect">
            <a:avLst/>
          </a:prstGeom>
          <a:noFill/>
          <a:ln>
            <a:noFill/>
          </a:ln>
        </p:spPr>
      </p:pic>
      <p:sp>
        <p:nvSpPr>
          <p:cNvPr id="1334" name="Google Shape;1334;p179"/>
          <p:cNvSpPr txBox="1"/>
          <p:nvPr>
            <p:ph idx="1" type="subTitle"/>
          </p:nvPr>
        </p:nvSpPr>
        <p:spPr>
          <a:xfrm>
            <a:off x="-12300" y="496075"/>
            <a:ext cx="4563900" cy="1488300"/>
          </a:xfrm>
          <a:prstGeom prst="rect">
            <a:avLst/>
          </a:prstGeom>
        </p:spPr>
        <p:txBody>
          <a:bodyPr anchorCtr="0" anchor="t" bIns="91425" lIns="457200" spcFirstLastPara="1" rIns="0" wrap="square" tIns="0">
            <a:noAutofit/>
          </a:bodyPr>
          <a:lstStyle/>
          <a:p>
            <a:pPr indent="0" lvl="0" marL="0" rtl="0" algn="l">
              <a:lnSpc>
                <a:spcPct val="115000"/>
              </a:lnSpc>
              <a:spcBef>
                <a:spcPts val="0"/>
              </a:spcBef>
              <a:spcAft>
                <a:spcPts val="0"/>
              </a:spcAft>
              <a:buNone/>
            </a:pPr>
            <a:r>
              <a:rPr b="1" lang="en"/>
              <a:t>Advanced security monitoring solutions </a:t>
            </a:r>
            <a:r>
              <a:rPr lang="en"/>
              <a:t>provide additional benefits such as machine learning, artificial intelligence, automation, and response.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8" name="Shape 1338"/>
        <p:cNvGrpSpPr/>
        <p:nvPr/>
      </p:nvGrpSpPr>
      <p:grpSpPr>
        <a:xfrm>
          <a:off x="0" y="0"/>
          <a:ext cx="0" cy="0"/>
          <a:chOff x="0" y="0"/>
          <a:chExt cx="0" cy="0"/>
        </a:xfrm>
      </p:grpSpPr>
      <p:sp>
        <p:nvSpPr>
          <p:cNvPr id="1339" name="Google Shape;1339;p180"/>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Advanced Security Monitoring</a:t>
            </a:r>
            <a:endParaRPr sz="2600"/>
          </a:p>
        </p:txBody>
      </p:sp>
      <p:sp>
        <p:nvSpPr>
          <p:cNvPr id="1340" name="Google Shape;1340;p180"/>
          <p:cNvSpPr txBox="1"/>
          <p:nvPr>
            <p:ph idx="1" type="subTitle"/>
          </p:nvPr>
        </p:nvSpPr>
        <p:spPr>
          <a:xfrm>
            <a:off x="0" y="5997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The most popular advancements in the information security industry include:</a:t>
            </a:r>
            <a:endParaRPr/>
          </a:p>
        </p:txBody>
      </p:sp>
      <p:graphicFrame>
        <p:nvGraphicFramePr>
          <p:cNvPr id="1341" name="Google Shape;1341;p180"/>
          <p:cNvGraphicFramePr/>
          <p:nvPr/>
        </p:nvGraphicFramePr>
        <p:xfrm>
          <a:off x="813225" y="1574275"/>
          <a:ext cx="3000000" cy="3000000"/>
        </p:xfrm>
        <a:graphic>
          <a:graphicData uri="http://schemas.openxmlformats.org/drawingml/2006/table">
            <a:tbl>
              <a:tblPr>
                <a:noFill/>
                <a:tableStyleId>{08867A8E-E71E-494E-9835-486FC9F86B5E}</a:tableStyleId>
              </a:tblPr>
              <a:tblGrid>
                <a:gridCol w="2377675"/>
                <a:gridCol w="5139875"/>
              </a:tblGrid>
              <a:tr h="664975">
                <a:tc>
                  <a:txBody>
                    <a:bodyPr/>
                    <a:lstStyle/>
                    <a:p>
                      <a:pPr indent="0" lvl="0" marL="0" rtl="0" algn="l">
                        <a:lnSpc>
                          <a:spcPct val="100000"/>
                        </a:lnSpc>
                        <a:spcBef>
                          <a:spcPts val="0"/>
                        </a:spcBef>
                        <a:spcAft>
                          <a:spcPts val="200"/>
                        </a:spcAft>
                        <a:buNone/>
                      </a:pPr>
                      <a:r>
                        <a:rPr lang="en" sz="2600">
                          <a:solidFill>
                            <a:srgbClr val="FFFFFF"/>
                          </a:solidFill>
                          <a:latin typeface="Roboto Medium"/>
                          <a:ea typeface="Roboto Medium"/>
                          <a:cs typeface="Roboto Medium"/>
                          <a:sym typeface="Roboto Medium"/>
                        </a:rPr>
                        <a:t>UBA</a:t>
                      </a:r>
                      <a:endParaRPr sz="2600">
                        <a:solidFill>
                          <a:srgbClr val="FFFFFF"/>
                        </a:solidFill>
                        <a:latin typeface="Roboto Medium"/>
                        <a:ea typeface="Roboto Medium"/>
                        <a:cs typeface="Roboto Medium"/>
                        <a:sym typeface="Roboto Medium"/>
                      </a:endParaRPr>
                    </a:p>
                  </a:txBody>
                  <a:tcPr marT="45700" marB="137150" marR="182875" marL="18287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sz="1800">
                          <a:solidFill>
                            <a:schemeClr val="dk2"/>
                          </a:solidFill>
                          <a:latin typeface="Roboto Medium"/>
                          <a:ea typeface="Roboto Medium"/>
                          <a:cs typeface="Roboto Medium"/>
                          <a:sym typeface="Roboto Medium"/>
                        </a:rPr>
                        <a:t>User behavior analytics </a:t>
                      </a:r>
                      <a:endParaRPr sz="1800">
                        <a:solidFill>
                          <a:schemeClr val="dk2"/>
                        </a:solidFill>
                        <a:latin typeface="Roboto Medium"/>
                        <a:ea typeface="Roboto Medium"/>
                        <a:cs typeface="Roboto Medium"/>
                        <a:sym typeface="Roboto Medium"/>
                      </a:endParaRPr>
                    </a:p>
                  </a:txBody>
                  <a:tcPr marT="45700" marB="137150" marR="91425" marL="18287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FFFFF"/>
                    </a:solidFill>
                  </a:tcPr>
                </a:tc>
              </a:tr>
              <a:tr h="664975">
                <a:tc>
                  <a:txBody>
                    <a:bodyPr/>
                    <a:lstStyle/>
                    <a:p>
                      <a:pPr indent="0" lvl="0" marL="0" rtl="0" algn="l">
                        <a:lnSpc>
                          <a:spcPct val="100000"/>
                        </a:lnSpc>
                        <a:spcBef>
                          <a:spcPts val="0"/>
                        </a:spcBef>
                        <a:spcAft>
                          <a:spcPts val="200"/>
                        </a:spcAft>
                        <a:buNone/>
                      </a:pPr>
                      <a:r>
                        <a:rPr lang="en" sz="2600">
                          <a:solidFill>
                            <a:srgbClr val="FFFFFF"/>
                          </a:solidFill>
                          <a:latin typeface="Roboto Medium"/>
                          <a:ea typeface="Roboto Medium"/>
                          <a:cs typeface="Roboto Medium"/>
                          <a:sym typeface="Roboto Medium"/>
                        </a:rPr>
                        <a:t>UEBA</a:t>
                      </a:r>
                      <a:endParaRPr sz="2600">
                        <a:solidFill>
                          <a:srgbClr val="FFFFFF"/>
                        </a:solidFill>
                        <a:latin typeface="Roboto Medium"/>
                        <a:ea typeface="Roboto Medium"/>
                        <a:cs typeface="Roboto Medium"/>
                        <a:sym typeface="Roboto Medium"/>
                      </a:endParaRPr>
                    </a:p>
                  </a:txBody>
                  <a:tcPr marT="45700" marB="137150" marR="182875" marL="18287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sz="1800">
                          <a:solidFill>
                            <a:schemeClr val="dk2"/>
                          </a:solidFill>
                          <a:latin typeface="Roboto Medium"/>
                          <a:ea typeface="Roboto Medium"/>
                          <a:cs typeface="Roboto Medium"/>
                          <a:sym typeface="Roboto Medium"/>
                        </a:rPr>
                        <a:t>User and entity behavior analytics </a:t>
                      </a:r>
                      <a:endParaRPr sz="1800">
                        <a:solidFill>
                          <a:schemeClr val="dk2"/>
                        </a:solidFill>
                        <a:latin typeface="Roboto Medium"/>
                        <a:ea typeface="Roboto Medium"/>
                        <a:cs typeface="Roboto Medium"/>
                        <a:sym typeface="Roboto Medium"/>
                      </a:endParaRPr>
                    </a:p>
                  </a:txBody>
                  <a:tcPr marT="45700" marB="137150" marR="91425" marL="18287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lt2"/>
                    </a:solidFill>
                  </a:tcPr>
                </a:tc>
              </a:tr>
              <a:tr h="664975">
                <a:tc>
                  <a:txBody>
                    <a:bodyPr/>
                    <a:lstStyle/>
                    <a:p>
                      <a:pPr indent="0" lvl="0" marL="0" rtl="0" algn="l">
                        <a:lnSpc>
                          <a:spcPct val="100000"/>
                        </a:lnSpc>
                        <a:spcBef>
                          <a:spcPts val="0"/>
                        </a:spcBef>
                        <a:spcAft>
                          <a:spcPts val="200"/>
                        </a:spcAft>
                        <a:buNone/>
                      </a:pPr>
                      <a:r>
                        <a:rPr lang="en" sz="2600">
                          <a:solidFill>
                            <a:srgbClr val="FFFFFF"/>
                          </a:solidFill>
                          <a:latin typeface="Roboto Medium"/>
                          <a:ea typeface="Roboto Medium"/>
                          <a:cs typeface="Roboto Medium"/>
                          <a:sym typeface="Roboto Medium"/>
                        </a:rPr>
                        <a:t>SOAR</a:t>
                      </a:r>
                      <a:endParaRPr sz="2600">
                        <a:solidFill>
                          <a:srgbClr val="FFFFFF"/>
                        </a:solidFill>
                        <a:latin typeface="Roboto Medium"/>
                        <a:ea typeface="Roboto Medium"/>
                        <a:cs typeface="Roboto Medium"/>
                        <a:sym typeface="Roboto Medium"/>
                      </a:endParaRPr>
                    </a:p>
                  </a:txBody>
                  <a:tcPr marT="45700" marB="137150" marR="182875" marL="18287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sz="1800">
                          <a:solidFill>
                            <a:schemeClr val="dk2"/>
                          </a:solidFill>
                          <a:latin typeface="Roboto Medium"/>
                          <a:ea typeface="Roboto Medium"/>
                          <a:cs typeface="Roboto Medium"/>
                          <a:sym typeface="Roboto Medium"/>
                        </a:rPr>
                        <a:t>Security orchestration, automation, and response </a:t>
                      </a:r>
                      <a:endParaRPr sz="1800">
                        <a:solidFill>
                          <a:schemeClr val="dk2"/>
                        </a:solidFill>
                        <a:latin typeface="Roboto Medium"/>
                        <a:ea typeface="Roboto Medium"/>
                        <a:cs typeface="Roboto Medium"/>
                        <a:sym typeface="Roboto Medium"/>
                      </a:endParaRPr>
                    </a:p>
                  </a:txBody>
                  <a:tcPr marT="45700" marB="137150" marR="91425" marL="18287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FFFFF"/>
                    </a:solidFill>
                  </a:tcPr>
                </a:tc>
              </a:tr>
              <a:tr h="664975">
                <a:tc>
                  <a:txBody>
                    <a:bodyPr/>
                    <a:lstStyle/>
                    <a:p>
                      <a:pPr indent="0" lvl="0" marL="0" rtl="0" algn="l">
                        <a:lnSpc>
                          <a:spcPct val="100000"/>
                        </a:lnSpc>
                        <a:spcBef>
                          <a:spcPts val="0"/>
                        </a:spcBef>
                        <a:spcAft>
                          <a:spcPts val="200"/>
                        </a:spcAft>
                        <a:buNone/>
                      </a:pPr>
                      <a:r>
                        <a:rPr lang="en" sz="2600">
                          <a:solidFill>
                            <a:srgbClr val="FFFFFF"/>
                          </a:solidFill>
                          <a:latin typeface="Roboto Medium"/>
                          <a:ea typeface="Roboto Medium"/>
                          <a:cs typeface="Roboto Medium"/>
                          <a:sym typeface="Roboto Medium"/>
                        </a:rPr>
                        <a:t>XDR</a:t>
                      </a:r>
                      <a:endParaRPr sz="2600">
                        <a:solidFill>
                          <a:srgbClr val="FFFFFF"/>
                        </a:solidFill>
                        <a:latin typeface="Roboto Medium"/>
                        <a:ea typeface="Roboto Medium"/>
                        <a:cs typeface="Roboto Medium"/>
                        <a:sym typeface="Roboto Medium"/>
                      </a:endParaRPr>
                    </a:p>
                  </a:txBody>
                  <a:tcPr marT="45700" marB="137150" marR="182875" marL="18287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sz="1800">
                          <a:solidFill>
                            <a:schemeClr val="dk2"/>
                          </a:solidFill>
                          <a:latin typeface="Roboto Medium"/>
                          <a:ea typeface="Roboto Medium"/>
                          <a:cs typeface="Roboto Medium"/>
                          <a:sym typeface="Roboto Medium"/>
                        </a:rPr>
                        <a:t>Extended detection and response</a:t>
                      </a:r>
                      <a:endParaRPr sz="1800">
                        <a:solidFill>
                          <a:schemeClr val="dk2"/>
                        </a:solidFill>
                        <a:latin typeface="Roboto Medium"/>
                        <a:ea typeface="Roboto Medium"/>
                        <a:cs typeface="Roboto Medium"/>
                        <a:sym typeface="Roboto Medium"/>
                      </a:endParaRPr>
                    </a:p>
                  </a:txBody>
                  <a:tcPr marT="45700" marB="137150" marR="91425" marL="18287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81"/>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a:t>UBA</a:t>
            </a:r>
            <a:r>
              <a:rPr lang="en"/>
              <a:t> is a security monitoring tool that uses machine learning, artificial intelligence, and data processing to detect abnormalities in user activity.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0" name="Shape 1350"/>
        <p:cNvGrpSpPr/>
        <p:nvPr/>
      </p:nvGrpSpPr>
      <p:grpSpPr>
        <a:xfrm>
          <a:off x="0" y="0"/>
          <a:ext cx="0" cy="0"/>
          <a:chOff x="0" y="0"/>
          <a:chExt cx="0" cy="0"/>
        </a:xfrm>
      </p:grpSpPr>
      <p:sp>
        <p:nvSpPr>
          <p:cNvPr id="1351" name="Google Shape;1351;p182"/>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Clr>
                <a:schemeClr val="dk1"/>
              </a:buClr>
              <a:buSzPts val="1100"/>
              <a:buFont typeface="Arial"/>
              <a:buNone/>
            </a:pPr>
            <a:r>
              <a:rPr lang="en" sz="2600"/>
              <a:t>UBA</a:t>
            </a:r>
            <a:endParaRPr sz="2600"/>
          </a:p>
        </p:txBody>
      </p:sp>
      <p:sp>
        <p:nvSpPr>
          <p:cNvPr id="1352" name="Google Shape;1352;p182"/>
          <p:cNvSpPr txBox="1"/>
          <p:nvPr>
            <p:ph idx="1" type="subTitle"/>
          </p:nvPr>
        </p:nvSpPr>
        <p:spPr>
          <a:xfrm>
            <a:off x="0" y="5235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UBA gathers information about typical user behaviors and creates baselines.</a:t>
            </a:r>
            <a:endParaRPr/>
          </a:p>
        </p:txBody>
      </p:sp>
      <p:sp>
        <p:nvSpPr>
          <p:cNvPr id="1353" name="Google Shape;1353;p18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rPr lang="en" u="sng">
                <a:solidFill>
                  <a:schemeClr val="hlink"/>
                </a:solidFill>
                <a:hlinkClick r:id="rId3"/>
              </a:rPr>
              <a:t>(splunk.com)</a:t>
            </a:r>
            <a:endParaRPr/>
          </a:p>
        </p:txBody>
      </p:sp>
      <p:pic>
        <p:nvPicPr>
          <p:cNvPr id="1354" name="Google Shape;1354;p182"/>
          <p:cNvPicPr preferRelativeResize="0"/>
          <p:nvPr/>
        </p:nvPicPr>
        <p:blipFill rotWithShape="1">
          <a:blip r:embed="rId4">
            <a:alphaModFix/>
          </a:blip>
          <a:srcRect b="0" l="1057" r="1057" t="0"/>
          <a:stretch/>
        </p:blipFill>
        <p:spPr>
          <a:xfrm>
            <a:off x="9906675" y="1040769"/>
            <a:ext cx="5530399" cy="3473255"/>
          </a:xfrm>
          <a:prstGeom prst="rect">
            <a:avLst/>
          </a:prstGeom>
          <a:noFill/>
          <a:ln>
            <a:noFill/>
          </a:ln>
          <a:effectLst>
            <a:outerShdw blurRad="57150" rotWithShape="0" algn="bl" dir="5400000" dist="19050">
              <a:srgbClr val="000000">
                <a:alpha val="50000"/>
              </a:srgbClr>
            </a:outerShdw>
          </a:effectLst>
        </p:spPr>
      </p:pic>
      <p:pic>
        <p:nvPicPr>
          <p:cNvPr id="1355" name="Google Shape;1355;p182"/>
          <p:cNvPicPr preferRelativeResize="0"/>
          <p:nvPr/>
        </p:nvPicPr>
        <p:blipFill>
          <a:blip r:embed="rId5">
            <a:alphaModFix/>
          </a:blip>
          <a:stretch>
            <a:fillRect/>
          </a:stretch>
        </p:blipFill>
        <p:spPr>
          <a:xfrm>
            <a:off x="1328525" y="1183050"/>
            <a:ext cx="6486961" cy="3960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183"/>
          <p:cNvSpPr txBox="1"/>
          <p:nvPr>
            <p:ph idx="1" type="body"/>
          </p:nvPr>
        </p:nvSpPr>
        <p:spPr>
          <a:xfrm>
            <a:off x="457200" y="1054550"/>
            <a:ext cx="5025600" cy="34533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AutoNum type="arabicPeriod"/>
            </a:pPr>
            <a:r>
              <a:rPr lang="en"/>
              <a:t>UBA gathers information on the servers and systems that a user accesses, as well as when and how frequently they do so.</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AutoNum type="arabicPeriod"/>
            </a:pPr>
            <a:r>
              <a:rPr lang="en"/>
              <a:t>It create alerts for when a user’s activity deviates from typical behavior</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AutoNum type="arabicPeriod"/>
            </a:pPr>
            <a:r>
              <a:rPr lang="en"/>
              <a:t>If a user usually only logs onto a server between 9am and 5pm Monday through Friday, UBA would create an alert if the user logged in on at 2am on a Saturday.</a:t>
            </a:r>
            <a:endParaRPr/>
          </a:p>
        </p:txBody>
      </p:sp>
      <p:sp>
        <p:nvSpPr>
          <p:cNvPr id="1361" name="Google Shape;1361;p183"/>
          <p:cNvSpPr txBox="1"/>
          <p:nvPr>
            <p:ph type="title"/>
          </p:nvPr>
        </p:nvSpPr>
        <p:spPr>
          <a:xfrm>
            <a:off x="457201" y="146300"/>
            <a:ext cx="50292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UBA</a:t>
            </a:r>
            <a:endParaRPr/>
          </a:p>
        </p:txBody>
      </p:sp>
      <p:sp>
        <p:nvSpPr>
          <p:cNvPr id="1362" name="Google Shape;1362;p183"/>
          <p:cNvSpPr txBox="1"/>
          <p:nvPr>
            <p:ph idx="3" type="subTitle"/>
          </p:nvPr>
        </p:nvSpPr>
        <p:spPr>
          <a:xfrm>
            <a:off x="460886" y="624850"/>
            <a:ext cx="5025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example of UBA in action:</a:t>
            </a:r>
            <a:endParaRPr/>
          </a:p>
        </p:txBody>
      </p:sp>
      <p:pic>
        <p:nvPicPr>
          <p:cNvPr id="1363" name="Google Shape;1363;p183"/>
          <p:cNvPicPr preferRelativeResize="0"/>
          <p:nvPr/>
        </p:nvPicPr>
        <p:blipFill>
          <a:blip r:embed="rId3">
            <a:alphaModFix/>
          </a:blip>
          <a:stretch>
            <a:fillRect/>
          </a:stretch>
        </p:blipFill>
        <p:spPr>
          <a:xfrm>
            <a:off x="5407375" y="1297913"/>
            <a:ext cx="3570300" cy="2815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184"/>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a:t>UEBA </a:t>
            </a:r>
            <a:r>
              <a:rPr lang="en"/>
              <a:t>is a security monitoring tool similar to UBA, except it extends its monitoring to other "entities."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185"/>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UEBA</a:t>
            </a:r>
            <a:endParaRPr/>
          </a:p>
        </p:txBody>
      </p:sp>
      <p:sp>
        <p:nvSpPr>
          <p:cNvPr id="1374" name="Google Shape;1374;p185"/>
          <p:cNvSpPr txBox="1"/>
          <p:nvPr>
            <p:ph idx="2" type="title"/>
          </p:nvPr>
        </p:nvSpPr>
        <p:spPr>
          <a:xfrm>
            <a:off x="63950" y="521000"/>
            <a:ext cx="9168600" cy="2355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Entities can include:</a:t>
            </a:r>
            <a:endParaRPr sz="1800">
              <a:latin typeface="Roboto"/>
              <a:ea typeface="Roboto"/>
              <a:cs typeface="Roboto"/>
              <a:sym typeface="Roboto"/>
            </a:endParaRPr>
          </a:p>
        </p:txBody>
      </p:sp>
      <p:sp>
        <p:nvSpPr>
          <p:cNvPr id="1375" name="Google Shape;1375;p185"/>
          <p:cNvSpPr txBox="1"/>
          <p:nvPr/>
        </p:nvSpPr>
        <p:spPr>
          <a:xfrm>
            <a:off x="602275" y="1842925"/>
            <a:ext cx="195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Routers</a:t>
            </a:r>
            <a:endParaRPr sz="1800">
              <a:solidFill>
                <a:schemeClr val="dk2"/>
              </a:solidFill>
              <a:latin typeface="Roboto"/>
              <a:ea typeface="Roboto"/>
              <a:cs typeface="Roboto"/>
              <a:sym typeface="Roboto"/>
            </a:endParaRPr>
          </a:p>
        </p:txBody>
      </p:sp>
      <p:sp>
        <p:nvSpPr>
          <p:cNvPr id="1376" name="Google Shape;1376;p185"/>
          <p:cNvSpPr txBox="1"/>
          <p:nvPr/>
        </p:nvSpPr>
        <p:spPr>
          <a:xfrm>
            <a:off x="3381925" y="1842925"/>
            <a:ext cx="195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Servers</a:t>
            </a:r>
            <a:endParaRPr sz="1800">
              <a:solidFill>
                <a:schemeClr val="dk2"/>
              </a:solidFill>
              <a:latin typeface="Roboto"/>
              <a:ea typeface="Roboto"/>
              <a:cs typeface="Roboto"/>
              <a:sym typeface="Roboto"/>
            </a:endParaRPr>
          </a:p>
        </p:txBody>
      </p:sp>
      <p:sp>
        <p:nvSpPr>
          <p:cNvPr id="1377" name="Google Shape;1377;p185"/>
          <p:cNvSpPr txBox="1"/>
          <p:nvPr/>
        </p:nvSpPr>
        <p:spPr>
          <a:xfrm>
            <a:off x="6400800" y="1842925"/>
            <a:ext cx="1951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IoT Devices</a:t>
            </a:r>
            <a:endParaRPr sz="1800">
              <a:solidFill>
                <a:schemeClr val="dk2"/>
              </a:solidFill>
              <a:latin typeface="Roboto"/>
              <a:ea typeface="Roboto"/>
              <a:cs typeface="Roboto"/>
              <a:sym typeface="Roboto"/>
            </a:endParaRPr>
          </a:p>
        </p:txBody>
      </p:sp>
      <p:pic>
        <p:nvPicPr>
          <p:cNvPr id="1378" name="Google Shape;1378;p185"/>
          <p:cNvPicPr preferRelativeResize="0"/>
          <p:nvPr/>
        </p:nvPicPr>
        <p:blipFill>
          <a:blip r:embed="rId3">
            <a:alphaModFix/>
          </a:blip>
          <a:stretch>
            <a:fillRect/>
          </a:stretch>
        </p:blipFill>
        <p:spPr>
          <a:xfrm>
            <a:off x="3865375" y="2286000"/>
            <a:ext cx="1092450" cy="1285225"/>
          </a:xfrm>
          <a:prstGeom prst="rect">
            <a:avLst/>
          </a:prstGeom>
          <a:noFill/>
          <a:ln>
            <a:noFill/>
          </a:ln>
        </p:spPr>
      </p:pic>
      <p:pic>
        <p:nvPicPr>
          <p:cNvPr id="1379" name="Google Shape;1379;p185"/>
          <p:cNvPicPr preferRelativeResize="0"/>
          <p:nvPr/>
        </p:nvPicPr>
        <p:blipFill>
          <a:blip r:embed="rId4">
            <a:alphaModFix/>
          </a:blip>
          <a:stretch>
            <a:fillRect/>
          </a:stretch>
        </p:blipFill>
        <p:spPr>
          <a:xfrm>
            <a:off x="693587" y="2209800"/>
            <a:ext cx="1769174" cy="1395075"/>
          </a:xfrm>
          <a:prstGeom prst="rect">
            <a:avLst/>
          </a:prstGeom>
          <a:noFill/>
          <a:ln>
            <a:noFill/>
          </a:ln>
        </p:spPr>
      </p:pic>
      <p:pic>
        <p:nvPicPr>
          <p:cNvPr id="1380" name="Google Shape;1380;p185"/>
          <p:cNvPicPr preferRelativeResize="0"/>
          <p:nvPr/>
        </p:nvPicPr>
        <p:blipFill>
          <a:blip r:embed="rId5">
            <a:alphaModFix/>
          </a:blip>
          <a:stretch>
            <a:fillRect/>
          </a:stretch>
        </p:blipFill>
        <p:spPr>
          <a:xfrm>
            <a:off x="6454400" y="2219188"/>
            <a:ext cx="1772724" cy="13978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84" name="Shape 1384"/>
        <p:cNvGrpSpPr/>
        <p:nvPr/>
      </p:nvGrpSpPr>
      <p:grpSpPr>
        <a:xfrm>
          <a:off x="0" y="0"/>
          <a:ext cx="0" cy="0"/>
          <a:chOff x="0" y="0"/>
          <a:chExt cx="0" cy="0"/>
        </a:xfrm>
      </p:grpSpPr>
      <p:sp>
        <p:nvSpPr>
          <p:cNvPr id="1385" name="Google Shape;1385;p186"/>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UEBA</a:t>
            </a:r>
            <a:endParaRPr sz="26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86" name="Google Shape;1386;p186"/>
          <p:cNvSpPr txBox="1"/>
          <p:nvPr>
            <p:ph idx="1" type="subTitle"/>
          </p:nvPr>
        </p:nvSpPr>
        <p:spPr>
          <a:xfrm>
            <a:off x="0" y="675975"/>
            <a:ext cx="3656700" cy="22875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Clr>
                <a:schemeClr val="dk1"/>
              </a:buClr>
              <a:buSzPts val="1100"/>
              <a:buFont typeface="Arial"/>
              <a:buNone/>
            </a:pPr>
            <a:r>
              <a:rPr lang="en"/>
              <a:t>UEBA looks at </a:t>
            </a:r>
            <a:r>
              <a:rPr lang="en"/>
              <a:t>typical</a:t>
            </a:r>
            <a:r>
              <a:rPr lang="en"/>
              <a:t> user and entity behaviors and creates alerts when they display unusual activity.</a:t>
            </a:r>
            <a:endParaRPr/>
          </a:p>
          <a:p>
            <a:pPr indent="0" lvl="0" marL="0" rtl="0" algn="l">
              <a:spcBef>
                <a:spcPts val="0"/>
              </a:spcBef>
              <a:spcAft>
                <a:spcPts val="0"/>
              </a:spcAft>
              <a:buNone/>
            </a:pPr>
            <a:r>
              <a:t/>
            </a:r>
            <a:endParaRPr/>
          </a:p>
        </p:txBody>
      </p:sp>
      <p:sp>
        <p:nvSpPr>
          <p:cNvPr id="1387" name="Google Shape;1387;p18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rPr lang="en" u="sng">
                <a:solidFill>
                  <a:schemeClr val="hlink"/>
                </a:solidFill>
                <a:hlinkClick r:id="rId3"/>
              </a:rPr>
              <a:t>(splunk.com)</a:t>
            </a:r>
            <a:endParaRPr/>
          </a:p>
        </p:txBody>
      </p:sp>
      <p:pic>
        <p:nvPicPr>
          <p:cNvPr id="1388" name="Google Shape;1388;p186"/>
          <p:cNvPicPr preferRelativeResize="0"/>
          <p:nvPr/>
        </p:nvPicPr>
        <p:blipFill>
          <a:blip r:embed="rId4">
            <a:alphaModFix/>
          </a:blip>
          <a:stretch>
            <a:fillRect/>
          </a:stretch>
        </p:blipFill>
        <p:spPr>
          <a:xfrm>
            <a:off x="3416267" y="782512"/>
            <a:ext cx="5437686" cy="4078264"/>
          </a:xfrm>
          <a:prstGeom prst="rect">
            <a:avLst/>
          </a:prstGeom>
          <a:noFill/>
          <a:ln>
            <a:noFill/>
          </a:ln>
        </p:spPr>
      </p:pic>
      <p:sp>
        <p:nvSpPr>
          <p:cNvPr id="1389" name="Google Shape;1389;p186"/>
          <p:cNvSpPr txBox="1"/>
          <p:nvPr/>
        </p:nvSpPr>
        <p:spPr>
          <a:xfrm>
            <a:off x="8760175" y="51096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87"/>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2900"/>
              <a:t>SOAR</a:t>
            </a:r>
            <a:r>
              <a:rPr lang="en" sz="2900"/>
              <a:t>, comparable to a SIEM, </a:t>
            </a:r>
            <a:r>
              <a:rPr b="1" lang="en" sz="2900"/>
              <a:t>automates security processes</a:t>
            </a:r>
            <a:r>
              <a:rPr lang="en" sz="2900"/>
              <a:t> and </a:t>
            </a:r>
            <a:r>
              <a:rPr b="1" lang="en" sz="2900"/>
              <a:t>responds to security incidents</a:t>
            </a:r>
            <a:r>
              <a:rPr lang="en" sz="2900"/>
              <a:t>.</a:t>
            </a:r>
            <a:endParaRPr sz="2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98" name="Shape 1398"/>
        <p:cNvGrpSpPr/>
        <p:nvPr/>
      </p:nvGrpSpPr>
      <p:grpSpPr>
        <a:xfrm>
          <a:off x="0" y="0"/>
          <a:ext cx="0" cy="0"/>
          <a:chOff x="0" y="0"/>
          <a:chExt cx="0" cy="0"/>
        </a:xfrm>
      </p:grpSpPr>
      <p:sp>
        <p:nvSpPr>
          <p:cNvPr id="1399" name="Google Shape;1399;p188"/>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SOAR</a:t>
            </a:r>
            <a:endParaRPr/>
          </a:p>
        </p:txBody>
      </p:sp>
      <p:sp>
        <p:nvSpPr>
          <p:cNvPr id="1400" name="Google Shape;1400;p188"/>
          <p:cNvSpPr txBox="1"/>
          <p:nvPr>
            <p:ph idx="1" type="subTitle"/>
          </p:nvPr>
        </p:nvSpPr>
        <p:spPr>
          <a:xfrm>
            <a:off x="463231" y="624850"/>
            <a:ext cx="8223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Automating security processes examples:</a:t>
            </a:r>
            <a:endParaRPr/>
          </a:p>
        </p:txBody>
      </p:sp>
      <p:sp>
        <p:nvSpPr>
          <p:cNvPr id="1401" name="Google Shape;1401;p188"/>
          <p:cNvSpPr txBox="1"/>
          <p:nvPr>
            <p:ph idx="3" type="body"/>
          </p:nvPr>
        </p:nvSpPr>
        <p:spPr>
          <a:xfrm>
            <a:off x="778025" y="1592650"/>
            <a:ext cx="26925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Creating logging</a:t>
            </a:r>
            <a:endParaRPr/>
          </a:p>
        </p:txBody>
      </p:sp>
      <p:sp>
        <p:nvSpPr>
          <p:cNvPr id="1402" name="Google Shape;1402;p188"/>
          <p:cNvSpPr txBox="1"/>
          <p:nvPr>
            <p:ph idx="4" type="body"/>
          </p:nvPr>
        </p:nvSpPr>
        <p:spPr>
          <a:xfrm>
            <a:off x="777900" y="3413275"/>
            <a:ext cx="26925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Assigning priorities to security incidents</a:t>
            </a:r>
            <a:endParaRPr/>
          </a:p>
        </p:txBody>
      </p:sp>
      <p:pic>
        <p:nvPicPr>
          <p:cNvPr id="1403" name="Google Shape;1403;p188"/>
          <p:cNvPicPr preferRelativeResize="0"/>
          <p:nvPr/>
        </p:nvPicPr>
        <p:blipFill>
          <a:blip r:embed="rId3">
            <a:alphaModFix/>
          </a:blip>
          <a:stretch>
            <a:fillRect/>
          </a:stretch>
        </p:blipFill>
        <p:spPr>
          <a:xfrm>
            <a:off x="3901700" y="1103225"/>
            <a:ext cx="4785101" cy="318926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89"/>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SOAR</a:t>
            </a:r>
            <a:endParaRPr>
              <a:solidFill>
                <a:schemeClr val="dk2"/>
              </a:solidFill>
            </a:endParaRPr>
          </a:p>
        </p:txBody>
      </p:sp>
      <p:sp>
        <p:nvSpPr>
          <p:cNvPr id="1409" name="Google Shape;1409;p189"/>
          <p:cNvSpPr txBox="1"/>
          <p:nvPr>
            <p:ph idx="1" type="subTitle"/>
          </p:nvPr>
        </p:nvSpPr>
        <p:spPr>
          <a:xfrm>
            <a:off x="463231" y="624850"/>
            <a:ext cx="8223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Responding to security incidents</a:t>
            </a:r>
            <a:r>
              <a:rPr lang="en"/>
              <a:t> examples:</a:t>
            </a:r>
            <a:endParaRPr/>
          </a:p>
        </p:txBody>
      </p:sp>
      <p:sp>
        <p:nvSpPr>
          <p:cNvPr id="1410" name="Google Shape;1410;p189"/>
          <p:cNvSpPr txBox="1"/>
          <p:nvPr>
            <p:ph idx="3" type="body"/>
          </p:nvPr>
        </p:nvSpPr>
        <p:spPr>
          <a:xfrm>
            <a:off x="1006625" y="1592650"/>
            <a:ext cx="26925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Launching security investigations</a:t>
            </a:r>
            <a:endParaRPr/>
          </a:p>
        </p:txBody>
      </p:sp>
      <p:sp>
        <p:nvSpPr>
          <p:cNvPr id="1411" name="Google Shape;1411;p189"/>
          <p:cNvSpPr txBox="1"/>
          <p:nvPr>
            <p:ph idx="4" type="body"/>
          </p:nvPr>
        </p:nvSpPr>
        <p:spPr>
          <a:xfrm>
            <a:off x="1006500" y="3413275"/>
            <a:ext cx="26925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Mitigating threats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412" name="Google Shape;1412;p189"/>
          <p:cNvPicPr preferRelativeResize="0"/>
          <p:nvPr/>
        </p:nvPicPr>
        <p:blipFill>
          <a:blip r:embed="rId3">
            <a:alphaModFix/>
          </a:blip>
          <a:stretch>
            <a:fillRect/>
          </a:stretch>
        </p:blipFill>
        <p:spPr>
          <a:xfrm>
            <a:off x="4208400" y="1114963"/>
            <a:ext cx="3948600" cy="31136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pic>
        <p:nvPicPr>
          <p:cNvPr id="1417" name="Google Shape;1417;p190"/>
          <p:cNvPicPr preferRelativeResize="0"/>
          <p:nvPr/>
        </p:nvPicPr>
        <p:blipFill rotWithShape="1">
          <a:blip r:embed="rId3">
            <a:alphaModFix/>
          </a:blip>
          <a:srcRect b="0" l="0" r="0" t="0"/>
          <a:stretch/>
        </p:blipFill>
        <p:spPr>
          <a:xfrm>
            <a:off x="175" y="0"/>
            <a:ext cx="9144000" cy="5143500"/>
          </a:xfrm>
          <a:prstGeom prst="rect">
            <a:avLst/>
          </a:prstGeom>
          <a:noFill/>
          <a:ln>
            <a:noFill/>
          </a:ln>
        </p:spPr>
      </p:pic>
      <p:sp>
        <p:nvSpPr>
          <p:cNvPr id="1418" name="Google Shape;1418;p190"/>
          <p:cNvSpPr/>
          <p:nvPr/>
        </p:nvSpPr>
        <p:spPr>
          <a:xfrm flipH="1" rot="-5400000">
            <a:off x="1018525" y="638050"/>
            <a:ext cx="1749300" cy="3786000"/>
          </a:xfrm>
          <a:prstGeom prst="rect">
            <a:avLst/>
          </a:prstGeom>
          <a:gradFill>
            <a:gsLst>
              <a:gs pos="0">
                <a:srgbClr val="115290"/>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90"/>
          <p:cNvSpPr txBox="1"/>
          <p:nvPr>
            <p:ph idx="3" type="body"/>
          </p:nvPr>
        </p:nvSpPr>
        <p:spPr>
          <a:xfrm>
            <a:off x="-184050" y="1656400"/>
            <a:ext cx="4051800" cy="1725000"/>
          </a:xfrm>
          <a:prstGeom prst="rect">
            <a:avLst/>
          </a:prstGeom>
        </p:spPr>
        <p:txBody>
          <a:bodyPr anchorCtr="0" anchor="ctr" bIns="0" lIns="548625" spcFirstLastPara="1" rIns="457200" wrap="square" tIns="0">
            <a:noAutofit/>
          </a:bodyPr>
          <a:lstStyle/>
          <a:p>
            <a:pPr indent="0" lvl="0" marL="0" rtl="0" algn="l">
              <a:lnSpc>
                <a:spcPct val="100000"/>
              </a:lnSpc>
              <a:spcBef>
                <a:spcPts val="0"/>
              </a:spcBef>
              <a:spcAft>
                <a:spcPts val="0"/>
              </a:spcAft>
              <a:buNone/>
            </a:pPr>
            <a:r>
              <a:rPr lang="en">
                <a:solidFill>
                  <a:srgbClr val="FFFFFF"/>
                </a:solidFill>
              </a:rPr>
              <a:t>Similar to a SIEM, SOAR gathers machine data from multiple entities and analyzes the data for security events.</a:t>
            </a:r>
            <a:endParaRPr>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19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SOAR uses </a:t>
            </a:r>
            <a:r>
              <a:rPr b="1" lang="en"/>
              <a:t>playbooks </a:t>
            </a:r>
            <a:r>
              <a:rPr lang="en"/>
              <a:t>that detail the processes and response actions for specific events.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28" name="Shape 1428"/>
        <p:cNvGrpSpPr/>
        <p:nvPr/>
      </p:nvGrpSpPr>
      <p:grpSpPr>
        <a:xfrm>
          <a:off x="0" y="0"/>
          <a:ext cx="0" cy="0"/>
          <a:chOff x="0" y="0"/>
          <a:chExt cx="0" cy="0"/>
        </a:xfrm>
      </p:grpSpPr>
      <p:cxnSp>
        <p:nvCxnSpPr>
          <p:cNvPr id="1429" name="Google Shape;1429;p192"/>
          <p:cNvCxnSpPr/>
          <p:nvPr/>
        </p:nvCxnSpPr>
        <p:spPr>
          <a:xfrm rot="10800000">
            <a:off x="620850" y="3316950"/>
            <a:ext cx="0" cy="385800"/>
          </a:xfrm>
          <a:prstGeom prst="straightConnector1">
            <a:avLst/>
          </a:prstGeom>
          <a:noFill/>
          <a:ln cap="flat" cmpd="sng" w="19050">
            <a:solidFill>
              <a:srgbClr val="00D6CB"/>
            </a:solidFill>
            <a:prstDash val="solid"/>
            <a:round/>
            <a:headEnd len="med" w="med" type="none"/>
            <a:tailEnd len="med" w="med" type="none"/>
          </a:ln>
        </p:spPr>
      </p:cxnSp>
      <p:cxnSp>
        <p:nvCxnSpPr>
          <p:cNvPr id="1430" name="Google Shape;1430;p192"/>
          <p:cNvCxnSpPr/>
          <p:nvPr/>
        </p:nvCxnSpPr>
        <p:spPr>
          <a:xfrm rot="10800000">
            <a:off x="1530557" y="3316950"/>
            <a:ext cx="0" cy="385800"/>
          </a:xfrm>
          <a:prstGeom prst="straightConnector1">
            <a:avLst/>
          </a:prstGeom>
          <a:noFill/>
          <a:ln cap="flat" cmpd="sng" w="19050">
            <a:solidFill>
              <a:srgbClr val="00D6CB"/>
            </a:solidFill>
            <a:prstDash val="solid"/>
            <a:round/>
            <a:headEnd len="med" w="med" type="none"/>
            <a:tailEnd len="med" w="med" type="none"/>
          </a:ln>
        </p:spPr>
      </p:cxnSp>
      <p:cxnSp>
        <p:nvCxnSpPr>
          <p:cNvPr id="1431" name="Google Shape;1431;p192"/>
          <p:cNvCxnSpPr/>
          <p:nvPr/>
        </p:nvCxnSpPr>
        <p:spPr>
          <a:xfrm rot="10800000">
            <a:off x="2440264" y="3316950"/>
            <a:ext cx="0" cy="385800"/>
          </a:xfrm>
          <a:prstGeom prst="straightConnector1">
            <a:avLst/>
          </a:prstGeom>
          <a:noFill/>
          <a:ln cap="flat" cmpd="sng" w="19050">
            <a:solidFill>
              <a:srgbClr val="00D6CB"/>
            </a:solidFill>
            <a:prstDash val="solid"/>
            <a:round/>
            <a:headEnd len="med" w="med" type="none"/>
            <a:tailEnd len="med" w="med" type="none"/>
          </a:ln>
        </p:spPr>
      </p:cxnSp>
      <p:cxnSp>
        <p:nvCxnSpPr>
          <p:cNvPr id="1432" name="Google Shape;1432;p192"/>
          <p:cNvCxnSpPr/>
          <p:nvPr/>
        </p:nvCxnSpPr>
        <p:spPr>
          <a:xfrm rot="10800000">
            <a:off x="3349971" y="3316950"/>
            <a:ext cx="0" cy="385800"/>
          </a:xfrm>
          <a:prstGeom prst="straightConnector1">
            <a:avLst/>
          </a:prstGeom>
          <a:noFill/>
          <a:ln cap="flat" cmpd="sng" w="19050">
            <a:solidFill>
              <a:srgbClr val="00D6CB"/>
            </a:solidFill>
            <a:prstDash val="solid"/>
            <a:round/>
            <a:headEnd len="med" w="med" type="none"/>
            <a:tailEnd len="med" w="med" type="none"/>
          </a:ln>
        </p:spPr>
      </p:cxnSp>
      <p:cxnSp>
        <p:nvCxnSpPr>
          <p:cNvPr id="1433" name="Google Shape;1433;p192"/>
          <p:cNvCxnSpPr/>
          <p:nvPr/>
        </p:nvCxnSpPr>
        <p:spPr>
          <a:xfrm rot="10800000">
            <a:off x="4259679" y="3316950"/>
            <a:ext cx="0" cy="385800"/>
          </a:xfrm>
          <a:prstGeom prst="straightConnector1">
            <a:avLst/>
          </a:prstGeom>
          <a:noFill/>
          <a:ln cap="flat" cmpd="sng" w="19050">
            <a:solidFill>
              <a:srgbClr val="00D6CB"/>
            </a:solidFill>
            <a:prstDash val="solid"/>
            <a:round/>
            <a:headEnd len="med" w="med" type="none"/>
            <a:tailEnd len="med" w="med" type="none"/>
          </a:ln>
        </p:spPr>
      </p:cxnSp>
      <p:cxnSp>
        <p:nvCxnSpPr>
          <p:cNvPr id="1434" name="Google Shape;1434;p192"/>
          <p:cNvCxnSpPr/>
          <p:nvPr/>
        </p:nvCxnSpPr>
        <p:spPr>
          <a:xfrm rot="10800000">
            <a:off x="5169386" y="3316950"/>
            <a:ext cx="0" cy="385800"/>
          </a:xfrm>
          <a:prstGeom prst="straightConnector1">
            <a:avLst/>
          </a:prstGeom>
          <a:noFill/>
          <a:ln cap="flat" cmpd="sng" w="19050">
            <a:solidFill>
              <a:srgbClr val="00D6CB"/>
            </a:solidFill>
            <a:prstDash val="solid"/>
            <a:round/>
            <a:headEnd len="med" w="med" type="none"/>
            <a:tailEnd len="med" w="med" type="none"/>
          </a:ln>
        </p:spPr>
      </p:cxnSp>
      <p:cxnSp>
        <p:nvCxnSpPr>
          <p:cNvPr id="1435" name="Google Shape;1435;p192"/>
          <p:cNvCxnSpPr/>
          <p:nvPr/>
        </p:nvCxnSpPr>
        <p:spPr>
          <a:xfrm rot="10800000">
            <a:off x="6079093" y="3316950"/>
            <a:ext cx="0" cy="385800"/>
          </a:xfrm>
          <a:prstGeom prst="straightConnector1">
            <a:avLst/>
          </a:prstGeom>
          <a:noFill/>
          <a:ln cap="flat" cmpd="sng" w="19050">
            <a:solidFill>
              <a:srgbClr val="00D6CB"/>
            </a:solidFill>
            <a:prstDash val="solid"/>
            <a:round/>
            <a:headEnd len="med" w="med" type="none"/>
            <a:tailEnd len="med" w="med" type="none"/>
          </a:ln>
        </p:spPr>
      </p:cxnSp>
      <p:cxnSp>
        <p:nvCxnSpPr>
          <p:cNvPr id="1436" name="Google Shape;1436;p192"/>
          <p:cNvCxnSpPr/>
          <p:nvPr/>
        </p:nvCxnSpPr>
        <p:spPr>
          <a:xfrm rot="10800000">
            <a:off x="6988800" y="3316950"/>
            <a:ext cx="0" cy="385800"/>
          </a:xfrm>
          <a:prstGeom prst="straightConnector1">
            <a:avLst/>
          </a:prstGeom>
          <a:noFill/>
          <a:ln cap="flat" cmpd="sng" w="19050">
            <a:solidFill>
              <a:srgbClr val="00D6CB"/>
            </a:solidFill>
            <a:prstDash val="solid"/>
            <a:round/>
            <a:headEnd len="med" w="med" type="none"/>
            <a:tailEnd len="med" w="med" type="none"/>
          </a:ln>
        </p:spPr>
      </p:cxnSp>
      <p:cxnSp>
        <p:nvCxnSpPr>
          <p:cNvPr id="1437" name="Google Shape;1437;p192"/>
          <p:cNvCxnSpPr/>
          <p:nvPr/>
        </p:nvCxnSpPr>
        <p:spPr>
          <a:xfrm>
            <a:off x="620850" y="2340700"/>
            <a:ext cx="0" cy="264600"/>
          </a:xfrm>
          <a:prstGeom prst="straightConnector1">
            <a:avLst/>
          </a:prstGeom>
          <a:noFill/>
          <a:ln cap="flat" cmpd="sng" w="19050">
            <a:solidFill>
              <a:schemeClr val="accent1"/>
            </a:solidFill>
            <a:prstDash val="dot"/>
            <a:round/>
            <a:headEnd len="med" w="med" type="none"/>
            <a:tailEnd len="med" w="med" type="none"/>
          </a:ln>
        </p:spPr>
      </p:cxnSp>
      <p:sp>
        <p:nvSpPr>
          <p:cNvPr id="1438" name="Google Shape;1438;p192"/>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Clr>
                <a:schemeClr val="dk1"/>
              </a:buClr>
              <a:buSzPts val="1100"/>
              <a:buFont typeface="Arial"/>
              <a:buNone/>
            </a:pPr>
            <a:r>
              <a:rPr lang="en" sz="2600"/>
              <a:t>SOAR</a:t>
            </a:r>
            <a:endParaRPr sz="2600"/>
          </a:p>
          <a:p>
            <a:pPr indent="0" lvl="0" marL="0" rtl="0" algn="l">
              <a:spcBef>
                <a:spcPts val="0"/>
              </a:spcBef>
              <a:spcAft>
                <a:spcPts val="0"/>
              </a:spcAft>
              <a:buNone/>
            </a:pPr>
            <a:r>
              <a:t/>
            </a:r>
            <a:endParaRPr/>
          </a:p>
        </p:txBody>
      </p:sp>
      <p:sp>
        <p:nvSpPr>
          <p:cNvPr id="1439" name="Google Shape;1439;p192"/>
          <p:cNvSpPr txBox="1"/>
          <p:nvPr>
            <p:ph idx="1" type="subTitle"/>
          </p:nvPr>
        </p:nvSpPr>
        <p:spPr>
          <a:xfrm>
            <a:off x="0" y="599775"/>
            <a:ext cx="9144000" cy="364800"/>
          </a:xfrm>
          <a:prstGeom prst="rect">
            <a:avLst/>
          </a:prstGeom>
        </p:spPr>
        <p:txBody>
          <a:bodyPr anchorCtr="0" anchor="t" bIns="91425" lIns="457200" spcFirstLastPara="1" rIns="182875" wrap="square" tIns="91425">
            <a:noAutofit/>
          </a:bodyPr>
          <a:lstStyle/>
          <a:p>
            <a:pPr indent="0" lvl="0" marL="0" rtl="0" algn="l">
              <a:spcBef>
                <a:spcPts val="0"/>
              </a:spcBef>
              <a:spcAft>
                <a:spcPts val="0"/>
              </a:spcAft>
              <a:buNone/>
            </a:pPr>
            <a:r>
              <a:rPr lang="en"/>
              <a:t>This </a:t>
            </a:r>
            <a:r>
              <a:rPr lang="en"/>
              <a:t>diagram</a:t>
            </a:r>
            <a:r>
              <a:rPr lang="en"/>
              <a:t> illustrates how using SOAR playbooks can decrease incident response time. Playbooks are uniquely designed and configured by each organization.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440" name="Google Shape;1440;p192"/>
          <p:cNvSpPr/>
          <p:nvPr/>
        </p:nvSpPr>
        <p:spPr>
          <a:xfrm>
            <a:off x="213625" y="1590675"/>
            <a:ext cx="1081800" cy="4587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200">
                <a:latin typeface="Roboto Medium"/>
                <a:ea typeface="Roboto Medium"/>
                <a:cs typeface="Roboto Medium"/>
                <a:sym typeface="Roboto Medium"/>
              </a:rPr>
              <a:t>BEFORE</a:t>
            </a:r>
            <a:br>
              <a:rPr lang="en" sz="1200">
                <a:latin typeface="Roboto Medium"/>
                <a:ea typeface="Roboto Medium"/>
                <a:cs typeface="Roboto Medium"/>
                <a:sym typeface="Roboto Medium"/>
              </a:rPr>
            </a:br>
            <a:r>
              <a:rPr lang="en" sz="1200">
                <a:latin typeface="Roboto Medium"/>
                <a:ea typeface="Roboto Medium"/>
                <a:cs typeface="Roboto Medium"/>
                <a:sym typeface="Roboto Medium"/>
              </a:rPr>
              <a:t>automation</a:t>
            </a:r>
            <a:endParaRPr sz="1200">
              <a:latin typeface="Roboto Medium"/>
              <a:ea typeface="Roboto Medium"/>
              <a:cs typeface="Roboto Medium"/>
              <a:sym typeface="Roboto Medium"/>
            </a:endParaRPr>
          </a:p>
        </p:txBody>
      </p:sp>
      <p:sp>
        <p:nvSpPr>
          <p:cNvPr id="1441" name="Google Shape;1441;p192"/>
          <p:cNvSpPr/>
          <p:nvPr/>
        </p:nvSpPr>
        <p:spPr>
          <a:xfrm>
            <a:off x="213625" y="3879050"/>
            <a:ext cx="1081800" cy="458700"/>
          </a:xfrm>
          <a:prstGeom prst="roundRect">
            <a:avLst>
              <a:gd fmla="val 16667" name="adj"/>
            </a:avLst>
          </a:prstGeom>
          <a:solidFill>
            <a:srgbClr val="00D6CB"/>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1200">
                <a:latin typeface="Roboto Medium"/>
                <a:ea typeface="Roboto Medium"/>
                <a:cs typeface="Roboto Medium"/>
                <a:sym typeface="Roboto Medium"/>
              </a:rPr>
              <a:t>AFTER automation</a:t>
            </a:r>
            <a:endParaRPr sz="1200">
              <a:latin typeface="Roboto Medium"/>
              <a:ea typeface="Roboto Medium"/>
              <a:cs typeface="Roboto Medium"/>
              <a:sym typeface="Roboto Medium"/>
            </a:endParaRPr>
          </a:p>
        </p:txBody>
      </p:sp>
      <p:sp>
        <p:nvSpPr>
          <p:cNvPr id="1442" name="Google Shape;1442;p192"/>
          <p:cNvSpPr/>
          <p:nvPr/>
        </p:nvSpPr>
        <p:spPr>
          <a:xfrm>
            <a:off x="213600" y="2642250"/>
            <a:ext cx="814500" cy="6747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50">
                <a:solidFill>
                  <a:schemeClr val="lt1"/>
                </a:solidFill>
                <a:latin typeface="Roboto Medium"/>
                <a:ea typeface="Roboto Medium"/>
                <a:cs typeface="Roboto Medium"/>
                <a:sym typeface="Roboto Medium"/>
              </a:rPr>
              <a:t>Create a ticket.</a:t>
            </a:r>
            <a:endParaRPr sz="1050">
              <a:solidFill>
                <a:schemeClr val="lt1"/>
              </a:solidFill>
              <a:latin typeface="Roboto Medium"/>
              <a:ea typeface="Roboto Medium"/>
              <a:cs typeface="Roboto Medium"/>
              <a:sym typeface="Roboto Medium"/>
            </a:endParaRPr>
          </a:p>
        </p:txBody>
      </p:sp>
      <p:sp>
        <p:nvSpPr>
          <p:cNvPr id="1443" name="Google Shape;1443;p192"/>
          <p:cNvSpPr/>
          <p:nvPr/>
        </p:nvSpPr>
        <p:spPr>
          <a:xfrm>
            <a:off x="1123306" y="2642250"/>
            <a:ext cx="814500" cy="6747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50">
                <a:solidFill>
                  <a:schemeClr val="lt1"/>
                </a:solidFill>
                <a:latin typeface="Roboto Medium"/>
                <a:ea typeface="Roboto Medium"/>
                <a:cs typeface="Roboto Medium"/>
                <a:sym typeface="Roboto Medium"/>
              </a:rPr>
              <a:t>Check URLs and other IoCs.</a:t>
            </a:r>
            <a:endParaRPr sz="1050">
              <a:solidFill>
                <a:schemeClr val="lt1"/>
              </a:solidFill>
              <a:latin typeface="Roboto Medium"/>
              <a:ea typeface="Roboto Medium"/>
              <a:cs typeface="Roboto Medium"/>
              <a:sym typeface="Roboto Medium"/>
            </a:endParaRPr>
          </a:p>
        </p:txBody>
      </p:sp>
      <p:sp>
        <p:nvSpPr>
          <p:cNvPr id="1444" name="Google Shape;1444;p192"/>
          <p:cNvSpPr/>
          <p:nvPr/>
        </p:nvSpPr>
        <p:spPr>
          <a:xfrm>
            <a:off x="2033012" y="2642250"/>
            <a:ext cx="814500" cy="6747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50">
                <a:solidFill>
                  <a:schemeClr val="lt1"/>
                </a:solidFill>
                <a:latin typeface="Roboto Medium"/>
                <a:ea typeface="Roboto Medium"/>
                <a:cs typeface="Roboto Medium"/>
                <a:sym typeface="Roboto Medium"/>
              </a:rPr>
              <a:t>Analyze suspicious</a:t>
            </a:r>
            <a:br>
              <a:rPr lang="en" sz="1050">
                <a:solidFill>
                  <a:schemeClr val="lt1"/>
                </a:solidFill>
                <a:latin typeface="Roboto Medium"/>
                <a:ea typeface="Roboto Medium"/>
                <a:cs typeface="Roboto Medium"/>
                <a:sym typeface="Roboto Medium"/>
              </a:rPr>
            </a:br>
            <a:r>
              <a:rPr lang="en" sz="1050">
                <a:solidFill>
                  <a:schemeClr val="lt1"/>
                </a:solidFill>
                <a:latin typeface="Roboto Medium"/>
                <a:ea typeface="Roboto Medium"/>
                <a:cs typeface="Roboto Medium"/>
                <a:sym typeface="Roboto Medium"/>
              </a:rPr>
              <a:t>activity.</a:t>
            </a:r>
            <a:endParaRPr sz="1050">
              <a:solidFill>
                <a:schemeClr val="lt1"/>
              </a:solidFill>
              <a:latin typeface="Roboto Medium"/>
              <a:ea typeface="Roboto Medium"/>
              <a:cs typeface="Roboto Medium"/>
              <a:sym typeface="Roboto Medium"/>
            </a:endParaRPr>
          </a:p>
        </p:txBody>
      </p:sp>
      <p:sp>
        <p:nvSpPr>
          <p:cNvPr id="1445" name="Google Shape;1445;p192"/>
          <p:cNvSpPr/>
          <p:nvPr/>
        </p:nvSpPr>
        <p:spPr>
          <a:xfrm>
            <a:off x="2942718" y="2642250"/>
            <a:ext cx="814500" cy="6747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50">
                <a:solidFill>
                  <a:schemeClr val="lt1"/>
                </a:solidFill>
                <a:latin typeface="Roboto Medium"/>
                <a:ea typeface="Roboto Medium"/>
                <a:cs typeface="Roboto Medium"/>
                <a:sym typeface="Roboto Medium"/>
              </a:rPr>
              <a:t>Scan user endpoint for malware.</a:t>
            </a:r>
            <a:endParaRPr sz="1050">
              <a:solidFill>
                <a:schemeClr val="lt1"/>
              </a:solidFill>
              <a:latin typeface="Roboto Medium"/>
              <a:ea typeface="Roboto Medium"/>
              <a:cs typeface="Roboto Medium"/>
              <a:sym typeface="Roboto Medium"/>
            </a:endParaRPr>
          </a:p>
        </p:txBody>
      </p:sp>
      <p:sp>
        <p:nvSpPr>
          <p:cNvPr id="1446" name="Google Shape;1446;p192"/>
          <p:cNvSpPr/>
          <p:nvPr/>
        </p:nvSpPr>
        <p:spPr>
          <a:xfrm>
            <a:off x="3852424" y="2642250"/>
            <a:ext cx="814500" cy="6747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50">
                <a:solidFill>
                  <a:schemeClr val="lt1"/>
                </a:solidFill>
                <a:latin typeface="Roboto Medium"/>
                <a:ea typeface="Roboto Medium"/>
                <a:cs typeface="Roboto Medium"/>
                <a:sym typeface="Roboto Medium"/>
              </a:rPr>
              <a:t>Search for similar emails.</a:t>
            </a:r>
            <a:endParaRPr sz="1050">
              <a:solidFill>
                <a:schemeClr val="lt1"/>
              </a:solidFill>
              <a:latin typeface="Roboto Medium"/>
              <a:ea typeface="Roboto Medium"/>
              <a:cs typeface="Roboto Medium"/>
              <a:sym typeface="Roboto Medium"/>
            </a:endParaRPr>
          </a:p>
        </p:txBody>
      </p:sp>
      <p:sp>
        <p:nvSpPr>
          <p:cNvPr id="1447" name="Google Shape;1447;p192"/>
          <p:cNvSpPr/>
          <p:nvPr/>
        </p:nvSpPr>
        <p:spPr>
          <a:xfrm>
            <a:off x="4762130" y="2642250"/>
            <a:ext cx="814500" cy="6747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50">
                <a:solidFill>
                  <a:schemeClr val="lt1"/>
                </a:solidFill>
                <a:latin typeface="Roboto Medium"/>
                <a:ea typeface="Roboto Medium"/>
                <a:cs typeface="Roboto Medium"/>
                <a:sym typeface="Roboto Medium"/>
              </a:rPr>
              <a:t>Block incoming mail.</a:t>
            </a:r>
            <a:endParaRPr sz="1050">
              <a:solidFill>
                <a:schemeClr val="lt1"/>
              </a:solidFill>
              <a:latin typeface="Roboto Medium"/>
              <a:ea typeface="Roboto Medium"/>
              <a:cs typeface="Roboto Medium"/>
              <a:sym typeface="Roboto Medium"/>
            </a:endParaRPr>
          </a:p>
        </p:txBody>
      </p:sp>
      <p:sp>
        <p:nvSpPr>
          <p:cNvPr id="1448" name="Google Shape;1448;p192"/>
          <p:cNvSpPr/>
          <p:nvPr/>
        </p:nvSpPr>
        <p:spPr>
          <a:xfrm>
            <a:off x="5671836" y="2642250"/>
            <a:ext cx="814500" cy="6747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50">
                <a:solidFill>
                  <a:schemeClr val="lt1"/>
                </a:solidFill>
                <a:latin typeface="Roboto Medium"/>
                <a:ea typeface="Roboto Medium"/>
                <a:cs typeface="Roboto Medium"/>
                <a:sym typeface="Roboto Medium"/>
              </a:rPr>
              <a:t>Alert employees.</a:t>
            </a:r>
            <a:endParaRPr sz="1050">
              <a:solidFill>
                <a:schemeClr val="lt1"/>
              </a:solidFill>
              <a:latin typeface="Roboto Medium"/>
              <a:ea typeface="Roboto Medium"/>
              <a:cs typeface="Roboto Medium"/>
              <a:sym typeface="Roboto Medium"/>
            </a:endParaRPr>
          </a:p>
        </p:txBody>
      </p:sp>
      <p:sp>
        <p:nvSpPr>
          <p:cNvPr id="1449" name="Google Shape;1449;p192"/>
          <p:cNvSpPr/>
          <p:nvPr/>
        </p:nvSpPr>
        <p:spPr>
          <a:xfrm>
            <a:off x="7802701" y="1906100"/>
            <a:ext cx="1247100" cy="2159400"/>
          </a:xfrm>
          <a:prstGeom prst="roundRect">
            <a:avLst>
              <a:gd fmla="val 7615" name="adj"/>
            </a:avLst>
          </a:prstGeom>
          <a:solidFill>
            <a:schemeClr val="dk2"/>
          </a:solidFill>
          <a:ln cap="flat" cmpd="sng" w="19050">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TOTAL TIME</a:t>
            </a:r>
            <a:endParaRPr b="1">
              <a:solidFill>
                <a:schemeClr val="lt1"/>
              </a:solidFill>
              <a:latin typeface="Roboto"/>
              <a:ea typeface="Roboto"/>
              <a:cs typeface="Roboto"/>
              <a:sym typeface="Roboto"/>
            </a:endParaRPr>
          </a:p>
          <a:p>
            <a:pPr indent="0" lvl="0" marL="0" rtl="0" algn="ctr">
              <a:spcBef>
                <a:spcPts val="0"/>
              </a:spcBef>
              <a:spcAft>
                <a:spcPts val="0"/>
              </a:spcAft>
              <a:buNone/>
            </a:pPr>
            <a:r>
              <a:rPr lang="en" sz="1100">
                <a:solidFill>
                  <a:schemeClr val="lt1"/>
                </a:solidFill>
                <a:latin typeface="Roboto Medium"/>
                <a:ea typeface="Roboto Medium"/>
                <a:cs typeface="Roboto Medium"/>
                <a:sym typeface="Roboto Medium"/>
              </a:rPr>
              <a:t>start to finish</a:t>
            </a:r>
            <a:endParaRPr sz="1100">
              <a:solidFill>
                <a:schemeClr val="lt1"/>
              </a:solidFill>
              <a:latin typeface="Roboto Medium"/>
              <a:ea typeface="Roboto Medium"/>
              <a:cs typeface="Roboto Medium"/>
              <a:sym typeface="Roboto Medium"/>
            </a:endParaRPr>
          </a:p>
        </p:txBody>
      </p:sp>
      <p:sp>
        <p:nvSpPr>
          <p:cNvPr id="1450" name="Google Shape;1450;p192"/>
          <p:cNvSpPr/>
          <p:nvPr/>
        </p:nvSpPr>
        <p:spPr>
          <a:xfrm>
            <a:off x="8016275" y="2186075"/>
            <a:ext cx="851100" cy="1866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1000"/>
              <a:t>75 minutes</a:t>
            </a:r>
            <a:endParaRPr b="1" sz="1000"/>
          </a:p>
        </p:txBody>
      </p:sp>
      <p:sp>
        <p:nvSpPr>
          <p:cNvPr id="1451" name="Google Shape;1451;p192"/>
          <p:cNvSpPr/>
          <p:nvPr/>
        </p:nvSpPr>
        <p:spPr>
          <a:xfrm>
            <a:off x="8016275" y="3600025"/>
            <a:ext cx="851100" cy="186600"/>
          </a:xfrm>
          <a:prstGeom prst="roundRect">
            <a:avLst>
              <a:gd fmla="val 16667" name="adj"/>
            </a:avLst>
          </a:prstGeom>
          <a:solidFill>
            <a:srgbClr val="00D6CB"/>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1000"/>
              <a:t>2 minutes</a:t>
            </a:r>
            <a:endParaRPr b="1" sz="1000"/>
          </a:p>
        </p:txBody>
      </p:sp>
      <p:sp>
        <p:nvSpPr>
          <p:cNvPr id="1452" name="Google Shape;1452;p192"/>
          <p:cNvSpPr/>
          <p:nvPr/>
        </p:nvSpPr>
        <p:spPr>
          <a:xfrm>
            <a:off x="6581542" y="2642250"/>
            <a:ext cx="814500" cy="6747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1050">
                <a:solidFill>
                  <a:schemeClr val="lt1"/>
                </a:solidFill>
                <a:latin typeface="Roboto Medium"/>
                <a:ea typeface="Roboto Medium"/>
                <a:cs typeface="Roboto Medium"/>
                <a:sym typeface="Roboto Medium"/>
              </a:rPr>
              <a:t>Blackhole DNS.</a:t>
            </a:r>
            <a:endParaRPr sz="1050">
              <a:solidFill>
                <a:schemeClr val="lt1"/>
              </a:solidFill>
              <a:latin typeface="Roboto Medium"/>
              <a:ea typeface="Roboto Medium"/>
              <a:cs typeface="Roboto Medium"/>
              <a:sym typeface="Roboto Medium"/>
            </a:endParaRPr>
          </a:p>
        </p:txBody>
      </p:sp>
      <p:cxnSp>
        <p:nvCxnSpPr>
          <p:cNvPr id="1453" name="Google Shape;1453;p192"/>
          <p:cNvCxnSpPr>
            <a:endCxn id="1450" idx="1"/>
          </p:cNvCxnSpPr>
          <p:nvPr/>
        </p:nvCxnSpPr>
        <p:spPr>
          <a:xfrm>
            <a:off x="609575" y="2279375"/>
            <a:ext cx="7406700" cy="0"/>
          </a:xfrm>
          <a:prstGeom prst="straightConnector1">
            <a:avLst/>
          </a:prstGeom>
          <a:noFill/>
          <a:ln cap="flat" cmpd="sng" w="19050">
            <a:solidFill>
              <a:schemeClr val="accent1"/>
            </a:solidFill>
            <a:prstDash val="dot"/>
            <a:round/>
            <a:headEnd len="med" w="med" type="none"/>
            <a:tailEnd len="med" w="med" type="triangle"/>
          </a:ln>
        </p:spPr>
      </p:cxnSp>
      <p:cxnSp>
        <p:nvCxnSpPr>
          <p:cNvPr id="1454" name="Google Shape;1454;p192"/>
          <p:cNvCxnSpPr/>
          <p:nvPr/>
        </p:nvCxnSpPr>
        <p:spPr>
          <a:xfrm>
            <a:off x="1530557" y="2340700"/>
            <a:ext cx="0" cy="264600"/>
          </a:xfrm>
          <a:prstGeom prst="straightConnector1">
            <a:avLst/>
          </a:prstGeom>
          <a:noFill/>
          <a:ln cap="flat" cmpd="sng" w="19050">
            <a:solidFill>
              <a:schemeClr val="accent1"/>
            </a:solidFill>
            <a:prstDash val="dot"/>
            <a:round/>
            <a:headEnd len="med" w="med" type="none"/>
            <a:tailEnd len="med" w="med" type="none"/>
          </a:ln>
        </p:spPr>
      </p:cxnSp>
      <p:cxnSp>
        <p:nvCxnSpPr>
          <p:cNvPr id="1455" name="Google Shape;1455;p192"/>
          <p:cNvCxnSpPr/>
          <p:nvPr/>
        </p:nvCxnSpPr>
        <p:spPr>
          <a:xfrm>
            <a:off x="2440264" y="2340700"/>
            <a:ext cx="0" cy="264600"/>
          </a:xfrm>
          <a:prstGeom prst="straightConnector1">
            <a:avLst/>
          </a:prstGeom>
          <a:noFill/>
          <a:ln cap="flat" cmpd="sng" w="19050">
            <a:solidFill>
              <a:schemeClr val="accent1"/>
            </a:solidFill>
            <a:prstDash val="dot"/>
            <a:round/>
            <a:headEnd len="med" w="med" type="none"/>
            <a:tailEnd len="med" w="med" type="none"/>
          </a:ln>
        </p:spPr>
      </p:cxnSp>
      <p:cxnSp>
        <p:nvCxnSpPr>
          <p:cNvPr id="1456" name="Google Shape;1456;p192"/>
          <p:cNvCxnSpPr/>
          <p:nvPr/>
        </p:nvCxnSpPr>
        <p:spPr>
          <a:xfrm>
            <a:off x="3349971" y="2340700"/>
            <a:ext cx="0" cy="264600"/>
          </a:xfrm>
          <a:prstGeom prst="straightConnector1">
            <a:avLst/>
          </a:prstGeom>
          <a:noFill/>
          <a:ln cap="flat" cmpd="sng" w="19050">
            <a:solidFill>
              <a:schemeClr val="accent1"/>
            </a:solidFill>
            <a:prstDash val="dot"/>
            <a:round/>
            <a:headEnd len="med" w="med" type="none"/>
            <a:tailEnd len="med" w="med" type="none"/>
          </a:ln>
        </p:spPr>
      </p:cxnSp>
      <p:cxnSp>
        <p:nvCxnSpPr>
          <p:cNvPr id="1457" name="Google Shape;1457;p192"/>
          <p:cNvCxnSpPr/>
          <p:nvPr/>
        </p:nvCxnSpPr>
        <p:spPr>
          <a:xfrm>
            <a:off x="4259679" y="2340700"/>
            <a:ext cx="0" cy="264600"/>
          </a:xfrm>
          <a:prstGeom prst="straightConnector1">
            <a:avLst/>
          </a:prstGeom>
          <a:noFill/>
          <a:ln cap="flat" cmpd="sng" w="19050">
            <a:solidFill>
              <a:schemeClr val="accent1"/>
            </a:solidFill>
            <a:prstDash val="dot"/>
            <a:round/>
            <a:headEnd len="med" w="med" type="none"/>
            <a:tailEnd len="med" w="med" type="none"/>
          </a:ln>
        </p:spPr>
      </p:cxnSp>
      <p:cxnSp>
        <p:nvCxnSpPr>
          <p:cNvPr id="1458" name="Google Shape;1458;p192"/>
          <p:cNvCxnSpPr/>
          <p:nvPr/>
        </p:nvCxnSpPr>
        <p:spPr>
          <a:xfrm>
            <a:off x="5169386" y="2340700"/>
            <a:ext cx="0" cy="264600"/>
          </a:xfrm>
          <a:prstGeom prst="straightConnector1">
            <a:avLst/>
          </a:prstGeom>
          <a:noFill/>
          <a:ln cap="flat" cmpd="sng" w="19050">
            <a:solidFill>
              <a:schemeClr val="accent1"/>
            </a:solidFill>
            <a:prstDash val="dot"/>
            <a:round/>
            <a:headEnd len="med" w="med" type="none"/>
            <a:tailEnd len="med" w="med" type="none"/>
          </a:ln>
        </p:spPr>
      </p:cxnSp>
      <p:cxnSp>
        <p:nvCxnSpPr>
          <p:cNvPr id="1459" name="Google Shape;1459;p192"/>
          <p:cNvCxnSpPr/>
          <p:nvPr/>
        </p:nvCxnSpPr>
        <p:spPr>
          <a:xfrm>
            <a:off x="6079093" y="2340700"/>
            <a:ext cx="0" cy="264600"/>
          </a:xfrm>
          <a:prstGeom prst="straightConnector1">
            <a:avLst/>
          </a:prstGeom>
          <a:noFill/>
          <a:ln cap="flat" cmpd="sng" w="19050">
            <a:solidFill>
              <a:schemeClr val="accent1"/>
            </a:solidFill>
            <a:prstDash val="dot"/>
            <a:round/>
            <a:headEnd len="med" w="med" type="none"/>
            <a:tailEnd len="med" w="med" type="none"/>
          </a:ln>
        </p:spPr>
      </p:cxnSp>
      <p:cxnSp>
        <p:nvCxnSpPr>
          <p:cNvPr id="1460" name="Google Shape;1460;p192"/>
          <p:cNvCxnSpPr/>
          <p:nvPr/>
        </p:nvCxnSpPr>
        <p:spPr>
          <a:xfrm>
            <a:off x="6988800" y="2340700"/>
            <a:ext cx="0" cy="264600"/>
          </a:xfrm>
          <a:prstGeom prst="straightConnector1">
            <a:avLst/>
          </a:prstGeom>
          <a:noFill/>
          <a:ln cap="flat" cmpd="sng" w="19050">
            <a:solidFill>
              <a:schemeClr val="accent1"/>
            </a:solidFill>
            <a:prstDash val="dot"/>
            <a:round/>
            <a:headEnd len="med" w="med" type="none"/>
            <a:tailEnd len="med" w="med" type="none"/>
          </a:ln>
        </p:spPr>
      </p:cxnSp>
      <p:cxnSp>
        <p:nvCxnSpPr>
          <p:cNvPr id="1461" name="Google Shape;1461;p192"/>
          <p:cNvCxnSpPr>
            <a:endCxn id="1451" idx="1"/>
          </p:cNvCxnSpPr>
          <p:nvPr/>
        </p:nvCxnSpPr>
        <p:spPr>
          <a:xfrm>
            <a:off x="613775" y="3693325"/>
            <a:ext cx="7402500" cy="0"/>
          </a:xfrm>
          <a:prstGeom prst="straightConnector1">
            <a:avLst/>
          </a:prstGeom>
          <a:noFill/>
          <a:ln cap="flat" cmpd="sng" w="19050">
            <a:solidFill>
              <a:srgbClr val="00D6CB"/>
            </a:solidFill>
            <a:prstDash val="solid"/>
            <a:round/>
            <a:headEnd len="med" w="med" type="none"/>
            <a:tailEnd len="med" w="med" type="triangle"/>
          </a:ln>
        </p:spPr>
      </p:cxnSp>
      <p:sp>
        <p:nvSpPr>
          <p:cNvPr id="1462" name="Google Shape;1462;p192"/>
          <p:cNvSpPr/>
          <p:nvPr/>
        </p:nvSpPr>
        <p:spPr>
          <a:xfrm>
            <a:off x="794899" y="2205983"/>
            <a:ext cx="561600" cy="1938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800">
                <a:latin typeface="Roboto Medium"/>
                <a:ea typeface="Roboto Medium"/>
                <a:cs typeface="Roboto Medium"/>
                <a:sym typeface="Roboto Medium"/>
              </a:rPr>
              <a:t>3–5 mins</a:t>
            </a:r>
            <a:endParaRPr sz="800">
              <a:latin typeface="Roboto Medium"/>
              <a:ea typeface="Roboto Medium"/>
              <a:cs typeface="Roboto Medium"/>
              <a:sym typeface="Roboto Medium"/>
            </a:endParaRPr>
          </a:p>
        </p:txBody>
      </p:sp>
      <p:sp>
        <p:nvSpPr>
          <p:cNvPr id="1463" name="Google Shape;1463;p192"/>
          <p:cNvSpPr/>
          <p:nvPr/>
        </p:nvSpPr>
        <p:spPr>
          <a:xfrm>
            <a:off x="1704600" y="2205983"/>
            <a:ext cx="561600" cy="1938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800">
                <a:latin typeface="Roboto Medium"/>
                <a:ea typeface="Roboto Medium"/>
                <a:cs typeface="Roboto Medium"/>
                <a:sym typeface="Roboto Medium"/>
              </a:rPr>
              <a:t>3–5 mins</a:t>
            </a:r>
            <a:endParaRPr sz="800">
              <a:latin typeface="Roboto Medium"/>
              <a:ea typeface="Roboto Medium"/>
              <a:cs typeface="Roboto Medium"/>
              <a:sym typeface="Roboto Medium"/>
            </a:endParaRPr>
          </a:p>
        </p:txBody>
      </p:sp>
      <p:sp>
        <p:nvSpPr>
          <p:cNvPr id="1464" name="Google Shape;1464;p192"/>
          <p:cNvSpPr/>
          <p:nvPr/>
        </p:nvSpPr>
        <p:spPr>
          <a:xfrm>
            <a:off x="2614318" y="2170600"/>
            <a:ext cx="561600" cy="2646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800">
                <a:latin typeface="Roboto Medium"/>
                <a:ea typeface="Roboto Medium"/>
                <a:cs typeface="Roboto Medium"/>
                <a:sym typeface="Roboto Medium"/>
              </a:rPr>
              <a:t>10 mins</a:t>
            </a:r>
            <a:br>
              <a:rPr lang="en" sz="800">
                <a:latin typeface="Roboto Medium"/>
                <a:ea typeface="Roboto Medium"/>
                <a:cs typeface="Roboto Medium"/>
                <a:sym typeface="Roboto Medium"/>
              </a:rPr>
            </a:br>
            <a:r>
              <a:rPr lang="en" sz="800">
                <a:latin typeface="Roboto Medium"/>
                <a:ea typeface="Roboto Medium"/>
                <a:cs typeface="Roboto Medium"/>
                <a:sym typeface="Roboto Medium"/>
              </a:rPr>
              <a:t>per URL</a:t>
            </a:r>
            <a:endParaRPr sz="800">
              <a:latin typeface="Roboto Medium"/>
              <a:ea typeface="Roboto Medium"/>
              <a:cs typeface="Roboto Medium"/>
              <a:sym typeface="Roboto Medium"/>
            </a:endParaRPr>
          </a:p>
        </p:txBody>
      </p:sp>
      <p:sp>
        <p:nvSpPr>
          <p:cNvPr id="1465" name="Google Shape;1465;p192"/>
          <p:cNvSpPr/>
          <p:nvPr/>
        </p:nvSpPr>
        <p:spPr>
          <a:xfrm>
            <a:off x="3524031" y="2170600"/>
            <a:ext cx="561600" cy="2646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800">
                <a:latin typeface="Roboto Medium"/>
                <a:ea typeface="Roboto Medium"/>
                <a:cs typeface="Roboto Medium"/>
                <a:sym typeface="Roboto Medium"/>
              </a:rPr>
              <a:t>30 mins</a:t>
            </a:r>
            <a:br>
              <a:rPr lang="en" sz="800">
                <a:latin typeface="Roboto Medium"/>
                <a:ea typeface="Roboto Medium"/>
                <a:cs typeface="Roboto Medium"/>
                <a:sym typeface="Roboto Medium"/>
              </a:rPr>
            </a:br>
            <a:r>
              <a:rPr lang="en" sz="800">
                <a:latin typeface="Roboto Medium"/>
                <a:ea typeface="Roboto Medium"/>
                <a:cs typeface="Roboto Medium"/>
                <a:sym typeface="Roboto Medium"/>
              </a:rPr>
              <a:t>per scan</a:t>
            </a:r>
            <a:endParaRPr sz="800">
              <a:latin typeface="Roboto Medium"/>
              <a:ea typeface="Roboto Medium"/>
              <a:cs typeface="Roboto Medium"/>
              <a:sym typeface="Roboto Medium"/>
            </a:endParaRPr>
          </a:p>
        </p:txBody>
      </p:sp>
      <p:sp>
        <p:nvSpPr>
          <p:cNvPr id="1466" name="Google Shape;1466;p192"/>
          <p:cNvSpPr/>
          <p:nvPr/>
        </p:nvSpPr>
        <p:spPr>
          <a:xfrm>
            <a:off x="4433717" y="2205983"/>
            <a:ext cx="561600" cy="1938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800">
                <a:latin typeface="Roboto Medium"/>
                <a:ea typeface="Roboto Medium"/>
                <a:cs typeface="Roboto Medium"/>
                <a:sym typeface="Roboto Medium"/>
              </a:rPr>
              <a:t>3–5 mins</a:t>
            </a:r>
            <a:endParaRPr sz="800">
              <a:latin typeface="Roboto Medium"/>
              <a:ea typeface="Roboto Medium"/>
              <a:cs typeface="Roboto Medium"/>
              <a:sym typeface="Roboto Medium"/>
            </a:endParaRPr>
          </a:p>
        </p:txBody>
      </p:sp>
      <p:sp>
        <p:nvSpPr>
          <p:cNvPr id="1467" name="Google Shape;1467;p192"/>
          <p:cNvSpPr/>
          <p:nvPr/>
        </p:nvSpPr>
        <p:spPr>
          <a:xfrm>
            <a:off x="5319444" y="2205983"/>
            <a:ext cx="609600" cy="1938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800">
                <a:latin typeface="Roboto Medium"/>
                <a:ea typeface="Roboto Medium"/>
                <a:cs typeface="Roboto Medium"/>
                <a:sym typeface="Roboto Medium"/>
              </a:rPr>
              <a:t>5–10 mins</a:t>
            </a:r>
            <a:endParaRPr sz="800">
              <a:latin typeface="Roboto Medium"/>
              <a:ea typeface="Roboto Medium"/>
              <a:cs typeface="Roboto Medium"/>
              <a:sym typeface="Roboto Medium"/>
            </a:endParaRPr>
          </a:p>
        </p:txBody>
      </p:sp>
      <p:sp>
        <p:nvSpPr>
          <p:cNvPr id="1468" name="Google Shape;1468;p192"/>
          <p:cNvSpPr/>
          <p:nvPr/>
        </p:nvSpPr>
        <p:spPr>
          <a:xfrm>
            <a:off x="6306695" y="2205983"/>
            <a:ext cx="454500" cy="1938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800">
                <a:latin typeface="Roboto Medium"/>
                <a:ea typeface="Roboto Medium"/>
                <a:cs typeface="Roboto Medium"/>
                <a:sym typeface="Roboto Medium"/>
              </a:rPr>
              <a:t>5 mins</a:t>
            </a:r>
            <a:endParaRPr sz="800">
              <a:latin typeface="Roboto Medium"/>
              <a:ea typeface="Roboto Medium"/>
              <a:cs typeface="Roboto Medium"/>
              <a:sym typeface="Roboto Medium"/>
            </a:endParaRPr>
          </a:p>
        </p:txBody>
      </p:sp>
      <p:sp>
        <p:nvSpPr>
          <p:cNvPr id="1469" name="Google Shape;1469;p192"/>
          <p:cNvSpPr/>
          <p:nvPr/>
        </p:nvSpPr>
        <p:spPr>
          <a:xfrm>
            <a:off x="7090957" y="2205983"/>
            <a:ext cx="609600" cy="193800"/>
          </a:xfrm>
          <a:prstGeom prst="roundRect">
            <a:avLst>
              <a:gd fmla="val 16667" name="adj"/>
            </a:avLst>
          </a:prstGeom>
          <a:solidFill>
            <a:schemeClr val="accent1"/>
          </a:solid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lang="en" sz="800">
                <a:latin typeface="Roboto Medium"/>
                <a:ea typeface="Roboto Medium"/>
                <a:cs typeface="Roboto Medium"/>
                <a:sym typeface="Roboto Medium"/>
              </a:rPr>
              <a:t>5–15 mins</a:t>
            </a:r>
            <a:endParaRPr sz="800">
              <a:latin typeface="Roboto Medium"/>
              <a:ea typeface="Roboto Medium"/>
              <a:cs typeface="Roboto Medium"/>
              <a:sym typeface="Roboto Medium"/>
            </a:endParaRPr>
          </a:p>
        </p:txBody>
      </p:sp>
      <p:sp>
        <p:nvSpPr>
          <p:cNvPr id="1470" name="Google Shape;1470;p192"/>
          <p:cNvSpPr/>
          <p:nvPr/>
        </p:nvSpPr>
        <p:spPr>
          <a:xfrm rot="5400000">
            <a:off x="1013550" y="3603013"/>
            <a:ext cx="215700" cy="186600"/>
          </a:xfrm>
          <a:prstGeom prst="triangle">
            <a:avLst>
              <a:gd fmla="val 50000" name="adj"/>
            </a:avLst>
          </a:prstGeom>
          <a:solidFill>
            <a:srgbClr val="FFFFFF"/>
          </a:solidFill>
          <a:ln cap="flat" cmpd="sng" w="19050">
            <a:solidFill>
              <a:srgbClr val="00D6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92"/>
          <p:cNvSpPr/>
          <p:nvPr/>
        </p:nvSpPr>
        <p:spPr>
          <a:xfrm rot="5400000">
            <a:off x="1908900" y="3603013"/>
            <a:ext cx="215700" cy="186600"/>
          </a:xfrm>
          <a:prstGeom prst="triangle">
            <a:avLst>
              <a:gd fmla="val 50000" name="adj"/>
            </a:avLst>
          </a:prstGeom>
          <a:solidFill>
            <a:srgbClr val="FFFFFF"/>
          </a:solidFill>
          <a:ln cap="flat" cmpd="sng" w="19050">
            <a:solidFill>
              <a:srgbClr val="00D6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92"/>
          <p:cNvSpPr/>
          <p:nvPr/>
        </p:nvSpPr>
        <p:spPr>
          <a:xfrm rot="5400000">
            <a:off x="2823300" y="3603013"/>
            <a:ext cx="215700" cy="186600"/>
          </a:xfrm>
          <a:prstGeom prst="triangle">
            <a:avLst>
              <a:gd fmla="val 50000" name="adj"/>
            </a:avLst>
          </a:prstGeom>
          <a:solidFill>
            <a:srgbClr val="FFFFFF"/>
          </a:solidFill>
          <a:ln cap="flat" cmpd="sng" w="19050">
            <a:solidFill>
              <a:srgbClr val="00D6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92"/>
          <p:cNvSpPr/>
          <p:nvPr/>
        </p:nvSpPr>
        <p:spPr>
          <a:xfrm rot="5400000">
            <a:off x="3747225" y="3603013"/>
            <a:ext cx="215700" cy="186600"/>
          </a:xfrm>
          <a:prstGeom prst="triangle">
            <a:avLst>
              <a:gd fmla="val 50000" name="adj"/>
            </a:avLst>
          </a:prstGeom>
          <a:solidFill>
            <a:srgbClr val="FFFFFF"/>
          </a:solidFill>
          <a:ln cap="flat" cmpd="sng" w="19050">
            <a:solidFill>
              <a:srgbClr val="00D6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92"/>
          <p:cNvSpPr/>
          <p:nvPr/>
        </p:nvSpPr>
        <p:spPr>
          <a:xfrm rot="5400000">
            <a:off x="4661625" y="3603013"/>
            <a:ext cx="215700" cy="186600"/>
          </a:xfrm>
          <a:prstGeom prst="triangle">
            <a:avLst>
              <a:gd fmla="val 50000" name="adj"/>
            </a:avLst>
          </a:prstGeom>
          <a:solidFill>
            <a:srgbClr val="FFFFFF"/>
          </a:solidFill>
          <a:ln cap="flat" cmpd="sng" w="19050">
            <a:solidFill>
              <a:srgbClr val="00D6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92"/>
          <p:cNvSpPr/>
          <p:nvPr/>
        </p:nvSpPr>
        <p:spPr>
          <a:xfrm rot="5400000">
            <a:off x="5566500" y="3603013"/>
            <a:ext cx="215700" cy="186600"/>
          </a:xfrm>
          <a:prstGeom prst="triangle">
            <a:avLst>
              <a:gd fmla="val 50000" name="adj"/>
            </a:avLst>
          </a:prstGeom>
          <a:solidFill>
            <a:srgbClr val="FFFFFF"/>
          </a:solidFill>
          <a:ln cap="flat" cmpd="sng" w="19050">
            <a:solidFill>
              <a:srgbClr val="00D6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92"/>
          <p:cNvSpPr/>
          <p:nvPr/>
        </p:nvSpPr>
        <p:spPr>
          <a:xfrm rot="5400000">
            <a:off x="6480900" y="3603013"/>
            <a:ext cx="215700" cy="186600"/>
          </a:xfrm>
          <a:prstGeom prst="triangle">
            <a:avLst>
              <a:gd fmla="val 50000" name="adj"/>
            </a:avLst>
          </a:prstGeom>
          <a:solidFill>
            <a:srgbClr val="FFFFFF"/>
          </a:solidFill>
          <a:ln cap="flat" cmpd="sng" w="19050">
            <a:solidFill>
              <a:srgbClr val="00D6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92"/>
          <p:cNvSpPr/>
          <p:nvPr/>
        </p:nvSpPr>
        <p:spPr>
          <a:xfrm rot="5400000">
            <a:off x="7347675" y="3603013"/>
            <a:ext cx="215700" cy="186600"/>
          </a:xfrm>
          <a:prstGeom prst="triangle">
            <a:avLst>
              <a:gd fmla="val 50000" name="adj"/>
            </a:avLst>
          </a:prstGeom>
          <a:solidFill>
            <a:srgbClr val="FFFFFF"/>
          </a:solidFill>
          <a:ln cap="flat" cmpd="sng" w="19050">
            <a:solidFill>
              <a:srgbClr val="00D6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92"/>
          <p:cNvSpPr txBox="1"/>
          <p:nvPr/>
        </p:nvSpPr>
        <p:spPr>
          <a:xfrm>
            <a:off x="2043302" y="3865098"/>
            <a:ext cx="814500" cy="533700"/>
          </a:xfrm>
          <a:prstGeom prst="rect">
            <a:avLst/>
          </a:prstGeom>
          <a:noFill/>
          <a:ln>
            <a:noFill/>
          </a:ln>
        </p:spPr>
        <p:txBody>
          <a:bodyPr anchorCtr="0" anchor="t" bIns="91425" lIns="91425" spcFirstLastPara="1" rIns="91425" wrap="square" tIns="45700">
            <a:no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Human decision</a:t>
            </a:r>
            <a:endParaRPr b="1" sz="1200">
              <a:solidFill>
                <a:schemeClr val="dk2"/>
              </a:solidFill>
              <a:latin typeface="Roboto"/>
              <a:ea typeface="Roboto"/>
              <a:cs typeface="Roboto"/>
              <a:sym typeface="Roboto"/>
            </a:endParaRPr>
          </a:p>
        </p:txBody>
      </p:sp>
      <p:pic>
        <p:nvPicPr>
          <p:cNvPr id="1479" name="Google Shape;1479;p192"/>
          <p:cNvPicPr preferRelativeResize="0"/>
          <p:nvPr/>
        </p:nvPicPr>
        <p:blipFill>
          <a:blip r:embed="rId3">
            <a:alphaModFix/>
          </a:blip>
          <a:stretch>
            <a:fillRect/>
          </a:stretch>
        </p:blipFill>
        <p:spPr>
          <a:xfrm>
            <a:off x="2262062" y="3510929"/>
            <a:ext cx="363183" cy="364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193"/>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XDR</a:t>
            </a:r>
            <a:endParaRPr sz="2600"/>
          </a:p>
        </p:txBody>
      </p:sp>
      <p:sp>
        <p:nvSpPr>
          <p:cNvPr id="1485" name="Google Shape;1485;p193"/>
          <p:cNvSpPr txBox="1"/>
          <p:nvPr>
            <p:ph idx="1" type="subTitle"/>
          </p:nvPr>
        </p:nvSpPr>
        <p:spPr>
          <a:xfrm>
            <a:off x="-82300" y="457200"/>
            <a:ext cx="9226200" cy="5835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 Extended detection and response</a:t>
            </a:r>
            <a:endParaRPr/>
          </a:p>
        </p:txBody>
      </p:sp>
      <p:sp>
        <p:nvSpPr>
          <p:cNvPr id="1486" name="Google Shape;1486;p193"/>
          <p:cNvSpPr txBox="1"/>
          <p:nvPr>
            <p:ph idx="3" type="body"/>
          </p:nvPr>
        </p:nvSpPr>
        <p:spPr>
          <a:xfrm>
            <a:off x="175" y="1167625"/>
            <a:ext cx="4571700" cy="3738600"/>
          </a:xfrm>
          <a:prstGeom prst="rect">
            <a:avLst/>
          </a:prstGeom>
        </p:spPr>
        <p:txBody>
          <a:bodyPr anchorCtr="0" anchor="t" bIns="914400" lIns="457200" spcFirstLastPara="1" rIns="457200" wrap="square" tIns="0">
            <a:noAutofit/>
          </a:bodyPr>
          <a:lstStyle/>
          <a:p>
            <a:pPr indent="-342900" lvl="0" marL="457200" marR="0" rtl="0" algn="l">
              <a:spcBef>
                <a:spcPts val="0"/>
              </a:spcBef>
              <a:spcAft>
                <a:spcPts val="0"/>
              </a:spcAft>
              <a:buSzPts val="1800"/>
              <a:buChar char="●"/>
            </a:pPr>
            <a:r>
              <a:rPr lang="en"/>
              <a:t>XDR o</a:t>
            </a:r>
            <a:r>
              <a:rPr lang="en"/>
              <a:t>ffers advanced detection, rapid response, and intuitive automation.</a:t>
            </a:r>
            <a:endParaRPr/>
          </a:p>
          <a:p>
            <a:pPr indent="-342900" lvl="0" marL="457200" marR="0" rtl="0" algn="l">
              <a:spcBef>
                <a:spcPts val="0"/>
              </a:spcBef>
              <a:spcAft>
                <a:spcPts val="0"/>
              </a:spcAft>
              <a:buSzPts val="1800"/>
              <a:buChar char="●"/>
            </a:pPr>
            <a:r>
              <a:rPr lang="en"/>
              <a:t>It provides improved cross-domain threat hunting and forensic investigation capabilities.</a:t>
            </a:r>
            <a:endParaRPr/>
          </a:p>
          <a:p>
            <a:pPr indent="-342900" lvl="0" marL="457200" marR="0" rtl="0" algn="l">
              <a:spcBef>
                <a:spcPts val="0"/>
              </a:spcBef>
              <a:spcAft>
                <a:spcPts val="0"/>
              </a:spcAft>
              <a:buSzPts val="1800"/>
              <a:buChar char="●"/>
            </a:pPr>
            <a:r>
              <a:rPr lang="en"/>
              <a:t>It lacks the log management, retention, and compliance capabilities of SIEM.</a:t>
            </a:r>
            <a:endParaRPr/>
          </a:p>
          <a:p>
            <a:pPr indent="0" lvl="0" marL="0" marR="0" rtl="0" algn="l">
              <a:spcBef>
                <a:spcPts val="800"/>
              </a:spcBef>
              <a:spcAft>
                <a:spcPts val="0"/>
              </a:spcAft>
              <a:buNone/>
            </a:pPr>
            <a:r>
              <a:t/>
            </a:r>
            <a:endParaRPr/>
          </a:p>
          <a:p>
            <a:pPr indent="0" lvl="0" marL="0" marR="0" rtl="0" algn="l">
              <a:spcBef>
                <a:spcPts val="800"/>
              </a:spcBef>
              <a:spcAft>
                <a:spcPts val="800"/>
              </a:spcAft>
              <a:buNone/>
            </a:pPr>
            <a:r>
              <a:t/>
            </a:r>
            <a:endParaRPr/>
          </a:p>
        </p:txBody>
      </p:sp>
      <p:pic>
        <p:nvPicPr>
          <p:cNvPr id="1487" name="Google Shape;1487;p193"/>
          <p:cNvPicPr preferRelativeResize="0"/>
          <p:nvPr/>
        </p:nvPicPr>
        <p:blipFill>
          <a:blip r:embed="rId3">
            <a:alphaModFix/>
          </a:blip>
          <a:stretch>
            <a:fillRect/>
          </a:stretch>
        </p:blipFill>
        <p:spPr>
          <a:xfrm>
            <a:off x="4940200" y="789400"/>
            <a:ext cx="3410825" cy="34108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194"/>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1493" name="Google Shape;1493;p194"/>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Advanced Security Monitoring Tools</a:t>
            </a:r>
            <a:endParaRPr/>
          </a:p>
        </p:txBody>
      </p:sp>
      <p:sp>
        <p:nvSpPr>
          <p:cNvPr id="1494" name="Google Shape;1494;p194"/>
          <p:cNvSpPr txBox="1"/>
          <p:nvPr>
            <p:ph idx="3" type="body"/>
          </p:nvPr>
        </p:nvSpPr>
        <p:spPr>
          <a:xfrm>
            <a:off x="914400" y="1176975"/>
            <a:ext cx="73152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OMP management has approved a larger budget for the SOC to enhance its security monitoring.</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are tasked with researching several SOAR, UBA, and UEBA vendors to provide a summary to your management about the products you are recommending.</a:t>
            </a:r>
            <a:endParaRPr/>
          </a:p>
        </p:txBody>
      </p:sp>
      <p:pic>
        <p:nvPicPr>
          <p:cNvPr id="1495" name="Google Shape;1495;p194"/>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197"/>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sz="3800">
                <a:solidFill>
                  <a:schemeClr val="accent5"/>
                </a:solidFill>
                <a:latin typeface="Roboto"/>
                <a:ea typeface="Roboto"/>
                <a:cs typeface="Roboto"/>
                <a:sym typeface="Roboto"/>
              </a:rPr>
              <a:t> Splunk </a:t>
            </a:r>
            <a:r>
              <a:rPr b="0" lang="en" sz="3800">
                <a:solidFill>
                  <a:schemeClr val="accent5"/>
                </a:solidFill>
                <a:latin typeface="Roboto"/>
                <a:ea typeface="Roboto"/>
                <a:cs typeface="Roboto"/>
                <a:sym typeface="Roboto"/>
              </a:rPr>
              <a:t>Careers</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b="0" sz="38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509" name="Google Shape;1509;p197"/>
          <p:cNvPicPr preferRelativeResize="0"/>
          <p:nvPr/>
        </p:nvPicPr>
        <p:blipFill rotWithShape="1">
          <a:blip r:embed="rId3">
            <a:alphaModFix/>
          </a:blip>
          <a:srcRect b="-2094" l="-586" r="-576" t="-2104"/>
          <a:stretch/>
        </p:blipFill>
        <p:spPr>
          <a:xfrm>
            <a:off x="3847350" y="1414500"/>
            <a:ext cx="1228275" cy="1260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pic>
        <p:nvPicPr>
          <p:cNvPr id="1514" name="Google Shape;1514;p198"/>
          <p:cNvPicPr preferRelativeResize="0"/>
          <p:nvPr/>
        </p:nvPicPr>
        <p:blipFill rotWithShape="1">
          <a:blip r:embed="rId3">
            <a:alphaModFix/>
          </a:blip>
          <a:srcRect b="0" l="8223" r="0" t="0"/>
          <a:stretch/>
        </p:blipFill>
        <p:spPr>
          <a:xfrm>
            <a:off x="0" y="0"/>
            <a:ext cx="9168601" cy="5143500"/>
          </a:xfrm>
          <a:prstGeom prst="rect">
            <a:avLst/>
          </a:prstGeom>
          <a:noFill/>
          <a:ln>
            <a:noFill/>
          </a:ln>
        </p:spPr>
      </p:pic>
      <p:sp>
        <p:nvSpPr>
          <p:cNvPr id="1515" name="Google Shape;1515;p198"/>
          <p:cNvSpPr txBox="1"/>
          <p:nvPr>
            <p:ph type="title"/>
          </p:nvPr>
        </p:nvSpPr>
        <p:spPr>
          <a:xfrm>
            <a:off x="-12300" y="632550"/>
            <a:ext cx="4388700" cy="3677400"/>
          </a:xfrm>
          <a:prstGeom prst="rect">
            <a:avLst/>
          </a:prstGeom>
        </p:spPr>
        <p:txBody>
          <a:bodyPr anchorCtr="0" anchor="ctr" bIns="91425" lIns="548625" spcFirstLastPara="1" rIns="365750"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Roboto"/>
                <a:ea typeface="Roboto"/>
                <a:cs typeface="Roboto"/>
                <a:sym typeface="Roboto"/>
              </a:rPr>
              <a:t>Now, we’ll explore careers and certifications related to the Splunk knowledge and tools learned over the past five lessons.</a:t>
            </a:r>
            <a:endParaRPr>
              <a:solidFill>
                <a:schemeClr val="lt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pic>
        <p:nvPicPr>
          <p:cNvPr id="1520" name="Google Shape;1520;p199"/>
          <p:cNvPicPr preferRelativeResize="0"/>
          <p:nvPr/>
        </p:nvPicPr>
        <p:blipFill rotWithShape="1">
          <a:blip r:embed="rId3">
            <a:alphaModFix/>
          </a:blip>
          <a:srcRect b="0" l="3440" r="-3439" t="0"/>
          <a:stretch/>
        </p:blipFill>
        <p:spPr>
          <a:xfrm flipH="1">
            <a:off x="0" y="5300"/>
            <a:ext cx="9144000" cy="5143500"/>
          </a:xfrm>
          <a:prstGeom prst="rect">
            <a:avLst/>
          </a:prstGeom>
          <a:noFill/>
          <a:ln>
            <a:noFill/>
          </a:ln>
          <a:effectLst>
            <a:outerShdw blurRad="57150" rotWithShape="0" algn="bl" dir="5400000" dist="19050">
              <a:srgbClr val="000000">
                <a:alpha val="50000"/>
              </a:srgbClr>
            </a:outerShdw>
          </a:effectLst>
        </p:spPr>
      </p:pic>
      <p:sp>
        <p:nvSpPr>
          <p:cNvPr id="1521" name="Google Shape;1521;p199"/>
          <p:cNvSpPr/>
          <p:nvPr/>
        </p:nvSpPr>
        <p:spPr>
          <a:xfrm rot="-5400000">
            <a:off x="-100050" y="106400"/>
            <a:ext cx="5141400" cy="4941300"/>
          </a:xfrm>
          <a:prstGeom prst="rect">
            <a:avLst/>
          </a:prstGeom>
          <a:gradFill>
            <a:gsLst>
              <a:gs pos="0">
                <a:srgbClr val="073763"/>
              </a:gs>
              <a:gs pos="50000">
                <a:srgbClr val="365C8B"/>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99"/>
          <p:cNvSpPr/>
          <p:nvPr/>
        </p:nvSpPr>
        <p:spPr>
          <a:xfrm>
            <a:off x="642300" y="509525"/>
            <a:ext cx="3822900" cy="38229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2300" u="none" cap="none" strike="noStrike">
              <a:solidFill>
                <a:schemeClr val="lt1"/>
              </a:solidFill>
              <a:latin typeface="Roboto"/>
              <a:ea typeface="Roboto"/>
              <a:cs typeface="Roboto"/>
              <a:sym typeface="Roboto"/>
            </a:endParaRPr>
          </a:p>
        </p:txBody>
      </p:sp>
      <p:sp>
        <p:nvSpPr>
          <p:cNvPr id="1523" name="Google Shape;1523;p199"/>
          <p:cNvSpPr txBox="1"/>
          <p:nvPr/>
        </p:nvSpPr>
        <p:spPr>
          <a:xfrm>
            <a:off x="585000" y="1620575"/>
            <a:ext cx="3937500" cy="16623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lang="en" sz="2400">
                <a:solidFill>
                  <a:schemeClr val="accent5"/>
                </a:solidFill>
                <a:latin typeface="Roboto"/>
                <a:ea typeface="Roboto"/>
                <a:cs typeface="Roboto"/>
                <a:sym typeface="Roboto"/>
              </a:rPr>
              <a:t>Splunk experience is a desirable qualification for many information security positions.</a:t>
            </a:r>
            <a:endParaRPr sz="2400">
              <a:solidFill>
                <a:schemeClr val="accent5"/>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7" name="Shape 1527"/>
        <p:cNvGrpSpPr/>
        <p:nvPr/>
      </p:nvGrpSpPr>
      <p:grpSpPr>
        <a:xfrm>
          <a:off x="0" y="0"/>
          <a:ext cx="0" cy="0"/>
          <a:chOff x="0" y="0"/>
          <a:chExt cx="0" cy="0"/>
        </a:xfrm>
      </p:grpSpPr>
      <p:sp>
        <p:nvSpPr>
          <p:cNvPr id="1528" name="Google Shape;1528;p200"/>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Splunk Careers: InfoSec </a:t>
            </a:r>
            <a:r>
              <a:rPr lang="en"/>
              <a:t>Positions</a:t>
            </a:r>
            <a:endParaRPr/>
          </a:p>
        </p:txBody>
      </p:sp>
      <p:graphicFrame>
        <p:nvGraphicFramePr>
          <p:cNvPr id="1529" name="Google Shape;1529;p200"/>
          <p:cNvGraphicFramePr/>
          <p:nvPr/>
        </p:nvGraphicFramePr>
        <p:xfrm>
          <a:off x="191550" y="788325"/>
          <a:ext cx="3000000" cy="3000000"/>
        </p:xfrm>
        <a:graphic>
          <a:graphicData uri="http://schemas.openxmlformats.org/drawingml/2006/table">
            <a:tbl>
              <a:tblPr>
                <a:noFill/>
                <a:tableStyleId>{08867A8E-E71E-494E-9835-486FC9F86B5E}</a:tableStyleId>
              </a:tblPr>
              <a:tblGrid>
                <a:gridCol w="2044225"/>
                <a:gridCol w="6743300"/>
              </a:tblGrid>
              <a:tr h="66497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SOC </a:t>
                      </a:r>
                      <a:br>
                        <a:rPr lang="en" sz="1600">
                          <a:solidFill>
                            <a:srgbClr val="FFFFFF"/>
                          </a:solidFill>
                          <a:latin typeface="Roboto Medium"/>
                          <a:ea typeface="Roboto Medium"/>
                          <a:cs typeface="Roboto Medium"/>
                          <a:sym typeface="Roboto Medium"/>
                        </a:rPr>
                      </a:br>
                      <a:r>
                        <a:rPr lang="en" sz="1600">
                          <a:solidFill>
                            <a:srgbClr val="FFFFFF"/>
                          </a:solidFill>
                          <a:latin typeface="Roboto Medium"/>
                          <a:ea typeface="Roboto Medium"/>
                          <a:cs typeface="Roboto Medium"/>
                          <a:sym typeface="Roboto Medium"/>
                        </a:rPr>
                        <a:t>analysts</a:t>
                      </a:r>
                      <a:endParaRPr sz="1600">
                        <a:solidFill>
                          <a:srgbClr val="FFFFFF"/>
                        </a:solidFill>
                        <a:latin typeface="Roboto Medium"/>
                        <a:ea typeface="Roboto Medium"/>
                        <a:cs typeface="Roboto Medium"/>
                        <a:sym typeface="Roboto Medium"/>
                      </a:endParaRPr>
                    </a:p>
                  </a:txBody>
                  <a:tcPr marT="45700" marB="91425" marR="18287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a:solidFill>
                            <a:schemeClr val="dk2"/>
                          </a:solidFill>
                          <a:latin typeface="Roboto"/>
                          <a:ea typeface="Roboto"/>
                          <a:cs typeface="Roboto"/>
                          <a:sym typeface="Roboto"/>
                        </a:rPr>
                        <a:t>SOC analysts w</a:t>
                      </a:r>
                      <a:r>
                        <a:rPr lang="en">
                          <a:solidFill>
                            <a:schemeClr val="dk2"/>
                          </a:solidFill>
                          <a:latin typeface="Roboto"/>
                          <a:ea typeface="Roboto"/>
                          <a:cs typeface="Roboto"/>
                          <a:sym typeface="Roboto"/>
                        </a:rPr>
                        <a:t>ork in a security operations department alongside security engineers. Their positions involve detecting, containing, and potentially remediating information security threats. Most SOC analysts use SIEM products, such as Splunk ES, to monitor their environment.</a:t>
                      </a:r>
                      <a:endParaRPr>
                        <a:solidFill>
                          <a:schemeClr val="dk2"/>
                        </a:solidFill>
                        <a:latin typeface="Roboto"/>
                        <a:ea typeface="Roboto"/>
                        <a:cs typeface="Roboto"/>
                        <a:sym typeface="Roboto"/>
                      </a:endParaRPr>
                    </a:p>
                  </a:txBody>
                  <a:tcPr marT="45700" marB="91425" marR="182875" marL="182875" anchor="ctr">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r>
              <a:tr h="66497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Cyber threat analysts</a:t>
                      </a:r>
                      <a:endParaRPr sz="1600">
                        <a:solidFill>
                          <a:srgbClr val="FFFFFF"/>
                        </a:solidFill>
                        <a:latin typeface="Roboto Medium"/>
                        <a:ea typeface="Roboto Medium"/>
                        <a:cs typeface="Roboto Medium"/>
                        <a:sym typeface="Roboto Medium"/>
                      </a:endParaRPr>
                    </a:p>
                  </a:txBody>
                  <a:tcPr marT="45700" marB="91425" marR="18287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a:solidFill>
                            <a:schemeClr val="dk2"/>
                          </a:solidFill>
                          <a:latin typeface="Roboto"/>
                          <a:ea typeface="Roboto"/>
                          <a:cs typeface="Roboto"/>
                          <a:sym typeface="Roboto"/>
                        </a:rPr>
                        <a:t>Cyber threat analysts a</a:t>
                      </a:r>
                      <a:r>
                        <a:rPr lang="en">
                          <a:solidFill>
                            <a:schemeClr val="dk2"/>
                          </a:solidFill>
                          <a:latin typeface="Roboto"/>
                          <a:ea typeface="Roboto"/>
                          <a:cs typeface="Roboto"/>
                          <a:sym typeface="Roboto"/>
                        </a:rPr>
                        <a:t>nalyze an organization’s networks and applications to protect organizations from cybercriminals. Cyber threat analysts often use Splunk products to make predictions about cybercriminals and their potential attacks.</a:t>
                      </a:r>
                      <a:endParaRPr>
                        <a:solidFill>
                          <a:schemeClr val="dk2"/>
                        </a:solidFill>
                        <a:latin typeface="Roboto"/>
                        <a:ea typeface="Roboto"/>
                        <a:cs typeface="Roboto"/>
                        <a:sym typeface="Roboto"/>
                      </a:endParaRPr>
                    </a:p>
                  </a:txBody>
                  <a:tcPr marT="45700" marB="91425" marR="182875" marL="182875" anchor="ctr">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66497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Application</a:t>
                      </a:r>
                      <a:br>
                        <a:rPr lang="en" sz="1600">
                          <a:solidFill>
                            <a:srgbClr val="FFFFFF"/>
                          </a:solidFill>
                          <a:latin typeface="Roboto Medium"/>
                          <a:ea typeface="Roboto Medium"/>
                          <a:cs typeface="Roboto Medium"/>
                          <a:sym typeface="Roboto Medium"/>
                        </a:rPr>
                      </a:br>
                      <a:r>
                        <a:rPr lang="en" sz="1600">
                          <a:solidFill>
                            <a:srgbClr val="FFFFFF"/>
                          </a:solidFill>
                          <a:latin typeface="Roboto Medium"/>
                          <a:ea typeface="Roboto Medium"/>
                          <a:cs typeface="Roboto Medium"/>
                          <a:sym typeface="Roboto Medium"/>
                        </a:rPr>
                        <a:t>security engineers</a:t>
                      </a:r>
                      <a:endParaRPr sz="1600">
                        <a:solidFill>
                          <a:srgbClr val="FFFFFF"/>
                        </a:solidFill>
                        <a:latin typeface="Roboto Medium"/>
                        <a:ea typeface="Roboto Medium"/>
                        <a:cs typeface="Roboto Medium"/>
                        <a:sym typeface="Roboto Medium"/>
                      </a:endParaRPr>
                    </a:p>
                  </a:txBody>
                  <a:tcPr marT="45700" marB="91425" marR="18287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a:solidFill>
                            <a:schemeClr val="dk2"/>
                          </a:solidFill>
                          <a:latin typeface="Roboto"/>
                          <a:ea typeface="Roboto"/>
                          <a:cs typeface="Roboto"/>
                          <a:sym typeface="Roboto"/>
                        </a:rPr>
                        <a:t>Application security engineers </a:t>
                      </a:r>
                      <a:r>
                        <a:rPr lang="en">
                          <a:solidFill>
                            <a:schemeClr val="dk2"/>
                          </a:solidFill>
                          <a:latin typeface="Roboto"/>
                          <a:ea typeface="Roboto"/>
                          <a:cs typeface="Roboto"/>
                          <a:sym typeface="Roboto"/>
                        </a:rPr>
                        <a:t>Use Splunk to fix web and mobile application vulnerabilities. AppSec engineers use Splunk to analyze their application logs to assist with creating and testing their remediation.</a:t>
                      </a:r>
                      <a:endParaRPr>
                        <a:solidFill>
                          <a:schemeClr val="dk2"/>
                        </a:solidFill>
                        <a:latin typeface="Roboto"/>
                        <a:ea typeface="Roboto"/>
                        <a:cs typeface="Roboto"/>
                        <a:sym typeface="Roboto"/>
                      </a:endParaRPr>
                    </a:p>
                  </a:txBody>
                  <a:tcPr marT="45700" marB="91425" marR="182875" marL="182875" anchor="ctr">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64975">
                <a:tc>
                  <a:txBody>
                    <a:bodyPr/>
                    <a:lstStyle/>
                    <a:p>
                      <a:pPr indent="0" lvl="0" marL="0" rtl="0" algn="l">
                        <a:spcBef>
                          <a:spcPts val="0"/>
                        </a:spcBef>
                        <a:spcAft>
                          <a:spcPts val="200"/>
                        </a:spcAft>
                        <a:buNone/>
                      </a:pPr>
                      <a:r>
                        <a:rPr lang="en" sz="1600">
                          <a:solidFill>
                            <a:schemeClr val="lt1"/>
                          </a:solidFill>
                          <a:latin typeface="Roboto Medium"/>
                          <a:ea typeface="Roboto Medium"/>
                          <a:cs typeface="Roboto Medium"/>
                          <a:sym typeface="Roboto Medium"/>
                        </a:rPr>
                        <a:t>Network security administrators</a:t>
                      </a:r>
                      <a:endParaRPr sz="1600">
                        <a:solidFill>
                          <a:srgbClr val="FFFFFF"/>
                        </a:solidFill>
                        <a:latin typeface="Roboto Medium"/>
                        <a:ea typeface="Roboto Medium"/>
                        <a:cs typeface="Roboto Medium"/>
                        <a:sym typeface="Roboto Medium"/>
                      </a:endParaRPr>
                    </a:p>
                  </a:txBody>
                  <a:tcPr marT="45700" marB="91425" marR="18287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a:solidFill>
                            <a:schemeClr val="dk2"/>
                          </a:solidFill>
                          <a:latin typeface="Roboto"/>
                          <a:ea typeface="Roboto"/>
                          <a:cs typeface="Roboto"/>
                          <a:sym typeface="Roboto"/>
                        </a:rPr>
                        <a:t>Network security administrators u</a:t>
                      </a:r>
                      <a:r>
                        <a:rPr lang="en">
                          <a:solidFill>
                            <a:schemeClr val="dk2"/>
                          </a:solidFill>
                          <a:latin typeface="Roboto"/>
                          <a:ea typeface="Roboto"/>
                          <a:cs typeface="Roboto"/>
                          <a:sym typeface="Roboto"/>
                        </a:rPr>
                        <a:t>se products like Splunk to monitor suspicious network traffic, such as DDoS attacks. They can use the findings from Splunk logs to mitigate and prevent future attacks.</a:t>
                      </a:r>
                      <a:endParaRPr>
                        <a:solidFill>
                          <a:schemeClr val="dk2"/>
                        </a:solidFill>
                        <a:latin typeface="Roboto"/>
                        <a:ea typeface="Roboto"/>
                        <a:cs typeface="Roboto"/>
                        <a:sym typeface="Roboto"/>
                      </a:endParaRPr>
                    </a:p>
                  </a:txBody>
                  <a:tcPr marT="45700" marB="91425" marR="182875" marL="182875" anchor="ctr">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664975">
                <a:tc>
                  <a:txBody>
                    <a:bodyPr/>
                    <a:lstStyle/>
                    <a:p>
                      <a:pPr indent="0" lvl="0" marL="0" rtl="0" algn="l">
                        <a:spcBef>
                          <a:spcPts val="0"/>
                        </a:spcBef>
                        <a:spcAft>
                          <a:spcPts val="200"/>
                        </a:spcAft>
                        <a:buNone/>
                      </a:pPr>
                      <a:r>
                        <a:rPr lang="en" sz="1600">
                          <a:solidFill>
                            <a:srgbClr val="FFFFFF"/>
                          </a:solidFill>
                          <a:latin typeface="Roboto Medium"/>
                          <a:ea typeface="Roboto Medium"/>
                          <a:cs typeface="Roboto Medium"/>
                          <a:sym typeface="Roboto Medium"/>
                        </a:rPr>
                        <a:t>Incident response managers</a:t>
                      </a:r>
                      <a:endParaRPr sz="1600">
                        <a:solidFill>
                          <a:srgbClr val="FFFFFF"/>
                        </a:solidFill>
                        <a:latin typeface="Roboto Medium"/>
                        <a:ea typeface="Roboto Medium"/>
                        <a:cs typeface="Roboto Medium"/>
                        <a:sym typeface="Roboto Medium"/>
                      </a:endParaRPr>
                    </a:p>
                  </a:txBody>
                  <a:tcPr marT="45700" marB="91425" marR="18287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a:solidFill>
                            <a:schemeClr val="dk2"/>
                          </a:solidFill>
                          <a:latin typeface="Roboto"/>
                          <a:ea typeface="Roboto"/>
                          <a:cs typeface="Roboto"/>
                          <a:sym typeface="Roboto"/>
                        </a:rPr>
                        <a:t>Incident response managers u</a:t>
                      </a:r>
                      <a:r>
                        <a:rPr lang="en">
                          <a:solidFill>
                            <a:schemeClr val="dk2"/>
                          </a:solidFill>
                          <a:latin typeface="Roboto"/>
                          <a:ea typeface="Roboto"/>
                          <a:cs typeface="Roboto"/>
                          <a:sym typeface="Roboto"/>
                        </a:rPr>
                        <a:t>se Splunk to monitor the status of ongoing security investigations when an incident has occurred.</a:t>
                      </a:r>
                      <a:endParaRPr>
                        <a:solidFill>
                          <a:schemeClr val="dk2"/>
                        </a:solidFill>
                        <a:latin typeface="Roboto"/>
                        <a:ea typeface="Roboto"/>
                        <a:cs typeface="Roboto"/>
                        <a:sym typeface="Roboto"/>
                      </a:endParaRPr>
                    </a:p>
                  </a:txBody>
                  <a:tcPr marT="45700" marB="91425" marR="182875" marL="182875" anchor="ctr">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20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Clr>
                <a:schemeClr val="dk1"/>
              </a:buClr>
              <a:buSzPts val="1100"/>
              <a:buFont typeface="Arial"/>
              <a:buNone/>
            </a:pPr>
            <a:r>
              <a:rPr lang="en" sz="2600"/>
              <a:t>Splunk Careers: InfoSec </a:t>
            </a:r>
            <a:r>
              <a:rPr lang="en" sz="2600"/>
              <a:t>Positions</a:t>
            </a:r>
            <a:endParaRPr sz="2600"/>
          </a:p>
          <a:p>
            <a:pPr indent="0" lvl="0" marL="0" rtl="0" algn="l">
              <a:spcBef>
                <a:spcPts val="0"/>
              </a:spcBef>
              <a:spcAft>
                <a:spcPts val="0"/>
              </a:spcAft>
              <a:buNone/>
            </a:pPr>
            <a:r>
              <a:t/>
            </a:r>
            <a:endParaRPr/>
          </a:p>
        </p:txBody>
      </p:sp>
      <p:pic>
        <p:nvPicPr>
          <p:cNvPr id="1535" name="Google Shape;1535;p201"/>
          <p:cNvPicPr preferRelativeResize="0"/>
          <p:nvPr/>
        </p:nvPicPr>
        <p:blipFill rotWithShape="1">
          <a:blip r:embed="rId3">
            <a:alphaModFix/>
          </a:blip>
          <a:srcRect b="0" l="0" r="0" t="0"/>
          <a:stretch/>
        </p:blipFill>
        <p:spPr>
          <a:xfrm>
            <a:off x="1371600" y="656625"/>
            <a:ext cx="6338395" cy="3255275"/>
          </a:xfrm>
          <a:prstGeom prst="rect">
            <a:avLst/>
          </a:prstGeom>
          <a:noFill/>
          <a:ln>
            <a:noFill/>
          </a:ln>
        </p:spPr>
      </p:pic>
      <p:sp>
        <p:nvSpPr>
          <p:cNvPr id="1536" name="Google Shape;1536;p201"/>
          <p:cNvSpPr txBox="1"/>
          <p:nvPr/>
        </p:nvSpPr>
        <p:spPr>
          <a:xfrm>
            <a:off x="1823900" y="1239928"/>
            <a:ext cx="2265900" cy="221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Some positions</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(such as SOC and threat analyst) may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use Splunk products as part of their primary responsibilities.</a:t>
            </a:r>
            <a:endParaRPr b="0" i="0" sz="1800" u="none" cap="none" strike="noStrike">
              <a:solidFill>
                <a:schemeClr val="dk2"/>
              </a:solidFill>
              <a:latin typeface="Roboto"/>
              <a:ea typeface="Roboto"/>
              <a:cs typeface="Roboto"/>
              <a:sym typeface="Roboto"/>
            </a:endParaRPr>
          </a:p>
        </p:txBody>
      </p:sp>
      <p:sp>
        <p:nvSpPr>
          <p:cNvPr id="1537" name="Google Shape;1537;p201"/>
          <p:cNvSpPr txBox="1"/>
          <p:nvPr/>
        </p:nvSpPr>
        <p:spPr>
          <a:xfrm>
            <a:off x="4905199" y="1239925"/>
            <a:ext cx="2429700" cy="221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Other security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positions (such as AppSec administrators)may only use Splunk for a small portion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of their tasks.</a:t>
            </a:r>
            <a:endParaRPr b="0" i="0" sz="1800" u="none" cap="none" strike="noStrike">
              <a:solidFill>
                <a:schemeClr val="dk2"/>
              </a:solidFill>
              <a:latin typeface="Roboto"/>
              <a:ea typeface="Roboto"/>
              <a:cs typeface="Roboto"/>
              <a:sym typeface="Roboto"/>
            </a:endParaRPr>
          </a:p>
        </p:txBody>
      </p:sp>
      <p:sp>
        <p:nvSpPr>
          <p:cNvPr id="1538" name="Google Shape;1538;p201"/>
          <p:cNvSpPr/>
          <p:nvPr/>
        </p:nvSpPr>
        <p:spPr>
          <a:xfrm>
            <a:off x="175" y="3921857"/>
            <a:ext cx="9144000" cy="9144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57150" lvl="0" marL="2171700" marR="0" rtl="0" algn="l">
              <a:lnSpc>
                <a:spcPct val="100000"/>
              </a:lnSpc>
              <a:spcBef>
                <a:spcPts val="0"/>
              </a:spcBef>
              <a:spcAft>
                <a:spcPts val="0"/>
              </a:spcAft>
              <a:buClr>
                <a:srgbClr val="000000"/>
              </a:buClr>
              <a:buSzPts val="1100"/>
              <a:buFont typeface="Arial"/>
              <a:buNone/>
            </a:pPr>
            <a:r>
              <a:rPr lang="en" sz="1700">
                <a:solidFill>
                  <a:schemeClr val="dk2"/>
                </a:solidFill>
                <a:latin typeface="Roboto"/>
                <a:ea typeface="Roboto"/>
                <a:cs typeface="Roboto"/>
                <a:sym typeface="Roboto"/>
              </a:rPr>
              <a:t> </a:t>
            </a:r>
            <a:r>
              <a:rPr lang="en" sz="1700">
                <a:solidFill>
                  <a:schemeClr val="dk2"/>
                </a:solidFill>
                <a:latin typeface="Roboto"/>
                <a:ea typeface="Roboto"/>
                <a:cs typeface="Roboto"/>
                <a:sym typeface="Roboto"/>
              </a:rPr>
              <a:t>Either way, </a:t>
            </a:r>
            <a:r>
              <a:rPr lang="en" sz="1700">
                <a:solidFill>
                  <a:schemeClr val="dk2"/>
                </a:solidFill>
                <a:latin typeface="Roboto"/>
                <a:ea typeface="Roboto"/>
                <a:cs typeface="Roboto"/>
                <a:sym typeface="Roboto"/>
              </a:rPr>
              <a:t>understanding</a:t>
            </a:r>
            <a:r>
              <a:rPr lang="en" sz="1700">
                <a:solidFill>
                  <a:schemeClr val="dk2"/>
                </a:solidFill>
                <a:latin typeface="Roboto"/>
                <a:ea typeface="Roboto"/>
                <a:cs typeface="Roboto"/>
                <a:sym typeface="Roboto"/>
              </a:rPr>
              <a:t> how to use Splunk is a valuable skill for InfoSec professionals.</a:t>
            </a:r>
            <a:endParaRPr sz="1600">
              <a:solidFill>
                <a:srgbClr val="082D49"/>
              </a:solidFill>
              <a:latin typeface="Roboto"/>
              <a:ea typeface="Roboto"/>
              <a:cs typeface="Roboto"/>
              <a:sym typeface="Roboto"/>
            </a:endParaRPr>
          </a:p>
        </p:txBody>
      </p:sp>
      <p:pic>
        <p:nvPicPr>
          <p:cNvPr id="1539" name="Google Shape;1539;p201"/>
          <p:cNvPicPr preferRelativeResize="0"/>
          <p:nvPr/>
        </p:nvPicPr>
        <p:blipFill>
          <a:blip r:embed="rId4">
            <a:alphaModFix/>
          </a:blip>
          <a:stretch>
            <a:fillRect/>
          </a:stretch>
        </p:blipFill>
        <p:spPr>
          <a:xfrm>
            <a:off x="1317727" y="4026587"/>
            <a:ext cx="706371" cy="669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43" name="Shape 1543"/>
        <p:cNvGrpSpPr/>
        <p:nvPr/>
      </p:nvGrpSpPr>
      <p:grpSpPr>
        <a:xfrm>
          <a:off x="0" y="0"/>
          <a:ext cx="0" cy="0"/>
          <a:chOff x="0" y="0"/>
          <a:chExt cx="0" cy="0"/>
        </a:xfrm>
      </p:grpSpPr>
      <p:sp>
        <p:nvSpPr>
          <p:cNvPr id="1544" name="Google Shape;1544;p202"/>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Splunk in InfoSec Careers</a:t>
            </a:r>
            <a:endParaRPr/>
          </a:p>
        </p:txBody>
      </p:sp>
      <p:sp>
        <p:nvSpPr>
          <p:cNvPr id="1545" name="Google Shape;1545;p202"/>
          <p:cNvSpPr txBox="1"/>
          <p:nvPr>
            <p:ph idx="1" type="subTitle"/>
          </p:nvPr>
        </p:nvSpPr>
        <p:spPr>
          <a:xfrm>
            <a:off x="0" y="675975"/>
            <a:ext cx="3269100" cy="1771200"/>
          </a:xfrm>
          <a:prstGeom prst="rect">
            <a:avLst/>
          </a:prstGeom>
        </p:spPr>
        <p:txBody>
          <a:bodyPr anchorCtr="0" anchor="t" bIns="0" lIns="457200" spcFirstLastPara="1" rIns="457200" wrap="square" tIns="91425">
            <a:noAutofit/>
          </a:bodyPr>
          <a:lstStyle/>
          <a:p>
            <a:pPr indent="0" lvl="0" marL="0" rtl="0" algn="l">
              <a:lnSpc>
                <a:spcPct val="115000"/>
              </a:lnSpc>
              <a:spcBef>
                <a:spcPts val="0"/>
              </a:spcBef>
              <a:spcAft>
                <a:spcPts val="0"/>
              </a:spcAft>
              <a:buNone/>
            </a:pPr>
            <a:r>
              <a:rPr lang="en"/>
              <a:t>Splunk is already a required skill in many roles, and the industry demand is increasing every year.</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sp>
        <p:nvSpPr>
          <p:cNvPr id="1546" name="Google Shape;1546;p20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rPr lang="en" u="sng">
                <a:solidFill>
                  <a:schemeClr val="hlink"/>
                </a:solidFill>
                <a:hlinkClick r:id="rId3"/>
              </a:rPr>
              <a:t>(Source: edureka!)</a:t>
            </a:r>
            <a:endParaRPr/>
          </a:p>
        </p:txBody>
      </p:sp>
      <p:pic>
        <p:nvPicPr>
          <p:cNvPr id="1547" name="Google Shape;1547;p202"/>
          <p:cNvPicPr preferRelativeResize="0"/>
          <p:nvPr/>
        </p:nvPicPr>
        <p:blipFill>
          <a:blip r:embed="rId4">
            <a:alphaModFix/>
          </a:blip>
          <a:stretch>
            <a:fillRect/>
          </a:stretch>
        </p:blipFill>
        <p:spPr>
          <a:xfrm>
            <a:off x="3138352" y="786227"/>
            <a:ext cx="5731325" cy="4015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sp>
        <p:nvSpPr>
          <p:cNvPr id="1552" name="Google Shape;1552;p203"/>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1553" name="Google Shape;1553;p203"/>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Splunk Careers</a:t>
            </a:r>
            <a:endParaRPr/>
          </a:p>
        </p:txBody>
      </p:sp>
      <p:sp>
        <p:nvSpPr>
          <p:cNvPr id="1554" name="Google Shape;1554;p203"/>
          <p:cNvSpPr txBox="1"/>
          <p:nvPr>
            <p:ph idx="3" type="body"/>
          </p:nvPr>
        </p:nvSpPr>
        <p:spPr>
          <a:xfrm>
            <a:off x="914400" y="1565400"/>
            <a:ext cx="7315200" cy="2802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search several job sites for Splunk-related careers and answer questions about each position.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555" name="Google Shape;1555;p203"/>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7" name="Shape 1567"/>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207"/>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sz="3800">
                <a:solidFill>
                  <a:schemeClr val="accent5"/>
                </a:solidFill>
                <a:latin typeface="Roboto"/>
                <a:ea typeface="Roboto"/>
                <a:cs typeface="Roboto"/>
                <a:sym typeface="Roboto"/>
              </a:rPr>
              <a:t>SIEM</a:t>
            </a:r>
            <a:r>
              <a:rPr b="0" lang="en" sz="3800">
                <a:solidFill>
                  <a:schemeClr val="accent5"/>
                </a:solidFill>
                <a:latin typeface="Roboto"/>
                <a:ea typeface="Roboto"/>
                <a:cs typeface="Roboto"/>
                <a:sym typeface="Roboto"/>
              </a:rPr>
              <a:t> Certifications</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sz="3800">
              <a:solidFill>
                <a:schemeClr val="accent5"/>
              </a:solidFill>
              <a:latin typeface="Roboto"/>
              <a:ea typeface="Roboto"/>
              <a:cs typeface="Roboto"/>
              <a:sym typeface="Roboto"/>
            </a:endParaRPr>
          </a:p>
          <a:p>
            <a:pPr indent="0" lvl="0" marL="0" rtl="0" algn="ctr">
              <a:spcBef>
                <a:spcPts val="0"/>
              </a:spcBef>
              <a:spcAft>
                <a:spcPts val="0"/>
              </a:spcAft>
              <a:buNone/>
            </a:pPr>
            <a:r>
              <a:t/>
            </a:r>
            <a:endParaRPr sz="3800">
              <a:solidFill>
                <a:schemeClr val="accent5"/>
              </a:solidFill>
              <a:latin typeface="Roboto"/>
              <a:ea typeface="Roboto"/>
              <a:cs typeface="Roboto"/>
              <a:sym typeface="Roboto"/>
            </a:endParaRPr>
          </a:p>
          <a:p>
            <a:pPr indent="0" lvl="0" marL="0" rtl="0" algn="l">
              <a:spcBef>
                <a:spcPts val="0"/>
              </a:spcBef>
              <a:spcAft>
                <a:spcPts val="0"/>
              </a:spcAft>
              <a:buNone/>
            </a:pPr>
            <a:r>
              <a:t/>
            </a:r>
            <a:endParaRPr sz="38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573" name="Google Shape;1573;p207"/>
          <p:cNvPicPr preferRelativeResize="0"/>
          <p:nvPr/>
        </p:nvPicPr>
        <p:blipFill rotWithShape="1">
          <a:blip r:embed="rId3">
            <a:alphaModFix/>
          </a:blip>
          <a:srcRect b="0" l="1456" r="1446" t="0"/>
          <a:stretch/>
        </p:blipFill>
        <p:spPr>
          <a:xfrm>
            <a:off x="3994925" y="1563975"/>
            <a:ext cx="1085525" cy="11141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77" name="Shape 1577"/>
        <p:cNvGrpSpPr/>
        <p:nvPr/>
      </p:nvGrpSpPr>
      <p:grpSpPr>
        <a:xfrm>
          <a:off x="0" y="0"/>
          <a:ext cx="0" cy="0"/>
          <a:chOff x="0" y="0"/>
          <a:chExt cx="0" cy="0"/>
        </a:xfrm>
      </p:grpSpPr>
      <p:sp>
        <p:nvSpPr>
          <p:cNvPr id="1578" name="Google Shape;1578;p208"/>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Splunk Certifications</a:t>
            </a:r>
            <a:endParaRPr sz="2600"/>
          </a:p>
        </p:txBody>
      </p:sp>
      <p:sp>
        <p:nvSpPr>
          <p:cNvPr id="1579" name="Google Shape;1579;p208"/>
          <p:cNvSpPr txBox="1"/>
          <p:nvPr>
            <p:ph idx="1" type="subTitle"/>
          </p:nvPr>
        </p:nvSpPr>
        <p:spPr>
          <a:xfrm>
            <a:off x="0" y="675975"/>
            <a:ext cx="3677700" cy="3152400"/>
          </a:xfrm>
          <a:prstGeom prst="rect">
            <a:avLst/>
          </a:prstGeom>
        </p:spPr>
        <p:txBody>
          <a:bodyPr anchorCtr="0" anchor="t" bIns="0" lIns="457200" spcFirstLastPara="1" rIns="457200" wrap="square" tIns="91425">
            <a:noAutofit/>
          </a:bodyPr>
          <a:lstStyle/>
          <a:p>
            <a:pPr indent="0" lvl="0" marL="0" rtl="0" algn="l">
              <a:lnSpc>
                <a:spcPct val="115000"/>
              </a:lnSpc>
              <a:spcBef>
                <a:spcPts val="0"/>
              </a:spcBef>
              <a:spcAft>
                <a:spcPts val="800"/>
              </a:spcAft>
              <a:buNone/>
            </a:pPr>
            <a:r>
              <a:rPr lang="en"/>
              <a:t>Having a certification can help a cyber professional acquire a new position, receive a promotion, and attain networking opportunities with professionals who have similar certifications.</a:t>
            </a:r>
            <a:endParaRPr/>
          </a:p>
        </p:txBody>
      </p:sp>
      <p:sp>
        <p:nvSpPr>
          <p:cNvPr id="1580" name="Google Shape;1580;p208"/>
          <p:cNvSpPr/>
          <p:nvPr/>
        </p:nvSpPr>
        <p:spPr>
          <a:xfrm>
            <a:off x="4305300" y="3828225"/>
            <a:ext cx="1057200" cy="105600"/>
          </a:xfrm>
          <a:prstGeom prst="rect">
            <a:avLst/>
          </a:prstGeom>
          <a:solidFill>
            <a:srgbClr val="FFFFFF"/>
          </a:solid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900"/>
              <a:t>Date Here</a:t>
            </a:r>
            <a:endParaRPr sz="900"/>
          </a:p>
        </p:txBody>
      </p:sp>
      <p:grpSp>
        <p:nvGrpSpPr>
          <p:cNvPr id="1581" name="Google Shape;1581;p208"/>
          <p:cNvGrpSpPr/>
          <p:nvPr/>
        </p:nvGrpSpPr>
        <p:grpSpPr>
          <a:xfrm>
            <a:off x="3727058" y="769095"/>
            <a:ext cx="5142628" cy="3906042"/>
            <a:chOff x="3819550" y="964575"/>
            <a:chExt cx="4701616" cy="3571075"/>
          </a:xfrm>
        </p:grpSpPr>
        <p:pic>
          <p:nvPicPr>
            <p:cNvPr id="1582" name="Google Shape;1582;p208"/>
            <p:cNvPicPr preferRelativeResize="0"/>
            <p:nvPr/>
          </p:nvPicPr>
          <p:blipFill rotWithShape="1">
            <a:blip r:embed="rId3">
              <a:alphaModFix/>
            </a:blip>
            <a:srcRect b="0" l="0" r="0" t="0"/>
            <a:stretch/>
          </p:blipFill>
          <p:spPr>
            <a:xfrm>
              <a:off x="3819550" y="964575"/>
              <a:ext cx="4701616" cy="3571075"/>
            </a:xfrm>
            <a:prstGeom prst="rect">
              <a:avLst/>
            </a:prstGeom>
            <a:noFill/>
            <a:ln>
              <a:noFill/>
            </a:ln>
            <a:effectLst>
              <a:outerShdw blurRad="57150" rotWithShape="0" algn="bl" dir="5400000" dist="19050">
                <a:srgbClr val="000000">
                  <a:alpha val="50000"/>
                </a:srgbClr>
              </a:outerShdw>
            </a:effectLst>
          </p:spPr>
        </p:pic>
        <p:sp>
          <p:nvSpPr>
            <p:cNvPr id="1583" name="Google Shape;1583;p208"/>
            <p:cNvSpPr/>
            <p:nvPr/>
          </p:nvSpPr>
          <p:spPr>
            <a:xfrm>
              <a:off x="5200650" y="2524125"/>
              <a:ext cx="1943100" cy="26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Name</a:t>
              </a:r>
              <a:r>
                <a:rPr lang="en"/>
                <a:t> Here</a:t>
              </a:r>
              <a:endParaRPr/>
            </a:p>
          </p:txBody>
        </p:sp>
        <p:sp>
          <p:nvSpPr>
            <p:cNvPr id="1584" name="Google Shape;1584;p208"/>
            <p:cNvSpPr/>
            <p:nvPr/>
          </p:nvSpPr>
          <p:spPr>
            <a:xfrm>
              <a:off x="4714875" y="3133725"/>
              <a:ext cx="2952900" cy="26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5" name="Google Shape;1585;p208"/>
            <p:cNvSpPr/>
            <p:nvPr/>
          </p:nvSpPr>
          <p:spPr>
            <a:xfrm>
              <a:off x="6535807" y="3828220"/>
              <a:ext cx="1423800" cy="105600"/>
            </a:xfrm>
            <a:prstGeom prst="rect">
              <a:avLst/>
            </a:prstGeom>
            <a:solidFill>
              <a:srgbClr val="FFFFFF"/>
            </a:solid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900"/>
                <a:t>First Name, Last Name</a:t>
              </a:r>
              <a:endParaRPr sz="900"/>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209"/>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Splunk offers several certifications of varying skills.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94" name="Shape 1594"/>
        <p:cNvGrpSpPr/>
        <p:nvPr/>
      </p:nvGrpSpPr>
      <p:grpSpPr>
        <a:xfrm>
          <a:off x="0" y="0"/>
          <a:ext cx="0" cy="0"/>
          <a:chOff x="0" y="0"/>
          <a:chExt cx="0" cy="0"/>
        </a:xfrm>
      </p:grpSpPr>
      <p:sp>
        <p:nvSpPr>
          <p:cNvPr id="1595" name="Google Shape;1595;p210"/>
          <p:cNvSpPr txBox="1"/>
          <p:nvPr>
            <p:ph idx="3" type="body"/>
          </p:nvPr>
        </p:nvSpPr>
        <p:spPr>
          <a:xfrm>
            <a:off x="257175" y="2609650"/>
            <a:ext cx="2643300" cy="263400"/>
          </a:xfrm>
          <a:prstGeom prst="rect">
            <a:avLst/>
          </a:prstGeom>
        </p:spPr>
        <p:txBody>
          <a:bodyPr anchorCtr="0" anchor="t" bIns="0" lIns="182875" spcFirstLastPara="1" rIns="0" wrap="square" tIns="0">
            <a:noAutofit/>
          </a:bodyPr>
          <a:lstStyle/>
          <a:p>
            <a:pPr indent="0" lvl="0" marL="0" rtl="0" algn="l">
              <a:spcBef>
                <a:spcPts val="0"/>
              </a:spcBef>
              <a:spcAft>
                <a:spcPts val="1000"/>
              </a:spcAft>
              <a:buNone/>
            </a:pPr>
            <a:r>
              <a:rPr b="1" lang="en"/>
              <a:t>Splunk</a:t>
            </a:r>
            <a:r>
              <a:rPr b="1" lang="en"/>
              <a:t> Core </a:t>
            </a:r>
            <a:br>
              <a:rPr b="1" lang="en"/>
            </a:br>
            <a:r>
              <a:rPr b="1" lang="en"/>
              <a:t>Certified User</a:t>
            </a:r>
            <a:endParaRPr/>
          </a:p>
        </p:txBody>
      </p:sp>
      <p:sp>
        <p:nvSpPr>
          <p:cNvPr id="1596" name="Google Shape;1596;p210"/>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Splunk Certifications</a:t>
            </a:r>
            <a:endParaRPr sz="2600"/>
          </a:p>
        </p:txBody>
      </p:sp>
      <p:sp>
        <p:nvSpPr>
          <p:cNvPr id="1597" name="Google Shape;1597;p210"/>
          <p:cNvSpPr txBox="1"/>
          <p:nvPr>
            <p:ph idx="1" type="subTitle"/>
          </p:nvPr>
        </p:nvSpPr>
        <p:spPr>
          <a:xfrm>
            <a:off x="0" y="5997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Splunk offers many certifications for a variety of skill levels:</a:t>
            </a:r>
            <a:endParaRPr/>
          </a:p>
        </p:txBody>
      </p:sp>
      <p:grpSp>
        <p:nvGrpSpPr>
          <p:cNvPr id="1598" name="Google Shape;1598;p210"/>
          <p:cNvGrpSpPr/>
          <p:nvPr/>
        </p:nvGrpSpPr>
        <p:grpSpPr>
          <a:xfrm>
            <a:off x="457200" y="1333300"/>
            <a:ext cx="6945821" cy="1034350"/>
            <a:chOff x="457200" y="1333300"/>
            <a:chExt cx="6945821" cy="1034350"/>
          </a:xfrm>
        </p:grpSpPr>
        <p:pic>
          <p:nvPicPr>
            <p:cNvPr id="1599" name="Google Shape;1599;p210"/>
            <p:cNvPicPr preferRelativeResize="0"/>
            <p:nvPr/>
          </p:nvPicPr>
          <p:blipFill>
            <a:blip r:embed="rId3">
              <a:alphaModFix/>
            </a:blip>
            <a:stretch>
              <a:fillRect/>
            </a:stretch>
          </p:blipFill>
          <p:spPr>
            <a:xfrm>
              <a:off x="457200" y="1333300"/>
              <a:ext cx="1034351" cy="1034349"/>
            </a:xfrm>
            <a:prstGeom prst="rect">
              <a:avLst/>
            </a:prstGeom>
            <a:noFill/>
            <a:ln>
              <a:noFill/>
            </a:ln>
          </p:spPr>
        </p:pic>
        <p:pic>
          <p:nvPicPr>
            <p:cNvPr id="1600" name="Google Shape;1600;p210"/>
            <p:cNvPicPr preferRelativeResize="0"/>
            <p:nvPr/>
          </p:nvPicPr>
          <p:blipFill>
            <a:blip r:embed="rId4">
              <a:alphaModFix/>
            </a:blip>
            <a:stretch>
              <a:fillRect/>
            </a:stretch>
          </p:blipFill>
          <p:spPr>
            <a:xfrm>
              <a:off x="3456473" y="1333301"/>
              <a:ext cx="1034350" cy="1034349"/>
            </a:xfrm>
            <a:prstGeom prst="rect">
              <a:avLst/>
            </a:prstGeom>
            <a:noFill/>
            <a:ln>
              <a:noFill/>
            </a:ln>
          </p:spPr>
        </p:pic>
        <p:pic>
          <p:nvPicPr>
            <p:cNvPr id="1601" name="Google Shape;1601;p210"/>
            <p:cNvPicPr preferRelativeResize="0"/>
            <p:nvPr/>
          </p:nvPicPr>
          <p:blipFill>
            <a:blip r:embed="rId5">
              <a:alphaModFix/>
            </a:blip>
            <a:stretch>
              <a:fillRect/>
            </a:stretch>
          </p:blipFill>
          <p:spPr>
            <a:xfrm>
              <a:off x="6368670" y="1333300"/>
              <a:ext cx="1034350" cy="1034349"/>
            </a:xfrm>
            <a:prstGeom prst="rect">
              <a:avLst/>
            </a:prstGeom>
            <a:noFill/>
            <a:ln>
              <a:noFill/>
            </a:ln>
          </p:spPr>
        </p:pic>
      </p:grpSp>
      <p:sp>
        <p:nvSpPr>
          <p:cNvPr id="1602" name="Google Shape;1602;p210"/>
          <p:cNvSpPr txBox="1"/>
          <p:nvPr>
            <p:ph idx="3" type="body"/>
          </p:nvPr>
        </p:nvSpPr>
        <p:spPr>
          <a:xfrm>
            <a:off x="257175" y="3327250"/>
            <a:ext cx="2643300" cy="1135200"/>
          </a:xfrm>
          <a:prstGeom prst="rect">
            <a:avLst/>
          </a:prstGeom>
        </p:spPr>
        <p:txBody>
          <a:bodyPr anchorCtr="0" anchor="t" bIns="0" lIns="182875" spcFirstLastPara="1" rIns="0" wrap="square" tIns="0">
            <a:noAutofit/>
          </a:bodyPr>
          <a:lstStyle/>
          <a:p>
            <a:pPr indent="0" lvl="0" marL="0" rtl="0" algn="l">
              <a:spcBef>
                <a:spcPts val="0"/>
              </a:spcBef>
              <a:spcAft>
                <a:spcPts val="0"/>
              </a:spcAft>
              <a:buNone/>
            </a:pPr>
            <a:r>
              <a:rPr lang="en" sz="1500"/>
              <a:t>Entry-level certification </a:t>
            </a:r>
            <a:br>
              <a:rPr lang="en" sz="1500"/>
            </a:br>
            <a:r>
              <a:rPr lang="en" sz="1500"/>
              <a:t>that demonstrates a user’s basic ability to use the </a:t>
            </a:r>
            <a:br>
              <a:rPr lang="en" sz="1500"/>
            </a:br>
            <a:r>
              <a:rPr lang="en" sz="1500"/>
              <a:t>Splunk software</a:t>
            </a:r>
            <a:endParaRPr sz="1500"/>
          </a:p>
        </p:txBody>
      </p:sp>
      <p:sp>
        <p:nvSpPr>
          <p:cNvPr id="1603" name="Google Shape;1603;p210"/>
          <p:cNvSpPr txBox="1"/>
          <p:nvPr>
            <p:ph idx="2" type="subTitle"/>
          </p:nvPr>
        </p:nvSpPr>
        <p:spPr>
          <a:xfrm>
            <a:off x="3219450" y="2609650"/>
            <a:ext cx="2643300" cy="263400"/>
          </a:xfrm>
          <a:prstGeom prst="rect">
            <a:avLst/>
          </a:prstGeom>
        </p:spPr>
        <p:txBody>
          <a:bodyPr anchorCtr="0" anchor="t" bIns="0" lIns="182875" spcFirstLastPara="1" rIns="0" wrap="square" tIns="0">
            <a:noAutofit/>
          </a:bodyPr>
          <a:lstStyle/>
          <a:p>
            <a:pPr indent="0" lvl="0" marL="0" rtl="0" algn="l">
              <a:spcBef>
                <a:spcPts val="0"/>
              </a:spcBef>
              <a:spcAft>
                <a:spcPts val="1000"/>
              </a:spcAft>
              <a:buNone/>
            </a:pPr>
            <a:r>
              <a:rPr b="1" lang="en" sz="1800"/>
              <a:t>Splunk Core Certified </a:t>
            </a:r>
            <a:br>
              <a:rPr b="1" lang="en" sz="1800"/>
            </a:br>
            <a:r>
              <a:rPr b="1" lang="en" sz="1800"/>
              <a:t>Power User</a:t>
            </a:r>
            <a:endParaRPr sz="1800"/>
          </a:p>
        </p:txBody>
      </p:sp>
      <p:sp>
        <p:nvSpPr>
          <p:cNvPr id="1604" name="Google Shape;1604;p210"/>
          <p:cNvSpPr txBox="1"/>
          <p:nvPr>
            <p:ph idx="3" type="body"/>
          </p:nvPr>
        </p:nvSpPr>
        <p:spPr>
          <a:xfrm>
            <a:off x="3219450" y="3327250"/>
            <a:ext cx="2643300" cy="1135200"/>
          </a:xfrm>
          <a:prstGeom prst="rect">
            <a:avLst/>
          </a:prstGeom>
        </p:spPr>
        <p:txBody>
          <a:bodyPr anchorCtr="0" anchor="t" bIns="0" lIns="182875" spcFirstLastPara="1" rIns="0" wrap="square" tIns="0">
            <a:noAutofit/>
          </a:bodyPr>
          <a:lstStyle/>
          <a:p>
            <a:pPr indent="0" lvl="0" marL="0" rtl="0" algn="l">
              <a:spcBef>
                <a:spcPts val="0"/>
              </a:spcBef>
              <a:spcAft>
                <a:spcPts val="0"/>
              </a:spcAft>
              <a:buNone/>
            </a:pPr>
            <a:r>
              <a:rPr lang="en" sz="1500"/>
              <a:t>Demonstrates a user’s foundational skills with Splunk’s core software, plus more complex skills, such as creating calculated fields and data models</a:t>
            </a:r>
            <a:endParaRPr sz="1500"/>
          </a:p>
          <a:p>
            <a:pPr indent="0" lvl="0" marL="0" rtl="0" algn="l">
              <a:spcBef>
                <a:spcPts val="0"/>
              </a:spcBef>
              <a:spcAft>
                <a:spcPts val="0"/>
              </a:spcAft>
              <a:buNone/>
            </a:pPr>
            <a:r>
              <a:t/>
            </a:r>
            <a:endParaRPr sz="1500"/>
          </a:p>
        </p:txBody>
      </p:sp>
      <p:sp>
        <p:nvSpPr>
          <p:cNvPr id="1605" name="Google Shape;1605;p210"/>
          <p:cNvSpPr txBox="1"/>
          <p:nvPr>
            <p:ph idx="3" type="body"/>
          </p:nvPr>
        </p:nvSpPr>
        <p:spPr>
          <a:xfrm>
            <a:off x="6181725" y="2609650"/>
            <a:ext cx="2643300" cy="263400"/>
          </a:xfrm>
          <a:prstGeom prst="rect">
            <a:avLst/>
          </a:prstGeom>
        </p:spPr>
        <p:txBody>
          <a:bodyPr anchorCtr="0" anchor="t" bIns="0" lIns="182875" spcFirstLastPara="1" rIns="0" wrap="square" tIns="0">
            <a:noAutofit/>
          </a:bodyPr>
          <a:lstStyle/>
          <a:p>
            <a:pPr indent="0" lvl="0" marL="0" rtl="0" algn="l">
              <a:spcBef>
                <a:spcPts val="0"/>
              </a:spcBef>
              <a:spcAft>
                <a:spcPts val="1000"/>
              </a:spcAft>
              <a:buNone/>
            </a:pPr>
            <a:r>
              <a:rPr b="1" lang="en"/>
              <a:t>Splunk Core Certified Advanced Power User</a:t>
            </a:r>
            <a:endParaRPr/>
          </a:p>
        </p:txBody>
      </p:sp>
      <p:sp>
        <p:nvSpPr>
          <p:cNvPr id="1606" name="Google Shape;1606;p210"/>
          <p:cNvSpPr txBox="1"/>
          <p:nvPr>
            <p:ph idx="3" type="body"/>
          </p:nvPr>
        </p:nvSpPr>
        <p:spPr>
          <a:xfrm>
            <a:off x="6181725" y="3327250"/>
            <a:ext cx="2643300" cy="1135200"/>
          </a:xfrm>
          <a:prstGeom prst="rect">
            <a:avLst/>
          </a:prstGeom>
        </p:spPr>
        <p:txBody>
          <a:bodyPr anchorCtr="0" anchor="t" bIns="0" lIns="182875" spcFirstLastPara="1" rIns="0" wrap="square" tIns="0">
            <a:noAutofit/>
          </a:bodyPr>
          <a:lstStyle/>
          <a:p>
            <a:pPr indent="0" lvl="0" marL="0" rtl="0" algn="l">
              <a:spcBef>
                <a:spcPts val="0"/>
              </a:spcBef>
              <a:spcAft>
                <a:spcPts val="0"/>
              </a:spcAft>
              <a:buNone/>
            </a:pPr>
            <a:r>
              <a:rPr lang="en" sz="1500"/>
              <a:t>Demonstrates a user’s capability to design reports, complicated searches, </a:t>
            </a:r>
            <a:br>
              <a:rPr lang="en" sz="1500"/>
            </a:br>
            <a:r>
              <a:rPr lang="en" sz="1500"/>
              <a:t>and dashboards</a:t>
            </a:r>
            <a:endParaRPr sz="1500"/>
          </a:p>
          <a:p>
            <a:pPr indent="0" lvl="0" marL="0" rtl="0" algn="l">
              <a:spcBef>
                <a:spcPts val="0"/>
              </a:spcBef>
              <a:spcAft>
                <a:spcPts val="0"/>
              </a:spcAft>
              <a:buNone/>
            </a:pPr>
            <a:r>
              <a:t/>
            </a:r>
            <a:endParaRPr sz="1500"/>
          </a:p>
        </p:txBody>
      </p:sp>
      <p:pic>
        <p:nvPicPr>
          <p:cNvPr id="1607" name="Google Shape;1607;p210"/>
          <p:cNvPicPr preferRelativeResize="0"/>
          <p:nvPr/>
        </p:nvPicPr>
        <p:blipFill>
          <a:blip r:embed="rId6">
            <a:alphaModFix/>
          </a:blip>
          <a:stretch>
            <a:fillRect/>
          </a:stretch>
        </p:blipFill>
        <p:spPr>
          <a:xfrm>
            <a:off x="2602175" y="1128950"/>
            <a:ext cx="827450" cy="3756926"/>
          </a:xfrm>
          <a:prstGeom prst="rect">
            <a:avLst/>
          </a:prstGeom>
          <a:noFill/>
          <a:ln>
            <a:noFill/>
          </a:ln>
        </p:spPr>
      </p:pic>
      <p:pic>
        <p:nvPicPr>
          <p:cNvPr id="1608" name="Google Shape;1608;p210"/>
          <p:cNvPicPr preferRelativeResize="0"/>
          <p:nvPr/>
        </p:nvPicPr>
        <p:blipFill>
          <a:blip r:embed="rId6">
            <a:alphaModFix/>
          </a:blip>
          <a:stretch>
            <a:fillRect/>
          </a:stretch>
        </p:blipFill>
        <p:spPr>
          <a:xfrm>
            <a:off x="5613675" y="1128950"/>
            <a:ext cx="827450" cy="37569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12" name="Shape 1612"/>
        <p:cNvGrpSpPr/>
        <p:nvPr/>
      </p:nvGrpSpPr>
      <p:grpSpPr>
        <a:xfrm>
          <a:off x="0" y="0"/>
          <a:ext cx="0" cy="0"/>
          <a:chOff x="0" y="0"/>
          <a:chExt cx="0" cy="0"/>
        </a:xfrm>
      </p:grpSpPr>
      <p:sp>
        <p:nvSpPr>
          <p:cNvPr id="1613" name="Google Shape;1613;p211"/>
          <p:cNvSpPr txBox="1"/>
          <p:nvPr>
            <p:ph idx="3" type="body"/>
          </p:nvPr>
        </p:nvSpPr>
        <p:spPr>
          <a:xfrm>
            <a:off x="257175" y="2609650"/>
            <a:ext cx="2643300" cy="263400"/>
          </a:xfrm>
          <a:prstGeom prst="rect">
            <a:avLst/>
          </a:prstGeom>
        </p:spPr>
        <p:txBody>
          <a:bodyPr anchorCtr="0" anchor="t" bIns="0" lIns="182875" spcFirstLastPara="1" rIns="0" wrap="square" tIns="0">
            <a:noAutofit/>
          </a:bodyPr>
          <a:lstStyle/>
          <a:p>
            <a:pPr indent="0" lvl="0" marL="0" rtl="0" algn="l">
              <a:spcBef>
                <a:spcPts val="0"/>
              </a:spcBef>
              <a:spcAft>
                <a:spcPts val="1000"/>
              </a:spcAft>
              <a:buNone/>
            </a:pPr>
            <a:r>
              <a:rPr b="1" lang="en"/>
              <a:t>Splunk Enterprise </a:t>
            </a:r>
            <a:br>
              <a:rPr b="1" lang="en"/>
            </a:br>
            <a:r>
              <a:rPr b="1" lang="en"/>
              <a:t>Certified Admin</a:t>
            </a:r>
            <a:endParaRPr/>
          </a:p>
        </p:txBody>
      </p:sp>
      <p:sp>
        <p:nvSpPr>
          <p:cNvPr id="1614" name="Google Shape;1614;p21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Splunk Certifications</a:t>
            </a:r>
            <a:endParaRPr sz="2600"/>
          </a:p>
        </p:txBody>
      </p:sp>
      <p:sp>
        <p:nvSpPr>
          <p:cNvPr id="1615" name="Google Shape;1615;p211"/>
          <p:cNvSpPr txBox="1"/>
          <p:nvPr>
            <p:ph idx="1" type="subTitle"/>
          </p:nvPr>
        </p:nvSpPr>
        <p:spPr>
          <a:xfrm>
            <a:off x="0" y="5997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Splunk offers many certifications, for a variety of skill levels.</a:t>
            </a:r>
            <a:endParaRPr/>
          </a:p>
        </p:txBody>
      </p:sp>
      <p:sp>
        <p:nvSpPr>
          <p:cNvPr id="1616" name="Google Shape;1616;p211"/>
          <p:cNvSpPr txBox="1"/>
          <p:nvPr>
            <p:ph idx="3" type="body"/>
          </p:nvPr>
        </p:nvSpPr>
        <p:spPr>
          <a:xfrm>
            <a:off x="257175" y="3327250"/>
            <a:ext cx="2643300" cy="1135200"/>
          </a:xfrm>
          <a:prstGeom prst="rect">
            <a:avLst/>
          </a:prstGeom>
        </p:spPr>
        <p:txBody>
          <a:bodyPr anchorCtr="0" anchor="t" bIns="0" lIns="182875" spcFirstLastPara="1" rIns="0" wrap="square" tIns="0">
            <a:noAutofit/>
          </a:bodyPr>
          <a:lstStyle/>
          <a:p>
            <a:pPr indent="0" lvl="0" marL="0" rtl="0" algn="l">
              <a:spcBef>
                <a:spcPts val="0"/>
              </a:spcBef>
              <a:spcAft>
                <a:spcPts val="0"/>
              </a:spcAft>
              <a:buNone/>
            </a:pPr>
            <a:r>
              <a:rPr lang="en" sz="1500"/>
              <a:t>Focuses on an individual’s ability to support daily administrative tasks using Splunk ES</a:t>
            </a:r>
            <a:endParaRPr sz="1500"/>
          </a:p>
        </p:txBody>
      </p:sp>
      <p:sp>
        <p:nvSpPr>
          <p:cNvPr id="1617" name="Google Shape;1617;p211"/>
          <p:cNvSpPr txBox="1"/>
          <p:nvPr>
            <p:ph idx="2" type="subTitle"/>
          </p:nvPr>
        </p:nvSpPr>
        <p:spPr>
          <a:xfrm>
            <a:off x="3219450" y="2609650"/>
            <a:ext cx="2643300" cy="263400"/>
          </a:xfrm>
          <a:prstGeom prst="rect">
            <a:avLst/>
          </a:prstGeom>
        </p:spPr>
        <p:txBody>
          <a:bodyPr anchorCtr="0" anchor="t" bIns="0" lIns="182875" spcFirstLastPara="1" rIns="0" wrap="square" tIns="0">
            <a:noAutofit/>
          </a:bodyPr>
          <a:lstStyle/>
          <a:p>
            <a:pPr indent="0" lvl="0" marL="0" rtl="0" algn="l">
              <a:spcBef>
                <a:spcPts val="0"/>
              </a:spcBef>
              <a:spcAft>
                <a:spcPts val="1000"/>
              </a:spcAft>
              <a:buNone/>
            </a:pPr>
            <a:r>
              <a:rPr b="1" lang="en" sz="1800"/>
              <a:t>Splunk Enterprise </a:t>
            </a:r>
            <a:br>
              <a:rPr b="1" lang="en" sz="1800"/>
            </a:br>
            <a:r>
              <a:rPr b="1" lang="en" sz="1800"/>
              <a:t>Certified Architect</a:t>
            </a:r>
            <a:endParaRPr sz="1800"/>
          </a:p>
        </p:txBody>
      </p:sp>
      <p:sp>
        <p:nvSpPr>
          <p:cNvPr id="1618" name="Google Shape;1618;p211"/>
          <p:cNvSpPr txBox="1"/>
          <p:nvPr>
            <p:ph idx="3" type="body"/>
          </p:nvPr>
        </p:nvSpPr>
        <p:spPr>
          <a:xfrm>
            <a:off x="3219450" y="3327250"/>
            <a:ext cx="2643300" cy="1135200"/>
          </a:xfrm>
          <a:prstGeom prst="rect">
            <a:avLst/>
          </a:prstGeom>
        </p:spPr>
        <p:txBody>
          <a:bodyPr anchorCtr="0" anchor="t" bIns="0" lIns="182875" spcFirstLastPara="1" rIns="0" wrap="square" tIns="0">
            <a:noAutofit/>
          </a:bodyPr>
          <a:lstStyle/>
          <a:p>
            <a:pPr indent="0" lvl="0" marL="0" rtl="0" algn="l">
              <a:spcBef>
                <a:spcPts val="0"/>
              </a:spcBef>
              <a:spcAft>
                <a:spcPts val="0"/>
              </a:spcAft>
              <a:buNone/>
            </a:pPr>
            <a:r>
              <a:rPr lang="en" sz="1500"/>
              <a:t>Focuses on a Splunk administrator’s role supporting advanced troubleshooting, configurations, and deployments in Splunk ES</a:t>
            </a:r>
            <a:endParaRPr sz="1500"/>
          </a:p>
        </p:txBody>
      </p:sp>
      <p:sp>
        <p:nvSpPr>
          <p:cNvPr id="1619" name="Google Shape;1619;p211"/>
          <p:cNvSpPr txBox="1"/>
          <p:nvPr>
            <p:ph idx="3" type="body"/>
          </p:nvPr>
        </p:nvSpPr>
        <p:spPr>
          <a:xfrm>
            <a:off x="6181725" y="2609650"/>
            <a:ext cx="2867100" cy="263400"/>
          </a:xfrm>
          <a:prstGeom prst="rect">
            <a:avLst/>
          </a:prstGeom>
        </p:spPr>
        <p:txBody>
          <a:bodyPr anchorCtr="0" anchor="t" bIns="0" lIns="182875" spcFirstLastPara="1" rIns="0" wrap="square" tIns="0">
            <a:noAutofit/>
          </a:bodyPr>
          <a:lstStyle/>
          <a:p>
            <a:pPr indent="0" lvl="0" marL="0" rtl="0" algn="l">
              <a:spcBef>
                <a:spcPts val="0"/>
              </a:spcBef>
              <a:spcAft>
                <a:spcPts val="1000"/>
              </a:spcAft>
              <a:buNone/>
            </a:pPr>
            <a:r>
              <a:rPr b="1" lang="en"/>
              <a:t>Splunk Enterprise </a:t>
            </a:r>
            <a:br>
              <a:rPr b="1" lang="en"/>
            </a:br>
            <a:r>
              <a:rPr b="1" lang="en"/>
              <a:t>Security Certified Admin</a:t>
            </a:r>
            <a:endParaRPr/>
          </a:p>
        </p:txBody>
      </p:sp>
      <p:sp>
        <p:nvSpPr>
          <p:cNvPr id="1620" name="Google Shape;1620;p211"/>
          <p:cNvSpPr txBox="1"/>
          <p:nvPr>
            <p:ph idx="3" type="body"/>
          </p:nvPr>
        </p:nvSpPr>
        <p:spPr>
          <a:xfrm>
            <a:off x="6181725" y="3327250"/>
            <a:ext cx="2819400" cy="1135200"/>
          </a:xfrm>
          <a:prstGeom prst="rect">
            <a:avLst/>
          </a:prstGeom>
        </p:spPr>
        <p:txBody>
          <a:bodyPr anchorCtr="0" anchor="t" bIns="0" lIns="182875" spcFirstLastPara="1" rIns="0" wrap="square" tIns="0">
            <a:noAutofit/>
          </a:bodyPr>
          <a:lstStyle/>
          <a:p>
            <a:pPr indent="0" lvl="0" marL="0" rtl="0" algn="l">
              <a:spcBef>
                <a:spcPts val="0"/>
              </a:spcBef>
              <a:spcAft>
                <a:spcPts val="0"/>
              </a:spcAft>
              <a:buNone/>
            </a:pPr>
            <a:r>
              <a:rPr lang="en" sz="1500"/>
              <a:t>Focuses on a Splunk administrator’s role to support installation, advanced troubleshooting, configurations, and deployments in Splunk ES</a:t>
            </a:r>
            <a:endParaRPr sz="1500"/>
          </a:p>
        </p:txBody>
      </p:sp>
      <p:pic>
        <p:nvPicPr>
          <p:cNvPr id="1621" name="Google Shape;1621;p211"/>
          <p:cNvPicPr preferRelativeResize="0"/>
          <p:nvPr/>
        </p:nvPicPr>
        <p:blipFill>
          <a:blip r:embed="rId3">
            <a:alphaModFix/>
          </a:blip>
          <a:stretch>
            <a:fillRect/>
          </a:stretch>
        </p:blipFill>
        <p:spPr>
          <a:xfrm>
            <a:off x="457199" y="1333300"/>
            <a:ext cx="1015740" cy="1015740"/>
          </a:xfrm>
          <a:prstGeom prst="rect">
            <a:avLst/>
          </a:prstGeom>
          <a:noFill/>
          <a:ln>
            <a:noFill/>
          </a:ln>
        </p:spPr>
      </p:pic>
      <p:pic>
        <p:nvPicPr>
          <p:cNvPr id="1622" name="Google Shape;1622;p211"/>
          <p:cNvPicPr preferRelativeResize="0"/>
          <p:nvPr/>
        </p:nvPicPr>
        <p:blipFill>
          <a:blip r:embed="rId4">
            <a:alphaModFix/>
          </a:blip>
          <a:stretch>
            <a:fillRect/>
          </a:stretch>
        </p:blipFill>
        <p:spPr>
          <a:xfrm>
            <a:off x="3465783" y="1333300"/>
            <a:ext cx="1015740" cy="1015740"/>
          </a:xfrm>
          <a:prstGeom prst="rect">
            <a:avLst/>
          </a:prstGeom>
          <a:noFill/>
          <a:ln>
            <a:noFill/>
          </a:ln>
        </p:spPr>
      </p:pic>
      <p:pic>
        <p:nvPicPr>
          <p:cNvPr id="1623" name="Google Shape;1623;p211"/>
          <p:cNvPicPr preferRelativeResize="0"/>
          <p:nvPr/>
        </p:nvPicPr>
        <p:blipFill>
          <a:blip r:embed="rId5">
            <a:alphaModFix/>
          </a:blip>
          <a:stretch>
            <a:fillRect/>
          </a:stretch>
        </p:blipFill>
        <p:spPr>
          <a:xfrm>
            <a:off x="6368670" y="1333300"/>
            <a:ext cx="1034349" cy="1034350"/>
          </a:xfrm>
          <a:prstGeom prst="rect">
            <a:avLst/>
          </a:prstGeom>
          <a:noFill/>
          <a:ln>
            <a:noFill/>
          </a:ln>
        </p:spPr>
      </p:pic>
      <p:pic>
        <p:nvPicPr>
          <p:cNvPr id="1624" name="Google Shape;1624;p211"/>
          <p:cNvPicPr preferRelativeResize="0"/>
          <p:nvPr/>
        </p:nvPicPr>
        <p:blipFill>
          <a:blip r:embed="rId6">
            <a:alphaModFix/>
          </a:blip>
          <a:stretch>
            <a:fillRect/>
          </a:stretch>
        </p:blipFill>
        <p:spPr>
          <a:xfrm>
            <a:off x="2602175" y="1128950"/>
            <a:ext cx="827450" cy="3756926"/>
          </a:xfrm>
          <a:prstGeom prst="rect">
            <a:avLst/>
          </a:prstGeom>
          <a:noFill/>
          <a:ln>
            <a:noFill/>
          </a:ln>
        </p:spPr>
      </p:pic>
      <p:pic>
        <p:nvPicPr>
          <p:cNvPr id="1625" name="Google Shape;1625;p211"/>
          <p:cNvPicPr preferRelativeResize="0"/>
          <p:nvPr/>
        </p:nvPicPr>
        <p:blipFill>
          <a:blip r:embed="rId6">
            <a:alphaModFix/>
          </a:blip>
          <a:stretch>
            <a:fillRect/>
          </a:stretch>
        </p:blipFill>
        <p:spPr>
          <a:xfrm>
            <a:off x="5613675" y="1128950"/>
            <a:ext cx="827450" cy="375692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29" name="Shape 1629"/>
        <p:cNvGrpSpPr/>
        <p:nvPr/>
      </p:nvGrpSpPr>
      <p:grpSpPr>
        <a:xfrm>
          <a:off x="0" y="0"/>
          <a:ext cx="0" cy="0"/>
          <a:chOff x="0" y="0"/>
          <a:chExt cx="0" cy="0"/>
        </a:xfrm>
      </p:grpSpPr>
      <p:sp>
        <p:nvSpPr>
          <p:cNvPr id="1630" name="Google Shape;1630;p21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Splunk Certifications</a:t>
            </a:r>
            <a:endParaRPr/>
          </a:p>
        </p:txBody>
      </p:sp>
      <p:sp>
        <p:nvSpPr>
          <p:cNvPr id="1631" name="Google Shape;1631;p212"/>
          <p:cNvSpPr txBox="1"/>
          <p:nvPr>
            <p:ph idx="1" type="subTitle"/>
          </p:nvPr>
        </p:nvSpPr>
        <p:spPr>
          <a:xfrm>
            <a:off x="0" y="675975"/>
            <a:ext cx="3727800" cy="14091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Like for many certifications </a:t>
            </a:r>
            <a:br>
              <a:rPr lang="en"/>
            </a:br>
            <a:r>
              <a:rPr lang="en"/>
              <a:t>in the InfoSec field, training for Splunk certifications is expensive. </a:t>
            </a:r>
            <a:endParaRPr/>
          </a:p>
        </p:txBody>
      </p:sp>
      <p:sp>
        <p:nvSpPr>
          <p:cNvPr id="1632" name="Google Shape;1632;p21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rPr lang="en" u="sng">
                <a:solidFill>
                  <a:schemeClr val="hlink"/>
                </a:solidFill>
                <a:hlinkClick r:id="rId3"/>
              </a:rPr>
              <a:t>(splunk.com)</a:t>
            </a:r>
            <a:endParaRPr/>
          </a:p>
        </p:txBody>
      </p:sp>
      <p:pic>
        <p:nvPicPr>
          <p:cNvPr id="1633" name="Google Shape;1633;p212"/>
          <p:cNvPicPr preferRelativeResize="0"/>
          <p:nvPr/>
        </p:nvPicPr>
        <p:blipFill>
          <a:blip r:embed="rId4">
            <a:alphaModFix/>
          </a:blip>
          <a:stretch>
            <a:fillRect/>
          </a:stretch>
        </p:blipFill>
        <p:spPr>
          <a:xfrm>
            <a:off x="3540225" y="-51500"/>
            <a:ext cx="5529815" cy="5195002"/>
          </a:xfrm>
          <a:prstGeom prst="rect">
            <a:avLst/>
          </a:prstGeom>
          <a:noFill/>
          <a:ln>
            <a:noFill/>
          </a:ln>
        </p:spPr>
      </p:pic>
      <p:sp>
        <p:nvSpPr>
          <p:cNvPr id="1634" name="Google Shape;1634;p212"/>
          <p:cNvSpPr/>
          <p:nvPr/>
        </p:nvSpPr>
        <p:spPr>
          <a:xfrm>
            <a:off x="711600" y="2008775"/>
            <a:ext cx="2615400" cy="2615400"/>
          </a:xfrm>
          <a:prstGeom prst="ellipse">
            <a:avLst/>
          </a:prstGeom>
          <a:solidFill>
            <a:schemeClr val="dk2"/>
          </a:solid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t/>
            </a:r>
            <a:endParaRPr>
              <a:solidFill>
                <a:srgbClr val="000000"/>
              </a:solidFill>
              <a:latin typeface="Roboto"/>
              <a:ea typeface="Roboto"/>
              <a:cs typeface="Roboto"/>
              <a:sym typeface="Roboto"/>
            </a:endParaRPr>
          </a:p>
        </p:txBody>
      </p:sp>
      <p:sp>
        <p:nvSpPr>
          <p:cNvPr id="1635" name="Google Shape;1635;p212"/>
          <p:cNvSpPr txBox="1"/>
          <p:nvPr/>
        </p:nvSpPr>
        <p:spPr>
          <a:xfrm>
            <a:off x="711600" y="2456867"/>
            <a:ext cx="2615400" cy="1668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800">
                <a:solidFill>
                  <a:schemeClr val="lt1"/>
                </a:solidFill>
                <a:latin typeface="Roboto"/>
                <a:ea typeface="Roboto"/>
                <a:cs typeface="Roboto"/>
                <a:sym typeface="Roboto"/>
              </a:rPr>
              <a:t>Fortunately, </a:t>
            </a:r>
            <a:br>
              <a:rPr lang="en" sz="1800">
                <a:solidFill>
                  <a:schemeClr val="lt1"/>
                </a:solidFill>
                <a:latin typeface="Roboto"/>
                <a:ea typeface="Roboto"/>
                <a:cs typeface="Roboto"/>
                <a:sym typeface="Roboto"/>
              </a:rPr>
            </a:br>
            <a:r>
              <a:rPr lang="en" sz="1800">
                <a:solidFill>
                  <a:schemeClr val="lt1"/>
                </a:solidFill>
                <a:latin typeface="Roboto"/>
                <a:ea typeface="Roboto"/>
                <a:cs typeface="Roboto"/>
                <a:sym typeface="Roboto"/>
              </a:rPr>
              <a:t>Splunk offers </a:t>
            </a:r>
            <a:br>
              <a:rPr lang="en" sz="1800">
                <a:solidFill>
                  <a:schemeClr val="lt1"/>
                </a:solidFill>
                <a:latin typeface="Roboto"/>
                <a:ea typeface="Roboto"/>
                <a:cs typeface="Roboto"/>
                <a:sym typeface="Roboto"/>
              </a:rPr>
            </a:br>
            <a:r>
              <a:rPr lang="en" sz="1800">
                <a:solidFill>
                  <a:schemeClr val="lt1"/>
                </a:solidFill>
                <a:latin typeface="Roboto"/>
                <a:ea typeface="Roboto"/>
                <a:cs typeface="Roboto"/>
                <a:sym typeface="Roboto"/>
              </a:rPr>
              <a:t>many single-subject </a:t>
            </a:r>
            <a:r>
              <a:rPr lang="en" sz="1800">
                <a:solidFill>
                  <a:schemeClr val="lt1"/>
                </a:solidFill>
                <a:latin typeface="Roboto"/>
                <a:ea typeface="Roboto"/>
                <a:cs typeface="Roboto"/>
                <a:sym typeface="Roboto"/>
              </a:rPr>
              <a:t>courses</a:t>
            </a:r>
            <a:r>
              <a:rPr lang="en" sz="1800">
                <a:solidFill>
                  <a:schemeClr val="lt1"/>
                </a:solidFill>
                <a:latin typeface="Roboto"/>
                <a:ea typeface="Roboto"/>
                <a:cs typeface="Roboto"/>
                <a:sym typeface="Roboto"/>
              </a:rPr>
              <a:t> for free.</a:t>
            </a:r>
            <a:endParaRPr sz="18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213"/>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60 Minutes</a:t>
            </a:r>
            <a:endParaRPr/>
          </a:p>
        </p:txBody>
      </p:sp>
      <p:sp>
        <p:nvSpPr>
          <p:cNvPr id="1641" name="Google Shape;1641;p213"/>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Splunk Certification</a:t>
            </a:r>
            <a:endParaRPr/>
          </a:p>
        </p:txBody>
      </p:sp>
      <p:sp>
        <p:nvSpPr>
          <p:cNvPr id="1642" name="Google Shape;1642;p213"/>
          <p:cNvSpPr txBox="1"/>
          <p:nvPr>
            <p:ph idx="3" type="body"/>
          </p:nvPr>
        </p:nvSpPr>
        <p:spPr>
          <a:xfrm>
            <a:off x="914400" y="1454400"/>
            <a:ext cx="7315200" cy="2913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you’ll register for a Splunk account and begin single-subject courses.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643" name="Google Shape;1643;p213"/>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51" name="Shape 1651"/>
        <p:cNvGrpSpPr/>
        <p:nvPr/>
      </p:nvGrpSpPr>
      <p:grpSpPr>
        <a:xfrm>
          <a:off x="0" y="0"/>
          <a:ext cx="0" cy="0"/>
          <a:chOff x="0" y="0"/>
          <a:chExt cx="0" cy="0"/>
        </a:xfrm>
      </p:grpSpPr>
      <p:sp>
        <p:nvSpPr>
          <p:cNvPr id="1652" name="Google Shape;1652;p215"/>
          <p:cNvSpPr txBox="1"/>
          <p:nvPr>
            <p:ph idx="4294967295" type="title"/>
          </p:nvPr>
        </p:nvSpPr>
        <p:spPr>
          <a:xfrm>
            <a:off x="-12300" y="0"/>
            <a:ext cx="9168600" cy="533700"/>
          </a:xfrm>
          <a:prstGeom prst="rect">
            <a:avLst/>
          </a:prstGeom>
          <a:noFill/>
          <a:ln>
            <a:noFill/>
          </a:ln>
        </p:spPr>
        <p:txBody>
          <a:bodyPr anchorCtr="0" anchor="t" bIns="91425" lIns="457200" spcFirstLastPara="1" rIns="274300" wrap="square" tIns="182875">
            <a:noAutofit/>
          </a:bodyPr>
          <a:lstStyle/>
          <a:p>
            <a:pPr indent="0" lvl="0" marL="0" rtl="0" algn="l">
              <a:spcBef>
                <a:spcPts val="0"/>
              </a:spcBef>
              <a:spcAft>
                <a:spcPts val="0"/>
              </a:spcAft>
              <a:buSzPts val="2400"/>
              <a:buNone/>
            </a:pPr>
            <a:r>
              <a:rPr lang="en"/>
              <a:t>Activity: Splunk Certifications</a:t>
            </a:r>
            <a:endParaRPr/>
          </a:p>
        </p:txBody>
      </p:sp>
      <p:sp>
        <p:nvSpPr>
          <p:cNvPr id="1653" name="Google Shape;1653;p215"/>
          <p:cNvSpPr txBox="1"/>
          <p:nvPr>
            <p:ph idx="4294967295" type="subTitle"/>
          </p:nvPr>
        </p:nvSpPr>
        <p:spPr>
          <a:xfrm>
            <a:off x="0" y="599775"/>
            <a:ext cx="9144000" cy="3648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t>Resources for taking the Core Certified User certification exam:</a:t>
            </a:r>
            <a:endParaRPr/>
          </a:p>
        </p:txBody>
      </p:sp>
      <p:sp>
        <p:nvSpPr>
          <p:cNvPr id="1654" name="Google Shape;1654;p215"/>
          <p:cNvSpPr/>
          <p:nvPr/>
        </p:nvSpPr>
        <p:spPr>
          <a:xfrm>
            <a:off x="1269606" y="1929832"/>
            <a:ext cx="3949200" cy="554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i="0" sz="1600" u="none" cap="none" strike="noStrike">
              <a:solidFill>
                <a:schemeClr val="dk2"/>
              </a:solidFill>
              <a:latin typeface="Roboto"/>
              <a:ea typeface="Roboto"/>
              <a:cs typeface="Roboto"/>
              <a:sym typeface="Roboto"/>
            </a:endParaRPr>
          </a:p>
        </p:txBody>
      </p:sp>
      <p:sp>
        <p:nvSpPr>
          <p:cNvPr id="1655" name="Google Shape;1655;p215"/>
          <p:cNvSpPr/>
          <p:nvPr/>
        </p:nvSpPr>
        <p:spPr>
          <a:xfrm>
            <a:off x="1269606" y="2676688"/>
            <a:ext cx="3949200" cy="554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Roboto"/>
              <a:ea typeface="Roboto"/>
              <a:cs typeface="Roboto"/>
              <a:sym typeface="Roboto"/>
            </a:endParaRPr>
          </a:p>
        </p:txBody>
      </p:sp>
      <p:sp>
        <p:nvSpPr>
          <p:cNvPr id="1656" name="Google Shape;1656;p215"/>
          <p:cNvSpPr/>
          <p:nvPr/>
        </p:nvSpPr>
        <p:spPr>
          <a:xfrm>
            <a:off x="1269606" y="3423545"/>
            <a:ext cx="3949200" cy="554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Roboto"/>
              <a:ea typeface="Roboto"/>
              <a:cs typeface="Roboto"/>
              <a:sym typeface="Roboto"/>
            </a:endParaRPr>
          </a:p>
        </p:txBody>
      </p:sp>
      <p:sp>
        <p:nvSpPr>
          <p:cNvPr id="1657" name="Google Shape;1657;p215"/>
          <p:cNvSpPr/>
          <p:nvPr/>
        </p:nvSpPr>
        <p:spPr>
          <a:xfrm>
            <a:off x="1276068" y="4170401"/>
            <a:ext cx="3949200" cy="554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2"/>
              </a:solidFill>
              <a:latin typeface="Roboto"/>
              <a:ea typeface="Roboto"/>
              <a:cs typeface="Roboto"/>
              <a:sym typeface="Roboto"/>
            </a:endParaRPr>
          </a:p>
        </p:txBody>
      </p:sp>
      <p:sp>
        <p:nvSpPr>
          <p:cNvPr id="1658" name="Google Shape;1658;p215"/>
          <p:cNvSpPr/>
          <p:nvPr/>
        </p:nvSpPr>
        <p:spPr>
          <a:xfrm>
            <a:off x="1269606" y="1188675"/>
            <a:ext cx="3949200" cy="554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i="0" sz="1600" u="none" cap="none" strike="noStrike">
              <a:solidFill>
                <a:schemeClr val="dk2"/>
              </a:solidFill>
              <a:latin typeface="Roboto"/>
              <a:ea typeface="Roboto"/>
              <a:cs typeface="Roboto"/>
              <a:sym typeface="Roboto"/>
            </a:endParaRPr>
          </a:p>
        </p:txBody>
      </p:sp>
      <p:sp>
        <p:nvSpPr>
          <p:cNvPr id="1659" name="Google Shape;1659;p215"/>
          <p:cNvSpPr txBox="1"/>
          <p:nvPr/>
        </p:nvSpPr>
        <p:spPr>
          <a:xfrm>
            <a:off x="1333804" y="1270301"/>
            <a:ext cx="4149300" cy="479100"/>
          </a:xfrm>
          <a:prstGeom prst="rect">
            <a:avLst/>
          </a:prstGeom>
          <a:noFill/>
          <a:ln>
            <a:noFill/>
          </a:ln>
        </p:spPr>
        <p:txBody>
          <a:bodyPr anchorCtr="0" anchor="t" bIns="91425" lIns="91425" spcFirstLastPara="1" rIns="91425" wrap="square" tIns="91425">
            <a:noAutofit/>
          </a:bodyPr>
          <a:lstStyle/>
          <a:p>
            <a:pPr indent="1558857" lvl="0" marL="0" rtl="0" algn="l">
              <a:spcBef>
                <a:spcPts val="0"/>
              </a:spcBef>
              <a:spcAft>
                <a:spcPts val="0"/>
              </a:spcAft>
              <a:buNone/>
            </a:pPr>
            <a:r>
              <a:rPr b="1" lang="en">
                <a:solidFill>
                  <a:schemeClr val="dk2"/>
                </a:solidFill>
                <a:latin typeface="Roboto"/>
                <a:ea typeface="Roboto"/>
                <a:cs typeface="Roboto"/>
                <a:sym typeface="Roboto"/>
              </a:rPr>
              <a:t>Splunk:</a:t>
            </a:r>
            <a:r>
              <a:rPr lang="en">
                <a:solidFill>
                  <a:schemeClr val="dk2"/>
                </a:solidFill>
                <a:latin typeface="Roboto Light"/>
                <a:ea typeface="Roboto Light"/>
                <a:cs typeface="Roboto Light"/>
                <a:sym typeface="Roboto Light"/>
              </a:rPr>
              <a:t> </a:t>
            </a:r>
            <a:r>
              <a:rPr lang="en" u="sng">
                <a:solidFill>
                  <a:schemeClr val="dk2"/>
                </a:solidFill>
                <a:latin typeface="Roboto"/>
                <a:ea typeface="Roboto"/>
                <a:cs typeface="Roboto"/>
                <a:sym typeface="Roboto"/>
                <a:hlinkClick r:id="rId3">
                  <a:extLst>
                    <a:ext uri="{A12FA001-AC4F-418D-AE19-62706E023703}">
                      <ahyp:hlinkClr val="tx"/>
                    </a:ext>
                  </a:extLst>
                </a:hlinkClick>
              </a:rPr>
              <a:t>Core Certified User certification</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Light"/>
              <a:ea typeface="Roboto Light"/>
              <a:cs typeface="Roboto Light"/>
              <a:sym typeface="Roboto Light"/>
            </a:endParaRPr>
          </a:p>
        </p:txBody>
      </p:sp>
      <p:sp>
        <p:nvSpPr>
          <p:cNvPr id="1660" name="Google Shape;1660;p215"/>
          <p:cNvSpPr txBox="1"/>
          <p:nvPr/>
        </p:nvSpPr>
        <p:spPr>
          <a:xfrm>
            <a:off x="1397904" y="2009800"/>
            <a:ext cx="4342800" cy="400200"/>
          </a:xfrm>
          <a:prstGeom prst="rect">
            <a:avLst/>
          </a:prstGeom>
          <a:noFill/>
          <a:ln>
            <a:noFill/>
          </a:ln>
        </p:spPr>
        <p:txBody>
          <a:bodyPr anchorCtr="0" anchor="t" bIns="91425" lIns="91425" spcFirstLastPara="1" rIns="91425" wrap="square" tIns="91425">
            <a:spAutoFit/>
          </a:bodyPr>
          <a:lstStyle/>
          <a:p>
            <a:pPr indent="1485900" lvl="0" marL="0" rtl="0" algn="l">
              <a:spcBef>
                <a:spcPts val="0"/>
              </a:spcBef>
              <a:spcAft>
                <a:spcPts val="0"/>
              </a:spcAft>
              <a:buNone/>
            </a:pPr>
            <a:r>
              <a:rPr b="1" lang="en">
                <a:solidFill>
                  <a:schemeClr val="dk2"/>
                </a:solidFill>
                <a:latin typeface="Roboto"/>
                <a:ea typeface="Roboto"/>
                <a:cs typeface="Roboto"/>
                <a:sym typeface="Roboto"/>
              </a:rPr>
              <a:t>Splunk:</a:t>
            </a:r>
            <a:r>
              <a:rPr b="1" lang="en">
                <a:solidFill>
                  <a:schemeClr val="dk2"/>
                </a:solidFill>
                <a:latin typeface="Roboto"/>
                <a:ea typeface="Roboto"/>
                <a:cs typeface="Roboto"/>
                <a:sym typeface="Roboto"/>
              </a:rPr>
              <a:t> </a:t>
            </a:r>
            <a:r>
              <a:rPr lang="en" u="sng">
                <a:solidFill>
                  <a:schemeClr val="dk2"/>
                </a:solidFill>
                <a:latin typeface="Roboto"/>
                <a:ea typeface="Roboto"/>
                <a:cs typeface="Roboto"/>
                <a:sym typeface="Roboto"/>
                <a:hlinkClick r:id="rId4">
                  <a:extLst>
                    <a:ext uri="{A12FA001-AC4F-418D-AE19-62706E023703}">
                      <ahyp:hlinkClr val="tx"/>
                    </a:ext>
                  </a:extLst>
                </a:hlinkClick>
              </a:rPr>
              <a:t>Journey to getting certified (video)</a:t>
            </a:r>
            <a:endParaRPr>
              <a:solidFill>
                <a:schemeClr val="dk2"/>
              </a:solidFill>
              <a:latin typeface="Roboto"/>
              <a:ea typeface="Roboto"/>
              <a:cs typeface="Roboto"/>
              <a:sym typeface="Roboto"/>
            </a:endParaRPr>
          </a:p>
        </p:txBody>
      </p:sp>
      <p:sp>
        <p:nvSpPr>
          <p:cNvPr id="1661" name="Google Shape;1661;p215"/>
          <p:cNvSpPr txBox="1"/>
          <p:nvPr>
            <p:ph idx="4294967295" type="subTitle"/>
          </p:nvPr>
        </p:nvSpPr>
        <p:spPr>
          <a:xfrm>
            <a:off x="1217955" y="3397300"/>
            <a:ext cx="3332100" cy="6069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SzPts val="1800"/>
              <a:buNone/>
            </a:pPr>
            <a:r>
              <a:rPr b="1" lang="en" sz="1400">
                <a:latin typeface="Roboto"/>
                <a:ea typeface="Roboto"/>
                <a:cs typeface="Roboto"/>
                <a:sym typeface="Roboto"/>
              </a:rPr>
              <a:t>Pearson VUE:</a:t>
            </a:r>
            <a:r>
              <a:rPr b="1" lang="en" sz="1400">
                <a:latin typeface="Roboto"/>
                <a:ea typeface="Roboto"/>
                <a:cs typeface="Roboto"/>
                <a:sym typeface="Roboto"/>
              </a:rPr>
              <a:t> </a:t>
            </a:r>
            <a:r>
              <a:rPr lang="en" sz="1400" u="sng">
                <a:hlinkClick r:id="rId5"/>
              </a:rPr>
              <a:t>Exam registration</a:t>
            </a:r>
            <a:endParaRPr sz="1400"/>
          </a:p>
        </p:txBody>
      </p:sp>
      <p:sp>
        <p:nvSpPr>
          <p:cNvPr id="1662" name="Google Shape;1662;p215"/>
          <p:cNvSpPr txBox="1"/>
          <p:nvPr>
            <p:ph idx="4294967295" type="subTitle"/>
          </p:nvPr>
        </p:nvSpPr>
        <p:spPr>
          <a:xfrm>
            <a:off x="1410004" y="2658699"/>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SzPts val="1800"/>
              <a:buNone/>
            </a:pPr>
            <a:r>
              <a:rPr b="1" lang="en" sz="1400">
                <a:latin typeface="Roboto"/>
                <a:ea typeface="Roboto"/>
                <a:cs typeface="Roboto"/>
                <a:sym typeface="Roboto"/>
              </a:rPr>
              <a:t>Splunk:</a:t>
            </a:r>
            <a:r>
              <a:rPr lang="en" sz="1400"/>
              <a:t> </a:t>
            </a:r>
            <a:r>
              <a:rPr lang="en" sz="1400" u="sng">
                <a:hlinkClick r:id="rId6"/>
              </a:rPr>
              <a:t>Exam registration tutorial</a:t>
            </a:r>
            <a:endParaRPr sz="1400"/>
          </a:p>
        </p:txBody>
      </p:sp>
      <p:sp>
        <p:nvSpPr>
          <p:cNvPr id="1663" name="Google Shape;1663;p215"/>
          <p:cNvSpPr txBox="1"/>
          <p:nvPr>
            <p:ph idx="4294967295" type="subTitle"/>
          </p:nvPr>
        </p:nvSpPr>
        <p:spPr>
          <a:xfrm>
            <a:off x="1397904" y="4154500"/>
            <a:ext cx="3082200" cy="6069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SzPts val="1800"/>
              <a:buNone/>
            </a:pPr>
            <a:r>
              <a:rPr b="1" lang="en" sz="1400">
                <a:latin typeface="Roboto"/>
                <a:ea typeface="Roboto"/>
                <a:cs typeface="Roboto"/>
                <a:sym typeface="Roboto"/>
              </a:rPr>
              <a:t>Splunk:</a:t>
            </a:r>
            <a:r>
              <a:rPr lang="en" sz="1400"/>
              <a:t> </a:t>
            </a:r>
            <a:r>
              <a:rPr lang="en" sz="1400" u="sng">
                <a:hlinkClick r:id="rId7"/>
              </a:rPr>
              <a:t>Certification study guide</a:t>
            </a:r>
            <a:endParaRPr sz="1400"/>
          </a:p>
        </p:txBody>
      </p:sp>
      <p:grpSp>
        <p:nvGrpSpPr>
          <p:cNvPr id="1664" name="Google Shape;1664;p215"/>
          <p:cNvGrpSpPr/>
          <p:nvPr/>
        </p:nvGrpSpPr>
        <p:grpSpPr>
          <a:xfrm>
            <a:off x="470769" y="1930971"/>
            <a:ext cx="693218" cy="554386"/>
            <a:chOff x="457200" y="1378813"/>
            <a:chExt cx="776889" cy="621300"/>
          </a:xfrm>
        </p:grpSpPr>
        <p:sp>
          <p:nvSpPr>
            <p:cNvPr id="1665" name="Google Shape;1665;p215"/>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1800">
                  <a:solidFill>
                    <a:schemeClr val="dk2"/>
                  </a:solidFill>
                  <a:latin typeface="Roboto Medium"/>
                  <a:ea typeface="Roboto Medium"/>
                  <a:cs typeface="Roboto Medium"/>
                  <a:sym typeface="Roboto Medium"/>
                </a:rPr>
                <a:t>2</a:t>
              </a:r>
              <a:endParaRPr i="0" sz="1800" u="none" cap="none" strike="noStrike">
                <a:solidFill>
                  <a:schemeClr val="dk2"/>
                </a:solidFill>
                <a:latin typeface="Roboto Medium"/>
                <a:ea typeface="Roboto Medium"/>
                <a:cs typeface="Roboto Medium"/>
                <a:sym typeface="Roboto Medium"/>
              </a:endParaRPr>
            </a:p>
          </p:txBody>
        </p:sp>
        <p:sp>
          <p:nvSpPr>
            <p:cNvPr id="1666" name="Google Shape;1666;p215"/>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1800" u="none" cap="none" strike="noStrike">
                <a:solidFill>
                  <a:schemeClr val="dk2"/>
                </a:solidFill>
                <a:latin typeface="Roboto Medium"/>
                <a:ea typeface="Roboto Medium"/>
                <a:cs typeface="Roboto Medium"/>
                <a:sym typeface="Roboto Medium"/>
              </a:endParaRPr>
            </a:p>
          </p:txBody>
        </p:sp>
      </p:grpSp>
      <p:grpSp>
        <p:nvGrpSpPr>
          <p:cNvPr id="1667" name="Google Shape;1667;p215"/>
          <p:cNvGrpSpPr/>
          <p:nvPr/>
        </p:nvGrpSpPr>
        <p:grpSpPr>
          <a:xfrm>
            <a:off x="470769" y="2678900"/>
            <a:ext cx="693218" cy="554386"/>
            <a:chOff x="457200" y="1378813"/>
            <a:chExt cx="776889" cy="621300"/>
          </a:xfrm>
        </p:grpSpPr>
        <p:sp>
          <p:nvSpPr>
            <p:cNvPr id="1668" name="Google Shape;1668;p215"/>
            <p:cNvSpPr/>
            <p:nvPr/>
          </p:nvSpPr>
          <p:spPr>
            <a:xfrm>
              <a:off x="457200" y="1378813"/>
              <a:ext cx="695400" cy="621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1800">
                  <a:solidFill>
                    <a:schemeClr val="lt2"/>
                  </a:solidFill>
                  <a:latin typeface="Roboto Medium"/>
                  <a:ea typeface="Roboto Medium"/>
                  <a:cs typeface="Roboto Medium"/>
                  <a:sym typeface="Roboto Medium"/>
                </a:rPr>
                <a:t>3</a:t>
              </a:r>
              <a:endParaRPr i="0" sz="1800" u="none" cap="none" strike="noStrike">
                <a:solidFill>
                  <a:schemeClr val="lt2"/>
                </a:solidFill>
                <a:latin typeface="Roboto Medium"/>
                <a:ea typeface="Roboto Medium"/>
                <a:cs typeface="Roboto Medium"/>
                <a:sym typeface="Roboto Medium"/>
              </a:endParaRPr>
            </a:p>
          </p:txBody>
        </p:sp>
        <p:sp>
          <p:nvSpPr>
            <p:cNvPr id="1669" name="Google Shape;1669;p215"/>
            <p:cNvSpPr/>
            <p:nvPr/>
          </p:nvSpPr>
          <p:spPr>
            <a:xfrm rot="5400000">
              <a:off x="969614" y="1607625"/>
              <a:ext cx="34032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1800" u="none" cap="none" strike="noStrike">
                <a:solidFill>
                  <a:schemeClr val="lt2"/>
                </a:solidFill>
                <a:latin typeface="Roboto Medium"/>
                <a:ea typeface="Roboto Medium"/>
                <a:cs typeface="Roboto Medium"/>
                <a:sym typeface="Roboto Medium"/>
              </a:endParaRPr>
            </a:p>
          </p:txBody>
        </p:sp>
      </p:grpSp>
      <p:grpSp>
        <p:nvGrpSpPr>
          <p:cNvPr id="1670" name="Google Shape;1670;p215"/>
          <p:cNvGrpSpPr/>
          <p:nvPr/>
        </p:nvGrpSpPr>
        <p:grpSpPr>
          <a:xfrm>
            <a:off x="470769" y="3426829"/>
            <a:ext cx="693218" cy="554386"/>
            <a:chOff x="457200" y="1378813"/>
            <a:chExt cx="776889" cy="621300"/>
          </a:xfrm>
        </p:grpSpPr>
        <p:sp>
          <p:nvSpPr>
            <p:cNvPr id="1671" name="Google Shape;1671;p215"/>
            <p:cNvSpPr/>
            <p:nvPr/>
          </p:nvSpPr>
          <p:spPr>
            <a:xfrm>
              <a:off x="457200" y="1378813"/>
              <a:ext cx="695400" cy="621300"/>
            </a:xfrm>
            <a:prstGeom prst="roundRect">
              <a:avLst>
                <a:gd fmla="val 16667" name="adj"/>
              </a:avLst>
            </a:prstGeom>
            <a:solidFill>
              <a:srgbClr val="005E7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1800">
                  <a:solidFill>
                    <a:schemeClr val="lt2"/>
                  </a:solidFill>
                  <a:latin typeface="Roboto Medium"/>
                  <a:ea typeface="Roboto Medium"/>
                  <a:cs typeface="Roboto Medium"/>
                  <a:sym typeface="Roboto Medium"/>
                </a:rPr>
                <a:t>4</a:t>
              </a:r>
              <a:endParaRPr i="0" sz="1800" u="none" cap="none" strike="noStrike">
                <a:solidFill>
                  <a:schemeClr val="lt2"/>
                </a:solidFill>
                <a:latin typeface="Roboto Medium"/>
                <a:ea typeface="Roboto Medium"/>
                <a:cs typeface="Roboto Medium"/>
                <a:sym typeface="Roboto Medium"/>
              </a:endParaRPr>
            </a:p>
          </p:txBody>
        </p:sp>
        <p:sp>
          <p:nvSpPr>
            <p:cNvPr id="1672" name="Google Shape;1672;p215"/>
            <p:cNvSpPr/>
            <p:nvPr/>
          </p:nvSpPr>
          <p:spPr>
            <a:xfrm rot="5400000">
              <a:off x="969614" y="1607625"/>
              <a:ext cx="340325" cy="188625"/>
            </a:xfrm>
            <a:prstGeom prst="flowChartExtract">
              <a:avLst/>
            </a:prstGeom>
            <a:solidFill>
              <a:srgbClr val="005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1800" u="none" cap="none" strike="noStrike">
                <a:solidFill>
                  <a:schemeClr val="lt2"/>
                </a:solidFill>
                <a:latin typeface="Roboto Medium"/>
                <a:ea typeface="Roboto Medium"/>
                <a:cs typeface="Roboto Medium"/>
                <a:sym typeface="Roboto Medium"/>
              </a:endParaRPr>
            </a:p>
          </p:txBody>
        </p:sp>
      </p:grpSp>
      <p:grpSp>
        <p:nvGrpSpPr>
          <p:cNvPr id="1673" name="Google Shape;1673;p215"/>
          <p:cNvGrpSpPr/>
          <p:nvPr/>
        </p:nvGrpSpPr>
        <p:grpSpPr>
          <a:xfrm>
            <a:off x="470769" y="1183041"/>
            <a:ext cx="693218" cy="554386"/>
            <a:chOff x="457200" y="1378813"/>
            <a:chExt cx="776889" cy="621300"/>
          </a:xfrm>
        </p:grpSpPr>
        <p:sp>
          <p:nvSpPr>
            <p:cNvPr id="1674" name="Google Shape;1674;p215"/>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1800">
                  <a:solidFill>
                    <a:schemeClr val="lt2"/>
                  </a:solidFill>
                  <a:latin typeface="Roboto Medium"/>
                  <a:ea typeface="Roboto Medium"/>
                  <a:cs typeface="Roboto Medium"/>
                  <a:sym typeface="Roboto Medium"/>
                </a:rPr>
                <a:t>1</a:t>
              </a:r>
              <a:endParaRPr i="0" sz="1800" u="none" cap="none" strike="noStrike">
                <a:solidFill>
                  <a:schemeClr val="lt2"/>
                </a:solidFill>
                <a:latin typeface="Roboto Medium"/>
                <a:ea typeface="Roboto Medium"/>
                <a:cs typeface="Roboto Medium"/>
                <a:sym typeface="Roboto Medium"/>
              </a:endParaRPr>
            </a:p>
          </p:txBody>
        </p:sp>
        <p:sp>
          <p:nvSpPr>
            <p:cNvPr id="1675" name="Google Shape;1675;p215"/>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800" u="none" cap="none" strike="noStrike">
                <a:solidFill>
                  <a:schemeClr val="lt2"/>
                </a:solidFill>
                <a:latin typeface="Roboto Medium"/>
                <a:ea typeface="Roboto Medium"/>
                <a:cs typeface="Roboto Medium"/>
                <a:sym typeface="Roboto Medium"/>
              </a:endParaRPr>
            </a:p>
          </p:txBody>
        </p:sp>
      </p:grpSp>
      <p:grpSp>
        <p:nvGrpSpPr>
          <p:cNvPr id="1676" name="Google Shape;1676;p215"/>
          <p:cNvGrpSpPr/>
          <p:nvPr/>
        </p:nvGrpSpPr>
        <p:grpSpPr>
          <a:xfrm>
            <a:off x="481743" y="4174758"/>
            <a:ext cx="693218" cy="554386"/>
            <a:chOff x="457200" y="1378813"/>
            <a:chExt cx="776889" cy="621300"/>
          </a:xfrm>
        </p:grpSpPr>
        <p:sp>
          <p:nvSpPr>
            <p:cNvPr id="1677" name="Google Shape;1677;p215"/>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lang="en" sz="1800">
                  <a:solidFill>
                    <a:schemeClr val="dk2"/>
                  </a:solidFill>
                  <a:latin typeface="Roboto Medium"/>
                  <a:ea typeface="Roboto Medium"/>
                  <a:cs typeface="Roboto Medium"/>
                  <a:sym typeface="Roboto Medium"/>
                </a:rPr>
                <a:t>5</a:t>
              </a:r>
              <a:endParaRPr i="0" sz="1800" u="none" cap="none" strike="noStrike">
                <a:solidFill>
                  <a:schemeClr val="dk2"/>
                </a:solidFill>
                <a:latin typeface="Roboto Medium"/>
                <a:ea typeface="Roboto Medium"/>
                <a:cs typeface="Roboto Medium"/>
                <a:sym typeface="Roboto Medium"/>
              </a:endParaRPr>
            </a:p>
          </p:txBody>
        </p:sp>
        <p:sp>
          <p:nvSpPr>
            <p:cNvPr id="1678" name="Google Shape;1678;p215"/>
            <p:cNvSpPr/>
            <p:nvPr/>
          </p:nvSpPr>
          <p:spPr>
            <a:xfrm rot="5400000">
              <a:off x="969614" y="1607625"/>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i="0" sz="1800" u="none" cap="none" strike="noStrike">
                <a:solidFill>
                  <a:schemeClr val="dk2"/>
                </a:solidFill>
                <a:latin typeface="Roboto Medium"/>
                <a:ea typeface="Roboto Medium"/>
                <a:cs typeface="Roboto Medium"/>
                <a:sym typeface="Roboto Medium"/>
              </a:endParaRPr>
            </a:p>
          </p:txBody>
        </p:sp>
      </p:grpSp>
      <p:pic>
        <p:nvPicPr>
          <p:cNvPr id="1679" name="Google Shape;1679;p215"/>
          <p:cNvPicPr preferRelativeResize="0"/>
          <p:nvPr/>
        </p:nvPicPr>
        <p:blipFill>
          <a:blip r:embed="rId8">
            <a:alphaModFix/>
          </a:blip>
          <a:stretch>
            <a:fillRect/>
          </a:stretch>
        </p:blipFill>
        <p:spPr>
          <a:xfrm>
            <a:off x="5776675" y="1507101"/>
            <a:ext cx="2893600" cy="28936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83" name="Shape 1683"/>
        <p:cNvGrpSpPr/>
        <p:nvPr/>
      </p:nvGrpSpPr>
      <p:grpSpPr>
        <a:xfrm>
          <a:off x="0" y="0"/>
          <a:ext cx="0" cy="0"/>
          <a:chOff x="0" y="0"/>
          <a:chExt cx="0" cy="0"/>
        </a:xfrm>
      </p:grpSpPr>
      <p:pic>
        <p:nvPicPr>
          <p:cNvPr id="1684" name="Google Shape;1684;p216"/>
          <p:cNvPicPr preferRelativeResize="0"/>
          <p:nvPr/>
        </p:nvPicPr>
        <p:blipFill>
          <a:blip r:embed="rId3">
            <a:alphaModFix/>
          </a:blip>
          <a:stretch>
            <a:fillRect/>
          </a:stretch>
        </p:blipFill>
        <p:spPr>
          <a:xfrm>
            <a:off x="276300" y="1494600"/>
            <a:ext cx="8615997" cy="3083775"/>
          </a:xfrm>
          <a:prstGeom prst="rect">
            <a:avLst/>
          </a:prstGeom>
          <a:noFill/>
          <a:ln>
            <a:noFill/>
          </a:ln>
        </p:spPr>
      </p:pic>
      <p:sp>
        <p:nvSpPr>
          <p:cNvPr id="1685" name="Google Shape;1685;p216"/>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Splunk Certifications</a:t>
            </a:r>
            <a:endParaRPr sz="2600"/>
          </a:p>
        </p:txBody>
      </p:sp>
      <p:sp>
        <p:nvSpPr>
          <p:cNvPr id="1686" name="Google Shape;1686;p216"/>
          <p:cNvSpPr txBox="1"/>
          <p:nvPr>
            <p:ph idx="3" type="body"/>
          </p:nvPr>
        </p:nvSpPr>
        <p:spPr>
          <a:xfrm>
            <a:off x="6261171" y="2462525"/>
            <a:ext cx="2346600" cy="1172100"/>
          </a:xfrm>
          <a:prstGeom prst="rect">
            <a:avLst/>
          </a:prstGeom>
        </p:spPr>
        <p:txBody>
          <a:bodyPr anchorCtr="0" anchor="t" bIns="91425" lIns="0" spcFirstLastPara="1" rIns="0" wrap="square" tIns="0">
            <a:noAutofit/>
          </a:bodyPr>
          <a:lstStyle/>
          <a:p>
            <a:pPr indent="0" lvl="0" marL="0" rtl="0" algn="ctr">
              <a:lnSpc>
                <a:spcPct val="100000"/>
              </a:lnSpc>
              <a:spcBef>
                <a:spcPts val="0"/>
              </a:spcBef>
              <a:spcAft>
                <a:spcPts val="800"/>
              </a:spcAft>
              <a:buNone/>
            </a:pPr>
            <a:r>
              <a:rPr lang="en" sz="1800"/>
              <a:t>You can take the Splunk Core Certified User exam to earn a Splunk certificate.</a:t>
            </a:r>
            <a:endParaRPr sz="1800"/>
          </a:p>
        </p:txBody>
      </p:sp>
      <p:sp>
        <p:nvSpPr>
          <p:cNvPr id="1687" name="Google Shape;1687;p216"/>
          <p:cNvSpPr txBox="1"/>
          <p:nvPr>
            <p:ph idx="1" type="subTitle"/>
          </p:nvPr>
        </p:nvSpPr>
        <p:spPr>
          <a:xfrm>
            <a:off x="0" y="599775"/>
            <a:ext cx="8052000" cy="792600"/>
          </a:xfrm>
          <a:prstGeom prst="rect">
            <a:avLst/>
          </a:prstGeom>
        </p:spPr>
        <p:txBody>
          <a:bodyPr anchorCtr="0" anchor="t" bIns="91425" lIns="457200" spcFirstLastPara="1" rIns="457200" wrap="square" tIns="91425">
            <a:noAutofit/>
          </a:bodyPr>
          <a:lstStyle/>
          <a:p>
            <a:pPr indent="0" lvl="0" marL="0" rtl="0" algn="l">
              <a:spcBef>
                <a:spcPts val="0"/>
              </a:spcBef>
              <a:spcAft>
                <a:spcPts val="0"/>
              </a:spcAft>
              <a:buNone/>
            </a:pPr>
            <a:r>
              <a:rPr lang="en"/>
              <a:t>If you are interested in continuing your education towards a </a:t>
            </a:r>
            <a:r>
              <a:rPr b="1" lang="en"/>
              <a:t>Splunk Core Certified User</a:t>
            </a:r>
            <a:r>
              <a:rPr lang="en"/>
              <a:t> certification: </a:t>
            </a:r>
            <a:endParaRPr/>
          </a:p>
        </p:txBody>
      </p:sp>
      <p:pic>
        <p:nvPicPr>
          <p:cNvPr id="1688" name="Google Shape;1688;p216"/>
          <p:cNvPicPr preferRelativeResize="0"/>
          <p:nvPr/>
        </p:nvPicPr>
        <p:blipFill>
          <a:blip r:embed="rId4">
            <a:alphaModFix/>
          </a:blip>
          <a:stretch>
            <a:fillRect/>
          </a:stretch>
        </p:blipFill>
        <p:spPr>
          <a:xfrm>
            <a:off x="12163000" y="294275"/>
            <a:ext cx="1695251" cy="1695251"/>
          </a:xfrm>
          <a:prstGeom prst="rect">
            <a:avLst/>
          </a:prstGeom>
          <a:noFill/>
          <a:ln>
            <a:noFill/>
          </a:ln>
        </p:spPr>
      </p:pic>
      <p:sp>
        <p:nvSpPr>
          <p:cNvPr id="1689" name="Google Shape;1689;p216"/>
          <p:cNvSpPr txBox="1"/>
          <p:nvPr/>
        </p:nvSpPr>
        <p:spPr>
          <a:xfrm>
            <a:off x="4279461" y="2639334"/>
            <a:ext cx="995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2800">
              <a:solidFill>
                <a:srgbClr val="FFFFFF"/>
              </a:solidFill>
              <a:latin typeface="Roboto Medium"/>
              <a:ea typeface="Roboto Medium"/>
              <a:cs typeface="Roboto Medium"/>
              <a:sym typeface="Roboto Medium"/>
            </a:endParaRPr>
          </a:p>
        </p:txBody>
      </p:sp>
      <p:pic>
        <p:nvPicPr>
          <p:cNvPr id="1690" name="Google Shape;1690;p216"/>
          <p:cNvPicPr preferRelativeResize="0"/>
          <p:nvPr/>
        </p:nvPicPr>
        <p:blipFill>
          <a:blip r:embed="rId5">
            <a:alphaModFix/>
          </a:blip>
          <a:stretch>
            <a:fillRect/>
          </a:stretch>
        </p:blipFill>
        <p:spPr>
          <a:xfrm>
            <a:off x="3708686" y="2161264"/>
            <a:ext cx="1750474" cy="1750450"/>
          </a:xfrm>
          <a:prstGeom prst="rect">
            <a:avLst/>
          </a:prstGeom>
          <a:noFill/>
          <a:ln>
            <a:noFill/>
          </a:ln>
        </p:spPr>
      </p:pic>
      <p:sp>
        <p:nvSpPr>
          <p:cNvPr id="1691" name="Google Shape;1691;p216"/>
          <p:cNvSpPr txBox="1"/>
          <p:nvPr>
            <p:ph idx="3" type="body"/>
          </p:nvPr>
        </p:nvSpPr>
        <p:spPr>
          <a:xfrm>
            <a:off x="556775" y="2462525"/>
            <a:ext cx="2394300" cy="1172100"/>
          </a:xfrm>
          <a:prstGeom prst="rect">
            <a:avLst/>
          </a:prstGeom>
        </p:spPr>
        <p:txBody>
          <a:bodyPr anchorCtr="0" anchor="t" bIns="91425" lIns="0" spcFirstLastPara="1" rIns="0" wrap="square" tIns="0">
            <a:noAutofit/>
          </a:bodyPr>
          <a:lstStyle/>
          <a:p>
            <a:pPr indent="0" lvl="0" marL="0" rtl="0" algn="ctr">
              <a:spcBef>
                <a:spcPts val="0"/>
              </a:spcBef>
              <a:spcAft>
                <a:spcPts val="0"/>
              </a:spcAft>
              <a:buClr>
                <a:schemeClr val="dk1"/>
              </a:buClr>
              <a:buSzPts val="1100"/>
              <a:buFont typeface="Arial"/>
              <a:buNone/>
            </a:pPr>
            <a:r>
              <a:rPr lang="en" sz="1800"/>
              <a:t>You can access additional learning courses in your </a:t>
            </a:r>
            <a:br>
              <a:rPr lang="en" sz="1800"/>
            </a:br>
            <a:r>
              <a:rPr lang="en" sz="1800"/>
              <a:t>own time.</a:t>
            </a:r>
            <a:endParaRPr sz="18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9" name="Shape 1699"/>
        <p:cNvGrpSpPr/>
        <p:nvPr/>
      </p:nvGrpSpPr>
      <p:grpSpPr>
        <a:xfrm>
          <a:off x="0" y="0"/>
          <a:ext cx="0" cy="0"/>
          <a:chOff x="0" y="0"/>
          <a:chExt cx="0" cy="0"/>
        </a:xfrm>
      </p:grpSpPr>
      <p:sp>
        <p:nvSpPr>
          <p:cNvPr id="1700" name="Google Shape;1700;p218"/>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sz="3800">
                <a:solidFill>
                  <a:schemeClr val="accent5"/>
                </a:solidFill>
                <a:latin typeface="Roboto"/>
                <a:ea typeface="Roboto"/>
                <a:cs typeface="Roboto"/>
                <a:sym typeface="Roboto"/>
              </a:rPr>
              <a:t>Overview of Remaining Projects</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rPr b="0" lang="en" sz="3800">
                <a:solidFill>
                  <a:schemeClr val="accent5"/>
                </a:solidFill>
                <a:latin typeface="Roboto"/>
                <a:ea typeface="Roboto"/>
                <a:cs typeface="Roboto"/>
                <a:sym typeface="Roboto"/>
              </a:rPr>
              <a:t>And Introduction to </a:t>
            </a:r>
            <a:r>
              <a:rPr lang="en" sz="3800">
                <a:solidFill>
                  <a:schemeClr val="accent5"/>
                </a:solidFill>
                <a:latin typeface="Roboto"/>
                <a:ea typeface="Roboto"/>
                <a:cs typeface="Roboto"/>
                <a:sym typeface="Roboto"/>
              </a:rPr>
              <a:t>BootCon</a:t>
            </a:r>
            <a:endParaRPr sz="3800">
              <a:solidFill>
                <a:schemeClr val="accent5"/>
              </a:solidFill>
              <a:latin typeface="Roboto"/>
              <a:ea typeface="Roboto"/>
              <a:cs typeface="Roboto"/>
              <a:sym typeface="Roboto"/>
            </a:endParaRPr>
          </a:p>
          <a:p>
            <a:pPr indent="0" lvl="0" marL="0" rtl="0" algn="ctr">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b="0" sz="3800">
              <a:solidFill>
                <a:schemeClr val="accent5"/>
              </a:solidFill>
              <a:latin typeface="Roboto"/>
              <a:ea typeface="Roboto"/>
              <a:cs typeface="Roboto"/>
              <a:sym typeface="Roboto"/>
            </a:endParaRPr>
          </a:p>
          <a:p>
            <a:pPr indent="0" lvl="0" marL="0" rtl="0" algn="l">
              <a:spcBef>
                <a:spcPts val="0"/>
              </a:spcBef>
              <a:spcAft>
                <a:spcPts val="0"/>
              </a:spcAft>
              <a:buNone/>
            </a:pPr>
            <a:r>
              <a:t/>
            </a:r>
            <a:endParaRPr sz="3800">
              <a:solidFill>
                <a:schemeClr val="accent5"/>
              </a:solidFill>
              <a:latin typeface="Inconsolata"/>
              <a:ea typeface="Inconsolata"/>
              <a:cs typeface="Inconsolata"/>
              <a:sym typeface="Inconsolata"/>
            </a:endParaRPr>
          </a:p>
          <a:p>
            <a:pPr indent="0" lvl="0" marL="0" rtl="0" algn="l">
              <a:spcBef>
                <a:spcPts val="0"/>
              </a:spcBef>
              <a:spcAft>
                <a:spcPts val="0"/>
              </a:spcAft>
              <a:buNone/>
            </a:pPr>
            <a:r>
              <a:t/>
            </a:r>
            <a:endParaRPr sz="3800">
              <a:solidFill>
                <a:schemeClr val="accent5"/>
              </a:solidFill>
              <a:latin typeface="Roboto"/>
              <a:ea typeface="Roboto"/>
              <a:cs typeface="Roboto"/>
              <a:sym typeface="Roboto"/>
            </a:endParaRPr>
          </a:p>
          <a:p>
            <a:pPr indent="0" lvl="0" marL="0" rtl="0" algn="l">
              <a:spcBef>
                <a:spcPts val="0"/>
              </a:spcBef>
              <a:spcAft>
                <a:spcPts val="0"/>
              </a:spcAft>
              <a:buNone/>
            </a:pPr>
            <a:r>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701" name="Google Shape;1701;p218"/>
          <p:cNvPicPr preferRelativeResize="0"/>
          <p:nvPr/>
        </p:nvPicPr>
        <p:blipFill>
          <a:blip r:embed="rId3">
            <a:alphaModFix/>
          </a:blip>
          <a:stretch>
            <a:fillRect/>
          </a:stretch>
        </p:blipFill>
        <p:spPr>
          <a:xfrm>
            <a:off x="3844775" y="1482000"/>
            <a:ext cx="1454450" cy="11469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219"/>
          <p:cNvSpPr txBox="1"/>
          <p:nvPr/>
        </p:nvSpPr>
        <p:spPr>
          <a:xfrm>
            <a:off x="-12300" y="0"/>
            <a:ext cx="9168600" cy="533700"/>
          </a:xfrm>
          <a:prstGeom prst="rect">
            <a:avLst/>
          </a:prstGeom>
          <a:noFill/>
          <a:ln>
            <a:noFill/>
          </a:ln>
        </p:spPr>
        <p:txBody>
          <a:bodyPr anchorCtr="0" anchor="t" bIns="91425" lIns="457200" spcFirstLastPara="1" rIns="274300" wrap="square" tIns="182875">
            <a:noAutofit/>
          </a:bodyPr>
          <a:lstStyle/>
          <a:p>
            <a:pPr indent="0" lvl="0" marL="0" rtl="0" algn="l">
              <a:spcBef>
                <a:spcPts val="0"/>
              </a:spcBef>
              <a:spcAft>
                <a:spcPts val="0"/>
              </a:spcAft>
              <a:buClr>
                <a:srgbClr val="000000"/>
              </a:buClr>
              <a:buSzPts val="2400"/>
              <a:buFont typeface="Arial"/>
              <a:buNone/>
            </a:pPr>
            <a:r>
              <a:rPr b="1" lang="en" sz="2600">
                <a:solidFill>
                  <a:schemeClr val="dk2"/>
                </a:solidFill>
                <a:latin typeface="Roboto"/>
                <a:ea typeface="Roboto"/>
                <a:cs typeface="Roboto"/>
                <a:sym typeface="Roboto"/>
              </a:rPr>
              <a:t>Project Weeks</a:t>
            </a:r>
            <a:endParaRPr b="1" sz="2600">
              <a:solidFill>
                <a:schemeClr val="dk2"/>
              </a:solidFill>
              <a:latin typeface="Roboto"/>
              <a:ea typeface="Roboto"/>
              <a:cs typeface="Roboto"/>
              <a:sym typeface="Roboto"/>
            </a:endParaRPr>
          </a:p>
          <a:p>
            <a:pPr indent="0" lvl="0" marL="0" rtl="0" algn="l">
              <a:spcBef>
                <a:spcPts val="0"/>
              </a:spcBef>
              <a:spcAft>
                <a:spcPts val="0"/>
              </a:spcAft>
              <a:buNone/>
            </a:pPr>
            <a:r>
              <a:t/>
            </a:r>
            <a:endParaRPr b="1" sz="2400">
              <a:solidFill>
                <a:srgbClr val="2E5E73"/>
              </a:solidFill>
              <a:latin typeface="Roboto"/>
              <a:ea typeface="Roboto"/>
              <a:cs typeface="Roboto"/>
              <a:sym typeface="Roboto"/>
            </a:endParaRPr>
          </a:p>
          <a:p>
            <a:pPr indent="0" lvl="0" marL="0" rtl="0" algn="l">
              <a:spcBef>
                <a:spcPts val="0"/>
              </a:spcBef>
              <a:spcAft>
                <a:spcPts val="0"/>
              </a:spcAft>
              <a:buNone/>
            </a:pPr>
            <a:r>
              <a:t/>
            </a:r>
            <a:endParaRPr b="1" sz="2400">
              <a:solidFill>
                <a:srgbClr val="2E5E73"/>
              </a:solidFill>
              <a:latin typeface="Roboto"/>
              <a:ea typeface="Roboto"/>
              <a:cs typeface="Roboto"/>
              <a:sym typeface="Roboto"/>
            </a:endParaRPr>
          </a:p>
          <a:p>
            <a:pPr indent="0" lvl="0" marL="0" rtl="0" algn="l">
              <a:spcBef>
                <a:spcPts val="0"/>
              </a:spcBef>
              <a:spcAft>
                <a:spcPts val="0"/>
              </a:spcAft>
              <a:buNone/>
            </a:pPr>
            <a:r>
              <a:t/>
            </a:r>
            <a:endParaRPr b="1" sz="2400">
              <a:solidFill>
                <a:srgbClr val="2E5E73"/>
              </a:solidFill>
              <a:latin typeface="Roboto"/>
              <a:ea typeface="Roboto"/>
              <a:cs typeface="Roboto"/>
              <a:sym typeface="Roboto"/>
            </a:endParaRPr>
          </a:p>
          <a:p>
            <a:pPr indent="0" lvl="0" marL="0" rtl="0" algn="l">
              <a:spcBef>
                <a:spcPts val="0"/>
              </a:spcBef>
              <a:spcAft>
                <a:spcPts val="0"/>
              </a:spcAft>
              <a:buNone/>
            </a:pPr>
            <a:r>
              <a:t/>
            </a:r>
            <a:endParaRPr b="1" sz="2400">
              <a:solidFill>
                <a:srgbClr val="2E5E73"/>
              </a:solidFill>
              <a:latin typeface="Roboto"/>
              <a:ea typeface="Roboto"/>
              <a:cs typeface="Roboto"/>
              <a:sym typeface="Roboto"/>
            </a:endParaRPr>
          </a:p>
          <a:p>
            <a:pPr indent="0" lvl="0" marL="0" rtl="0" algn="l">
              <a:spcBef>
                <a:spcPts val="0"/>
              </a:spcBef>
              <a:spcAft>
                <a:spcPts val="0"/>
              </a:spcAft>
              <a:buNone/>
            </a:pPr>
            <a:r>
              <a:t/>
            </a:r>
            <a:endParaRPr b="1" sz="2400">
              <a:solidFill>
                <a:srgbClr val="2E5E73"/>
              </a:solidFill>
              <a:latin typeface="Roboto Medium"/>
              <a:ea typeface="Roboto Medium"/>
              <a:cs typeface="Roboto Medium"/>
              <a:sym typeface="Roboto Medium"/>
            </a:endParaRPr>
          </a:p>
          <a:p>
            <a:pPr indent="0" lvl="0" marL="0" rtl="0" algn="l">
              <a:spcBef>
                <a:spcPts val="0"/>
              </a:spcBef>
              <a:spcAft>
                <a:spcPts val="0"/>
              </a:spcAft>
              <a:buNone/>
            </a:pPr>
            <a:r>
              <a:t/>
            </a:r>
            <a:endParaRPr b="1" sz="2400">
              <a:solidFill>
                <a:srgbClr val="2E5E73"/>
              </a:solidFill>
              <a:latin typeface="Roboto"/>
              <a:ea typeface="Roboto"/>
              <a:cs typeface="Roboto"/>
              <a:sym typeface="Roboto"/>
            </a:endParaRPr>
          </a:p>
        </p:txBody>
      </p:sp>
      <p:sp>
        <p:nvSpPr>
          <p:cNvPr id="1707" name="Google Shape;1707;p219"/>
          <p:cNvSpPr/>
          <p:nvPr/>
        </p:nvSpPr>
        <p:spPr>
          <a:xfrm>
            <a:off x="4292425" y="870075"/>
            <a:ext cx="499800" cy="3670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19"/>
          <p:cNvSpPr txBox="1"/>
          <p:nvPr/>
        </p:nvSpPr>
        <p:spPr>
          <a:xfrm>
            <a:off x="0" y="589681"/>
            <a:ext cx="9144000" cy="786300"/>
          </a:xfrm>
          <a:prstGeom prst="rect">
            <a:avLst/>
          </a:prstGeom>
          <a:noFill/>
          <a:ln>
            <a:noFill/>
          </a:ln>
        </p:spPr>
        <p:txBody>
          <a:bodyPr anchorCtr="0" anchor="t" bIns="0" lIns="457200" spcFirstLastPara="1" rIns="457200" wrap="square" tIns="91425">
            <a:noAutofit/>
          </a:bodyPr>
          <a:lstStyle/>
          <a:p>
            <a:pPr indent="0" lvl="0" marL="0" rtl="0" algn="l">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You will complete </a:t>
            </a:r>
            <a:r>
              <a:rPr lang="en" sz="1800">
                <a:solidFill>
                  <a:schemeClr val="dk2"/>
                </a:solidFill>
                <a:latin typeface="Roboto"/>
                <a:ea typeface="Roboto"/>
                <a:cs typeface="Roboto"/>
                <a:sym typeface="Roboto"/>
              </a:rPr>
              <a:t>two</a:t>
            </a:r>
            <a:r>
              <a:rPr lang="en" sz="1800">
                <a:solidFill>
                  <a:schemeClr val="dk2"/>
                </a:solidFill>
                <a:latin typeface="Roboto"/>
                <a:ea typeface="Roboto"/>
                <a:cs typeface="Roboto"/>
                <a:sym typeface="Roboto"/>
              </a:rPr>
              <a:t> more projects in this course:</a:t>
            </a:r>
            <a:endParaRPr sz="1800">
              <a:solidFill>
                <a:schemeClr val="dk2"/>
              </a:solidFill>
              <a:latin typeface="Roboto"/>
              <a:ea typeface="Roboto"/>
              <a:cs typeface="Roboto"/>
              <a:sym typeface="Roboto"/>
            </a:endParaRPr>
          </a:p>
          <a:p>
            <a:pPr indent="0" lvl="0" marL="0" rtl="0" algn="l">
              <a:spcBef>
                <a:spcPts val="0"/>
              </a:spcBef>
              <a:spcAft>
                <a:spcPts val="0"/>
              </a:spcAft>
              <a:buClr>
                <a:srgbClr val="000000"/>
              </a:buClr>
              <a:buSzPts val="1800"/>
              <a:buFont typeface="Arial"/>
              <a:buNone/>
            </a:pPr>
            <a:r>
              <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rgbClr val="2E5E73"/>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rgbClr val="005E77"/>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rgbClr val="005E77"/>
              </a:solidFill>
              <a:latin typeface="Roboto"/>
              <a:ea typeface="Roboto"/>
              <a:cs typeface="Roboto"/>
              <a:sym typeface="Roboto"/>
            </a:endParaRPr>
          </a:p>
          <a:p>
            <a:pPr indent="0" lvl="0" marL="0" rtl="0" algn="l">
              <a:spcBef>
                <a:spcPts val="800"/>
              </a:spcBef>
              <a:spcAft>
                <a:spcPts val="800"/>
              </a:spcAft>
              <a:buNone/>
            </a:pPr>
            <a:r>
              <a:t/>
            </a:r>
            <a:endParaRPr sz="1800">
              <a:solidFill>
                <a:srgbClr val="005E77"/>
              </a:solidFill>
              <a:latin typeface="Roboto"/>
              <a:ea typeface="Roboto"/>
              <a:cs typeface="Roboto"/>
              <a:sym typeface="Roboto"/>
            </a:endParaRPr>
          </a:p>
        </p:txBody>
      </p:sp>
      <p:pic>
        <p:nvPicPr>
          <p:cNvPr id="1709" name="Google Shape;1709;p219"/>
          <p:cNvPicPr preferRelativeResize="0"/>
          <p:nvPr/>
        </p:nvPicPr>
        <p:blipFill rotWithShape="1">
          <a:blip r:embed="rId3">
            <a:alphaModFix/>
          </a:blip>
          <a:srcRect b="0" l="0" r="0" t="0"/>
          <a:stretch/>
        </p:blipFill>
        <p:spPr>
          <a:xfrm>
            <a:off x="4241240" y="1471525"/>
            <a:ext cx="827450" cy="2130851"/>
          </a:xfrm>
          <a:prstGeom prst="rect">
            <a:avLst/>
          </a:prstGeom>
          <a:noFill/>
          <a:ln>
            <a:noFill/>
          </a:ln>
        </p:spPr>
      </p:pic>
      <p:sp>
        <p:nvSpPr>
          <p:cNvPr id="1710" name="Google Shape;1710;p219"/>
          <p:cNvSpPr/>
          <p:nvPr/>
        </p:nvSpPr>
        <p:spPr>
          <a:xfrm>
            <a:off x="457150" y="1530637"/>
            <a:ext cx="3742200" cy="4767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FFFFFF"/>
              </a:solidFill>
              <a:latin typeface="Roboto Light"/>
              <a:ea typeface="Roboto Light"/>
              <a:cs typeface="Roboto Light"/>
              <a:sym typeface="Roboto Light"/>
            </a:endParaRPr>
          </a:p>
        </p:txBody>
      </p:sp>
      <p:sp>
        <p:nvSpPr>
          <p:cNvPr id="1711" name="Google Shape;1711;p219"/>
          <p:cNvSpPr/>
          <p:nvPr/>
        </p:nvSpPr>
        <p:spPr>
          <a:xfrm rot="10800000">
            <a:off x="593369" y="1919413"/>
            <a:ext cx="261029" cy="144694"/>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712" name="Google Shape;1712;p219"/>
          <p:cNvSpPr txBox="1"/>
          <p:nvPr/>
        </p:nvSpPr>
        <p:spPr>
          <a:xfrm>
            <a:off x="363131" y="2245175"/>
            <a:ext cx="4413600" cy="1677300"/>
          </a:xfrm>
          <a:prstGeom prst="rect">
            <a:avLst/>
          </a:prstGeom>
          <a:noFill/>
          <a:ln>
            <a:noFill/>
          </a:ln>
        </p:spPr>
        <p:txBody>
          <a:bodyPr anchorCtr="0" anchor="t" bIns="0" lIns="400050" spcFirstLastPara="1" rIns="457200" wrap="square" tIns="0">
            <a:noAutofit/>
          </a:bodyPr>
          <a:lstStyle/>
          <a:p>
            <a:pPr indent="-257175" lvl="0" marL="142875"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This project will occur at the end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of the Defensive Security module and will incorporate everything you learnt in this module. </a:t>
            </a:r>
            <a:endParaRPr sz="18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1800">
              <a:solidFill>
                <a:schemeClr val="dk2"/>
              </a:solidFill>
              <a:latin typeface="Roboto"/>
              <a:ea typeface="Roboto"/>
              <a:cs typeface="Roboto"/>
              <a:sym typeface="Roboto"/>
            </a:endParaRPr>
          </a:p>
          <a:p>
            <a:pPr indent="-257175" lvl="0" marL="142875"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We’ll cover the details next week.</a:t>
            </a:r>
            <a:endParaRPr sz="1800">
              <a:solidFill>
                <a:schemeClr val="dk2"/>
              </a:solidFill>
              <a:latin typeface="Roboto"/>
              <a:ea typeface="Roboto"/>
              <a:cs typeface="Roboto"/>
              <a:sym typeface="Roboto"/>
            </a:endParaRPr>
          </a:p>
          <a:p>
            <a:pPr indent="0" lvl="0" marL="0" rtl="0" algn="l">
              <a:spcBef>
                <a:spcPts val="1000"/>
              </a:spcBef>
              <a:spcAft>
                <a:spcPts val="1000"/>
              </a:spcAft>
              <a:buNone/>
            </a:pPr>
            <a:r>
              <a:t/>
            </a:r>
            <a:endParaRPr>
              <a:solidFill>
                <a:schemeClr val="dk1"/>
              </a:solidFill>
              <a:latin typeface="Roboto"/>
              <a:ea typeface="Roboto"/>
              <a:cs typeface="Roboto"/>
              <a:sym typeface="Roboto"/>
            </a:endParaRPr>
          </a:p>
        </p:txBody>
      </p:sp>
      <p:sp>
        <p:nvSpPr>
          <p:cNvPr id="1713" name="Google Shape;1713;p219"/>
          <p:cNvSpPr txBox="1"/>
          <p:nvPr/>
        </p:nvSpPr>
        <p:spPr>
          <a:xfrm>
            <a:off x="4752150" y="2246650"/>
            <a:ext cx="4165200" cy="1300500"/>
          </a:xfrm>
          <a:prstGeom prst="rect">
            <a:avLst/>
          </a:prstGeom>
          <a:noFill/>
          <a:ln>
            <a:noFill/>
          </a:ln>
        </p:spPr>
        <p:txBody>
          <a:bodyPr anchorCtr="0" anchor="t" bIns="0" lIns="457200" spcFirstLastPara="1" rIns="457200" wrap="square" tIns="0">
            <a:noAutofit/>
          </a:bodyPr>
          <a:lstStyle/>
          <a:p>
            <a:pPr indent="-260604" lvl="0" marL="146304"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This project will occur in the last week of class. </a:t>
            </a:r>
            <a:endParaRPr sz="1800">
              <a:solidFill>
                <a:schemeClr val="dk2"/>
              </a:solidFill>
              <a:latin typeface="Roboto"/>
              <a:ea typeface="Roboto"/>
              <a:cs typeface="Roboto"/>
              <a:sym typeface="Roboto"/>
            </a:endParaRPr>
          </a:p>
          <a:p>
            <a:pPr indent="0" lvl="0" marL="146304" rtl="0" algn="l">
              <a:lnSpc>
                <a:spcPct val="115000"/>
              </a:lnSpc>
              <a:spcBef>
                <a:spcPts val="1200"/>
              </a:spcBef>
              <a:spcAft>
                <a:spcPts val="0"/>
              </a:spcAft>
              <a:buNone/>
            </a:pPr>
            <a:r>
              <a:t/>
            </a:r>
            <a:endParaRPr sz="1800">
              <a:solidFill>
                <a:schemeClr val="dk2"/>
              </a:solidFill>
              <a:latin typeface="Roboto"/>
              <a:ea typeface="Roboto"/>
              <a:cs typeface="Roboto"/>
              <a:sym typeface="Roboto"/>
            </a:endParaRPr>
          </a:p>
          <a:p>
            <a:pPr indent="-260604" lvl="0" marL="146304" rtl="0" algn="l">
              <a:lnSpc>
                <a:spcPct val="115000"/>
              </a:lnSpc>
              <a:spcBef>
                <a:spcPts val="1200"/>
              </a:spcBef>
              <a:spcAft>
                <a:spcPts val="0"/>
              </a:spcAft>
              <a:buClr>
                <a:schemeClr val="dk2"/>
              </a:buClr>
              <a:buSzPts val="1800"/>
              <a:buFont typeface="Roboto"/>
              <a:buChar char="●"/>
            </a:pPr>
            <a:r>
              <a:rPr lang="en" sz="1800">
                <a:solidFill>
                  <a:schemeClr val="dk2"/>
                </a:solidFill>
                <a:latin typeface="Roboto"/>
                <a:ea typeface="Roboto"/>
                <a:cs typeface="Roboto"/>
                <a:sym typeface="Roboto"/>
              </a:rPr>
              <a:t>We’ll get an overview now so that you can begin brainstorming and preparing.</a:t>
            </a:r>
            <a:endParaRPr sz="1800">
              <a:solidFill>
                <a:schemeClr val="dk2"/>
              </a:solidFill>
              <a:latin typeface="Roboto"/>
              <a:ea typeface="Roboto"/>
              <a:cs typeface="Roboto"/>
              <a:sym typeface="Roboto"/>
            </a:endParaRPr>
          </a:p>
          <a:p>
            <a:pPr indent="0" lvl="0" marL="0" rtl="0" algn="l">
              <a:lnSpc>
                <a:spcPct val="115000"/>
              </a:lnSpc>
              <a:spcBef>
                <a:spcPts val="1200"/>
              </a:spcBef>
              <a:spcAft>
                <a:spcPts val="0"/>
              </a:spcAft>
              <a:buClr>
                <a:srgbClr val="000000"/>
              </a:buClr>
              <a:buSzPts val="1800"/>
              <a:buFont typeface="Arial"/>
              <a:buNone/>
            </a:pPr>
            <a:r>
              <a:t/>
            </a:r>
            <a:endParaRPr>
              <a:solidFill>
                <a:srgbClr val="005E77"/>
              </a:solidFill>
              <a:latin typeface="Roboto"/>
              <a:ea typeface="Roboto"/>
              <a:cs typeface="Roboto"/>
              <a:sym typeface="Roboto"/>
            </a:endParaRPr>
          </a:p>
        </p:txBody>
      </p:sp>
      <p:sp>
        <p:nvSpPr>
          <p:cNvPr id="1714" name="Google Shape;1714;p219"/>
          <p:cNvSpPr txBox="1"/>
          <p:nvPr/>
        </p:nvSpPr>
        <p:spPr>
          <a:xfrm>
            <a:off x="457150" y="1522641"/>
            <a:ext cx="3620700" cy="476700"/>
          </a:xfrm>
          <a:prstGeom prst="rect">
            <a:avLst/>
          </a:prstGeom>
          <a:noFill/>
          <a:ln>
            <a:noFill/>
          </a:ln>
        </p:spPr>
        <p:txBody>
          <a:bodyPr anchorCtr="0" anchor="ctr" bIns="0" lIns="182875" spcFirstLastPara="1" rIns="0" wrap="square" tIns="0">
            <a:noAutofit/>
          </a:bodyPr>
          <a:lstStyle/>
          <a:p>
            <a:pPr indent="-171450" lvl="0" marL="257175" rtl="0" algn="l">
              <a:spcBef>
                <a:spcPts val="0"/>
              </a:spcBef>
              <a:spcAft>
                <a:spcPts val="0"/>
              </a:spcAft>
              <a:buClr>
                <a:schemeClr val="lt1"/>
              </a:buClr>
              <a:buSzPts val="1800"/>
              <a:buFont typeface="Roboto"/>
              <a:buAutoNum type="arabicPeriod"/>
            </a:pPr>
            <a:r>
              <a:rPr b="1" lang="en" sz="1800">
                <a:solidFill>
                  <a:schemeClr val="lt1"/>
                </a:solidFill>
                <a:latin typeface="Roboto"/>
                <a:ea typeface="Roboto"/>
                <a:cs typeface="Roboto"/>
                <a:sym typeface="Roboto"/>
              </a:rPr>
              <a:t>Defensive Security Project</a:t>
            </a:r>
            <a:endParaRPr sz="1800">
              <a:solidFill>
                <a:schemeClr val="lt1"/>
              </a:solidFill>
              <a:latin typeface="Roboto Medium"/>
              <a:ea typeface="Roboto Medium"/>
              <a:cs typeface="Roboto Medium"/>
              <a:sym typeface="Roboto Medium"/>
            </a:endParaRPr>
          </a:p>
        </p:txBody>
      </p:sp>
      <p:sp>
        <p:nvSpPr>
          <p:cNvPr id="1715" name="Google Shape;1715;p219"/>
          <p:cNvSpPr/>
          <p:nvPr/>
        </p:nvSpPr>
        <p:spPr>
          <a:xfrm>
            <a:off x="4909200" y="1526390"/>
            <a:ext cx="3588300" cy="4767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1716" name="Google Shape;1716;p219"/>
          <p:cNvSpPr/>
          <p:nvPr/>
        </p:nvSpPr>
        <p:spPr>
          <a:xfrm rot="10800000">
            <a:off x="5012969" y="1902876"/>
            <a:ext cx="261029" cy="144694"/>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219"/>
          <p:cNvSpPr txBox="1"/>
          <p:nvPr/>
        </p:nvSpPr>
        <p:spPr>
          <a:xfrm>
            <a:off x="4876750" y="1518382"/>
            <a:ext cx="3620700" cy="476700"/>
          </a:xfrm>
          <a:prstGeom prst="rect">
            <a:avLst/>
          </a:prstGeom>
          <a:noFill/>
          <a:ln>
            <a:noFill/>
          </a:ln>
        </p:spPr>
        <p:txBody>
          <a:bodyPr anchorCtr="0" anchor="ctr" bIns="0" lIns="182875" spcFirstLastPara="1" rIns="0" wrap="square" tIns="0">
            <a:noAutofit/>
          </a:bodyPr>
          <a:lstStyle/>
          <a:p>
            <a:pPr indent="0" lvl="0" marL="0" rtl="0" algn="l">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2. Final Project: BootCon</a:t>
            </a:r>
            <a:endParaRPr sz="1800">
              <a:solidFill>
                <a:schemeClr val="dk2"/>
              </a:solidFill>
              <a:latin typeface="Roboto Medium"/>
              <a:ea typeface="Roboto Medium"/>
              <a:cs typeface="Roboto Medium"/>
              <a:sym typeface="Roboto Medium"/>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21" name="Shape 1721"/>
        <p:cNvGrpSpPr/>
        <p:nvPr/>
      </p:nvGrpSpPr>
      <p:grpSpPr>
        <a:xfrm>
          <a:off x="0" y="0"/>
          <a:ext cx="0" cy="0"/>
          <a:chOff x="0" y="0"/>
          <a:chExt cx="0" cy="0"/>
        </a:xfrm>
      </p:grpSpPr>
      <p:sp>
        <p:nvSpPr>
          <p:cNvPr id="1722" name="Google Shape;1722;p220"/>
          <p:cNvSpPr txBox="1"/>
          <p:nvPr>
            <p:ph idx="4294967295" type="title"/>
          </p:nvPr>
        </p:nvSpPr>
        <p:spPr>
          <a:xfrm>
            <a:off x="0" y="-76200"/>
            <a:ext cx="7240800" cy="521100"/>
          </a:xfrm>
          <a:prstGeom prst="rect">
            <a:avLst/>
          </a:prstGeom>
          <a:noFill/>
          <a:ln>
            <a:noFill/>
          </a:ln>
        </p:spPr>
        <p:txBody>
          <a:bodyPr anchorCtr="0" anchor="t" bIns="91425" lIns="457200" spcFirstLastPara="1" rIns="274300" wrap="square" tIns="182875">
            <a:noAutofit/>
          </a:bodyPr>
          <a:lstStyle/>
          <a:p>
            <a:pPr indent="0" lvl="0" marL="0" rtl="0" algn="l">
              <a:spcBef>
                <a:spcPts val="0"/>
              </a:spcBef>
              <a:spcAft>
                <a:spcPts val="0"/>
              </a:spcAft>
              <a:buSzPts val="2400"/>
              <a:buNone/>
            </a:pPr>
            <a:r>
              <a:rPr lang="en"/>
              <a:t>Cybersecurity Research Presentations</a:t>
            </a:r>
            <a:endParaRPr/>
          </a:p>
          <a:p>
            <a:pPr indent="0" lvl="0" marL="0" rtl="0" algn="l">
              <a:spcBef>
                <a:spcPts val="0"/>
              </a:spcBef>
              <a:spcAft>
                <a:spcPts val="0"/>
              </a:spcAft>
              <a:buSzPts val="2400"/>
              <a:buNone/>
            </a:pPr>
            <a:r>
              <a:t/>
            </a:r>
            <a:endParaRPr>
              <a:solidFill>
                <a:schemeClr val="dk1"/>
              </a:solidFill>
            </a:endParaRPr>
          </a:p>
          <a:p>
            <a:pPr indent="0" lvl="0" marL="0" rtl="0" algn="l">
              <a:lnSpc>
                <a:spcPct val="100000"/>
              </a:lnSpc>
              <a:spcBef>
                <a:spcPts val="0"/>
              </a:spcBef>
              <a:spcAft>
                <a:spcPts val="0"/>
              </a:spcAft>
              <a:buSzPts val="2400"/>
              <a:buNone/>
            </a:pPr>
            <a:r>
              <a:t/>
            </a:r>
            <a:endParaRPr/>
          </a:p>
        </p:txBody>
      </p:sp>
      <p:sp>
        <p:nvSpPr>
          <p:cNvPr id="1723" name="Google Shape;1723;p220"/>
          <p:cNvSpPr txBox="1"/>
          <p:nvPr>
            <p:ph idx="4294967295" type="subTitle"/>
          </p:nvPr>
        </p:nvSpPr>
        <p:spPr>
          <a:xfrm>
            <a:off x="419000" y="518975"/>
            <a:ext cx="8444400" cy="5211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sz="1800"/>
              <a:t>Cybersecurity professionals commonly present the following to their peers:</a:t>
            </a:r>
            <a:endParaRPr sz="1800"/>
          </a:p>
          <a:p>
            <a:pPr indent="0" lvl="0" marL="0" rtl="0" algn="l">
              <a:lnSpc>
                <a:spcPct val="100000"/>
              </a:lnSpc>
              <a:spcBef>
                <a:spcPts val="0"/>
              </a:spcBef>
              <a:spcAft>
                <a:spcPts val="0"/>
              </a:spcAft>
              <a:buSzPts val="1800"/>
              <a:buNone/>
            </a:pPr>
            <a:r>
              <a:t/>
            </a:r>
            <a:endParaRPr b="1">
              <a:latin typeface="Roboto"/>
              <a:ea typeface="Roboto"/>
              <a:cs typeface="Roboto"/>
              <a:sym typeface="Roboto"/>
            </a:endParaRPr>
          </a:p>
          <a:p>
            <a:pPr indent="0" lvl="0" marL="0" rtl="0" algn="l">
              <a:lnSpc>
                <a:spcPct val="100000"/>
              </a:lnSpc>
              <a:spcBef>
                <a:spcPts val="0"/>
              </a:spcBef>
              <a:spcAft>
                <a:spcPts val="0"/>
              </a:spcAft>
              <a:buSzPts val="1800"/>
              <a:buNone/>
            </a:pPr>
            <a:r>
              <a:t/>
            </a:r>
            <a:endParaRPr>
              <a:latin typeface="Roboto Medium"/>
              <a:ea typeface="Roboto Medium"/>
              <a:cs typeface="Roboto Medium"/>
              <a:sym typeface="Roboto Medium"/>
            </a:endParaRPr>
          </a:p>
        </p:txBody>
      </p:sp>
      <p:sp>
        <p:nvSpPr>
          <p:cNvPr id="1724" name="Google Shape;1724;p22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p220"/>
          <p:cNvSpPr/>
          <p:nvPr/>
        </p:nvSpPr>
        <p:spPr>
          <a:xfrm>
            <a:off x="607675" y="33522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220"/>
          <p:cNvSpPr/>
          <p:nvPr/>
        </p:nvSpPr>
        <p:spPr>
          <a:xfrm>
            <a:off x="607675" y="26662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220"/>
          <p:cNvSpPr/>
          <p:nvPr/>
        </p:nvSpPr>
        <p:spPr>
          <a:xfrm>
            <a:off x="607675" y="1827975"/>
            <a:ext cx="8079000" cy="627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p22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1729" name="Google Shape;1729;p220"/>
          <p:cNvSpPr/>
          <p:nvPr/>
        </p:nvSpPr>
        <p:spPr>
          <a:xfrm>
            <a:off x="457200" y="193095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1730" name="Google Shape;1730;p220"/>
          <p:cNvSpPr/>
          <p:nvPr/>
        </p:nvSpPr>
        <p:spPr>
          <a:xfrm>
            <a:off x="457200" y="26663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1731" name="Google Shape;1731;p220"/>
          <p:cNvSpPr/>
          <p:nvPr/>
        </p:nvSpPr>
        <p:spPr>
          <a:xfrm>
            <a:off x="457200" y="33522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1732" name="Google Shape;1732;p220"/>
          <p:cNvSpPr txBox="1"/>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Security research they’re conducting</a:t>
            </a:r>
            <a:endParaRPr sz="1800">
              <a:solidFill>
                <a:srgbClr val="082D49"/>
              </a:solidFill>
              <a:latin typeface="Roboto"/>
              <a:ea typeface="Roboto"/>
              <a:cs typeface="Roboto"/>
              <a:sym typeface="Roboto"/>
            </a:endParaRPr>
          </a:p>
        </p:txBody>
      </p:sp>
      <p:sp>
        <p:nvSpPr>
          <p:cNvPr id="1733" name="Google Shape;1733;p220"/>
          <p:cNvSpPr txBox="1"/>
          <p:nvPr/>
        </p:nvSpPr>
        <p:spPr>
          <a:xfrm>
            <a:off x="914400" y="1874275"/>
            <a:ext cx="7442100" cy="521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Newly discovered security vulnerabilities of products, devices, software, or hardware</a:t>
            </a:r>
            <a:endParaRPr sz="1800">
              <a:solidFill>
                <a:srgbClr val="082D49"/>
              </a:solidFill>
              <a:latin typeface="Roboto"/>
              <a:ea typeface="Roboto"/>
              <a:cs typeface="Roboto"/>
              <a:sym typeface="Roboto"/>
            </a:endParaRPr>
          </a:p>
        </p:txBody>
      </p:sp>
      <p:sp>
        <p:nvSpPr>
          <p:cNvPr id="1734" name="Google Shape;1734;p220"/>
          <p:cNvSpPr txBox="1"/>
          <p:nvPr/>
        </p:nvSpPr>
        <p:spPr>
          <a:xfrm>
            <a:off x="914400" y="2712223"/>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Demonstrations of the “hacks” that will exploit these vulnerabilities</a:t>
            </a:r>
            <a:endParaRPr sz="1800">
              <a:solidFill>
                <a:srgbClr val="082D49"/>
              </a:solidFill>
              <a:latin typeface="Roboto"/>
              <a:ea typeface="Roboto"/>
              <a:cs typeface="Roboto"/>
              <a:sym typeface="Roboto"/>
            </a:endParaRPr>
          </a:p>
        </p:txBody>
      </p:sp>
      <p:sp>
        <p:nvSpPr>
          <p:cNvPr id="1735" name="Google Shape;1735;p220"/>
          <p:cNvSpPr txBox="1"/>
          <p:nvPr/>
        </p:nvSpPr>
        <p:spPr>
          <a:xfrm>
            <a:off x="914400" y="339776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Mitigations to protect against these vulnerabilities</a:t>
            </a:r>
            <a:endParaRPr sz="1800">
              <a:solidFill>
                <a:srgbClr val="082D49"/>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pic>
        <p:nvPicPr>
          <p:cNvPr id="1740" name="Google Shape;1740;p221"/>
          <p:cNvPicPr preferRelativeResize="0"/>
          <p:nvPr/>
        </p:nvPicPr>
        <p:blipFill rotWithShape="1">
          <a:blip r:embed="rId3">
            <a:alphaModFix/>
          </a:blip>
          <a:srcRect b="12382" l="10801" r="0" t="12389"/>
          <a:stretch/>
        </p:blipFill>
        <p:spPr>
          <a:xfrm>
            <a:off x="0" y="0"/>
            <a:ext cx="9144003" cy="5143499"/>
          </a:xfrm>
          <a:prstGeom prst="rect">
            <a:avLst/>
          </a:prstGeom>
          <a:noFill/>
          <a:ln>
            <a:noFill/>
          </a:ln>
        </p:spPr>
      </p:pic>
      <p:sp>
        <p:nvSpPr>
          <p:cNvPr id="1741" name="Google Shape;1741;p221"/>
          <p:cNvSpPr txBox="1"/>
          <p:nvPr>
            <p:ph idx="1" type="subTitle"/>
          </p:nvPr>
        </p:nvSpPr>
        <p:spPr>
          <a:xfrm>
            <a:off x="4635700" y="378825"/>
            <a:ext cx="4508100" cy="2916900"/>
          </a:xfrm>
          <a:prstGeom prst="rect">
            <a:avLst/>
          </a:prstGeom>
        </p:spPr>
        <p:txBody>
          <a:bodyPr anchorCtr="0" anchor="t" bIns="91425" lIns="91425" spcFirstLastPara="1" rIns="365750" wrap="square" tIns="91425">
            <a:noAutofit/>
          </a:bodyPr>
          <a:lstStyle/>
          <a:p>
            <a:pPr indent="-180340" lvl="0" marL="320040" rtl="0" algn="l">
              <a:spcBef>
                <a:spcPts val="0"/>
              </a:spcBef>
              <a:spcAft>
                <a:spcPts val="0"/>
              </a:spcAft>
              <a:buClr>
                <a:schemeClr val="lt1"/>
              </a:buClr>
              <a:buSzPts val="1400"/>
              <a:buChar char="●"/>
            </a:pPr>
            <a:r>
              <a:rPr lang="en">
                <a:solidFill>
                  <a:schemeClr val="lt1"/>
                </a:solidFill>
              </a:rPr>
              <a:t>These presentations often occur at security conferences, trade shows, </a:t>
            </a:r>
            <a:br>
              <a:rPr lang="en">
                <a:solidFill>
                  <a:schemeClr val="lt1"/>
                </a:solidFill>
              </a:rPr>
            </a:br>
            <a:r>
              <a:rPr lang="en">
                <a:solidFill>
                  <a:schemeClr val="lt1"/>
                </a:solidFill>
              </a:rPr>
              <a:t>and other industry events. </a:t>
            </a:r>
            <a:endParaRPr>
              <a:solidFill>
                <a:schemeClr val="lt1"/>
              </a:solidFill>
            </a:endParaRPr>
          </a:p>
          <a:p>
            <a:pPr indent="-180340" lvl="0" marL="320040" rtl="0" algn="l">
              <a:spcBef>
                <a:spcPts val="1000"/>
              </a:spcBef>
              <a:spcAft>
                <a:spcPts val="1000"/>
              </a:spcAft>
              <a:buClr>
                <a:schemeClr val="lt1"/>
              </a:buClr>
              <a:buSzPts val="1400"/>
              <a:buChar char="●"/>
            </a:pPr>
            <a:r>
              <a:rPr lang="en">
                <a:solidFill>
                  <a:schemeClr val="lt1"/>
                </a:solidFill>
              </a:rPr>
              <a:t>Cybersecurity professionals commonly attend these events to remain up to date with new technological developments and techniques. </a:t>
            </a:r>
            <a:endParaRPr>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p222"/>
          <p:cNvSpPr/>
          <p:nvPr/>
        </p:nvSpPr>
        <p:spPr>
          <a:xfrm>
            <a:off x="607675" y="1142050"/>
            <a:ext cx="8079000" cy="626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222"/>
          <p:cNvSpPr/>
          <p:nvPr/>
        </p:nvSpPr>
        <p:spPr>
          <a:xfrm>
            <a:off x="457200" y="121341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1748" name="Google Shape;1748;p222"/>
          <p:cNvSpPr txBox="1"/>
          <p:nvPr/>
        </p:nvSpPr>
        <p:spPr>
          <a:xfrm>
            <a:off x="914400" y="1264950"/>
            <a:ext cx="76362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On the last day of class, we will hold a cybersecurity conference called </a:t>
            </a:r>
            <a:r>
              <a:rPr b="1" lang="en" sz="1600">
                <a:solidFill>
                  <a:srgbClr val="082D49"/>
                </a:solidFill>
                <a:latin typeface="Roboto"/>
                <a:ea typeface="Roboto"/>
                <a:cs typeface="Roboto"/>
                <a:sym typeface="Roboto"/>
              </a:rPr>
              <a:t>bootCon.</a:t>
            </a:r>
            <a:endParaRPr b="1" sz="1600">
              <a:solidFill>
                <a:srgbClr val="082D49"/>
              </a:solidFill>
              <a:latin typeface="Roboto"/>
              <a:ea typeface="Roboto"/>
              <a:cs typeface="Roboto"/>
              <a:sym typeface="Roboto"/>
            </a:endParaRPr>
          </a:p>
        </p:txBody>
      </p:sp>
      <p:sp>
        <p:nvSpPr>
          <p:cNvPr id="1749" name="Google Shape;1749;p222"/>
          <p:cNvSpPr txBox="1"/>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082D49"/>
                </a:solidFill>
                <a:latin typeface="Roboto"/>
                <a:ea typeface="Roboto"/>
                <a:cs typeface="Roboto"/>
                <a:sym typeface="Roboto"/>
              </a:rPr>
              <a:t>BootCon Presentations</a:t>
            </a:r>
            <a:endParaRPr b="1" sz="2600">
              <a:solidFill>
                <a:srgbClr val="082D49"/>
              </a:solidFill>
              <a:latin typeface="Roboto"/>
              <a:ea typeface="Roboto"/>
              <a:cs typeface="Roboto"/>
              <a:sym typeface="Roboto"/>
            </a:endParaRPr>
          </a:p>
        </p:txBody>
      </p:sp>
      <p:sp>
        <p:nvSpPr>
          <p:cNvPr id="1750" name="Google Shape;1750;p222"/>
          <p:cNvSpPr txBox="1"/>
          <p:nvPr/>
        </p:nvSpPr>
        <p:spPr>
          <a:xfrm>
            <a:off x="457200" y="6248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rgbClr val="082D49"/>
                </a:solidFill>
                <a:latin typeface="Roboto"/>
                <a:ea typeface="Roboto"/>
                <a:cs typeface="Roboto"/>
                <a:sym typeface="Roboto"/>
              </a:rPr>
              <a:t>Similarly, you will have an opportunity to showcase your skills during bootCon.</a:t>
            </a:r>
            <a:endParaRPr sz="1800">
              <a:solidFill>
                <a:srgbClr val="082D49"/>
              </a:solidFill>
              <a:latin typeface="Roboto"/>
              <a:ea typeface="Roboto"/>
              <a:cs typeface="Roboto"/>
              <a:sym typeface="Roboto"/>
            </a:endParaRPr>
          </a:p>
          <a:p>
            <a:pPr indent="0" lvl="0" marL="0" rtl="0" algn="l">
              <a:lnSpc>
                <a:spcPct val="115000"/>
              </a:lnSpc>
              <a:spcBef>
                <a:spcPts val="1200"/>
              </a:spcBef>
              <a:spcAft>
                <a:spcPts val="1200"/>
              </a:spcAft>
              <a:buNone/>
            </a:pPr>
            <a:r>
              <a:t/>
            </a:r>
            <a:endParaRPr sz="1800">
              <a:solidFill>
                <a:srgbClr val="082D49"/>
              </a:solidFill>
              <a:latin typeface="Roboto"/>
              <a:ea typeface="Roboto"/>
              <a:cs typeface="Roboto"/>
              <a:sym typeface="Roboto"/>
            </a:endParaRPr>
          </a:p>
        </p:txBody>
      </p:sp>
      <p:sp>
        <p:nvSpPr>
          <p:cNvPr id="1751" name="Google Shape;1751;p222"/>
          <p:cNvSpPr/>
          <p:nvPr/>
        </p:nvSpPr>
        <p:spPr>
          <a:xfrm>
            <a:off x="607725" y="1972800"/>
            <a:ext cx="8079000" cy="626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222"/>
          <p:cNvSpPr/>
          <p:nvPr/>
        </p:nvSpPr>
        <p:spPr>
          <a:xfrm>
            <a:off x="457250" y="204416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2</a:t>
            </a:r>
            <a:endParaRPr b="0" i="0" sz="1800" u="none" cap="none" strike="noStrike">
              <a:solidFill>
                <a:srgbClr val="082D49"/>
              </a:solidFill>
              <a:latin typeface="Arial"/>
              <a:ea typeface="Arial"/>
              <a:cs typeface="Arial"/>
              <a:sym typeface="Arial"/>
            </a:endParaRPr>
          </a:p>
        </p:txBody>
      </p:sp>
      <p:sp>
        <p:nvSpPr>
          <p:cNvPr id="1753" name="Google Shape;1753;p222"/>
          <p:cNvSpPr txBox="1"/>
          <p:nvPr/>
        </p:nvSpPr>
        <p:spPr>
          <a:xfrm>
            <a:off x="914450" y="2095700"/>
            <a:ext cx="76362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Each student will have an opportunity to showcase the skills they learned during the bootcamp with a presentation.</a:t>
            </a:r>
            <a:endParaRPr b="1" sz="1600">
              <a:solidFill>
                <a:srgbClr val="082D49"/>
              </a:solidFill>
              <a:latin typeface="Roboto"/>
              <a:ea typeface="Roboto"/>
              <a:cs typeface="Roboto"/>
              <a:sym typeface="Roboto"/>
            </a:endParaRPr>
          </a:p>
        </p:txBody>
      </p:sp>
      <p:sp>
        <p:nvSpPr>
          <p:cNvPr id="1754" name="Google Shape;1754;p222"/>
          <p:cNvSpPr/>
          <p:nvPr/>
        </p:nvSpPr>
        <p:spPr>
          <a:xfrm>
            <a:off x="607713" y="2817351"/>
            <a:ext cx="8079000" cy="626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222"/>
          <p:cNvSpPr/>
          <p:nvPr/>
        </p:nvSpPr>
        <p:spPr>
          <a:xfrm>
            <a:off x="457238" y="288871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3</a:t>
            </a:r>
            <a:endParaRPr b="0" i="0" sz="1800" u="none" cap="none" strike="noStrike">
              <a:solidFill>
                <a:srgbClr val="082D49"/>
              </a:solidFill>
              <a:latin typeface="Arial"/>
              <a:ea typeface="Arial"/>
              <a:cs typeface="Arial"/>
              <a:sym typeface="Arial"/>
            </a:endParaRPr>
          </a:p>
        </p:txBody>
      </p:sp>
      <p:sp>
        <p:nvSpPr>
          <p:cNvPr id="1756" name="Google Shape;1756;p222"/>
          <p:cNvSpPr txBox="1"/>
          <p:nvPr/>
        </p:nvSpPr>
        <p:spPr>
          <a:xfrm>
            <a:off x="914438" y="2940251"/>
            <a:ext cx="76362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If you elect to present as a group, every group member must participate in the presentation.</a:t>
            </a:r>
            <a:endParaRPr sz="1600">
              <a:solidFill>
                <a:srgbClr val="082D49"/>
              </a:solidFill>
              <a:latin typeface="Roboto"/>
              <a:ea typeface="Roboto"/>
              <a:cs typeface="Roboto"/>
              <a:sym typeface="Roboto"/>
            </a:endParaRPr>
          </a:p>
        </p:txBody>
      </p:sp>
      <p:sp>
        <p:nvSpPr>
          <p:cNvPr id="1757" name="Google Shape;1757;p222"/>
          <p:cNvSpPr/>
          <p:nvPr/>
        </p:nvSpPr>
        <p:spPr>
          <a:xfrm>
            <a:off x="607775" y="3648100"/>
            <a:ext cx="8079000" cy="9729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222"/>
          <p:cNvSpPr/>
          <p:nvPr/>
        </p:nvSpPr>
        <p:spPr>
          <a:xfrm>
            <a:off x="457288" y="3930238"/>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4</a:t>
            </a:r>
            <a:endParaRPr b="0" i="0" sz="1800" u="none" cap="none" strike="noStrike">
              <a:solidFill>
                <a:srgbClr val="082D49"/>
              </a:solidFill>
              <a:latin typeface="Arial"/>
              <a:ea typeface="Arial"/>
              <a:cs typeface="Arial"/>
              <a:sym typeface="Arial"/>
            </a:endParaRPr>
          </a:p>
        </p:txBody>
      </p:sp>
      <p:sp>
        <p:nvSpPr>
          <p:cNvPr id="1759" name="Google Shape;1759;p222"/>
          <p:cNvSpPr txBox="1"/>
          <p:nvPr/>
        </p:nvSpPr>
        <p:spPr>
          <a:xfrm>
            <a:off x="914500" y="3694800"/>
            <a:ext cx="7636200" cy="873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600">
                <a:solidFill>
                  <a:srgbClr val="082D49"/>
                </a:solidFill>
                <a:latin typeface="Roboto"/>
                <a:ea typeface="Roboto"/>
                <a:cs typeface="Roboto"/>
                <a:sym typeface="Roboto"/>
              </a:rPr>
              <a:t>Most cyber professionals present at conferences when they’ve found a new vulnerability. However, for bootCon presentations, it is acceptable and recommended that you recreate a finding that has already been discovered.</a:t>
            </a:r>
            <a:endParaRPr sz="1600">
              <a:solidFill>
                <a:srgbClr val="082D49"/>
              </a:solidFill>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3" name="Shape 1763"/>
        <p:cNvGrpSpPr/>
        <p:nvPr/>
      </p:nvGrpSpPr>
      <p:grpSpPr>
        <a:xfrm>
          <a:off x="0" y="0"/>
          <a:ext cx="0" cy="0"/>
          <a:chOff x="0" y="0"/>
          <a:chExt cx="0" cy="0"/>
        </a:xfrm>
      </p:grpSpPr>
      <p:sp>
        <p:nvSpPr>
          <p:cNvPr id="1764" name="Google Shape;1764;p223"/>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bootCon presentation </a:t>
            </a:r>
            <a:br>
              <a:rPr lang="en"/>
            </a:br>
            <a:r>
              <a:rPr lang="en"/>
              <a:t>is </a:t>
            </a:r>
            <a:r>
              <a:rPr lang="en">
                <a:latin typeface="Roboto"/>
                <a:ea typeface="Roboto"/>
                <a:cs typeface="Roboto"/>
                <a:sym typeface="Roboto"/>
              </a:rPr>
              <a:t>NOT</a:t>
            </a:r>
            <a:r>
              <a:rPr lang="en"/>
              <a:t> a research paper.</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pic>
        <p:nvPicPr>
          <p:cNvPr id="1769" name="Google Shape;1769;p224"/>
          <p:cNvPicPr preferRelativeResize="0"/>
          <p:nvPr/>
        </p:nvPicPr>
        <p:blipFill rotWithShape="1">
          <a:blip r:embed="rId3">
            <a:alphaModFix/>
          </a:blip>
          <a:srcRect b="3620" l="1141" r="32506" t="1592"/>
          <a:stretch/>
        </p:blipFill>
        <p:spPr>
          <a:xfrm>
            <a:off x="3769950" y="0"/>
            <a:ext cx="5398826" cy="5143500"/>
          </a:xfrm>
          <a:prstGeom prst="rect">
            <a:avLst/>
          </a:prstGeom>
          <a:noFill/>
          <a:ln>
            <a:noFill/>
          </a:ln>
        </p:spPr>
      </p:pic>
      <p:sp>
        <p:nvSpPr>
          <p:cNvPr id="1770" name="Google Shape;1770;p224"/>
          <p:cNvSpPr txBox="1"/>
          <p:nvPr>
            <p:ph idx="12" type="sldNum"/>
          </p:nvPr>
        </p:nvSpPr>
        <p:spPr>
          <a:xfrm>
            <a:off x="8607775" y="4957200"/>
            <a:ext cx="261900" cy="10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771" name="Google Shape;1771;p224"/>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t/>
            </a:r>
            <a:endParaRPr/>
          </a:p>
        </p:txBody>
      </p:sp>
      <p:sp>
        <p:nvSpPr>
          <p:cNvPr id="1772" name="Google Shape;1772;p224"/>
          <p:cNvSpPr/>
          <p:nvPr/>
        </p:nvSpPr>
        <p:spPr>
          <a:xfrm>
            <a:off x="-12150" y="0"/>
            <a:ext cx="3782100" cy="5143500"/>
          </a:xfrm>
          <a:prstGeom prst="rect">
            <a:avLst/>
          </a:prstGeom>
          <a:solidFill>
            <a:schemeClr val="dk2"/>
          </a:solidFill>
          <a:ln>
            <a:noFill/>
          </a:ln>
        </p:spPr>
        <p:txBody>
          <a:bodyPr anchorCtr="0" anchor="ctr" bIns="91425" lIns="548625" spcFirstLastPara="1" rIns="182875" wrap="square" tIns="91425">
            <a:noAutofit/>
          </a:bodyPr>
          <a:lstStyle/>
          <a:p>
            <a:pPr indent="0" lvl="0" marL="0" rtl="0" algn="l">
              <a:spcBef>
                <a:spcPts val="0"/>
              </a:spcBef>
              <a:spcAft>
                <a:spcPts val="0"/>
              </a:spcAft>
              <a:buNone/>
            </a:pPr>
            <a:r>
              <a:rPr lang="en" sz="2400">
                <a:solidFill>
                  <a:schemeClr val="lt1"/>
                </a:solidFill>
                <a:latin typeface="Roboto"/>
                <a:ea typeface="Roboto"/>
                <a:cs typeface="Roboto"/>
                <a:sym typeface="Roboto"/>
              </a:rPr>
              <a:t>While research </a:t>
            </a:r>
            <a:br>
              <a:rPr lang="en" sz="2400">
                <a:solidFill>
                  <a:schemeClr val="lt1"/>
                </a:solidFill>
                <a:latin typeface="Roboto"/>
                <a:ea typeface="Roboto"/>
                <a:cs typeface="Roboto"/>
                <a:sym typeface="Roboto"/>
              </a:rPr>
            </a:br>
            <a:r>
              <a:rPr lang="en" sz="2400">
                <a:solidFill>
                  <a:schemeClr val="lt1"/>
                </a:solidFill>
                <a:latin typeface="Roboto"/>
                <a:ea typeface="Roboto"/>
                <a:cs typeface="Roboto"/>
                <a:sym typeface="Roboto"/>
              </a:rPr>
              <a:t>will be required, </a:t>
            </a:r>
            <a:br>
              <a:rPr lang="en" sz="2400">
                <a:solidFill>
                  <a:schemeClr val="lt1"/>
                </a:solidFill>
                <a:latin typeface="Roboto"/>
                <a:ea typeface="Roboto"/>
                <a:cs typeface="Roboto"/>
                <a:sym typeface="Roboto"/>
              </a:rPr>
            </a:br>
            <a:r>
              <a:rPr lang="en" sz="2400">
                <a:solidFill>
                  <a:schemeClr val="lt1"/>
                </a:solidFill>
                <a:latin typeface="Roboto"/>
                <a:ea typeface="Roboto"/>
                <a:cs typeface="Roboto"/>
                <a:sym typeface="Roboto"/>
              </a:rPr>
              <a:t>all presentations </a:t>
            </a:r>
            <a:br>
              <a:rPr lang="en" sz="2400">
                <a:solidFill>
                  <a:schemeClr val="lt1"/>
                </a:solidFill>
                <a:latin typeface="Roboto"/>
                <a:ea typeface="Roboto"/>
                <a:cs typeface="Roboto"/>
                <a:sym typeface="Roboto"/>
              </a:rPr>
            </a:br>
            <a:r>
              <a:rPr lang="en" sz="2400" u="sng">
                <a:solidFill>
                  <a:schemeClr val="lt1"/>
                </a:solidFill>
                <a:latin typeface="Roboto"/>
                <a:ea typeface="Roboto"/>
                <a:cs typeface="Roboto"/>
                <a:sym typeface="Roboto"/>
              </a:rPr>
              <a:t>must be</a:t>
            </a:r>
            <a:r>
              <a:rPr lang="en" sz="2400">
                <a:solidFill>
                  <a:schemeClr val="lt1"/>
                </a:solidFill>
                <a:latin typeface="Roboto"/>
                <a:ea typeface="Roboto"/>
                <a:cs typeface="Roboto"/>
                <a:sym typeface="Roboto"/>
              </a:rPr>
              <a:t> tangible </a:t>
            </a:r>
            <a:br>
              <a:rPr lang="en" sz="2400">
                <a:solidFill>
                  <a:schemeClr val="lt1"/>
                </a:solidFill>
                <a:latin typeface="Roboto"/>
                <a:ea typeface="Roboto"/>
                <a:cs typeface="Roboto"/>
                <a:sym typeface="Roboto"/>
              </a:rPr>
            </a:br>
            <a:r>
              <a:rPr lang="en" sz="2400">
                <a:solidFill>
                  <a:schemeClr val="lt1"/>
                </a:solidFill>
                <a:latin typeface="Roboto"/>
                <a:ea typeface="Roboto"/>
                <a:cs typeface="Roboto"/>
                <a:sym typeface="Roboto"/>
              </a:rPr>
              <a:t>and demonstrable.</a:t>
            </a:r>
            <a:endParaRPr sz="2400">
              <a:solidFill>
                <a:schemeClr val="lt1"/>
              </a:solidFill>
              <a:latin typeface="Roboto"/>
              <a:ea typeface="Roboto"/>
              <a:cs typeface="Roboto"/>
              <a:sym typeface="Roboto"/>
            </a:endParaRPr>
          </a:p>
          <a:p>
            <a:pPr indent="0" lvl="0" marL="0" rtl="0" algn="l">
              <a:spcBef>
                <a:spcPts val="1800"/>
              </a:spcBef>
              <a:spcAft>
                <a:spcPts val="0"/>
              </a:spcAft>
              <a:buNone/>
            </a:pPr>
            <a:r>
              <a:rPr b="1" lang="en" sz="2000">
                <a:solidFill>
                  <a:schemeClr val="lt1"/>
                </a:solidFill>
                <a:latin typeface="Roboto"/>
                <a:ea typeface="Roboto"/>
                <a:cs typeface="Roboto"/>
                <a:sym typeface="Roboto"/>
              </a:rPr>
              <a:t>A demonstration </a:t>
            </a:r>
            <a:br>
              <a:rPr b="1" lang="en" sz="2000">
                <a:solidFill>
                  <a:schemeClr val="lt1"/>
                </a:solidFill>
                <a:latin typeface="Roboto"/>
                <a:ea typeface="Roboto"/>
                <a:cs typeface="Roboto"/>
                <a:sym typeface="Roboto"/>
              </a:rPr>
            </a:br>
            <a:r>
              <a:rPr b="1" lang="en" sz="2000">
                <a:solidFill>
                  <a:schemeClr val="lt1"/>
                </a:solidFill>
                <a:latin typeface="Roboto"/>
                <a:ea typeface="Roboto"/>
                <a:cs typeface="Roboto"/>
                <a:sym typeface="Roboto"/>
              </a:rPr>
              <a:t>can either be:</a:t>
            </a:r>
            <a:endParaRPr b="1" sz="2000">
              <a:solidFill>
                <a:schemeClr val="lt1"/>
              </a:solidFill>
              <a:latin typeface="Roboto"/>
              <a:ea typeface="Roboto"/>
              <a:cs typeface="Roboto"/>
              <a:sym typeface="Roboto"/>
            </a:endParaRPr>
          </a:p>
          <a:p>
            <a:pPr indent="-193040" lvl="0" marL="320040" rtl="0" algn="l">
              <a:spcBef>
                <a:spcPts val="900"/>
              </a:spcBef>
              <a:spcAft>
                <a:spcPts val="0"/>
              </a:spcAft>
              <a:buClr>
                <a:schemeClr val="lt1"/>
              </a:buClr>
              <a:buSzPts val="1600"/>
              <a:buFont typeface="Roboto"/>
              <a:buChar char="●"/>
            </a:pPr>
            <a:r>
              <a:rPr lang="en" sz="1600">
                <a:solidFill>
                  <a:schemeClr val="lt1"/>
                </a:solidFill>
                <a:latin typeface="Roboto"/>
                <a:ea typeface="Roboto"/>
                <a:cs typeface="Roboto"/>
                <a:sym typeface="Roboto"/>
              </a:rPr>
              <a:t>Conducted in person</a:t>
            </a:r>
            <a:endParaRPr sz="1600">
              <a:solidFill>
                <a:schemeClr val="lt1"/>
              </a:solidFill>
              <a:latin typeface="Roboto"/>
              <a:ea typeface="Roboto"/>
              <a:cs typeface="Roboto"/>
              <a:sym typeface="Roboto"/>
            </a:endParaRPr>
          </a:p>
          <a:p>
            <a:pPr indent="-193040" lvl="0" marL="320040" rtl="0" algn="l">
              <a:spcBef>
                <a:spcPts val="900"/>
              </a:spcBef>
              <a:spcAft>
                <a:spcPts val="0"/>
              </a:spcAft>
              <a:buClr>
                <a:schemeClr val="lt1"/>
              </a:buClr>
              <a:buSzPts val="1600"/>
              <a:buFont typeface="Roboto"/>
              <a:buChar char="●"/>
            </a:pPr>
            <a:r>
              <a:rPr lang="en" sz="1600">
                <a:solidFill>
                  <a:schemeClr val="lt1"/>
                </a:solidFill>
                <a:latin typeface="Roboto"/>
                <a:ea typeface="Roboto"/>
                <a:cs typeface="Roboto"/>
                <a:sym typeface="Roboto"/>
              </a:rPr>
              <a:t>A prerecorded video</a:t>
            </a:r>
            <a:br>
              <a:rPr lang="en" sz="1600">
                <a:solidFill>
                  <a:schemeClr val="lt1"/>
                </a:solidFill>
                <a:latin typeface="Roboto"/>
                <a:ea typeface="Roboto"/>
                <a:cs typeface="Roboto"/>
                <a:sym typeface="Roboto"/>
              </a:rPr>
            </a:br>
            <a:r>
              <a:rPr lang="en" sz="1600">
                <a:solidFill>
                  <a:schemeClr val="lt1"/>
                </a:solidFill>
                <a:latin typeface="Roboto"/>
                <a:ea typeface="Roboto"/>
                <a:cs typeface="Roboto"/>
                <a:sym typeface="Roboto"/>
              </a:rPr>
              <a:t>that accompanies</a:t>
            </a:r>
            <a:br>
              <a:rPr lang="en" sz="1600">
                <a:solidFill>
                  <a:schemeClr val="lt1"/>
                </a:solidFill>
                <a:latin typeface="Roboto"/>
                <a:ea typeface="Roboto"/>
                <a:cs typeface="Roboto"/>
                <a:sym typeface="Roboto"/>
              </a:rPr>
            </a:br>
            <a:r>
              <a:rPr lang="en" sz="1600">
                <a:solidFill>
                  <a:schemeClr val="lt1"/>
                </a:solidFill>
                <a:latin typeface="Roboto"/>
                <a:ea typeface="Roboto"/>
                <a:cs typeface="Roboto"/>
                <a:sym typeface="Roboto"/>
              </a:rPr>
              <a:t>the presentation</a:t>
            </a:r>
            <a:br>
              <a:rPr lang="en" sz="1600">
                <a:solidFill>
                  <a:schemeClr val="lt1"/>
                </a:solidFill>
                <a:latin typeface="Roboto"/>
                <a:ea typeface="Roboto"/>
                <a:cs typeface="Roboto"/>
                <a:sym typeface="Roboto"/>
              </a:rPr>
            </a:br>
            <a:r>
              <a:rPr i="1" lang="en" sz="1600">
                <a:solidFill>
                  <a:schemeClr val="lt1"/>
                </a:solidFill>
                <a:latin typeface="Roboto"/>
                <a:ea typeface="Roboto"/>
                <a:cs typeface="Roboto"/>
                <a:sym typeface="Roboto"/>
              </a:rPr>
              <a:t>(if a live demonstration </a:t>
            </a:r>
            <a:br>
              <a:rPr i="1" lang="en" sz="1600">
                <a:solidFill>
                  <a:schemeClr val="lt1"/>
                </a:solidFill>
                <a:latin typeface="Roboto"/>
                <a:ea typeface="Roboto"/>
                <a:cs typeface="Roboto"/>
                <a:sym typeface="Roboto"/>
              </a:rPr>
            </a:br>
            <a:r>
              <a:rPr i="1" lang="en" sz="1600">
                <a:solidFill>
                  <a:schemeClr val="lt1"/>
                </a:solidFill>
                <a:latin typeface="Roboto"/>
                <a:ea typeface="Roboto"/>
                <a:cs typeface="Roboto"/>
                <a:sym typeface="Roboto"/>
              </a:rPr>
              <a:t>isn’t practical)</a:t>
            </a:r>
            <a:endParaRPr sz="1600">
              <a:solidFill>
                <a:schemeClr val="lt1"/>
              </a:solidFill>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225"/>
          <p:cNvSpPr txBox="1"/>
          <p:nvPr/>
        </p:nvSpPr>
        <p:spPr>
          <a:xfrm>
            <a:off x="-5420" y="2014763"/>
            <a:ext cx="2155800" cy="576000"/>
          </a:xfrm>
          <a:prstGeom prst="rect">
            <a:avLst/>
          </a:prstGeom>
          <a:noFill/>
          <a:ln>
            <a:noFill/>
          </a:ln>
        </p:spPr>
        <p:txBody>
          <a:bodyPr anchorCtr="0" anchor="t" bIns="91425" lIns="45720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 sz="1800" u="none" cap="none" strike="noStrike">
                <a:solidFill>
                  <a:schemeClr val="dk2"/>
                </a:solidFill>
                <a:latin typeface="Roboto Medium"/>
                <a:ea typeface="Roboto Medium"/>
                <a:cs typeface="Roboto Medium"/>
                <a:sym typeface="Roboto Medium"/>
              </a:rPr>
              <a:t>Category</a:t>
            </a:r>
            <a:endParaRPr b="0" i="0" sz="1800" u="none" cap="none" strike="noStrike">
              <a:solidFill>
                <a:schemeClr val="dk2"/>
              </a:solidFill>
              <a:latin typeface="Roboto Medium"/>
              <a:ea typeface="Roboto Medium"/>
              <a:cs typeface="Roboto Medium"/>
              <a:sym typeface="Roboto Medium"/>
            </a:endParaRPr>
          </a:p>
        </p:txBody>
      </p:sp>
      <p:sp>
        <p:nvSpPr>
          <p:cNvPr id="1778" name="Google Shape;1778;p225"/>
          <p:cNvSpPr/>
          <p:nvPr/>
        </p:nvSpPr>
        <p:spPr>
          <a:xfrm flipH="1">
            <a:off x="1638930" y="1785375"/>
            <a:ext cx="1988100" cy="2987100"/>
          </a:xfrm>
          <a:prstGeom prst="round2DiagRect">
            <a:avLst>
              <a:gd fmla="val 0" name="adj1"/>
              <a:gd fmla="val 0" name="adj2"/>
            </a:avLst>
          </a:prstGeom>
          <a:solidFill>
            <a:srgbClr val="F3F3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200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200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grpSp>
        <p:nvGrpSpPr>
          <p:cNvPr id="1779" name="Google Shape;1779;p225"/>
          <p:cNvGrpSpPr/>
          <p:nvPr/>
        </p:nvGrpSpPr>
        <p:grpSpPr>
          <a:xfrm>
            <a:off x="1654806" y="1192702"/>
            <a:ext cx="533372" cy="533480"/>
            <a:chOff x="457200" y="1378813"/>
            <a:chExt cx="695400" cy="695450"/>
          </a:xfrm>
        </p:grpSpPr>
        <p:sp>
          <p:nvSpPr>
            <p:cNvPr id="1780" name="Google Shape;1780;p225"/>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000000"/>
                  </a:solidFill>
                  <a:latin typeface="Roboto Medium"/>
                  <a:ea typeface="Roboto Medium"/>
                  <a:cs typeface="Roboto Medium"/>
                  <a:sym typeface="Roboto Medium"/>
                </a:rPr>
                <a:t>01</a:t>
              </a:r>
              <a:endParaRPr i="0" sz="2100" u="none" cap="none" strike="noStrike">
                <a:solidFill>
                  <a:srgbClr val="000000"/>
                </a:solidFill>
                <a:latin typeface="Roboto Medium"/>
                <a:ea typeface="Roboto Medium"/>
                <a:cs typeface="Roboto Medium"/>
                <a:sym typeface="Roboto Medium"/>
              </a:endParaRPr>
            </a:p>
          </p:txBody>
        </p:sp>
        <p:sp>
          <p:nvSpPr>
            <p:cNvPr id="1781" name="Google Shape;1781;p225"/>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Medium"/>
                <a:ea typeface="Roboto Medium"/>
                <a:cs typeface="Roboto Medium"/>
                <a:sym typeface="Roboto Medium"/>
              </a:endParaRPr>
            </a:p>
          </p:txBody>
        </p:sp>
      </p:grpSp>
      <p:grpSp>
        <p:nvGrpSpPr>
          <p:cNvPr id="1782" name="Google Shape;1782;p225"/>
          <p:cNvGrpSpPr/>
          <p:nvPr/>
        </p:nvGrpSpPr>
        <p:grpSpPr>
          <a:xfrm>
            <a:off x="4081506" y="1192702"/>
            <a:ext cx="533372" cy="533480"/>
            <a:chOff x="457200" y="1378813"/>
            <a:chExt cx="695400" cy="695450"/>
          </a:xfrm>
        </p:grpSpPr>
        <p:sp>
          <p:nvSpPr>
            <p:cNvPr id="1783" name="Google Shape;1783;p225"/>
            <p:cNvSpPr/>
            <p:nvPr/>
          </p:nvSpPr>
          <p:spPr>
            <a:xfrm>
              <a:off x="457200" y="1378813"/>
              <a:ext cx="695400" cy="621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Medium"/>
                  <a:ea typeface="Roboto Medium"/>
                  <a:cs typeface="Roboto Medium"/>
                  <a:sym typeface="Roboto Medium"/>
                </a:rPr>
                <a:t>02</a:t>
              </a:r>
              <a:endParaRPr i="0" sz="2100" u="none" cap="none" strike="noStrike">
                <a:solidFill>
                  <a:srgbClr val="FFFFFF"/>
                </a:solidFill>
                <a:latin typeface="Roboto Medium"/>
                <a:ea typeface="Roboto Medium"/>
                <a:cs typeface="Roboto Medium"/>
                <a:sym typeface="Roboto Medium"/>
              </a:endParaRPr>
            </a:p>
          </p:txBody>
        </p:sp>
        <p:sp>
          <p:nvSpPr>
            <p:cNvPr id="1784" name="Google Shape;1784;p225"/>
            <p:cNvSpPr/>
            <p:nvPr/>
          </p:nvSpPr>
          <p:spPr>
            <a:xfrm rot="10800000">
              <a:off x="634726" y="1885638"/>
              <a:ext cx="34032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Medium"/>
                <a:ea typeface="Roboto Medium"/>
                <a:cs typeface="Roboto Medium"/>
                <a:sym typeface="Roboto Medium"/>
              </a:endParaRPr>
            </a:p>
          </p:txBody>
        </p:sp>
      </p:grpSp>
      <p:sp>
        <p:nvSpPr>
          <p:cNvPr id="1785" name="Google Shape;1785;p225"/>
          <p:cNvSpPr/>
          <p:nvPr/>
        </p:nvSpPr>
        <p:spPr>
          <a:xfrm flipH="1">
            <a:off x="4065480" y="1785375"/>
            <a:ext cx="1988100" cy="2987100"/>
          </a:xfrm>
          <a:prstGeom prst="round2DiagRect">
            <a:avLst>
              <a:gd fmla="val 0" name="adj1"/>
              <a:gd fmla="val 0" name="adj2"/>
            </a:avLst>
          </a:prstGeom>
          <a:solidFill>
            <a:srgbClr val="F3F3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20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nvGrpSpPr>
          <p:cNvPr id="1786" name="Google Shape;1786;p225"/>
          <p:cNvGrpSpPr/>
          <p:nvPr/>
        </p:nvGrpSpPr>
        <p:grpSpPr>
          <a:xfrm>
            <a:off x="6439606" y="1193452"/>
            <a:ext cx="533372" cy="533480"/>
            <a:chOff x="457200" y="1378813"/>
            <a:chExt cx="695400" cy="695450"/>
          </a:xfrm>
        </p:grpSpPr>
        <p:sp>
          <p:nvSpPr>
            <p:cNvPr id="1787" name="Google Shape;1787;p225"/>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Medium"/>
                  <a:ea typeface="Roboto Medium"/>
                  <a:cs typeface="Roboto Medium"/>
                  <a:sym typeface="Roboto Medium"/>
                </a:rPr>
                <a:t>03</a:t>
              </a:r>
              <a:endParaRPr i="0" sz="2100" u="none" cap="none" strike="noStrike">
                <a:solidFill>
                  <a:srgbClr val="FFFFFF"/>
                </a:solidFill>
                <a:latin typeface="Roboto Medium"/>
                <a:ea typeface="Roboto Medium"/>
                <a:cs typeface="Roboto Medium"/>
                <a:sym typeface="Roboto Medium"/>
              </a:endParaRPr>
            </a:p>
          </p:txBody>
        </p:sp>
        <p:sp>
          <p:nvSpPr>
            <p:cNvPr id="1788" name="Google Shape;1788;p225"/>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Medium"/>
                <a:ea typeface="Roboto Medium"/>
                <a:cs typeface="Roboto Medium"/>
                <a:sym typeface="Roboto Medium"/>
              </a:endParaRPr>
            </a:p>
          </p:txBody>
        </p:sp>
      </p:grpSp>
      <p:sp>
        <p:nvSpPr>
          <p:cNvPr id="1789" name="Google Shape;1789;p225"/>
          <p:cNvSpPr/>
          <p:nvPr/>
        </p:nvSpPr>
        <p:spPr>
          <a:xfrm flipH="1">
            <a:off x="6423580" y="1786222"/>
            <a:ext cx="1988100" cy="2987100"/>
          </a:xfrm>
          <a:prstGeom prst="round2DiagRect">
            <a:avLst>
              <a:gd fmla="val 0" name="adj1"/>
              <a:gd fmla="val 0" name="adj2"/>
            </a:avLst>
          </a:prstGeom>
          <a:solidFill>
            <a:srgbClr val="F3F3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1790" name="Google Shape;1790;p225"/>
          <p:cNvSpPr txBox="1"/>
          <p:nvPr/>
        </p:nvSpPr>
        <p:spPr>
          <a:xfrm>
            <a:off x="-5420" y="3664975"/>
            <a:ext cx="1940100" cy="1269000"/>
          </a:xfrm>
          <a:prstGeom prst="rect">
            <a:avLst/>
          </a:prstGeom>
          <a:noFill/>
          <a:ln>
            <a:noFill/>
          </a:ln>
        </p:spPr>
        <p:txBody>
          <a:bodyPr anchorCtr="0" anchor="t" bIns="91425" lIns="45720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 sz="1800" u="none" cap="none" strike="noStrike">
                <a:solidFill>
                  <a:schemeClr val="dk2"/>
                </a:solidFill>
                <a:latin typeface="Roboto Medium"/>
                <a:ea typeface="Roboto Medium"/>
                <a:cs typeface="Roboto Medium"/>
                <a:sym typeface="Roboto Medium"/>
              </a:rPr>
              <a:t>Example</a:t>
            </a:r>
            <a:endParaRPr b="0" i="0" sz="1800" u="none" cap="none" strike="noStrike">
              <a:solidFill>
                <a:schemeClr val="dk2"/>
              </a:solidFill>
              <a:latin typeface="Roboto Medium"/>
              <a:ea typeface="Roboto Medium"/>
              <a:cs typeface="Roboto Medium"/>
              <a:sym typeface="Roboto Medium"/>
            </a:endParaRPr>
          </a:p>
        </p:txBody>
      </p:sp>
      <p:cxnSp>
        <p:nvCxnSpPr>
          <p:cNvPr id="1791" name="Google Shape;1791;p225"/>
          <p:cNvCxnSpPr/>
          <p:nvPr/>
        </p:nvCxnSpPr>
        <p:spPr>
          <a:xfrm>
            <a:off x="450400" y="3543550"/>
            <a:ext cx="8033100" cy="0"/>
          </a:xfrm>
          <a:prstGeom prst="straightConnector1">
            <a:avLst/>
          </a:prstGeom>
          <a:noFill/>
          <a:ln cap="flat" cmpd="sng" w="9525">
            <a:solidFill>
              <a:srgbClr val="595959"/>
            </a:solidFill>
            <a:prstDash val="dot"/>
            <a:round/>
            <a:headEnd len="sm" w="sm" type="none"/>
            <a:tailEnd len="sm" w="sm" type="none"/>
          </a:ln>
        </p:spPr>
      </p:cxnSp>
      <p:sp>
        <p:nvSpPr>
          <p:cNvPr id="1792" name="Google Shape;1792;p225"/>
          <p:cNvSpPr txBox="1"/>
          <p:nvPr>
            <p:ph idx="4294967295" type="title"/>
          </p:nvPr>
        </p:nvSpPr>
        <p:spPr>
          <a:xfrm>
            <a:off x="-12125" y="-76200"/>
            <a:ext cx="9168600" cy="533700"/>
          </a:xfrm>
          <a:prstGeom prst="rect">
            <a:avLst/>
          </a:prstGeom>
          <a:noFill/>
          <a:ln>
            <a:noFill/>
          </a:ln>
        </p:spPr>
        <p:txBody>
          <a:bodyPr anchorCtr="0" anchor="t" bIns="91425" lIns="457200" spcFirstLastPara="1" rIns="274300" wrap="square" tIns="182875">
            <a:noAutofit/>
          </a:bodyPr>
          <a:lstStyle/>
          <a:p>
            <a:pPr indent="0" lvl="0" marL="0" rtl="0" algn="l">
              <a:lnSpc>
                <a:spcPct val="100000"/>
              </a:lnSpc>
              <a:spcBef>
                <a:spcPts val="0"/>
              </a:spcBef>
              <a:spcAft>
                <a:spcPts val="0"/>
              </a:spcAft>
              <a:buSzPts val="2400"/>
              <a:buNone/>
            </a:pPr>
            <a:r>
              <a:rPr lang="en"/>
              <a:t>BootCon Presentations</a:t>
            </a:r>
            <a:endParaRPr/>
          </a:p>
        </p:txBody>
      </p:sp>
      <p:sp>
        <p:nvSpPr>
          <p:cNvPr id="1793" name="Google Shape;1793;p225"/>
          <p:cNvSpPr txBox="1"/>
          <p:nvPr>
            <p:ph idx="4294967295" type="subTitle"/>
          </p:nvPr>
        </p:nvSpPr>
        <p:spPr>
          <a:xfrm>
            <a:off x="0" y="599775"/>
            <a:ext cx="9144000" cy="3648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SzPts val="1800"/>
              <a:buNone/>
            </a:pPr>
            <a:r>
              <a:rPr lang="en"/>
              <a:t>Each bootCon presentation should fall into one of the following three categories:</a:t>
            </a:r>
            <a:endParaRPr/>
          </a:p>
        </p:txBody>
      </p:sp>
      <p:sp>
        <p:nvSpPr>
          <p:cNvPr id="1794" name="Google Shape;1794;p225"/>
          <p:cNvSpPr txBox="1"/>
          <p:nvPr/>
        </p:nvSpPr>
        <p:spPr>
          <a:xfrm>
            <a:off x="1825080" y="3695495"/>
            <a:ext cx="1615800" cy="71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100"/>
              <a:buFont typeface="Arial"/>
              <a:buNone/>
            </a:pPr>
            <a:r>
              <a:rPr i="0" lang="en" sz="1400" u="none" cap="none" strike="noStrike">
                <a:solidFill>
                  <a:schemeClr val="dk2"/>
                </a:solidFill>
                <a:latin typeface="Roboto"/>
                <a:ea typeface="Roboto"/>
                <a:cs typeface="Roboto"/>
                <a:sym typeface="Roboto"/>
              </a:rPr>
              <a:t>Hacking your personal Blu-Ray player</a:t>
            </a:r>
            <a:endParaRPr i="0" sz="1400" u="none" cap="none" strike="noStrike">
              <a:solidFill>
                <a:schemeClr val="dk2"/>
              </a:solidFill>
              <a:latin typeface="Roboto"/>
              <a:ea typeface="Roboto"/>
              <a:cs typeface="Roboto"/>
              <a:sym typeface="Roboto"/>
            </a:endParaRPr>
          </a:p>
        </p:txBody>
      </p:sp>
      <p:sp>
        <p:nvSpPr>
          <p:cNvPr id="1795" name="Google Shape;1795;p225"/>
          <p:cNvSpPr txBox="1"/>
          <p:nvPr/>
        </p:nvSpPr>
        <p:spPr>
          <a:xfrm>
            <a:off x="1825080" y="1938575"/>
            <a:ext cx="1615800" cy="71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2000"/>
              </a:spcAft>
              <a:buClr>
                <a:srgbClr val="000000"/>
              </a:buClr>
              <a:buSzPts val="1400"/>
              <a:buFont typeface="Arial"/>
              <a:buNone/>
            </a:pPr>
            <a:r>
              <a:rPr i="0" lang="en" sz="1400" u="none" cap="none" strike="noStrike">
                <a:solidFill>
                  <a:schemeClr val="dk2"/>
                </a:solidFill>
                <a:latin typeface="Roboto"/>
                <a:ea typeface="Roboto"/>
                <a:cs typeface="Roboto"/>
                <a:sym typeface="Roboto"/>
              </a:rPr>
              <a:t>Exploiting a vulnerability of an IOT device</a:t>
            </a:r>
            <a:endParaRPr i="0" sz="1400" u="none" cap="none" strike="noStrike">
              <a:solidFill>
                <a:schemeClr val="dk2"/>
              </a:solidFill>
              <a:latin typeface="Roboto"/>
              <a:ea typeface="Roboto"/>
              <a:cs typeface="Roboto"/>
              <a:sym typeface="Roboto"/>
            </a:endParaRPr>
          </a:p>
        </p:txBody>
      </p:sp>
      <p:sp>
        <p:nvSpPr>
          <p:cNvPr id="1796" name="Google Shape;1796;p225"/>
          <p:cNvSpPr txBox="1"/>
          <p:nvPr/>
        </p:nvSpPr>
        <p:spPr>
          <a:xfrm>
            <a:off x="4285955" y="3695495"/>
            <a:ext cx="1504200" cy="95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i="0" lang="en" sz="1400" u="none" cap="none" strike="noStrike">
                <a:solidFill>
                  <a:schemeClr val="dk2"/>
                </a:solidFill>
                <a:latin typeface="Roboto"/>
                <a:ea typeface="Roboto"/>
                <a:cs typeface="Roboto"/>
                <a:sym typeface="Roboto"/>
              </a:rPr>
              <a:t>Developing a Python script that can automate an Nmap scan</a:t>
            </a:r>
            <a:endParaRPr i="0" sz="1400" u="none" cap="none" strike="noStrike">
              <a:solidFill>
                <a:schemeClr val="dk2"/>
              </a:solidFill>
              <a:latin typeface="Roboto"/>
              <a:ea typeface="Roboto"/>
              <a:cs typeface="Roboto"/>
              <a:sym typeface="Roboto"/>
            </a:endParaRPr>
          </a:p>
        </p:txBody>
      </p:sp>
      <p:sp>
        <p:nvSpPr>
          <p:cNvPr id="1797" name="Google Shape;1797;p225"/>
          <p:cNvSpPr txBox="1"/>
          <p:nvPr/>
        </p:nvSpPr>
        <p:spPr>
          <a:xfrm>
            <a:off x="4285955" y="1938575"/>
            <a:ext cx="1535400" cy="95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2000"/>
              </a:spcAft>
              <a:buClr>
                <a:srgbClr val="000000"/>
              </a:buClr>
              <a:buSzPts val="1400"/>
              <a:buFont typeface="Arial"/>
              <a:buNone/>
            </a:pPr>
            <a:r>
              <a:rPr i="0" lang="en" sz="1400" u="none" cap="none" strike="noStrike">
                <a:solidFill>
                  <a:schemeClr val="dk2"/>
                </a:solidFill>
                <a:latin typeface="Roboto"/>
                <a:ea typeface="Roboto"/>
                <a:cs typeface="Roboto"/>
                <a:sym typeface="Roboto"/>
              </a:rPr>
              <a:t>Developing code </a:t>
            </a:r>
            <a:br>
              <a:rPr i="0" lang="en" sz="1400" u="none" cap="none" strike="noStrike">
                <a:solidFill>
                  <a:schemeClr val="dk2"/>
                </a:solidFill>
                <a:latin typeface="Roboto"/>
                <a:ea typeface="Roboto"/>
                <a:cs typeface="Roboto"/>
                <a:sym typeface="Roboto"/>
              </a:rPr>
            </a:br>
            <a:r>
              <a:rPr i="0" lang="en" sz="1400" u="none" cap="none" strike="noStrike">
                <a:solidFill>
                  <a:schemeClr val="dk2"/>
                </a:solidFill>
                <a:latin typeface="Roboto"/>
                <a:ea typeface="Roboto"/>
                <a:cs typeface="Roboto"/>
                <a:sym typeface="Roboto"/>
              </a:rPr>
              <a:t>or a program that can complete a cybersecurity task</a:t>
            </a:r>
            <a:endParaRPr i="0" sz="1400" u="none" cap="none" strike="noStrike">
              <a:solidFill>
                <a:schemeClr val="dk2"/>
              </a:solidFill>
              <a:latin typeface="Roboto"/>
              <a:ea typeface="Roboto"/>
              <a:cs typeface="Roboto"/>
              <a:sym typeface="Roboto"/>
            </a:endParaRPr>
          </a:p>
        </p:txBody>
      </p:sp>
      <p:sp>
        <p:nvSpPr>
          <p:cNvPr id="1798" name="Google Shape;1798;p225"/>
          <p:cNvSpPr txBox="1"/>
          <p:nvPr/>
        </p:nvSpPr>
        <p:spPr>
          <a:xfrm>
            <a:off x="6631580" y="3695496"/>
            <a:ext cx="1685400" cy="71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i="0" lang="en" sz="1400" u="none" cap="none" strike="noStrike">
                <a:solidFill>
                  <a:schemeClr val="dk2"/>
                </a:solidFill>
                <a:latin typeface="Roboto"/>
                <a:ea typeface="Roboto"/>
                <a:cs typeface="Roboto"/>
                <a:sym typeface="Roboto"/>
              </a:rPr>
              <a:t>Using SET to design a social engineering campaign</a:t>
            </a:r>
            <a:endParaRPr i="0" sz="1400" u="none" cap="none" strike="noStrike">
              <a:solidFill>
                <a:schemeClr val="dk2"/>
              </a:solidFill>
              <a:latin typeface="Roboto"/>
              <a:ea typeface="Roboto"/>
              <a:cs typeface="Roboto"/>
              <a:sym typeface="Roboto"/>
            </a:endParaRPr>
          </a:p>
        </p:txBody>
      </p:sp>
      <p:sp>
        <p:nvSpPr>
          <p:cNvPr id="1799" name="Google Shape;1799;p225"/>
          <p:cNvSpPr txBox="1"/>
          <p:nvPr/>
        </p:nvSpPr>
        <p:spPr>
          <a:xfrm>
            <a:off x="6631580" y="1938575"/>
            <a:ext cx="1685400" cy="1454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2000"/>
              </a:spcAft>
              <a:buClr>
                <a:srgbClr val="000000"/>
              </a:buClr>
              <a:buSzPts val="1400"/>
              <a:buFont typeface="Arial"/>
              <a:buNone/>
            </a:pPr>
            <a:r>
              <a:rPr i="0" lang="en" sz="1400" u="none" cap="none" strike="noStrike">
                <a:solidFill>
                  <a:schemeClr val="dk2"/>
                </a:solidFill>
                <a:latin typeface="Roboto"/>
                <a:ea typeface="Roboto"/>
                <a:cs typeface="Roboto"/>
                <a:sym typeface="Roboto"/>
              </a:rPr>
              <a:t>Demonstrating how a cybersecurity tool that was not covered in class can accomplish a specific goal</a:t>
            </a:r>
            <a:endParaRPr i="0" sz="1400" u="none" cap="none" strike="noStrike">
              <a:solidFill>
                <a:schemeClr val="dk2"/>
              </a:solidFill>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3" name="Shape 1803"/>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227"/>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BootCon </a:t>
            </a:r>
            <a:r>
              <a:rPr lang="en"/>
              <a:t>Rules and </a:t>
            </a:r>
            <a:endParaRPr/>
          </a:p>
          <a:p>
            <a:pPr indent="0" lvl="0" marL="0" rtl="0" algn="ctr">
              <a:spcBef>
                <a:spcPts val="0"/>
              </a:spcBef>
              <a:spcAft>
                <a:spcPts val="0"/>
              </a:spcAft>
              <a:buNone/>
            </a:pPr>
            <a:r>
              <a:rPr lang="en"/>
              <a:t>Requirements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pic>
        <p:nvPicPr>
          <p:cNvPr id="1809" name="Google Shape;1809;p227"/>
          <p:cNvPicPr preferRelativeResize="0"/>
          <p:nvPr/>
        </p:nvPicPr>
        <p:blipFill rotWithShape="1">
          <a:blip r:embed="rId3">
            <a:alphaModFix/>
          </a:blip>
          <a:srcRect b="0" l="1456" r="1446" t="0"/>
          <a:stretch/>
        </p:blipFill>
        <p:spPr>
          <a:xfrm>
            <a:off x="3859522" y="1223875"/>
            <a:ext cx="1382099" cy="14185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13" name="Shape 1813"/>
        <p:cNvGrpSpPr/>
        <p:nvPr/>
      </p:nvGrpSpPr>
      <p:grpSpPr>
        <a:xfrm>
          <a:off x="0" y="0"/>
          <a:ext cx="0" cy="0"/>
          <a:chOff x="0" y="0"/>
          <a:chExt cx="0" cy="0"/>
        </a:xfrm>
      </p:grpSpPr>
      <p:sp>
        <p:nvSpPr>
          <p:cNvPr id="1814" name="Google Shape;1814;p228"/>
          <p:cNvSpPr txBox="1"/>
          <p:nvPr>
            <p:ph type="title"/>
          </p:nvPr>
        </p:nvSpPr>
        <p:spPr>
          <a:xfrm>
            <a:off x="-14700" y="-74100"/>
            <a:ext cx="7825200" cy="393600"/>
          </a:xfrm>
          <a:prstGeom prst="rect">
            <a:avLst/>
          </a:prstGeom>
          <a:noFill/>
          <a:ln>
            <a:noFill/>
          </a:ln>
        </p:spPr>
        <p:txBody>
          <a:bodyPr anchorCtr="0" anchor="t" bIns="91425" lIns="457200" spcFirstLastPara="1" rIns="274300" wrap="square" tIns="182875">
            <a:noAutofit/>
          </a:bodyPr>
          <a:lstStyle/>
          <a:p>
            <a:pPr indent="0" lvl="0" marL="0" rtl="0" algn="l">
              <a:spcBef>
                <a:spcPts val="0"/>
              </a:spcBef>
              <a:spcAft>
                <a:spcPts val="0"/>
              </a:spcAft>
              <a:buSzPts val="2400"/>
              <a:buNone/>
            </a:pPr>
            <a:r>
              <a:rPr lang="en"/>
              <a:t>BootCon Rules and Requirements</a:t>
            </a:r>
            <a:endParaRPr/>
          </a:p>
          <a:p>
            <a:pPr indent="0" lvl="0" marL="0" rtl="0" algn="l">
              <a:spcBef>
                <a:spcPts val="0"/>
              </a:spcBef>
              <a:spcAft>
                <a:spcPts val="0"/>
              </a:spcAft>
              <a:buSzPts val="2400"/>
              <a:buNone/>
            </a:pPr>
            <a:r>
              <a:t/>
            </a:r>
            <a:endParaRPr>
              <a:solidFill>
                <a:schemeClr val="dk1"/>
              </a:solidFill>
            </a:endParaRPr>
          </a:p>
          <a:p>
            <a:pPr indent="0" lvl="0" marL="0" rtl="0" algn="l">
              <a:spcBef>
                <a:spcPts val="0"/>
              </a:spcBef>
              <a:spcAft>
                <a:spcPts val="0"/>
              </a:spcAft>
              <a:buSzPts val="2400"/>
              <a:buNone/>
            </a:pPr>
            <a:r>
              <a:t/>
            </a:r>
            <a:endParaRPr>
              <a:solidFill>
                <a:schemeClr val="dk1"/>
              </a:solidFill>
            </a:endParaRPr>
          </a:p>
          <a:p>
            <a:pPr indent="0" lvl="0" marL="0" rtl="0" algn="l">
              <a:lnSpc>
                <a:spcPct val="100000"/>
              </a:lnSpc>
              <a:spcBef>
                <a:spcPts val="0"/>
              </a:spcBef>
              <a:spcAft>
                <a:spcPts val="0"/>
              </a:spcAft>
              <a:buSzPts val="2400"/>
              <a:buNone/>
            </a:pPr>
            <a:r>
              <a:t/>
            </a:r>
            <a:endParaRPr/>
          </a:p>
        </p:txBody>
      </p:sp>
      <p:sp>
        <p:nvSpPr>
          <p:cNvPr id="1815" name="Google Shape;1815;p228"/>
          <p:cNvSpPr txBox="1"/>
          <p:nvPr>
            <p:ph idx="4294967295" type="subTitle"/>
          </p:nvPr>
        </p:nvSpPr>
        <p:spPr>
          <a:xfrm>
            <a:off x="391900" y="473275"/>
            <a:ext cx="8752200" cy="1049700"/>
          </a:xfrm>
          <a:prstGeom prst="rect">
            <a:avLst/>
          </a:prstGeom>
          <a:noFill/>
          <a:ln>
            <a:noFill/>
          </a:ln>
        </p:spPr>
        <p:txBody>
          <a:bodyPr anchorCtr="0" anchor="t" bIns="0" lIns="457200" spcFirstLastPara="1" rIns="457200"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You must submit a project summary to your instructor for approval. </a:t>
            </a:r>
            <a:endParaRPr/>
          </a:p>
          <a:p>
            <a:pPr indent="0" lvl="0" marL="0" rtl="0" algn="l">
              <a:lnSpc>
                <a:spcPct val="115000"/>
              </a:lnSpc>
              <a:spcBef>
                <a:spcPts val="0"/>
              </a:spcBef>
              <a:spcAft>
                <a:spcPts val="0"/>
              </a:spcAft>
              <a:buClr>
                <a:schemeClr val="dk1"/>
              </a:buClr>
              <a:buSzPts val="1100"/>
              <a:buFont typeface="Arial"/>
              <a:buNone/>
            </a:pPr>
            <a:r>
              <a:rPr lang="en"/>
              <a:t>The summary should be submitted with a Slack message by Week 22.</a:t>
            </a:r>
            <a:endParaRPr/>
          </a:p>
          <a:p>
            <a:pPr indent="0" lvl="0" marL="0" rtl="0" algn="l">
              <a:lnSpc>
                <a:spcPct val="115000"/>
              </a:lnSpc>
              <a:spcBef>
                <a:spcPts val="1000"/>
              </a:spcBef>
              <a:spcAft>
                <a:spcPts val="0"/>
              </a:spcAft>
              <a:buClr>
                <a:schemeClr val="dk1"/>
              </a:buClr>
              <a:buSzPts val="1100"/>
              <a:buFont typeface="Arial"/>
              <a:buNone/>
            </a:pPr>
            <a:r>
              <a:rPr lang="en"/>
              <a:t>Your project summary should include:</a:t>
            </a:r>
            <a:endParaRPr b="1">
              <a:latin typeface="Roboto"/>
              <a:ea typeface="Roboto"/>
              <a:cs typeface="Roboto"/>
              <a:sym typeface="Roboto"/>
            </a:endParaRPr>
          </a:p>
          <a:p>
            <a:pPr indent="0" lvl="0" marL="0" rtl="0" algn="l">
              <a:lnSpc>
                <a:spcPct val="115000"/>
              </a:lnSpc>
              <a:spcBef>
                <a:spcPts val="0"/>
              </a:spcBef>
              <a:spcAft>
                <a:spcPts val="0"/>
              </a:spcAft>
              <a:buSzPts val="1800"/>
              <a:buNone/>
            </a:pPr>
            <a:r>
              <a:t/>
            </a:r>
            <a:endParaRPr sz="1400">
              <a:latin typeface="Roboto Medium"/>
              <a:ea typeface="Roboto Medium"/>
              <a:cs typeface="Roboto Medium"/>
              <a:sym typeface="Roboto Medium"/>
            </a:endParaRPr>
          </a:p>
        </p:txBody>
      </p:sp>
      <p:sp>
        <p:nvSpPr>
          <p:cNvPr id="1816" name="Google Shape;1816;p228"/>
          <p:cNvSpPr/>
          <p:nvPr/>
        </p:nvSpPr>
        <p:spPr>
          <a:xfrm>
            <a:off x="607675" y="18291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228"/>
          <p:cNvSpPr/>
          <p:nvPr/>
        </p:nvSpPr>
        <p:spPr>
          <a:xfrm>
            <a:off x="457200" y="18292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1818" name="Google Shape;1818;p228"/>
          <p:cNvSpPr txBox="1"/>
          <p:nvPr/>
        </p:nvSpPr>
        <p:spPr>
          <a:xfrm>
            <a:off x="914400" y="18758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19" name="Google Shape;1819;p228"/>
          <p:cNvSpPr txBox="1"/>
          <p:nvPr>
            <p:ph idx="4294967295" type="subTitle"/>
          </p:nvPr>
        </p:nvSpPr>
        <p:spPr>
          <a:xfrm>
            <a:off x="924850" y="1866101"/>
            <a:ext cx="7116000" cy="313500"/>
          </a:xfrm>
          <a:prstGeom prst="rect">
            <a:avLst/>
          </a:prstGeom>
          <a:noFill/>
          <a:ln>
            <a:noFill/>
          </a:ln>
        </p:spPr>
        <p:txBody>
          <a:bodyPr anchorCtr="0" anchor="ctr" bIns="0" lIns="457200" spcFirstLastPara="1" rIns="457200" wrap="square" tIns="91425">
            <a:noAutofit/>
          </a:bodyPr>
          <a:lstStyle/>
          <a:p>
            <a:pPr indent="0" lvl="0" marL="0" rtl="0" algn="l">
              <a:lnSpc>
                <a:spcPct val="100000"/>
              </a:lnSpc>
              <a:spcBef>
                <a:spcPts val="0"/>
              </a:spcBef>
              <a:spcAft>
                <a:spcPts val="0"/>
              </a:spcAft>
              <a:buClr>
                <a:srgbClr val="000000"/>
              </a:buClr>
              <a:buSzPts val="1500"/>
              <a:buFont typeface="Arial"/>
              <a:buNone/>
            </a:pPr>
            <a:r>
              <a:rPr lang="en"/>
              <a:t>The topic and title of your presenta</a:t>
            </a:r>
            <a:r>
              <a:rPr lang="en"/>
              <a:t>tion</a:t>
            </a:r>
            <a:endParaRPr sz="1400"/>
          </a:p>
        </p:txBody>
      </p:sp>
      <p:sp>
        <p:nvSpPr>
          <p:cNvPr id="1820" name="Google Shape;1820;p228"/>
          <p:cNvSpPr/>
          <p:nvPr/>
        </p:nvSpPr>
        <p:spPr>
          <a:xfrm>
            <a:off x="607750" y="2477563"/>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p228"/>
          <p:cNvSpPr/>
          <p:nvPr/>
        </p:nvSpPr>
        <p:spPr>
          <a:xfrm>
            <a:off x="457275" y="247761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2</a:t>
            </a:r>
            <a:endParaRPr b="0" i="0" sz="1800" u="none" cap="none" strike="noStrike">
              <a:solidFill>
                <a:srgbClr val="082D49"/>
              </a:solidFill>
              <a:latin typeface="Arial"/>
              <a:ea typeface="Arial"/>
              <a:cs typeface="Arial"/>
              <a:sym typeface="Arial"/>
            </a:endParaRPr>
          </a:p>
        </p:txBody>
      </p:sp>
      <p:sp>
        <p:nvSpPr>
          <p:cNvPr id="1822" name="Google Shape;1822;p228"/>
          <p:cNvSpPr txBox="1"/>
          <p:nvPr/>
        </p:nvSpPr>
        <p:spPr>
          <a:xfrm>
            <a:off x="914475" y="2524263"/>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23" name="Google Shape;1823;p228"/>
          <p:cNvSpPr txBox="1"/>
          <p:nvPr>
            <p:ph idx="4294967295" type="subTitle"/>
          </p:nvPr>
        </p:nvSpPr>
        <p:spPr>
          <a:xfrm>
            <a:off x="924925" y="2514514"/>
            <a:ext cx="7116000" cy="313500"/>
          </a:xfrm>
          <a:prstGeom prst="rect">
            <a:avLst/>
          </a:prstGeom>
          <a:noFill/>
          <a:ln>
            <a:noFill/>
          </a:ln>
        </p:spPr>
        <p:txBody>
          <a:bodyPr anchorCtr="0" anchor="ctr" bIns="0" lIns="457200" spcFirstLastPara="1" rIns="457200" wrap="square" tIns="91425">
            <a:noAutofit/>
          </a:bodyPr>
          <a:lstStyle/>
          <a:p>
            <a:pPr indent="0" lvl="0" marL="0" rtl="0" algn="l">
              <a:lnSpc>
                <a:spcPct val="100000"/>
              </a:lnSpc>
              <a:spcBef>
                <a:spcPts val="0"/>
              </a:spcBef>
              <a:spcAft>
                <a:spcPts val="0"/>
              </a:spcAft>
              <a:buClr>
                <a:srgbClr val="000000"/>
              </a:buClr>
              <a:buSzPts val="1500"/>
              <a:buFont typeface="Arial"/>
              <a:buNone/>
            </a:pPr>
            <a:r>
              <a:rPr lang="en"/>
              <a:t>The end goal or vulnerability being exploited</a:t>
            </a:r>
            <a:endParaRPr sz="1400"/>
          </a:p>
        </p:txBody>
      </p:sp>
      <p:sp>
        <p:nvSpPr>
          <p:cNvPr id="1824" name="Google Shape;1824;p228"/>
          <p:cNvSpPr/>
          <p:nvPr/>
        </p:nvSpPr>
        <p:spPr>
          <a:xfrm>
            <a:off x="607750" y="3135205"/>
            <a:ext cx="8079000" cy="670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228"/>
          <p:cNvSpPr/>
          <p:nvPr/>
        </p:nvSpPr>
        <p:spPr>
          <a:xfrm>
            <a:off x="457275" y="323021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3</a:t>
            </a:r>
            <a:endParaRPr b="0" i="0" sz="1800" u="none" cap="none" strike="noStrike">
              <a:solidFill>
                <a:srgbClr val="082D49"/>
              </a:solidFill>
              <a:latin typeface="Arial"/>
              <a:ea typeface="Arial"/>
              <a:cs typeface="Arial"/>
              <a:sym typeface="Arial"/>
            </a:endParaRPr>
          </a:p>
        </p:txBody>
      </p:sp>
      <p:sp>
        <p:nvSpPr>
          <p:cNvPr id="1826" name="Google Shape;1826;p228"/>
          <p:cNvSpPr txBox="1"/>
          <p:nvPr/>
        </p:nvSpPr>
        <p:spPr>
          <a:xfrm>
            <a:off x="914475" y="3181888"/>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27" name="Google Shape;1827;p228"/>
          <p:cNvSpPr txBox="1"/>
          <p:nvPr>
            <p:ph idx="4294967295" type="subTitle"/>
          </p:nvPr>
        </p:nvSpPr>
        <p:spPr>
          <a:xfrm>
            <a:off x="924925" y="3161665"/>
            <a:ext cx="7695300" cy="543600"/>
          </a:xfrm>
          <a:prstGeom prst="rect">
            <a:avLst/>
          </a:prstGeom>
          <a:noFill/>
          <a:ln>
            <a:noFill/>
          </a:ln>
        </p:spPr>
        <p:txBody>
          <a:bodyPr anchorCtr="0" anchor="ctr" bIns="0" lIns="457200" spcFirstLastPara="1" rIns="457200" wrap="square" tIns="91425">
            <a:noAutofit/>
          </a:bodyPr>
          <a:lstStyle/>
          <a:p>
            <a:pPr indent="0" lvl="0" marL="0" rtl="0" algn="l">
              <a:lnSpc>
                <a:spcPct val="100000"/>
              </a:lnSpc>
              <a:spcBef>
                <a:spcPts val="0"/>
              </a:spcBef>
              <a:spcAft>
                <a:spcPts val="0"/>
              </a:spcAft>
              <a:buClr>
                <a:srgbClr val="000000"/>
              </a:buClr>
              <a:buSzPts val="1500"/>
              <a:buFont typeface="Arial"/>
              <a:buNone/>
            </a:pPr>
            <a:r>
              <a:rPr lang="en"/>
              <a:t>A list of devices and/or technologies that will be used to accomplish the goal</a:t>
            </a:r>
            <a:endParaRPr sz="1400"/>
          </a:p>
        </p:txBody>
      </p:sp>
      <p:sp>
        <p:nvSpPr>
          <p:cNvPr id="1828" name="Google Shape;1828;p228"/>
          <p:cNvSpPr/>
          <p:nvPr/>
        </p:nvSpPr>
        <p:spPr>
          <a:xfrm>
            <a:off x="607675" y="4004580"/>
            <a:ext cx="8079000" cy="670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228"/>
          <p:cNvSpPr/>
          <p:nvPr/>
        </p:nvSpPr>
        <p:spPr>
          <a:xfrm>
            <a:off x="457200" y="4099591"/>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4</a:t>
            </a:r>
            <a:endParaRPr b="0" i="0" sz="1800" u="none" cap="none" strike="noStrike">
              <a:solidFill>
                <a:srgbClr val="082D49"/>
              </a:solidFill>
              <a:latin typeface="Arial"/>
              <a:ea typeface="Arial"/>
              <a:cs typeface="Arial"/>
              <a:sym typeface="Arial"/>
            </a:endParaRPr>
          </a:p>
        </p:txBody>
      </p:sp>
      <p:sp>
        <p:nvSpPr>
          <p:cNvPr id="1830" name="Google Shape;1830;p228"/>
          <p:cNvSpPr txBox="1"/>
          <p:nvPr/>
        </p:nvSpPr>
        <p:spPr>
          <a:xfrm>
            <a:off x="914400" y="4051263"/>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31" name="Google Shape;1831;p228"/>
          <p:cNvSpPr txBox="1"/>
          <p:nvPr>
            <p:ph idx="4294967295" type="subTitle"/>
          </p:nvPr>
        </p:nvSpPr>
        <p:spPr>
          <a:xfrm>
            <a:off x="924850" y="4031040"/>
            <a:ext cx="7695300" cy="543600"/>
          </a:xfrm>
          <a:prstGeom prst="rect">
            <a:avLst/>
          </a:prstGeom>
          <a:noFill/>
          <a:ln>
            <a:noFill/>
          </a:ln>
        </p:spPr>
        <p:txBody>
          <a:bodyPr anchorCtr="0" anchor="ctr" bIns="0" lIns="457200" spcFirstLastPara="1" rIns="457200" wrap="square" tIns="91425">
            <a:noAutofit/>
          </a:bodyPr>
          <a:lstStyle/>
          <a:p>
            <a:pPr indent="0" lvl="0" marL="0" rtl="0" algn="l">
              <a:lnSpc>
                <a:spcPct val="100000"/>
              </a:lnSpc>
              <a:spcBef>
                <a:spcPts val="0"/>
              </a:spcBef>
              <a:spcAft>
                <a:spcPts val="0"/>
              </a:spcAft>
              <a:buClr>
                <a:srgbClr val="000000"/>
              </a:buClr>
              <a:buSzPts val="1500"/>
              <a:buFont typeface="Arial"/>
              <a:buNone/>
            </a:pPr>
            <a:r>
              <a:rPr lang="en"/>
              <a:t>A summary of how the devices and technologies will be used to accomplish the goal</a:t>
            </a:r>
            <a:endParaRPr sz="1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35" name="Shape 1835"/>
        <p:cNvGrpSpPr/>
        <p:nvPr/>
      </p:nvGrpSpPr>
      <p:grpSpPr>
        <a:xfrm>
          <a:off x="0" y="0"/>
          <a:ext cx="0" cy="0"/>
          <a:chOff x="0" y="0"/>
          <a:chExt cx="0" cy="0"/>
        </a:xfrm>
      </p:grpSpPr>
      <p:sp>
        <p:nvSpPr>
          <p:cNvPr id="1836" name="Google Shape;1836;p229"/>
          <p:cNvSpPr txBox="1"/>
          <p:nvPr>
            <p:ph type="title"/>
          </p:nvPr>
        </p:nvSpPr>
        <p:spPr>
          <a:xfrm>
            <a:off x="-14700" y="-74100"/>
            <a:ext cx="7825200" cy="393600"/>
          </a:xfrm>
          <a:prstGeom prst="rect">
            <a:avLst/>
          </a:prstGeom>
          <a:noFill/>
          <a:ln>
            <a:noFill/>
          </a:ln>
        </p:spPr>
        <p:txBody>
          <a:bodyPr anchorCtr="0" anchor="t" bIns="91425" lIns="457200" spcFirstLastPara="1" rIns="274300" wrap="square" tIns="182875">
            <a:noAutofit/>
          </a:bodyPr>
          <a:lstStyle/>
          <a:p>
            <a:pPr indent="0" lvl="0" marL="0" rtl="0" algn="l">
              <a:spcBef>
                <a:spcPts val="0"/>
              </a:spcBef>
              <a:spcAft>
                <a:spcPts val="0"/>
              </a:spcAft>
              <a:buSzPts val="2400"/>
              <a:buNone/>
            </a:pPr>
            <a:r>
              <a:rPr lang="en"/>
              <a:t>BootCon Rules and Requirements</a:t>
            </a:r>
            <a:endParaRPr/>
          </a:p>
          <a:p>
            <a:pPr indent="0" lvl="0" marL="0" rtl="0" algn="l">
              <a:spcBef>
                <a:spcPts val="0"/>
              </a:spcBef>
              <a:spcAft>
                <a:spcPts val="0"/>
              </a:spcAft>
              <a:buSzPts val="2400"/>
              <a:buNone/>
            </a:pPr>
            <a:r>
              <a:t/>
            </a:r>
            <a:endParaRPr>
              <a:solidFill>
                <a:schemeClr val="dk1"/>
              </a:solidFill>
            </a:endParaRPr>
          </a:p>
          <a:p>
            <a:pPr indent="0" lvl="0" marL="0" rtl="0" algn="l">
              <a:spcBef>
                <a:spcPts val="0"/>
              </a:spcBef>
              <a:spcAft>
                <a:spcPts val="0"/>
              </a:spcAft>
              <a:buSzPts val="2400"/>
              <a:buNone/>
            </a:pPr>
            <a:r>
              <a:t/>
            </a:r>
            <a:endParaRPr>
              <a:solidFill>
                <a:schemeClr val="dk1"/>
              </a:solidFill>
            </a:endParaRPr>
          </a:p>
          <a:p>
            <a:pPr indent="0" lvl="0" marL="0" rtl="0" algn="l">
              <a:lnSpc>
                <a:spcPct val="100000"/>
              </a:lnSpc>
              <a:spcBef>
                <a:spcPts val="0"/>
              </a:spcBef>
              <a:spcAft>
                <a:spcPts val="0"/>
              </a:spcAft>
              <a:buSzPts val="2400"/>
              <a:buNone/>
            </a:pPr>
            <a:r>
              <a:t/>
            </a:r>
            <a:endParaRPr/>
          </a:p>
        </p:txBody>
      </p:sp>
      <p:sp>
        <p:nvSpPr>
          <p:cNvPr id="1837" name="Google Shape;1837;p229"/>
          <p:cNvSpPr txBox="1"/>
          <p:nvPr>
            <p:ph idx="4294967295" type="subTitle"/>
          </p:nvPr>
        </p:nvSpPr>
        <p:spPr>
          <a:xfrm>
            <a:off x="402740" y="1442887"/>
            <a:ext cx="8399700" cy="347100"/>
          </a:xfrm>
          <a:prstGeom prst="rect">
            <a:avLst/>
          </a:prstGeom>
          <a:noFill/>
          <a:ln>
            <a:noFill/>
          </a:ln>
        </p:spPr>
        <p:txBody>
          <a:bodyPr anchorCtr="0" anchor="t" bIns="0" lIns="457200" spcFirstLastPara="1" rIns="457200" wrap="square" tIns="91425">
            <a:noAutofit/>
          </a:bodyPr>
          <a:lstStyle/>
          <a:p>
            <a:pPr indent="0" lvl="0" marL="0" rtl="0" algn="l">
              <a:lnSpc>
                <a:spcPct val="115000"/>
              </a:lnSpc>
              <a:spcBef>
                <a:spcPts val="1000"/>
              </a:spcBef>
              <a:spcAft>
                <a:spcPts val="0"/>
              </a:spcAft>
              <a:buSzPts val="1100"/>
              <a:buNone/>
            </a:pPr>
            <a:r>
              <a:rPr lang="en"/>
              <a:t>You must:</a:t>
            </a:r>
            <a:endParaRPr/>
          </a:p>
          <a:p>
            <a:pPr indent="0" lvl="0" marL="0" rtl="0" algn="l">
              <a:lnSpc>
                <a:spcPct val="115000"/>
              </a:lnSpc>
              <a:spcBef>
                <a:spcPts val="0"/>
              </a:spcBef>
              <a:spcAft>
                <a:spcPts val="0"/>
              </a:spcAft>
              <a:buSzPts val="1800"/>
              <a:buNone/>
            </a:pPr>
            <a:r>
              <a:t/>
            </a:r>
            <a:endParaRPr sz="1400">
              <a:solidFill>
                <a:schemeClr val="dk1"/>
              </a:solidFill>
            </a:endParaRPr>
          </a:p>
          <a:p>
            <a:pPr indent="0" lvl="0" marL="0" rtl="0" algn="l">
              <a:lnSpc>
                <a:spcPct val="115000"/>
              </a:lnSpc>
              <a:spcBef>
                <a:spcPts val="0"/>
              </a:spcBef>
              <a:spcAft>
                <a:spcPts val="0"/>
              </a:spcAft>
              <a:buSzPts val="1800"/>
              <a:buNone/>
            </a:pPr>
            <a:r>
              <a:t/>
            </a:r>
            <a:endParaRPr b="1" sz="1400">
              <a:solidFill>
                <a:schemeClr val="dk1"/>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sz="1400">
              <a:latin typeface="Roboto Medium"/>
              <a:ea typeface="Roboto Medium"/>
              <a:cs typeface="Roboto Medium"/>
              <a:sym typeface="Roboto Medium"/>
            </a:endParaRPr>
          </a:p>
        </p:txBody>
      </p:sp>
      <p:sp>
        <p:nvSpPr>
          <p:cNvPr id="1838" name="Google Shape;1838;p229"/>
          <p:cNvSpPr/>
          <p:nvPr/>
        </p:nvSpPr>
        <p:spPr>
          <a:xfrm>
            <a:off x="1139400" y="828275"/>
            <a:ext cx="7578000" cy="614700"/>
          </a:xfrm>
          <a:prstGeom prst="roundRect">
            <a:avLst>
              <a:gd fmla="val 0" name="adj"/>
            </a:avLst>
          </a:prstGeom>
          <a:solidFill>
            <a:schemeClr val="accent1"/>
          </a:solidFill>
          <a:ln>
            <a:noFill/>
          </a:ln>
        </p:spPr>
        <p:txBody>
          <a:bodyPr anchorCtr="0" anchor="ctr" bIns="91425" lIns="182875" spcFirstLastPara="1" rIns="91425" wrap="square" tIns="91425">
            <a:noAutofit/>
          </a:bodyPr>
          <a:lstStyle/>
          <a:p>
            <a:pPr indent="114300" lvl="0" marL="0" marR="0" rtl="0" algn="l">
              <a:lnSpc>
                <a:spcPct val="90000"/>
              </a:lnSpc>
              <a:spcBef>
                <a:spcPts val="0"/>
              </a:spcBef>
              <a:spcAft>
                <a:spcPts val="0"/>
              </a:spcAft>
              <a:buClr>
                <a:srgbClr val="000000"/>
              </a:buClr>
              <a:buSzPts val="1100"/>
              <a:buFont typeface="Arial"/>
              <a:buNone/>
            </a:pPr>
            <a:r>
              <a:t/>
            </a:r>
            <a:endParaRPr i="0" sz="1600" u="none" cap="none" strike="noStrike">
              <a:solidFill>
                <a:schemeClr val="dk2"/>
              </a:solidFill>
              <a:latin typeface="Roboto Medium"/>
              <a:ea typeface="Roboto Medium"/>
              <a:cs typeface="Roboto Medium"/>
              <a:sym typeface="Roboto Medium"/>
            </a:endParaRPr>
          </a:p>
        </p:txBody>
      </p:sp>
      <p:pic>
        <p:nvPicPr>
          <p:cNvPr id="1839" name="Google Shape;1839;p229"/>
          <p:cNvPicPr preferRelativeResize="0"/>
          <p:nvPr/>
        </p:nvPicPr>
        <p:blipFill rotWithShape="1">
          <a:blip r:embed="rId3">
            <a:alphaModFix/>
          </a:blip>
          <a:srcRect b="0" l="0" r="0" t="0"/>
          <a:stretch/>
        </p:blipFill>
        <p:spPr>
          <a:xfrm>
            <a:off x="556238" y="919625"/>
            <a:ext cx="485078" cy="432000"/>
          </a:xfrm>
          <a:prstGeom prst="rect">
            <a:avLst/>
          </a:prstGeom>
          <a:noFill/>
          <a:ln>
            <a:noFill/>
          </a:ln>
        </p:spPr>
      </p:pic>
      <p:sp>
        <p:nvSpPr>
          <p:cNvPr id="1840" name="Google Shape;1840;p229"/>
          <p:cNvSpPr/>
          <p:nvPr/>
        </p:nvSpPr>
        <p:spPr>
          <a:xfrm>
            <a:off x="607675" y="19815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229"/>
          <p:cNvSpPr/>
          <p:nvPr/>
        </p:nvSpPr>
        <p:spPr>
          <a:xfrm>
            <a:off x="457200" y="19816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1842" name="Google Shape;1842;p229"/>
          <p:cNvSpPr txBox="1"/>
          <p:nvPr/>
        </p:nvSpPr>
        <p:spPr>
          <a:xfrm>
            <a:off x="914400" y="20282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43" name="Google Shape;1843;p229"/>
          <p:cNvSpPr/>
          <p:nvPr/>
        </p:nvSpPr>
        <p:spPr>
          <a:xfrm>
            <a:off x="607675" y="2673456"/>
            <a:ext cx="8079000" cy="6909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p229"/>
          <p:cNvSpPr/>
          <p:nvPr/>
        </p:nvSpPr>
        <p:spPr>
          <a:xfrm>
            <a:off x="457200" y="278534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2</a:t>
            </a:r>
            <a:endParaRPr b="0" i="0" sz="1800" u="none" cap="none" strike="noStrike">
              <a:solidFill>
                <a:srgbClr val="082D49"/>
              </a:solidFill>
              <a:latin typeface="Arial"/>
              <a:ea typeface="Arial"/>
              <a:cs typeface="Arial"/>
              <a:sym typeface="Arial"/>
            </a:endParaRPr>
          </a:p>
        </p:txBody>
      </p:sp>
      <p:sp>
        <p:nvSpPr>
          <p:cNvPr id="1845" name="Google Shape;1845;p229"/>
          <p:cNvSpPr txBox="1"/>
          <p:nvPr/>
        </p:nvSpPr>
        <p:spPr>
          <a:xfrm>
            <a:off x="914400" y="2720138"/>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46" name="Google Shape;1846;p229"/>
          <p:cNvSpPr txBox="1"/>
          <p:nvPr/>
        </p:nvSpPr>
        <p:spPr>
          <a:xfrm>
            <a:off x="956025" y="2778375"/>
            <a:ext cx="7683600" cy="505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Complete any network connections in your home and/or controlled environment.</a:t>
            </a:r>
            <a:endParaRPr sz="1800">
              <a:solidFill>
                <a:srgbClr val="082D49"/>
              </a:solidFill>
              <a:latin typeface="Roboto"/>
              <a:ea typeface="Roboto"/>
              <a:cs typeface="Roboto"/>
              <a:sym typeface="Roboto"/>
            </a:endParaRPr>
          </a:p>
        </p:txBody>
      </p:sp>
      <p:sp>
        <p:nvSpPr>
          <p:cNvPr id="1847" name="Google Shape;1847;p229"/>
          <p:cNvSpPr txBox="1"/>
          <p:nvPr/>
        </p:nvSpPr>
        <p:spPr>
          <a:xfrm>
            <a:off x="914400" y="2048863"/>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Perform all hacks and tests in simulated environments.</a:t>
            </a:r>
            <a:endParaRPr sz="1800">
              <a:solidFill>
                <a:srgbClr val="082D49"/>
              </a:solidFill>
              <a:latin typeface="Roboto"/>
              <a:ea typeface="Roboto"/>
              <a:cs typeface="Roboto"/>
              <a:sym typeface="Roboto"/>
            </a:endParaRPr>
          </a:p>
        </p:txBody>
      </p:sp>
      <p:sp>
        <p:nvSpPr>
          <p:cNvPr id="1848" name="Google Shape;1848;p229"/>
          <p:cNvSpPr/>
          <p:nvPr/>
        </p:nvSpPr>
        <p:spPr>
          <a:xfrm>
            <a:off x="638279" y="3662413"/>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p229"/>
          <p:cNvSpPr/>
          <p:nvPr/>
        </p:nvSpPr>
        <p:spPr>
          <a:xfrm>
            <a:off x="487804" y="366246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3</a:t>
            </a:r>
            <a:endParaRPr b="0" i="0" sz="1800" u="none" cap="none" strike="noStrike">
              <a:solidFill>
                <a:srgbClr val="082D49"/>
              </a:solidFill>
              <a:latin typeface="Arial"/>
              <a:ea typeface="Arial"/>
              <a:cs typeface="Arial"/>
              <a:sym typeface="Arial"/>
            </a:endParaRPr>
          </a:p>
        </p:txBody>
      </p:sp>
      <p:sp>
        <p:nvSpPr>
          <p:cNvPr id="1850" name="Google Shape;1850;p229"/>
          <p:cNvSpPr txBox="1"/>
          <p:nvPr/>
        </p:nvSpPr>
        <p:spPr>
          <a:xfrm>
            <a:off x="945004" y="3709113"/>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800">
              <a:solidFill>
                <a:srgbClr val="082D49"/>
              </a:solidFill>
              <a:latin typeface="Roboto"/>
              <a:ea typeface="Roboto"/>
              <a:cs typeface="Roboto"/>
              <a:sym typeface="Roboto"/>
            </a:endParaRPr>
          </a:p>
        </p:txBody>
      </p:sp>
      <p:sp>
        <p:nvSpPr>
          <p:cNvPr id="1851" name="Google Shape;1851;p229"/>
          <p:cNvSpPr txBox="1"/>
          <p:nvPr/>
        </p:nvSpPr>
        <p:spPr>
          <a:xfrm>
            <a:off x="945004" y="3729725"/>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Only perform IoT hacks on devices that you own.</a:t>
            </a:r>
            <a:endParaRPr sz="1800">
              <a:solidFill>
                <a:srgbClr val="082D49"/>
              </a:solidFill>
              <a:latin typeface="Roboto"/>
              <a:ea typeface="Roboto"/>
              <a:cs typeface="Roboto"/>
              <a:sym typeface="Roboto"/>
            </a:endParaRPr>
          </a:p>
        </p:txBody>
      </p:sp>
      <p:sp>
        <p:nvSpPr>
          <p:cNvPr id="1852" name="Google Shape;1852;p229"/>
          <p:cNvSpPr txBox="1"/>
          <p:nvPr/>
        </p:nvSpPr>
        <p:spPr>
          <a:xfrm>
            <a:off x="1263300" y="815525"/>
            <a:ext cx="6693000" cy="64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dk2"/>
                </a:solidFill>
                <a:latin typeface="Roboto"/>
                <a:ea typeface="Roboto"/>
                <a:cs typeface="Roboto"/>
                <a:sym typeface="Roboto"/>
              </a:rPr>
              <a:t>Under no circumstances may any aspect of your bootCon presentation be unethical or illegal.</a:t>
            </a:r>
            <a:endParaRPr b="1" sz="1700">
              <a:solidFill>
                <a:schemeClr val="dk2"/>
              </a:solidFill>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56" name="Shape 1856"/>
        <p:cNvGrpSpPr/>
        <p:nvPr/>
      </p:nvGrpSpPr>
      <p:grpSpPr>
        <a:xfrm>
          <a:off x="0" y="0"/>
          <a:ext cx="0" cy="0"/>
          <a:chOff x="0" y="0"/>
          <a:chExt cx="0" cy="0"/>
        </a:xfrm>
      </p:grpSpPr>
      <p:sp>
        <p:nvSpPr>
          <p:cNvPr id="1857" name="Google Shape;1857;p230"/>
          <p:cNvSpPr txBox="1"/>
          <p:nvPr>
            <p:ph idx="4294967295" type="title"/>
          </p:nvPr>
        </p:nvSpPr>
        <p:spPr>
          <a:xfrm>
            <a:off x="-12125" y="-76200"/>
            <a:ext cx="9168600" cy="533700"/>
          </a:xfrm>
          <a:prstGeom prst="rect">
            <a:avLst/>
          </a:prstGeom>
          <a:noFill/>
          <a:ln>
            <a:noFill/>
          </a:ln>
        </p:spPr>
        <p:txBody>
          <a:bodyPr anchorCtr="0" anchor="t" bIns="91425" lIns="457200" spcFirstLastPara="1" rIns="274300" wrap="square" tIns="182875">
            <a:noAutofit/>
          </a:bodyPr>
          <a:lstStyle/>
          <a:p>
            <a:pPr indent="0" lvl="0" marL="0" rtl="0" algn="l">
              <a:lnSpc>
                <a:spcPct val="100000"/>
              </a:lnSpc>
              <a:spcBef>
                <a:spcPts val="0"/>
              </a:spcBef>
              <a:spcAft>
                <a:spcPts val="0"/>
              </a:spcAft>
              <a:buClr>
                <a:schemeClr val="dk1"/>
              </a:buClr>
              <a:buSzPts val="1100"/>
              <a:buFont typeface="Arial"/>
              <a:buNone/>
            </a:pPr>
            <a:r>
              <a:rPr lang="en"/>
              <a:t>BootCon Rules and Requirements</a:t>
            </a:r>
            <a:endParaRPr/>
          </a:p>
          <a:p>
            <a:pPr indent="0" lvl="0" marL="0" rtl="0" algn="l">
              <a:lnSpc>
                <a:spcPct val="100000"/>
              </a:lnSpc>
              <a:spcBef>
                <a:spcPts val="0"/>
              </a:spcBef>
              <a:spcAft>
                <a:spcPts val="0"/>
              </a:spcAft>
              <a:buSzPts val="2400"/>
              <a:buNone/>
            </a:pPr>
            <a:r>
              <a:t/>
            </a:r>
            <a:endParaRPr/>
          </a:p>
        </p:txBody>
      </p:sp>
      <p:sp>
        <p:nvSpPr>
          <p:cNvPr id="1858" name="Google Shape;1858;p230"/>
          <p:cNvSpPr txBox="1"/>
          <p:nvPr>
            <p:ph idx="4294967295" type="subTitle"/>
          </p:nvPr>
        </p:nvSpPr>
        <p:spPr>
          <a:xfrm>
            <a:off x="0" y="599775"/>
            <a:ext cx="9144000" cy="722700"/>
          </a:xfrm>
          <a:prstGeom prst="rect">
            <a:avLst/>
          </a:prstGeom>
          <a:noFill/>
          <a:ln>
            <a:noFill/>
          </a:ln>
        </p:spPr>
        <p:txBody>
          <a:bodyPr anchorCtr="0" anchor="t" bIns="0" lIns="457200" spcFirstLastPara="1" rIns="457200" wrap="square" tIns="91425">
            <a:noAutofit/>
          </a:bodyPr>
          <a:lstStyle/>
          <a:p>
            <a:pPr indent="0" lvl="0" marL="0" rtl="0" algn="l">
              <a:lnSpc>
                <a:spcPct val="115000"/>
              </a:lnSpc>
              <a:spcBef>
                <a:spcPts val="0"/>
              </a:spcBef>
              <a:spcAft>
                <a:spcPts val="0"/>
              </a:spcAft>
              <a:buSzPts val="1800"/>
              <a:buNone/>
            </a:pPr>
            <a:r>
              <a:rPr lang="en"/>
              <a:t>Presentations must have a goal whose achievement you can demonstrate.</a:t>
            </a:r>
            <a:endParaRPr/>
          </a:p>
          <a:p>
            <a:pPr indent="0" lvl="0" marL="0" rtl="0" algn="l">
              <a:lnSpc>
                <a:spcPct val="115000"/>
              </a:lnSpc>
              <a:spcBef>
                <a:spcPts val="1000"/>
              </a:spcBef>
              <a:spcAft>
                <a:spcPts val="1000"/>
              </a:spcAft>
              <a:buSzPts val="1800"/>
              <a:buNone/>
            </a:pPr>
            <a:r>
              <a:rPr b="1" lang="en"/>
              <a:t>For example: </a:t>
            </a:r>
            <a:endParaRPr b="1"/>
          </a:p>
        </p:txBody>
      </p:sp>
      <p:sp>
        <p:nvSpPr>
          <p:cNvPr id="1859" name="Google Shape;1859;p230"/>
          <p:cNvSpPr/>
          <p:nvPr/>
        </p:nvSpPr>
        <p:spPr>
          <a:xfrm flipH="1" rot="10800000">
            <a:off x="4617250" y="1832775"/>
            <a:ext cx="4071000" cy="1497300"/>
          </a:xfrm>
          <a:prstGeom prst="round2DiagRect">
            <a:avLst>
              <a:gd fmla="val 0" name="adj1"/>
              <a:gd fmla="val 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230"/>
          <p:cNvSpPr txBox="1"/>
          <p:nvPr/>
        </p:nvSpPr>
        <p:spPr>
          <a:xfrm>
            <a:off x="5134569" y="1979348"/>
            <a:ext cx="3458100" cy="1230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i="0" lang="en" sz="1700" u="none" cap="none" strike="noStrike">
                <a:solidFill>
                  <a:schemeClr val="lt1"/>
                </a:solidFill>
                <a:latin typeface="Roboto Black"/>
                <a:ea typeface="Roboto Black"/>
                <a:cs typeface="Roboto Black"/>
                <a:sym typeface="Roboto Black"/>
              </a:rPr>
              <a:t>Demonstration: </a:t>
            </a:r>
            <a:endParaRPr i="0" sz="1700" u="none" cap="none" strike="noStrike">
              <a:solidFill>
                <a:schemeClr val="lt1"/>
              </a:solidFill>
              <a:latin typeface="Roboto Black"/>
              <a:ea typeface="Roboto Black"/>
              <a:cs typeface="Roboto Black"/>
              <a:sym typeface="Roboto Black"/>
            </a:endParaRPr>
          </a:p>
          <a:p>
            <a:pPr indent="0" lvl="0" marL="0" marR="0" rtl="0" algn="l">
              <a:lnSpc>
                <a:spcPct val="115000"/>
              </a:lnSpc>
              <a:spcBef>
                <a:spcPts val="0"/>
              </a:spcBef>
              <a:spcAft>
                <a:spcPts val="0"/>
              </a:spcAft>
              <a:buClr>
                <a:srgbClr val="000000"/>
              </a:buClr>
              <a:buSzPts val="1800"/>
              <a:buFont typeface="Arial"/>
              <a:buNone/>
            </a:pPr>
            <a:r>
              <a:rPr lang="en" sz="1700">
                <a:solidFill>
                  <a:schemeClr val="lt1"/>
                </a:solidFill>
                <a:latin typeface="Roboto"/>
                <a:ea typeface="Roboto"/>
                <a:cs typeface="Roboto"/>
                <a:sym typeface="Roboto"/>
              </a:rPr>
              <a:t>Showing h</a:t>
            </a:r>
            <a:r>
              <a:rPr i="0" lang="en" sz="1700" u="none" cap="none" strike="noStrike">
                <a:solidFill>
                  <a:schemeClr val="lt1"/>
                </a:solidFill>
                <a:latin typeface="Roboto"/>
                <a:ea typeface="Roboto"/>
                <a:cs typeface="Roboto"/>
                <a:sym typeface="Roboto"/>
              </a:rPr>
              <a:t>ow you captured and cracked your wireless traffic</a:t>
            </a:r>
            <a:endParaRPr i="0" sz="1700" u="none" cap="none" strike="noStrike">
              <a:solidFill>
                <a:schemeClr val="lt1"/>
              </a:solidFill>
              <a:latin typeface="Roboto"/>
              <a:ea typeface="Roboto"/>
              <a:cs typeface="Roboto"/>
              <a:sym typeface="Roboto"/>
            </a:endParaRPr>
          </a:p>
        </p:txBody>
      </p:sp>
      <p:sp>
        <p:nvSpPr>
          <p:cNvPr id="1861" name="Google Shape;1861;p230"/>
          <p:cNvSpPr/>
          <p:nvPr/>
        </p:nvSpPr>
        <p:spPr>
          <a:xfrm>
            <a:off x="474775" y="1838250"/>
            <a:ext cx="4071000" cy="1497300"/>
          </a:xfrm>
          <a:prstGeom prst="round2DiagRect">
            <a:avLst>
              <a:gd fmla="val 0" name="adj1"/>
              <a:gd fmla="val 1309" name="adj2"/>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230"/>
          <p:cNvSpPr txBox="1"/>
          <p:nvPr/>
        </p:nvSpPr>
        <p:spPr>
          <a:xfrm>
            <a:off x="839951" y="1979350"/>
            <a:ext cx="2916600" cy="1230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i="0" lang="en" sz="1700" u="none" cap="none" strike="noStrike">
                <a:solidFill>
                  <a:schemeClr val="lt1"/>
                </a:solidFill>
                <a:latin typeface="Roboto Black"/>
                <a:ea typeface="Roboto Black"/>
                <a:cs typeface="Roboto Black"/>
                <a:sym typeface="Roboto Black"/>
              </a:rPr>
              <a:t>Goal:</a:t>
            </a:r>
            <a:r>
              <a:rPr i="0" lang="en" sz="1700" u="none" cap="none" strike="noStrike">
                <a:solidFill>
                  <a:schemeClr val="lt1"/>
                </a:solidFill>
                <a:latin typeface="Roboto Light"/>
                <a:ea typeface="Roboto Light"/>
                <a:cs typeface="Roboto Light"/>
                <a:sym typeface="Roboto Light"/>
              </a:rPr>
              <a:t> </a:t>
            </a:r>
            <a:endParaRPr i="0" sz="1700" u="none" cap="none" strike="noStrike">
              <a:solidFill>
                <a:schemeClr val="lt1"/>
              </a:solidFill>
              <a:latin typeface="Roboto Light"/>
              <a:ea typeface="Roboto Light"/>
              <a:cs typeface="Roboto Light"/>
              <a:sym typeface="Roboto Light"/>
            </a:endParaRPr>
          </a:p>
          <a:p>
            <a:pPr indent="0" lvl="0" marL="0" marR="0" rtl="0" algn="l">
              <a:lnSpc>
                <a:spcPct val="100000"/>
              </a:lnSpc>
              <a:spcBef>
                <a:spcPts val="0"/>
              </a:spcBef>
              <a:spcAft>
                <a:spcPts val="0"/>
              </a:spcAft>
              <a:buClr>
                <a:srgbClr val="000000"/>
              </a:buClr>
              <a:buSzPts val="1800"/>
              <a:buFont typeface="Arial"/>
              <a:buNone/>
            </a:pPr>
            <a:r>
              <a:rPr i="0" lang="en" sz="1700" u="none" cap="none" strike="noStrike">
                <a:solidFill>
                  <a:schemeClr val="lt1"/>
                </a:solidFill>
                <a:latin typeface="Roboto"/>
                <a:ea typeface="Roboto"/>
                <a:cs typeface="Roboto"/>
                <a:sym typeface="Roboto"/>
              </a:rPr>
              <a:t>Cracking WEP wireless traffic from your home router</a:t>
            </a:r>
            <a:endParaRPr i="0" sz="1700" u="none" cap="none" strike="noStrike">
              <a:solidFill>
                <a:schemeClr val="lt1"/>
              </a:solidFill>
              <a:latin typeface="Roboto"/>
              <a:ea typeface="Roboto"/>
              <a:cs typeface="Roboto"/>
              <a:sym typeface="Roboto"/>
            </a:endParaRPr>
          </a:p>
        </p:txBody>
      </p:sp>
      <p:sp>
        <p:nvSpPr>
          <p:cNvPr id="1863" name="Google Shape;1863;p230"/>
          <p:cNvSpPr/>
          <p:nvPr/>
        </p:nvSpPr>
        <p:spPr>
          <a:xfrm>
            <a:off x="4204084" y="2219781"/>
            <a:ext cx="756000" cy="7227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p230"/>
          <p:cNvSpPr/>
          <p:nvPr/>
        </p:nvSpPr>
        <p:spPr>
          <a:xfrm>
            <a:off x="4200625" y="2467453"/>
            <a:ext cx="573900" cy="227100"/>
          </a:xfrm>
          <a:prstGeom prst="rightArrow">
            <a:avLst>
              <a:gd fmla="val 32020" name="adj1"/>
              <a:gd fmla="val 6697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br>
              <a:rPr b="0" i="0" lang="en" sz="1500" u="none" cap="none" strike="noStrike">
                <a:solidFill>
                  <a:srgbClr val="000000"/>
                </a:solidFill>
                <a:latin typeface="Arial"/>
                <a:ea typeface="Arial"/>
                <a:cs typeface="Arial"/>
                <a:sym typeface="Arial"/>
              </a:rPr>
            </a:br>
            <a:endParaRPr b="0" i="0" sz="1500" u="none" cap="none" strike="noStrike">
              <a:solidFill>
                <a:srgbClr val="000000"/>
              </a:solidFill>
              <a:latin typeface="Arial"/>
              <a:ea typeface="Arial"/>
              <a:cs typeface="Arial"/>
              <a:sym typeface="Arial"/>
            </a:endParaRPr>
          </a:p>
        </p:txBody>
      </p:sp>
      <p:sp>
        <p:nvSpPr>
          <p:cNvPr id="1865" name="Google Shape;1865;p230"/>
          <p:cNvSpPr/>
          <p:nvPr/>
        </p:nvSpPr>
        <p:spPr>
          <a:xfrm>
            <a:off x="457200" y="3807825"/>
            <a:ext cx="8231100" cy="8244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0" lvl="0" marL="914400" rtl="0" algn="l">
              <a:spcBef>
                <a:spcPts val="0"/>
              </a:spcBef>
              <a:spcAft>
                <a:spcPts val="0"/>
              </a:spcAft>
              <a:buNone/>
            </a:pPr>
            <a:r>
              <a:rPr lang="en" sz="1800">
                <a:solidFill>
                  <a:schemeClr val="dk2"/>
                </a:solidFill>
              </a:rPr>
              <a:t>You can either conduct your demonstration live or record it and present it while you guide people through what took place.</a:t>
            </a:r>
            <a:endParaRPr sz="1800">
              <a:solidFill>
                <a:schemeClr val="dk2"/>
              </a:solidFill>
            </a:endParaRPr>
          </a:p>
        </p:txBody>
      </p:sp>
      <p:pic>
        <p:nvPicPr>
          <p:cNvPr id="1866" name="Google Shape;1866;p230"/>
          <p:cNvPicPr preferRelativeResize="0"/>
          <p:nvPr/>
        </p:nvPicPr>
        <p:blipFill rotWithShape="1">
          <a:blip r:embed="rId3">
            <a:alphaModFix/>
          </a:blip>
          <a:srcRect b="0" l="0" r="0" t="0"/>
          <a:stretch/>
        </p:blipFill>
        <p:spPr>
          <a:xfrm>
            <a:off x="537750" y="3890700"/>
            <a:ext cx="695420" cy="6586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0" name="Shape 1870"/>
        <p:cNvGrpSpPr/>
        <p:nvPr/>
      </p:nvGrpSpPr>
      <p:grpSpPr>
        <a:xfrm>
          <a:off x="0" y="0"/>
          <a:ext cx="0" cy="0"/>
          <a:chOff x="0" y="0"/>
          <a:chExt cx="0" cy="0"/>
        </a:xfrm>
      </p:grpSpPr>
      <p:sp>
        <p:nvSpPr>
          <p:cNvPr id="1871" name="Google Shape;1871;p231"/>
          <p:cNvSpPr txBox="1"/>
          <p:nvPr>
            <p:ph idx="4294967295" type="title"/>
          </p:nvPr>
        </p:nvSpPr>
        <p:spPr>
          <a:xfrm>
            <a:off x="-12125" y="-76200"/>
            <a:ext cx="9168600" cy="533700"/>
          </a:xfrm>
          <a:prstGeom prst="rect">
            <a:avLst/>
          </a:prstGeom>
          <a:noFill/>
          <a:ln>
            <a:noFill/>
          </a:ln>
        </p:spPr>
        <p:txBody>
          <a:bodyPr anchorCtr="0" anchor="t" bIns="91425" lIns="457200" spcFirstLastPara="1" rIns="274300" wrap="square" tIns="182875">
            <a:noAutofit/>
          </a:bodyPr>
          <a:lstStyle/>
          <a:p>
            <a:pPr indent="0" lvl="0" marL="0" rtl="0" algn="l">
              <a:lnSpc>
                <a:spcPct val="100000"/>
              </a:lnSpc>
              <a:spcBef>
                <a:spcPts val="0"/>
              </a:spcBef>
              <a:spcAft>
                <a:spcPts val="0"/>
              </a:spcAft>
              <a:buSzPts val="2400"/>
              <a:buNone/>
            </a:pPr>
            <a:r>
              <a:rPr lang="en"/>
              <a:t>BootCon Rules and Requirements</a:t>
            </a:r>
            <a:endParaRPr/>
          </a:p>
        </p:txBody>
      </p:sp>
      <p:sp>
        <p:nvSpPr>
          <p:cNvPr id="1872" name="Google Shape;1872;p231"/>
          <p:cNvSpPr txBox="1"/>
          <p:nvPr>
            <p:ph idx="4294967295" type="subTitle"/>
          </p:nvPr>
        </p:nvSpPr>
        <p:spPr>
          <a:xfrm>
            <a:off x="0" y="599775"/>
            <a:ext cx="9144000" cy="364800"/>
          </a:xfrm>
          <a:prstGeom prst="rect">
            <a:avLst/>
          </a:prstGeom>
          <a:noFill/>
          <a:ln>
            <a:noFill/>
          </a:ln>
        </p:spPr>
        <p:txBody>
          <a:bodyPr anchorCtr="0" anchor="t" bIns="0" lIns="457200" spcFirstLastPara="1" rIns="457200" wrap="square" tIns="91425">
            <a:noAutofit/>
          </a:bodyPr>
          <a:lstStyle/>
          <a:p>
            <a:pPr indent="0" lvl="0" marL="0" rtl="0" algn="l">
              <a:lnSpc>
                <a:spcPct val="115000"/>
              </a:lnSpc>
              <a:spcBef>
                <a:spcPts val="0"/>
              </a:spcBef>
              <a:spcAft>
                <a:spcPts val="0"/>
              </a:spcAft>
              <a:buSzPts val="1800"/>
              <a:buNone/>
            </a:pPr>
            <a:r>
              <a:rPr lang="en"/>
              <a:t>You must submit your presentation in the form of a Google Slides deck that, at a minimum, includes the following:</a:t>
            </a:r>
            <a:endParaRPr/>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p:txBody>
      </p:sp>
      <p:graphicFrame>
        <p:nvGraphicFramePr>
          <p:cNvPr id="1873" name="Google Shape;1873;p231"/>
          <p:cNvGraphicFramePr/>
          <p:nvPr/>
        </p:nvGraphicFramePr>
        <p:xfrm>
          <a:off x="468213" y="1436933"/>
          <a:ext cx="3000000" cy="3000000"/>
        </p:xfrm>
        <a:graphic>
          <a:graphicData uri="http://schemas.openxmlformats.org/drawingml/2006/table">
            <a:tbl>
              <a:tblPr>
                <a:noFill/>
                <a:tableStyleId>{C41E28EF-51EA-436D-BA30-885846EFE8BC}</a:tableStyleId>
              </a:tblPr>
              <a:tblGrid>
                <a:gridCol w="1670125"/>
                <a:gridCol w="6557050"/>
              </a:tblGrid>
              <a:tr h="408100">
                <a:tc>
                  <a:txBody>
                    <a:bodyPr/>
                    <a:lstStyle/>
                    <a:p>
                      <a:pPr indent="0" lvl="0" marL="0" marR="0" rtl="0" algn="r">
                        <a:lnSpc>
                          <a:spcPct val="100000"/>
                        </a:lnSpc>
                        <a:spcBef>
                          <a:spcPts val="0"/>
                        </a:spcBef>
                        <a:spcAft>
                          <a:spcPts val="0"/>
                        </a:spcAft>
                        <a:buClr>
                          <a:srgbClr val="000000"/>
                        </a:buClr>
                        <a:buSzPts val="1400"/>
                        <a:buFont typeface="Arial"/>
                        <a:buNone/>
                      </a:pPr>
                      <a:r>
                        <a:rPr lang="en" sz="1500" u="none" cap="none" strike="noStrike">
                          <a:solidFill>
                            <a:srgbClr val="FFFFFF"/>
                          </a:solidFill>
                          <a:latin typeface="Roboto Medium"/>
                          <a:ea typeface="Roboto Medium"/>
                          <a:cs typeface="Roboto Medium"/>
                          <a:sym typeface="Roboto Medium"/>
                        </a:rPr>
                        <a:t>Cover slide</a:t>
                      </a:r>
                      <a:endParaRPr sz="1500" u="none" cap="none" strike="noStrike">
                        <a:solidFill>
                          <a:srgbClr val="FFFFFF"/>
                        </a:solidFill>
                        <a:latin typeface="Roboto Medium"/>
                        <a:ea typeface="Roboto Medium"/>
                        <a:cs typeface="Roboto Medium"/>
                        <a:sym typeface="Roboto Medium"/>
                      </a:endParaRPr>
                    </a:p>
                  </a:txBody>
                  <a:tcPr marT="45700" marB="45700" marR="182875" marL="91425" anchor="ctr">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2"/>
                          </a:solidFill>
                          <a:latin typeface="Roboto"/>
                          <a:ea typeface="Roboto"/>
                          <a:cs typeface="Roboto"/>
                          <a:sym typeface="Roboto"/>
                        </a:rPr>
                        <a:t>Presentation title and team member(s) presenting</a:t>
                      </a:r>
                      <a:endParaRPr sz="1400" u="none" cap="none" strike="noStrike">
                        <a:solidFill>
                          <a:schemeClr val="dk2"/>
                        </a:solidFill>
                        <a:latin typeface="Roboto"/>
                        <a:ea typeface="Roboto"/>
                        <a:cs typeface="Roboto"/>
                        <a:sym typeface="Roboto"/>
                      </a:endParaRPr>
                    </a:p>
                  </a:txBody>
                  <a:tcPr marT="45700" marB="45700" marR="91425" marL="1828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822950">
                <a:tc>
                  <a:txBody>
                    <a:bodyPr/>
                    <a:lstStyle/>
                    <a:p>
                      <a:pPr indent="0" lvl="0" marL="0" marR="0" rtl="0" algn="r">
                        <a:lnSpc>
                          <a:spcPct val="100000"/>
                        </a:lnSpc>
                        <a:spcBef>
                          <a:spcPts val="0"/>
                        </a:spcBef>
                        <a:spcAft>
                          <a:spcPts val="0"/>
                        </a:spcAft>
                        <a:buClr>
                          <a:srgbClr val="000000"/>
                        </a:buClr>
                        <a:buSzPts val="1400"/>
                        <a:buFont typeface="Arial"/>
                        <a:buNone/>
                      </a:pPr>
                      <a:r>
                        <a:rPr lang="en" sz="1500" u="none" cap="none" strike="noStrike">
                          <a:solidFill>
                            <a:srgbClr val="FFFFFF"/>
                          </a:solidFill>
                          <a:latin typeface="Roboto Medium"/>
                          <a:ea typeface="Roboto Medium"/>
                          <a:cs typeface="Roboto Medium"/>
                          <a:sym typeface="Roboto Medium"/>
                        </a:rPr>
                        <a:t>Technical background</a:t>
                      </a:r>
                      <a:endParaRPr sz="1500" u="none" cap="none" strike="noStrike">
                        <a:solidFill>
                          <a:srgbClr val="FFFFFF"/>
                        </a:solidFill>
                        <a:latin typeface="Roboto Medium"/>
                        <a:ea typeface="Roboto Medium"/>
                        <a:cs typeface="Roboto Medium"/>
                        <a:sym typeface="Roboto Medium"/>
                      </a:endParaRPr>
                    </a:p>
                  </a:txBody>
                  <a:tcPr marT="45700" marB="45700" marR="182875" marL="91425">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180340" lvl="0" marL="320040" marR="0" rtl="0" algn="l">
                        <a:lnSpc>
                          <a:spcPct val="115000"/>
                        </a:lnSpc>
                        <a:spcBef>
                          <a:spcPts val="0"/>
                        </a:spcBef>
                        <a:spcAft>
                          <a:spcPts val="0"/>
                        </a:spcAft>
                        <a:buClr>
                          <a:schemeClr val="dk2"/>
                        </a:buClr>
                        <a:buSzPts val="1400"/>
                        <a:buFont typeface="Roboto"/>
                        <a:buChar char="●"/>
                      </a:pPr>
                      <a:r>
                        <a:rPr lang="en" sz="1400" u="none" cap="none" strike="noStrike">
                          <a:solidFill>
                            <a:schemeClr val="dk2"/>
                          </a:solidFill>
                          <a:latin typeface="Roboto"/>
                          <a:ea typeface="Roboto"/>
                          <a:cs typeface="Roboto"/>
                          <a:sym typeface="Roboto"/>
                        </a:rPr>
                        <a:t>Explanation of why you selected the topic you are presenting</a:t>
                      </a:r>
                      <a:endParaRPr sz="1400" u="none" cap="none" strike="noStrike">
                        <a:solidFill>
                          <a:schemeClr val="dk2"/>
                        </a:solidFill>
                        <a:latin typeface="Roboto"/>
                        <a:ea typeface="Roboto"/>
                        <a:cs typeface="Roboto"/>
                        <a:sym typeface="Roboto"/>
                      </a:endParaRPr>
                    </a:p>
                    <a:p>
                      <a:pPr indent="-180340" lvl="0" marL="320040" marR="0" rtl="0" algn="l">
                        <a:lnSpc>
                          <a:spcPct val="115000"/>
                        </a:lnSpc>
                        <a:spcBef>
                          <a:spcPts val="0"/>
                        </a:spcBef>
                        <a:spcAft>
                          <a:spcPts val="0"/>
                        </a:spcAft>
                        <a:buClr>
                          <a:schemeClr val="dk2"/>
                        </a:buClr>
                        <a:buSzPts val="1400"/>
                        <a:buFont typeface="Roboto"/>
                        <a:buChar char="●"/>
                      </a:pPr>
                      <a:r>
                        <a:rPr lang="en" sz="1400" u="none" cap="none" strike="noStrike">
                          <a:solidFill>
                            <a:schemeClr val="dk2"/>
                          </a:solidFill>
                          <a:latin typeface="Roboto"/>
                          <a:ea typeface="Roboto"/>
                          <a:cs typeface="Roboto"/>
                          <a:sym typeface="Roboto"/>
                        </a:rPr>
                        <a:t>Networking, cryptographic, or security concepts applied</a:t>
                      </a:r>
                      <a:endParaRPr sz="1400" u="none" cap="none" strike="noStrike">
                        <a:solidFill>
                          <a:schemeClr val="dk2"/>
                        </a:solidFill>
                        <a:latin typeface="Roboto"/>
                        <a:ea typeface="Roboto"/>
                        <a:cs typeface="Roboto"/>
                        <a:sym typeface="Roboto"/>
                      </a:endParaRPr>
                    </a:p>
                    <a:p>
                      <a:pPr indent="-180340" lvl="0" marL="320040" marR="0" rtl="0" algn="l">
                        <a:lnSpc>
                          <a:spcPct val="115000"/>
                        </a:lnSpc>
                        <a:spcBef>
                          <a:spcPts val="0"/>
                        </a:spcBef>
                        <a:spcAft>
                          <a:spcPts val="0"/>
                        </a:spcAft>
                        <a:buClr>
                          <a:schemeClr val="dk2"/>
                        </a:buClr>
                        <a:buSzPts val="1400"/>
                        <a:buFont typeface="Roboto"/>
                        <a:buChar char="●"/>
                      </a:pPr>
                      <a:r>
                        <a:rPr lang="en" sz="1400" u="none" cap="none" strike="noStrike">
                          <a:solidFill>
                            <a:schemeClr val="dk2"/>
                          </a:solidFill>
                          <a:latin typeface="Roboto"/>
                          <a:ea typeface="Roboto"/>
                          <a:cs typeface="Roboto"/>
                          <a:sym typeface="Roboto"/>
                        </a:rPr>
                        <a:t>Research steps taken</a:t>
                      </a:r>
                      <a:endParaRPr sz="1400" u="none" cap="none" strike="noStrike">
                        <a:solidFill>
                          <a:schemeClr val="dk2"/>
                        </a:solidFill>
                        <a:latin typeface="Roboto"/>
                        <a:ea typeface="Roboto"/>
                        <a:cs typeface="Roboto"/>
                        <a:sym typeface="Roboto"/>
                      </a:endParaRPr>
                    </a:p>
                  </a:txBody>
                  <a:tcPr marT="45700" marB="45700" marR="91425" marL="731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88775">
                <a:tc>
                  <a:txBody>
                    <a:bodyPr/>
                    <a:lstStyle/>
                    <a:p>
                      <a:pPr indent="0" lvl="0" marL="0" marR="0" rtl="0" algn="r">
                        <a:lnSpc>
                          <a:spcPct val="100000"/>
                        </a:lnSpc>
                        <a:spcBef>
                          <a:spcPts val="0"/>
                        </a:spcBef>
                        <a:spcAft>
                          <a:spcPts val="0"/>
                        </a:spcAft>
                        <a:buClr>
                          <a:srgbClr val="000000"/>
                        </a:buClr>
                        <a:buSzPts val="1400"/>
                        <a:buFont typeface="Arial"/>
                        <a:buNone/>
                      </a:pPr>
                      <a:r>
                        <a:rPr lang="en" sz="1500" u="none" cap="none" strike="noStrike">
                          <a:solidFill>
                            <a:srgbClr val="FFFFFF"/>
                          </a:solidFill>
                          <a:latin typeface="Roboto Medium"/>
                          <a:ea typeface="Roboto Medium"/>
                          <a:cs typeface="Roboto Medium"/>
                          <a:sym typeface="Roboto Medium"/>
                        </a:rPr>
                        <a:t>Demonstration preview</a:t>
                      </a:r>
                      <a:endParaRPr sz="1500" u="none" cap="none" strike="noStrike">
                        <a:solidFill>
                          <a:srgbClr val="FFFFFF"/>
                        </a:solidFill>
                        <a:latin typeface="Roboto Medium"/>
                        <a:ea typeface="Roboto Medium"/>
                        <a:cs typeface="Roboto Medium"/>
                        <a:sym typeface="Roboto Medium"/>
                      </a:endParaRPr>
                    </a:p>
                  </a:txBody>
                  <a:tcPr marT="45700" marB="45700" marR="182875" marL="91425" anchor="ctr">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2"/>
                          </a:solidFill>
                          <a:latin typeface="Roboto"/>
                          <a:ea typeface="Roboto"/>
                          <a:cs typeface="Roboto"/>
                          <a:sym typeface="Roboto"/>
                        </a:rPr>
                        <a:t>Preview of the steps that you'll take in the upcoming demonstration</a:t>
                      </a:r>
                      <a:endParaRPr sz="1400" u="none" cap="none" strike="noStrike">
                        <a:solidFill>
                          <a:schemeClr val="dk2"/>
                        </a:solidFill>
                        <a:latin typeface="Roboto"/>
                        <a:ea typeface="Roboto"/>
                        <a:cs typeface="Roboto"/>
                        <a:sym typeface="Roboto"/>
                      </a:endParaRPr>
                    </a:p>
                  </a:txBody>
                  <a:tcPr marT="45700" marB="45700" marR="91425" marL="1828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88775">
                <a:tc>
                  <a:txBody>
                    <a:bodyPr/>
                    <a:lstStyle/>
                    <a:p>
                      <a:pPr indent="0" lvl="0" marL="0" marR="0" rtl="0" algn="r">
                        <a:lnSpc>
                          <a:spcPct val="100000"/>
                        </a:lnSpc>
                        <a:spcBef>
                          <a:spcPts val="0"/>
                        </a:spcBef>
                        <a:spcAft>
                          <a:spcPts val="0"/>
                        </a:spcAft>
                        <a:buClr>
                          <a:srgbClr val="000000"/>
                        </a:buClr>
                        <a:buSzPts val="1400"/>
                        <a:buFont typeface="Arial"/>
                        <a:buNone/>
                      </a:pPr>
                      <a:r>
                        <a:rPr lang="en" sz="1500" u="none" cap="none" strike="noStrike">
                          <a:solidFill>
                            <a:srgbClr val="FFFFFF"/>
                          </a:solidFill>
                          <a:latin typeface="Roboto Medium"/>
                          <a:ea typeface="Roboto Medium"/>
                          <a:cs typeface="Roboto Medium"/>
                          <a:sym typeface="Roboto Medium"/>
                        </a:rPr>
                        <a:t>Demonstration</a:t>
                      </a:r>
                      <a:endParaRPr sz="1500" u="none" cap="none" strike="noStrike">
                        <a:solidFill>
                          <a:srgbClr val="FFFFFF"/>
                        </a:solidFill>
                        <a:latin typeface="Roboto Medium"/>
                        <a:ea typeface="Roboto Medium"/>
                        <a:cs typeface="Roboto Medium"/>
                        <a:sym typeface="Roboto Medium"/>
                      </a:endParaRPr>
                    </a:p>
                  </a:txBody>
                  <a:tcPr marT="45700" marB="45700" marR="182875" marL="91425" anchor="ctr">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2"/>
                          </a:solidFill>
                          <a:latin typeface="Roboto"/>
                          <a:ea typeface="Roboto"/>
                          <a:cs typeface="Roboto"/>
                          <a:sym typeface="Roboto"/>
                        </a:rPr>
                        <a:t>A live or recorded demonstration </a:t>
                      </a:r>
                      <a:endParaRPr sz="1400" u="none" cap="none" strike="noStrike">
                        <a:solidFill>
                          <a:schemeClr val="dk2"/>
                        </a:solidFill>
                        <a:latin typeface="Roboto"/>
                        <a:ea typeface="Roboto"/>
                        <a:cs typeface="Roboto"/>
                        <a:sym typeface="Roboto"/>
                      </a:endParaRPr>
                    </a:p>
                  </a:txBody>
                  <a:tcPr marT="45700" marB="45700" marR="91425" marL="1828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88775">
                <a:tc>
                  <a:txBody>
                    <a:bodyPr/>
                    <a:lstStyle/>
                    <a:p>
                      <a:pPr indent="0" lvl="0" marL="0" marR="0" rtl="0" algn="r">
                        <a:lnSpc>
                          <a:spcPct val="100000"/>
                        </a:lnSpc>
                        <a:spcBef>
                          <a:spcPts val="0"/>
                        </a:spcBef>
                        <a:spcAft>
                          <a:spcPts val="0"/>
                        </a:spcAft>
                        <a:buClr>
                          <a:srgbClr val="000000"/>
                        </a:buClr>
                        <a:buSzPts val="1400"/>
                        <a:buFont typeface="Arial"/>
                        <a:buNone/>
                      </a:pPr>
                      <a:r>
                        <a:rPr lang="en" sz="1500" u="none" cap="none" strike="noStrike">
                          <a:solidFill>
                            <a:srgbClr val="FFFFFF"/>
                          </a:solidFill>
                          <a:latin typeface="Roboto Medium"/>
                          <a:ea typeface="Roboto Medium"/>
                          <a:cs typeface="Roboto Medium"/>
                          <a:sym typeface="Roboto Medium"/>
                        </a:rPr>
                        <a:t>Demonstration summary</a:t>
                      </a:r>
                      <a:endParaRPr sz="1500" u="none" cap="none" strike="noStrike">
                        <a:solidFill>
                          <a:srgbClr val="FFFFFF"/>
                        </a:solidFill>
                        <a:latin typeface="Roboto Medium"/>
                        <a:ea typeface="Roboto Medium"/>
                        <a:cs typeface="Roboto Medium"/>
                        <a:sym typeface="Roboto Medium"/>
                      </a:endParaRPr>
                    </a:p>
                  </a:txBody>
                  <a:tcPr marT="45700" marB="45700" marR="182875" marL="91425">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marR="0" rtl="0" algn="l">
                        <a:lnSpc>
                          <a:spcPct val="115000"/>
                        </a:lnSpc>
                        <a:spcBef>
                          <a:spcPts val="0"/>
                        </a:spcBef>
                        <a:spcAft>
                          <a:spcPts val="0"/>
                        </a:spcAft>
                        <a:buClr>
                          <a:srgbClr val="000000"/>
                        </a:buClr>
                        <a:buSzPts val="1400"/>
                        <a:buFont typeface="Arial"/>
                        <a:buNone/>
                      </a:pPr>
                      <a:r>
                        <a:rPr lang="en">
                          <a:solidFill>
                            <a:schemeClr val="dk2"/>
                          </a:solidFill>
                          <a:latin typeface="Roboto"/>
                          <a:ea typeface="Roboto"/>
                          <a:cs typeface="Roboto"/>
                          <a:sym typeface="Roboto"/>
                        </a:rPr>
                        <a:t>A s</a:t>
                      </a:r>
                      <a:r>
                        <a:rPr lang="en" sz="1400" u="none" cap="none" strike="noStrike">
                          <a:solidFill>
                            <a:schemeClr val="dk2"/>
                          </a:solidFill>
                          <a:latin typeface="Roboto"/>
                          <a:ea typeface="Roboto"/>
                          <a:cs typeface="Roboto"/>
                          <a:sym typeface="Roboto"/>
                        </a:rPr>
                        <a:t>ummary of the demonstration and any impact that </a:t>
                      </a:r>
                      <a:endParaRPr sz="140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2"/>
                          </a:solidFill>
                          <a:latin typeface="Roboto"/>
                          <a:ea typeface="Roboto"/>
                          <a:cs typeface="Roboto"/>
                          <a:sym typeface="Roboto"/>
                        </a:rPr>
                        <a:t>it may have</a:t>
                      </a:r>
                      <a:endParaRPr sz="1400" u="none" cap="none" strike="noStrike">
                        <a:solidFill>
                          <a:schemeClr val="dk2"/>
                        </a:solidFill>
                        <a:latin typeface="Roboto"/>
                        <a:ea typeface="Roboto"/>
                        <a:cs typeface="Roboto"/>
                        <a:sym typeface="Roboto"/>
                      </a:endParaRPr>
                    </a:p>
                  </a:txBody>
                  <a:tcPr marT="45700" marB="45700" marR="91425" marL="1828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88775">
                <a:tc>
                  <a:txBody>
                    <a:bodyPr/>
                    <a:lstStyle/>
                    <a:p>
                      <a:pPr indent="0" lvl="0" marL="0" marR="0" rtl="0" algn="r">
                        <a:lnSpc>
                          <a:spcPct val="100000"/>
                        </a:lnSpc>
                        <a:spcBef>
                          <a:spcPts val="0"/>
                        </a:spcBef>
                        <a:spcAft>
                          <a:spcPts val="0"/>
                        </a:spcAft>
                        <a:buClr>
                          <a:srgbClr val="000000"/>
                        </a:buClr>
                        <a:buSzPts val="1400"/>
                        <a:buFont typeface="Arial"/>
                        <a:buNone/>
                      </a:pPr>
                      <a:r>
                        <a:rPr lang="en" sz="1500" u="none" cap="none" strike="noStrike">
                          <a:solidFill>
                            <a:srgbClr val="FFFFFF"/>
                          </a:solidFill>
                          <a:latin typeface="Roboto Medium"/>
                          <a:ea typeface="Roboto Medium"/>
                          <a:cs typeface="Roboto Medium"/>
                          <a:sym typeface="Roboto Medium"/>
                        </a:rPr>
                        <a:t>Mitigation</a:t>
                      </a:r>
                      <a:endParaRPr sz="1500" u="none" cap="none" strike="noStrike">
                        <a:solidFill>
                          <a:srgbClr val="FFFFFF"/>
                        </a:solidFill>
                        <a:latin typeface="Roboto Medium"/>
                        <a:ea typeface="Roboto Medium"/>
                        <a:cs typeface="Roboto Medium"/>
                        <a:sym typeface="Roboto Medium"/>
                      </a:endParaRPr>
                    </a:p>
                  </a:txBody>
                  <a:tcPr marT="45700" marB="45700" marR="182875" marL="91425">
                    <a:lnL cap="flat" cmpd="sng" w="9525">
                      <a:solidFill>
                        <a:schemeClr val="dk2"/>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2"/>
                          </a:solidFill>
                          <a:latin typeface="Roboto"/>
                          <a:ea typeface="Roboto"/>
                          <a:cs typeface="Roboto"/>
                          <a:sym typeface="Roboto"/>
                        </a:rPr>
                        <a:t>Recommendations for mitigating against the attack that you just conducted</a:t>
                      </a:r>
                      <a:r>
                        <a:rPr lang="en">
                          <a:solidFill>
                            <a:schemeClr val="dk2"/>
                          </a:solidFill>
                          <a:latin typeface="Roboto"/>
                          <a:ea typeface="Roboto"/>
                          <a:cs typeface="Roboto"/>
                          <a:sym typeface="Roboto"/>
                        </a:rPr>
                        <a:t> (not required if </a:t>
                      </a:r>
                      <a:r>
                        <a:rPr lang="en" sz="1400" u="none" cap="none" strike="noStrike">
                          <a:solidFill>
                            <a:schemeClr val="dk2"/>
                          </a:solidFill>
                          <a:latin typeface="Roboto"/>
                          <a:ea typeface="Roboto"/>
                          <a:cs typeface="Roboto"/>
                          <a:sym typeface="Roboto"/>
                        </a:rPr>
                        <a:t>your presentation isn't about an attack</a:t>
                      </a:r>
                      <a:r>
                        <a:rPr lang="en">
                          <a:solidFill>
                            <a:schemeClr val="dk2"/>
                          </a:solidFill>
                          <a:latin typeface="Roboto"/>
                          <a:ea typeface="Roboto"/>
                          <a:cs typeface="Roboto"/>
                          <a:sym typeface="Roboto"/>
                        </a:rPr>
                        <a:t>)</a:t>
                      </a:r>
                      <a:endParaRPr sz="1400" u="none" cap="none" strike="noStrike">
                        <a:solidFill>
                          <a:schemeClr val="dk2"/>
                        </a:solidFill>
                        <a:latin typeface="Roboto"/>
                        <a:ea typeface="Roboto"/>
                        <a:cs typeface="Roboto"/>
                        <a:sym typeface="Roboto"/>
                      </a:endParaRPr>
                    </a:p>
                  </a:txBody>
                  <a:tcPr marT="45700" marB="137150" marR="91425" marL="1828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7" name="Shape 1877"/>
        <p:cNvGrpSpPr/>
        <p:nvPr/>
      </p:nvGrpSpPr>
      <p:grpSpPr>
        <a:xfrm>
          <a:off x="0" y="0"/>
          <a:ext cx="0" cy="0"/>
          <a:chOff x="0" y="0"/>
          <a:chExt cx="0" cy="0"/>
        </a:xfrm>
      </p:grpSpPr>
      <p:sp>
        <p:nvSpPr>
          <p:cNvPr id="1878" name="Google Shape;1878;p232"/>
          <p:cNvSpPr txBox="1"/>
          <p:nvPr>
            <p:ph idx="4294967295" type="title"/>
          </p:nvPr>
        </p:nvSpPr>
        <p:spPr>
          <a:xfrm>
            <a:off x="-12300" y="0"/>
            <a:ext cx="9168600" cy="533700"/>
          </a:xfrm>
          <a:prstGeom prst="rect">
            <a:avLst/>
          </a:prstGeom>
          <a:noFill/>
          <a:ln>
            <a:noFill/>
          </a:ln>
        </p:spPr>
        <p:txBody>
          <a:bodyPr anchorCtr="0" anchor="t" bIns="91425" lIns="457200" spcFirstLastPara="1" rIns="274300" wrap="square" tIns="182875">
            <a:noAutofit/>
          </a:bodyPr>
          <a:lstStyle/>
          <a:p>
            <a:pPr indent="0" lvl="0" marL="0" rtl="0" algn="l">
              <a:lnSpc>
                <a:spcPct val="100000"/>
              </a:lnSpc>
              <a:spcBef>
                <a:spcPts val="0"/>
              </a:spcBef>
              <a:spcAft>
                <a:spcPts val="0"/>
              </a:spcAft>
              <a:buClr>
                <a:schemeClr val="dk1"/>
              </a:buClr>
              <a:buSzPts val="1100"/>
              <a:buFont typeface="Arial"/>
              <a:buNone/>
            </a:pPr>
            <a:r>
              <a:rPr lang="en"/>
              <a:t>BootCon Rules and Requirements</a:t>
            </a:r>
            <a:endParaRPr/>
          </a:p>
        </p:txBody>
      </p:sp>
      <p:sp>
        <p:nvSpPr>
          <p:cNvPr id="1879" name="Google Shape;1879;p232"/>
          <p:cNvSpPr/>
          <p:nvPr/>
        </p:nvSpPr>
        <p:spPr>
          <a:xfrm flipH="1">
            <a:off x="1555100" y="1859300"/>
            <a:ext cx="2428500" cy="26577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80" name="Google Shape;1880;p232"/>
          <p:cNvGrpSpPr/>
          <p:nvPr/>
        </p:nvGrpSpPr>
        <p:grpSpPr>
          <a:xfrm>
            <a:off x="1555106" y="1266628"/>
            <a:ext cx="533372" cy="533480"/>
            <a:chOff x="457200" y="1378813"/>
            <a:chExt cx="695400" cy="695450"/>
          </a:xfrm>
        </p:grpSpPr>
        <p:sp>
          <p:nvSpPr>
            <p:cNvPr id="1881" name="Google Shape;1881;p232"/>
            <p:cNvSpPr/>
            <p:nvPr/>
          </p:nvSpPr>
          <p:spPr>
            <a:xfrm>
              <a:off x="457200" y="1378813"/>
              <a:ext cx="695400" cy="621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a:ea typeface="Roboto"/>
                  <a:cs typeface="Roboto"/>
                  <a:sym typeface="Roboto"/>
                </a:rPr>
                <a:t>01</a:t>
              </a:r>
              <a:endParaRPr i="0" sz="2100" u="none" cap="none" strike="noStrike">
                <a:solidFill>
                  <a:srgbClr val="FFFFFF"/>
                </a:solidFill>
                <a:latin typeface="Roboto"/>
                <a:ea typeface="Roboto"/>
                <a:cs typeface="Roboto"/>
                <a:sym typeface="Roboto"/>
              </a:endParaRPr>
            </a:p>
          </p:txBody>
        </p:sp>
        <p:sp>
          <p:nvSpPr>
            <p:cNvPr id="1882" name="Google Shape;1882;p232"/>
            <p:cNvSpPr/>
            <p:nvPr/>
          </p:nvSpPr>
          <p:spPr>
            <a:xfrm rot="10800000">
              <a:off x="634726" y="1885638"/>
              <a:ext cx="34032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grpSp>
        <p:nvGrpSpPr>
          <p:cNvPr id="1883" name="Google Shape;1883;p232"/>
          <p:cNvGrpSpPr/>
          <p:nvPr/>
        </p:nvGrpSpPr>
        <p:grpSpPr>
          <a:xfrm>
            <a:off x="4936481" y="1266628"/>
            <a:ext cx="533372" cy="533480"/>
            <a:chOff x="457200" y="1378813"/>
            <a:chExt cx="695400" cy="695450"/>
          </a:xfrm>
        </p:grpSpPr>
        <p:sp>
          <p:nvSpPr>
            <p:cNvPr id="1884" name="Google Shape;1884;p232"/>
            <p:cNvSpPr/>
            <p:nvPr/>
          </p:nvSpPr>
          <p:spPr>
            <a:xfrm>
              <a:off x="457200" y="1378813"/>
              <a:ext cx="695400" cy="621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082D49"/>
                  </a:solidFill>
                  <a:latin typeface="Roboto"/>
                  <a:ea typeface="Roboto"/>
                  <a:cs typeface="Roboto"/>
                  <a:sym typeface="Roboto"/>
                </a:rPr>
                <a:t>02</a:t>
              </a:r>
              <a:endParaRPr i="0" sz="2100" u="none" cap="none" strike="noStrike">
                <a:solidFill>
                  <a:srgbClr val="082D49"/>
                </a:solidFill>
                <a:latin typeface="Roboto"/>
                <a:ea typeface="Roboto"/>
                <a:cs typeface="Roboto"/>
                <a:sym typeface="Roboto"/>
              </a:endParaRPr>
            </a:p>
          </p:txBody>
        </p:sp>
        <p:sp>
          <p:nvSpPr>
            <p:cNvPr id="1885" name="Google Shape;1885;p232"/>
            <p:cNvSpPr/>
            <p:nvPr/>
          </p:nvSpPr>
          <p:spPr>
            <a:xfrm rot="10800000">
              <a:off x="634726" y="1885638"/>
              <a:ext cx="34032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82D49"/>
                </a:solidFill>
                <a:latin typeface="Roboto"/>
                <a:ea typeface="Roboto"/>
                <a:cs typeface="Roboto"/>
                <a:sym typeface="Roboto"/>
              </a:endParaRPr>
            </a:p>
          </p:txBody>
        </p:sp>
      </p:grpSp>
      <p:sp>
        <p:nvSpPr>
          <p:cNvPr id="1886" name="Google Shape;1886;p232"/>
          <p:cNvSpPr/>
          <p:nvPr/>
        </p:nvSpPr>
        <p:spPr>
          <a:xfrm flipH="1">
            <a:off x="4936475" y="1859300"/>
            <a:ext cx="2428500" cy="26577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232"/>
          <p:cNvSpPr txBox="1"/>
          <p:nvPr/>
        </p:nvSpPr>
        <p:spPr>
          <a:xfrm>
            <a:off x="1537584" y="1982675"/>
            <a:ext cx="2371500" cy="1923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Clr>
                <a:srgbClr val="000000"/>
              </a:buClr>
              <a:buSzPts val="1500"/>
              <a:buFont typeface="Arial"/>
              <a:buNone/>
            </a:pPr>
            <a:r>
              <a:rPr lang="en" sz="1800">
                <a:solidFill>
                  <a:schemeClr val="dk2"/>
                </a:solidFill>
                <a:latin typeface="Roboto"/>
                <a:ea typeface="Roboto"/>
                <a:cs typeface="Roboto"/>
                <a:sym typeface="Roboto"/>
              </a:rPr>
              <a:t>You will present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your project on the</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last day of class, and your total presentation time should be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7–10 minutes.</a:t>
            </a:r>
            <a:endParaRPr sz="1800">
              <a:solidFill>
                <a:schemeClr val="dk2"/>
              </a:solidFill>
              <a:latin typeface="Roboto"/>
              <a:ea typeface="Roboto"/>
              <a:cs typeface="Roboto"/>
              <a:sym typeface="Roboto"/>
            </a:endParaRPr>
          </a:p>
        </p:txBody>
      </p:sp>
      <p:sp>
        <p:nvSpPr>
          <p:cNvPr id="1888" name="Google Shape;1888;p232"/>
          <p:cNvSpPr txBox="1"/>
          <p:nvPr/>
        </p:nvSpPr>
        <p:spPr>
          <a:xfrm>
            <a:off x="4936484" y="1982675"/>
            <a:ext cx="2371500" cy="18840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If you choose to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form a group of</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2–3 students, presentation time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can be 5 minutes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per student.</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92" name="Shape 1892"/>
        <p:cNvGrpSpPr/>
        <p:nvPr/>
      </p:nvGrpSpPr>
      <p:grpSpPr>
        <a:xfrm>
          <a:off x="0" y="0"/>
          <a:ext cx="0" cy="0"/>
          <a:chOff x="0" y="0"/>
          <a:chExt cx="0" cy="0"/>
        </a:xfrm>
      </p:grpSpPr>
      <p:sp>
        <p:nvSpPr>
          <p:cNvPr id="1893" name="Google Shape;1893;p233"/>
          <p:cNvSpPr txBox="1"/>
          <p:nvPr>
            <p:ph type="title"/>
          </p:nvPr>
        </p:nvSpPr>
        <p:spPr>
          <a:xfrm>
            <a:off x="-5490" y="-83310"/>
            <a:ext cx="7825200" cy="393600"/>
          </a:xfrm>
          <a:prstGeom prst="rect">
            <a:avLst/>
          </a:prstGeom>
          <a:noFill/>
          <a:ln>
            <a:noFill/>
          </a:ln>
        </p:spPr>
        <p:txBody>
          <a:bodyPr anchorCtr="0" anchor="t" bIns="91425" lIns="457200" spcFirstLastPara="1" rIns="274300" wrap="square" tIns="182875">
            <a:noAutofit/>
          </a:bodyPr>
          <a:lstStyle/>
          <a:p>
            <a:pPr indent="0" lvl="0" marL="0" rtl="0" algn="l">
              <a:spcBef>
                <a:spcPts val="0"/>
              </a:spcBef>
              <a:spcAft>
                <a:spcPts val="0"/>
              </a:spcAft>
              <a:buSzPts val="2400"/>
              <a:buNone/>
            </a:pPr>
            <a:r>
              <a:rPr lang="en"/>
              <a:t>BootCon Rules and Requirements</a:t>
            </a:r>
            <a:endParaRPr/>
          </a:p>
        </p:txBody>
      </p:sp>
      <p:sp>
        <p:nvSpPr>
          <p:cNvPr id="1894" name="Google Shape;1894;p233"/>
          <p:cNvSpPr txBox="1"/>
          <p:nvPr>
            <p:ph idx="4294967295" type="subTitle"/>
          </p:nvPr>
        </p:nvSpPr>
        <p:spPr>
          <a:xfrm>
            <a:off x="419000" y="490150"/>
            <a:ext cx="7444200" cy="582900"/>
          </a:xfrm>
          <a:prstGeom prst="rect">
            <a:avLst/>
          </a:prstGeom>
          <a:noFill/>
          <a:ln>
            <a:noFill/>
          </a:ln>
        </p:spPr>
        <p:txBody>
          <a:bodyPr anchorCtr="0" anchor="t" bIns="0" lIns="457200" spcFirstLastPara="1" rIns="457200" wrap="square" tIns="91425">
            <a:noAutofit/>
          </a:bodyPr>
          <a:lstStyle/>
          <a:p>
            <a:pPr indent="0" lvl="0" marL="0" rtl="0" algn="l">
              <a:spcBef>
                <a:spcPts val="0"/>
              </a:spcBef>
              <a:spcAft>
                <a:spcPts val="0"/>
              </a:spcAft>
              <a:buSzPts val="1800"/>
              <a:buNone/>
            </a:pPr>
            <a:r>
              <a:rPr lang="en"/>
              <a:t>If you need ideas for your presentation, refer to the </a:t>
            </a:r>
            <a:r>
              <a:rPr b="1" lang="en" u="sng">
                <a:latin typeface="Roboto"/>
                <a:ea typeface="Roboto"/>
                <a:cs typeface="Roboto"/>
                <a:sym typeface="Roboto"/>
                <a:hlinkClick r:id="rId3"/>
              </a:rPr>
              <a:t>bootCon presentation guide</a:t>
            </a:r>
            <a:r>
              <a:rPr lang="en"/>
              <a:t>, which contains:</a:t>
            </a:r>
            <a:endParaRPr/>
          </a:p>
          <a:p>
            <a:pPr indent="0" lvl="0" marL="0" rtl="0" algn="l">
              <a:lnSpc>
                <a:spcPct val="115000"/>
              </a:lnSpc>
              <a:spcBef>
                <a:spcPts val="0"/>
              </a:spcBef>
              <a:spcAft>
                <a:spcPts val="0"/>
              </a:spcAft>
              <a:buSzPts val="1800"/>
              <a:buNone/>
            </a:pPr>
            <a:r>
              <a:t/>
            </a:r>
            <a:endParaRPr sz="1400">
              <a:solidFill>
                <a:schemeClr val="dk1"/>
              </a:solidFill>
            </a:endParaRPr>
          </a:p>
        </p:txBody>
      </p:sp>
      <p:sp>
        <p:nvSpPr>
          <p:cNvPr id="1895" name="Google Shape;1895;p233"/>
          <p:cNvSpPr/>
          <p:nvPr/>
        </p:nvSpPr>
        <p:spPr>
          <a:xfrm>
            <a:off x="953325" y="2124263"/>
            <a:ext cx="69804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896" name="Google Shape;1896;p233"/>
          <p:cNvSpPr/>
          <p:nvPr/>
        </p:nvSpPr>
        <p:spPr>
          <a:xfrm>
            <a:off x="953325" y="2766688"/>
            <a:ext cx="69804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897" name="Google Shape;1897;p233"/>
          <p:cNvSpPr/>
          <p:nvPr/>
        </p:nvSpPr>
        <p:spPr>
          <a:xfrm>
            <a:off x="953325" y="3409125"/>
            <a:ext cx="69804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898" name="Google Shape;1898;p233"/>
          <p:cNvSpPr/>
          <p:nvPr/>
        </p:nvSpPr>
        <p:spPr>
          <a:xfrm>
            <a:off x="953325" y="1482475"/>
            <a:ext cx="69804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899" name="Google Shape;1899;p233"/>
          <p:cNvSpPr/>
          <p:nvPr/>
        </p:nvSpPr>
        <p:spPr>
          <a:xfrm>
            <a:off x="802850" y="1453079"/>
            <a:ext cx="459000" cy="459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1</a:t>
            </a:r>
            <a:endParaRPr sz="1800">
              <a:solidFill>
                <a:schemeClr val="dk2"/>
              </a:solidFill>
            </a:endParaRPr>
          </a:p>
        </p:txBody>
      </p:sp>
      <p:sp>
        <p:nvSpPr>
          <p:cNvPr id="1900" name="Google Shape;1900;p233"/>
          <p:cNvSpPr/>
          <p:nvPr/>
        </p:nvSpPr>
        <p:spPr>
          <a:xfrm>
            <a:off x="802850" y="2094867"/>
            <a:ext cx="459000" cy="459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2</a:t>
            </a:r>
            <a:endParaRPr sz="1800">
              <a:solidFill>
                <a:schemeClr val="dk2"/>
              </a:solidFill>
            </a:endParaRPr>
          </a:p>
        </p:txBody>
      </p:sp>
      <p:sp>
        <p:nvSpPr>
          <p:cNvPr id="1901" name="Google Shape;1901;p233"/>
          <p:cNvSpPr/>
          <p:nvPr/>
        </p:nvSpPr>
        <p:spPr>
          <a:xfrm>
            <a:off x="802850" y="2737292"/>
            <a:ext cx="459000" cy="459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3</a:t>
            </a:r>
            <a:endParaRPr sz="1800">
              <a:solidFill>
                <a:schemeClr val="dk2"/>
              </a:solidFill>
            </a:endParaRPr>
          </a:p>
        </p:txBody>
      </p:sp>
      <p:sp>
        <p:nvSpPr>
          <p:cNvPr id="1902" name="Google Shape;1902;p233"/>
          <p:cNvSpPr/>
          <p:nvPr/>
        </p:nvSpPr>
        <p:spPr>
          <a:xfrm>
            <a:off x="802850" y="3372467"/>
            <a:ext cx="459000" cy="459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4</a:t>
            </a:r>
            <a:endParaRPr sz="1800">
              <a:solidFill>
                <a:schemeClr val="dk2"/>
              </a:solidFill>
            </a:endParaRPr>
          </a:p>
        </p:txBody>
      </p:sp>
      <p:sp>
        <p:nvSpPr>
          <p:cNvPr id="1903" name="Google Shape;1903;p233"/>
          <p:cNvSpPr txBox="1"/>
          <p:nvPr>
            <p:ph idx="4294967295" type="subTitle"/>
          </p:nvPr>
        </p:nvSpPr>
        <p:spPr>
          <a:xfrm>
            <a:off x="1255008" y="1457550"/>
            <a:ext cx="6608100" cy="4002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0"/>
              </a:spcAft>
              <a:buClr>
                <a:srgbClr val="000000"/>
              </a:buClr>
              <a:buSzPts val="1600"/>
              <a:buFont typeface="Arial"/>
              <a:buNone/>
            </a:pPr>
            <a:r>
              <a:rPr lang="en"/>
              <a:t>Sample presentations</a:t>
            </a:r>
            <a:endParaRPr/>
          </a:p>
          <a:p>
            <a:pPr indent="0" lvl="0" marL="0" rtl="0" algn="l">
              <a:lnSpc>
                <a:spcPct val="100000"/>
              </a:lnSpc>
              <a:spcBef>
                <a:spcPts val="0"/>
              </a:spcBef>
              <a:spcAft>
                <a:spcPts val="0"/>
              </a:spcAft>
              <a:buClr>
                <a:srgbClr val="000000"/>
              </a:buClr>
              <a:buSzPts val="1500"/>
              <a:buFont typeface="Arial"/>
              <a:buNone/>
            </a:pPr>
            <a:r>
              <a:t/>
            </a:r>
            <a:endParaRPr/>
          </a:p>
          <a:p>
            <a:pPr indent="0" lvl="0" marL="0" rtl="0" algn="l">
              <a:lnSpc>
                <a:spcPct val="115000"/>
              </a:lnSpc>
              <a:spcBef>
                <a:spcPts val="0"/>
              </a:spcBef>
              <a:spcAft>
                <a:spcPts val="0"/>
              </a:spcAft>
              <a:buClr>
                <a:srgbClr val="000000"/>
              </a:buClr>
              <a:buSzPts val="1450"/>
              <a:buFont typeface="Arial"/>
              <a:buNone/>
            </a:pPr>
            <a:r>
              <a:t/>
            </a:r>
            <a:endParaRPr/>
          </a:p>
          <a:p>
            <a:pPr indent="0" lvl="0" marL="0" rtl="0" algn="l">
              <a:lnSpc>
                <a:spcPct val="115000"/>
              </a:lnSpc>
              <a:spcBef>
                <a:spcPts val="0"/>
              </a:spcBef>
              <a:spcAft>
                <a:spcPts val="0"/>
              </a:spcAft>
              <a:buSzPts val="1800"/>
              <a:buNone/>
            </a:pPr>
            <a:r>
              <a:t/>
            </a:r>
            <a:endParaRPr/>
          </a:p>
        </p:txBody>
      </p:sp>
      <p:sp>
        <p:nvSpPr>
          <p:cNvPr id="1904" name="Google Shape;1904;p233"/>
          <p:cNvSpPr txBox="1"/>
          <p:nvPr>
            <p:ph idx="4294967295" type="subTitle"/>
          </p:nvPr>
        </p:nvSpPr>
        <p:spPr>
          <a:xfrm>
            <a:off x="1255008" y="2100013"/>
            <a:ext cx="6608100" cy="400200"/>
          </a:xfrm>
          <a:prstGeom prst="rect">
            <a:avLst/>
          </a:prstGeom>
          <a:noFill/>
          <a:ln>
            <a:noFill/>
          </a:ln>
        </p:spPr>
        <p:txBody>
          <a:bodyPr anchorCtr="0" anchor="ctr" bIns="0" lIns="1554475" spcFirstLastPara="1" rIns="457200" wrap="square" tIns="256025">
            <a:noAutofit/>
          </a:bodyPr>
          <a:lstStyle/>
          <a:p>
            <a:pPr indent="0" lvl="0" marL="0" rtl="0" algn="l">
              <a:lnSpc>
                <a:spcPct val="100000"/>
              </a:lnSpc>
              <a:spcBef>
                <a:spcPts val="0"/>
              </a:spcBef>
              <a:spcAft>
                <a:spcPts val="0"/>
              </a:spcAft>
              <a:buSzPts val="1600"/>
              <a:buNone/>
            </a:pPr>
            <a:r>
              <a:rPr lang="en"/>
              <a:t>List of Kali Linux tools</a:t>
            </a:r>
            <a:endParaRPr/>
          </a:p>
          <a:p>
            <a:pPr indent="0" lvl="0" marL="0" rtl="0" algn="l">
              <a:lnSpc>
                <a:spcPct val="115000"/>
              </a:lnSpc>
              <a:spcBef>
                <a:spcPts val="0"/>
              </a:spcBef>
              <a:spcAft>
                <a:spcPts val="0"/>
              </a:spcAft>
              <a:buSzPts val="1600"/>
              <a:buNone/>
            </a:pPr>
            <a:r>
              <a:t/>
            </a:r>
            <a:endParaRPr/>
          </a:p>
        </p:txBody>
      </p:sp>
      <p:sp>
        <p:nvSpPr>
          <p:cNvPr id="1905" name="Google Shape;1905;p233"/>
          <p:cNvSpPr txBox="1"/>
          <p:nvPr>
            <p:ph idx="4294967295" type="subTitle"/>
          </p:nvPr>
        </p:nvSpPr>
        <p:spPr>
          <a:xfrm>
            <a:off x="1255008" y="2980150"/>
            <a:ext cx="6608100" cy="1656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SzPts val="1500"/>
              <a:buNone/>
            </a:pPr>
            <a:r>
              <a:rPr lang="en"/>
              <a:t>List of IoT hacks</a:t>
            </a:r>
            <a:endParaRPr/>
          </a:p>
          <a:p>
            <a:pPr indent="0" lvl="0" marL="0" rtl="0" algn="l">
              <a:lnSpc>
                <a:spcPct val="115000"/>
              </a:lnSpc>
              <a:spcBef>
                <a:spcPts val="0"/>
              </a:spcBef>
              <a:spcAft>
                <a:spcPts val="0"/>
              </a:spcAft>
              <a:buSzPts val="1450"/>
              <a:buNone/>
            </a:pPr>
            <a:r>
              <a:t/>
            </a:r>
            <a:endParaRPr/>
          </a:p>
        </p:txBody>
      </p:sp>
      <p:sp>
        <p:nvSpPr>
          <p:cNvPr id="1906" name="Google Shape;1906;p233"/>
          <p:cNvSpPr txBox="1"/>
          <p:nvPr>
            <p:ph idx="4294967295" type="subTitle"/>
          </p:nvPr>
        </p:nvSpPr>
        <p:spPr>
          <a:xfrm>
            <a:off x="1255008" y="3391588"/>
            <a:ext cx="6608100" cy="4002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SzPts val="1600"/>
              <a:buNone/>
            </a:pPr>
            <a:r>
              <a:rPr lang="en"/>
              <a:t>Videos of hacks presented at security conferences</a:t>
            </a:r>
            <a:endParaRPr/>
          </a:p>
        </p:txBody>
      </p:sp>
      <p:sp>
        <p:nvSpPr>
          <p:cNvPr id="1907" name="Google Shape;1907;p233"/>
          <p:cNvSpPr/>
          <p:nvPr/>
        </p:nvSpPr>
        <p:spPr>
          <a:xfrm>
            <a:off x="802850" y="4203950"/>
            <a:ext cx="7131000" cy="7866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0" lvl="0" marL="914400" rtl="0" algn="l">
              <a:spcBef>
                <a:spcPts val="0"/>
              </a:spcBef>
              <a:spcAft>
                <a:spcPts val="0"/>
              </a:spcAft>
              <a:buNone/>
            </a:pPr>
            <a:r>
              <a:t/>
            </a:r>
            <a:endParaRPr/>
          </a:p>
          <a:p>
            <a:pPr indent="0" lvl="0" marL="914400" rtl="0" algn="l">
              <a:spcBef>
                <a:spcPts val="0"/>
              </a:spcBef>
              <a:spcAft>
                <a:spcPts val="0"/>
              </a:spcAft>
              <a:buNone/>
            </a:pPr>
            <a:r>
              <a:rPr b="1" lang="en" sz="1800">
                <a:solidFill>
                  <a:schemeClr val="dk2"/>
                </a:solidFill>
                <a:latin typeface="Roboto"/>
                <a:ea typeface="Roboto"/>
                <a:cs typeface="Roboto"/>
                <a:sym typeface="Roboto"/>
              </a:rPr>
              <a:t>Remember: </a:t>
            </a:r>
            <a:r>
              <a:rPr lang="en" sz="1800">
                <a:solidFill>
                  <a:schemeClr val="dk2"/>
                </a:solidFill>
                <a:latin typeface="Roboto"/>
                <a:ea typeface="Roboto"/>
                <a:cs typeface="Roboto"/>
                <a:sym typeface="Roboto"/>
              </a:rPr>
              <a:t>Your project proposals are due in Week 22!</a:t>
            </a:r>
            <a:endParaRPr sz="1800">
              <a:solidFill>
                <a:schemeClr val="dk2"/>
              </a:solidFill>
              <a:latin typeface="Roboto"/>
              <a:ea typeface="Roboto"/>
              <a:cs typeface="Roboto"/>
              <a:sym typeface="Roboto"/>
            </a:endParaRPr>
          </a:p>
          <a:p>
            <a:pPr indent="0" lvl="0" marL="914400" rtl="0" algn="l">
              <a:spcBef>
                <a:spcPts val="0"/>
              </a:spcBef>
              <a:spcAft>
                <a:spcPts val="0"/>
              </a:spcAft>
              <a:buNone/>
            </a:pPr>
            <a:r>
              <a:t/>
            </a:r>
            <a:endParaRPr/>
          </a:p>
        </p:txBody>
      </p:sp>
      <p:pic>
        <p:nvPicPr>
          <p:cNvPr id="1908" name="Google Shape;1908;p233"/>
          <p:cNvPicPr preferRelativeResize="0"/>
          <p:nvPr/>
        </p:nvPicPr>
        <p:blipFill rotWithShape="1">
          <a:blip r:embed="rId4">
            <a:alphaModFix/>
          </a:blip>
          <a:srcRect b="0" l="0" r="0" t="0"/>
          <a:stretch/>
        </p:blipFill>
        <p:spPr>
          <a:xfrm>
            <a:off x="1054225" y="4267925"/>
            <a:ext cx="695420" cy="6586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2" name="Shape 1912"/>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6" name="Shape 1916"/>
        <p:cNvGrpSpPr/>
        <p:nvPr/>
      </p:nvGrpSpPr>
      <p:grpSpPr>
        <a:xfrm>
          <a:off x="0" y="0"/>
          <a:ext cx="0" cy="0"/>
          <a:chOff x="0" y="0"/>
          <a:chExt cx="0" cy="0"/>
        </a:xfrm>
      </p:grpSpPr>
      <p:sp>
        <p:nvSpPr>
          <p:cNvPr id="1917" name="Google Shape;1917;p235"/>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200"/>
              <a:t>Designing Your Defensive Solution</a:t>
            </a:r>
            <a:endParaRPr b="1" baseline="-25000" sz="22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