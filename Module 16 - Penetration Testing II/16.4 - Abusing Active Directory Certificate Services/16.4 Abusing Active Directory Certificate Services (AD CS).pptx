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12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124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72" r:id="rId4"/>
    <p:sldMasterId id="214748377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y="5143500" cx="9144000"/>
  <p:notesSz cx="6858000" cy="9144000"/>
  <p:embeddedFontLst>
    <p:embeddedFont>
      <p:font typeface="Roboto"/>
      <p:regular r:id="rId35"/>
      <p:bold r:id="rId36"/>
      <p:italic r:id="rId37"/>
      <p:boldItalic r:id="rId38"/>
    </p:embeddedFont>
    <p:embeddedFont>
      <p:font typeface="Roboto Medium"/>
      <p:regular r:id="rId39"/>
      <p:bold r:id="rId40"/>
      <p:italic r:id="rId41"/>
      <p:boldItalic r:id="rId42"/>
    </p:embeddedFont>
    <p:embeddedFont>
      <p:font typeface="Roboto Light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edium-bold.fntdata"/><Relationship Id="rId42" Type="http://schemas.openxmlformats.org/officeDocument/2006/relationships/font" Target="fonts/RobotoMedium-boldItalic.fntdata"/><Relationship Id="rId41" Type="http://schemas.openxmlformats.org/officeDocument/2006/relationships/font" Target="fonts/RobotoMedium-italic.fntdata"/><Relationship Id="rId44" Type="http://schemas.openxmlformats.org/officeDocument/2006/relationships/font" Target="fonts/RobotoLight-bold.fntdata"/><Relationship Id="rId43" Type="http://schemas.openxmlformats.org/officeDocument/2006/relationships/font" Target="fonts/RobotoLight-regular.fntdata"/><Relationship Id="rId46" Type="http://schemas.openxmlformats.org/officeDocument/2006/relationships/font" Target="fonts/RobotoLight-boldItalic.fntdata"/><Relationship Id="rId45" Type="http://schemas.openxmlformats.org/officeDocument/2006/relationships/font" Target="fonts/RobotoLight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font" Target="fonts/Roboto-regular.fntdata"/><Relationship Id="rId34" Type="http://schemas.openxmlformats.org/officeDocument/2006/relationships/slide" Target="slides/slide28.xml"/><Relationship Id="rId37" Type="http://schemas.openxmlformats.org/officeDocument/2006/relationships/font" Target="fonts/Roboto-italic.fntdata"/><Relationship Id="rId36" Type="http://schemas.openxmlformats.org/officeDocument/2006/relationships/font" Target="fonts/Roboto-bold.fntdata"/><Relationship Id="rId39" Type="http://schemas.openxmlformats.org/officeDocument/2006/relationships/font" Target="fonts/RobotoMedium-regular.fntdata"/><Relationship Id="rId38" Type="http://schemas.openxmlformats.org/officeDocument/2006/relationships/font" Target="fonts/Roboto-bold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266a8201a54_1_28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8" name="Google Shape;938;g266a8201a54_1_28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g266a8201a54_1_28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7" name="Google Shape;947;g266a8201a54_1_28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g266a8201a54_1_28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7" name="Google Shape;957;g266a8201a54_1_28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g30377f7b909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3" name="Google Shape;963;g30377f7b909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g30377f7b909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8" name="Google Shape;968;g30377f7b909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g30377f7b909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7" name="Google Shape;977;g30377f7b909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g266a8201a54_1_28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8" name="Google Shape;988;g266a8201a54_1_28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g30377f7b909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g30377f7b909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g30377f7b909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6" name="Google Shape;1006;g30377f7b909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g30377f7b909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0" name="Google Shape;1010;g30377f7b909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g30377f7b909_0_1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7" name="Google Shape;1017;g30377f7b909_0_1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0377f7b909_0_1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1" name="Google Shape;1021;g30377f7b909_0_1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g30377f7b909_0_1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5" name="Google Shape;1025;g30377f7b909_0_1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g30377f7b909_0_1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1" name="Google Shape;1031;g30377f7b909_0_1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g30377f7b909_0_1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0" name="Google Shape;1040;g30377f7b909_0_1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g30377f7b909_0_1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3" name="Google Shape;1053;g30377f7b909_0_1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g30377f7b909_0_1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8" name="Google Shape;1058;g30377f7b909_0_1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g30377f7b909_0_1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6" name="Google Shape;1066;g30377f7b909_0_1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g30377f7b909_0_1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0" name="Google Shape;1070;g30377f7b909_0_1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g30377f7b909_0_1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7" name="Google Shape;1077;g30377f7b909_0_1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g30377f7b909_0_1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1" name="Google Shape;1081;g30377f7b909_0_1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g30377f7b909_0_1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5" name="Google Shape;1085;g30377f7b909_0_1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g30377f7b909_0_1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2" name="Google Shape;1092;g30377f7b909_0_1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g30377f7b909_0_1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5" name="Google Shape;1105;g30377f7b909_0_1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g30377f7b909_0_1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3" name="Google Shape;1123;g30377f7b909_0_1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g31203a5bf8c_1_27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8" name="Google Shape;1128;g31203a5bf8c_1_27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g30377f7b909_0_1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8" name="Google Shape;1168;g30377f7b909_0_1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g30377f7b909_0_1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2" name="Google Shape;1172;g30377f7b909_0_1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8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1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1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26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6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46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8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5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19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9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png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8.png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21.png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21.png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openxmlformats.org/officeDocument/2006/relationships/image" Target="../media/image26.png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23.png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26.png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6.png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21.png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3.png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7.png"/><Relationship Id="rId3" Type="http://schemas.openxmlformats.org/officeDocument/2006/relationships/image" Target="../media/image71.png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openxmlformats.org/officeDocument/2006/relationships/image" Target="../media/image26.png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0.png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/Relationships>
</file>

<file path=ppt/slideLayouts/_rels/slideLayout1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9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Headings + Body text">
  <p:cSld name="CUSTOM_1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57200" y="548650"/>
            <a:ext cx="822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Right image layout">
  <p:cSld name="CUSTOM_6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>
            <p:ph idx="2" type="pic"/>
          </p:nvPr>
        </p:nvSpPr>
        <p:spPr>
          <a:xfrm>
            <a:off x="5943725" y="150"/>
            <a:ext cx="32001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5" name="Google Shape;15;p3"/>
          <p:cNvSpPr txBox="1"/>
          <p:nvPr>
            <p:ph type="title"/>
          </p:nvPr>
        </p:nvSpPr>
        <p:spPr>
          <a:xfrm>
            <a:off x="457200" y="14630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461220" y="548650"/>
            <a:ext cx="5482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3" type="body"/>
          </p:nvPr>
        </p:nvSpPr>
        <p:spPr>
          <a:xfrm>
            <a:off x="457200" y="1063525"/>
            <a:ext cx="50292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With right text layout">
  <p:cSld name="CUSTOM_3_2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5943650" y="0"/>
            <a:ext cx="3196500" cy="51435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6400800" y="725688"/>
            <a:ext cx="22860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" type="subTitle"/>
          </p:nvPr>
        </p:nvSpPr>
        <p:spPr>
          <a:xfrm>
            <a:off x="6400800" y="1600088"/>
            <a:ext cx="2349300" cy="29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2" type="body"/>
          </p:nvPr>
        </p:nvSpPr>
        <p:spPr>
          <a:xfrm>
            <a:off x="457200" y="1063525"/>
            <a:ext cx="50292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3" type="subTitle"/>
          </p:nvPr>
        </p:nvSpPr>
        <p:spPr>
          <a:xfrm>
            <a:off x="461220" y="548650"/>
            <a:ext cx="5482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4" type="title"/>
          </p:nvPr>
        </p:nvSpPr>
        <p:spPr>
          <a:xfrm>
            <a:off x="457200" y="14630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With image insert">
  <p:cSld name="CUSTOM_8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 rot="10800000">
            <a:off x="3453900" y="1729748"/>
            <a:ext cx="585300" cy="0"/>
          </a:xfrm>
          <a:prstGeom prst="straightConnector1">
            <a:avLst/>
          </a:prstGeom>
          <a:noFill/>
          <a:ln cap="rnd" cmpd="sng" w="9525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27" name="Google Shape;27;p5"/>
          <p:cNvCxnSpPr/>
          <p:nvPr/>
        </p:nvCxnSpPr>
        <p:spPr>
          <a:xfrm rot="10800000">
            <a:off x="3453900" y="3524825"/>
            <a:ext cx="585300" cy="0"/>
          </a:xfrm>
          <a:prstGeom prst="straightConnector1">
            <a:avLst/>
          </a:prstGeom>
          <a:noFill/>
          <a:ln cap="rnd" cmpd="sng" w="9525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8" name="Google Shape;28;p5"/>
          <p:cNvSpPr/>
          <p:nvPr>
            <p:ph idx="2" type="pic"/>
          </p:nvPr>
        </p:nvSpPr>
        <p:spPr>
          <a:xfrm>
            <a:off x="3657600" y="1371600"/>
            <a:ext cx="5029200" cy="2742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sp>
      <p:sp>
        <p:nvSpPr>
          <p:cNvPr id="29" name="Google Shape;29;p5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subTitle"/>
          </p:nvPr>
        </p:nvSpPr>
        <p:spPr>
          <a:xfrm>
            <a:off x="463231" y="548650"/>
            <a:ext cx="822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3" type="body"/>
          </p:nvPr>
        </p:nvSpPr>
        <p:spPr>
          <a:xfrm>
            <a:off x="457200" y="1592650"/>
            <a:ext cx="3013200" cy="11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4" type="body"/>
          </p:nvPr>
        </p:nvSpPr>
        <p:spPr>
          <a:xfrm>
            <a:off x="457200" y="3413275"/>
            <a:ext cx="3013200" cy="11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Left image layout">
  <p:cSld name="CUSTOM_7_2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/>
          <p:nvPr>
            <p:ph idx="2" type="pic"/>
          </p:nvPr>
        </p:nvSpPr>
        <p:spPr>
          <a:xfrm>
            <a:off x="0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3657600" y="1054550"/>
            <a:ext cx="5025600" cy="3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3657601" y="146300"/>
            <a:ext cx="5029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3" type="subTitle"/>
          </p:nvPr>
        </p:nvSpPr>
        <p:spPr>
          <a:xfrm>
            <a:off x="3661286" y="548650"/>
            <a:ext cx="5025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 + Subheading blank">
  <p:cSld name="CUSTOM_21_2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Google Shape;39;p7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40" name="Google Shape;40;p7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7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 line (with bullets)">
  <p:cSld name="CUSTOM_2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46" name="Google Shape;46;p8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8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8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8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8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8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8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8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8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8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8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8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2" type="body"/>
          </p:nvPr>
        </p:nvSpPr>
        <p:spPr>
          <a:xfrm>
            <a:off x="914400" y="118875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3" type="body"/>
          </p:nvPr>
        </p:nvSpPr>
        <p:spPr>
          <a:xfrm>
            <a:off x="914400" y="187428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4" type="body"/>
          </p:nvPr>
        </p:nvSpPr>
        <p:spPr>
          <a:xfrm>
            <a:off x="914400" y="2559823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2" name="Google Shape;62;p8"/>
          <p:cNvSpPr txBox="1"/>
          <p:nvPr>
            <p:ph idx="5" type="body"/>
          </p:nvPr>
        </p:nvSpPr>
        <p:spPr>
          <a:xfrm>
            <a:off x="914400" y="324536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6" type="body"/>
          </p:nvPr>
        </p:nvSpPr>
        <p:spPr>
          <a:xfrm>
            <a:off x="914400" y="393089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out line (blank)">
  <p:cSld name="CUSTOM_21_2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9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out line (With bullets)">
  <p:cSld name="CUSTOM_21_1_2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0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0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0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0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0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6" name="Google Shape;76;p10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7" name="Google Shape;77;p10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" name="Google Shape;78;p10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" name="Google Shape;79;p10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0" name="Google Shape;80;p10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0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0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0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0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0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0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0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Heading + Subheading blank">
  <p:cSld name="CUSTOM_11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1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11"/>
          <p:cNvSpPr txBox="1"/>
          <p:nvPr>
            <p:ph idx="1" type="subTitle"/>
          </p:nvPr>
        </p:nvSpPr>
        <p:spPr>
          <a:xfrm>
            <a:off x="463231" y="54865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- Longer title" type="secHead">
  <p:cSld name="SECTION_HEADER">
    <p:bg>
      <p:bgPr>
        <a:solidFill>
          <a:schemeClr val="dk2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12"/>
          <p:cNvCxnSpPr/>
          <p:nvPr/>
        </p:nvCxnSpPr>
        <p:spPr>
          <a:xfrm>
            <a:off x="4580627" y="1618750"/>
            <a:ext cx="51759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med" w="med" type="oval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cxnSp>
      <p:sp>
        <p:nvSpPr>
          <p:cNvPr id="93" name="Google Shape;93;p12"/>
          <p:cNvSpPr txBox="1"/>
          <p:nvPr>
            <p:ph type="title"/>
          </p:nvPr>
        </p:nvSpPr>
        <p:spPr>
          <a:xfrm>
            <a:off x="4570700" y="1804650"/>
            <a:ext cx="4557900" cy="1215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4" name="Google Shape;94;p12"/>
          <p:cNvSpPr txBox="1"/>
          <p:nvPr>
            <p:ph idx="1" type="subTitle"/>
          </p:nvPr>
        </p:nvSpPr>
        <p:spPr>
          <a:xfrm>
            <a:off x="4572000" y="1127800"/>
            <a:ext cx="4572000" cy="185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5" name="Google Shape;95;p12"/>
          <p:cNvSpPr txBox="1"/>
          <p:nvPr>
            <p:ph idx="2" type="subTitle"/>
          </p:nvPr>
        </p:nvSpPr>
        <p:spPr>
          <a:xfrm>
            <a:off x="4572000" y="3203450"/>
            <a:ext cx="4557900" cy="244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" name="Google Shape;96;p12"/>
          <p:cNvSpPr txBox="1"/>
          <p:nvPr/>
        </p:nvSpPr>
        <p:spPr>
          <a:xfrm>
            <a:off x="414900" y="4911900"/>
            <a:ext cx="5064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202</a:t>
            </a: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b="0" i="0" lang="en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edX Boot Camps LLC. Confidential and Proprietary. All Rights Reserved.</a:t>
            </a:r>
            <a:endParaRPr b="0" i="0" sz="1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165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- Shorter title">
  <p:cSld name="SECTION_HEADER_1_1">
    <p:bg>
      <p:bgPr>
        <a:solidFill>
          <a:schemeClr val="dk2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8" name="Google Shape;98;p13"/>
          <p:cNvCxnSpPr/>
          <p:nvPr/>
        </p:nvCxnSpPr>
        <p:spPr>
          <a:xfrm>
            <a:off x="3582395" y="1823650"/>
            <a:ext cx="9207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cxnSp>
      <p:cxnSp>
        <p:nvCxnSpPr>
          <p:cNvPr id="99" name="Google Shape;99;p13"/>
          <p:cNvCxnSpPr/>
          <p:nvPr/>
        </p:nvCxnSpPr>
        <p:spPr>
          <a:xfrm>
            <a:off x="3592327" y="1823550"/>
            <a:ext cx="56634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med" w="med" type="oval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cxnSp>
      <p:sp>
        <p:nvSpPr>
          <p:cNvPr id="100" name="Google Shape;100;p13"/>
          <p:cNvSpPr txBox="1"/>
          <p:nvPr>
            <p:ph type="title"/>
          </p:nvPr>
        </p:nvSpPr>
        <p:spPr>
          <a:xfrm>
            <a:off x="3582400" y="2028900"/>
            <a:ext cx="4557900" cy="719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1" name="Google Shape;101;p13"/>
          <p:cNvSpPr txBox="1"/>
          <p:nvPr>
            <p:ph idx="1" type="subTitle"/>
          </p:nvPr>
        </p:nvSpPr>
        <p:spPr>
          <a:xfrm>
            <a:off x="3583700" y="1533250"/>
            <a:ext cx="4572000" cy="180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2" name="Google Shape;102;p13"/>
          <p:cNvSpPr txBox="1"/>
          <p:nvPr>
            <p:ph idx="2" type="subTitle"/>
          </p:nvPr>
        </p:nvSpPr>
        <p:spPr>
          <a:xfrm>
            <a:off x="3583700" y="3314450"/>
            <a:ext cx="4557900" cy="244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3" name="Google Shape;103;p13"/>
          <p:cNvSpPr txBox="1"/>
          <p:nvPr/>
        </p:nvSpPr>
        <p:spPr>
          <a:xfrm>
            <a:off x="414900" y="4911900"/>
            <a:ext cx="5064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2024 edX Boot Camps LLC. Confidential and Proprietary. All Rights Reserved.</a:t>
            </a:r>
            <a:endParaRPr b="0" i="0" sz="1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Blank">
  <p:cSld name="CUSTOM_26_1">
    <p:bg>
      <p:bgPr>
        <a:solidFill>
          <a:schemeClr val="dk2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 txBox="1"/>
          <p:nvPr>
            <p:ph type="title"/>
          </p:nvPr>
        </p:nvSpPr>
        <p:spPr>
          <a:xfrm>
            <a:off x="0" y="3073400"/>
            <a:ext cx="91440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06" name="Google Shape;106;p14"/>
          <p:cNvSpPr/>
          <p:nvPr/>
        </p:nvSpPr>
        <p:spPr>
          <a:xfrm>
            <a:off x="36575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4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Next class">
  <p:cSld name="CUSTOM_10_1_1_1_2_2_1">
    <p:bg>
      <p:bgPr>
        <a:solidFill>
          <a:schemeClr val="dk2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Next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lass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36575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4429130" y="1541930"/>
            <a:ext cx="285844" cy="574072"/>
          </a:xfrm>
          <a:custGeom>
            <a:rect b="b" l="l" r="r" t="t"/>
            <a:pathLst>
              <a:path extrusionOk="0" fill="none" h="206130" w="102637">
                <a:moveTo>
                  <a:pt x="0" y="1"/>
                </a:moveTo>
                <a:lnTo>
                  <a:pt x="102637" y="103065"/>
                </a:lnTo>
                <a:lnTo>
                  <a:pt x="0" y="206129"/>
                </a:lnTo>
              </a:path>
            </a:pathLst>
          </a:custGeom>
          <a:solidFill>
            <a:srgbClr val="FFFFFF"/>
          </a:solidFill>
          <a:ln cap="rnd" cmpd="sng" w="28575">
            <a:solidFill>
              <a:srgbClr val="2836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836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5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Time to Code">
  <p:cSld name="CUSTOM_10_1_1_1_2_2_1_1">
    <p:bg>
      <p:bgPr>
        <a:solidFill>
          <a:schemeClr val="dk2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 txBox="1"/>
          <p:nvPr/>
        </p:nvSpPr>
        <p:spPr>
          <a:xfrm>
            <a:off x="5901175" y="3977950"/>
            <a:ext cx="27855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" name="Google Shape;115;p16"/>
          <p:cNvSpPr txBox="1"/>
          <p:nvPr/>
        </p:nvSpPr>
        <p:spPr>
          <a:xfrm>
            <a:off x="0" y="3086100"/>
            <a:ext cx="9144000" cy="6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 to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ode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36576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" name="Google Shape;11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94290" y="1424853"/>
            <a:ext cx="1155368" cy="818142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>
            <p:ph idx="1" type="subTitle"/>
          </p:nvPr>
        </p:nvSpPr>
        <p:spPr>
          <a:xfrm>
            <a:off x="5029200" y="4245725"/>
            <a:ext cx="3657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Challenge">
  <p:cSld name="CUSTOM_10_1_1_1_2_1_1">
    <p:bg>
      <p:bgPr>
        <a:solidFill>
          <a:schemeClr val="dk2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/>
          <p:nvPr/>
        </p:nvSpPr>
        <p:spPr>
          <a:xfrm>
            <a:off x="0" y="3086100"/>
            <a:ext cx="91440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Challenge</a:t>
            </a:r>
            <a:endParaRPr b="0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1" name="Google Shape;121;p17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2" name="Google Shape;122;p17"/>
          <p:cNvSpPr/>
          <p:nvPr/>
        </p:nvSpPr>
        <p:spPr>
          <a:xfrm>
            <a:off x="3657600" y="914400"/>
            <a:ext cx="1820700" cy="1820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3" name="Google Shape;123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72546" y="1094559"/>
            <a:ext cx="1390807" cy="12124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Course overview">
  <p:cSld name="CUSTOM_10_1_1_1_2_1_1_1">
    <p:bg>
      <p:bgPr>
        <a:solidFill>
          <a:schemeClr val="dk2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 txBox="1"/>
          <p:nvPr/>
        </p:nvSpPr>
        <p:spPr>
          <a:xfrm>
            <a:off x="0" y="3086100"/>
            <a:ext cx="91440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ourse overview</a:t>
            </a:r>
            <a:endParaRPr b="0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6" name="Google Shape;126;p18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7" name="Google Shape;127;p18"/>
          <p:cNvSpPr/>
          <p:nvPr/>
        </p:nvSpPr>
        <p:spPr>
          <a:xfrm>
            <a:off x="3657600" y="914400"/>
            <a:ext cx="1820700" cy="1820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" name="Google Shape;128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96605" y="1339647"/>
            <a:ext cx="950800" cy="97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Blank slide">
  <p:cSld name="CUSTOM_26_1_1">
    <p:bg>
      <p:bgPr>
        <a:solidFill>
          <a:schemeClr val="dk2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 txBox="1"/>
          <p:nvPr>
            <p:ph type="title"/>
          </p:nvPr>
        </p:nvSpPr>
        <p:spPr>
          <a:xfrm>
            <a:off x="0" y="3072384"/>
            <a:ext cx="9144000" cy="7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1" name="Google Shape;131;p19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Welcome page">
  <p:cSld name="CUSTOM_26_1_1_1">
    <p:bg>
      <p:bgPr>
        <a:solidFill>
          <a:schemeClr val="dk2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/>
        </p:nvSpPr>
        <p:spPr>
          <a:xfrm>
            <a:off x="0" y="3073400"/>
            <a:ext cx="9144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Welcome</a:t>
            </a:r>
            <a:endParaRPr b="1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34" name="Google Shape;134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84112" y="1371590"/>
            <a:ext cx="1776025" cy="1324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Conclusion">
  <p:cSld name="CUSTOM_26_1_1_1_1">
    <p:bg>
      <p:bgPr>
        <a:solidFill>
          <a:schemeClr val="dk2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/>
        </p:nvSpPr>
        <p:spPr>
          <a:xfrm>
            <a:off x="0" y="3073400"/>
            <a:ext cx="9144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Conclusion</a:t>
            </a:r>
            <a:endParaRPr b="1" sz="40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37" name="Google Shape;137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48275" y="1452275"/>
            <a:ext cx="1047450" cy="120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ime's up! Let's review">
  <p:cSld name="CUSTOM_10_2_1_1_1">
    <p:bg>
      <p:bgPr>
        <a:solidFill>
          <a:schemeClr val="dk2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56863" y="1371602"/>
            <a:ext cx="1430525" cy="13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2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Time’s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U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p!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" name="Google Shape;141;p22"/>
          <p:cNvSpPr txBox="1"/>
          <p:nvPr/>
        </p:nvSpPr>
        <p:spPr>
          <a:xfrm>
            <a:off x="311700" y="3657600"/>
            <a:ext cx="85206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Let’s review</a:t>
            </a:r>
            <a:endParaRPr b="0" i="0" sz="2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Break">
  <p:cSld name="CUSTOM_10_1">
    <p:bg>
      <p:bgPr>
        <a:solidFill>
          <a:schemeClr val="dk2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61200" y="1371599"/>
            <a:ext cx="1421602" cy="13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3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Break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" name="Google Shape;145;p23"/>
          <p:cNvSpPr txBox="1"/>
          <p:nvPr/>
        </p:nvSpPr>
        <p:spPr>
          <a:xfrm>
            <a:off x="311700" y="3657600"/>
            <a:ext cx="85206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15 mins</a:t>
            </a:r>
            <a:endParaRPr b="0" i="0" sz="2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ime for a quick review">
  <p:cSld name="CUSTOM_10_1_1_2">
    <p:bg>
      <p:bgPr>
        <a:solidFill>
          <a:schemeClr val="dk2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22162" y="1448847"/>
            <a:ext cx="1699675" cy="1224853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4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 for a quick video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Peer review">
  <p:cSld name="CUSTOM_10_1_1_1_3">
    <p:bg>
      <p:bgPr>
        <a:solidFill>
          <a:schemeClr val="dk2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26225" y="1453000"/>
            <a:ext cx="1291550" cy="129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5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Peer review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Let's recap">
  <p:cSld name="CUSTOM_10_1_1_1_2">
    <p:bg>
      <p:bgPr>
        <a:solidFill>
          <a:schemeClr val="dk2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26225" y="1435359"/>
            <a:ext cx="1291550" cy="1326833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6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Let’s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ecap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Office hours">
  <p:cSld name="CUSTOM_10_1_1_1_2_3_2">
    <p:bg>
      <p:bgPr>
        <a:solidFill>
          <a:schemeClr val="dk2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92850" y="1583850"/>
            <a:ext cx="2158300" cy="1138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7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Office hours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" name="Google Shape;158;p27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Slack slide">
  <p:cSld name="CUSTOM_10_1_1_1_2_3_1">
    <p:bg>
      <p:bgPr>
        <a:solidFill>
          <a:schemeClr val="dk2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Class Slack Channel: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" name="Google Shape;161;p28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62" name="Google Shape;162;p28"/>
          <p:cNvPicPr preferRelativeResize="0"/>
          <p:nvPr/>
        </p:nvPicPr>
        <p:blipFill rotWithShape="1">
          <a:blip r:embed="rId2">
            <a:alphaModFix/>
          </a:blip>
          <a:srcRect b="24412" l="9534" r="69121" t="23790"/>
          <a:stretch/>
        </p:blipFill>
        <p:spPr>
          <a:xfrm>
            <a:off x="3876275" y="1390350"/>
            <a:ext cx="1391451" cy="138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hank you">
  <p:cSld name="CUSTOM_10_1_1_1_2_1_2">
    <p:bg>
      <p:bgPr>
        <a:solidFill>
          <a:schemeClr val="dk2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9"/>
          <p:cNvSpPr txBox="1"/>
          <p:nvPr/>
        </p:nvSpPr>
        <p:spPr>
          <a:xfrm>
            <a:off x="0" y="3073400"/>
            <a:ext cx="9144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Thank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Y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ou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5" name="Google Shape;165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83775" y="1371600"/>
            <a:ext cx="1376700" cy="137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Questions">
  <p:cSld name="CUSTOM_10_1_1_1_1_2">
    <p:bg>
      <p:bgPr>
        <a:solidFill>
          <a:schemeClr val="dk2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0"/>
          <p:cNvSpPr txBox="1"/>
          <p:nvPr/>
        </p:nvSpPr>
        <p:spPr>
          <a:xfrm>
            <a:off x="0" y="305495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Questions?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8" name="Google Shape;168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26873" y="1589513"/>
            <a:ext cx="1690255" cy="132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30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653025" y="4126875"/>
            <a:ext cx="870750" cy="11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30"/>
          <p:cNvPicPr preferRelativeResize="0"/>
          <p:nvPr/>
        </p:nvPicPr>
        <p:blipFill rotWithShape="1">
          <a:blip r:embed="rId3">
            <a:alphaModFix/>
          </a:blip>
          <a:srcRect b="19664" l="0" r="0" t="0"/>
          <a:stretch/>
        </p:blipFill>
        <p:spPr>
          <a:xfrm flipH="1">
            <a:off x="1651350" y="4364000"/>
            <a:ext cx="783075" cy="95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30"/>
          <p:cNvPicPr preferRelativeResize="0"/>
          <p:nvPr/>
        </p:nvPicPr>
        <p:blipFill rotWithShape="1">
          <a:blip r:embed="rId3">
            <a:alphaModFix/>
          </a:blip>
          <a:srcRect b="30598" l="0" r="0" t="0"/>
          <a:stretch/>
        </p:blipFill>
        <p:spPr>
          <a:xfrm flipH="1">
            <a:off x="3638200" y="4387525"/>
            <a:ext cx="712575" cy="7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30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2655487" y="3973275"/>
            <a:ext cx="982713" cy="13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30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4517888" y="4134937"/>
            <a:ext cx="870750" cy="11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30"/>
          <p:cNvPicPr preferRelativeResize="0"/>
          <p:nvPr/>
        </p:nvPicPr>
        <p:blipFill rotWithShape="1">
          <a:blip r:embed="rId3">
            <a:alphaModFix/>
          </a:blip>
          <a:srcRect b="5686" l="0" r="0" t="0"/>
          <a:stretch/>
        </p:blipFill>
        <p:spPr>
          <a:xfrm flipH="1">
            <a:off x="5979175" y="4168652"/>
            <a:ext cx="783075" cy="112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3650" y="3973275"/>
            <a:ext cx="870750" cy="13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C - Instructor Demonstration">
  <p:cSld name="CUSTOM_10_2">
    <p:bg>
      <p:bgPr>
        <a:solidFill>
          <a:schemeClr val="dk2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1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78" name="Google Shape;178;p31"/>
          <p:cNvSpPr/>
          <p:nvPr/>
        </p:nvSpPr>
        <p:spPr>
          <a:xfrm>
            <a:off x="3657600" y="919500"/>
            <a:ext cx="1828800" cy="1828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31"/>
          <p:cNvSpPr txBox="1"/>
          <p:nvPr/>
        </p:nvSpPr>
        <p:spPr>
          <a:xfrm>
            <a:off x="311700" y="3073125"/>
            <a:ext cx="8520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Instructor</a:t>
            </a:r>
            <a:r>
              <a:rPr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Demonstration</a:t>
            </a:r>
            <a:endParaRPr i="0" sz="24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80" name="Google Shape;180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34596" y="1424818"/>
            <a:ext cx="1274808" cy="818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D - Blank chapter title slide">
  <p:cSld name="CUSTOM_26_2">
    <p:bg>
      <p:bgPr>
        <a:solidFill>
          <a:schemeClr val="accent2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2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 (blank)">
  <p:cSld name="CUSTOM_21_2_2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4" name="Google Shape;184;p33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185" name="Google Shape;185;p33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6" name="Google Shape;186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7700" y="248025"/>
            <a:ext cx="459000" cy="471541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3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88" name="Google Shape;188;p33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Recap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 (with bullets)">
  <p:cSld name="CUSTOM_21_2_3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0" name="Google Shape;190;p34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191" name="Google Shape;191;p34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7700" y="248025"/>
            <a:ext cx="459000" cy="47154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34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Recap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" name="Google Shape;194;p34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4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34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4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34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34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0" name="Google Shape;200;p34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1" name="Google Shape;201;p34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2" name="Google Shape;202;p34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3" name="Google Shape;203;p34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4" name="Google Shape;204;p34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34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34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34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34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34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arning Objectives (blank)">
  <p:cSld name="CUSTOM_21_2_2_1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1" name="Google Shape;211;p35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12" name="Google Shape;212;p35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3" name="Google Shape;213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763" y="235363"/>
            <a:ext cx="496875" cy="49687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5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Learning Objectives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5" name="Google Shape;215;p35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arning Objectives (with bullets)">
  <p:cSld name="CUSTOM_21_2_2_1_1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7" name="Google Shape;217;p36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18" name="Google Shape;218;p36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763" y="235363"/>
            <a:ext cx="496875" cy="49687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36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36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36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6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36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36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6" name="Google Shape;226;p36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7" name="Google Shape;227;p36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8" name="Google Shape;228;p36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9" name="Google Shape;229;p36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0" name="Google Shape;230;p36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36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36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36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36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36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Learning Objectives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" name="Google Shape;236;p36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7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37"/>
          <p:cNvSpPr txBox="1"/>
          <p:nvPr/>
        </p:nvSpPr>
        <p:spPr>
          <a:xfrm>
            <a:off x="457200" y="160020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01.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" name="Google Shape;240;p37"/>
          <p:cNvSpPr txBox="1"/>
          <p:nvPr/>
        </p:nvSpPr>
        <p:spPr>
          <a:xfrm>
            <a:off x="457197" y="2062175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02.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p37"/>
          <p:cNvSpPr txBox="1"/>
          <p:nvPr/>
        </p:nvSpPr>
        <p:spPr>
          <a:xfrm>
            <a:off x="457204" y="253925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03.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37"/>
          <p:cNvSpPr txBox="1"/>
          <p:nvPr/>
        </p:nvSpPr>
        <p:spPr>
          <a:xfrm>
            <a:off x="457197" y="2981656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04.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" name="Google Shape;243;p37"/>
          <p:cNvSpPr txBox="1"/>
          <p:nvPr/>
        </p:nvSpPr>
        <p:spPr>
          <a:xfrm>
            <a:off x="457200" y="3443301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05.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" name="Google Shape;244;p37"/>
          <p:cNvSpPr txBox="1"/>
          <p:nvPr/>
        </p:nvSpPr>
        <p:spPr>
          <a:xfrm>
            <a:off x="4563800" y="160020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06.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" name="Google Shape;245;p37"/>
          <p:cNvSpPr txBox="1"/>
          <p:nvPr/>
        </p:nvSpPr>
        <p:spPr>
          <a:xfrm>
            <a:off x="4563800" y="2064886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07.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" name="Google Shape;246;p37"/>
          <p:cNvSpPr txBox="1"/>
          <p:nvPr/>
        </p:nvSpPr>
        <p:spPr>
          <a:xfrm>
            <a:off x="4563800" y="2529587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08.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" name="Google Shape;247;p37"/>
          <p:cNvSpPr txBox="1"/>
          <p:nvPr/>
        </p:nvSpPr>
        <p:spPr>
          <a:xfrm>
            <a:off x="4563800" y="2981625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09.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" name="Google Shape;248;p37"/>
          <p:cNvSpPr txBox="1"/>
          <p:nvPr/>
        </p:nvSpPr>
        <p:spPr>
          <a:xfrm>
            <a:off x="4563800" y="3444731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49" name="Google Shape;249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3425" y="301475"/>
            <a:ext cx="287550" cy="364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0" name="Google Shape;250;p37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51" name="Google Shape;251;p37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52" name="Google Shape;252;p37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Table of Contents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" name="Google Shape;253;p37"/>
          <p:cNvSpPr txBox="1"/>
          <p:nvPr>
            <p:ph idx="2" type="body"/>
          </p:nvPr>
        </p:nvSpPr>
        <p:spPr>
          <a:xfrm>
            <a:off x="914400" y="1609349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4" name="Google Shape;254;p37"/>
          <p:cNvSpPr txBox="1"/>
          <p:nvPr>
            <p:ph idx="3" type="body"/>
          </p:nvPr>
        </p:nvSpPr>
        <p:spPr>
          <a:xfrm>
            <a:off x="914400" y="3435562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5" name="Google Shape;255;p37"/>
          <p:cNvSpPr txBox="1"/>
          <p:nvPr>
            <p:ph idx="4" type="body"/>
          </p:nvPr>
        </p:nvSpPr>
        <p:spPr>
          <a:xfrm>
            <a:off x="914400" y="2065902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6" name="Google Shape;256;p37"/>
          <p:cNvSpPr txBox="1"/>
          <p:nvPr>
            <p:ph idx="5" type="body"/>
          </p:nvPr>
        </p:nvSpPr>
        <p:spPr>
          <a:xfrm>
            <a:off x="914400" y="2522456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7" name="Google Shape;257;p37"/>
          <p:cNvSpPr txBox="1"/>
          <p:nvPr>
            <p:ph idx="6" type="body"/>
          </p:nvPr>
        </p:nvSpPr>
        <p:spPr>
          <a:xfrm>
            <a:off x="914400" y="2979009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8" name="Google Shape;258;p37"/>
          <p:cNvSpPr txBox="1"/>
          <p:nvPr>
            <p:ph idx="7" type="body"/>
          </p:nvPr>
        </p:nvSpPr>
        <p:spPr>
          <a:xfrm>
            <a:off x="5029200" y="160935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9" name="Google Shape;259;p37"/>
          <p:cNvSpPr txBox="1"/>
          <p:nvPr>
            <p:ph idx="8" type="body"/>
          </p:nvPr>
        </p:nvSpPr>
        <p:spPr>
          <a:xfrm>
            <a:off x="5029200" y="343555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0" name="Google Shape;260;p37"/>
          <p:cNvSpPr txBox="1"/>
          <p:nvPr>
            <p:ph idx="9" type="body"/>
          </p:nvPr>
        </p:nvSpPr>
        <p:spPr>
          <a:xfrm>
            <a:off x="5029200" y="206590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1" name="Google Shape;261;p37"/>
          <p:cNvSpPr txBox="1"/>
          <p:nvPr>
            <p:ph idx="13" type="body"/>
          </p:nvPr>
        </p:nvSpPr>
        <p:spPr>
          <a:xfrm>
            <a:off x="5029200" y="2522451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2" name="Google Shape;262;p37"/>
          <p:cNvSpPr txBox="1"/>
          <p:nvPr>
            <p:ph idx="14" type="body"/>
          </p:nvPr>
        </p:nvSpPr>
        <p:spPr>
          <a:xfrm>
            <a:off x="5029200" y="297900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72">
          <p15:clr>
            <a:srgbClr val="E46962"/>
          </p15:clr>
        </p15:guide>
        <p15:guide id="2" pos="2884">
          <p15:clr>
            <a:srgbClr val="E46962"/>
          </p15:clr>
        </p15:guide>
        <p15:guide id="3" pos="3168">
          <p15:clr>
            <a:srgbClr val="E46962"/>
          </p15:clr>
        </p15:guide>
        <p15:guide id="4" orient="horz" pos="288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">
  <p:cSld name="CUSTOM_23">
    <p:bg>
      <p:bgPr>
        <a:solidFill>
          <a:srgbClr val="F2F2F2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8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38"/>
          <p:cNvSpPr txBox="1"/>
          <p:nvPr/>
        </p:nvSpPr>
        <p:spPr>
          <a:xfrm>
            <a:off x="914400" y="14630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Activity: 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6" name="Google Shape;266;p38"/>
          <p:cNvSpPr txBox="1"/>
          <p:nvPr/>
        </p:nvSpPr>
        <p:spPr>
          <a:xfrm>
            <a:off x="5901175" y="4263275"/>
            <a:ext cx="32427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4572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7" name="Google Shape;267;p38"/>
          <p:cNvPicPr preferRelativeResize="0"/>
          <p:nvPr/>
        </p:nvPicPr>
        <p:blipFill rotWithShape="1">
          <a:blip r:embed="rId2">
            <a:alphaModFix amt="12000"/>
          </a:blip>
          <a:srcRect b="41054" l="-3280" r="-37524" t="-19179"/>
          <a:stretch/>
        </p:blipFill>
        <p:spPr>
          <a:xfrm>
            <a:off x="0" y="3069475"/>
            <a:ext cx="3716100" cy="207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8" name="Google Shape;268;p38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69" name="Google Shape;269;p38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270" name="Google Shape;27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38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72" name="Google Shape;272;p38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(Class activity)">
  <p:cSld name="CUSTOM_23_2">
    <p:bg>
      <p:bgPr>
        <a:solidFill>
          <a:srgbClr val="F2F2F2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9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39"/>
          <p:cNvSpPr txBox="1"/>
          <p:nvPr/>
        </p:nvSpPr>
        <p:spPr>
          <a:xfrm>
            <a:off x="914400" y="14630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Class </a:t>
            </a: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Activity: 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6" name="Google Shape;276;p39"/>
          <p:cNvSpPr txBox="1"/>
          <p:nvPr/>
        </p:nvSpPr>
        <p:spPr>
          <a:xfrm>
            <a:off x="5901175" y="4263275"/>
            <a:ext cx="32427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4572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7" name="Google Shape;277;p39"/>
          <p:cNvPicPr preferRelativeResize="0"/>
          <p:nvPr/>
        </p:nvPicPr>
        <p:blipFill rotWithShape="1">
          <a:blip r:embed="rId2">
            <a:alphaModFix amt="12000"/>
          </a:blip>
          <a:srcRect b="41054" l="-3280" r="-37524" t="-19179"/>
          <a:stretch/>
        </p:blipFill>
        <p:spPr>
          <a:xfrm>
            <a:off x="0" y="3069475"/>
            <a:ext cx="3716100" cy="207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8" name="Google Shape;278;p39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79" name="Google Shape;279;p39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280" name="Google Shape;280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39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82" name="Google Shape;282;p39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initions">
  <p:cSld name="CUSTOM_22_1_1">
    <p:bg>
      <p:bgPr>
        <a:solidFill>
          <a:schemeClr val="lt2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0"/>
          <p:cNvSpPr/>
          <p:nvPr/>
        </p:nvSpPr>
        <p:spPr>
          <a:xfrm flipH="1" rot="10800000">
            <a:off x="688800" y="692100"/>
            <a:ext cx="7766400" cy="3759300"/>
          </a:xfrm>
          <a:prstGeom prst="bracePair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40"/>
          <p:cNvSpPr/>
          <p:nvPr/>
        </p:nvSpPr>
        <p:spPr>
          <a:xfrm>
            <a:off x="1104268" y="1039688"/>
            <a:ext cx="6935464" cy="3131678"/>
          </a:xfrm>
          <a:custGeom>
            <a:rect b="b" l="l" r="r" t="t"/>
            <a:pathLst>
              <a:path extrusionOk="0" h="128611" w="284824">
                <a:moveTo>
                  <a:pt x="26676" y="0"/>
                </a:moveTo>
                <a:cubicBezTo>
                  <a:pt x="22180" y="0"/>
                  <a:pt x="18965" y="1390"/>
                  <a:pt x="17030" y="4169"/>
                </a:cubicBezTo>
                <a:cubicBezTo>
                  <a:pt x="15068" y="6948"/>
                  <a:pt x="14114" y="11035"/>
                  <a:pt x="14114" y="16431"/>
                </a:cubicBezTo>
                <a:lnTo>
                  <a:pt x="14114" y="45150"/>
                </a:lnTo>
                <a:cubicBezTo>
                  <a:pt x="14114" y="50191"/>
                  <a:pt x="12807" y="54360"/>
                  <a:pt x="10191" y="57684"/>
                </a:cubicBezTo>
                <a:cubicBezTo>
                  <a:pt x="7684" y="60981"/>
                  <a:pt x="4060" y="63242"/>
                  <a:pt x="0" y="64087"/>
                </a:cubicBezTo>
                <a:lnTo>
                  <a:pt x="0" y="64305"/>
                </a:lnTo>
                <a:cubicBezTo>
                  <a:pt x="4332" y="65368"/>
                  <a:pt x="7766" y="67548"/>
                  <a:pt x="10300" y="70817"/>
                </a:cubicBezTo>
                <a:cubicBezTo>
                  <a:pt x="12834" y="74087"/>
                  <a:pt x="14114" y="78283"/>
                  <a:pt x="14114" y="83460"/>
                </a:cubicBezTo>
                <a:lnTo>
                  <a:pt x="14114" y="112180"/>
                </a:lnTo>
                <a:cubicBezTo>
                  <a:pt x="14114" y="117684"/>
                  <a:pt x="15068" y="121798"/>
                  <a:pt x="17030" y="124523"/>
                </a:cubicBezTo>
                <a:cubicBezTo>
                  <a:pt x="18992" y="127248"/>
                  <a:pt x="22207" y="128610"/>
                  <a:pt x="26676" y="128610"/>
                </a:cubicBezTo>
                <a:lnTo>
                  <a:pt x="258148" y="128610"/>
                </a:lnTo>
                <a:cubicBezTo>
                  <a:pt x="262644" y="128610"/>
                  <a:pt x="265832" y="127248"/>
                  <a:pt x="267794" y="124523"/>
                </a:cubicBezTo>
                <a:cubicBezTo>
                  <a:pt x="269728" y="121798"/>
                  <a:pt x="270709" y="117684"/>
                  <a:pt x="270709" y="112180"/>
                </a:cubicBezTo>
                <a:lnTo>
                  <a:pt x="270709" y="83460"/>
                </a:lnTo>
                <a:cubicBezTo>
                  <a:pt x="270709" y="78283"/>
                  <a:pt x="271990" y="74087"/>
                  <a:pt x="274497" y="70817"/>
                </a:cubicBezTo>
                <a:cubicBezTo>
                  <a:pt x="277058" y="67548"/>
                  <a:pt x="280491" y="65395"/>
                  <a:pt x="284824" y="64305"/>
                </a:cubicBezTo>
                <a:lnTo>
                  <a:pt x="284824" y="64087"/>
                </a:lnTo>
                <a:cubicBezTo>
                  <a:pt x="280764" y="63242"/>
                  <a:pt x="277140" y="60981"/>
                  <a:pt x="274606" y="57684"/>
                </a:cubicBezTo>
                <a:cubicBezTo>
                  <a:pt x="272017" y="54360"/>
                  <a:pt x="270709" y="50191"/>
                  <a:pt x="270709" y="45150"/>
                </a:cubicBezTo>
                <a:lnTo>
                  <a:pt x="270709" y="16431"/>
                </a:lnTo>
                <a:cubicBezTo>
                  <a:pt x="270709" y="11035"/>
                  <a:pt x="269728" y="6948"/>
                  <a:pt x="267794" y="4169"/>
                </a:cubicBezTo>
                <a:cubicBezTo>
                  <a:pt x="265832" y="1417"/>
                  <a:pt x="262616" y="27"/>
                  <a:pt x="25814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6" name="Google Shape;286;p40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599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40"/>
          <p:cNvSpPr txBox="1"/>
          <p:nvPr>
            <p:ph idx="1" type="body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</p:spPr>
        <p:txBody>
          <a:bodyPr anchorCtr="0" anchor="ctr" bIns="91425" lIns="365750" spcFirstLastPara="1" rIns="91425" wrap="square" tIns="91425">
            <a:noAutofit/>
          </a:bodyPr>
          <a:lstStyle>
            <a:lvl1pPr indent="-444500" lvl="0" marL="4572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1pPr>
            <a:lvl2pPr indent="-444500" lvl="1" marL="9144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2pPr>
            <a:lvl3pPr indent="-444500" lvl="2" marL="13716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3pPr>
            <a:lvl4pPr indent="-444500" lvl="3" marL="18288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4pPr>
            <a:lvl5pPr indent="-444500" lvl="4" marL="22860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5pPr>
            <a:lvl6pPr indent="-444500" lvl="5" marL="27432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6pPr>
            <a:lvl7pPr indent="-444500" lvl="6" marL="32004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7pPr>
            <a:lvl8pPr indent="-444500" lvl="7" marL="36576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8pPr>
            <a:lvl9pPr indent="-444500" lvl="8" marL="41148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Key Idea">
  <p:cSld name="CUSTOM_4">
    <p:bg>
      <p:bgPr>
        <a:solidFill>
          <a:schemeClr val="lt2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1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0" name="Google Shape;290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00550" y="1861613"/>
            <a:ext cx="1856475" cy="185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41"/>
          <p:cNvPicPr preferRelativeResize="0"/>
          <p:nvPr/>
        </p:nvPicPr>
        <p:blipFill rotWithShape="1">
          <a:blip r:embed="rId3">
            <a:alphaModFix amt="11000"/>
          </a:blip>
          <a:srcRect b="7135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41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Question">
  <p:cSld name="CUSTOM_4_1_2_1">
    <p:bg>
      <p:bgPr>
        <a:solidFill>
          <a:schemeClr val="lt2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2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5" name="Google Shape;295;p42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599" cy="262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7875" y="2012779"/>
            <a:ext cx="1003696" cy="1489696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42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Quotation">
  <p:cSld name="CUSTOM_4_1_1">
    <p:bg>
      <p:bgPr>
        <a:solidFill>
          <a:schemeClr val="lt2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3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0" name="Google Shape;300;p43"/>
          <p:cNvGrpSpPr/>
          <p:nvPr/>
        </p:nvGrpSpPr>
        <p:grpSpPr>
          <a:xfrm>
            <a:off x="1074625" y="2258150"/>
            <a:ext cx="1473491" cy="980288"/>
            <a:chOff x="1074625" y="2258150"/>
            <a:chExt cx="1473491" cy="980288"/>
          </a:xfrm>
        </p:grpSpPr>
        <p:sp>
          <p:nvSpPr>
            <p:cNvPr id="301" name="Google Shape;301;p43"/>
            <p:cNvSpPr/>
            <p:nvPr/>
          </p:nvSpPr>
          <p:spPr>
            <a:xfrm>
              <a:off x="1074625" y="2258150"/>
              <a:ext cx="704970" cy="980288"/>
            </a:xfrm>
            <a:custGeom>
              <a:rect b="b" l="l" r="r" t="t"/>
              <a:pathLst>
                <a:path extrusionOk="0" fill="none" h="79682" w="57303">
                  <a:moveTo>
                    <a:pt x="12677" y="79681"/>
                  </a:moveTo>
                  <a:lnTo>
                    <a:pt x="12677" y="79681"/>
                  </a:lnTo>
                  <a:lnTo>
                    <a:pt x="15652" y="75283"/>
                  </a:lnTo>
                  <a:lnTo>
                    <a:pt x="17980" y="71403"/>
                  </a:lnTo>
                  <a:lnTo>
                    <a:pt x="19920" y="67910"/>
                  </a:lnTo>
                  <a:lnTo>
                    <a:pt x="21343" y="64806"/>
                  </a:lnTo>
                  <a:lnTo>
                    <a:pt x="22378" y="62090"/>
                  </a:lnTo>
                  <a:lnTo>
                    <a:pt x="23025" y="59891"/>
                  </a:lnTo>
                  <a:lnTo>
                    <a:pt x="23413" y="58080"/>
                  </a:lnTo>
                  <a:lnTo>
                    <a:pt x="23542" y="56786"/>
                  </a:lnTo>
                  <a:lnTo>
                    <a:pt x="23542" y="56786"/>
                  </a:lnTo>
                  <a:lnTo>
                    <a:pt x="21084" y="56139"/>
                  </a:lnTo>
                  <a:lnTo>
                    <a:pt x="18627" y="55363"/>
                  </a:lnTo>
                  <a:lnTo>
                    <a:pt x="16428" y="54458"/>
                  </a:lnTo>
                  <a:lnTo>
                    <a:pt x="14229" y="53294"/>
                  </a:lnTo>
                  <a:lnTo>
                    <a:pt x="12159" y="52000"/>
                  </a:lnTo>
                  <a:lnTo>
                    <a:pt x="10219" y="50448"/>
                  </a:lnTo>
                  <a:lnTo>
                    <a:pt x="8408" y="48896"/>
                  </a:lnTo>
                  <a:lnTo>
                    <a:pt x="6726" y="47085"/>
                  </a:lnTo>
                  <a:lnTo>
                    <a:pt x="5304" y="45144"/>
                  </a:lnTo>
                  <a:lnTo>
                    <a:pt x="4010" y="43075"/>
                  </a:lnTo>
                  <a:lnTo>
                    <a:pt x="2846" y="40876"/>
                  </a:lnTo>
                  <a:lnTo>
                    <a:pt x="1811" y="38547"/>
                  </a:lnTo>
                  <a:lnTo>
                    <a:pt x="1035" y="36219"/>
                  </a:lnTo>
                  <a:lnTo>
                    <a:pt x="518" y="33761"/>
                  </a:lnTo>
                  <a:lnTo>
                    <a:pt x="129" y="31174"/>
                  </a:lnTo>
                  <a:lnTo>
                    <a:pt x="0" y="28587"/>
                  </a:lnTo>
                  <a:lnTo>
                    <a:pt x="0" y="28587"/>
                  </a:lnTo>
                  <a:lnTo>
                    <a:pt x="259" y="25742"/>
                  </a:lnTo>
                  <a:lnTo>
                    <a:pt x="647" y="22896"/>
                  </a:lnTo>
                  <a:lnTo>
                    <a:pt x="1294" y="20050"/>
                  </a:lnTo>
                  <a:lnTo>
                    <a:pt x="2328" y="17463"/>
                  </a:lnTo>
                  <a:lnTo>
                    <a:pt x="3493" y="15005"/>
                  </a:lnTo>
                  <a:lnTo>
                    <a:pt x="4915" y="12677"/>
                  </a:lnTo>
                  <a:lnTo>
                    <a:pt x="6597" y="10478"/>
                  </a:lnTo>
                  <a:lnTo>
                    <a:pt x="8408" y="8409"/>
                  </a:lnTo>
                  <a:lnTo>
                    <a:pt x="10478" y="6598"/>
                  </a:lnTo>
                  <a:lnTo>
                    <a:pt x="12677" y="4916"/>
                  </a:lnTo>
                  <a:lnTo>
                    <a:pt x="15005" y="3493"/>
                  </a:lnTo>
                  <a:lnTo>
                    <a:pt x="17592" y="2200"/>
                  </a:lnTo>
                  <a:lnTo>
                    <a:pt x="20179" y="1294"/>
                  </a:lnTo>
                  <a:lnTo>
                    <a:pt x="22895" y="647"/>
                  </a:lnTo>
                  <a:lnTo>
                    <a:pt x="25741" y="130"/>
                  </a:lnTo>
                  <a:lnTo>
                    <a:pt x="28716" y="1"/>
                  </a:lnTo>
                  <a:lnTo>
                    <a:pt x="28716" y="1"/>
                  </a:lnTo>
                  <a:lnTo>
                    <a:pt x="31562" y="130"/>
                  </a:lnTo>
                  <a:lnTo>
                    <a:pt x="34408" y="647"/>
                  </a:lnTo>
                  <a:lnTo>
                    <a:pt x="37124" y="1294"/>
                  </a:lnTo>
                  <a:lnTo>
                    <a:pt x="39840" y="2200"/>
                  </a:lnTo>
                  <a:lnTo>
                    <a:pt x="42298" y="3493"/>
                  </a:lnTo>
                  <a:lnTo>
                    <a:pt x="44626" y="4916"/>
                  </a:lnTo>
                  <a:lnTo>
                    <a:pt x="46825" y="6598"/>
                  </a:lnTo>
                  <a:lnTo>
                    <a:pt x="48895" y="8409"/>
                  </a:lnTo>
                  <a:lnTo>
                    <a:pt x="50706" y="10478"/>
                  </a:lnTo>
                  <a:lnTo>
                    <a:pt x="52388" y="12677"/>
                  </a:lnTo>
                  <a:lnTo>
                    <a:pt x="53810" y="15005"/>
                  </a:lnTo>
                  <a:lnTo>
                    <a:pt x="54975" y="17463"/>
                  </a:lnTo>
                  <a:lnTo>
                    <a:pt x="56009" y="20050"/>
                  </a:lnTo>
                  <a:lnTo>
                    <a:pt x="56656" y="22896"/>
                  </a:lnTo>
                  <a:lnTo>
                    <a:pt x="57174" y="25742"/>
                  </a:lnTo>
                  <a:lnTo>
                    <a:pt x="57303" y="28587"/>
                  </a:lnTo>
                  <a:lnTo>
                    <a:pt x="57303" y="28587"/>
                  </a:lnTo>
                  <a:lnTo>
                    <a:pt x="57174" y="31562"/>
                  </a:lnTo>
                  <a:lnTo>
                    <a:pt x="56915" y="34279"/>
                  </a:lnTo>
                  <a:lnTo>
                    <a:pt x="56398" y="37125"/>
                  </a:lnTo>
                  <a:lnTo>
                    <a:pt x="55751" y="39712"/>
                  </a:lnTo>
                  <a:lnTo>
                    <a:pt x="54845" y="42299"/>
                  </a:lnTo>
                  <a:lnTo>
                    <a:pt x="53940" y="44886"/>
                  </a:lnTo>
                  <a:lnTo>
                    <a:pt x="52776" y="47214"/>
                  </a:lnTo>
                  <a:lnTo>
                    <a:pt x="51611" y="49542"/>
                  </a:lnTo>
                  <a:lnTo>
                    <a:pt x="50189" y="51871"/>
                  </a:lnTo>
                  <a:lnTo>
                    <a:pt x="48766" y="54070"/>
                  </a:lnTo>
                  <a:lnTo>
                    <a:pt x="47214" y="56139"/>
                  </a:lnTo>
                  <a:lnTo>
                    <a:pt x="45532" y="58209"/>
                  </a:lnTo>
                  <a:lnTo>
                    <a:pt x="43850" y="60020"/>
                  </a:lnTo>
                  <a:lnTo>
                    <a:pt x="42039" y="61960"/>
                  </a:lnTo>
                  <a:lnTo>
                    <a:pt x="40229" y="63642"/>
                  </a:lnTo>
                  <a:lnTo>
                    <a:pt x="38288" y="65323"/>
                  </a:lnTo>
                  <a:lnTo>
                    <a:pt x="36477" y="66876"/>
                  </a:lnTo>
                  <a:lnTo>
                    <a:pt x="34537" y="68428"/>
                  </a:lnTo>
                  <a:lnTo>
                    <a:pt x="30786" y="71144"/>
                  </a:lnTo>
                  <a:lnTo>
                    <a:pt x="27035" y="73472"/>
                  </a:lnTo>
                  <a:lnTo>
                    <a:pt x="23413" y="75413"/>
                  </a:lnTo>
                  <a:lnTo>
                    <a:pt x="20050" y="77094"/>
                  </a:lnTo>
                  <a:lnTo>
                    <a:pt x="17204" y="78388"/>
                  </a:lnTo>
                  <a:lnTo>
                    <a:pt x="14617" y="79164"/>
                  </a:lnTo>
                  <a:lnTo>
                    <a:pt x="12677" y="79681"/>
                  </a:lnTo>
                  <a:lnTo>
                    <a:pt x="12677" y="79681"/>
                  </a:lnTo>
                  <a:close/>
                </a:path>
              </a:pathLst>
            </a:custGeom>
            <a:noFill/>
            <a:ln cap="rnd" cmpd="sng" w="28575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43"/>
            <p:cNvSpPr/>
            <p:nvPr/>
          </p:nvSpPr>
          <p:spPr>
            <a:xfrm>
              <a:off x="1844733" y="2258150"/>
              <a:ext cx="703383" cy="980288"/>
            </a:xfrm>
            <a:custGeom>
              <a:rect b="b" l="l" r="r" t="t"/>
              <a:pathLst>
                <a:path extrusionOk="0" fill="none" h="79682" w="57174">
                  <a:moveTo>
                    <a:pt x="12548" y="79681"/>
                  </a:moveTo>
                  <a:lnTo>
                    <a:pt x="12548" y="79681"/>
                  </a:lnTo>
                  <a:lnTo>
                    <a:pt x="15523" y="75283"/>
                  </a:lnTo>
                  <a:lnTo>
                    <a:pt x="17980" y="71403"/>
                  </a:lnTo>
                  <a:lnTo>
                    <a:pt x="19791" y="67910"/>
                  </a:lnTo>
                  <a:lnTo>
                    <a:pt x="21214" y="64806"/>
                  </a:lnTo>
                  <a:lnTo>
                    <a:pt x="22249" y="62090"/>
                  </a:lnTo>
                  <a:lnTo>
                    <a:pt x="22896" y="59891"/>
                  </a:lnTo>
                  <a:lnTo>
                    <a:pt x="23284" y="58080"/>
                  </a:lnTo>
                  <a:lnTo>
                    <a:pt x="23413" y="56786"/>
                  </a:lnTo>
                  <a:lnTo>
                    <a:pt x="23413" y="56786"/>
                  </a:lnTo>
                  <a:lnTo>
                    <a:pt x="20955" y="56139"/>
                  </a:lnTo>
                  <a:lnTo>
                    <a:pt x="18498" y="55363"/>
                  </a:lnTo>
                  <a:lnTo>
                    <a:pt x="16299" y="54458"/>
                  </a:lnTo>
                  <a:lnTo>
                    <a:pt x="14100" y="53294"/>
                  </a:lnTo>
                  <a:lnTo>
                    <a:pt x="12030" y="52000"/>
                  </a:lnTo>
                  <a:lnTo>
                    <a:pt x="10090" y="50448"/>
                  </a:lnTo>
                  <a:lnTo>
                    <a:pt x="8279" y="48896"/>
                  </a:lnTo>
                  <a:lnTo>
                    <a:pt x="6727" y="47085"/>
                  </a:lnTo>
                  <a:lnTo>
                    <a:pt x="5174" y="45144"/>
                  </a:lnTo>
                  <a:lnTo>
                    <a:pt x="3881" y="43075"/>
                  </a:lnTo>
                  <a:lnTo>
                    <a:pt x="2717" y="40876"/>
                  </a:lnTo>
                  <a:lnTo>
                    <a:pt x="1811" y="38547"/>
                  </a:lnTo>
                  <a:lnTo>
                    <a:pt x="1035" y="36219"/>
                  </a:lnTo>
                  <a:lnTo>
                    <a:pt x="388" y="33761"/>
                  </a:lnTo>
                  <a:lnTo>
                    <a:pt x="130" y="31174"/>
                  </a:lnTo>
                  <a:lnTo>
                    <a:pt x="0" y="28587"/>
                  </a:lnTo>
                  <a:lnTo>
                    <a:pt x="0" y="28587"/>
                  </a:lnTo>
                  <a:lnTo>
                    <a:pt x="130" y="25742"/>
                  </a:lnTo>
                  <a:lnTo>
                    <a:pt x="518" y="22896"/>
                  </a:lnTo>
                  <a:lnTo>
                    <a:pt x="1294" y="20050"/>
                  </a:lnTo>
                  <a:lnTo>
                    <a:pt x="2199" y="17463"/>
                  </a:lnTo>
                  <a:lnTo>
                    <a:pt x="3364" y="15005"/>
                  </a:lnTo>
                  <a:lnTo>
                    <a:pt x="4786" y="12677"/>
                  </a:lnTo>
                  <a:lnTo>
                    <a:pt x="6468" y="10478"/>
                  </a:lnTo>
                  <a:lnTo>
                    <a:pt x="8279" y="8409"/>
                  </a:lnTo>
                  <a:lnTo>
                    <a:pt x="10349" y="6598"/>
                  </a:lnTo>
                  <a:lnTo>
                    <a:pt x="12548" y="4916"/>
                  </a:lnTo>
                  <a:lnTo>
                    <a:pt x="14876" y="3493"/>
                  </a:lnTo>
                  <a:lnTo>
                    <a:pt x="17463" y="2200"/>
                  </a:lnTo>
                  <a:lnTo>
                    <a:pt x="20050" y="1294"/>
                  </a:lnTo>
                  <a:lnTo>
                    <a:pt x="22766" y="647"/>
                  </a:lnTo>
                  <a:lnTo>
                    <a:pt x="25612" y="130"/>
                  </a:lnTo>
                  <a:lnTo>
                    <a:pt x="28587" y="1"/>
                  </a:lnTo>
                  <a:lnTo>
                    <a:pt x="28587" y="1"/>
                  </a:lnTo>
                  <a:lnTo>
                    <a:pt x="31433" y="130"/>
                  </a:lnTo>
                  <a:lnTo>
                    <a:pt x="34279" y="647"/>
                  </a:lnTo>
                  <a:lnTo>
                    <a:pt x="37124" y="1294"/>
                  </a:lnTo>
                  <a:lnTo>
                    <a:pt x="39711" y="2200"/>
                  </a:lnTo>
                  <a:lnTo>
                    <a:pt x="42169" y="3493"/>
                  </a:lnTo>
                  <a:lnTo>
                    <a:pt x="44627" y="4916"/>
                  </a:lnTo>
                  <a:lnTo>
                    <a:pt x="46826" y="6598"/>
                  </a:lnTo>
                  <a:lnTo>
                    <a:pt x="48766" y="8409"/>
                  </a:lnTo>
                  <a:lnTo>
                    <a:pt x="50706" y="10478"/>
                  </a:lnTo>
                  <a:lnTo>
                    <a:pt x="52259" y="12677"/>
                  </a:lnTo>
                  <a:lnTo>
                    <a:pt x="53681" y="15005"/>
                  </a:lnTo>
                  <a:lnTo>
                    <a:pt x="54975" y="17463"/>
                  </a:lnTo>
                  <a:lnTo>
                    <a:pt x="55880" y="20050"/>
                  </a:lnTo>
                  <a:lnTo>
                    <a:pt x="56657" y="22896"/>
                  </a:lnTo>
                  <a:lnTo>
                    <a:pt x="57045" y="25742"/>
                  </a:lnTo>
                  <a:lnTo>
                    <a:pt x="57174" y="28587"/>
                  </a:lnTo>
                  <a:lnTo>
                    <a:pt x="57174" y="28587"/>
                  </a:lnTo>
                  <a:lnTo>
                    <a:pt x="57045" y="31562"/>
                  </a:lnTo>
                  <a:lnTo>
                    <a:pt x="56786" y="34279"/>
                  </a:lnTo>
                  <a:lnTo>
                    <a:pt x="56268" y="37125"/>
                  </a:lnTo>
                  <a:lnTo>
                    <a:pt x="55622" y="39712"/>
                  </a:lnTo>
                  <a:lnTo>
                    <a:pt x="54846" y="42299"/>
                  </a:lnTo>
                  <a:lnTo>
                    <a:pt x="53811" y="44886"/>
                  </a:lnTo>
                  <a:lnTo>
                    <a:pt x="52776" y="47214"/>
                  </a:lnTo>
                  <a:lnTo>
                    <a:pt x="51482" y="49542"/>
                  </a:lnTo>
                  <a:lnTo>
                    <a:pt x="50060" y="51871"/>
                  </a:lnTo>
                  <a:lnTo>
                    <a:pt x="48637" y="54070"/>
                  </a:lnTo>
                  <a:lnTo>
                    <a:pt x="47084" y="56139"/>
                  </a:lnTo>
                  <a:lnTo>
                    <a:pt x="45403" y="58209"/>
                  </a:lnTo>
                  <a:lnTo>
                    <a:pt x="43721" y="60020"/>
                  </a:lnTo>
                  <a:lnTo>
                    <a:pt x="41910" y="61960"/>
                  </a:lnTo>
                  <a:lnTo>
                    <a:pt x="40099" y="63642"/>
                  </a:lnTo>
                  <a:lnTo>
                    <a:pt x="38289" y="65323"/>
                  </a:lnTo>
                  <a:lnTo>
                    <a:pt x="36348" y="66876"/>
                  </a:lnTo>
                  <a:lnTo>
                    <a:pt x="34408" y="68428"/>
                  </a:lnTo>
                  <a:lnTo>
                    <a:pt x="30657" y="71144"/>
                  </a:lnTo>
                  <a:lnTo>
                    <a:pt x="26906" y="73472"/>
                  </a:lnTo>
                  <a:lnTo>
                    <a:pt x="23284" y="75413"/>
                  </a:lnTo>
                  <a:lnTo>
                    <a:pt x="20050" y="77094"/>
                  </a:lnTo>
                  <a:lnTo>
                    <a:pt x="17075" y="78388"/>
                  </a:lnTo>
                  <a:lnTo>
                    <a:pt x="14488" y="79164"/>
                  </a:lnTo>
                  <a:lnTo>
                    <a:pt x="12548" y="79681"/>
                  </a:lnTo>
                  <a:lnTo>
                    <a:pt x="12548" y="79681"/>
                  </a:lnTo>
                  <a:close/>
                </a:path>
              </a:pathLst>
            </a:custGeom>
            <a:noFill/>
            <a:ln cap="rnd" cmpd="sng" w="28575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3" name="Google Shape;303;p43"/>
          <p:cNvSpPr txBox="1"/>
          <p:nvPr>
            <p:ph idx="1" type="subTitle"/>
          </p:nvPr>
        </p:nvSpPr>
        <p:spPr>
          <a:xfrm>
            <a:off x="459100" y="4189950"/>
            <a:ext cx="2741400" cy="5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304" name="Google Shape;304;p43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599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43"/>
          <p:cNvSpPr txBox="1"/>
          <p:nvPr>
            <p:ph idx="2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Tip or Answer">
  <p:cSld name="CUSTOM_4_1_1_1">
    <p:bg>
      <p:bgPr>
        <a:solidFill>
          <a:schemeClr val="lt2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4"/>
          <p:cNvSpPr/>
          <p:nvPr/>
        </p:nvSpPr>
        <p:spPr>
          <a:xfrm>
            <a:off x="459100" y="1380744"/>
            <a:ext cx="2741400" cy="2741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8" name="Google Shape;308;p44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599" cy="262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7670" y="1896525"/>
            <a:ext cx="1724260" cy="162045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44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are Your Answers">
  <p:cSld name="CUSTOM_10_1_1_1_1_1_2">
    <p:bg>
      <p:bgPr>
        <a:solidFill>
          <a:srgbClr val="F2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5"/>
          <p:cNvSpPr/>
          <p:nvPr/>
        </p:nvSpPr>
        <p:spPr>
          <a:xfrm flipH="1">
            <a:off x="1251238" y="1174875"/>
            <a:ext cx="2443200" cy="24435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45"/>
          <p:cNvSpPr/>
          <p:nvPr/>
        </p:nvSpPr>
        <p:spPr>
          <a:xfrm>
            <a:off x="5449563" y="1174875"/>
            <a:ext cx="2443200" cy="24435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00C7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45"/>
          <p:cNvSpPr/>
          <p:nvPr/>
        </p:nvSpPr>
        <p:spPr>
          <a:xfrm>
            <a:off x="3586938" y="1399275"/>
            <a:ext cx="1994400" cy="19947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45"/>
          <p:cNvSpPr txBox="1"/>
          <p:nvPr/>
        </p:nvSpPr>
        <p:spPr>
          <a:xfrm>
            <a:off x="1418338" y="2020425"/>
            <a:ext cx="2109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Share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6" name="Google Shape;316;p45"/>
          <p:cNvSpPr txBox="1"/>
          <p:nvPr/>
        </p:nvSpPr>
        <p:spPr>
          <a:xfrm>
            <a:off x="3529638" y="2020425"/>
            <a:ext cx="2109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Your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" name="Google Shape;317;p45"/>
          <p:cNvSpPr txBox="1"/>
          <p:nvPr/>
        </p:nvSpPr>
        <p:spPr>
          <a:xfrm>
            <a:off x="5469363" y="2020425"/>
            <a:ext cx="2403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Answers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member">
  <p:cSld name="CUSTOM_10_1_1_1_1_1_1">
    <p:bg>
      <p:bgPr>
        <a:solidFill>
          <a:srgbClr val="F2F2F2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6"/>
          <p:cNvSpPr txBox="1"/>
          <p:nvPr/>
        </p:nvSpPr>
        <p:spPr>
          <a:xfrm>
            <a:off x="4869500" y="1501000"/>
            <a:ext cx="3901200" cy="7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i="0" lang="en" sz="4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Remember, </a:t>
            </a:r>
            <a:endParaRPr b="1" i="0" sz="45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0" name="Google Shape;320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-556324" y="1502075"/>
            <a:ext cx="5962899" cy="25372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1" name="Google Shape;321;p46"/>
          <p:cNvGrpSpPr/>
          <p:nvPr/>
        </p:nvGrpSpPr>
        <p:grpSpPr>
          <a:xfrm>
            <a:off x="3972318" y="1206125"/>
            <a:ext cx="1051285" cy="920372"/>
            <a:chOff x="587700" y="-13400"/>
            <a:chExt cx="5735325" cy="5021125"/>
          </a:xfrm>
        </p:grpSpPr>
        <p:sp>
          <p:nvSpPr>
            <p:cNvPr id="322" name="Google Shape;322;p46"/>
            <p:cNvSpPr/>
            <p:nvPr/>
          </p:nvSpPr>
          <p:spPr>
            <a:xfrm>
              <a:off x="3126550" y="3129550"/>
              <a:ext cx="449525" cy="1850775"/>
            </a:xfrm>
            <a:custGeom>
              <a:rect b="b" l="l" r="r" t="t"/>
              <a:pathLst>
                <a:path extrusionOk="0" fill="none" h="74031" w="17981">
                  <a:moveTo>
                    <a:pt x="1" y="68541"/>
                  </a:moveTo>
                  <a:cubicBezTo>
                    <a:pt x="7486" y="74031"/>
                    <a:pt x="17981" y="42278"/>
                    <a:pt x="5491" y="0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46"/>
            <p:cNvSpPr/>
            <p:nvPr/>
          </p:nvSpPr>
          <p:spPr>
            <a:xfrm>
              <a:off x="3253475" y="3038050"/>
              <a:ext cx="1008375" cy="1969675"/>
            </a:xfrm>
            <a:custGeom>
              <a:rect b="b" l="l" r="r" t="t"/>
              <a:pathLst>
                <a:path extrusionOk="0" fill="none" h="78787" w="40335">
                  <a:moveTo>
                    <a:pt x="0" y="69792"/>
                  </a:moveTo>
                  <a:cubicBezTo>
                    <a:pt x="16481" y="78787"/>
                    <a:pt x="40334" y="34844"/>
                    <a:pt x="28206" y="11125"/>
                  </a:cubicBezTo>
                  <a:cubicBezTo>
                    <a:pt x="22519" y="0"/>
                    <a:pt x="1541" y="5118"/>
                    <a:pt x="1913" y="9099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46"/>
            <p:cNvSpPr/>
            <p:nvPr/>
          </p:nvSpPr>
          <p:spPr>
            <a:xfrm>
              <a:off x="587700" y="131875"/>
              <a:ext cx="2878775" cy="2997700"/>
            </a:xfrm>
            <a:custGeom>
              <a:rect b="b" l="l" r="r" t="t"/>
              <a:pathLst>
                <a:path extrusionOk="0" fill="none" h="119908" w="115151">
                  <a:moveTo>
                    <a:pt x="115151" y="119907"/>
                  </a:moveTo>
                  <a:cubicBezTo>
                    <a:pt x="50602" y="114789"/>
                    <a:pt x="1" y="75106"/>
                    <a:pt x="30926" y="48761"/>
                  </a:cubicBezTo>
                  <a:cubicBezTo>
                    <a:pt x="88165" y="0"/>
                    <a:pt x="115151" y="119907"/>
                    <a:pt x="115151" y="119907"/>
                  </a:cubicBezTo>
                  <a:close/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46"/>
            <p:cNvSpPr/>
            <p:nvPr/>
          </p:nvSpPr>
          <p:spPr>
            <a:xfrm>
              <a:off x="3408550" y="-13400"/>
              <a:ext cx="1796500" cy="3142975"/>
            </a:xfrm>
            <a:custGeom>
              <a:rect b="b" l="l" r="r" t="t"/>
              <a:pathLst>
                <a:path extrusionOk="0" fill="none" h="125719" w="71860">
                  <a:moveTo>
                    <a:pt x="2317" y="125718"/>
                  </a:moveTo>
                  <a:cubicBezTo>
                    <a:pt x="1" y="63568"/>
                    <a:pt x="64974" y="1"/>
                    <a:pt x="69492" y="63568"/>
                  </a:cubicBezTo>
                  <a:cubicBezTo>
                    <a:pt x="71860" y="96850"/>
                    <a:pt x="2317" y="125718"/>
                    <a:pt x="2317" y="125718"/>
                  </a:cubicBezTo>
                  <a:close/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46"/>
            <p:cNvSpPr/>
            <p:nvPr/>
          </p:nvSpPr>
          <p:spPr>
            <a:xfrm>
              <a:off x="3466450" y="2580250"/>
              <a:ext cx="2856575" cy="1271275"/>
            </a:xfrm>
            <a:custGeom>
              <a:rect b="b" l="l" r="r" t="t"/>
              <a:pathLst>
                <a:path extrusionOk="0" fill="none" h="50851" w="114263">
                  <a:moveTo>
                    <a:pt x="1" y="21972"/>
                  </a:moveTo>
                  <a:cubicBezTo>
                    <a:pt x="52732" y="1"/>
                    <a:pt x="75965" y="50850"/>
                    <a:pt x="114262" y="13184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7" name="Google Shape;327;p46"/>
          <p:cNvSpPr txBox="1"/>
          <p:nvPr/>
        </p:nvSpPr>
        <p:spPr>
          <a:xfrm>
            <a:off x="5345350" y="2338950"/>
            <a:ext cx="3524400" cy="24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4572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8" name="Google Shape;328;p46"/>
          <p:cNvPicPr preferRelativeResize="0"/>
          <p:nvPr/>
        </p:nvPicPr>
        <p:blipFill rotWithShape="1">
          <a:blip r:embed="rId3">
            <a:alphaModFix amt="11000"/>
          </a:blip>
          <a:srcRect b="7135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ives slide - 1-4 ">
  <p:cSld name="CUSTOM_21_1_1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8"/>
          <p:cNvSpPr/>
          <p:nvPr/>
        </p:nvSpPr>
        <p:spPr>
          <a:xfrm>
            <a:off x="953325" y="1187791"/>
            <a:ext cx="7517100" cy="5121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2" name="Google Shape;332;p48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333" name="Google Shape;333;p48"/>
          <p:cNvSpPr/>
          <p:nvPr/>
        </p:nvSpPr>
        <p:spPr>
          <a:xfrm>
            <a:off x="953325" y="1957791"/>
            <a:ext cx="7517100" cy="5121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48"/>
          <p:cNvSpPr/>
          <p:nvPr/>
        </p:nvSpPr>
        <p:spPr>
          <a:xfrm>
            <a:off x="953325" y="2779523"/>
            <a:ext cx="7517100" cy="5121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48"/>
          <p:cNvSpPr/>
          <p:nvPr/>
        </p:nvSpPr>
        <p:spPr>
          <a:xfrm>
            <a:off x="953325" y="3601271"/>
            <a:ext cx="7517100" cy="5121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48"/>
          <p:cNvSpPr/>
          <p:nvPr/>
        </p:nvSpPr>
        <p:spPr>
          <a:xfrm>
            <a:off x="802850" y="116820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7" name="Google Shape;337;p48"/>
          <p:cNvSpPr/>
          <p:nvPr/>
        </p:nvSpPr>
        <p:spPr>
          <a:xfrm>
            <a:off x="802850" y="186549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8" name="Google Shape;338;p48"/>
          <p:cNvSpPr/>
          <p:nvPr/>
        </p:nvSpPr>
        <p:spPr>
          <a:xfrm>
            <a:off x="802850" y="262352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9" name="Google Shape;339;p48"/>
          <p:cNvSpPr/>
          <p:nvPr/>
        </p:nvSpPr>
        <p:spPr>
          <a:xfrm>
            <a:off x="802850" y="349779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0" name="Google Shape;340;p48"/>
          <p:cNvSpPr txBox="1"/>
          <p:nvPr>
            <p:ph idx="1" type="subTitle"/>
          </p:nvPr>
        </p:nvSpPr>
        <p:spPr>
          <a:xfrm>
            <a:off x="1371600" y="1179675"/>
            <a:ext cx="71103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48"/>
          <p:cNvSpPr txBox="1"/>
          <p:nvPr>
            <p:ph idx="2" type="subTitle"/>
          </p:nvPr>
        </p:nvSpPr>
        <p:spPr>
          <a:xfrm>
            <a:off x="1371600" y="2014150"/>
            <a:ext cx="71103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42" name="Google Shape;342;p48"/>
          <p:cNvSpPr txBox="1"/>
          <p:nvPr>
            <p:ph idx="3" type="subTitle"/>
          </p:nvPr>
        </p:nvSpPr>
        <p:spPr>
          <a:xfrm>
            <a:off x="1371600" y="2748025"/>
            <a:ext cx="71103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43" name="Google Shape;343;p48"/>
          <p:cNvSpPr txBox="1"/>
          <p:nvPr>
            <p:ph idx="4" type="subTitle"/>
          </p:nvPr>
        </p:nvSpPr>
        <p:spPr>
          <a:xfrm>
            <a:off x="1371600" y="3625950"/>
            <a:ext cx="71103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44" name="Google Shape;344;p48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48"/>
          <p:cNvSpPr/>
          <p:nvPr/>
        </p:nvSpPr>
        <p:spPr>
          <a:xfrm>
            <a:off x="136025" y="23362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6" name="Google Shape;346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3938" y="271538"/>
            <a:ext cx="496875" cy="496875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48"/>
          <p:cNvSpPr txBox="1"/>
          <p:nvPr>
            <p:ph idx="5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b="0"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Roboto"/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Roboto"/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Roboto"/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Roboto"/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Roboto"/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Roboto"/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Roboto"/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Roboto"/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01">
  <p:cSld name="CUSTOM_26_3">
    <p:bg>
      <p:bgPr>
        <a:solidFill>
          <a:srgbClr val="F2F2F2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9"/>
          <p:cNvSpPr txBox="1"/>
          <p:nvPr>
            <p:ph type="title"/>
          </p:nvPr>
        </p:nvSpPr>
        <p:spPr>
          <a:xfrm>
            <a:off x="0" y="2694300"/>
            <a:ext cx="9144000" cy="740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Font typeface="Roboto Light"/>
              <a:buNone/>
              <a:defRPr b="0" sz="40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inition slide">
  <p:cSld name="CUSTOM_22">
    <p:bg>
      <p:bgPr>
        <a:solidFill>
          <a:srgbClr val="F2F2F2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50"/>
          <p:cNvPicPr preferRelativeResize="0"/>
          <p:nvPr/>
        </p:nvPicPr>
        <p:blipFill rotWithShape="1">
          <a:blip r:embed="rId2">
            <a:alphaModFix amt="11000"/>
          </a:blip>
          <a:srcRect b="7136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50"/>
          <p:cNvSpPr txBox="1"/>
          <p:nvPr>
            <p:ph type="title"/>
          </p:nvPr>
        </p:nvSpPr>
        <p:spPr>
          <a:xfrm>
            <a:off x="1959725" y="1641200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53" name="Google Shape;353;p50"/>
          <p:cNvSpPr/>
          <p:nvPr/>
        </p:nvSpPr>
        <p:spPr>
          <a:xfrm flipH="1" rot="10800000">
            <a:off x="688800" y="692100"/>
            <a:ext cx="7766400" cy="3759300"/>
          </a:xfrm>
          <a:prstGeom prst="bracePair">
            <a:avLst/>
          </a:prstGeom>
          <a:noFill/>
          <a:ln cap="flat" cmpd="sng" w="76200">
            <a:solidFill>
              <a:srgbClr val="FCB9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50"/>
          <p:cNvSpPr/>
          <p:nvPr/>
        </p:nvSpPr>
        <p:spPr>
          <a:xfrm>
            <a:off x="1104268" y="1039688"/>
            <a:ext cx="6935464" cy="3131678"/>
          </a:xfrm>
          <a:custGeom>
            <a:rect b="b" l="l" r="r" t="t"/>
            <a:pathLst>
              <a:path extrusionOk="0" h="128611" w="284824">
                <a:moveTo>
                  <a:pt x="26676" y="0"/>
                </a:moveTo>
                <a:cubicBezTo>
                  <a:pt x="22180" y="0"/>
                  <a:pt x="18965" y="1390"/>
                  <a:pt x="17030" y="4169"/>
                </a:cubicBezTo>
                <a:cubicBezTo>
                  <a:pt x="15068" y="6948"/>
                  <a:pt x="14114" y="11035"/>
                  <a:pt x="14114" y="16431"/>
                </a:cubicBezTo>
                <a:lnTo>
                  <a:pt x="14114" y="45150"/>
                </a:lnTo>
                <a:cubicBezTo>
                  <a:pt x="14114" y="50191"/>
                  <a:pt x="12807" y="54360"/>
                  <a:pt x="10191" y="57684"/>
                </a:cubicBezTo>
                <a:cubicBezTo>
                  <a:pt x="7684" y="60981"/>
                  <a:pt x="4060" y="63242"/>
                  <a:pt x="0" y="64087"/>
                </a:cubicBezTo>
                <a:lnTo>
                  <a:pt x="0" y="64305"/>
                </a:lnTo>
                <a:cubicBezTo>
                  <a:pt x="4332" y="65368"/>
                  <a:pt x="7766" y="67548"/>
                  <a:pt x="10300" y="70817"/>
                </a:cubicBezTo>
                <a:cubicBezTo>
                  <a:pt x="12834" y="74087"/>
                  <a:pt x="14114" y="78283"/>
                  <a:pt x="14114" y="83460"/>
                </a:cubicBezTo>
                <a:lnTo>
                  <a:pt x="14114" y="112180"/>
                </a:lnTo>
                <a:cubicBezTo>
                  <a:pt x="14114" y="117684"/>
                  <a:pt x="15068" y="121798"/>
                  <a:pt x="17030" y="124523"/>
                </a:cubicBezTo>
                <a:cubicBezTo>
                  <a:pt x="18992" y="127248"/>
                  <a:pt x="22207" y="128610"/>
                  <a:pt x="26676" y="128610"/>
                </a:cubicBezTo>
                <a:lnTo>
                  <a:pt x="258148" y="128610"/>
                </a:lnTo>
                <a:cubicBezTo>
                  <a:pt x="262644" y="128610"/>
                  <a:pt x="265832" y="127248"/>
                  <a:pt x="267794" y="124523"/>
                </a:cubicBezTo>
                <a:cubicBezTo>
                  <a:pt x="269728" y="121798"/>
                  <a:pt x="270709" y="117684"/>
                  <a:pt x="270709" y="112180"/>
                </a:cubicBezTo>
                <a:lnTo>
                  <a:pt x="270709" y="83460"/>
                </a:lnTo>
                <a:cubicBezTo>
                  <a:pt x="270709" y="78283"/>
                  <a:pt x="271990" y="74087"/>
                  <a:pt x="274497" y="70817"/>
                </a:cubicBezTo>
                <a:cubicBezTo>
                  <a:pt x="277058" y="67548"/>
                  <a:pt x="280491" y="65395"/>
                  <a:pt x="284824" y="64305"/>
                </a:cubicBezTo>
                <a:lnTo>
                  <a:pt x="284824" y="64087"/>
                </a:lnTo>
                <a:cubicBezTo>
                  <a:pt x="280764" y="63242"/>
                  <a:pt x="277140" y="60981"/>
                  <a:pt x="274606" y="57684"/>
                </a:cubicBezTo>
                <a:cubicBezTo>
                  <a:pt x="272017" y="54360"/>
                  <a:pt x="270709" y="50191"/>
                  <a:pt x="270709" y="45150"/>
                </a:cubicBezTo>
                <a:lnTo>
                  <a:pt x="270709" y="16431"/>
                </a:lnTo>
                <a:cubicBezTo>
                  <a:pt x="270709" y="11035"/>
                  <a:pt x="269728" y="6948"/>
                  <a:pt x="267794" y="4169"/>
                </a:cubicBezTo>
                <a:cubicBezTo>
                  <a:pt x="265832" y="1417"/>
                  <a:pt x="262616" y="27"/>
                  <a:pt x="25814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50"/>
          <p:cNvSpPr txBox="1"/>
          <p:nvPr>
            <p:ph idx="2" type="title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Font typeface="Roboto Light"/>
              <a:buNone/>
              <a:defRPr b="0" sz="3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Font typeface="Roboto Light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Font typeface="Roboto Light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Font typeface="Roboto Light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Font typeface="Roboto Light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Font typeface="Roboto Light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Font typeface="Roboto Light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Font typeface="Roboto Light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Font typeface="Roboto Light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lternative Numbered Slide 1-4">
  <p:cSld name="CUSTOM_11_1_1_2_2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7" name="Google Shape;357;p51"/>
          <p:cNvGrpSpPr/>
          <p:nvPr/>
        </p:nvGrpSpPr>
        <p:grpSpPr>
          <a:xfrm>
            <a:off x="440125" y="1136875"/>
            <a:ext cx="776900" cy="486300"/>
            <a:chOff x="457200" y="1466425"/>
            <a:chExt cx="776900" cy="486300"/>
          </a:xfrm>
        </p:grpSpPr>
        <p:sp>
          <p:nvSpPr>
            <p:cNvPr id="358" name="Google Shape;358;p51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i="0" lang="en" sz="3000" u="none" cap="none" strike="noStrike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01</a:t>
              </a:r>
              <a:endParaRPr i="0" sz="3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59" name="Google Shape;359;p51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360" name="Google Shape;360;p51"/>
          <p:cNvGrpSpPr/>
          <p:nvPr/>
        </p:nvGrpSpPr>
        <p:grpSpPr>
          <a:xfrm>
            <a:off x="440125" y="1791730"/>
            <a:ext cx="776900" cy="486300"/>
            <a:chOff x="457200" y="1466425"/>
            <a:chExt cx="776900" cy="486300"/>
          </a:xfrm>
        </p:grpSpPr>
        <p:sp>
          <p:nvSpPr>
            <p:cNvPr id="361" name="Google Shape;361;p51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i="0" lang="en" sz="30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02</a:t>
              </a:r>
              <a:endParaRPr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62" name="Google Shape;362;p51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363" name="Google Shape;363;p51"/>
          <p:cNvGrpSpPr/>
          <p:nvPr/>
        </p:nvGrpSpPr>
        <p:grpSpPr>
          <a:xfrm>
            <a:off x="440125" y="2446585"/>
            <a:ext cx="776900" cy="486300"/>
            <a:chOff x="457200" y="1466425"/>
            <a:chExt cx="776900" cy="486300"/>
          </a:xfrm>
        </p:grpSpPr>
        <p:sp>
          <p:nvSpPr>
            <p:cNvPr id="364" name="Google Shape;364;p51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i="0" lang="en" sz="30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03</a:t>
              </a:r>
              <a:endParaRPr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65" name="Google Shape;365;p51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366" name="Google Shape;366;p51"/>
          <p:cNvGrpSpPr/>
          <p:nvPr/>
        </p:nvGrpSpPr>
        <p:grpSpPr>
          <a:xfrm>
            <a:off x="440125" y="3101440"/>
            <a:ext cx="776900" cy="486300"/>
            <a:chOff x="457200" y="1466425"/>
            <a:chExt cx="776900" cy="486300"/>
          </a:xfrm>
        </p:grpSpPr>
        <p:sp>
          <p:nvSpPr>
            <p:cNvPr id="367" name="Google Shape;367;p51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C7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i="0" lang="en" sz="3000" u="none" cap="none" strike="noStrike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04</a:t>
              </a:r>
              <a:endParaRPr i="0" sz="3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68" name="Google Shape;368;p51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C7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369" name="Google Shape;369;p51"/>
          <p:cNvSpPr/>
          <p:nvPr/>
        </p:nvSpPr>
        <p:spPr>
          <a:xfrm>
            <a:off x="1335475" y="1136875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0" name="Google Shape;370;p51"/>
          <p:cNvSpPr/>
          <p:nvPr/>
        </p:nvSpPr>
        <p:spPr>
          <a:xfrm>
            <a:off x="1335475" y="1791731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1" name="Google Shape;371;p51"/>
          <p:cNvSpPr/>
          <p:nvPr/>
        </p:nvSpPr>
        <p:spPr>
          <a:xfrm>
            <a:off x="1335475" y="2446587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2" name="Google Shape;372;p51"/>
          <p:cNvSpPr/>
          <p:nvPr/>
        </p:nvSpPr>
        <p:spPr>
          <a:xfrm>
            <a:off x="1335475" y="3101443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3" name="Google Shape;373;p51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4" name="Google Shape;374;p51"/>
          <p:cNvSpPr txBox="1"/>
          <p:nvPr>
            <p:ph idx="1" type="subTitle"/>
          </p:nvPr>
        </p:nvSpPr>
        <p:spPr>
          <a:xfrm>
            <a:off x="1354400" y="1129175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75" name="Google Shape;375;p51"/>
          <p:cNvSpPr txBox="1"/>
          <p:nvPr>
            <p:ph idx="2" type="subTitle"/>
          </p:nvPr>
        </p:nvSpPr>
        <p:spPr>
          <a:xfrm>
            <a:off x="1354400" y="1787875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76" name="Google Shape;376;p51"/>
          <p:cNvSpPr txBox="1"/>
          <p:nvPr>
            <p:ph idx="3" type="subTitle"/>
          </p:nvPr>
        </p:nvSpPr>
        <p:spPr>
          <a:xfrm>
            <a:off x="1354400" y="2444663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77" name="Google Shape;377;p51"/>
          <p:cNvSpPr txBox="1"/>
          <p:nvPr>
            <p:ph idx="4" type="subTitle"/>
          </p:nvPr>
        </p:nvSpPr>
        <p:spPr>
          <a:xfrm>
            <a:off x="1354400" y="3103363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78" name="Google Shape;378;p51"/>
          <p:cNvSpPr txBox="1"/>
          <p:nvPr>
            <p:ph idx="5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lternative Numbered Slide 1-6">
  <p:cSld name="CUSTOM_11_1_1_2_3"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0" name="Google Shape;380;p52"/>
          <p:cNvGrpSpPr/>
          <p:nvPr/>
        </p:nvGrpSpPr>
        <p:grpSpPr>
          <a:xfrm>
            <a:off x="440125" y="1136875"/>
            <a:ext cx="776900" cy="486300"/>
            <a:chOff x="457200" y="1466425"/>
            <a:chExt cx="776900" cy="486300"/>
          </a:xfrm>
        </p:grpSpPr>
        <p:sp>
          <p:nvSpPr>
            <p:cNvPr id="381" name="Google Shape;381;p52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i="0" lang="en" sz="3000" u="none" cap="none" strike="noStrike">
                  <a:solidFill>
                    <a:srgbClr val="082D49"/>
                  </a:solidFill>
                  <a:latin typeface="Roboto"/>
                  <a:ea typeface="Roboto"/>
                  <a:cs typeface="Roboto"/>
                  <a:sym typeface="Roboto"/>
                </a:rPr>
                <a:t>01</a:t>
              </a:r>
              <a:endParaRPr i="0" sz="3000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82" name="Google Shape;382;p52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383" name="Google Shape;383;p52"/>
          <p:cNvGrpSpPr/>
          <p:nvPr/>
        </p:nvGrpSpPr>
        <p:grpSpPr>
          <a:xfrm>
            <a:off x="440125" y="1791730"/>
            <a:ext cx="776900" cy="486300"/>
            <a:chOff x="457200" y="1466425"/>
            <a:chExt cx="776900" cy="486300"/>
          </a:xfrm>
        </p:grpSpPr>
        <p:sp>
          <p:nvSpPr>
            <p:cNvPr id="384" name="Google Shape;384;p52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i="0" lang="en" sz="30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02</a:t>
              </a:r>
              <a:endParaRPr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85" name="Google Shape;385;p52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386" name="Google Shape;386;p52"/>
          <p:cNvGrpSpPr/>
          <p:nvPr/>
        </p:nvGrpSpPr>
        <p:grpSpPr>
          <a:xfrm>
            <a:off x="440125" y="2446585"/>
            <a:ext cx="776900" cy="486300"/>
            <a:chOff x="457200" y="1466425"/>
            <a:chExt cx="776900" cy="486300"/>
          </a:xfrm>
        </p:grpSpPr>
        <p:sp>
          <p:nvSpPr>
            <p:cNvPr id="387" name="Google Shape;387;p52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i="0" lang="en" sz="30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03</a:t>
              </a:r>
              <a:endParaRPr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88" name="Google Shape;388;p52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389" name="Google Shape;389;p52"/>
          <p:cNvGrpSpPr/>
          <p:nvPr/>
        </p:nvGrpSpPr>
        <p:grpSpPr>
          <a:xfrm>
            <a:off x="440125" y="3101440"/>
            <a:ext cx="776900" cy="486300"/>
            <a:chOff x="457200" y="1466425"/>
            <a:chExt cx="776900" cy="486300"/>
          </a:xfrm>
        </p:grpSpPr>
        <p:sp>
          <p:nvSpPr>
            <p:cNvPr id="390" name="Google Shape;390;p52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C7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i="0" lang="en" sz="3000" u="none" cap="none" strike="noStrike">
                  <a:solidFill>
                    <a:srgbClr val="082D49"/>
                  </a:solidFill>
                  <a:latin typeface="Roboto"/>
                  <a:ea typeface="Roboto"/>
                  <a:cs typeface="Roboto"/>
                  <a:sym typeface="Roboto"/>
                </a:rPr>
                <a:t>04</a:t>
              </a:r>
              <a:endParaRPr i="0" sz="3000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91" name="Google Shape;391;p52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C7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392" name="Google Shape;392;p52"/>
          <p:cNvGrpSpPr/>
          <p:nvPr/>
        </p:nvGrpSpPr>
        <p:grpSpPr>
          <a:xfrm>
            <a:off x="440125" y="3756295"/>
            <a:ext cx="776900" cy="486300"/>
            <a:chOff x="457200" y="1466425"/>
            <a:chExt cx="776900" cy="486300"/>
          </a:xfrm>
        </p:grpSpPr>
        <p:sp>
          <p:nvSpPr>
            <p:cNvPr id="393" name="Google Shape;393;p52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2E5E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i="0" lang="en" sz="30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05</a:t>
              </a:r>
              <a:endParaRPr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94" name="Google Shape;394;p52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2E5E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395" name="Google Shape;395;p52"/>
          <p:cNvSpPr/>
          <p:nvPr/>
        </p:nvSpPr>
        <p:spPr>
          <a:xfrm>
            <a:off x="1335475" y="1136875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6" name="Google Shape;396;p52"/>
          <p:cNvSpPr/>
          <p:nvPr/>
        </p:nvSpPr>
        <p:spPr>
          <a:xfrm>
            <a:off x="1335475" y="1791731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7" name="Google Shape;397;p52"/>
          <p:cNvSpPr/>
          <p:nvPr/>
        </p:nvSpPr>
        <p:spPr>
          <a:xfrm>
            <a:off x="1335475" y="2446587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8" name="Google Shape;398;p52"/>
          <p:cNvSpPr/>
          <p:nvPr/>
        </p:nvSpPr>
        <p:spPr>
          <a:xfrm>
            <a:off x="1335475" y="3101443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9" name="Google Shape;399;p52"/>
          <p:cNvSpPr/>
          <p:nvPr/>
        </p:nvSpPr>
        <p:spPr>
          <a:xfrm>
            <a:off x="1335475" y="3756299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0" name="Google Shape;400;p52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1" name="Google Shape;401;p52"/>
          <p:cNvSpPr txBox="1"/>
          <p:nvPr>
            <p:ph idx="1" type="subTitle"/>
          </p:nvPr>
        </p:nvSpPr>
        <p:spPr>
          <a:xfrm>
            <a:off x="1354400" y="1129175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02" name="Google Shape;402;p52"/>
          <p:cNvSpPr txBox="1"/>
          <p:nvPr>
            <p:ph idx="2" type="subTitle"/>
          </p:nvPr>
        </p:nvSpPr>
        <p:spPr>
          <a:xfrm>
            <a:off x="1354400" y="1787875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03" name="Google Shape;403;p52"/>
          <p:cNvSpPr txBox="1"/>
          <p:nvPr>
            <p:ph idx="3" type="subTitle"/>
          </p:nvPr>
        </p:nvSpPr>
        <p:spPr>
          <a:xfrm>
            <a:off x="1354400" y="2444663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52"/>
          <p:cNvSpPr txBox="1"/>
          <p:nvPr>
            <p:ph idx="4" type="subTitle"/>
          </p:nvPr>
        </p:nvSpPr>
        <p:spPr>
          <a:xfrm>
            <a:off x="1354400" y="3103363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05" name="Google Shape;405;p52"/>
          <p:cNvSpPr txBox="1"/>
          <p:nvPr>
            <p:ph idx="5" type="subTitle"/>
          </p:nvPr>
        </p:nvSpPr>
        <p:spPr>
          <a:xfrm>
            <a:off x="1354400" y="3760163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06" name="Google Shape;406;p52"/>
          <p:cNvSpPr txBox="1"/>
          <p:nvPr>
            <p:ph idx="6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">
  <p:cSld name="CUSTOM_2"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53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09" name="Google Shape;409;p53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0" name="Google Shape;410;p53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1" name="Google Shape;411;p53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 1">
  <p:cSld name="CUSTOM_27_1">
    <p:bg>
      <p:bgPr>
        <a:solidFill>
          <a:srgbClr val="FFFFFF"/>
        </a:soli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54"/>
          <p:cNvSpPr/>
          <p:nvPr/>
        </p:nvSpPr>
        <p:spPr>
          <a:xfrm flipH="1">
            <a:off x="511766" y="1783100"/>
            <a:ext cx="2428500" cy="2662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4" name="Google Shape;414;p54"/>
          <p:cNvGrpSpPr/>
          <p:nvPr/>
        </p:nvGrpSpPr>
        <p:grpSpPr>
          <a:xfrm>
            <a:off x="511772" y="1190428"/>
            <a:ext cx="533372" cy="533480"/>
            <a:chOff x="457200" y="1378813"/>
            <a:chExt cx="695400" cy="695450"/>
          </a:xfrm>
        </p:grpSpPr>
        <p:sp>
          <p:nvSpPr>
            <p:cNvPr id="415" name="Google Shape;415;p54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1" i="0" lang="en" sz="20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01</a:t>
              </a:r>
              <a:endParaRPr b="1" i="0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16" name="Google Shape;416;p54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i="0" sz="1300" u="none" cap="none" strike="noStrike">
                <a:solidFill>
                  <a:schemeClr val="lt1"/>
                </a:solidFill>
              </a:endParaRPr>
            </a:p>
          </p:txBody>
        </p:sp>
      </p:grpSp>
      <p:grpSp>
        <p:nvGrpSpPr>
          <p:cNvPr id="417" name="Google Shape;417;p54"/>
          <p:cNvGrpSpPr/>
          <p:nvPr/>
        </p:nvGrpSpPr>
        <p:grpSpPr>
          <a:xfrm>
            <a:off x="3283547" y="1190428"/>
            <a:ext cx="533372" cy="533480"/>
            <a:chOff x="457200" y="1378813"/>
            <a:chExt cx="695400" cy="695450"/>
          </a:xfrm>
        </p:grpSpPr>
        <p:sp>
          <p:nvSpPr>
            <p:cNvPr id="418" name="Google Shape;418;p54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1" i="0" lang="en" sz="2000" u="none" cap="none" strike="noStrike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02</a:t>
              </a:r>
              <a:endParaRPr b="1" i="0" sz="2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19" name="Google Shape;419;p54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i="0" sz="1300" u="none" cap="none" strike="noStrike">
                <a:solidFill>
                  <a:schemeClr val="dk2"/>
                </a:solidFill>
              </a:endParaRPr>
            </a:p>
          </p:txBody>
        </p:sp>
      </p:grpSp>
      <p:sp>
        <p:nvSpPr>
          <p:cNvPr id="420" name="Google Shape;420;p54"/>
          <p:cNvSpPr/>
          <p:nvPr/>
        </p:nvSpPr>
        <p:spPr>
          <a:xfrm flipH="1">
            <a:off x="3283541" y="1783100"/>
            <a:ext cx="2428500" cy="2662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1" name="Google Shape;421;p54"/>
          <p:cNvGrpSpPr/>
          <p:nvPr/>
        </p:nvGrpSpPr>
        <p:grpSpPr>
          <a:xfrm>
            <a:off x="6188672" y="1191178"/>
            <a:ext cx="533372" cy="533480"/>
            <a:chOff x="457200" y="1378813"/>
            <a:chExt cx="695400" cy="695450"/>
          </a:xfrm>
        </p:grpSpPr>
        <p:sp>
          <p:nvSpPr>
            <p:cNvPr id="422" name="Google Shape;422;p54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1" i="0" lang="en" sz="2000" u="none" cap="none" strike="noStrike">
                  <a:solidFill>
                    <a:schemeClr val="accent5"/>
                  </a:solidFill>
                  <a:latin typeface="Roboto"/>
                  <a:ea typeface="Roboto"/>
                  <a:cs typeface="Roboto"/>
                  <a:sym typeface="Roboto"/>
                </a:rPr>
                <a:t>03</a:t>
              </a:r>
              <a:endParaRPr b="1" i="0" sz="20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23" name="Google Shape;423;p54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i="0" sz="1300" u="none" cap="none" strike="noStrike">
                <a:solidFill>
                  <a:schemeClr val="accent5"/>
                </a:solidFill>
              </a:endParaRPr>
            </a:p>
          </p:txBody>
        </p:sp>
      </p:grpSp>
      <p:sp>
        <p:nvSpPr>
          <p:cNvPr id="424" name="Google Shape;424;p54"/>
          <p:cNvSpPr/>
          <p:nvPr/>
        </p:nvSpPr>
        <p:spPr>
          <a:xfrm flipH="1">
            <a:off x="6188666" y="1783850"/>
            <a:ext cx="2428500" cy="2662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54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6" name="Google Shape;426;p54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estions slide">
  <p:cSld name="CUSTOM_10_1_1_1_1_3">
    <p:bg>
      <p:bgPr>
        <a:solidFill>
          <a:srgbClr val="F2F2F2"/>
        </a:solidFill>
      </p:bgPr>
    </p:bg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5"/>
          <p:cNvSpPr txBox="1"/>
          <p:nvPr/>
        </p:nvSpPr>
        <p:spPr>
          <a:xfrm>
            <a:off x="0" y="268845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Questions?</a:t>
            </a:r>
            <a:endParaRPr sz="4000"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429" name="Google Shape;429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62650" y="1443625"/>
            <a:ext cx="1345550" cy="1054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55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653025" y="3974475"/>
            <a:ext cx="870750" cy="11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55"/>
          <p:cNvPicPr preferRelativeResize="0"/>
          <p:nvPr/>
        </p:nvPicPr>
        <p:blipFill rotWithShape="1">
          <a:blip r:embed="rId3">
            <a:alphaModFix/>
          </a:blip>
          <a:srcRect b="19665" l="0" r="0" t="0"/>
          <a:stretch/>
        </p:blipFill>
        <p:spPr>
          <a:xfrm flipH="1">
            <a:off x="1651350" y="4211600"/>
            <a:ext cx="783075" cy="95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55"/>
          <p:cNvPicPr preferRelativeResize="0"/>
          <p:nvPr/>
        </p:nvPicPr>
        <p:blipFill rotWithShape="1">
          <a:blip r:embed="rId3">
            <a:alphaModFix/>
          </a:blip>
          <a:srcRect b="30598" l="0" r="0" t="0"/>
          <a:stretch/>
        </p:blipFill>
        <p:spPr>
          <a:xfrm flipH="1">
            <a:off x="3638200" y="4387525"/>
            <a:ext cx="712575" cy="7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55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2655487" y="3820875"/>
            <a:ext cx="982713" cy="13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55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4517888" y="3982537"/>
            <a:ext cx="870750" cy="11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55"/>
          <p:cNvPicPr preferRelativeResize="0"/>
          <p:nvPr/>
        </p:nvPicPr>
        <p:blipFill rotWithShape="1">
          <a:blip r:embed="rId3">
            <a:alphaModFix/>
          </a:blip>
          <a:srcRect b="5687" l="0" r="0" t="0"/>
          <a:stretch/>
        </p:blipFill>
        <p:spPr>
          <a:xfrm flipH="1">
            <a:off x="5979175" y="4016252"/>
            <a:ext cx="783075" cy="112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3650" y="3820875"/>
            <a:ext cx="870750" cy="13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slide">
  <p:cSld name="CUSTOM_23_3">
    <p:bg>
      <p:bgPr>
        <a:solidFill>
          <a:srgbClr val="F2F2F2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6"/>
          <p:cNvSpPr/>
          <p:nvPr/>
        </p:nvSpPr>
        <p:spPr>
          <a:xfrm>
            <a:off x="136025" y="23362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56"/>
          <p:cNvSpPr txBox="1"/>
          <p:nvPr/>
        </p:nvSpPr>
        <p:spPr>
          <a:xfrm>
            <a:off x="-5875" y="203600"/>
            <a:ext cx="9168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8229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Activity </a:t>
            </a:r>
            <a:endParaRPr b="1" sz="24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0" name="Google Shape;440;p56"/>
          <p:cNvSpPr txBox="1"/>
          <p:nvPr/>
        </p:nvSpPr>
        <p:spPr>
          <a:xfrm>
            <a:off x="5901175" y="3977950"/>
            <a:ext cx="28722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Suggested Time</a:t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41" name="Google Shape;441;p56"/>
          <p:cNvPicPr preferRelativeResize="0"/>
          <p:nvPr/>
        </p:nvPicPr>
        <p:blipFill rotWithShape="1">
          <a:blip r:embed="rId2">
            <a:alphaModFix amt="12000"/>
          </a:blip>
          <a:srcRect b="41054" l="-3280" r="-37524" t="-19179"/>
          <a:stretch/>
        </p:blipFill>
        <p:spPr>
          <a:xfrm>
            <a:off x="0" y="3069475"/>
            <a:ext cx="3716100" cy="207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2" name="Google Shape;442;p56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443" name="Google Shape;443;p56"/>
          <p:cNvSpPr txBox="1"/>
          <p:nvPr>
            <p:ph idx="1" type="subTitle"/>
          </p:nvPr>
        </p:nvSpPr>
        <p:spPr>
          <a:xfrm>
            <a:off x="818575" y="1726975"/>
            <a:ext cx="6518700" cy="2116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44" name="Google Shape;444;p56"/>
          <p:cNvSpPr txBox="1"/>
          <p:nvPr>
            <p:ph idx="2" type="subTitle"/>
          </p:nvPr>
        </p:nvSpPr>
        <p:spPr>
          <a:xfrm>
            <a:off x="0" y="4246400"/>
            <a:ext cx="8703600" cy="323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pic>
        <p:nvPicPr>
          <p:cNvPr id="445" name="Google Shape;445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821" y="323175"/>
            <a:ext cx="39910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56"/>
          <p:cNvSpPr txBox="1"/>
          <p:nvPr>
            <p:ph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's Up slide 1">
  <p:cSld name="CUSTOM_10_2_1">
    <p:bg>
      <p:bgPr>
        <a:solidFill>
          <a:srgbClr val="F2F2F2"/>
        </a:solidFill>
      </p:bgPr>
    </p:bg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7"/>
          <p:cNvSpPr txBox="1"/>
          <p:nvPr/>
        </p:nvSpPr>
        <p:spPr>
          <a:xfrm>
            <a:off x="311700" y="2688450"/>
            <a:ext cx="8520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Time’s up!</a:t>
            </a:r>
            <a:endParaRPr b="1" sz="40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rPr>
              <a:t>Let’s review</a:t>
            </a:r>
            <a:endParaRPr sz="4000"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449" name="Google Shape;449;p5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975000" y="1536950"/>
            <a:ext cx="1194000" cy="11490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02">
  <p:cSld name="CUSTOM_26_1_2">
    <p:bg>
      <p:bgPr>
        <a:solidFill>
          <a:srgbClr val="F2F2F2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58"/>
          <p:cNvSpPr txBox="1"/>
          <p:nvPr>
            <p:ph type="title"/>
          </p:nvPr>
        </p:nvSpPr>
        <p:spPr>
          <a:xfrm>
            <a:off x="0" y="2922900"/>
            <a:ext cx="9144000" cy="740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452" name="Google Shape;452;p58"/>
          <p:cNvSpPr/>
          <p:nvPr/>
        </p:nvSpPr>
        <p:spPr>
          <a:xfrm>
            <a:off x="3731100" y="1119050"/>
            <a:ext cx="1681800" cy="16818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6 1">
  <p:cSld name="CUSTOM_28_1">
    <p:bg>
      <p:bgPr>
        <a:solidFill>
          <a:srgbClr val="FFFFFF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9"/>
          <p:cNvSpPr/>
          <p:nvPr/>
        </p:nvSpPr>
        <p:spPr>
          <a:xfrm>
            <a:off x="1108877" y="1183050"/>
            <a:ext cx="3196500" cy="476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55" name="Google Shape;455;p59"/>
          <p:cNvSpPr txBox="1"/>
          <p:nvPr>
            <p:ph type="title"/>
          </p:nvPr>
        </p:nvSpPr>
        <p:spPr>
          <a:xfrm>
            <a:off x="1179493" y="1219907"/>
            <a:ext cx="3031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None/>
              <a:defRPr b="0" sz="1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456" name="Google Shape;456;p59"/>
          <p:cNvSpPr txBox="1"/>
          <p:nvPr>
            <p:ph idx="2" type="title"/>
          </p:nvPr>
        </p:nvSpPr>
        <p:spPr>
          <a:xfrm>
            <a:off x="896225" y="1871375"/>
            <a:ext cx="3408900" cy="262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None/>
              <a:defRPr b="0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457" name="Google Shape;457;p59"/>
          <p:cNvSpPr txBox="1"/>
          <p:nvPr>
            <p:ph idx="3" type="title"/>
          </p:nvPr>
        </p:nvSpPr>
        <p:spPr>
          <a:xfrm>
            <a:off x="5323925" y="1871375"/>
            <a:ext cx="3607500" cy="262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None/>
              <a:defRPr b="0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458" name="Google Shape;458;p59"/>
          <p:cNvSpPr txBox="1"/>
          <p:nvPr>
            <p:ph idx="4"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9" name="Google Shape;459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305138" y="1183050"/>
            <a:ext cx="827470" cy="36625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0" name="Google Shape;460;p59"/>
          <p:cNvGrpSpPr/>
          <p:nvPr/>
        </p:nvGrpSpPr>
        <p:grpSpPr>
          <a:xfrm>
            <a:off x="457147" y="1190428"/>
            <a:ext cx="533372" cy="533480"/>
            <a:chOff x="457200" y="1378813"/>
            <a:chExt cx="695400" cy="695450"/>
          </a:xfrm>
        </p:grpSpPr>
        <p:sp>
          <p:nvSpPr>
            <p:cNvPr id="461" name="Google Shape;461;p59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1" i="0" lang="en" sz="20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01</a:t>
              </a:r>
              <a:endParaRPr b="1" i="0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62" name="Google Shape;462;p59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i="0" sz="1300" u="none" cap="none" strike="noStrike">
                <a:solidFill>
                  <a:srgbClr val="000000"/>
                </a:solidFill>
              </a:endParaRPr>
            </a:p>
          </p:txBody>
        </p:sp>
      </p:grpSp>
      <p:grpSp>
        <p:nvGrpSpPr>
          <p:cNvPr id="463" name="Google Shape;463;p59"/>
          <p:cNvGrpSpPr/>
          <p:nvPr/>
        </p:nvGrpSpPr>
        <p:grpSpPr>
          <a:xfrm>
            <a:off x="4876797" y="1190428"/>
            <a:ext cx="533372" cy="533480"/>
            <a:chOff x="2605668" y="1378813"/>
            <a:chExt cx="695400" cy="695450"/>
          </a:xfrm>
        </p:grpSpPr>
        <p:sp>
          <p:nvSpPr>
            <p:cNvPr id="464" name="Google Shape;464;p59"/>
            <p:cNvSpPr/>
            <p:nvPr/>
          </p:nvSpPr>
          <p:spPr>
            <a:xfrm>
              <a:off x="2605668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1" i="0" lang="en" sz="2000" u="none" cap="none" strike="noStrike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02</a:t>
              </a:r>
              <a:endParaRPr b="1" i="0" sz="2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65" name="Google Shape;465;p59"/>
            <p:cNvSpPr/>
            <p:nvPr/>
          </p:nvSpPr>
          <p:spPr>
            <a:xfrm rot="10800000">
              <a:off x="2783210" y="1885638"/>
              <a:ext cx="340325" cy="188625"/>
            </a:xfrm>
            <a:prstGeom prst="flowChartExtra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i="0" sz="1300" u="none" cap="none" strike="noStrike">
                <a:solidFill>
                  <a:schemeClr val="dk2"/>
                </a:solidFill>
              </a:endParaRPr>
            </a:p>
          </p:txBody>
        </p:sp>
      </p:grpSp>
      <p:sp>
        <p:nvSpPr>
          <p:cNvPr id="466" name="Google Shape;466;p59"/>
          <p:cNvSpPr/>
          <p:nvPr/>
        </p:nvSpPr>
        <p:spPr>
          <a:xfrm>
            <a:off x="5528977" y="1183050"/>
            <a:ext cx="3196500" cy="476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67" name="Google Shape;467;p59"/>
          <p:cNvSpPr txBox="1"/>
          <p:nvPr>
            <p:ph idx="5" type="title"/>
          </p:nvPr>
        </p:nvSpPr>
        <p:spPr>
          <a:xfrm>
            <a:off x="5599593" y="1219907"/>
            <a:ext cx="3031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None/>
              <a:defRPr b="0" sz="1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468" name="Google Shape;468;p59"/>
          <p:cNvSpPr txBox="1"/>
          <p:nvPr>
            <p:ph idx="6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27_2">
    <p:bg>
      <p:bgPr>
        <a:solidFill>
          <a:srgbClr val="FFFFFF"/>
        </a:solidFill>
      </p:bgPr>
    </p:bg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60"/>
          <p:cNvSpPr/>
          <p:nvPr/>
        </p:nvSpPr>
        <p:spPr>
          <a:xfrm flipH="1">
            <a:off x="6333225" y="1422943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60"/>
          <p:cNvSpPr txBox="1"/>
          <p:nvPr/>
        </p:nvSpPr>
        <p:spPr>
          <a:xfrm>
            <a:off x="6359750" y="1907245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72" name="Google Shape;472;p60"/>
          <p:cNvSpPr/>
          <p:nvPr/>
        </p:nvSpPr>
        <p:spPr>
          <a:xfrm>
            <a:off x="6332700" y="1345100"/>
            <a:ext cx="2427300" cy="714900"/>
          </a:xfrm>
          <a:prstGeom prst="roundRect">
            <a:avLst>
              <a:gd fmla="val 13342" name="adj"/>
            </a:avLst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73" name="Google Shape;473;p60"/>
          <p:cNvSpPr/>
          <p:nvPr/>
        </p:nvSpPr>
        <p:spPr>
          <a:xfrm flipH="1">
            <a:off x="467725" y="1422048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60"/>
          <p:cNvSpPr txBox="1"/>
          <p:nvPr/>
        </p:nvSpPr>
        <p:spPr>
          <a:xfrm>
            <a:off x="494250" y="1906474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75" name="Google Shape;475;p60"/>
          <p:cNvSpPr/>
          <p:nvPr/>
        </p:nvSpPr>
        <p:spPr>
          <a:xfrm>
            <a:off x="468325" y="1345100"/>
            <a:ext cx="2427300" cy="714900"/>
          </a:xfrm>
          <a:prstGeom prst="roundRect">
            <a:avLst>
              <a:gd fmla="val 13342" name="adj"/>
            </a:avLst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i="0" sz="2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6" name="Google Shape;476;p60"/>
          <p:cNvSpPr/>
          <p:nvPr/>
        </p:nvSpPr>
        <p:spPr>
          <a:xfrm flipH="1">
            <a:off x="3405788" y="1422048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60"/>
          <p:cNvSpPr txBox="1"/>
          <p:nvPr/>
        </p:nvSpPr>
        <p:spPr>
          <a:xfrm>
            <a:off x="3432313" y="1906486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78" name="Google Shape;478;p60"/>
          <p:cNvSpPr txBox="1"/>
          <p:nvPr/>
        </p:nvSpPr>
        <p:spPr>
          <a:xfrm>
            <a:off x="3366713" y="1345000"/>
            <a:ext cx="23424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8363B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79" name="Google Shape;479;p60"/>
          <p:cNvSpPr/>
          <p:nvPr/>
        </p:nvSpPr>
        <p:spPr>
          <a:xfrm>
            <a:off x="3399113" y="1345100"/>
            <a:ext cx="2427300" cy="714900"/>
          </a:xfrm>
          <a:prstGeom prst="roundRect">
            <a:avLst>
              <a:gd fmla="val 13342" name="adj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i="0" sz="2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0" name="Google Shape;480;p60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1" name="Google Shape;481;p60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slide 1">
  <p:cSld name="CUSTOM_23_2_1">
    <p:bg>
      <p:bgPr>
        <a:solidFill>
          <a:srgbClr val="F2F2F2"/>
        </a:solidFill>
      </p:bgPr>
    </p:bg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61"/>
          <p:cNvSpPr/>
          <p:nvPr/>
        </p:nvSpPr>
        <p:spPr>
          <a:xfrm>
            <a:off x="330600" y="127400"/>
            <a:ext cx="393600" cy="3936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61"/>
          <p:cNvSpPr txBox="1"/>
          <p:nvPr/>
        </p:nvSpPr>
        <p:spPr>
          <a:xfrm>
            <a:off x="731520" y="127400"/>
            <a:ext cx="5372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Activity: </a:t>
            </a:r>
            <a:endParaRPr b="1" sz="24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5" name="Google Shape;485;p61"/>
          <p:cNvSpPr txBox="1"/>
          <p:nvPr/>
        </p:nvSpPr>
        <p:spPr>
          <a:xfrm>
            <a:off x="5901175" y="3977950"/>
            <a:ext cx="28722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86" name="Google Shape;486;p6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7877" y="269548"/>
            <a:ext cx="434800" cy="428796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61"/>
          <p:cNvPicPr preferRelativeResize="0"/>
          <p:nvPr/>
        </p:nvPicPr>
        <p:blipFill rotWithShape="1">
          <a:blip r:embed="rId3">
            <a:alphaModFix amt="12000"/>
          </a:blip>
          <a:srcRect b="41054" l="-3280" r="-37524" t="-19179"/>
          <a:stretch/>
        </p:blipFill>
        <p:spPr>
          <a:xfrm>
            <a:off x="0" y="3069475"/>
            <a:ext cx="3716100" cy="207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8" name="Google Shape;488;p61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489" name="Google Shape;489;p61"/>
          <p:cNvSpPr txBox="1"/>
          <p:nvPr>
            <p:ph idx="1" type="subTitle"/>
          </p:nvPr>
        </p:nvSpPr>
        <p:spPr>
          <a:xfrm>
            <a:off x="818575" y="1726975"/>
            <a:ext cx="6518700" cy="2116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90" name="Google Shape;490;p61"/>
          <p:cNvSpPr txBox="1"/>
          <p:nvPr>
            <p:ph idx="2" type="subTitle"/>
          </p:nvPr>
        </p:nvSpPr>
        <p:spPr>
          <a:xfrm>
            <a:off x="0" y="4246400"/>
            <a:ext cx="8703600" cy="323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91" name="Google Shape;491;p61"/>
          <p:cNvSpPr txBox="1"/>
          <p:nvPr>
            <p:ph idx="3" type="subTitle"/>
          </p:nvPr>
        </p:nvSpPr>
        <p:spPr>
          <a:xfrm>
            <a:off x="731520" y="478650"/>
            <a:ext cx="7979400" cy="3231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 Text Only 2">
  <p:cSld name="CUSTOM_2_7_2_5"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62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94" name="Google Shape;494;p62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495" name="Google Shape;495;p62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6" name="Google Shape;496;p62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>
              <a:buNone/>
              <a:defRPr sz="600">
                <a:solidFill>
                  <a:srgbClr val="000000"/>
                </a:solidFill>
              </a:defRPr>
            </a:lvl1pPr>
            <a:lvl2pPr lvl="1">
              <a:buNone/>
              <a:defRPr sz="600">
                <a:solidFill>
                  <a:srgbClr val="000000"/>
                </a:solidFill>
              </a:defRPr>
            </a:lvl2pPr>
            <a:lvl3pPr lvl="2">
              <a:buNone/>
              <a:defRPr sz="600">
                <a:solidFill>
                  <a:srgbClr val="000000"/>
                </a:solidFill>
              </a:defRPr>
            </a:lvl3pPr>
            <a:lvl4pPr lvl="3">
              <a:buNone/>
              <a:defRPr sz="600">
                <a:solidFill>
                  <a:srgbClr val="000000"/>
                </a:solidFill>
              </a:defRPr>
            </a:lvl4pPr>
            <a:lvl5pPr lvl="4">
              <a:buNone/>
              <a:defRPr sz="600">
                <a:solidFill>
                  <a:srgbClr val="000000"/>
                </a:solidFill>
              </a:defRPr>
            </a:lvl5pPr>
            <a:lvl6pPr lvl="5">
              <a:buNone/>
              <a:defRPr sz="600">
                <a:solidFill>
                  <a:srgbClr val="000000"/>
                </a:solidFill>
              </a:defRPr>
            </a:lvl6pPr>
            <a:lvl7pPr lvl="6">
              <a:buNone/>
              <a:defRPr sz="600">
                <a:solidFill>
                  <a:srgbClr val="000000"/>
                </a:solidFill>
              </a:defRPr>
            </a:lvl7pPr>
            <a:lvl8pPr lvl="7">
              <a:buNone/>
              <a:defRPr sz="600">
                <a:solidFill>
                  <a:srgbClr val="000000"/>
                </a:solidFill>
              </a:defRPr>
            </a:lvl8pPr>
            <a:lvl9pPr lvl="8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97" name="Google Shape;497;p62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8" name="Google Shape;498;p62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99" name="Google Shape;499;p62"/>
          <p:cNvSpPr txBox="1"/>
          <p:nvPr>
            <p:ph idx="3" type="body"/>
          </p:nvPr>
        </p:nvSpPr>
        <p:spPr>
          <a:xfrm>
            <a:off x="175" y="1284250"/>
            <a:ext cx="9144000" cy="36222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63"/>
          <p:cNvSpPr txBox="1"/>
          <p:nvPr>
            <p:ph idx="1" type="body"/>
          </p:nvPr>
        </p:nvSpPr>
        <p:spPr>
          <a:xfrm>
            <a:off x="692300" y="1122950"/>
            <a:ext cx="8139900" cy="3445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02" name="Google Shape;502;p63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3" name="Google Shape;503;p63"/>
          <p:cNvSpPr txBox="1"/>
          <p:nvPr>
            <p:ph idx="2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End slide">
  <p:cSld name="CUSTOM_10_1_1_1_2_1_3">
    <p:bg>
      <p:bgPr>
        <a:solidFill>
          <a:srgbClr val="F2F2F2"/>
        </a:solidFill>
      </p:bgPr>
    </p:bg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64"/>
          <p:cNvSpPr txBox="1"/>
          <p:nvPr/>
        </p:nvSpPr>
        <p:spPr>
          <a:xfrm>
            <a:off x="0" y="29381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The</a:t>
            </a:r>
            <a:r>
              <a:rPr lang="en" sz="4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" sz="4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End</a:t>
            </a:r>
            <a:endParaRPr b="1" sz="40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6" name="Google Shape;506;p64"/>
          <p:cNvSpPr/>
          <p:nvPr/>
        </p:nvSpPr>
        <p:spPr>
          <a:xfrm>
            <a:off x="3731050" y="1119050"/>
            <a:ext cx="1681800" cy="16818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07" name="Google Shape;507;p6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99875" y="1496700"/>
            <a:ext cx="1051550" cy="105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Headings + Body text">
  <p:cSld name="CUSTOM_11_1_1"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66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14" name="Google Shape;514;p66"/>
          <p:cNvSpPr txBox="1"/>
          <p:nvPr>
            <p:ph idx="1" type="subTitle"/>
          </p:nvPr>
        </p:nvSpPr>
        <p:spPr>
          <a:xfrm>
            <a:off x="457200" y="548650"/>
            <a:ext cx="822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515" name="Google Shape;515;p66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Right image layout">
  <p:cSld name="CUSTOM_6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67"/>
          <p:cNvSpPr/>
          <p:nvPr>
            <p:ph idx="2" type="pic"/>
          </p:nvPr>
        </p:nvSpPr>
        <p:spPr>
          <a:xfrm>
            <a:off x="5943725" y="150"/>
            <a:ext cx="32001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18" name="Google Shape;518;p67"/>
          <p:cNvSpPr txBox="1"/>
          <p:nvPr>
            <p:ph type="title"/>
          </p:nvPr>
        </p:nvSpPr>
        <p:spPr>
          <a:xfrm>
            <a:off x="457200" y="14630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19" name="Google Shape;519;p67"/>
          <p:cNvSpPr txBox="1"/>
          <p:nvPr>
            <p:ph idx="1" type="subTitle"/>
          </p:nvPr>
        </p:nvSpPr>
        <p:spPr>
          <a:xfrm>
            <a:off x="461220" y="548650"/>
            <a:ext cx="5482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520" name="Google Shape;520;p67"/>
          <p:cNvSpPr txBox="1"/>
          <p:nvPr>
            <p:ph idx="3" type="body"/>
          </p:nvPr>
        </p:nvSpPr>
        <p:spPr>
          <a:xfrm>
            <a:off x="457200" y="1063525"/>
            <a:ext cx="50292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With right text layout">
  <p:cSld name="CUSTOM_3_2"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68"/>
          <p:cNvSpPr/>
          <p:nvPr/>
        </p:nvSpPr>
        <p:spPr>
          <a:xfrm>
            <a:off x="5943650" y="0"/>
            <a:ext cx="3196500" cy="51435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68"/>
          <p:cNvSpPr txBox="1"/>
          <p:nvPr>
            <p:ph type="title"/>
          </p:nvPr>
        </p:nvSpPr>
        <p:spPr>
          <a:xfrm>
            <a:off x="6400800" y="725688"/>
            <a:ext cx="22860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24" name="Google Shape;524;p68"/>
          <p:cNvSpPr txBox="1"/>
          <p:nvPr>
            <p:ph idx="1" type="subTitle"/>
          </p:nvPr>
        </p:nvSpPr>
        <p:spPr>
          <a:xfrm>
            <a:off x="6400800" y="1600088"/>
            <a:ext cx="2349300" cy="29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25" name="Google Shape;525;p68"/>
          <p:cNvSpPr txBox="1"/>
          <p:nvPr>
            <p:ph idx="2" type="body"/>
          </p:nvPr>
        </p:nvSpPr>
        <p:spPr>
          <a:xfrm>
            <a:off x="457200" y="1063525"/>
            <a:ext cx="50292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26" name="Google Shape;526;p68"/>
          <p:cNvSpPr txBox="1"/>
          <p:nvPr>
            <p:ph idx="3" type="subTitle"/>
          </p:nvPr>
        </p:nvSpPr>
        <p:spPr>
          <a:xfrm>
            <a:off x="461220" y="548650"/>
            <a:ext cx="5482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527" name="Google Shape;527;p68"/>
          <p:cNvSpPr txBox="1"/>
          <p:nvPr>
            <p:ph idx="4" type="title"/>
          </p:nvPr>
        </p:nvSpPr>
        <p:spPr>
          <a:xfrm>
            <a:off x="457200" y="14630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With image insert">
  <p:cSld name="CUSTOM_8"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9" name="Google Shape;529;p69"/>
          <p:cNvCxnSpPr/>
          <p:nvPr/>
        </p:nvCxnSpPr>
        <p:spPr>
          <a:xfrm rot="10800000">
            <a:off x="3453900" y="1729748"/>
            <a:ext cx="585300" cy="0"/>
          </a:xfrm>
          <a:prstGeom prst="straightConnector1">
            <a:avLst/>
          </a:prstGeom>
          <a:noFill/>
          <a:ln cap="rnd" cmpd="sng" w="9525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530" name="Google Shape;530;p69"/>
          <p:cNvCxnSpPr/>
          <p:nvPr/>
        </p:nvCxnSpPr>
        <p:spPr>
          <a:xfrm rot="10800000">
            <a:off x="3453900" y="3524825"/>
            <a:ext cx="585300" cy="0"/>
          </a:xfrm>
          <a:prstGeom prst="straightConnector1">
            <a:avLst/>
          </a:prstGeom>
          <a:noFill/>
          <a:ln cap="rnd" cmpd="sng" w="9525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531" name="Google Shape;531;p69"/>
          <p:cNvSpPr/>
          <p:nvPr>
            <p:ph idx="2" type="pic"/>
          </p:nvPr>
        </p:nvSpPr>
        <p:spPr>
          <a:xfrm>
            <a:off x="3657600" y="1371600"/>
            <a:ext cx="5029200" cy="2742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</p:sp>
      <p:sp>
        <p:nvSpPr>
          <p:cNvPr id="532" name="Google Shape;532;p69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3" name="Google Shape;533;p69"/>
          <p:cNvSpPr txBox="1"/>
          <p:nvPr>
            <p:ph idx="1" type="subTitle"/>
          </p:nvPr>
        </p:nvSpPr>
        <p:spPr>
          <a:xfrm>
            <a:off x="463231" y="548650"/>
            <a:ext cx="822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69"/>
          <p:cNvSpPr txBox="1"/>
          <p:nvPr>
            <p:ph idx="3" type="body"/>
          </p:nvPr>
        </p:nvSpPr>
        <p:spPr>
          <a:xfrm>
            <a:off x="457200" y="1592650"/>
            <a:ext cx="3013200" cy="11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35" name="Google Shape;535;p69"/>
          <p:cNvSpPr txBox="1"/>
          <p:nvPr>
            <p:ph idx="4" type="body"/>
          </p:nvPr>
        </p:nvSpPr>
        <p:spPr>
          <a:xfrm>
            <a:off x="457200" y="3413275"/>
            <a:ext cx="3013200" cy="11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Left image layout">
  <p:cSld name="CUSTOM_7_2"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70"/>
          <p:cNvSpPr/>
          <p:nvPr>
            <p:ph idx="2" type="pic"/>
          </p:nvPr>
        </p:nvSpPr>
        <p:spPr>
          <a:xfrm>
            <a:off x="0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38" name="Google Shape;538;p70"/>
          <p:cNvSpPr txBox="1"/>
          <p:nvPr>
            <p:ph idx="1" type="body"/>
          </p:nvPr>
        </p:nvSpPr>
        <p:spPr>
          <a:xfrm>
            <a:off x="3657600" y="1054550"/>
            <a:ext cx="5025600" cy="3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9" name="Google Shape;539;p70"/>
          <p:cNvSpPr txBox="1"/>
          <p:nvPr>
            <p:ph type="title"/>
          </p:nvPr>
        </p:nvSpPr>
        <p:spPr>
          <a:xfrm>
            <a:off x="3657601" y="146300"/>
            <a:ext cx="5029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0" name="Google Shape;540;p70"/>
          <p:cNvSpPr txBox="1"/>
          <p:nvPr>
            <p:ph idx="3" type="subTitle"/>
          </p:nvPr>
        </p:nvSpPr>
        <p:spPr>
          <a:xfrm>
            <a:off x="3661286" y="548650"/>
            <a:ext cx="5025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 + Subheading blank">
  <p:cSld name="CUSTOM_21_2_1"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2" name="Google Shape;542;p71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543" name="Google Shape;543;p71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71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5" name="Google Shape;545;p71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546" name="Google Shape;546;p71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 line (with bullets)">
  <p:cSld name="CUSTOM_21_1"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8" name="Google Shape;548;p72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549" name="Google Shape;549;p72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72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72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72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72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72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72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72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72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72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72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72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1" name="Google Shape;561;p72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562" name="Google Shape;562;p72"/>
          <p:cNvSpPr txBox="1"/>
          <p:nvPr>
            <p:ph idx="2" type="body"/>
          </p:nvPr>
        </p:nvSpPr>
        <p:spPr>
          <a:xfrm>
            <a:off x="914400" y="118875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63" name="Google Shape;563;p72"/>
          <p:cNvSpPr txBox="1"/>
          <p:nvPr>
            <p:ph idx="3" type="body"/>
          </p:nvPr>
        </p:nvSpPr>
        <p:spPr>
          <a:xfrm>
            <a:off x="914400" y="187428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64" name="Google Shape;564;p72"/>
          <p:cNvSpPr txBox="1"/>
          <p:nvPr>
            <p:ph idx="4" type="body"/>
          </p:nvPr>
        </p:nvSpPr>
        <p:spPr>
          <a:xfrm>
            <a:off x="914400" y="2559823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65" name="Google Shape;565;p72"/>
          <p:cNvSpPr txBox="1"/>
          <p:nvPr>
            <p:ph idx="5" type="body"/>
          </p:nvPr>
        </p:nvSpPr>
        <p:spPr>
          <a:xfrm>
            <a:off x="914400" y="324536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66" name="Google Shape;566;p72"/>
          <p:cNvSpPr txBox="1"/>
          <p:nvPr>
            <p:ph idx="6" type="body"/>
          </p:nvPr>
        </p:nvSpPr>
        <p:spPr>
          <a:xfrm>
            <a:off x="914400" y="393089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out line (blank)">
  <p:cSld name="CUSTOM_21_2_1_1"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73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73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0" name="Google Shape;570;p73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571" name="Google Shape;571;p73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out line (With bullets)">
  <p:cSld name="CUSTOM_21_1_2_1"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74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74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74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74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74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74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9" name="Google Shape;579;p74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80" name="Google Shape;580;p74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81" name="Google Shape;581;p74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82" name="Google Shape;582;p74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83" name="Google Shape;583;p74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74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74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74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74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74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74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0" name="Google Shape;590;p74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Heading + Subheading blank">
  <p:cSld name="CUSTOM_11"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75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75"/>
          <p:cNvSpPr txBox="1"/>
          <p:nvPr>
            <p:ph idx="1" type="subTitle"/>
          </p:nvPr>
        </p:nvSpPr>
        <p:spPr>
          <a:xfrm>
            <a:off x="463231" y="54865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- Longer title" type="secHead">
  <p:cSld name="SECTION_HEADER">
    <p:bg>
      <p:bgPr>
        <a:solidFill>
          <a:schemeClr val="dk2"/>
        </a:solidFill>
      </p:bgPr>
    </p:bg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95" name="Google Shape;595;p76"/>
          <p:cNvCxnSpPr/>
          <p:nvPr/>
        </p:nvCxnSpPr>
        <p:spPr>
          <a:xfrm>
            <a:off x="4580627" y="1618750"/>
            <a:ext cx="51759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med" w="med" type="oval"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</p:cxnSp>
      <p:sp>
        <p:nvSpPr>
          <p:cNvPr id="596" name="Google Shape;596;p76"/>
          <p:cNvSpPr txBox="1"/>
          <p:nvPr>
            <p:ph type="title"/>
          </p:nvPr>
        </p:nvSpPr>
        <p:spPr>
          <a:xfrm>
            <a:off x="4570700" y="1804650"/>
            <a:ext cx="4557900" cy="1215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97" name="Google Shape;597;p76"/>
          <p:cNvSpPr txBox="1"/>
          <p:nvPr>
            <p:ph idx="1" type="subTitle"/>
          </p:nvPr>
        </p:nvSpPr>
        <p:spPr>
          <a:xfrm>
            <a:off x="4572000" y="1127800"/>
            <a:ext cx="4572000" cy="185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98" name="Google Shape;598;p76"/>
          <p:cNvSpPr txBox="1"/>
          <p:nvPr>
            <p:ph idx="2" type="subTitle"/>
          </p:nvPr>
        </p:nvSpPr>
        <p:spPr>
          <a:xfrm>
            <a:off x="4572000" y="3203450"/>
            <a:ext cx="4557900" cy="244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9" name="Google Shape;599;p76"/>
          <p:cNvSpPr txBox="1"/>
          <p:nvPr/>
        </p:nvSpPr>
        <p:spPr>
          <a:xfrm>
            <a:off x="414900" y="4911900"/>
            <a:ext cx="5064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202</a:t>
            </a: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b="0" i="0" lang="en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edX Boot Camps LLC. Confidential and Proprietary. All Rights Reserved.</a:t>
            </a:r>
            <a:endParaRPr b="0" i="0" sz="1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165">
          <p15:clr>
            <a:srgbClr val="E46962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- Shorter title">
  <p:cSld name="SECTION_HEADER_1_1">
    <p:bg>
      <p:bgPr>
        <a:solidFill>
          <a:schemeClr val="dk2"/>
        </a:solidFill>
      </p:bgPr>
    </p:bg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1" name="Google Shape;601;p77"/>
          <p:cNvCxnSpPr/>
          <p:nvPr/>
        </p:nvCxnSpPr>
        <p:spPr>
          <a:xfrm>
            <a:off x="3582395" y="1823650"/>
            <a:ext cx="9207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</p:cxnSp>
      <p:cxnSp>
        <p:nvCxnSpPr>
          <p:cNvPr id="602" name="Google Shape;602;p77"/>
          <p:cNvCxnSpPr/>
          <p:nvPr/>
        </p:nvCxnSpPr>
        <p:spPr>
          <a:xfrm>
            <a:off x="3592327" y="1823550"/>
            <a:ext cx="56634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med" w="med" type="oval"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</p:cxnSp>
      <p:sp>
        <p:nvSpPr>
          <p:cNvPr id="603" name="Google Shape;603;p77"/>
          <p:cNvSpPr txBox="1"/>
          <p:nvPr>
            <p:ph type="title"/>
          </p:nvPr>
        </p:nvSpPr>
        <p:spPr>
          <a:xfrm>
            <a:off x="3582400" y="2028900"/>
            <a:ext cx="4557900" cy="719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04" name="Google Shape;604;p77"/>
          <p:cNvSpPr txBox="1"/>
          <p:nvPr>
            <p:ph idx="1" type="subTitle"/>
          </p:nvPr>
        </p:nvSpPr>
        <p:spPr>
          <a:xfrm>
            <a:off x="3583700" y="1533250"/>
            <a:ext cx="4572000" cy="180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05" name="Google Shape;605;p77"/>
          <p:cNvSpPr txBox="1"/>
          <p:nvPr>
            <p:ph idx="2" type="subTitle"/>
          </p:nvPr>
        </p:nvSpPr>
        <p:spPr>
          <a:xfrm>
            <a:off x="3583700" y="3314450"/>
            <a:ext cx="4557900" cy="244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6" name="Google Shape;606;p77"/>
          <p:cNvSpPr txBox="1"/>
          <p:nvPr/>
        </p:nvSpPr>
        <p:spPr>
          <a:xfrm>
            <a:off x="414900" y="4911900"/>
            <a:ext cx="5064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2024 edX Boot Camps LLC. Confidential and Proprietary. All Rights Reserved.</a:t>
            </a:r>
            <a:endParaRPr b="0" i="0" sz="1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Blank">
  <p:cSld name="CUSTOM_26_1">
    <p:bg>
      <p:bgPr>
        <a:solidFill>
          <a:schemeClr val="dk2"/>
        </a:solidFill>
      </p:bgPr>
    </p:bg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78"/>
          <p:cNvSpPr txBox="1"/>
          <p:nvPr>
            <p:ph type="title"/>
          </p:nvPr>
        </p:nvSpPr>
        <p:spPr>
          <a:xfrm>
            <a:off x="0" y="3073400"/>
            <a:ext cx="91440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09" name="Google Shape;609;p78"/>
          <p:cNvSpPr/>
          <p:nvPr/>
        </p:nvSpPr>
        <p:spPr>
          <a:xfrm>
            <a:off x="36575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78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Next class">
  <p:cSld name="CUSTOM_10_1_1_1_2_2_1">
    <p:bg>
      <p:bgPr>
        <a:solidFill>
          <a:schemeClr val="dk2"/>
        </a:solidFill>
      </p:bgPr>
    </p:bg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79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Next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lass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3" name="Google Shape;613;p79"/>
          <p:cNvSpPr/>
          <p:nvPr/>
        </p:nvSpPr>
        <p:spPr>
          <a:xfrm>
            <a:off x="36575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79"/>
          <p:cNvSpPr/>
          <p:nvPr/>
        </p:nvSpPr>
        <p:spPr>
          <a:xfrm>
            <a:off x="4429130" y="1541930"/>
            <a:ext cx="285844" cy="574072"/>
          </a:xfrm>
          <a:custGeom>
            <a:rect b="b" l="l" r="r" t="t"/>
            <a:pathLst>
              <a:path extrusionOk="0" fill="none" h="206130" w="102637">
                <a:moveTo>
                  <a:pt x="0" y="1"/>
                </a:moveTo>
                <a:lnTo>
                  <a:pt x="102637" y="103065"/>
                </a:lnTo>
                <a:lnTo>
                  <a:pt x="0" y="206129"/>
                </a:lnTo>
              </a:path>
            </a:pathLst>
          </a:custGeom>
          <a:solidFill>
            <a:srgbClr val="FFFFFF"/>
          </a:solidFill>
          <a:ln cap="rnd" cmpd="sng" w="28575">
            <a:solidFill>
              <a:srgbClr val="2836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836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79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Time to Code">
  <p:cSld name="CUSTOM_10_1_1_1_2_2_1_1">
    <p:bg>
      <p:bgPr>
        <a:solidFill>
          <a:schemeClr val="dk2"/>
        </a:solidFill>
      </p:bgPr>
    </p:bg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80"/>
          <p:cNvSpPr txBox="1"/>
          <p:nvPr/>
        </p:nvSpPr>
        <p:spPr>
          <a:xfrm>
            <a:off x="5901175" y="3977950"/>
            <a:ext cx="27855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8" name="Google Shape;618;p80"/>
          <p:cNvSpPr txBox="1"/>
          <p:nvPr/>
        </p:nvSpPr>
        <p:spPr>
          <a:xfrm>
            <a:off x="0" y="3086100"/>
            <a:ext cx="9144000" cy="6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 to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ode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9" name="Google Shape;619;p80"/>
          <p:cNvSpPr/>
          <p:nvPr/>
        </p:nvSpPr>
        <p:spPr>
          <a:xfrm>
            <a:off x="36576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0" name="Google Shape;620;p8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94290" y="1424853"/>
            <a:ext cx="1155368" cy="818142"/>
          </a:xfrm>
          <a:prstGeom prst="rect">
            <a:avLst/>
          </a:prstGeom>
          <a:noFill/>
          <a:ln>
            <a:noFill/>
          </a:ln>
        </p:spPr>
      </p:pic>
      <p:sp>
        <p:nvSpPr>
          <p:cNvPr id="621" name="Google Shape;621;p80"/>
          <p:cNvSpPr txBox="1"/>
          <p:nvPr>
            <p:ph idx="1" type="subTitle"/>
          </p:nvPr>
        </p:nvSpPr>
        <p:spPr>
          <a:xfrm>
            <a:off x="5029200" y="4245725"/>
            <a:ext cx="3657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Challenge">
  <p:cSld name="CUSTOM_10_1_1_1_2_1_1">
    <p:bg>
      <p:bgPr>
        <a:solidFill>
          <a:schemeClr val="dk2"/>
        </a:solidFill>
      </p:bgPr>
    </p:bg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81"/>
          <p:cNvSpPr txBox="1"/>
          <p:nvPr/>
        </p:nvSpPr>
        <p:spPr>
          <a:xfrm>
            <a:off x="0" y="3086100"/>
            <a:ext cx="91440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Challenge</a:t>
            </a:r>
            <a:endParaRPr b="0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24" name="Google Shape;624;p81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5" name="Google Shape;625;p81"/>
          <p:cNvSpPr/>
          <p:nvPr/>
        </p:nvSpPr>
        <p:spPr>
          <a:xfrm>
            <a:off x="3657600" y="914400"/>
            <a:ext cx="1820700" cy="1820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6" name="Google Shape;626;p8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72546" y="1094559"/>
            <a:ext cx="1390807" cy="12124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Course overview">
  <p:cSld name="CUSTOM_10_1_1_1_2_1_1_1">
    <p:bg>
      <p:bgPr>
        <a:solidFill>
          <a:schemeClr val="dk2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82"/>
          <p:cNvSpPr txBox="1"/>
          <p:nvPr/>
        </p:nvSpPr>
        <p:spPr>
          <a:xfrm>
            <a:off x="0" y="3086100"/>
            <a:ext cx="91440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ourse overview</a:t>
            </a:r>
            <a:endParaRPr b="0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29" name="Google Shape;629;p82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30" name="Google Shape;630;p82"/>
          <p:cNvSpPr/>
          <p:nvPr/>
        </p:nvSpPr>
        <p:spPr>
          <a:xfrm>
            <a:off x="3657600" y="914400"/>
            <a:ext cx="1820700" cy="1820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1" name="Google Shape;631;p8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96605" y="1339647"/>
            <a:ext cx="950800" cy="97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Blank slide">
  <p:cSld name="CUSTOM_26_1_1">
    <p:bg>
      <p:bgPr>
        <a:solidFill>
          <a:schemeClr val="dk2"/>
        </a:solidFill>
      </p:bgPr>
    </p:bg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83"/>
          <p:cNvSpPr txBox="1"/>
          <p:nvPr>
            <p:ph type="title"/>
          </p:nvPr>
        </p:nvSpPr>
        <p:spPr>
          <a:xfrm>
            <a:off x="0" y="3072384"/>
            <a:ext cx="9144000" cy="7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34" name="Google Shape;634;p83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Welcome page">
  <p:cSld name="CUSTOM_26_1_1_1">
    <p:bg>
      <p:bgPr>
        <a:solidFill>
          <a:schemeClr val="dk2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84"/>
          <p:cNvSpPr txBox="1"/>
          <p:nvPr/>
        </p:nvSpPr>
        <p:spPr>
          <a:xfrm>
            <a:off x="0" y="3073400"/>
            <a:ext cx="9144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Welcome</a:t>
            </a:r>
            <a:endParaRPr b="1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637" name="Google Shape;637;p8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84112" y="1371590"/>
            <a:ext cx="1776025" cy="1324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Conclusion">
  <p:cSld name="CUSTOM_26_1_1_1_1">
    <p:bg>
      <p:bgPr>
        <a:solidFill>
          <a:schemeClr val="dk2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85"/>
          <p:cNvSpPr txBox="1"/>
          <p:nvPr/>
        </p:nvSpPr>
        <p:spPr>
          <a:xfrm>
            <a:off x="0" y="3073400"/>
            <a:ext cx="9144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Conclusion</a:t>
            </a:r>
            <a:endParaRPr b="1" sz="40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640" name="Google Shape;640;p8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48275" y="1452275"/>
            <a:ext cx="1047450" cy="120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ime's up! Let's review">
  <p:cSld name="CUSTOM_10_2_1_1_1">
    <p:bg>
      <p:bgPr>
        <a:solidFill>
          <a:schemeClr val="dk2"/>
        </a:solidFill>
      </p:bgPr>
    </p:bg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2" name="Google Shape;642;p8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56863" y="1371602"/>
            <a:ext cx="1430525" cy="13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86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Time’s up!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4" name="Google Shape;644;p86"/>
          <p:cNvSpPr txBox="1"/>
          <p:nvPr/>
        </p:nvSpPr>
        <p:spPr>
          <a:xfrm>
            <a:off x="311700" y="3657600"/>
            <a:ext cx="85206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Let’s review</a:t>
            </a:r>
            <a:endParaRPr b="0" i="0" sz="2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Break">
  <p:cSld name="CUSTOM_10_1">
    <p:bg>
      <p:bgPr>
        <a:solidFill>
          <a:schemeClr val="dk2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8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61200" y="1371599"/>
            <a:ext cx="1421602" cy="13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87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Break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8" name="Google Shape;648;p87"/>
          <p:cNvSpPr txBox="1"/>
          <p:nvPr/>
        </p:nvSpPr>
        <p:spPr>
          <a:xfrm>
            <a:off x="311700" y="3657600"/>
            <a:ext cx="85206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15 mins</a:t>
            </a:r>
            <a:endParaRPr b="0" i="0" sz="2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ime for a quick review">
  <p:cSld name="CUSTOM_10_1_1_2">
    <p:bg>
      <p:bgPr>
        <a:solidFill>
          <a:schemeClr val="dk2"/>
        </a:solidFill>
      </p:bgPr>
    </p:bg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8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22162" y="1448847"/>
            <a:ext cx="1699675" cy="1224853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88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 for a quick video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Peer review">
  <p:cSld name="CUSTOM_10_1_1_1_3">
    <p:bg>
      <p:bgPr>
        <a:solidFill>
          <a:schemeClr val="dk2"/>
        </a:solidFill>
      </p:bgPr>
    </p:bg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8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26225" y="1453000"/>
            <a:ext cx="1291550" cy="129155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89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Peer review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Let's recap">
  <p:cSld name="CUSTOM_10_1_1_1_2">
    <p:bg>
      <p:bgPr>
        <a:solidFill>
          <a:schemeClr val="dk2"/>
        </a:solidFill>
      </p:bgPr>
    </p:bg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6" name="Google Shape;656;p9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26225" y="1435359"/>
            <a:ext cx="1291550" cy="1326833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p90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Let’s recap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Office hours">
  <p:cSld name="CUSTOM_10_1_1_1_2_3_2">
    <p:bg>
      <p:bgPr>
        <a:solidFill>
          <a:schemeClr val="dk2"/>
        </a:solidFill>
      </p:bgPr>
    </p:bg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9" name="Google Shape;659;p9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92850" y="1583850"/>
            <a:ext cx="2158300" cy="1138725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p91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Office hours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1" name="Google Shape;661;p91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Slack slide">
  <p:cSld name="CUSTOM_10_1_1_1_2_3_1">
    <p:bg>
      <p:bgPr>
        <a:solidFill>
          <a:schemeClr val="dk2"/>
        </a:solidFill>
      </p:bgPr>
    </p:bg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92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Class Slack Channel: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4" name="Google Shape;664;p92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5" name="Google Shape;665;p92"/>
          <p:cNvPicPr preferRelativeResize="0"/>
          <p:nvPr/>
        </p:nvPicPr>
        <p:blipFill rotWithShape="1">
          <a:blip r:embed="rId2">
            <a:alphaModFix/>
          </a:blip>
          <a:srcRect b="24412" l="9534" r="69121" t="23790"/>
          <a:stretch/>
        </p:blipFill>
        <p:spPr>
          <a:xfrm>
            <a:off x="3876275" y="1390350"/>
            <a:ext cx="1391451" cy="138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hank you">
  <p:cSld name="CUSTOM_10_1_1_1_2_1_2">
    <p:bg>
      <p:bgPr>
        <a:solidFill>
          <a:schemeClr val="dk2"/>
        </a:solidFill>
      </p:bgPr>
    </p:bg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93"/>
          <p:cNvSpPr txBox="1"/>
          <p:nvPr/>
        </p:nvSpPr>
        <p:spPr>
          <a:xfrm>
            <a:off x="0" y="3073400"/>
            <a:ext cx="9144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68" name="Google Shape;668;p9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83775" y="1371600"/>
            <a:ext cx="1376700" cy="137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Questions">
  <p:cSld name="CUSTOM_10_1_1_1_1_2">
    <p:bg>
      <p:bgPr>
        <a:solidFill>
          <a:schemeClr val="dk2"/>
        </a:solidFill>
      </p:bgPr>
    </p:bg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94"/>
          <p:cNvSpPr txBox="1"/>
          <p:nvPr/>
        </p:nvSpPr>
        <p:spPr>
          <a:xfrm>
            <a:off x="0" y="305495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Questions?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71" name="Google Shape;671;p9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26873" y="1589513"/>
            <a:ext cx="1690255" cy="132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2" name="Google Shape;672;p94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653025" y="4126875"/>
            <a:ext cx="870750" cy="11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3" name="Google Shape;673;p94"/>
          <p:cNvPicPr preferRelativeResize="0"/>
          <p:nvPr/>
        </p:nvPicPr>
        <p:blipFill rotWithShape="1">
          <a:blip r:embed="rId3">
            <a:alphaModFix/>
          </a:blip>
          <a:srcRect b="19665" l="0" r="0" t="0"/>
          <a:stretch/>
        </p:blipFill>
        <p:spPr>
          <a:xfrm flipH="1">
            <a:off x="1651350" y="4364000"/>
            <a:ext cx="783075" cy="95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4" name="Google Shape;674;p94"/>
          <p:cNvPicPr preferRelativeResize="0"/>
          <p:nvPr/>
        </p:nvPicPr>
        <p:blipFill rotWithShape="1">
          <a:blip r:embed="rId3">
            <a:alphaModFix/>
          </a:blip>
          <a:srcRect b="30598" l="0" r="0" t="0"/>
          <a:stretch/>
        </p:blipFill>
        <p:spPr>
          <a:xfrm flipH="1">
            <a:off x="3638200" y="4387525"/>
            <a:ext cx="712575" cy="7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5" name="Google Shape;675;p94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2655487" y="3973275"/>
            <a:ext cx="982713" cy="13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6" name="Google Shape;676;p94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4517888" y="4134937"/>
            <a:ext cx="870750" cy="11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7" name="Google Shape;677;p94"/>
          <p:cNvPicPr preferRelativeResize="0"/>
          <p:nvPr/>
        </p:nvPicPr>
        <p:blipFill rotWithShape="1">
          <a:blip r:embed="rId3">
            <a:alphaModFix/>
          </a:blip>
          <a:srcRect b="5687" l="0" r="0" t="0"/>
          <a:stretch/>
        </p:blipFill>
        <p:spPr>
          <a:xfrm flipH="1">
            <a:off x="5979175" y="4168652"/>
            <a:ext cx="783075" cy="112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8" name="Google Shape;678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3650" y="3973275"/>
            <a:ext cx="870750" cy="13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C - Instructor Demonstration">
  <p:cSld name="CUSTOM_10_2">
    <p:bg>
      <p:bgPr>
        <a:solidFill>
          <a:schemeClr val="dk2"/>
        </a:solidFill>
      </p:bgPr>
    </p:bg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95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81" name="Google Shape;681;p95"/>
          <p:cNvSpPr/>
          <p:nvPr/>
        </p:nvSpPr>
        <p:spPr>
          <a:xfrm>
            <a:off x="3657600" y="919500"/>
            <a:ext cx="1828800" cy="1828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95"/>
          <p:cNvSpPr txBox="1"/>
          <p:nvPr/>
        </p:nvSpPr>
        <p:spPr>
          <a:xfrm>
            <a:off x="311700" y="3073125"/>
            <a:ext cx="8520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Instructor</a:t>
            </a:r>
            <a:r>
              <a:rPr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Demonstration</a:t>
            </a:r>
            <a:endParaRPr i="0" sz="24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683" name="Google Shape;683;p9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34596" y="1424818"/>
            <a:ext cx="1274808" cy="818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D - Blank chapter title slide">
  <p:cSld name="CUSTOM_26_2">
    <p:bg>
      <p:bgPr>
        <a:solidFill>
          <a:schemeClr val="accent2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96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 (blank)">
  <p:cSld name="CUSTOM_21_2_2"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7" name="Google Shape;687;p97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688" name="Google Shape;688;p97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9" name="Google Shape;689;p9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7700" y="248025"/>
            <a:ext cx="459000" cy="471541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97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691" name="Google Shape;691;p97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Recap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 (with bullets)">
  <p:cSld name="CUSTOM_21_2_3"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3" name="Google Shape;693;p98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694" name="Google Shape;694;p98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5" name="Google Shape;695;p9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7700" y="248025"/>
            <a:ext cx="459000" cy="471541"/>
          </a:xfrm>
          <a:prstGeom prst="rect">
            <a:avLst/>
          </a:prstGeom>
          <a:noFill/>
          <a:ln>
            <a:noFill/>
          </a:ln>
        </p:spPr>
      </p:pic>
      <p:sp>
        <p:nvSpPr>
          <p:cNvPr id="696" name="Google Shape;696;p98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Recap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7" name="Google Shape;697;p98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98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98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98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98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98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03" name="Google Shape;703;p98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04" name="Google Shape;704;p98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05" name="Google Shape;705;p98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06" name="Google Shape;706;p98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07" name="Google Shape;707;p98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98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98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98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98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98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arning Objectives (blank)">
  <p:cSld name="CUSTOM_21_2_2_1"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4" name="Google Shape;714;p99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715" name="Google Shape;715;p99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6" name="Google Shape;716;p9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763" y="235363"/>
            <a:ext cx="496875" cy="496875"/>
          </a:xfrm>
          <a:prstGeom prst="rect">
            <a:avLst/>
          </a:prstGeom>
          <a:noFill/>
          <a:ln>
            <a:noFill/>
          </a:ln>
        </p:spPr>
      </p:pic>
      <p:sp>
        <p:nvSpPr>
          <p:cNvPr id="717" name="Google Shape;717;p99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Learning Objectives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8" name="Google Shape;718;p99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arning Objectives (with bullets)">
  <p:cSld name="CUSTOM_21_2_2_1_1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20" name="Google Shape;720;p100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721" name="Google Shape;721;p100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2" name="Google Shape;722;p10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763" y="235363"/>
            <a:ext cx="496875" cy="496875"/>
          </a:xfrm>
          <a:prstGeom prst="rect">
            <a:avLst/>
          </a:prstGeom>
          <a:noFill/>
          <a:ln>
            <a:noFill/>
          </a:ln>
        </p:spPr>
      </p:pic>
      <p:sp>
        <p:nvSpPr>
          <p:cNvPr id="723" name="Google Shape;723;p100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100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100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100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100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100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29" name="Google Shape;729;p100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30" name="Google Shape;730;p100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31" name="Google Shape;731;p100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32" name="Google Shape;732;p100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33" name="Google Shape;733;p100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100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100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100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100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100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Learning Objectives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9" name="Google Shape;739;p100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"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101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101"/>
          <p:cNvSpPr txBox="1"/>
          <p:nvPr/>
        </p:nvSpPr>
        <p:spPr>
          <a:xfrm>
            <a:off x="457200" y="160020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01.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3" name="Google Shape;743;p101"/>
          <p:cNvSpPr txBox="1"/>
          <p:nvPr/>
        </p:nvSpPr>
        <p:spPr>
          <a:xfrm>
            <a:off x="457197" y="2062175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02.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4" name="Google Shape;744;p101"/>
          <p:cNvSpPr txBox="1"/>
          <p:nvPr/>
        </p:nvSpPr>
        <p:spPr>
          <a:xfrm>
            <a:off x="457204" y="253925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03.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5" name="Google Shape;745;p101"/>
          <p:cNvSpPr txBox="1"/>
          <p:nvPr/>
        </p:nvSpPr>
        <p:spPr>
          <a:xfrm>
            <a:off x="457197" y="2981656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04.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6" name="Google Shape;746;p101"/>
          <p:cNvSpPr txBox="1"/>
          <p:nvPr/>
        </p:nvSpPr>
        <p:spPr>
          <a:xfrm>
            <a:off x="457200" y="3443301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05.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7" name="Google Shape;747;p101"/>
          <p:cNvSpPr txBox="1"/>
          <p:nvPr/>
        </p:nvSpPr>
        <p:spPr>
          <a:xfrm>
            <a:off x="4563800" y="160020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06.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8" name="Google Shape;748;p101"/>
          <p:cNvSpPr txBox="1"/>
          <p:nvPr/>
        </p:nvSpPr>
        <p:spPr>
          <a:xfrm>
            <a:off x="4563800" y="2064886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07.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9" name="Google Shape;749;p101"/>
          <p:cNvSpPr txBox="1"/>
          <p:nvPr/>
        </p:nvSpPr>
        <p:spPr>
          <a:xfrm>
            <a:off x="4563800" y="2529587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08.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0" name="Google Shape;750;p101"/>
          <p:cNvSpPr txBox="1"/>
          <p:nvPr/>
        </p:nvSpPr>
        <p:spPr>
          <a:xfrm>
            <a:off x="4563800" y="2981625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09.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1" name="Google Shape;751;p101"/>
          <p:cNvSpPr txBox="1"/>
          <p:nvPr/>
        </p:nvSpPr>
        <p:spPr>
          <a:xfrm>
            <a:off x="4563800" y="3444731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52" name="Google Shape;752;p10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3425" y="301475"/>
            <a:ext cx="287550" cy="364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53" name="Google Shape;753;p101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754" name="Google Shape;754;p101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755" name="Google Shape;755;p101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Table of Contents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6" name="Google Shape;756;p101"/>
          <p:cNvSpPr txBox="1"/>
          <p:nvPr>
            <p:ph idx="2" type="body"/>
          </p:nvPr>
        </p:nvSpPr>
        <p:spPr>
          <a:xfrm>
            <a:off x="914400" y="1609349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57" name="Google Shape;757;p101"/>
          <p:cNvSpPr txBox="1"/>
          <p:nvPr>
            <p:ph idx="3" type="body"/>
          </p:nvPr>
        </p:nvSpPr>
        <p:spPr>
          <a:xfrm>
            <a:off x="914400" y="3435562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58" name="Google Shape;758;p101"/>
          <p:cNvSpPr txBox="1"/>
          <p:nvPr>
            <p:ph idx="4" type="body"/>
          </p:nvPr>
        </p:nvSpPr>
        <p:spPr>
          <a:xfrm>
            <a:off x="914400" y="2065902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59" name="Google Shape;759;p101"/>
          <p:cNvSpPr txBox="1"/>
          <p:nvPr>
            <p:ph idx="5" type="body"/>
          </p:nvPr>
        </p:nvSpPr>
        <p:spPr>
          <a:xfrm>
            <a:off x="914400" y="2522456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60" name="Google Shape;760;p101"/>
          <p:cNvSpPr txBox="1"/>
          <p:nvPr>
            <p:ph idx="6" type="body"/>
          </p:nvPr>
        </p:nvSpPr>
        <p:spPr>
          <a:xfrm>
            <a:off x="914400" y="2979009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61" name="Google Shape;761;p101"/>
          <p:cNvSpPr txBox="1"/>
          <p:nvPr>
            <p:ph idx="7" type="body"/>
          </p:nvPr>
        </p:nvSpPr>
        <p:spPr>
          <a:xfrm>
            <a:off x="5029200" y="160935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62" name="Google Shape;762;p101"/>
          <p:cNvSpPr txBox="1"/>
          <p:nvPr>
            <p:ph idx="8" type="body"/>
          </p:nvPr>
        </p:nvSpPr>
        <p:spPr>
          <a:xfrm>
            <a:off x="5029200" y="343555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63" name="Google Shape;763;p101"/>
          <p:cNvSpPr txBox="1"/>
          <p:nvPr>
            <p:ph idx="9" type="body"/>
          </p:nvPr>
        </p:nvSpPr>
        <p:spPr>
          <a:xfrm>
            <a:off x="5029200" y="206590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64" name="Google Shape;764;p101"/>
          <p:cNvSpPr txBox="1"/>
          <p:nvPr>
            <p:ph idx="13" type="body"/>
          </p:nvPr>
        </p:nvSpPr>
        <p:spPr>
          <a:xfrm>
            <a:off x="5029200" y="2522451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65" name="Google Shape;765;p101"/>
          <p:cNvSpPr txBox="1"/>
          <p:nvPr>
            <p:ph idx="14" type="body"/>
          </p:nvPr>
        </p:nvSpPr>
        <p:spPr>
          <a:xfrm>
            <a:off x="5029200" y="297900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72">
          <p15:clr>
            <a:srgbClr val="E46962"/>
          </p15:clr>
        </p15:guide>
        <p15:guide id="2" pos="2884">
          <p15:clr>
            <a:srgbClr val="E46962"/>
          </p15:clr>
        </p15:guide>
        <p15:guide id="3" pos="3168">
          <p15:clr>
            <a:srgbClr val="E46962"/>
          </p15:clr>
        </p15:guide>
        <p15:guide id="4" orient="horz" pos="288">
          <p15:clr>
            <a:srgbClr val="E46962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">
  <p:cSld name="CUSTOM_23">
    <p:bg>
      <p:bgPr>
        <a:solidFill>
          <a:srgbClr val="F2F2F2"/>
        </a:solidFill>
      </p:bgPr>
    </p:bg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102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102"/>
          <p:cNvSpPr txBox="1"/>
          <p:nvPr/>
        </p:nvSpPr>
        <p:spPr>
          <a:xfrm>
            <a:off x="914400" y="14630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Activity: 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9" name="Google Shape;769;p102"/>
          <p:cNvSpPr txBox="1"/>
          <p:nvPr/>
        </p:nvSpPr>
        <p:spPr>
          <a:xfrm>
            <a:off x="5901175" y="4263275"/>
            <a:ext cx="32427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4572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70" name="Google Shape;770;p102"/>
          <p:cNvPicPr preferRelativeResize="0"/>
          <p:nvPr/>
        </p:nvPicPr>
        <p:blipFill rotWithShape="1">
          <a:blip r:embed="rId2">
            <a:alphaModFix amt="12000"/>
          </a:blip>
          <a:srcRect b="41054" l="-3280" r="-37524" t="-19179"/>
          <a:stretch/>
        </p:blipFill>
        <p:spPr>
          <a:xfrm>
            <a:off x="0" y="3069475"/>
            <a:ext cx="3716100" cy="207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71" name="Google Shape;771;p102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772" name="Google Shape;772;p102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773" name="Google Shape;773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774" name="Google Shape;774;p102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775" name="Google Shape;775;p102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(Class activity)">
  <p:cSld name="CUSTOM_23_2">
    <p:bg>
      <p:bgPr>
        <a:solidFill>
          <a:srgbClr val="F2F2F2"/>
        </a:solidFill>
      </p:bgPr>
    </p:bg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103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103"/>
          <p:cNvSpPr txBox="1"/>
          <p:nvPr/>
        </p:nvSpPr>
        <p:spPr>
          <a:xfrm>
            <a:off x="914400" y="14630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Class </a:t>
            </a: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Activity: 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9" name="Google Shape;779;p103"/>
          <p:cNvSpPr txBox="1"/>
          <p:nvPr/>
        </p:nvSpPr>
        <p:spPr>
          <a:xfrm>
            <a:off x="5901175" y="4263275"/>
            <a:ext cx="32427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4572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80" name="Google Shape;780;p103"/>
          <p:cNvPicPr preferRelativeResize="0"/>
          <p:nvPr/>
        </p:nvPicPr>
        <p:blipFill rotWithShape="1">
          <a:blip r:embed="rId2">
            <a:alphaModFix amt="12000"/>
          </a:blip>
          <a:srcRect b="41054" l="-3280" r="-37524" t="-19179"/>
          <a:stretch/>
        </p:blipFill>
        <p:spPr>
          <a:xfrm>
            <a:off x="0" y="3069475"/>
            <a:ext cx="3716100" cy="207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81" name="Google Shape;781;p103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782" name="Google Shape;782;p103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783" name="Google Shape;783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784" name="Google Shape;784;p103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785" name="Google Shape;785;p103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initions">
  <p:cSld name="CUSTOM_22_1_1">
    <p:bg>
      <p:bgPr>
        <a:solidFill>
          <a:schemeClr val="lt2"/>
        </a:solidFill>
      </p:bgPr>
    </p:bg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104"/>
          <p:cNvSpPr/>
          <p:nvPr/>
        </p:nvSpPr>
        <p:spPr>
          <a:xfrm flipH="1" rot="10800000">
            <a:off x="688800" y="692100"/>
            <a:ext cx="7766400" cy="3759300"/>
          </a:xfrm>
          <a:prstGeom prst="bracePair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104"/>
          <p:cNvSpPr/>
          <p:nvPr/>
        </p:nvSpPr>
        <p:spPr>
          <a:xfrm>
            <a:off x="1104268" y="1039688"/>
            <a:ext cx="6935464" cy="3131678"/>
          </a:xfrm>
          <a:custGeom>
            <a:rect b="b" l="l" r="r" t="t"/>
            <a:pathLst>
              <a:path extrusionOk="0" h="128611" w="284824">
                <a:moveTo>
                  <a:pt x="26676" y="0"/>
                </a:moveTo>
                <a:cubicBezTo>
                  <a:pt x="22180" y="0"/>
                  <a:pt x="18965" y="1390"/>
                  <a:pt x="17030" y="4169"/>
                </a:cubicBezTo>
                <a:cubicBezTo>
                  <a:pt x="15068" y="6948"/>
                  <a:pt x="14114" y="11035"/>
                  <a:pt x="14114" y="16431"/>
                </a:cubicBezTo>
                <a:lnTo>
                  <a:pt x="14114" y="45150"/>
                </a:lnTo>
                <a:cubicBezTo>
                  <a:pt x="14114" y="50191"/>
                  <a:pt x="12807" y="54360"/>
                  <a:pt x="10191" y="57684"/>
                </a:cubicBezTo>
                <a:cubicBezTo>
                  <a:pt x="7684" y="60981"/>
                  <a:pt x="4060" y="63242"/>
                  <a:pt x="0" y="64087"/>
                </a:cubicBezTo>
                <a:lnTo>
                  <a:pt x="0" y="64305"/>
                </a:lnTo>
                <a:cubicBezTo>
                  <a:pt x="4332" y="65368"/>
                  <a:pt x="7766" y="67548"/>
                  <a:pt x="10300" y="70817"/>
                </a:cubicBezTo>
                <a:cubicBezTo>
                  <a:pt x="12834" y="74087"/>
                  <a:pt x="14114" y="78283"/>
                  <a:pt x="14114" y="83460"/>
                </a:cubicBezTo>
                <a:lnTo>
                  <a:pt x="14114" y="112180"/>
                </a:lnTo>
                <a:cubicBezTo>
                  <a:pt x="14114" y="117684"/>
                  <a:pt x="15068" y="121798"/>
                  <a:pt x="17030" y="124523"/>
                </a:cubicBezTo>
                <a:cubicBezTo>
                  <a:pt x="18992" y="127248"/>
                  <a:pt x="22207" y="128610"/>
                  <a:pt x="26676" y="128610"/>
                </a:cubicBezTo>
                <a:lnTo>
                  <a:pt x="258148" y="128610"/>
                </a:lnTo>
                <a:cubicBezTo>
                  <a:pt x="262644" y="128610"/>
                  <a:pt x="265832" y="127248"/>
                  <a:pt x="267794" y="124523"/>
                </a:cubicBezTo>
                <a:cubicBezTo>
                  <a:pt x="269728" y="121798"/>
                  <a:pt x="270709" y="117684"/>
                  <a:pt x="270709" y="112180"/>
                </a:cubicBezTo>
                <a:lnTo>
                  <a:pt x="270709" y="83460"/>
                </a:lnTo>
                <a:cubicBezTo>
                  <a:pt x="270709" y="78283"/>
                  <a:pt x="271990" y="74087"/>
                  <a:pt x="274497" y="70817"/>
                </a:cubicBezTo>
                <a:cubicBezTo>
                  <a:pt x="277058" y="67548"/>
                  <a:pt x="280491" y="65395"/>
                  <a:pt x="284824" y="64305"/>
                </a:cubicBezTo>
                <a:lnTo>
                  <a:pt x="284824" y="64087"/>
                </a:lnTo>
                <a:cubicBezTo>
                  <a:pt x="280764" y="63242"/>
                  <a:pt x="277140" y="60981"/>
                  <a:pt x="274606" y="57684"/>
                </a:cubicBezTo>
                <a:cubicBezTo>
                  <a:pt x="272017" y="54360"/>
                  <a:pt x="270709" y="50191"/>
                  <a:pt x="270709" y="45150"/>
                </a:cubicBezTo>
                <a:lnTo>
                  <a:pt x="270709" y="16431"/>
                </a:lnTo>
                <a:cubicBezTo>
                  <a:pt x="270709" y="11035"/>
                  <a:pt x="269728" y="6948"/>
                  <a:pt x="267794" y="4169"/>
                </a:cubicBezTo>
                <a:cubicBezTo>
                  <a:pt x="265832" y="1417"/>
                  <a:pt x="262616" y="27"/>
                  <a:pt x="25814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9" name="Google Shape;789;p104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599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790" name="Google Shape;790;p104"/>
          <p:cNvSpPr txBox="1"/>
          <p:nvPr>
            <p:ph idx="1" type="body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</p:spPr>
        <p:txBody>
          <a:bodyPr anchorCtr="0" anchor="ctr" bIns="91425" lIns="365750" spcFirstLastPara="1" rIns="91425" wrap="square" tIns="91425">
            <a:noAutofit/>
          </a:bodyPr>
          <a:lstStyle>
            <a:lvl1pPr indent="-444500" lvl="0" marL="45720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1pPr>
            <a:lvl2pPr indent="-444500" lvl="1" marL="91440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2pPr>
            <a:lvl3pPr indent="-444500" lvl="2" marL="137160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3pPr>
            <a:lvl4pPr indent="-444500" lvl="3" marL="182880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4pPr>
            <a:lvl5pPr indent="-444500" lvl="4" marL="228600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5pPr>
            <a:lvl6pPr indent="-444500" lvl="5" marL="274320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6pPr>
            <a:lvl7pPr indent="-444500" lvl="6" marL="320040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7pPr>
            <a:lvl8pPr indent="-444500" lvl="7" marL="365760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8pPr>
            <a:lvl9pPr indent="-444500" lvl="8" marL="411480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9pPr>
          </a:lstStyle>
          <a:p/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Key Idea">
  <p:cSld name="CUSTOM_4">
    <p:bg>
      <p:bgPr>
        <a:solidFill>
          <a:schemeClr val="lt2"/>
        </a:solidFill>
      </p:bgPr>
    </p:bg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105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3" name="Google Shape;793;p10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00550" y="1861613"/>
            <a:ext cx="1856475" cy="185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4" name="Google Shape;794;p105"/>
          <p:cNvPicPr preferRelativeResize="0"/>
          <p:nvPr/>
        </p:nvPicPr>
        <p:blipFill rotWithShape="1">
          <a:blip r:embed="rId3">
            <a:alphaModFix amt="11000"/>
          </a:blip>
          <a:srcRect b="7136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  <p:sp>
        <p:nvSpPr>
          <p:cNvPr id="795" name="Google Shape;795;p105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Question">
  <p:cSld name="CUSTOM_4_1_2_1">
    <p:bg>
      <p:bgPr>
        <a:solidFill>
          <a:schemeClr val="lt2"/>
        </a:solidFill>
      </p:bgPr>
    </p:bg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106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8" name="Google Shape;798;p106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599" cy="262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9" name="Google Shape;799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7875" y="2012779"/>
            <a:ext cx="1003696" cy="1489696"/>
          </a:xfrm>
          <a:prstGeom prst="rect">
            <a:avLst/>
          </a:prstGeom>
          <a:noFill/>
          <a:ln>
            <a:noFill/>
          </a:ln>
        </p:spPr>
      </p:pic>
      <p:sp>
        <p:nvSpPr>
          <p:cNvPr id="800" name="Google Shape;800;p106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Quotation">
  <p:cSld name="CUSTOM_4_1_1">
    <p:bg>
      <p:bgPr>
        <a:solidFill>
          <a:schemeClr val="lt2"/>
        </a:solidFill>
      </p:bgPr>
    </p:bg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107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3" name="Google Shape;803;p107"/>
          <p:cNvGrpSpPr/>
          <p:nvPr/>
        </p:nvGrpSpPr>
        <p:grpSpPr>
          <a:xfrm>
            <a:off x="1074625" y="2258150"/>
            <a:ext cx="1473491" cy="980288"/>
            <a:chOff x="1074625" y="2258150"/>
            <a:chExt cx="1473491" cy="980288"/>
          </a:xfrm>
        </p:grpSpPr>
        <p:sp>
          <p:nvSpPr>
            <p:cNvPr id="804" name="Google Shape;804;p107"/>
            <p:cNvSpPr/>
            <p:nvPr/>
          </p:nvSpPr>
          <p:spPr>
            <a:xfrm>
              <a:off x="1074625" y="2258150"/>
              <a:ext cx="704970" cy="980288"/>
            </a:xfrm>
            <a:custGeom>
              <a:rect b="b" l="l" r="r" t="t"/>
              <a:pathLst>
                <a:path extrusionOk="0" fill="none" h="79682" w="57303">
                  <a:moveTo>
                    <a:pt x="12677" y="79681"/>
                  </a:moveTo>
                  <a:lnTo>
                    <a:pt x="12677" y="79681"/>
                  </a:lnTo>
                  <a:lnTo>
                    <a:pt x="15652" y="75283"/>
                  </a:lnTo>
                  <a:lnTo>
                    <a:pt x="17980" y="71403"/>
                  </a:lnTo>
                  <a:lnTo>
                    <a:pt x="19920" y="67910"/>
                  </a:lnTo>
                  <a:lnTo>
                    <a:pt x="21343" y="64806"/>
                  </a:lnTo>
                  <a:lnTo>
                    <a:pt x="22378" y="62090"/>
                  </a:lnTo>
                  <a:lnTo>
                    <a:pt x="23025" y="59891"/>
                  </a:lnTo>
                  <a:lnTo>
                    <a:pt x="23413" y="58080"/>
                  </a:lnTo>
                  <a:lnTo>
                    <a:pt x="23542" y="56786"/>
                  </a:lnTo>
                  <a:lnTo>
                    <a:pt x="23542" y="56786"/>
                  </a:lnTo>
                  <a:lnTo>
                    <a:pt x="21084" y="56139"/>
                  </a:lnTo>
                  <a:lnTo>
                    <a:pt x="18627" y="55363"/>
                  </a:lnTo>
                  <a:lnTo>
                    <a:pt x="16428" y="54458"/>
                  </a:lnTo>
                  <a:lnTo>
                    <a:pt x="14229" y="53294"/>
                  </a:lnTo>
                  <a:lnTo>
                    <a:pt x="12159" y="52000"/>
                  </a:lnTo>
                  <a:lnTo>
                    <a:pt x="10219" y="50448"/>
                  </a:lnTo>
                  <a:lnTo>
                    <a:pt x="8408" y="48896"/>
                  </a:lnTo>
                  <a:lnTo>
                    <a:pt x="6726" y="47085"/>
                  </a:lnTo>
                  <a:lnTo>
                    <a:pt x="5304" y="45144"/>
                  </a:lnTo>
                  <a:lnTo>
                    <a:pt x="4010" y="43075"/>
                  </a:lnTo>
                  <a:lnTo>
                    <a:pt x="2846" y="40876"/>
                  </a:lnTo>
                  <a:lnTo>
                    <a:pt x="1811" y="38547"/>
                  </a:lnTo>
                  <a:lnTo>
                    <a:pt x="1035" y="36219"/>
                  </a:lnTo>
                  <a:lnTo>
                    <a:pt x="518" y="33761"/>
                  </a:lnTo>
                  <a:lnTo>
                    <a:pt x="129" y="31174"/>
                  </a:lnTo>
                  <a:lnTo>
                    <a:pt x="0" y="28587"/>
                  </a:lnTo>
                  <a:lnTo>
                    <a:pt x="0" y="28587"/>
                  </a:lnTo>
                  <a:lnTo>
                    <a:pt x="259" y="25742"/>
                  </a:lnTo>
                  <a:lnTo>
                    <a:pt x="647" y="22896"/>
                  </a:lnTo>
                  <a:lnTo>
                    <a:pt x="1294" y="20050"/>
                  </a:lnTo>
                  <a:lnTo>
                    <a:pt x="2328" y="17463"/>
                  </a:lnTo>
                  <a:lnTo>
                    <a:pt x="3493" y="15005"/>
                  </a:lnTo>
                  <a:lnTo>
                    <a:pt x="4915" y="12677"/>
                  </a:lnTo>
                  <a:lnTo>
                    <a:pt x="6597" y="10478"/>
                  </a:lnTo>
                  <a:lnTo>
                    <a:pt x="8408" y="8409"/>
                  </a:lnTo>
                  <a:lnTo>
                    <a:pt x="10478" y="6598"/>
                  </a:lnTo>
                  <a:lnTo>
                    <a:pt x="12677" y="4916"/>
                  </a:lnTo>
                  <a:lnTo>
                    <a:pt x="15005" y="3493"/>
                  </a:lnTo>
                  <a:lnTo>
                    <a:pt x="17592" y="2200"/>
                  </a:lnTo>
                  <a:lnTo>
                    <a:pt x="20179" y="1294"/>
                  </a:lnTo>
                  <a:lnTo>
                    <a:pt x="22895" y="647"/>
                  </a:lnTo>
                  <a:lnTo>
                    <a:pt x="25741" y="130"/>
                  </a:lnTo>
                  <a:lnTo>
                    <a:pt x="28716" y="1"/>
                  </a:lnTo>
                  <a:lnTo>
                    <a:pt x="28716" y="1"/>
                  </a:lnTo>
                  <a:lnTo>
                    <a:pt x="31562" y="130"/>
                  </a:lnTo>
                  <a:lnTo>
                    <a:pt x="34408" y="647"/>
                  </a:lnTo>
                  <a:lnTo>
                    <a:pt x="37124" y="1294"/>
                  </a:lnTo>
                  <a:lnTo>
                    <a:pt x="39840" y="2200"/>
                  </a:lnTo>
                  <a:lnTo>
                    <a:pt x="42298" y="3493"/>
                  </a:lnTo>
                  <a:lnTo>
                    <a:pt x="44626" y="4916"/>
                  </a:lnTo>
                  <a:lnTo>
                    <a:pt x="46825" y="6598"/>
                  </a:lnTo>
                  <a:lnTo>
                    <a:pt x="48895" y="8409"/>
                  </a:lnTo>
                  <a:lnTo>
                    <a:pt x="50706" y="10478"/>
                  </a:lnTo>
                  <a:lnTo>
                    <a:pt x="52388" y="12677"/>
                  </a:lnTo>
                  <a:lnTo>
                    <a:pt x="53810" y="15005"/>
                  </a:lnTo>
                  <a:lnTo>
                    <a:pt x="54975" y="17463"/>
                  </a:lnTo>
                  <a:lnTo>
                    <a:pt x="56009" y="20050"/>
                  </a:lnTo>
                  <a:lnTo>
                    <a:pt x="56656" y="22896"/>
                  </a:lnTo>
                  <a:lnTo>
                    <a:pt x="57174" y="25742"/>
                  </a:lnTo>
                  <a:lnTo>
                    <a:pt x="57303" y="28587"/>
                  </a:lnTo>
                  <a:lnTo>
                    <a:pt x="57303" y="28587"/>
                  </a:lnTo>
                  <a:lnTo>
                    <a:pt x="57174" y="31562"/>
                  </a:lnTo>
                  <a:lnTo>
                    <a:pt x="56915" y="34279"/>
                  </a:lnTo>
                  <a:lnTo>
                    <a:pt x="56398" y="37125"/>
                  </a:lnTo>
                  <a:lnTo>
                    <a:pt x="55751" y="39712"/>
                  </a:lnTo>
                  <a:lnTo>
                    <a:pt x="54845" y="42299"/>
                  </a:lnTo>
                  <a:lnTo>
                    <a:pt x="53940" y="44886"/>
                  </a:lnTo>
                  <a:lnTo>
                    <a:pt x="52776" y="47214"/>
                  </a:lnTo>
                  <a:lnTo>
                    <a:pt x="51611" y="49542"/>
                  </a:lnTo>
                  <a:lnTo>
                    <a:pt x="50189" y="51871"/>
                  </a:lnTo>
                  <a:lnTo>
                    <a:pt x="48766" y="54070"/>
                  </a:lnTo>
                  <a:lnTo>
                    <a:pt x="47214" y="56139"/>
                  </a:lnTo>
                  <a:lnTo>
                    <a:pt x="45532" y="58209"/>
                  </a:lnTo>
                  <a:lnTo>
                    <a:pt x="43850" y="60020"/>
                  </a:lnTo>
                  <a:lnTo>
                    <a:pt x="42039" y="61960"/>
                  </a:lnTo>
                  <a:lnTo>
                    <a:pt x="40229" y="63642"/>
                  </a:lnTo>
                  <a:lnTo>
                    <a:pt x="38288" y="65323"/>
                  </a:lnTo>
                  <a:lnTo>
                    <a:pt x="36477" y="66876"/>
                  </a:lnTo>
                  <a:lnTo>
                    <a:pt x="34537" y="68428"/>
                  </a:lnTo>
                  <a:lnTo>
                    <a:pt x="30786" y="71144"/>
                  </a:lnTo>
                  <a:lnTo>
                    <a:pt x="27035" y="73472"/>
                  </a:lnTo>
                  <a:lnTo>
                    <a:pt x="23413" y="75413"/>
                  </a:lnTo>
                  <a:lnTo>
                    <a:pt x="20050" y="77094"/>
                  </a:lnTo>
                  <a:lnTo>
                    <a:pt x="17204" y="78388"/>
                  </a:lnTo>
                  <a:lnTo>
                    <a:pt x="14617" y="79164"/>
                  </a:lnTo>
                  <a:lnTo>
                    <a:pt x="12677" y="79681"/>
                  </a:lnTo>
                  <a:lnTo>
                    <a:pt x="12677" y="79681"/>
                  </a:lnTo>
                  <a:close/>
                </a:path>
              </a:pathLst>
            </a:custGeom>
            <a:noFill/>
            <a:ln cap="rnd" cmpd="sng" w="28575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" name="Google Shape;805;p107"/>
            <p:cNvSpPr/>
            <p:nvPr/>
          </p:nvSpPr>
          <p:spPr>
            <a:xfrm>
              <a:off x="1844733" y="2258150"/>
              <a:ext cx="703383" cy="980288"/>
            </a:xfrm>
            <a:custGeom>
              <a:rect b="b" l="l" r="r" t="t"/>
              <a:pathLst>
                <a:path extrusionOk="0" fill="none" h="79682" w="57174">
                  <a:moveTo>
                    <a:pt x="12548" y="79681"/>
                  </a:moveTo>
                  <a:lnTo>
                    <a:pt x="12548" y="79681"/>
                  </a:lnTo>
                  <a:lnTo>
                    <a:pt x="15523" y="75283"/>
                  </a:lnTo>
                  <a:lnTo>
                    <a:pt x="17980" y="71403"/>
                  </a:lnTo>
                  <a:lnTo>
                    <a:pt x="19791" y="67910"/>
                  </a:lnTo>
                  <a:lnTo>
                    <a:pt x="21214" y="64806"/>
                  </a:lnTo>
                  <a:lnTo>
                    <a:pt x="22249" y="62090"/>
                  </a:lnTo>
                  <a:lnTo>
                    <a:pt x="22896" y="59891"/>
                  </a:lnTo>
                  <a:lnTo>
                    <a:pt x="23284" y="58080"/>
                  </a:lnTo>
                  <a:lnTo>
                    <a:pt x="23413" y="56786"/>
                  </a:lnTo>
                  <a:lnTo>
                    <a:pt x="23413" y="56786"/>
                  </a:lnTo>
                  <a:lnTo>
                    <a:pt x="20955" y="56139"/>
                  </a:lnTo>
                  <a:lnTo>
                    <a:pt x="18498" y="55363"/>
                  </a:lnTo>
                  <a:lnTo>
                    <a:pt x="16299" y="54458"/>
                  </a:lnTo>
                  <a:lnTo>
                    <a:pt x="14100" y="53294"/>
                  </a:lnTo>
                  <a:lnTo>
                    <a:pt x="12030" y="52000"/>
                  </a:lnTo>
                  <a:lnTo>
                    <a:pt x="10090" y="50448"/>
                  </a:lnTo>
                  <a:lnTo>
                    <a:pt x="8279" y="48896"/>
                  </a:lnTo>
                  <a:lnTo>
                    <a:pt x="6727" y="47085"/>
                  </a:lnTo>
                  <a:lnTo>
                    <a:pt x="5174" y="45144"/>
                  </a:lnTo>
                  <a:lnTo>
                    <a:pt x="3881" y="43075"/>
                  </a:lnTo>
                  <a:lnTo>
                    <a:pt x="2717" y="40876"/>
                  </a:lnTo>
                  <a:lnTo>
                    <a:pt x="1811" y="38547"/>
                  </a:lnTo>
                  <a:lnTo>
                    <a:pt x="1035" y="36219"/>
                  </a:lnTo>
                  <a:lnTo>
                    <a:pt x="388" y="33761"/>
                  </a:lnTo>
                  <a:lnTo>
                    <a:pt x="130" y="31174"/>
                  </a:lnTo>
                  <a:lnTo>
                    <a:pt x="0" y="28587"/>
                  </a:lnTo>
                  <a:lnTo>
                    <a:pt x="0" y="28587"/>
                  </a:lnTo>
                  <a:lnTo>
                    <a:pt x="130" y="25742"/>
                  </a:lnTo>
                  <a:lnTo>
                    <a:pt x="518" y="22896"/>
                  </a:lnTo>
                  <a:lnTo>
                    <a:pt x="1294" y="20050"/>
                  </a:lnTo>
                  <a:lnTo>
                    <a:pt x="2199" y="17463"/>
                  </a:lnTo>
                  <a:lnTo>
                    <a:pt x="3364" y="15005"/>
                  </a:lnTo>
                  <a:lnTo>
                    <a:pt x="4786" y="12677"/>
                  </a:lnTo>
                  <a:lnTo>
                    <a:pt x="6468" y="10478"/>
                  </a:lnTo>
                  <a:lnTo>
                    <a:pt x="8279" y="8409"/>
                  </a:lnTo>
                  <a:lnTo>
                    <a:pt x="10349" y="6598"/>
                  </a:lnTo>
                  <a:lnTo>
                    <a:pt x="12548" y="4916"/>
                  </a:lnTo>
                  <a:lnTo>
                    <a:pt x="14876" y="3493"/>
                  </a:lnTo>
                  <a:lnTo>
                    <a:pt x="17463" y="2200"/>
                  </a:lnTo>
                  <a:lnTo>
                    <a:pt x="20050" y="1294"/>
                  </a:lnTo>
                  <a:lnTo>
                    <a:pt x="22766" y="647"/>
                  </a:lnTo>
                  <a:lnTo>
                    <a:pt x="25612" y="130"/>
                  </a:lnTo>
                  <a:lnTo>
                    <a:pt x="28587" y="1"/>
                  </a:lnTo>
                  <a:lnTo>
                    <a:pt x="28587" y="1"/>
                  </a:lnTo>
                  <a:lnTo>
                    <a:pt x="31433" y="130"/>
                  </a:lnTo>
                  <a:lnTo>
                    <a:pt x="34279" y="647"/>
                  </a:lnTo>
                  <a:lnTo>
                    <a:pt x="37124" y="1294"/>
                  </a:lnTo>
                  <a:lnTo>
                    <a:pt x="39711" y="2200"/>
                  </a:lnTo>
                  <a:lnTo>
                    <a:pt x="42169" y="3493"/>
                  </a:lnTo>
                  <a:lnTo>
                    <a:pt x="44627" y="4916"/>
                  </a:lnTo>
                  <a:lnTo>
                    <a:pt x="46826" y="6598"/>
                  </a:lnTo>
                  <a:lnTo>
                    <a:pt x="48766" y="8409"/>
                  </a:lnTo>
                  <a:lnTo>
                    <a:pt x="50706" y="10478"/>
                  </a:lnTo>
                  <a:lnTo>
                    <a:pt x="52259" y="12677"/>
                  </a:lnTo>
                  <a:lnTo>
                    <a:pt x="53681" y="15005"/>
                  </a:lnTo>
                  <a:lnTo>
                    <a:pt x="54975" y="17463"/>
                  </a:lnTo>
                  <a:lnTo>
                    <a:pt x="55880" y="20050"/>
                  </a:lnTo>
                  <a:lnTo>
                    <a:pt x="56657" y="22896"/>
                  </a:lnTo>
                  <a:lnTo>
                    <a:pt x="57045" y="25742"/>
                  </a:lnTo>
                  <a:lnTo>
                    <a:pt x="57174" y="28587"/>
                  </a:lnTo>
                  <a:lnTo>
                    <a:pt x="57174" y="28587"/>
                  </a:lnTo>
                  <a:lnTo>
                    <a:pt x="57045" y="31562"/>
                  </a:lnTo>
                  <a:lnTo>
                    <a:pt x="56786" y="34279"/>
                  </a:lnTo>
                  <a:lnTo>
                    <a:pt x="56268" y="37125"/>
                  </a:lnTo>
                  <a:lnTo>
                    <a:pt x="55622" y="39712"/>
                  </a:lnTo>
                  <a:lnTo>
                    <a:pt x="54846" y="42299"/>
                  </a:lnTo>
                  <a:lnTo>
                    <a:pt x="53811" y="44886"/>
                  </a:lnTo>
                  <a:lnTo>
                    <a:pt x="52776" y="47214"/>
                  </a:lnTo>
                  <a:lnTo>
                    <a:pt x="51482" y="49542"/>
                  </a:lnTo>
                  <a:lnTo>
                    <a:pt x="50060" y="51871"/>
                  </a:lnTo>
                  <a:lnTo>
                    <a:pt x="48637" y="54070"/>
                  </a:lnTo>
                  <a:lnTo>
                    <a:pt x="47084" y="56139"/>
                  </a:lnTo>
                  <a:lnTo>
                    <a:pt x="45403" y="58209"/>
                  </a:lnTo>
                  <a:lnTo>
                    <a:pt x="43721" y="60020"/>
                  </a:lnTo>
                  <a:lnTo>
                    <a:pt x="41910" y="61960"/>
                  </a:lnTo>
                  <a:lnTo>
                    <a:pt x="40099" y="63642"/>
                  </a:lnTo>
                  <a:lnTo>
                    <a:pt x="38289" y="65323"/>
                  </a:lnTo>
                  <a:lnTo>
                    <a:pt x="36348" y="66876"/>
                  </a:lnTo>
                  <a:lnTo>
                    <a:pt x="34408" y="68428"/>
                  </a:lnTo>
                  <a:lnTo>
                    <a:pt x="30657" y="71144"/>
                  </a:lnTo>
                  <a:lnTo>
                    <a:pt x="26906" y="73472"/>
                  </a:lnTo>
                  <a:lnTo>
                    <a:pt x="23284" y="75413"/>
                  </a:lnTo>
                  <a:lnTo>
                    <a:pt x="20050" y="77094"/>
                  </a:lnTo>
                  <a:lnTo>
                    <a:pt x="17075" y="78388"/>
                  </a:lnTo>
                  <a:lnTo>
                    <a:pt x="14488" y="79164"/>
                  </a:lnTo>
                  <a:lnTo>
                    <a:pt x="12548" y="79681"/>
                  </a:lnTo>
                  <a:lnTo>
                    <a:pt x="12548" y="79681"/>
                  </a:lnTo>
                  <a:close/>
                </a:path>
              </a:pathLst>
            </a:custGeom>
            <a:noFill/>
            <a:ln cap="rnd" cmpd="sng" w="28575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06" name="Google Shape;806;p107"/>
          <p:cNvSpPr txBox="1"/>
          <p:nvPr>
            <p:ph idx="1" type="subTitle"/>
          </p:nvPr>
        </p:nvSpPr>
        <p:spPr>
          <a:xfrm>
            <a:off x="459100" y="4189950"/>
            <a:ext cx="2741400" cy="5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807" name="Google Shape;807;p107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599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808" name="Google Shape;808;p107"/>
          <p:cNvSpPr txBox="1"/>
          <p:nvPr>
            <p:ph idx="2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Tip or Answer">
  <p:cSld name="CUSTOM_4_1_1_1">
    <p:bg>
      <p:bgPr>
        <a:solidFill>
          <a:schemeClr val="lt2"/>
        </a:solidFill>
      </p:bgPr>
    </p:bg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108"/>
          <p:cNvSpPr/>
          <p:nvPr/>
        </p:nvSpPr>
        <p:spPr>
          <a:xfrm>
            <a:off x="459100" y="1380744"/>
            <a:ext cx="2741400" cy="2741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1" name="Google Shape;811;p108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599" cy="262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2" name="Google Shape;812;p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7670" y="1896525"/>
            <a:ext cx="1724260" cy="1620450"/>
          </a:xfrm>
          <a:prstGeom prst="rect">
            <a:avLst/>
          </a:prstGeom>
          <a:noFill/>
          <a:ln>
            <a:noFill/>
          </a:ln>
        </p:spPr>
      </p:pic>
      <p:sp>
        <p:nvSpPr>
          <p:cNvPr id="813" name="Google Shape;813;p108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are Your Answers">
  <p:cSld name="CUSTOM_10_1_1_1_1_1_2">
    <p:bg>
      <p:bgPr>
        <a:solidFill>
          <a:srgbClr val="F2F2F2"/>
        </a:solidFill>
      </p:bgPr>
    </p:bg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109"/>
          <p:cNvSpPr/>
          <p:nvPr/>
        </p:nvSpPr>
        <p:spPr>
          <a:xfrm flipH="1">
            <a:off x="1251238" y="1174875"/>
            <a:ext cx="2443200" cy="24435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p109"/>
          <p:cNvSpPr/>
          <p:nvPr/>
        </p:nvSpPr>
        <p:spPr>
          <a:xfrm>
            <a:off x="5449563" y="1174875"/>
            <a:ext cx="2443200" cy="24435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00C7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109"/>
          <p:cNvSpPr/>
          <p:nvPr/>
        </p:nvSpPr>
        <p:spPr>
          <a:xfrm>
            <a:off x="3586938" y="1399275"/>
            <a:ext cx="1994400" cy="19947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p109"/>
          <p:cNvSpPr txBox="1"/>
          <p:nvPr/>
        </p:nvSpPr>
        <p:spPr>
          <a:xfrm>
            <a:off x="1418338" y="2020425"/>
            <a:ext cx="2109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Share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9" name="Google Shape;819;p109"/>
          <p:cNvSpPr txBox="1"/>
          <p:nvPr/>
        </p:nvSpPr>
        <p:spPr>
          <a:xfrm>
            <a:off x="3529638" y="2020425"/>
            <a:ext cx="2109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Your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0" name="Google Shape;820;p109"/>
          <p:cNvSpPr txBox="1"/>
          <p:nvPr/>
        </p:nvSpPr>
        <p:spPr>
          <a:xfrm>
            <a:off x="5469363" y="2020425"/>
            <a:ext cx="2403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Answers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member">
  <p:cSld name="CUSTOM_10_1_1_1_1_1_1">
    <p:bg>
      <p:bgPr>
        <a:solidFill>
          <a:srgbClr val="F2F2F2"/>
        </a:solidFill>
      </p:bgPr>
    </p:bg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110"/>
          <p:cNvSpPr txBox="1"/>
          <p:nvPr/>
        </p:nvSpPr>
        <p:spPr>
          <a:xfrm>
            <a:off x="4869500" y="1501000"/>
            <a:ext cx="3901200" cy="7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i="0" lang="en" sz="4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Remember, </a:t>
            </a:r>
            <a:endParaRPr b="1" i="0" sz="45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23" name="Google Shape;823;p1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-556324" y="1502075"/>
            <a:ext cx="5962899" cy="25372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24" name="Google Shape;824;p110"/>
          <p:cNvGrpSpPr/>
          <p:nvPr/>
        </p:nvGrpSpPr>
        <p:grpSpPr>
          <a:xfrm>
            <a:off x="3972318" y="1206125"/>
            <a:ext cx="1051285" cy="920372"/>
            <a:chOff x="587700" y="-13400"/>
            <a:chExt cx="5735325" cy="5021125"/>
          </a:xfrm>
        </p:grpSpPr>
        <p:sp>
          <p:nvSpPr>
            <p:cNvPr id="825" name="Google Shape;825;p110"/>
            <p:cNvSpPr/>
            <p:nvPr/>
          </p:nvSpPr>
          <p:spPr>
            <a:xfrm>
              <a:off x="3126550" y="3129550"/>
              <a:ext cx="449525" cy="1850775"/>
            </a:xfrm>
            <a:custGeom>
              <a:rect b="b" l="l" r="r" t="t"/>
              <a:pathLst>
                <a:path extrusionOk="0" fill="none" h="74031" w="17981">
                  <a:moveTo>
                    <a:pt x="1" y="68541"/>
                  </a:moveTo>
                  <a:cubicBezTo>
                    <a:pt x="7486" y="74031"/>
                    <a:pt x="17981" y="42278"/>
                    <a:pt x="5491" y="0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" name="Google Shape;826;p110"/>
            <p:cNvSpPr/>
            <p:nvPr/>
          </p:nvSpPr>
          <p:spPr>
            <a:xfrm>
              <a:off x="3253475" y="3038050"/>
              <a:ext cx="1008375" cy="1969675"/>
            </a:xfrm>
            <a:custGeom>
              <a:rect b="b" l="l" r="r" t="t"/>
              <a:pathLst>
                <a:path extrusionOk="0" fill="none" h="78787" w="40335">
                  <a:moveTo>
                    <a:pt x="0" y="69792"/>
                  </a:moveTo>
                  <a:cubicBezTo>
                    <a:pt x="16481" y="78787"/>
                    <a:pt x="40334" y="34844"/>
                    <a:pt x="28206" y="11125"/>
                  </a:cubicBezTo>
                  <a:cubicBezTo>
                    <a:pt x="22519" y="0"/>
                    <a:pt x="1541" y="5118"/>
                    <a:pt x="1913" y="9099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" name="Google Shape;827;p110"/>
            <p:cNvSpPr/>
            <p:nvPr/>
          </p:nvSpPr>
          <p:spPr>
            <a:xfrm>
              <a:off x="587700" y="131875"/>
              <a:ext cx="2878775" cy="2997700"/>
            </a:xfrm>
            <a:custGeom>
              <a:rect b="b" l="l" r="r" t="t"/>
              <a:pathLst>
                <a:path extrusionOk="0" fill="none" h="119908" w="115151">
                  <a:moveTo>
                    <a:pt x="115151" y="119907"/>
                  </a:moveTo>
                  <a:cubicBezTo>
                    <a:pt x="50602" y="114789"/>
                    <a:pt x="1" y="75106"/>
                    <a:pt x="30926" y="48761"/>
                  </a:cubicBezTo>
                  <a:cubicBezTo>
                    <a:pt x="88165" y="0"/>
                    <a:pt x="115151" y="119907"/>
                    <a:pt x="115151" y="119907"/>
                  </a:cubicBezTo>
                  <a:close/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p110"/>
            <p:cNvSpPr/>
            <p:nvPr/>
          </p:nvSpPr>
          <p:spPr>
            <a:xfrm>
              <a:off x="3408550" y="-13400"/>
              <a:ext cx="1796500" cy="3142975"/>
            </a:xfrm>
            <a:custGeom>
              <a:rect b="b" l="l" r="r" t="t"/>
              <a:pathLst>
                <a:path extrusionOk="0" fill="none" h="125719" w="71860">
                  <a:moveTo>
                    <a:pt x="2317" y="125718"/>
                  </a:moveTo>
                  <a:cubicBezTo>
                    <a:pt x="1" y="63568"/>
                    <a:pt x="64974" y="1"/>
                    <a:pt x="69492" y="63568"/>
                  </a:cubicBezTo>
                  <a:cubicBezTo>
                    <a:pt x="71860" y="96850"/>
                    <a:pt x="2317" y="125718"/>
                    <a:pt x="2317" y="125718"/>
                  </a:cubicBezTo>
                  <a:close/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" name="Google Shape;829;p110"/>
            <p:cNvSpPr/>
            <p:nvPr/>
          </p:nvSpPr>
          <p:spPr>
            <a:xfrm>
              <a:off x="3466450" y="2580250"/>
              <a:ext cx="2856575" cy="1271275"/>
            </a:xfrm>
            <a:custGeom>
              <a:rect b="b" l="l" r="r" t="t"/>
              <a:pathLst>
                <a:path extrusionOk="0" fill="none" h="50851" w="114263">
                  <a:moveTo>
                    <a:pt x="1" y="21972"/>
                  </a:moveTo>
                  <a:cubicBezTo>
                    <a:pt x="52732" y="1"/>
                    <a:pt x="75965" y="50850"/>
                    <a:pt x="114262" y="13184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30" name="Google Shape;830;p110"/>
          <p:cNvSpPr txBox="1"/>
          <p:nvPr/>
        </p:nvSpPr>
        <p:spPr>
          <a:xfrm>
            <a:off x="5345350" y="2338950"/>
            <a:ext cx="3524400" cy="24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4572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31" name="Google Shape;831;p110"/>
          <p:cNvPicPr preferRelativeResize="0"/>
          <p:nvPr/>
        </p:nvPicPr>
        <p:blipFill rotWithShape="1">
          <a:blip r:embed="rId3">
            <a:alphaModFix amt="11000"/>
          </a:blip>
          <a:srcRect b="7136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ives slide - 1-3">
  <p:cSld name="CUSTOM_21_1_1_1"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34" name="Google Shape;834;p112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835" name="Google Shape;835;p112"/>
          <p:cNvSpPr/>
          <p:nvPr/>
        </p:nvSpPr>
        <p:spPr>
          <a:xfrm>
            <a:off x="953325" y="1778663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112"/>
          <p:cNvSpPr/>
          <p:nvPr/>
        </p:nvSpPr>
        <p:spPr>
          <a:xfrm>
            <a:off x="953325" y="2421088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112"/>
          <p:cNvSpPr/>
          <p:nvPr/>
        </p:nvSpPr>
        <p:spPr>
          <a:xfrm>
            <a:off x="953325" y="1136875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112"/>
          <p:cNvSpPr/>
          <p:nvPr/>
        </p:nvSpPr>
        <p:spPr>
          <a:xfrm>
            <a:off x="802850" y="110747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1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839" name="Google Shape;839;p112"/>
          <p:cNvSpPr/>
          <p:nvPr/>
        </p:nvSpPr>
        <p:spPr>
          <a:xfrm>
            <a:off x="802850" y="174926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2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840" name="Google Shape;840;p112"/>
          <p:cNvSpPr/>
          <p:nvPr/>
        </p:nvSpPr>
        <p:spPr>
          <a:xfrm>
            <a:off x="802850" y="239169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3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841" name="Google Shape;841;p112"/>
          <p:cNvSpPr txBox="1"/>
          <p:nvPr>
            <p:ph idx="1" type="subTitle"/>
          </p:nvPr>
        </p:nvSpPr>
        <p:spPr>
          <a:xfrm>
            <a:off x="1224625" y="1129175"/>
            <a:ext cx="71103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842" name="Google Shape;842;p112"/>
          <p:cNvSpPr txBox="1"/>
          <p:nvPr>
            <p:ph idx="2" type="subTitle"/>
          </p:nvPr>
        </p:nvSpPr>
        <p:spPr>
          <a:xfrm>
            <a:off x="1224625" y="1793688"/>
            <a:ext cx="71103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843" name="Google Shape;843;p112"/>
          <p:cNvSpPr txBox="1"/>
          <p:nvPr>
            <p:ph idx="3" type="subTitle"/>
          </p:nvPr>
        </p:nvSpPr>
        <p:spPr>
          <a:xfrm>
            <a:off x="1224625" y="2435788"/>
            <a:ext cx="71103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844" name="Google Shape;844;p112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45" name="Google Shape;845;p112"/>
          <p:cNvSpPr/>
          <p:nvPr/>
        </p:nvSpPr>
        <p:spPr>
          <a:xfrm>
            <a:off x="136025" y="23362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6" name="Google Shape;846;p1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3938" y="271538"/>
            <a:ext cx="496875" cy="496875"/>
          </a:xfrm>
          <a:prstGeom prst="rect">
            <a:avLst/>
          </a:prstGeom>
          <a:noFill/>
          <a:ln>
            <a:noFill/>
          </a:ln>
        </p:spPr>
      </p:pic>
      <p:sp>
        <p:nvSpPr>
          <p:cNvPr id="847" name="Google Shape;847;p112"/>
          <p:cNvSpPr txBox="1"/>
          <p:nvPr>
            <p:ph idx="4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01">
  <p:cSld name="CUSTOM_26_3">
    <p:bg>
      <p:bgPr>
        <a:solidFill>
          <a:srgbClr val="F2F2F2"/>
        </a:solidFill>
      </p:bgPr>
    </p:bg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113"/>
          <p:cNvSpPr txBox="1"/>
          <p:nvPr>
            <p:ph type="title"/>
          </p:nvPr>
        </p:nvSpPr>
        <p:spPr>
          <a:xfrm>
            <a:off x="0" y="2694300"/>
            <a:ext cx="9144000" cy="740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Font typeface="Roboto Light"/>
              <a:buNone/>
              <a:defRPr b="0" sz="40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114"/>
          <p:cNvSpPr txBox="1"/>
          <p:nvPr>
            <p:ph idx="1" type="body"/>
          </p:nvPr>
        </p:nvSpPr>
        <p:spPr>
          <a:xfrm>
            <a:off x="692300" y="1122950"/>
            <a:ext cx="8139900" cy="3445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852" name="Google Shape;852;p114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53" name="Google Shape;853;p114"/>
          <p:cNvSpPr txBox="1"/>
          <p:nvPr>
            <p:ph idx="2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inition slide">
  <p:cSld name="CUSTOM_22">
    <p:bg>
      <p:bgPr>
        <a:solidFill>
          <a:srgbClr val="F2F2F2"/>
        </a:solidFill>
      </p:bgPr>
    </p:bg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5" name="Google Shape;855;p115"/>
          <p:cNvPicPr preferRelativeResize="0"/>
          <p:nvPr/>
        </p:nvPicPr>
        <p:blipFill rotWithShape="1">
          <a:blip r:embed="rId2">
            <a:alphaModFix amt="11000"/>
          </a:blip>
          <a:srcRect b="7136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  <p:sp>
        <p:nvSpPr>
          <p:cNvPr id="856" name="Google Shape;856;p115"/>
          <p:cNvSpPr txBox="1"/>
          <p:nvPr>
            <p:ph type="title"/>
          </p:nvPr>
        </p:nvSpPr>
        <p:spPr>
          <a:xfrm>
            <a:off x="1959725" y="1641200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857" name="Google Shape;857;p115"/>
          <p:cNvSpPr/>
          <p:nvPr/>
        </p:nvSpPr>
        <p:spPr>
          <a:xfrm flipH="1" rot="10800000">
            <a:off x="688800" y="692100"/>
            <a:ext cx="7766400" cy="3759300"/>
          </a:xfrm>
          <a:prstGeom prst="bracePair">
            <a:avLst/>
          </a:prstGeom>
          <a:noFill/>
          <a:ln cap="flat" cmpd="sng" w="76200">
            <a:solidFill>
              <a:srgbClr val="FCB9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p115"/>
          <p:cNvSpPr/>
          <p:nvPr/>
        </p:nvSpPr>
        <p:spPr>
          <a:xfrm>
            <a:off x="1104268" y="1039688"/>
            <a:ext cx="6935464" cy="3131678"/>
          </a:xfrm>
          <a:custGeom>
            <a:rect b="b" l="l" r="r" t="t"/>
            <a:pathLst>
              <a:path extrusionOk="0" h="128611" w="284824">
                <a:moveTo>
                  <a:pt x="26676" y="0"/>
                </a:moveTo>
                <a:cubicBezTo>
                  <a:pt x="22180" y="0"/>
                  <a:pt x="18965" y="1390"/>
                  <a:pt x="17030" y="4169"/>
                </a:cubicBezTo>
                <a:cubicBezTo>
                  <a:pt x="15068" y="6948"/>
                  <a:pt x="14114" y="11035"/>
                  <a:pt x="14114" y="16431"/>
                </a:cubicBezTo>
                <a:lnTo>
                  <a:pt x="14114" y="45150"/>
                </a:lnTo>
                <a:cubicBezTo>
                  <a:pt x="14114" y="50191"/>
                  <a:pt x="12807" y="54360"/>
                  <a:pt x="10191" y="57684"/>
                </a:cubicBezTo>
                <a:cubicBezTo>
                  <a:pt x="7684" y="60981"/>
                  <a:pt x="4060" y="63242"/>
                  <a:pt x="0" y="64087"/>
                </a:cubicBezTo>
                <a:lnTo>
                  <a:pt x="0" y="64305"/>
                </a:lnTo>
                <a:cubicBezTo>
                  <a:pt x="4332" y="65368"/>
                  <a:pt x="7766" y="67548"/>
                  <a:pt x="10300" y="70817"/>
                </a:cubicBezTo>
                <a:cubicBezTo>
                  <a:pt x="12834" y="74087"/>
                  <a:pt x="14114" y="78283"/>
                  <a:pt x="14114" y="83460"/>
                </a:cubicBezTo>
                <a:lnTo>
                  <a:pt x="14114" y="112180"/>
                </a:lnTo>
                <a:cubicBezTo>
                  <a:pt x="14114" y="117684"/>
                  <a:pt x="15068" y="121798"/>
                  <a:pt x="17030" y="124523"/>
                </a:cubicBezTo>
                <a:cubicBezTo>
                  <a:pt x="18992" y="127248"/>
                  <a:pt x="22207" y="128610"/>
                  <a:pt x="26676" y="128610"/>
                </a:cubicBezTo>
                <a:lnTo>
                  <a:pt x="258148" y="128610"/>
                </a:lnTo>
                <a:cubicBezTo>
                  <a:pt x="262644" y="128610"/>
                  <a:pt x="265832" y="127248"/>
                  <a:pt x="267794" y="124523"/>
                </a:cubicBezTo>
                <a:cubicBezTo>
                  <a:pt x="269728" y="121798"/>
                  <a:pt x="270709" y="117684"/>
                  <a:pt x="270709" y="112180"/>
                </a:cubicBezTo>
                <a:lnTo>
                  <a:pt x="270709" y="83460"/>
                </a:lnTo>
                <a:cubicBezTo>
                  <a:pt x="270709" y="78283"/>
                  <a:pt x="271990" y="74087"/>
                  <a:pt x="274497" y="70817"/>
                </a:cubicBezTo>
                <a:cubicBezTo>
                  <a:pt x="277058" y="67548"/>
                  <a:pt x="280491" y="65395"/>
                  <a:pt x="284824" y="64305"/>
                </a:cubicBezTo>
                <a:lnTo>
                  <a:pt x="284824" y="64087"/>
                </a:lnTo>
                <a:cubicBezTo>
                  <a:pt x="280764" y="63242"/>
                  <a:pt x="277140" y="60981"/>
                  <a:pt x="274606" y="57684"/>
                </a:cubicBezTo>
                <a:cubicBezTo>
                  <a:pt x="272017" y="54360"/>
                  <a:pt x="270709" y="50191"/>
                  <a:pt x="270709" y="45150"/>
                </a:cubicBezTo>
                <a:lnTo>
                  <a:pt x="270709" y="16431"/>
                </a:lnTo>
                <a:cubicBezTo>
                  <a:pt x="270709" y="11035"/>
                  <a:pt x="269728" y="6948"/>
                  <a:pt x="267794" y="4169"/>
                </a:cubicBezTo>
                <a:cubicBezTo>
                  <a:pt x="265832" y="1417"/>
                  <a:pt x="262616" y="27"/>
                  <a:pt x="25814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p115"/>
          <p:cNvSpPr txBox="1"/>
          <p:nvPr>
            <p:ph idx="2" type="title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Font typeface="Roboto Light"/>
              <a:buNone/>
              <a:defRPr b="0" sz="3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Font typeface="Roboto Light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Font typeface="Roboto Light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Font typeface="Roboto Light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Font typeface="Roboto Light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Font typeface="Roboto Light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Font typeface="Roboto Light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Font typeface="Roboto Light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Font typeface="Roboto Light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. Text Only">
  <p:cSld name="CUSTOM_2_7_2_2"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116"/>
          <p:cNvSpPr txBox="1"/>
          <p:nvPr>
            <p:ph type="title"/>
          </p:nvPr>
        </p:nvSpPr>
        <p:spPr>
          <a:xfrm>
            <a:off x="-12125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62" name="Google Shape;862;p116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863" name="Google Shape;863;p116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4" name="Google Shape;864;p116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>
              <a:buNone/>
              <a:defRPr sz="600">
                <a:solidFill>
                  <a:srgbClr val="000000"/>
                </a:solidFill>
              </a:defRPr>
            </a:lvl1pPr>
            <a:lvl2pPr lvl="1">
              <a:buNone/>
              <a:defRPr sz="600">
                <a:solidFill>
                  <a:srgbClr val="000000"/>
                </a:solidFill>
              </a:defRPr>
            </a:lvl2pPr>
            <a:lvl3pPr lvl="2">
              <a:buNone/>
              <a:defRPr sz="600">
                <a:solidFill>
                  <a:srgbClr val="000000"/>
                </a:solidFill>
              </a:defRPr>
            </a:lvl3pPr>
            <a:lvl4pPr lvl="3">
              <a:buNone/>
              <a:defRPr sz="600">
                <a:solidFill>
                  <a:srgbClr val="000000"/>
                </a:solidFill>
              </a:defRPr>
            </a:lvl4pPr>
            <a:lvl5pPr lvl="4">
              <a:buNone/>
              <a:defRPr sz="600">
                <a:solidFill>
                  <a:srgbClr val="000000"/>
                </a:solidFill>
              </a:defRPr>
            </a:lvl5pPr>
            <a:lvl6pPr lvl="5">
              <a:buNone/>
              <a:defRPr sz="600">
                <a:solidFill>
                  <a:srgbClr val="000000"/>
                </a:solidFill>
              </a:defRPr>
            </a:lvl6pPr>
            <a:lvl7pPr lvl="6">
              <a:buNone/>
              <a:defRPr sz="600">
                <a:solidFill>
                  <a:srgbClr val="000000"/>
                </a:solidFill>
              </a:defRPr>
            </a:lvl7pPr>
            <a:lvl8pPr lvl="7">
              <a:buNone/>
              <a:defRPr sz="600">
                <a:solidFill>
                  <a:srgbClr val="000000"/>
                </a:solidFill>
              </a:defRPr>
            </a:lvl8pPr>
            <a:lvl9pPr lvl="8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65" name="Google Shape;865;p116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6" name="Google Shape;866;p116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67" name="Google Shape;867;p116"/>
          <p:cNvSpPr txBox="1"/>
          <p:nvPr>
            <p:ph idx="3" type="body"/>
          </p:nvPr>
        </p:nvSpPr>
        <p:spPr>
          <a:xfrm>
            <a:off x="175" y="1284250"/>
            <a:ext cx="9144000" cy="36222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slide">
  <p:cSld name="CUSTOM_23_3">
    <p:bg>
      <p:bgPr>
        <a:solidFill>
          <a:srgbClr val="F2F2F2"/>
        </a:solidFill>
      </p:bgPr>
    </p:bg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117"/>
          <p:cNvSpPr/>
          <p:nvPr/>
        </p:nvSpPr>
        <p:spPr>
          <a:xfrm>
            <a:off x="136025" y="23362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117"/>
          <p:cNvSpPr txBox="1"/>
          <p:nvPr/>
        </p:nvSpPr>
        <p:spPr>
          <a:xfrm>
            <a:off x="-5875" y="203600"/>
            <a:ext cx="9168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8229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Activity: </a:t>
            </a:r>
            <a:endParaRPr b="1" sz="24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1" name="Google Shape;871;p117"/>
          <p:cNvSpPr txBox="1"/>
          <p:nvPr/>
        </p:nvSpPr>
        <p:spPr>
          <a:xfrm>
            <a:off x="5901175" y="3977950"/>
            <a:ext cx="28722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72" name="Google Shape;872;p117"/>
          <p:cNvPicPr preferRelativeResize="0"/>
          <p:nvPr/>
        </p:nvPicPr>
        <p:blipFill rotWithShape="1">
          <a:blip r:embed="rId2">
            <a:alphaModFix amt="12000"/>
          </a:blip>
          <a:srcRect b="41054" l="-3280" r="-37524" t="-19179"/>
          <a:stretch/>
        </p:blipFill>
        <p:spPr>
          <a:xfrm>
            <a:off x="0" y="3069475"/>
            <a:ext cx="3716100" cy="207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73" name="Google Shape;873;p117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874" name="Google Shape;874;p117"/>
          <p:cNvSpPr txBox="1"/>
          <p:nvPr>
            <p:ph idx="1" type="subTitle"/>
          </p:nvPr>
        </p:nvSpPr>
        <p:spPr>
          <a:xfrm>
            <a:off x="818575" y="1726975"/>
            <a:ext cx="6518700" cy="2116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875" name="Google Shape;875;p117"/>
          <p:cNvSpPr txBox="1"/>
          <p:nvPr>
            <p:ph idx="2" type="subTitle"/>
          </p:nvPr>
        </p:nvSpPr>
        <p:spPr>
          <a:xfrm>
            <a:off x="0" y="4246400"/>
            <a:ext cx="8703600" cy="323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pic>
        <p:nvPicPr>
          <p:cNvPr id="876" name="Google Shape;876;p1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821" y="323175"/>
            <a:ext cx="39910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877" name="Google Shape;877;p117"/>
          <p:cNvSpPr txBox="1"/>
          <p:nvPr>
            <p:ph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's Up slide 1">
  <p:cSld name="CUSTOM_10_2_1">
    <p:bg>
      <p:bgPr>
        <a:solidFill>
          <a:srgbClr val="F2F2F2"/>
        </a:solidFill>
      </p:bgPr>
    </p:bg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118"/>
          <p:cNvSpPr txBox="1"/>
          <p:nvPr/>
        </p:nvSpPr>
        <p:spPr>
          <a:xfrm>
            <a:off x="311700" y="2688450"/>
            <a:ext cx="8520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Time’s up!</a:t>
            </a:r>
            <a:endParaRPr b="1" sz="40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rPr>
              <a:t>Let’s review</a:t>
            </a:r>
            <a:endParaRPr sz="4000"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880" name="Google Shape;880;p1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975000" y="1536950"/>
            <a:ext cx="1194000" cy="11490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estions slide">
  <p:cSld name="CUSTOM_10_1_1_1_1_3">
    <p:bg>
      <p:bgPr>
        <a:solidFill>
          <a:srgbClr val="F2F2F2"/>
        </a:solidFill>
      </p:bgPr>
    </p:bg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119"/>
          <p:cNvSpPr txBox="1"/>
          <p:nvPr/>
        </p:nvSpPr>
        <p:spPr>
          <a:xfrm>
            <a:off x="0" y="268845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Questions?</a:t>
            </a:r>
            <a:endParaRPr sz="4000"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883" name="Google Shape;883;p1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62650" y="1443625"/>
            <a:ext cx="1345550" cy="1054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4" name="Google Shape;884;p119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653025" y="3974475"/>
            <a:ext cx="870750" cy="11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5" name="Google Shape;885;p119"/>
          <p:cNvPicPr preferRelativeResize="0"/>
          <p:nvPr/>
        </p:nvPicPr>
        <p:blipFill rotWithShape="1">
          <a:blip r:embed="rId3">
            <a:alphaModFix/>
          </a:blip>
          <a:srcRect b="19665" l="0" r="0" t="0"/>
          <a:stretch/>
        </p:blipFill>
        <p:spPr>
          <a:xfrm flipH="1">
            <a:off x="1651350" y="4211600"/>
            <a:ext cx="783075" cy="95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6" name="Google Shape;886;p119"/>
          <p:cNvPicPr preferRelativeResize="0"/>
          <p:nvPr/>
        </p:nvPicPr>
        <p:blipFill rotWithShape="1">
          <a:blip r:embed="rId3">
            <a:alphaModFix/>
          </a:blip>
          <a:srcRect b="30598" l="0" r="0" t="0"/>
          <a:stretch/>
        </p:blipFill>
        <p:spPr>
          <a:xfrm flipH="1">
            <a:off x="3638200" y="4387525"/>
            <a:ext cx="712575" cy="7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7" name="Google Shape;887;p119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2655487" y="3820875"/>
            <a:ext cx="982713" cy="13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8" name="Google Shape;888;p119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4517888" y="3982537"/>
            <a:ext cx="870750" cy="11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9" name="Google Shape;889;p119"/>
          <p:cNvPicPr preferRelativeResize="0"/>
          <p:nvPr/>
        </p:nvPicPr>
        <p:blipFill rotWithShape="1">
          <a:blip r:embed="rId3">
            <a:alphaModFix/>
          </a:blip>
          <a:srcRect b="5687" l="0" r="0" t="0"/>
          <a:stretch/>
        </p:blipFill>
        <p:spPr>
          <a:xfrm flipH="1">
            <a:off x="5979175" y="4016252"/>
            <a:ext cx="783075" cy="112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0" name="Google Shape;890;p1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3650" y="3820875"/>
            <a:ext cx="870750" cy="13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">
  <p:cSld name="CUSTOM_6_1"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120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93" name="Google Shape;893;p120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894" name="Google Shape;894;p120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5" name="Google Shape;895;p120"/>
          <p:cNvSpPr txBox="1"/>
          <p:nvPr>
            <p:ph idx="3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Idea slide">
  <p:cSld name="CUSTOM_4_1"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121"/>
          <p:cNvSpPr/>
          <p:nvPr/>
        </p:nvSpPr>
        <p:spPr>
          <a:xfrm>
            <a:off x="459099" y="1336050"/>
            <a:ext cx="2471400" cy="2471400"/>
          </a:xfrm>
          <a:prstGeom prst="ellipse">
            <a:avLst/>
          </a:prstGeom>
          <a:solidFill>
            <a:srgbClr val="FCB91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8" name="Google Shape;898;p1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72288" y="1643513"/>
            <a:ext cx="1856475" cy="185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9" name="Google Shape;899;p121"/>
          <p:cNvPicPr preferRelativeResize="0"/>
          <p:nvPr/>
        </p:nvPicPr>
        <p:blipFill rotWithShape="1">
          <a:blip r:embed="rId3">
            <a:alphaModFix amt="11000"/>
          </a:blip>
          <a:srcRect b="7136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  <p:sp>
        <p:nvSpPr>
          <p:cNvPr id="900" name="Google Shape;900;p121"/>
          <p:cNvSpPr txBox="1"/>
          <p:nvPr>
            <p:ph type="title"/>
          </p:nvPr>
        </p:nvSpPr>
        <p:spPr>
          <a:xfrm>
            <a:off x="3145536" y="1925250"/>
            <a:ext cx="5555100" cy="13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Font typeface="Roboto Light"/>
              <a:buNone/>
              <a:defRPr b="0" sz="38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Font typeface="Roboto Light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Font typeface="Roboto Light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Font typeface="Roboto Light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Font typeface="Roboto Light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Font typeface="Roboto Light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Font typeface="Roboto Light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Font typeface="Roboto Light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Font typeface="Roboto Light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122"/>
          <p:cNvSpPr txBox="1"/>
          <p:nvPr>
            <p:ph type="ctrTitle"/>
          </p:nvPr>
        </p:nvSpPr>
        <p:spPr>
          <a:xfrm>
            <a:off x="0" y="744575"/>
            <a:ext cx="91440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03" name="Google Shape;903;p1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04" name="Google Shape;904;p1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eak slide 1">
  <p:cSld name="CUSTOM_10_1_2">
    <p:bg>
      <p:bgPr>
        <a:solidFill>
          <a:srgbClr val="F2F2F2"/>
        </a:solidFill>
      </p:bgPr>
    </p:bg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123"/>
          <p:cNvSpPr txBox="1"/>
          <p:nvPr/>
        </p:nvSpPr>
        <p:spPr>
          <a:xfrm>
            <a:off x="311700" y="2688450"/>
            <a:ext cx="8520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Break</a:t>
            </a:r>
            <a:endParaRPr b="1" sz="40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rPr>
              <a:t>15 mins</a:t>
            </a:r>
            <a:endParaRPr sz="4000"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907" name="Google Shape;907;p1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934827" y="1454325"/>
            <a:ext cx="1274325" cy="12340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6 1">
  <p:cSld name="CUSTOM_28_1">
    <p:bg>
      <p:bgPr>
        <a:solidFill>
          <a:srgbClr val="FFFFFF"/>
        </a:solidFill>
      </p:bgPr>
    </p:bg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124"/>
          <p:cNvSpPr/>
          <p:nvPr/>
        </p:nvSpPr>
        <p:spPr>
          <a:xfrm>
            <a:off x="1108877" y="1183050"/>
            <a:ext cx="3196500" cy="476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10" name="Google Shape;910;p124"/>
          <p:cNvSpPr txBox="1"/>
          <p:nvPr>
            <p:ph type="title"/>
          </p:nvPr>
        </p:nvSpPr>
        <p:spPr>
          <a:xfrm>
            <a:off x="1179493" y="1219907"/>
            <a:ext cx="3031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b="0" sz="1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911" name="Google Shape;911;p124"/>
          <p:cNvSpPr txBox="1"/>
          <p:nvPr>
            <p:ph idx="2"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12" name="Google Shape;912;p1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305138" y="1183050"/>
            <a:ext cx="827470" cy="36625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3" name="Google Shape;913;p124"/>
          <p:cNvGrpSpPr/>
          <p:nvPr/>
        </p:nvGrpSpPr>
        <p:grpSpPr>
          <a:xfrm>
            <a:off x="457147" y="1190428"/>
            <a:ext cx="533372" cy="533480"/>
            <a:chOff x="457200" y="1378813"/>
            <a:chExt cx="695400" cy="695450"/>
          </a:xfrm>
        </p:grpSpPr>
        <p:sp>
          <p:nvSpPr>
            <p:cNvPr id="914" name="Google Shape;914;p124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i="0" lang="en" sz="21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01</a:t>
              </a:r>
              <a:endParaRPr i="0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15" name="Google Shape;915;p124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16" name="Google Shape;916;p124"/>
          <p:cNvGrpSpPr/>
          <p:nvPr/>
        </p:nvGrpSpPr>
        <p:grpSpPr>
          <a:xfrm>
            <a:off x="4876797" y="1190428"/>
            <a:ext cx="533372" cy="533480"/>
            <a:chOff x="2605668" y="1378813"/>
            <a:chExt cx="695400" cy="695450"/>
          </a:xfrm>
        </p:grpSpPr>
        <p:sp>
          <p:nvSpPr>
            <p:cNvPr id="917" name="Google Shape;917;p124"/>
            <p:cNvSpPr/>
            <p:nvPr/>
          </p:nvSpPr>
          <p:spPr>
            <a:xfrm>
              <a:off x="2605668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i="0" lang="en" sz="2100" u="none" cap="none" strike="noStrike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02</a:t>
              </a:r>
              <a:endParaRPr i="0" sz="2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18" name="Google Shape;918;p124"/>
            <p:cNvSpPr/>
            <p:nvPr/>
          </p:nvSpPr>
          <p:spPr>
            <a:xfrm rot="10800000">
              <a:off x="2783210" y="1885638"/>
              <a:ext cx="340325" cy="188625"/>
            </a:xfrm>
            <a:prstGeom prst="flowChartExtra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19" name="Google Shape;919;p124"/>
          <p:cNvSpPr/>
          <p:nvPr/>
        </p:nvSpPr>
        <p:spPr>
          <a:xfrm>
            <a:off x="5528977" y="1183050"/>
            <a:ext cx="3196500" cy="476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20" name="Google Shape;920;p124"/>
          <p:cNvSpPr txBox="1"/>
          <p:nvPr>
            <p:ph idx="3" type="title"/>
          </p:nvPr>
        </p:nvSpPr>
        <p:spPr>
          <a:xfrm>
            <a:off x="5599593" y="1219907"/>
            <a:ext cx="3031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b="0" sz="1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Font typeface="Roboto"/>
              <a:buNone/>
              <a:defRPr sz="27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Font typeface="Roboto"/>
              <a:buNone/>
              <a:defRPr sz="27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Font typeface="Roboto"/>
              <a:buNone/>
              <a:defRPr sz="27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Font typeface="Roboto"/>
              <a:buNone/>
              <a:defRPr sz="27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Font typeface="Roboto"/>
              <a:buNone/>
              <a:defRPr sz="27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Font typeface="Roboto"/>
              <a:buNone/>
              <a:defRPr sz="27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Font typeface="Roboto"/>
              <a:buNone/>
              <a:defRPr sz="27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Font typeface="Roboto"/>
              <a:buNone/>
              <a:defRPr sz="27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21" name="Google Shape;921;p124"/>
          <p:cNvSpPr txBox="1"/>
          <p:nvPr>
            <p:ph idx="4" type="title"/>
          </p:nvPr>
        </p:nvSpPr>
        <p:spPr>
          <a:xfrm>
            <a:off x="542175" y="2004350"/>
            <a:ext cx="3649200" cy="24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Font typeface="Roboto Light"/>
              <a:buNone/>
              <a:defRPr b="0"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Font typeface="Roboto Light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Font typeface="Roboto Light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Font typeface="Roboto Light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Font typeface="Roboto Light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Font typeface="Roboto Light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Font typeface="Roboto Light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Font typeface="Roboto Light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Font typeface="Roboto Light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922" name="Google Shape;922;p124"/>
          <p:cNvSpPr txBox="1"/>
          <p:nvPr>
            <p:ph idx="5" type="title"/>
          </p:nvPr>
        </p:nvSpPr>
        <p:spPr>
          <a:xfrm>
            <a:off x="4976200" y="2004350"/>
            <a:ext cx="3649200" cy="24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Font typeface="Roboto Light"/>
              <a:buNone/>
              <a:defRPr b="0"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Font typeface="Roboto Light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Font typeface="Roboto Light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Font typeface="Roboto Light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Font typeface="Roboto Light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Font typeface="Roboto Light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Font typeface="Roboto Light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Font typeface="Roboto Light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Font typeface="Roboto Light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923" name="Google Shape;923;p124"/>
          <p:cNvSpPr txBox="1"/>
          <p:nvPr>
            <p:ph idx="6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 Text Only 2">
  <p:cSld name="CUSTOM_2_7_2_5"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125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26" name="Google Shape;926;p125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927" name="Google Shape;927;p125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8" name="Google Shape;928;p125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>
              <a:buNone/>
              <a:defRPr sz="600">
                <a:solidFill>
                  <a:srgbClr val="000000"/>
                </a:solidFill>
              </a:defRPr>
            </a:lvl1pPr>
            <a:lvl2pPr lvl="1">
              <a:buNone/>
              <a:defRPr sz="600">
                <a:solidFill>
                  <a:srgbClr val="000000"/>
                </a:solidFill>
              </a:defRPr>
            </a:lvl2pPr>
            <a:lvl3pPr lvl="2">
              <a:buNone/>
              <a:defRPr sz="600">
                <a:solidFill>
                  <a:srgbClr val="000000"/>
                </a:solidFill>
              </a:defRPr>
            </a:lvl3pPr>
            <a:lvl4pPr lvl="3">
              <a:buNone/>
              <a:defRPr sz="600">
                <a:solidFill>
                  <a:srgbClr val="000000"/>
                </a:solidFill>
              </a:defRPr>
            </a:lvl4pPr>
            <a:lvl5pPr lvl="4">
              <a:buNone/>
              <a:defRPr sz="600">
                <a:solidFill>
                  <a:srgbClr val="000000"/>
                </a:solidFill>
              </a:defRPr>
            </a:lvl5pPr>
            <a:lvl6pPr lvl="5">
              <a:buNone/>
              <a:defRPr sz="600">
                <a:solidFill>
                  <a:srgbClr val="000000"/>
                </a:solidFill>
              </a:defRPr>
            </a:lvl6pPr>
            <a:lvl7pPr lvl="6">
              <a:buNone/>
              <a:defRPr sz="600">
                <a:solidFill>
                  <a:srgbClr val="000000"/>
                </a:solidFill>
              </a:defRPr>
            </a:lvl7pPr>
            <a:lvl8pPr lvl="7">
              <a:buNone/>
              <a:defRPr sz="600">
                <a:solidFill>
                  <a:srgbClr val="000000"/>
                </a:solidFill>
              </a:defRPr>
            </a:lvl8pPr>
            <a:lvl9pPr lvl="8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929" name="Google Shape;929;p125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0" name="Google Shape;930;p125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31" name="Google Shape;931;p125"/>
          <p:cNvSpPr txBox="1"/>
          <p:nvPr>
            <p:ph idx="3" type="body"/>
          </p:nvPr>
        </p:nvSpPr>
        <p:spPr>
          <a:xfrm>
            <a:off x="175" y="1284250"/>
            <a:ext cx="9144000" cy="36222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End slide">
  <p:cSld name="CUSTOM_10_1_1_1_2_1_3">
    <p:bg>
      <p:bgPr>
        <a:solidFill>
          <a:srgbClr val="F2F2F2"/>
        </a:solidFill>
      </p:bgPr>
    </p:bg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126"/>
          <p:cNvSpPr txBox="1"/>
          <p:nvPr/>
        </p:nvSpPr>
        <p:spPr>
          <a:xfrm>
            <a:off x="0" y="29381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The</a:t>
            </a:r>
            <a:r>
              <a:rPr lang="en" sz="4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" sz="4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End</a:t>
            </a:r>
            <a:endParaRPr b="1" sz="40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4" name="Google Shape;934;p126"/>
          <p:cNvSpPr/>
          <p:nvPr/>
        </p:nvSpPr>
        <p:spPr>
          <a:xfrm>
            <a:off x="3731050" y="1119050"/>
            <a:ext cx="1681800" cy="16818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35" name="Google Shape;935;p1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99875" y="1496700"/>
            <a:ext cx="1051550" cy="105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62" Type="http://schemas.openxmlformats.org/officeDocument/2006/relationships/slideLayout" Target="../slideLayouts/slideLayout62.xml"/><Relationship Id="rId61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20.xml"/><Relationship Id="rId64" Type="http://schemas.openxmlformats.org/officeDocument/2006/relationships/theme" Target="../theme/theme1.xml"/><Relationship Id="rId63" Type="http://schemas.openxmlformats.org/officeDocument/2006/relationships/slideLayout" Target="../slideLayouts/slideLayout6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60" Type="http://schemas.openxmlformats.org/officeDocument/2006/relationships/slideLayout" Target="../slideLayouts/slideLayout60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5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10.xml"/><Relationship Id="rId5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13.xml"/><Relationship Id="rId5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12.xml"/><Relationship Id="rId56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15.xml"/><Relationship Id="rId59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14.xml"/><Relationship Id="rId58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103.xml"/><Relationship Id="rId42" Type="http://schemas.openxmlformats.org/officeDocument/2006/relationships/slideLayout" Target="../slideLayouts/slideLayout105.xml"/><Relationship Id="rId41" Type="http://schemas.openxmlformats.org/officeDocument/2006/relationships/slideLayout" Target="../slideLayouts/slideLayout104.xml"/><Relationship Id="rId44" Type="http://schemas.openxmlformats.org/officeDocument/2006/relationships/slideLayout" Target="../slideLayouts/slideLayout107.xml"/><Relationship Id="rId43" Type="http://schemas.openxmlformats.org/officeDocument/2006/relationships/slideLayout" Target="../slideLayouts/slideLayout106.xml"/><Relationship Id="rId46" Type="http://schemas.openxmlformats.org/officeDocument/2006/relationships/slideLayout" Target="../slideLayouts/slideLayout109.xml"/><Relationship Id="rId45" Type="http://schemas.openxmlformats.org/officeDocument/2006/relationships/slideLayout" Target="../slideLayouts/slideLayout108.xml"/><Relationship Id="rId1" Type="http://schemas.openxmlformats.org/officeDocument/2006/relationships/slideLayout" Target="../slideLayouts/slideLayout64.xml"/><Relationship Id="rId2" Type="http://schemas.openxmlformats.org/officeDocument/2006/relationships/slideLayout" Target="../slideLayouts/slideLayout65.xml"/><Relationship Id="rId3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7.xml"/><Relationship Id="rId9" Type="http://schemas.openxmlformats.org/officeDocument/2006/relationships/slideLayout" Target="../slideLayouts/slideLayout72.xml"/><Relationship Id="rId48" Type="http://schemas.openxmlformats.org/officeDocument/2006/relationships/slideLayout" Target="../slideLayouts/slideLayout111.xml"/><Relationship Id="rId47" Type="http://schemas.openxmlformats.org/officeDocument/2006/relationships/slideLayout" Target="../slideLayouts/slideLayout110.xml"/><Relationship Id="rId49" Type="http://schemas.openxmlformats.org/officeDocument/2006/relationships/slideLayout" Target="../slideLayouts/slideLayout112.xml"/><Relationship Id="rId5" Type="http://schemas.openxmlformats.org/officeDocument/2006/relationships/slideLayout" Target="../slideLayouts/slideLayout68.xml"/><Relationship Id="rId6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0.xml"/><Relationship Id="rId8" Type="http://schemas.openxmlformats.org/officeDocument/2006/relationships/slideLayout" Target="../slideLayouts/slideLayout71.xml"/><Relationship Id="rId31" Type="http://schemas.openxmlformats.org/officeDocument/2006/relationships/slideLayout" Target="../slideLayouts/slideLayout94.xml"/><Relationship Id="rId30" Type="http://schemas.openxmlformats.org/officeDocument/2006/relationships/slideLayout" Target="../slideLayouts/slideLayout93.xml"/><Relationship Id="rId33" Type="http://schemas.openxmlformats.org/officeDocument/2006/relationships/slideLayout" Target="../slideLayouts/slideLayout96.xml"/><Relationship Id="rId32" Type="http://schemas.openxmlformats.org/officeDocument/2006/relationships/slideLayout" Target="../slideLayouts/slideLayout95.xml"/><Relationship Id="rId35" Type="http://schemas.openxmlformats.org/officeDocument/2006/relationships/slideLayout" Target="../slideLayouts/slideLayout98.xml"/><Relationship Id="rId34" Type="http://schemas.openxmlformats.org/officeDocument/2006/relationships/slideLayout" Target="../slideLayouts/slideLayout97.xml"/><Relationship Id="rId37" Type="http://schemas.openxmlformats.org/officeDocument/2006/relationships/slideLayout" Target="../slideLayouts/slideLayout100.xml"/><Relationship Id="rId36" Type="http://schemas.openxmlformats.org/officeDocument/2006/relationships/slideLayout" Target="../slideLayouts/slideLayout99.xml"/><Relationship Id="rId39" Type="http://schemas.openxmlformats.org/officeDocument/2006/relationships/slideLayout" Target="../slideLayouts/slideLayout102.xml"/><Relationship Id="rId38" Type="http://schemas.openxmlformats.org/officeDocument/2006/relationships/slideLayout" Target="../slideLayouts/slideLayout101.xml"/><Relationship Id="rId62" Type="http://schemas.openxmlformats.org/officeDocument/2006/relationships/theme" Target="../theme/theme2.xml"/><Relationship Id="rId61" Type="http://schemas.openxmlformats.org/officeDocument/2006/relationships/slideLayout" Target="../slideLayouts/slideLayout124.xml"/><Relationship Id="rId20" Type="http://schemas.openxmlformats.org/officeDocument/2006/relationships/slideLayout" Target="../slideLayouts/slideLayout83.xml"/><Relationship Id="rId22" Type="http://schemas.openxmlformats.org/officeDocument/2006/relationships/slideLayout" Target="../slideLayouts/slideLayout85.xml"/><Relationship Id="rId21" Type="http://schemas.openxmlformats.org/officeDocument/2006/relationships/slideLayout" Target="../slideLayouts/slideLayout84.xml"/><Relationship Id="rId24" Type="http://schemas.openxmlformats.org/officeDocument/2006/relationships/slideLayout" Target="../slideLayouts/slideLayout87.xml"/><Relationship Id="rId23" Type="http://schemas.openxmlformats.org/officeDocument/2006/relationships/slideLayout" Target="../slideLayouts/slideLayout86.xml"/><Relationship Id="rId60" Type="http://schemas.openxmlformats.org/officeDocument/2006/relationships/slideLayout" Target="../slideLayouts/slideLayout123.xml"/><Relationship Id="rId26" Type="http://schemas.openxmlformats.org/officeDocument/2006/relationships/slideLayout" Target="../slideLayouts/slideLayout89.xml"/><Relationship Id="rId25" Type="http://schemas.openxmlformats.org/officeDocument/2006/relationships/slideLayout" Target="../slideLayouts/slideLayout88.xml"/><Relationship Id="rId28" Type="http://schemas.openxmlformats.org/officeDocument/2006/relationships/slideLayout" Target="../slideLayouts/slideLayout91.xml"/><Relationship Id="rId27" Type="http://schemas.openxmlformats.org/officeDocument/2006/relationships/slideLayout" Target="../slideLayouts/slideLayout90.xml"/><Relationship Id="rId29" Type="http://schemas.openxmlformats.org/officeDocument/2006/relationships/slideLayout" Target="../slideLayouts/slideLayout92.xml"/><Relationship Id="rId51" Type="http://schemas.openxmlformats.org/officeDocument/2006/relationships/slideLayout" Target="../slideLayouts/slideLayout114.xml"/><Relationship Id="rId50" Type="http://schemas.openxmlformats.org/officeDocument/2006/relationships/slideLayout" Target="../slideLayouts/slideLayout113.xml"/><Relationship Id="rId53" Type="http://schemas.openxmlformats.org/officeDocument/2006/relationships/slideLayout" Target="../slideLayouts/slideLayout116.xml"/><Relationship Id="rId52" Type="http://schemas.openxmlformats.org/officeDocument/2006/relationships/slideLayout" Target="../slideLayouts/slideLayout115.xml"/><Relationship Id="rId11" Type="http://schemas.openxmlformats.org/officeDocument/2006/relationships/slideLayout" Target="../slideLayouts/slideLayout74.xml"/><Relationship Id="rId55" Type="http://schemas.openxmlformats.org/officeDocument/2006/relationships/slideLayout" Target="../slideLayouts/slideLayout118.xml"/><Relationship Id="rId10" Type="http://schemas.openxmlformats.org/officeDocument/2006/relationships/slideLayout" Target="../slideLayouts/slideLayout73.xml"/><Relationship Id="rId54" Type="http://schemas.openxmlformats.org/officeDocument/2006/relationships/slideLayout" Target="../slideLayouts/slideLayout117.xml"/><Relationship Id="rId13" Type="http://schemas.openxmlformats.org/officeDocument/2006/relationships/slideLayout" Target="../slideLayouts/slideLayout76.xml"/><Relationship Id="rId57" Type="http://schemas.openxmlformats.org/officeDocument/2006/relationships/slideLayout" Target="../slideLayouts/slideLayout120.xml"/><Relationship Id="rId12" Type="http://schemas.openxmlformats.org/officeDocument/2006/relationships/slideLayout" Target="../slideLayouts/slideLayout75.xml"/><Relationship Id="rId56" Type="http://schemas.openxmlformats.org/officeDocument/2006/relationships/slideLayout" Target="../slideLayouts/slideLayout119.xml"/><Relationship Id="rId15" Type="http://schemas.openxmlformats.org/officeDocument/2006/relationships/slideLayout" Target="../slideLayouts/slideLayout78.xml"/><Relationship Id="rId59" Type="http://schemas.openxmlformats.org/officeDocument/2006/relationships/slideLayout" Target="../slideLayouts/slideLayout122.xml"/><Relationship Id="rId14" Type="http://schemas.openxmlformats.org/officeDocument/2006/relationships/slideLayout" Target="../slideLayouts/slideLayout77.xml"/><Relationship Id="rId58" Type="http://schemas.openxmlformats.org/officeDocument/2006/relationships/slideLayout" Target="../slideLayouts/slideLayout121.xml"/><Relationship Id="rId17" Type="http://schemas.openxmlformats.org/officeDocument/2006/relationships/slideLayout" Target="../slideLayouts/slideLayout80.xml"/><Relationship Id="rId16" Type="http://schemas.openxmlformats.org/officeDocument/2006/relationships/slideLayout" Target="../slideLayouts/slideLayout79.xml"/><Relationship Id="rId19" Type="http://schemas.openxmlformats.org/officeDocument/2006/relationships/slideLayout" Target="../slideLayouts/slideLayout82.xml"/><Relationship Id="rId18" Type="http://schemas.openxmlformats.org/officeDocument/2006/relationships/slideLayout" Target="../slideLayouts/slideLayout8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64000"/>
            <a:ext cx="82296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oboto"/>
              <a:buNone/>
              <a:defRPr b="1" i="0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125" y="1143000"/>
            <a:ext cx="8229600" cy="34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title"/>
          </p:nvPr>
        </p:nvSpPr>
        <p:spPr>
          <a:xfrm>
            <a:off x="457200" y="457200"/>
            <a:ext cx="82296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  <p:sldLayoutId id="2147483710" r:id="rId63"/>
  </p:sldLayoutIdLst>
  <mc:AlternateContent>
    <mc:Choice Requires="p14">
      <p:transition p14:dur="400">
        <p:fade thruBlk="1"/>
      </p:transition>
    </mc:Choice>
    <mc:Fallback>
      <p:transition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">
          <p15:clr>
            <a:srgbClr val="E46962"/>
          </p15:clr>
        </p15:guide>
        <p15:guide id="2" orient="horz" pos="288">
          <p15:clr>
            <a:srgbClr val="E46962"/>
          </p15:clr>
        </p15:guide>
        <p15:guide id="3" pos="5472">
          <p15:clr>
            <a:srgbClr val="E46962"/>
          </p15:clr>
        </p15:guide>
        <p15:guide id="4" orient="horz" pos="2878">
          <p15:clr>
            <a:srgbClr val="E46962"/>
          </p15:clr>
        </p15:guide>
        <p15:guide id="5" orient="horz" pos="864">
          <p15:clr>
            <a:srgbClr val="E46962"/>
          </p15:clr>
        </p15:guide>
        <p15:guide id="6" pos="576">
          <p15:clr>
            <a:srgbClr val="E46962"/>
          </p15:clr>
        </p15:guide>
        <p15:guide id="7" pos="864">
          <p15:clr>
            <a:srgbClr val="E46962"/>
          </p15:clr>
        </p15:guide>
        <p15:guide id="8" pos="1152">
          <p15:clr>
            <a:srgbClr val="E46962"/>
          </p15:clr>
        </p15:guide>
        <p15:guide id="9" pos="1440">
          <p15:clr>
            <a:srgbClr val="E46962"/>
          </p15:clr>
        </p15:guide>
        <p15:guide id="10" pos="1728">
          <p15:clr>
            <a:srgbClr val="E46962"/>
          </p15:clr>
        </p15:guide>
        <p15:guide id="11" pos="2016">
          <p15:clr>
            <a:srgbClr val="E46962"/>
          </p15:clr>
        </p15:guide>
        <p15:guide id="12" pos="2304">
          <p15:clr>
            <a:srgbClr val="E46962"/>
          </p15:clr>
        </p15:guide>
        <p15:guide id="13" pos="2592">
          <p15:clr>
            <a:srgbClr val="E46962"/>
          </p15:clr>
        </p15:guide>
        <p15:guide id="14" pos="2880">
          <p15:clr>
            <a:srgbClr val="E46962"/>
          </p15:clr>
        </p15:guide>
        <p15:guide id="15" pos="3168">
          <p15:clr>
            <a:srgbClr val="E46962"/>
          </p15:clr>
        </p15:guide>
        <p15:guide id="16" pos="3456">
          <p15:clr>
            <a:srgbClr val="E46962"/>
          </p15:clr>
        </p15:guide>
        <p15:guide id="17" pos="3744">
          <p15:clr>
            <a:srgbClr val="E46962"/>
          </p15:clr>
        </p15:guide>
        <p15:guide id="18" pos="4032">
          <p15:clr>
            <a:srgbClr val="E46962"/>
          </p15:clr>
        </p15:guide>
        <p15:guide id="19" pos="4320">
          <p15:clr>
            <a:srgbClr val="E46962"/>
          </p15:clr>
        </p15:guide>
        <p15:guide id="20" pos="4608">
          <p15:clr>
            <a:srgbClr val="E46962"/>
          </p15:clr>
        </p15:guide>
        <p15:guide id="21" pos="4896">
          <p15:clr>
            <a:srgbClr val="E46962"/>
          </p15:clr>
        </p15:guide>
        <p15:guide id="22" pos="5184">
          <p15:clr>
            <a:srgbClr val="E46962"/>
          </p15:clr>
        </p15:guide>
        <p15:guide id="23" orient="horz" pos="584">
          <p15:clr>
            <a:srgbClr val="E46962"/>
          </p15:clr>
        </p15:guide>
        <p15:guide id="24" orient="horz" pos="1152">
          <p15:clr>
            <a:srgbClr val="E46962"/>
          </p15:clr>
        </p15:guide>
        <p15:guide id="25" orient="horz" pos="1440">
          <p15:clr>
            <a:srgbClr val="E46962"/>
          </p15:clr>
        </p15:guide>
        <p15:guide id="26" orient="horz" pos="1731">
          <p15:clr>
            <a:srgbClr val="E46962"/>
          </p15:clr>
        </p15:guide>
        <p15:guide id="27" orient="horz" pos="2018">
          <p15:clr>
            <a:srgbClr val="E46962"/>
          </p15:clr>
        </p15:guide>
        <p15:guide id="28" orient="horz" pos="2305">
          <p15:clr>
            <a:srgbClr val="E46962"/>
          </p15:clr>
        </p15:guide>
        <p15:guide id="29" orient="horz" pos="2591">
          <p15:clr>
            <a:srgbClr val="E46962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65"/>
          <p:cNvSpPr txBox="1"/>
          <p:nvPr>
            <p:ph type="title"/>
          </p:nvPr>
        </p:nvSpPr>
        <p:spPr>
          <a:xfrm>
            <a:off x="457200" y="64000"/>
            <a:ext cx="82296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oboto"/>
              <a:buNone/>
              <a:defRPr b="1" i="0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0" name="Google Shape;510;p65"/>
          <p:cNvSpPr txBox="1"/>
          <p:nvPr>
            <p:ph idx="1" type="body"/>
          </p:nvPr>
        </p:nvSpPr>
        <p:spPr>
          <a:xfrm>
            <a:off x="457125" y="1143000"/>
            <a:ext cx="8229600" cy="34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11" name="Google Shape;511;p65"/>
          <p:cNvSpPr txBox="1"/>
          <p:nvPr>
            <p:ph idx="2" type="title"/>
          </p:nvPr>
        </p:nvSpPr>
        <p:spPr>
          <a:xfrm>
            <a:off x="457200" y="457200"/>
            <a:ext cx="82296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  <p:sldLayoutId id="2147483725" r:id="rId15"/>
    <p:sldLayoutId id="2147483726" r:id="rId16"/>
    <p:sldLayoutId id="2147483727" r:id="rId17"/>
    <p:sldLayoutId id="2147483728" r:id="rId18"/>
    <p:sldLayoutId id="2147483729" r:id="rId19"/>
    <p:sldLayoutId id="2147483730" r:id="rId20"/>
    <p:sldLayoutId id="2147483731" r:id="rId21"/>
    <p:sldLayoutId id="2147483732" r:id="rId22"/>
    <p:sldLayoutId id="2147483733" r:id="rId23"/>
    <p:sldLayoutId id="2147483734" r:id="rId24"/>
    <p:sldLayoutId id="2147483735" r:id="rId25"/>
    <p:sldLayoutId id="2147483736" r:id="rId26"/>
    <p:sldLayoutId id="2147483737" r:id="rId27"/>
    <p:sldLayoutId id="2147483738" r:id="rId28"/>
    <p:sldLayoutId id="2147483739" r:id="rId29"/>
    <p:sldLayoutId id="2147483740" r:id="rId30"/>
    <p:sldLayoutId id="2147483741" r:id="rId31"/>
    <p:sldLayoutId id="2147483742" r:id="rId32"/>
    <p:sldLayoutId id="2147483743" r:id="rId33"/>
    <p:sldLayoutId id="2147483744" r:id="rId34"/>
    <p:sldLayoutId id="2147483745" r:id="rId35"/>
    <p:sldLayoutId id="2147483746" r:id="rId36"/>
    <p:sldLayoutId id="2147483747" r:id="rId37"/>
    <p:sldLayoutId id="2147483748" r:id="rId38"/>
    <p:sldLayoutId id="2147483749" r:id="rId39"/>
    <p:sldLayoutId id="2147483750" r:id="rId40"/>
    <p:sldLayoutId id="2147483751" r:id="rId41"/>
    <p:sldLayoutId id="2147483752" r:id="rId42"/>
    <p:sldLayoutId id="2147483753" r:id="rId43"/>
    <p:sldLayoutId id="2147483754" r:id="rId44"/>
    <p:sldLayoutId id="2147483755" r:id="rId45"/>
    <p:sldLayoutId id="2147483756" r:id="rId46"/>
    <p:sldLayoutId id="2147483757" r:id="rId47"/>
    <p:sldLayoutId id="2147483758" r:id="rId48"/>
    <p:sldLayoutId id="2147483759" r:id="rId49"/>
    <p:sldLayoutId id="2147483760" r:id="rId50"/>
    <p:sldLayoutId id="2147483761" r:id="rId51"/>
    <p:sldLayoutId id="2147483762" r:id="rId52"/>
    <p:sldLayoutId id="2147483763" r:id="rId53"/>
    <p:sldLayoutId id="2147483764" r:id="rId54"/>
    <p:sldLayoutId id="2147483765" r:id="rId55"/>
    <p:sldLayoutId id="2147483766" r:id="rId56"/>
    <p:sldLayoutId id="2147483767" r:id="rId57"/>
    <p:sldLayoutId id="2147483768" r:id="rId58"/>
    <p:sldLayoutId id="2147483769" r:id="rId59"/>
    <p:sldLayoutId id="2147483770" r:id="rId60"/>
    <p:sldLayoutId id="2147483771" r:id="rId61"/>
  </p:sldLayoutIdLst>
  <mc:AlternateContent>
    <mc:Choice Requires="p14">
      <p:transition p14:dur="400">
        <p:fade thruBlk="1"/>
      </p:transition>
    </mc:Choice>
    <mc:Fallback>
      <p:transition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">
          <p15:clr>
            <a:srgbClr val="E46962"/>
          </p15:clr>
        </p15:guide>
        <p15:guide id="2" orient="horz" pos="288">
          <p15:clr>
            <a:srgbClr val="E46962"/>
          </p15:clr>
        </p15:guide>
        <p15:guide id="3" pos="5472">
          <p15:clr>
            <a:srgbClr val="E46962"/>
          </p15:clr>
        </p15:guide>
        <p15:guide id="4" orient="horz" pos="2878">
          <p15:clr>
            <a:srgbClr val="E46962"/>
          </p15:clr>
        </p15:guide>
        <p15:guide id="5" orient="horz" pos="864">
          <p15:clr>
            <a:srgbClr val="E46962"/>
          </p15:clr>
        </p15:guide>
        <p15:guide id="6" pos="576">
          <p15:clr>
            <a:srgbClr val="E46962"/>
          </p15:clr>
        </p15:guide>
        <p15:guide id="7" pos="864">
          <p15:clr>
            <a:srgbClr val="E46962"/>
          </p15:clr>
        </p15:guide>
        <p15:guide id="8" pos="1152">
          <p15:clr>
            <a:srgbClr val="E46962"/>
          </p15:clr>
        </p15:guide>
        <p15:guide id="9" pos="1440">
          <p15:clr>
            <a:srgbClr val="E46962"/>
          </p15:clr>
        </p15:guide>
        <p15:guide id="10" pos="1728">
          <p15:clr>
            <a:srgbClr val="E46962"/>
          </p15:clr>
        </p15:guide>
        <p15:guide id="11" pos="2016">
          <p15:clr>
            <a:srgbClr val="E46962"/>
          </p15:clr>
        </p15:guide>
        <p15:guide id="12" pos="2304">
          <p15:clr>
            <a:srgbClr val="E46962"/>
          </p15:clr>
        </p15:guide>
        <p15:guide id="13" pos="2592">
          <p15:clr>
            <a:srgbClr val="E46962"/>
          </p15:clr>
        </p15:guide>
        <p15:guide id="14" pos="2880">
          <p15:clr>
            <a:srgbClr val="E46962"/>
          </p15:clr>
        </p15:guide>
        <p15:guide id="15" pos="3168">
          <p15:clr>
            <a:srgbClr val="E46962"/>
          </p15:clr>
        </p15:guide>
        <p15:guide id="16" pos="3456">
          <p15:clr>
            <a:srgbClr val="E46962"/>
          </p15:clr>
        </p15:guide>
        <p15:guide id="17" pos="3744">
          <p15:clr>
            <a:srgbClr val="E46962"/>
          </p15:clr>
        </p15:guide>
        <p15:guide id="18" pos="4032">
          <p15:clr>
            <a:srgbClr val="E46962"/>
          </p15:clr>
        </p15:guide>
        <p15:guide id="19" pos="4320">
          <p15:clr>
            <a:srgbClr val="E46962"/>
          </p15:clr>
        </p15:guide>
        <p15:guide id="20" pos="4608">
          <p15:clr>
            <a:srgbClr val="E46962"/>
          </p15:clr>
        </p15:guide>
        <p15:guide id="21" pos="4896">
          <p15:clr>
            <a:srgbClr val="E46962"/>
          </p15:clr>
        </p15:guide>
        <p15:guide id="22" pos="5184">
          <p15:clr>
            <a:srgbClr val="E46962"/>
          </p15:clr>
        </p15:guide>
        <p15:guide id="23" orient="horz" pos="584">
          <p15:clr>
            <a:srgbClr val="E46962"/>
          </p15:clr>
        </p15:guide>
        <p15:guide id="24" orient="horz" pos="1152">
          <p15:clr>
            <a:srgbClr val="E46962"/>
          </p15:clr>
        </p15:guide>
        <p15:guide id="25" orient="horz" pos="1440">
          <p15:clr>
            <a:srgbClr val="E46962"/>
          </p15:clr>
        </p15:guide>
        <p15:guide id="26" orient="horz" pos="1731">
          <p15:clr>
            <a:srgbClr val="E46962"/>
          </p15:clr>
        </p15:guide>
        <p15:guide id="27" orient="horz" pos="2018">
          <p15:clr>
            <a:srgbClr val="E46962"/>
          </p15:clr>
        </p15:guide>
        <p15:guide id="28" orient="horz" pos="2305">
          <p15:clr>
            <a:srgbClr val="E46962"/>
          </p15:clr>
        </p15:guide>
        <p15:guide id="29" orient="horz" pos="2591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0.jpg"/><Relationship Id="rId4" Type="http://schemas.openxmlformats.org/officeDocument/2006/relationships/image" Target="../media/image81.jpg"/><Relationship Id="rId5" Type="http://schemas.openxmlformats.org/officeDocument/2006/relationships/image" Target="../media/image8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5.jpg"/><Relationship Id="rId4" Type="http://schemas.openxmlformats.org/officeDocument/2006/relationships/image" Target="../media/image8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7.png"/><Relationship Id="rId4" Type="http://schemas.openxmlformats.org/officeDocument/2006/relationships/image" Target="../media/image78.png"/><Relationship Id="rId5" Type="http://schemas.openxmlformats.org/officeDocument/2006/relationships/image" Target="../media/image8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create.kahoot.it/details/3f1cd12f-635d-4dfe-9492-0e0d7fd99a77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2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://www.kahoot.it" TargetMode="External"/><Relationship Id="rId4" Type="http://schemas.openxmlformats.org/officeDocument/2006/relationships/image" Target="../media/image8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127"/>
          <p:cNvSpPr txBox="1"/>
          <p:nvPr>
            <p:ph type="title"/>
          </p:nvPr>
        </p:nvSpPr>
        <p:spPr>
          <a:xfrm>
            <a:off x="4572000" y="1683600"/>
            <a:ext cx="4909200" cy="12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Abusing Active</a:t>
            </a:r>
            <a:endParaRPr sz="35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Directory Certificate Services (AD CS)</a:t>
            </a:r>
            <a:endParaRPr sz="3500"/>
          </a:p>
        </p:txBody>
      </p:sp>
      <p:sp>
        <p:nvSpPr>
          <p:cNvPr id="941" name="Google Shape;941;p127"/>
          <p:cNvSpPr txBox="1"/>
          <p:nvPr>
            <p:ph idx="4294967295" type="title"/>
          </p:nvPr>
        </p:nvSpPr>
        <p:spPr>
          <a:xfrm>
            <a:off x="3254000" y="4157175"/>
            <a:ext cx="4373700" cy="43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17.2</a:t>
            </a:r>
            <a:endParaRPr/>
          </a:p>
        </p:txBody>
      </p:sp>
      <p:sp>
        <p:nvSpPr>
          <p:cNvPr id="942" name="Google Shape;942;p1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rPr>
              <a:t>‹#›</a:t>
            </a:fld>
            <a:endParaRPr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43" name="Google Shape;943;p127"/>
          <p:cNvSpPr txBox="1"/>
          <p:nvPr>
            <p:ph idx="2" type="subTitle"/>
          </p:nvPr>
        </p:nvSpPr>
        <p:spPr>
          <a:xfrm>
            <a:off x="4579050" y="1313625"/>
            <a:ext cx="4557900" cy="24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Cybersecurity</a:t>
            </a:r>
            <a:endParaRPr/>
          </a:p>
        </p:txBody>
      </p:sp>
      <p:sp>
        <p:nvSpPr>
          <p:cNvPr id="944" name="Google Shape;944;p127"/>
          <p:cNvSpPr txBox="1"/>
          <p:nvPr>
            <p:ph idx="1" type="subTitle"/>
          </p:nvPr>
        </p:nvSpPr>
        <p:spPr>
          <a:xfrm>
            <a:off x="4572000" y="3474700"/>
            <a:ext cx="4871400" cy="49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16.4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128"/>
          <p:cNvSpPr txBox="1"/>
          <p:nvPr>
            <p:ph type="title"/>
          </p:nvPr>
        </p:nvSpPr>
        <p:spPr>
          <a:xfrm>
            <a:off x="50" y="51200"/>
            <a:ext cx="9144000" cy="3936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Objectives</a:t>
            </a:r>
            <a:endParaRPr/>
          </a:p>
        </p:txBody>
      </p:sp>
      <p:sp>
        <p:nvSpPr>
          <p:cNvPr id="950" name="Google Shape;950;p128"/>
          <p:cNvSpPr txBox="1"/>
          <p:nvPr>
            <p:ph idx="4" type="subTitle"/>
          </p:nvPr>
        </p:nvSpPr>
        <p:spPr>
          <a:xfrm>
            <a:off x="1371600" y="3588750"/>
            <a:ext cx="71103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Understand how these </a:t>
            </a:r>
            <a:r>
              <a:rPr lang="en" sz="1700"/>
              <a:t>techniques</a:t>
            </a:r>
            <a:r>
              <a:rPr lang="en" sz="1700"/>
              <a:t> can be used for privilege escalation and lateral movement in a domain environment.</a:t>
            </a:r>
            <a:endParaRPr sz="1700"/>
          </a:p>
        </p:txBody>
      </p:sp>
      <p:sp>
        <p:nvSpPr>
          <p:cNvPr id="951" name="Google Shape;951;p128"/>
          <p:cNvSpPr txBox="1"/>
          <p:nvPr>
            <p:ph idx="3" type="subTitle"/>
          </p:nvPr>
        </p:nvSpPr>
        <p:spPr>
          <a:xfrm>
            <a:off x="1371600" y="2747963"/>
            <a:ext cx="71103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Perform attacks to abuse AD CS, including certificate request forgery </a:t>
            </a:r>
            <a:br>
              <a:rPr lang="en" sz="1700"/>
            </a:br>
            <a:r>
              <a:rPr lang="en" sz="1700"/>
              <a:t>and exploitation of misconfigured templates.</a:t>
            </a:r>
            <a:endParaRPr sz="1700"/>
          </a:p>
        </p:txBody>
      </p:sp>
      <p:sp>
        <p:nvSpPr>
          <p:cNvPr id="952" name="Google Shape;952;p128"/>
          <p:cNvSpPr txBox="1"/>
          <p:nvPr>
            <p:ph idx="5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By the end of today’s class, you will be able to: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3" name="Google Shape;953;p128"/>
          <p:cNvSpPr txBox="1"/>
          <p:nvPr>
            <p:ph idx="1" type="subTitle"/>
          </p:nvPr>
        </p:nvSpPr>
        <p:spPr>
          <a:xfrm>
            <a:off x="1371600" y="1171500"/>
            <a:ext cx="67062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Understand the role of Active Directory Certificate Services </a:t>
            </a:r>
            <a:br>
              <a:rPr lang="en" sz="1700"/>
            </a:br>
            <a:r>
              <a:rPr lang="en" sz="1700"/>
              <a:t>in a Windows Domain.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954" name="Google Shape;954;p128"/>
          <p:cNvSpPr txBox="1"/>
          <p:nvPr>
            <p:ph idx="2" type="subTitle"/>
          </p:nvPr>
        </p:nvSpPr>
        <p:spPr>
          <a:xfrm>
            <a:off x="1371600" y="2085888"/>
            <a:ext cx="71103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Identify common misconfigurations in AD CS that can be exploited.</a:t>
            </a:r>
            <a:endParaRPr sz="1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129"/>
          <p:cNvSpPr txBox="1"/>
          <p:nvPr>
            <p:ph type="title"/>
          </p:nvPr>
        </p:nvSpPr>
        <p:spPr>
          <a:xfrm>
            <a:off x="0" y="2541900"/>
            <a:ext cx="9144000" cy="740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Overview of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AD Certificate Services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60" name="Google Shape;960;p1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53188" y="1066800"/>
            <a:ext cx="1437624" cy="1437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130"/>
          <p:cNvSpPr txBox="1"/>
          <p:nvPr>
            <p:ph idx="2" type="title"/>
          </p:nvPr>
        </p:nvSpPr>
        <p:spPr>
          <a:xfrm>
            <a:off x="1699650" y="1079525"/>
            <a:ext cx="5916600" cy="31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Roboto"/>
                <a:ea typeface="Roboto"/>
                <a:cs typeface="Roboto"/>
                <a:sym typeface="Roboto"/>
              </a:rPr>
              <a:t>Active Directory Certificate Services</a:t>
            </a:r>
            <a:r>
              <a:rPr lang="en" sz="2000">
                <a:latin typeface="Roboto"/>
                <a:ea typeface="Roboto"/>
                <a:cs typeface="Roboto"/>
                <a:sym typeface="Roboto"/>
              </a:rPr>
              <a:t> (AD CS)</a:t>
            </a:r>
            <a:r>
              <a:rPr lang="en" sz="200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is </a:t>
            </a:r>
            <a:br>
              <a:rPr lang="en" sz="200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</a:br>
            <a:r>
              <a:rPr lang="en" sz="200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 crucial component within a Windows domain that provides public key infrastructure (PKI) services. It enables the creation, management, and distribution of digital certificates, which are used to secure communications; authenticate users, devices, </a:t>
            </a:r>
            <a:br>
              <a:rPr lang="en" sz="200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</a:br>
            <a:r>
              <a:rPr lang="en" sz="200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and services; and ensure the integrity of data.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131"/>
          <p:cNvSpPr txBox="1"/>
          <p:nvPr>
            <p:ph type="title"/>
          </p:nvPr>
        </p:nvSpPr>
        <p:spPr>
          <a:xfrm>
            <a:off x="76250" y="512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 of AD CS in a Windows Domain</a:t>
            </a:r>
            <a:endParaRPr/>
          </a:p>
        </p:txBody>
      </p:sp>
      <p:sp>
        <p:nvSpPr>
          <p:cNvPr id="971" name="Google Shape;971;p131"/>
          <p:cNvSpPr txBox="1"/>
          <p:nvPr>
            <p:ph idx="1" type="subTitle"/>
          </p:nvPr>
        </p:nvSpPr>
        <p:spPr>
          <a:xfrm>
            <a:off x="1471725" y="1168575"/>
            <a:ext cx="69987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Issue certificates for various purposes (i.e. encrypting email, SSL or TLS, </a:t>
            </a:r>
            <a:r>
              <a:rPr lang="en" sz="1800"/>
              <a:t>authentication</a:t>
            </a:r>
            <a:r>
              <a:rPr lang="en" sz="1800"/>
              <a:t>)</a:t>
            </a:r>
            <a:endParaRPr sz="1800"/>
          </a:p>
        </p:txBody>
      </p:sp>
      <p:sp>
        <p:nvSpPr>
          <p:cNvPr id="972" name="Google Shape;972;p131"/>
          <p:cNvSpPr txBox="1"/>
          <p:nvPr>
            <p:ph idx="2" type="subTitle"/>
          </p:nvPr>
        </p:nvSpPr>
        <p:spPr>
          <a:xfrm>
            <a:off x="1471725" y="1825129"/>
            <a:ext cx="69987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Authenticate users or machines within a domain (smart cards or MFA)</a:t>
            </a:r>
            <a:endParaRPr sz="1800"/>
          </a:p>
        </p:txBody>
      </p:sp>
      <p:sp>
        <p:nvSpPr>
          <p:cNvPr id="973" name="Google Shape;973;p131"/>
          <p:cNvSpPr txBox="1"/>
          <p:nvPr>
            <p:ph idx="3" type="subTitle"/>
          </p:nvPr>
        </p:nvSpPr>
        <p:spPr>
          <a:xfrm>
            <a:off x="1471725" y="2481671"/>
            <a:ext cx="69987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Secure communications through established channels, including https, S</a:t>
            </a:r>
            <a:r>
              <a:rPr lang="en" sz="1800"/>
              <a:t>/</a:t>
            </a:r>
            <a:r>
              <a:rPr lang="en" sz="1800"/>
              <a:t>MIME, and VPNs</a:t>
            </a:r>
            <a:endParaRPr sz="1800"/>
          </a:p>
        </p:txBody>
      </p:sp>
      <p:sp>
        <p:nvSpPr>
          <p:cNvPr id="974" name="Google Shape;974;p131"/>
          <p:cNvSpPr txBox="1"/>
          <p:nvPr>
            <p:ph idx="4" type="subTitle"/>
          </p:nvPr>
        </p:nvSpPr>
        <p:spPr>
          <a:xfrm>
            <a:off x="1471725" y="3152350"/>
            <a:ext cx="69987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Enable e</a:t>
            </a:r>
            <a:r>
              <a:rPr lang="en" sz="1800"/>
              <a:t>ncryption and digital signatures</a:t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132"/>
          <p:cNvSpPr txBox="1"/>
          <p:nvPr>
            <p:ph type="title"/>
          </p:nvPr>
        </p:nvSpPr>
        <p:spPr>
          <a:xfrm>
            <a:off x="76200" y="636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Enterprise Environments</a:t>
            </a:r>
            <a:endParaRPr/>
          </a:p>
        </p:txBody>
      </p:sp>
      <p:sp>
        <p:nvSpPr>
          <p:cNvPr id="980" name="Google Shape;980;p132"/>
          <p:cNvSpPr txBox="1"/>
          <p:nvPr>
            <p:ph idx="1" type="subTitle"/>
          </p:nvPr>
        </p:nvSpPr>
        <p:spPr>
          <a:xfrm>
            <a:off x="1494225" y="1151738"/>
            <a:ext cx="69762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Enterprise Root and Subordinate CA to issue secure certificates.</a:t>
            </a:r>
            <a:endParaRPr sz="1800"/>
          </a:p>
        </p:txBody>
      </p:sp>
      <p:sp>
        <p:nvSpPr>
          <p:cNvPr id="981" name="Google Shape;981;p132"/>
          <p:cNvSpPr txBox="1"/>
          <p:nvPr>
            <p:ph idx="2" type="subTitle"/>
          </p:nvPr>
        </p:nvSpPr>
        <p:spPr>
          <a:xfrm>
            <a:off x="1490400" y="1845888"/>
            <a:ext cx="61632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Certificate Templates to </a:t>
            </a:r>
            <a:r>
              <a:rPr lang="en" sz="1800"/>
              <a:t>standardize properties and policies of certificates.</a:t>
            </a:r>
            <a:r>
              <a:rPr lang="en" sz="1800"/>
              <a:t> </a:t>
            </a:r>
            <a:endParaRPr sz="1800"/>
          </a:p>
        </p:txBody>
      </p:sp>
      <p:sp>
        <p:nvSpPr>
          <p:cNvPr id="982" name="Google Shape;982;p132"/>
          <p:cNvSpPr txBox="1"/>
          <p:nvPr>
            <p:ph idx="3" type="subTitle"/>
          </p:nvPr>
        </p:nvSpPr>
        <p:spPr>
          <a:xfrm>
            <a:off x="1494225" y="2483980"/>
            <a:ext cx="69762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Autoenrollment to automate enrollment of users and devices without </a:t>
            </a:r>
            <a:r>
              <a:rPr lang="en" sz="1800"/>
              <a:t>manual intervention.</a:t>
            </a:r>
            <a:endParaRPr sz="1800"/>
          </a:p>
        </p:txBody>
      </p:sp>
      <p:sp>
        <p:nvSpPr>
          <p:cNvPr id="983" name="Google Shape;983;p132"/>
          <p:cNvSpPr txBox="1"/>
          <p:nvPr>
            <p:ph idx="4" type="subTitle"/>
          </p:nvPr>
        </p:nvSpPr>
        <p:spPr>
          <a:xfrm>
            <a:off x="1494225" y="3150075"/>
            <a:ext cx="65835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Network Device Enrollment Service (NDES) to secure non-Windows devices.</a:t>
            </a:r>
            <a:endParaRPr sz="1800"/>
          </a:p>
        </p:txBody>
      </p:sp>
      <p:sp>
        <p:nvSpPr>
          <p:cNvPr id="984" name="Google Shape;984;p132"/>
          <p:cNvSpPr txBox="1"/>
          <p:nvPr>
            <p:ph idx="6" type="title"/>
          </p:nvPr>
        </p:nvSpPr>
        <p:spPr>
          <a:xfrm>
            <a:off x="702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Common setups and c</a:t>
            </a:r>
            <a:r>
              <a:rPr lang="en" sz="1800"/>
              <a:t>onfigurations</a:t>
            </a:r>
            <a:endParaRPr sz="1800"/>
          </a:p>
        </p:txBody>
      </p:sp>
      <p:sp>
        <p:nvSpPr>
          <p:cNvPr id="985" name="Google Shape;985;p132"/>
          <p:cNvSpPr txBox="1"/>
          <p:nvPr>
            <p:ph idx="5" type="subTitle"/>
          </p:nvPr>
        </p:nvSpPr>
        <p:spPr>
          <a:xfrm>
            <a:off x="1494225" y="3769523"/>
            <a:ext cx="69762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Online Responder to provide real-time certificate status-checking.</a:t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0" name="Google Shape;990;p133"/>
          <p:cNvPicPr preferRelativeResize="0"/>
          <p:nvPr/>
        </p:nvPicPr>
        <p:blipFill rotWithShape="1">
          <a:blip r:embed="rId3">
            <a:alphaModFix/>
          </a:blip>
          <a:srcRect b="24058" l="2074" r="33712" t="0"/>
          <a:stretch/>
        </p:blipFill>
        <p:spPr>
          <a:xfrm>
            <a:off x="0" y="1"/>
            <a:ext cx="914400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991" name="Google Shape;991;p133"/>
          <p:cNvSpPr/>
          <p:nvPr/>
        </p:nvSpPr>
        <p:spPr>
          <a:xfrm rot="5400000">
            <a:off x="3340075" y="-3329850"/>
            <a:ext cx="2464200" cy="9123900"/>
          </a:xfrm>
          <a:prstGeom prst="rect">
            <a:avLst/>
          </a:prstGeom>
          <a:gradFill>
            <a:gsLst>
              <a:gs pos="0">
                <a:srgbClr val="031018"/>
              </a:gs>
              <a:gs pos="50000">
                <a:srgbClr val="031018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133"/>
          <p:cNvSpPr txBox="1"/>
          <p:nvPr>
            <p:ph type="title"/>
          </p:nvPr>
        </p:nvSpPr>
        <p:spPr>
          <a:xfrm>
            <a:off x="762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AD CS in Enterprise Security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93" name="Google Shape;993;p133"/>
          <p:cNvSpPr txBox="1"/>
          <p:nvPr/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994" name="Google Shape;994;p133"/>
          <p:cNvSpPr txBox="1"/>
          <p:nvPr/>
        </p:nvSpPr>
        <p:spPr>
          <a:xfrm>
            <a:off x="70200" y="664550"/>
            <a:ext cx="86946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Provides a foundation for trust within the domain by assuring that </a:t>
            </a:r>
            <a:b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only authorized users and devices can access </a:t>
            </a:r>
            <a: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sensitive</a:t>
            </a:r>
            <a: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resources.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134"/>
          <p:cNvSpPr txBox="1"/>
          <p:nvPr>
            <p:ph type="title"/>
          </p:nvPr>
        </p:nvSpPr>
        <p:spPr>
          <a:xfrm>
            <a:off x="762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 CS Misconfigurations</a:t>
            </a:r>
            <a:endParaRPr/>
          </a:p>
        </p:txBody>
      </p:sp>
      <p:sp>
        <p:nvSpPr>
          <p:cNvPr id="1000" name="Google Shape;1000;p134"/>
          <p:cNvSpPr txBox="1"/>
          <p:nvPr>
            <p:ph idx="2" type="title"/>
          </p:nvPr>
        </p:nvSpPr>
        <p:spPr>
          <a:xfrm>
            <a:off x="70200" y="5914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Improperly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 configured Certificate Services can lead to 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significant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 vulnerabilities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1" name="Google Shape;1001;p134"/>
          <p:cNvSpPr txBox="1"/>
          <p:nvPr/>
        </p:nvSpPr>
        <p:spPr>
          <a:xfrm>
            <a:off x="611100" y="2768275"/>
            <a:ext cx="2253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Forged Certificates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2" name="Google Shape;1002;p134"/>
          <p:cNvSpPr txBox="1"/>
          <p:nvPr/>
        </p:nvSpPr>
        <p:spPr>
          <a:xfrm>
            <a:off x="3416050" y="2768275"/>
            <a:ext cx="2253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User Impersonation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3" name="Google Shape;1003;p134"/>
          <p:cNvSpPr txBox="1"/>
          <p:nvPr/>
        </p:nvSpPr>
        <p:spPr>
          <a:xfrm>
            <a:off x="6356650" y="2768275"/>
            <a:ext cx="2253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Escalated Privileges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136"/>
          <p:cNvSpPr txBox="1"/>
          <p:nvPr>
            <p:ph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Identifying </a:t>
            </a:r>
            <a:r>
              <a:rPr lang="en" sz="1800"/>
              <a:t>m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isconfigurations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3" name="Google Shape;1013;p136"/>
          <p:cNvSpPr txBox="1"/>
          <p:nvPr>
            <p:ph idx="1" type="subTitle"/>
          </p:nvPr>
        </p:nvSpPr>
        <p:spPr>
          <a:xfrm>
            <a:off x="457200" y="1726975"/>
            <a:ext cx="6880200" cy="2116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In this activity, you will explore a pre-configured AD CS environment to identify potential misconfigurations.</a:t>
            </a:r>
            <a:endParaRPr sz="1800"/>
          </a:p>
        </p:txBody>
      </p:sp>
      <p:sp>
        <p:nvSpPr>
          <p:cNvPr id="1014" name="Google Shape;1014;p136"/>
          <p:cNvSpPr txBox="1"/>
          <p:nvPr>
            <p:ph idx="2" type="subTitle"/>
          </p:nvPr>
        </p:nvSpPr>
        <p:spPr>
          <a:xfrm>
            <a:off x="0" y="4322600"/>
            <a:ext cx="8703600" cy="323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 minutes</a:t>
            </a:r>
            <a:endParaRPr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139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Certificate</a:t>
            </a:r>
            <a:r>
              <a:rPr lang="en"/>
              <a:t> Request Forgery</a:t>
            </a:r>
            <a:endParaRPr/>
          </a:p>
        </p:txBody>
      </p:sp>
      <p:pic>
        <p:nvPicPr>
          <p:cNvPr id="1028" name="Google Shape;1028;p1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77898" y="883950"/>
            <a:ext cx="1788201" cy="1788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140"/>
          <p:cNvSpPr txBox="1"/>
          <p:nvPr>
            <p:ph type="title"/>
          </p:nvPr>
        </p:nvSpPr>
        <p:spPr>
          <a:xfrm>
            <a:off x="762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Certificate Forgery</a:t>
            </a:r>
            <a:endParaRPr/>
          </a:p>
        </p:txBody>
      </p:sp>
      <p:sp>
        <p:nvSpPr>
          <p:cNvPr id="1034" name="Google Shape;1034;p140"/>
          <p:cNvSpPr txBox="1"/>
          <p:nvPr>
            <p:ph idx="2" type="title"/>
          </p:nvPr>
        </p:nvSpPr>
        <p:spPr>
          <a:xfrm>
            <a:off x="70200" y="5914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Misconfigurations that are typically exploited include: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5" name="Google Shape;1035;p140"/>
          <p:cNvSpPr txBox="1"/>
          <p:nvPr/>
        </p:nvSpPr>
        <p:spPr>
          <a:xfrm>
            <a:off x="596350" y="2459025"/>
            <a:ext cx="22971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Overly permissive enrollment permissions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6" name="Google Shape;1036;p140"/>
          <p:cNvSpPr txBox="1"/>
          <p:nvPr/>
        </p:nvSpPr>
        <p:spPr>
          <a:xfrm>
            <a:off x="3423450" y="2571750"/>
            <a:ext cx="22971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Weak cryptographic settings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7" name="Google Shape;1037;p140"/>
          <p:cNvSpPr txBox="1"/>
          <p:nvPr/>
        </p:nvSpPr>
        <p:spPr>
          <a:xfrm>
            <a:off x="6187300" y="2459025"/>
            <a:ext cx="22971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User-controlled subject names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141"/>
          <p:cNvSpPr txBox="1"/>
          <p:nvPr>
            <p:ph idx="4" type="title"/>
          </p:nvPr>
        </p:nvSpPr>
        <p:spPr>
          <a:xfrm>
            <a:off x="76250" y="512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Tools to Exploit AD CS</a:t>
            </a:r>
            <a:endParaRPr/>
          </a:p>
        </p:txBody>
      </p:sp>
      <p:sp>
        <p:nvSpPr>
          <p:cNvPr id="1043" name="Google Shape;1043;p141"/>
          <p:cNvSpPr txBox="1"/>
          <p:nvPr>
            <p:ph type="title"/>
          </p:nvPr>
        </p:nvSpPr>
        <p:spPr>
          <a:xfrm>
            <a:off x="1179493" y="1219907"/>
            <a:ext cx="3031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Certify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4" name="Google Shape;1044;p141"/>
          <p:cNvSpPr txBox="1"/>
          <p:nvPr>
            <p:ph idx="2" type="title"/>
          </p:nvPr>
        </p:nvSpPr>
        <p:spPr>
          <a:xfrm>
            <a:off x="1179500" y="1871375"/>
            <a:ext cx="3125700" cy="262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 tool from GhostPack that allows for 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enumeration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of certificate templates, finding vulnerabilities, and crafting certificate requests.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5" name="Google Shape;1045;p141"/>
          <p:cNvSpPr txBox="1"/>
          <p:nvPr>
            <p:ph idx="3" type="title"/>
          </p:nvPr>
        </p:nvSpPr>
        <p:spPr>
          <a:xfrm>
            <a:off x="5599600" y="1871375"/>
            <a:ext cx="3331800" cy="262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 post-exploitation tool that allows for manipulating Kerberos tickets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6" name="Google Shape;1046;p141"/>
          <p:cNvSpPr txBox="1"/>
          <p:nvPr>
            <p:ph idx="5" type="title"/>
          </p:nvPr>
        </p:nvSpPr>
        <p:spPr>
          <a:xfrm>
            <a:off x="5599593" y="1219907"/>
            <a:ext cx="3031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Rubeus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GitHub - GhostPack/Certify: Active Directory certificate abuse." id="1047" name="Google Shape;1047;p1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8538" y="3481975"/>
            <a:ext cx="1249331" cy="12902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itHub - GhostPack/Certify: Active Directory certificate abuse." id="1048" name="Google Shape;1048;p1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21481" y="3567634"/>
            <a:ext cx="1166388" cy="1204584"/>
          </a:xfrm>
          <a:prstGeom prst="rect">
            <a:avLst/>
          </a:prstGeom>
          <a:noFill/>
          <a:ln>
            <a:noFill/>
          </a:ln>
        </p:spPr>
      </p:pic>
      <p:sp>
        <p:nvSpPr>
          <p:cNvPr id="1049" name="Google Shape;1049;p141"/>
          <p:cNvSpPr txBox="1"/>
          <p:nvPr/>
        </p:nvSpPr>
        <p:spPr>
          <a:xfrm>
            <a:off x="1804424" y="3653294"/>
            <a:ext cx="1632600" cy="16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50" name="Google Shape;1050;p1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24100" y="3080501"/>
            <a:ext cx="3546650" cy="177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142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Certificate request forgery activity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143"/>
          <p:cNvSpPr txBox="1"/>
          <p:nvPr>
            <p:ph type="title"/>
          </p:nvPr>
        </p:nvSpPr>
        <p:spPr>
          <a:xfrm>
            <a:off x="762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1061" name="Google Shape;1061;p143"/>
          <p:cNvSpPr txBox="1"/>
          <p:nvPr/>
        </p:nvSpPr>
        <p:spPr>
          <a:xfrm>
            <a:off x="500650" y="1358650"/>
            <a:ext cx="2400300" cy="25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Critical Analysis of Misconfigurations</a:t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Small misconfigurations lead to significant risk of breach.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2" name="Google Shape;1062;p143"/>
          <p:cNvSpPr txBox="1"/>
          <p:nvPr/>
        </p:nvSpPr>
        <p:spPr>
          <a:xfrm>
            <a:off x="3548625" y="1444800"/>
            <a:ext cx="2273100" cy="25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Defense in Depth</a:t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Protecting CS is one part of the story;  layered security measures will mitigate damages.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3" name="Google Shape;1063;p143"/>
          <p:cNvSpPr txBox="1"/>
          <p:nvPr/>
        </p:nvSpPr>
        <p:spPr>
          <a:xfrm>
            <a:off x="6400800" y="1358650"/>
            <a:ext cx="2400300" cy="25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Real-World Implications</a:t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Consider advanced p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ersistent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threats and how these techniques are used in everyday life.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p145"/>
          <p:cNvSpPr txBox="1"/>
          <p:nvPr>
            <p:ph idx="1" type="subTitle"/>
          </p:nvPr>
        </p:nvSpPr>
        <p:spPr>
          <a:xfrm>
            <a:off x="457200" y="1726975"/>
            <a:ext cx="6880200" cy="2116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In this activity, you will exploit the vulnerabilities you learned </a:t>
            </a:r>
            <a:br>
              <a:rPr lang="en" sz="1800"/>
            </a:br>
            <a:r>
              <a:rPr lang="en" sz="1800"/>
              <a:t>about earlier by performing a certificate request forgery against </a:t>
            </a:r>
            <a:r>
              <a:rPr lang="en" sz="1800"/>
              <a:t>vulnerable</a:t>
            </a:r>
            <a:r>
              <a:rPr lang="en" sz="1800"/>
              <a:t> templates.</a:t>
            </a:r>
            <a:endParaRPr sz="1800"/>
          </a:p>
        </p:txBody>
      </p:sp>
      <p:sp>
        <p:nvSpPr>
          <p:cNvPr id="1073" name="Google Shape;1073;p145"/>
          <p:cNvSpPr txBox="1"/>
          <p:nvPr>
            <p:ph idx="2" type="subTitle"/>
          </p:nvPr>
        </p:nvSpPr>
        <p:spPr>
          <a:xfrm>
            <a:off x="0" y="4322600"/>
            <a:ext cx="8703600" cy="323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20 minutes</a:t>
            </a:r>
            <a:endParaRPr sz="1800"/>
          </a:p>
        </p:txBody>
      </p:sp>
      <p:sp>
        <p:nvSpPr>
          <p:cNvPr id="1074" name="Google Shape;1074;p145"/>
          <p:cNvSpPr txBox="1"/>
          <p:nvPr>
            <p:ph idx="4294967295" type="subTitle"/>
          </p:nvPr>
        </p:nvSpPr>
        <p:spPr>
          <a:xfrm>
            <a:off x="724195" y="558875"/>
            <a:ext cx="7979400" cy="323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Exploiting vulnerable templates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p148"/>
          <p:cNvSpPr/>
          <p:nvPr/>
        </p:nvSpPr>
        <p:spPr>
          <a:xfrm>
            <a:off x="-50" y="0"/>
            <a:ext cx="9144000" cy="5143500"/>
          </a:xfrm>
          <a:prstGeom prst="rect">
            <a:avLst/>
          </a:prstGeom>
          <a:solidFill>
            <a:srgbClr val="8A5C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88" name="Google Shape;1088;p148"/>
          <p:cNvPicPr preferRelativeResize="0"/>
          <p:nvPr/>
        </p:nvPicPr>
        <p:blipFill rotWithShape="1">
          <a:blip r:embed="rId3">
            <a:alphaModFix/>
          </a:blip>
          <a:srcRect b="27568" l="0" r="0" t="23342"/>
          <a:stretch/>
        </p:blipFill>
        <p:spPr>
          <a:xfrm>
            <a:off x="1130700" y="1764225"/>
            <a:ext cx="6858000" cy="2524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89" name="Google Shape;1089;p148"/>
          <p:cNvSpPr txBox="1"/>
          <p:nvPr>
            <p:ph type="title"/>
          </p:nvPr>
        </p:nvSpPr>
        <p:spPr>
          <a:xfrm>
            <a:off x="-12300" y="777125"/>
            <a:ext cx="9144000" cy="1088100"/>
          </a:xfrm>
          <a:prstGeom prst="rect">
            <a:avLst/>
          </a:prstGeom>
        </p:spPr>
        <p:txBody>
          <a:bodyPr anchorCtr="0" anchor="t" bIns="91425" lIns="91425" spcFirstLastPara="1" rIns="457200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To finish class, we’ll review what we’ve learned </a:t>
            </a:r>
            <a:br>
              <a:rPr lang="en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en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about pen testing with a game of </a:t>
            </a:r>
            <a:endParaRPr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149"/>
          <p:cNvSpPr txBox="1"/>
          <p:nvPr>
            <p:ph type="title"/>
          </p:nvPr>
        </p:nvSpPr>
        <p:spPr>
          <a:xfrm>
            <a:off x="76250" y="512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What’s Kahoot?</a:t>
            </a:r>
            <a:endParaRPr/>
          </a:p>
        </p:txBody>
      </p:sp>
      <p:pic>
        <p:nvPicPr>
          <p:cNvPr id="1095" name="Google Shape;1095;p1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3024" y="900775"/>
            <a:ext cx="4811951" cy="390670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096" name="Google Shape;1096;p1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0100" y="1667088"/>
            <a:ext cx="179550" cy="61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7" name="Google Shape;1097;p1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0100" y="2747963"/>
            <a:ext cx="179550" cy="61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8" name="Google Shape;1098;p149"/>
          <p:cNvSpPr txBox="1"/>
          <p:nvPr>
            <p:ph idx="1" type="body"/>
          </p:nvPr>
        </p:nvSpPr>
        <p:spPr>
          <a:xfrm>
            <a:off x="-12300" y="2804050"/>
            <a:ext cx="3495600" cy="611700"/>
          </a:xfrm>
          <a:prstGeom prst="rect">
            <a:avLst/>
          </a:prstGeom>
        </p:spPr>
        <p:txBody>
          <a:bodyPr anchorCtr="0" anchor="t" bIns="0" lIns="9144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Keeps track of individual and team scores.</a:t>
            </a:r>
            <a:endParaRPr sz="1800"/>
          </a:p>
        </p:txBody>
      </p:sp>
      <p:pic>
        <p:nvPicPr>
          <p:cNvPr id="1099" name="Google Shape;1099;p1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0100" y="3600813"/>
            <a:ext cx="179550" cy="61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0" name="Google Shape;1100;p149"/>
          <p:cNvSpPr txBox="1"/>
          <p:nvPr>
            <p:ph idx="1" type="body"/>
          </p:nvPr>
        </p:nvSpPr>
        <p:spPr>
          <a:xfrm>
            <a:off x="-12300" y="3664175"/>
            <a:ext cx="3495600" cy="611700"/>
          </a:xfrm>
          <a:prstGeom prst="rect">
            <a:avLst/>
          </a:prstGeom>
        </p:spPr>
        <p:txBody>
          <a:bodyPr anchorCtr="0" anchor="t" bIns="0" lIns="9144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Keeps track of remaining time for each question.</a:t>
            </a:r>
            <a:endParaRPr sz="1800"/>
          </a:p>
        </p:txBody>
      </p:sp>
      <p:sp>
        <p:nvSpPr>
          <p:cNvPr id="1101" name="Google Shape;1101;p149"/>
          <p:cNvSpPr txBox="1"/>
          <p:nvPr>
            <p:ph idx="2" type="title"/>
          </p:nvPr>
        </p:nvSpPr>
        <p:spPr>
          <a:xfrm>
            <a:off x="702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Kahoot! is a web-based tool that: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2" name="Google Shape;1102;p149"/>
          <p:cNvSpPr txBox="1"/>
          <p:nvPr>
            <p:ph idx="1" type="body"/>
          </p:nvPr>
        </p:nvSpPr>
        <p:spPr>
          <a:xfrm>
            <a:off x="-12300" y="1667150"/>
            <a:ext cx="3495600" cy="611700"/>
          </a:xfrm>
          <a:prstGeom prst="rect">
            <a:avLst/>
          </a:prstGeom>
        </p:spPr>
        <p:txBody>
          <a:bodyPr anchorCtr="0" anchor="t" bIns="0" lIns="9144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Displays questions and answers to select from </a:t>
            </a:r>
            <a:br>
              <a:rPr lang="en" sz="1800"/>
            </a:br>
            <a:r>
              <a:rPr lang="en" sz="1800"/>
              <a:t>in real time.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p150"/>
          <p:cNvSpPr txBox="1"/>
          <p:nvPr>
            <p:ph type="title"/>
          </p:nvPr>
        </p:nvSpPr>
        <p:spPr>
          <a:xfrm>
            <a:off x="3996775" y="762400"/>
            <a:ext cx="34053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Rules and Guidelines</a:t>
            </a:r>
            <a:endParaRPr/>
          </a:p>
        </p:txBody>
      </p:sp>
      <p:sp>
        <p:nvSpPr>
          <p:cNvPr id="1108" name="Google Shape;1108;p150"/>
          <p:cNvSpPr/>
          <p:nvPr/>
        </p:nvSpPr>
        <p:spPr>
          <a:xfrm>
            <a:off x="586050" y="1402700"/>
            <a:ext cx="3867000" cy="897600"/>
          </a:xfrm>
          <a:prstGeom prst="roundRect">
            <a:avLst>
              <a:gd fmla="val 8753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5486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There are a total of 30 questions.</a:t>
            </a:r>
            <a:endParaRPr/>
          </a:p>
        </p:txBody>
      </p:sp>
      <p:sp>
        <p:nvSpPr>
          <p:cNvPr id="1109" name="Google Shape;1109;p150"/>
          <p:cNvSpPr/>
          <p:nvPr/>
        </p:nvSpPr>
        <p:spPr>
          <a:xfrm>
            <a:off x="586050" y="2457525"/>
            <a:ext cx="3867000" cy="897600"/>
          </a:xfrm>
          <a:prstGeom prst="roundRect">
            <a:avLst>
              <a:gd fmla="val 8753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5486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You will have two minutes to answer each question.</a:t>
            </a:r>
            <a:endParaRPr/>
          </a:p>
        </p:txBody>
      </p:sp>
      <p:sp>
        <p:nvSpPr>
          <p:cNvPr id="1110" name="Google Shape;1110;p150"/>
          <p:cNvSpPr/>
          <p:nvPr/>
        </p:nvSpPr>
        <p:spPr>
          <a:xfrm>
            <a:off x="586050" y="3512350"/>
            <a:ext cx="3867000" cy="897600"/>
          </a:xfrm>
          <a:prstGeom prst="roundRect">
            <a:avLst>
              <a:gd fmla="val 8753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5486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Points are awarded for correct answers and for how quickly you answer compared to your classmates.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1" name="Google Shape;1111;p150"/>
          <p:cNvSpPr/>
          <p:nvPr/>
        </p:nvSpPr>
        <p:spPr>
          <a:xfrm>
            <a:off x="4690939" y="1402700"/>
            <a:ext cx="3867000" cy="897600"/>
          </a:xfrm>
          <a:prstGeom prst="roundRect">
            <a:avLst>
              <a:gd fmla="val 8753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5486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Points are not deducted for </a:t>
            </a:r>
            <a:b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incorrect answers.</a:t>
            </a:r>
            <a:endParaRPr/>
          </a:p>
        </p:txBody>
      </p:sp>
      <p:sp>
        <p:nvSpPr>
          <p:cNvPr id="1112" name="Google Shape;1112;p150"/>
          <p:cNvSpPr/>
          <p:nvPr/>
        </p:nvSpPr>
        <p:spPr>
          <a:xfrm>
            <a:off x="4690939" y="2457525"/>
            <a:ext cx="3867000" cy="897600"/>
          </a:xfrm>
          <a:prstGeom prst="roundRect">
            <a:avLst>
              <a:gd fmla="val 8753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5486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If you are competing as a team, </a:t>
            </a:r>
            <a:b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select a team captain to answer </a:t>
            </a:r>
            <a:b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questions.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3" name="Google Shape;1113;p150"/>
          <p:cNvSpPr/>
          <p:nvPr/>
        </p:nvSpPr>
        <p:spPr>
          <a:xfrm>
            <a:off x="4690939" y="3512350"/>
            <a:ext cx="3867000" cy="897600"/>
          </a:xfrm>
          <a:prstGeom prst="roundRect">
            <a:avLst>
              <a:gd fmla="val 8753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5486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Note: </a:t>
            </a:r>
            <a:r>
              <a:rPr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If your class is currently online, </a:t>
            </a:r>
            <a:br>
              <a:rPr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it will be easier if each student competes individually.</a:t>
            </a:r>
            <a:endParaRPr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14" name="Google Shape;1114;p1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2325" y="1548450"/>
            <a:ext cx="183500" cy="60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5" name="Google Shape;1115;p1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2325" y="2603275"/>
            <a:ext cx="183500" cy="60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6" name="Google Shape;1116;p1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2325" y="3658100"/>
            <a:ext cx="183500" cy="60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7" name="Google Shape;1117;p1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9450" y="1548450"/>
            <a:ext cx="183500" cy="60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8" name="Google Shape;1118;p1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79450" y="3658100"/>
            <a:ext cx="183500" cy="60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9" name="Google Shape;1119;p150"/>
          <p:cNvPicPr preferRelativeResize="0"/>
          <p:nvPr/>
        </p:nvPicPr>
        <p:blipFill rotWithShape="1">
          <a:blip r:embed="rId5">
            <a:alphaModFix/>
          </a:blip>
          <a:srcRect b="27568" l="0" r="0" t="23342"/>
          <a:stretch/>
        </p:blipFill>
        <p:spPr>
          <a:xfrm>
            <a:off x="2469975" y="647325"/>
            <a:ext cx="1452000" cy="534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1120" name="Google Shape;1120;p1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79450" y="2603275"/>
            <a:ext cx="183500" cy="60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151"/>
          <p:cNvSpPr txBox="1"/>
          <p:nvPr>
            <p:ph idx="1" type="subTitle"/>
          </p:nvPr>
        </p:nvSpPr>
        <p:spPr>
          <a:xfrm>
            <a:off x="41700" y="3877650"/>
            <a:ext cx="9102300" cy="5490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Start the Kahoot! Pen Testing Week 2 Challenge by accessing the link:</a:t>
            </a:r>
            <a:br>
              <a:rPr lang="en" sz="2000"/>
            </a:br>
            <a:r>
              <a:rPr lang="en" sz="2000" u="sng">
                <a:solidFill>
                  <a:schemeClr val="accent2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Kahoot! Pen Testing Week 2 Challenge</a:t>
            </a:r>
            <a:endParaRPr sz="200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0" name="Google Shape;1130;p152"/>
          <p:cNvGrpSpPr/>
          <p:nvPr/>
        </p:nvGrpSpPr>
        <p:grpSpPr>
          <a:xfrm>
            <a:off x="440125" y="1136875"/>
            <a:ext cx="776900" cy="486300"/>
            <a:chOff x="457200" y="1466425"/>
            <a:chExt cx="776900" cy="486300"/>
          </a:xfrm>
        </p:grpSpPr>
        <p:sp>
          <p:nvSpPr>
            <p:cNvPr id="1131" name="Google Shape;1131;p152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i="0" lang="en" sz="3000" u="none" cap="none" strike="noStrike">
                  <a:solidFill>
                    <a:srgbClr val="082D49"/>
                  </a:solidFill>
                  <a:latin typeface="Roboto"/>
                  <a:ea typeface="Roboto"/>
                  <a:cs typeface="Roboto"/>
                  <a:sym typeface="Roboto"/>
                </a:rPr>
                <a:t>01</a:t>
              </a:r>
              <a:endParaRPr i="0" sz="3000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32" name="Google Shape;1132;p152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33" name="Google Shape;1133;p152"/>
          <p:cNvGrpSpPr/>
          <p:nvPr/>
        </p:nvGrpSpPr>
        <p:grpSpPr>
          <a:xfrm>
            <a:off x="440125" y="1791730"/>
            <a:ext cx="776900" cy="486300"/>
            <a:chOff x="457200" y="1466425"/>
            <a:chExt cx="776900" cy="486300"/>
          </a:xfrm>
        </p:grpSpPr>
        <p:sp>
          <p:nvSpPr>
            <p:cNvPr id="1134" name="Google Shape;1134;p152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i="0" lang="en" sz="30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02</a:t>
              </a:r>
              <a:endParaRPr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35" name="Google Shape;1135;p152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36" name="Google Shape;1136;p152"/>
          <p:cNvGrpSpPr/>
          <p:nvPr/>
        </p:nvGrpSpPr>
        <p:grpSpPr>
          <a:xfrm>
            <a:off x="440125" y="2446585"/>
            <a:ext cx="776900" cy="486300"/>
            <a:chOff x="457200" y="1466425"/>
            <a:chExt cx="776900" cy="486300"/>
          </a:xfrm>
        </p:grpSpPr>
        <p:sp>
          <p:nvSpPr>
            <p:cNvPr id="1137" name="Google Shape;1137;p152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i="0" lang="en" sz="30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03</a:t>
              </a:r>
              <a:endParaRPr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38" name="Google Shape;1138;p152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39" name="Google Shape;1139;p152"/>
          <p:cNvGrpSpPr/>
          <p:nvPr/>
        </p:nvGrpSpPr>
        <p:grpSpPr>
          <a:xfrm>
            <a:off x="440125" y="3101440"/>
            <a:ext cx="776900" cy="486300"/>
            <a:chOff x="457200" y="1466425"/>
            <a:chExt cx="776900" cy="486300"/>
          </a:xfrm>
        </p:grpSpPr>
        <p:sp>
          <p:nvSpPr>
            <p:cNvPr id="1140" name="Google Shape;1140;p152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C7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i="0" lang="en" sz="3000" u="none" cap="none" strike="noStrike">
                  <a:solidFill>
                    <a:srgbClr val="082D49"/>
                  </a:solidFill>
                  <a:latin typeface="Roboto"/>
                  <a:ea typeface="Roboto"/>
                  <a:cs typeface="Roboto"/>
                  <a:sym typeface="Roboto"/>
                </a:rPr>
                <a:t>04</a:t>
              </a:r>
              <a:endParaRPr i="0" sz="3000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41" name="Google Shape;1141;p152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C7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42" name="Google Shape;1142;p152"/>
          <p:cNvGrpSpPr/>
          <p:nvPr/>
        </p:nvGrpSpPr>
        <p:grpSpPr>
          <a:xfrm>
            <a:off x="440125" y="3756295"/>
            <a:ext cx="776900" cy="486300"/>
            <a:chOff x="457200" y="1466425"/>
            <a:chExt cx="776900" cy="486300"/>
          </a:xfrm>
        </p:grpSpPr>
        <p:sp>
          <p:nvSpPr>
            <p:cNvPr id="1143" name="Google Shape;1143;p152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2E5E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i="0" lang="en" sz="30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05</a:t>
              </a:r>
              <a:endParaRPr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44" name="Google Shape;1144;p152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2E5E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145" name="Google Shape;1145;p152"/>
          <p:cNvSpPr/>
          <p:nvPr/>
        </p:nvSpPr>
        <p:spPr>
          <a:xfrm>
            <a:off x="1335475" y="1136875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6" name="Google Shape;1146;p152"/>
          <p:cNvSpPr/>
          <p:nvPr/>
        </p:nvSpPr>
        <p:spPr>
          <a:xfrm>
            <a:off x="1335475" y="1791731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7" name="Google Shape;1147;p152"/>
          <p:cNvSpPr/>
          <p:nvPr/>
        </p:nvSpPr>
        <p:spPr>
          <a:xfrm>
            <a:off x="1335475" y="2446587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8" name="Google Shape;1148;p152"/>
          <p:cNvSpPr/>
          <p:nvPr/>
        </p:nvSpPr>
        <p:spPr>
          <a:xfrm>
            <a:off x="1335475" y="3101443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9" name="Google Shape;1149;p152"/>
          <p:cNvSpPr/>
          <p:nvPr/>
        </p:nvSpPr>
        <p:spPr>
          <a:xfrm>
            <a:off x="1335475" y="3756299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0" name="Google Shape;1150;p152"/>
          <p:cNvSpPr txBox="1"/>
          <p:nvPr/>
        </p:nvSpPr>
        <p:spPr>
          <a:xfrm>
            <a:off x="1354400" y="1129175"/>
            <a:ext cx="71160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151" name="Google Shape;1151;p152"/>
          <p:cNvSpPr txBox="1"/>
          <p:nvPr/>
        </p:nvSpPr>
        <p:spPr>
          <a:xfrm>
            <a:off x="1354400" y="1787875"/>
            <a:ext cx="71160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152" name="Google Shape;1152;p152"/>
          <p:cNvSpPr txBox="1"/>
          <p:nvPr/>
        </p:nvSpPr>
        <p:spPr>
          <a:xfrm>
            <a:off x="1354400" y="2444663"/>
            <a:ext cx="71160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153" name="Google Shape;1153;p152"/>
          <p:cNvSpPr txBox="1"/>
          <p:nvPr/>
        </p:nvSpPr>
        <p:spPr>
          <a:xfrm>
            <a:off x="1354400" y="3103363"/>
            <a:ext cx="71160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154" name="Google Shape;1154;p152"/>
          <p:cNvSpPr txBox="1"/>
          <p:nvPr/>
        </p:nvSpPr>
        <p:spPr>
          <a:xfrm>
            <a:off x="1354400" y="3760163"/>
            <a:ext cx="71160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400"/>
              <a:buFont typeface="Arial"/>
              <a:buNone/>
            </a:pP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Enter the unique Kahoot! </a:t>
            </a:r>
            <a:r>
              <a:rPr b="1"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code</a:t>
            </a:r>
            <a:r>
              <a:rPr lang="en" sz="16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.</a:t>
            </a:r>
            <a:endParaRPr sz="1600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155" name="Google Shape;1155;p152"/>
          <p:cNvSpPr txBox="1"/>
          <p:nvPr/>
        </p:nvSpPr>
        <p:spPr>
          <a:xfrm>
            <a:off x="1892125" y="127400"/>
            <a:ext cx="6940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Setup</a:t>
            </a:r>
            <a:endParaRPr sz="2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6" name="Google Shape;1156;p152"/>
          <p:cNvSpPr txBox="1"/>
          <p:nvPr/>
        </p:nvSpPr>
        <p:spPr>
          <a:xfrm>
            <a:off x="1354400" y="3103363"/>
            <a:ext cx="71160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Follow the instructions on the screen by going to</a:t>
            </a:r>
            <a:r>
              <a:rPr lang="en" sz="16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b="1" lang="en" sz="1600" u="sng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kahoot.it</a:t>
            </a:r>
            <a:r>
              <a:rPr lang="en" sz="16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.</a:t>
            </a:r>
            <a:endParaRPr sz="1600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157" name="Google Shape;1157;p152"/>
          <p:cNvSpPr txBox="1"/>
          <p:nvPr/>
        </p:nvSpPr>
        <p:spPr>
          <a:xfrm>
            <a:off x="1354400" y="2448513"/>
            <a:ext cx="71160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Leave all the other options as</a:t>
            </a:r>
            <a:r>
              <a:rPr lang="en" sz="16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b="1"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default</a:t>
            </a:r>
            <a:r>
              <a:rPr lang="en" sz="16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.</a:t>
            </a:r>
            <a:endParaRPr sz="1600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158" name="Google Shape;1158;p152"/>
          <p:cNvSpPr txBox="1"/>
          <p:nvPr/>
        </p:nvSpPr>
        <p:spPr>
          <a:xfrm>
            <a:off x="1354400" y="1791713"/>
            <a:ext cx="71160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Select </a:t>
            </a:r>
            <a:r>
              <a:rPr b="1"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Classic</a:t>
            </a: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if you are competing individually and </a:t>
            </a:r>
            <a:r>
              <a:rPr b="1"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Team Mode</a:t>
            </a: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if you are competing in a group.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9" name="Google Shape;1159;p152"/>
          <p:cNvSpPr txBox="1"/>
          <p:nvPr/>
        </p:nvSpPr>
        <p:spPr>
          <a:xfrm>
            <a:off x="1354400" y="1131063"/>
            <a:ext cx="71160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Select </a:t>
            </a:r>
            <a:r>
              <a:rPr b="1"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Play</a:t>
            </a: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if you are logged in. Select </a:t>
            </a:r>
            <a:r>
              <a:rPr b="1"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Play as Guest</a:t>
            </a: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if you do not have </a:t>
            </a:r>
            <a:b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 Kahoot! account.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60" name="Google Shape;1160;p152"/>
          <p:cNvPicPr preferRelativeResize="0"/>
          <p:nvPr/>
        </p:nvPicPr>
        <p:blipFill rotWithShape="1">
          <a:blip r:embed="rId4">
            <a:alphaModFix/>
          </a:blip>
          <a:srcRect b="27568" l="0" r="0" t="23342"/>
          <a:stretch/>
        </p:blipFill>
        <p:spPr>
          <a:xfrm>
            <a:off x="440125" y="146450"/>
            <a:ext cx="1452000" cy="534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grpSp>
        <p:nvGrpSpPr>
          <p:cNvPr id="1161" name="Google Shape;1161;p152"/>
          <p:cNvGrpSpPr/>
          <p:nvPr/>
        </p:nvGrpSpPr>
        <p:grpSpPr>
          <a:xfrm>
            <a:off x="440125" y="4413095"/>
            <a:ext cx="776900" cy="486300"/>
            <a:chOff x="457200" y="1466425"/>
            <a:chExt cx="776900" cy="486300"/>
          </a:xfrm>
        </p:grpSpPr>
        <p:sp>
          <p:nvSpPr>
            <p:cNvPr id="1162" name="Google Shape;1162;p152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i="0" lang="en" sz="3000" u="none" cap="none" strike="noStrike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0</a:t>
              </a:r>
              <a:r>
                <a:rPr lang="en" sz="30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6</a:t>
              </a:r>
              <a:endParaRPr i="0" sz="3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63" name="Google Shape;1163;p152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164" name="Google Shape;1164;p152"/>
          <p:cNvSpPr/>
          <p:nvPr/>
        </p:nvSpPr>
        <p:spPr>
          <a:xfrm>
            <a:off x="1335475" y="4413099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5" name="Google Shape;1165;p152"/>
          <p:cNvSpPr txBox="1"/>
          <p:nvPr/>
        </p:nvSpPr>
        <p:spPr>
          <a:xfrm>
            <a:off x="1354400" y="4416963"/>
            <a:ext cx="71160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400"/>
              <a:buFont typeface="Arial"/>
              <a:buNone/>
            </a:pP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Select </a:t>
            </a:r>
            <a:r>
              <a:rPr b="1"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Start</a:t>
            </a: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to begin.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ootcamp Slides New Theme - July 2024">
  <a:themeElements>
    <a:clrScheme name="Simple Light">
      <a:dk1>
        <a:srgbClr val="2E5E73"/>
      </a:dk1>
      <a:lt1>
        <a:srgbClr val="FFFFFF"/>
      </a:lt1>
      <a:dk2>
        <a:srgbClr val="082D49"/>
      </a:dk2>
      <a:lt2>
        <a:srgbClr val="F2F2F2"/>
      </a:lt2>
      <a:accent1>
        <a:srgbClr val="FCB912"/>
      </a:accent1>
      <a:accent2>
        <a:srgbClr val="AADCF2"/>
      </a:accent2>
      <a:accent3>
        <a:srgbClr val="1475D4"/>
      </a:accent3>
      <a:accent4>
        <a:srgbClr val="00C7CC"/>
      </a:accent4>
      <a:accent5>
        <a:srgbClr val="082D49"/>
      </a:accent5>
      <a:accent6>
        <a:srgbClr val="2E5E73"/>
      </a:accent6>
      <a:hlink>
        <a:srgbClr val="2E5E7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ootcamp Slides New Theme - July 2024">
  <a:themeElements>
    <a:clrScheme name="Simple Light">
      <a:dk1>
        <a:srgbClr val="2E5E73"/>
      </a:dk1>
      <a:lt1>
        <a:srgbClr val="FFFFFF"/>
      </a:lt1>
      <a:dk2>
        <a:srgbClr val="082D49"/>
      </a:dk2>
      <a:lt2>
        <a:srgbClr val="F2F2F2"/>
      </a:lt2>
      <a:accent1>
        <a:srgbClr val="FCB912"/>
      </a:accent1>
      <a:accent2>
        <a:srgbClr val="AADCF2"/>
      </a:accent2>
      <a:accent3>
        <a:srgbClr val="1475D4"/>
      </a:accent3>
      <a:accent4>
        <a:srgbClr val="00C7CC"/>
      </a:accent4>
      <a:accent5>
        <a:srgbClr val="082D49"/>
      </a:accent5>
      <a:accent6>
        <a:srgbClr val="2E5E73"/>
      </a:accent6>
      <a:hlink>
        <a:srgbClr val="2E5E7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