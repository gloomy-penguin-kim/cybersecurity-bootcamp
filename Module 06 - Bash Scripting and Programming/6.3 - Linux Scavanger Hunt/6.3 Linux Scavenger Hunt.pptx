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6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2eb00afe1db_6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2eb00afe1db_6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2f7a78e95f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2f7a78e95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2f7a78e95f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2f7a78e95f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2f7a78e95f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2f7a78e95f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shutterstock_1202854222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2f7a78e95f3_0_9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g2f7a78e95f3_0_9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2f7a78e95f3_0_1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2f7a78e95f3_0_1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2f7a78e95f3_0_2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2f7a78e95f3_0_2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2f7a78e95f3_0_2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2f7a78e95f3_0_2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f6b54f9d13_0_10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2f6b54f9d13_0_10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2f6b54f9d13_0_10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2f6b54f9d13_0_10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2f0136018fe_0_2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2f0136018fe_0_2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2ec649b3119_0_1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2ec649b3119_0_1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16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21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31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4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2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s + Body text">
  <p:cSld name="CUSTOM_1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Right image layout">
  <p:cSld name="CUSTOM_6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>
            <p:ph idx="2" type="pic"/>
          </p:nvPr>
        </p:nvSpPr>
        <p:spPr>
          <a:xfrm>
            <a:off x="5943725" y="150"/>
            <a:ext cx="3200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3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right text layout">
  <p:cSld name="CUSTOM_3_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5943650" y="0"/>
            <a:ext cx="31965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6400800" y="725688"/>
            <a:ext cx="2286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6400800" y="1600088"/>
            <a:ext cx="2349300" cy="29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3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4"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image insert">
  <p:cSld name="CUSTOM_8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 rot="10800000">
            <a:off x="3453900" y="1729748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27" name="Google Shape;27;p5"/>
          <p:cNvCxnSpPr/>
          <p:nvPr/>
        </p:nvCxnSpPr>
        <p:spPr>
          <a:xfrm rot="10800000">
            <a:off x="3453900" y="3524825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8" name="Google Shape;28;p5"/>
          <p:cNvSpPr/>
          <p:nvPr>
            <p:ph idx="2" type="pic"/>
          </p:nvPr>
        </p:nvSpPr>
        <p:spPr>
          <a:xfrm>
            <a:off x="3657600" y="1371600"/>
            <a:ext cx="5029200" cy="2742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463231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3" type="body"/>
          </p:nvPr>
        </p:nvSpPr>
        <p:spPr>
          <a:xfrm>
            <a:off x="457200" y="1592650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4" type="body"/>
          </p:nvPr>
        </p:nvSpPr>
        <p:spPr>
          <a:xfrm>
            <a:off x="457200" y="3413275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Left image layout">
  <p:cSld name="CUSTOM_7_2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>
            <p:ph idx="2" type="pic"/>
          </p:nvPr>
        </p:nvSpPr>
        <p:spPr>
          <a:xfrm>
            <a:off x="0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3657600" y="1054550"/>
            <a:ext cx="5025600" cy="3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657601" y="146300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3" type="subTitle"/>
          </p:nvPr>
        </p:nvSpPr>
        <p:spPr>
          <a:xfrm>
            <a:off x="3661286" y="548650"/>
            <a:ext cx="502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 + Subheading blank">
  <p:cSld name="CUSTOM_21_2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0" name="Google Shape;40;p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7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 line (with bullets)">
  <p:cSld name="CUSTOM_2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6" name="Google Shape;46;p8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8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8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8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8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8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8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8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8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8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8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2" type="body"/>
          </p:nvPr>
        </p:nvSpPr>
        <p:spPr>
          <a:xfrm>
            <a:off x="914400" y="118875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3" type="body"/>
          </p:nvPr>
        </p:nvSpPr>
        <p:spPr>
          <a:xfrm>
            <a:off x="914400" y="187428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4" type="body"/>
          </p:nvPr>
        </p:nvSpPr>
        <p:spPr>
          <a:xfrm>
            <a:off x="914400" y="2559823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5" type="body"/>
          </p:nvPr>
        </p:nvSpPr>
        <p:spPr>
          <a:xfrm>
            <a:off x="914400" y="324536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6" type="body"/>
          </p:nvPr>
        </p:nvSpPr>
        <p:spPr>
          <a:xfrm>
            <a:off x="914400" y="393089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blank)">
  <p:cSld name="CUSTOM_21_2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9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With bullets)">
  <p:cSld name="CUSTOM_21_1_2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0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0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0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0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0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6" name="Google Shape;76;p10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7" name="Google Shape;77;p10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" name="Google Shape;78;p10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" name="Google Shape;79;p10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0" name="Google Shape;80;p10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0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0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0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0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 + Subheading blank">
  <p:cSld name="CUSTOM_1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Longer title" type="secHead">
  <p:cSld name="SECTION_HEADER">
    <p:bg>
      <p:bgPr>
        <a:solidFill>
          <a:schemeClr val="dk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2"/>
          <p:cNvCxnSpPr/>
          <p:nvPr/>
        </p:nvCxnSpPr>
        <p:spPr>
          <a:xfrm>
            <a:off x="4580627" y="16187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93" name="Google Shape;93;p12"/>
          <p:cNvSpPr txBox="1"/>
          <p:nvPr>
            <p:ph type="title"/>
          </p:nvPr>
        </p:nvSpPr>
        <p:spPr>
          <a:xfrm>
            <a:off x="4570700" y="1804650"/>
            <a:ext cx="4557900" cy="1215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4" name="Google Shape;94;p12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5" name="Google Shape;95;p12"/>
          <p:cNvSpPr txBox="1"/>
          <p:nvPr>
            <p:ph idx="2" type="subTitle"/>
          </p:nvPr>
        </p:nvSpPr>
        <p:spPr>
          <a:xfrm>
            <a:off x="4572000" y="32034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12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6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Shorter title">
  <p:cSld name="SECTION_HEADER_1_1">
    <p:bg>
      <p:bgPr>
        <a:solidFill>
          <a:schemeClr val="dk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" name="Google Shape;98;p13"/>
          <p:cNvCxnSpPr/>
          <p:nvPr/>
        </p:nvCxnSpPr>
        <p:spPr>
          <a:xfrm>
            <a:off x="4570695" y="1823650"/>
            <a:ext cx="9207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cxnSp>
        <p:nvCxnSpPr>
          <p:cNvPr id="99" name="Google Shape;99;p13"/>
          <p:cNvCxnSpPr/>
          <p:nvPr/>
        </p:nvCxnSpPr>
        <p:spPr>
          <a:xfrm>
            <a:off x="4580627" y="18235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100" name="Google Shape;100;p13"/>
          <p:cNvSpPr txBox="1"/>
          <p:nvPr>
            <p:ph type="title"/>
          </p:nvPr>
        </p:nvSpPr>
        <p:spPr>
          <a:xfrm>
            <a:off x="4570700" y="2028900"/>
            <a:ext cx="4557900" cy="719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1" type="subTitle"/>
          </p:nvPr>
        </p:nvSpPr>
        <p:spPr>
          <a:xfrm>
            <a:off x="4572000" y="1533250"/>
            <a:ext cx="4572000" cy="18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2" name="Google Shape;102;p13"/>
          <p:cNvSpPr txBox="1"/>
          <p:nvPr>
            <p:ph idx="2" type="subTitle"/>
          </p:nvPr>
        </p:nvSpPr>
        <p:spPr>
          <a:xfrm>
            <a:off x="4572000" y="28820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13"/>
          <p:cNvSpPr txBox="1"/>
          <p:nvPr/>
        </p:nvSpPr>
        <p:spPr>
          <a:xfrm>
            <a:off x="6058325" y="3097550"/>
            <a:ext cx="309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Blank">
  <p:cSld name="CUSTOM_26_1">
    <p:bg>
      <p:bgPr>
        <a:solidFill>
          <a:schemeClr val="dk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/>
          <p:nvPr>
            <p:ph type="title"/>
          </p:nvPr>
        </p:nvSpPr>
        <p:spPr>
          <a:xfrm>
            <a:off x="0" y="3073400"/>
            <a:ext cx="91440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07" name="Google Shape;107;p14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4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Next class">
  <p:cSld name="CUSTOM_10_1_1_1_2_2_1">
    <p:bg>
      <p:bgPr>
        <a:solidFill>
          <a:schemeClr val="dk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Next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lass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4429130" y="1541930"/>
            <a:ext cx="285844" cy="574072"/>
          </a:xfrm>
          <a:custGeom>
            <a:rect b="b" l="l" r="r" t="t"/>
            <a:pathLst>
              <a:path extrusionOk="0" fill="none" h="206130" w="102637">
                <a:moveTo>
                  <a:pt x="0" y="1"/>
                </a:moveTo>
                <a:lnTo>
                  <a:pt x="102637" y="103065"/>
                </a:lnTo>
                <a:lnTo>
                  <a:pt x="0" y="206129"/>
                </a:lnTo>
              </a:path>
            </a:pathLst>
          </a:custGeom>
          <a:solidFill>
            <a:srgbClr val="FFFFFF"/>
          </a:solidFill>
          <a:ln cap="rnd" cmpd="sng" w="28575">
            <a:solidFill>
              <a:srgbClr val="283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5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Time to Code">
  <p:cSld name="CUSTOM_10_1_1_1_2_2_1_1">
    <p:bg>
      <p:bgPr>
        <a:solidFill>
          <a:schemeClr val="dk2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/>
        </p:nvSpPr>
        <p:spPr>
          <a:xfrm>
            <a:off x="5901175" y="3977950"/>
            <a:ext cx="2785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0" y="3086100"/>
            <a:ext cx="91440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to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ode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36576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94290" y="1424853"/>
            <a:ext cx="1155368" cy="81814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>
            <p:ph idx="1" type="subTitle"/>
          </p:nvPr>
        </p:nvSpPr>
        <p:spPr>
          <a:xfrm>
            <a:off x="5029200" y="4245725"/>
            <a:ext cx="365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hallenge">
  <p:cSld name="CUSTOM_10_1_1_1_2_1_1">
    <p:bg>
      <p:bgPr>
        <a:solidFill>
          <a:schemeClr val="dk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Challenge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2" name="Google Shape;122;p1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17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72546" y="1094559"/>
            <a:ext cx="1390807" cy="1212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ourse overview">
  <p:cSld name="CUSTOM_10_1_1_1_2_1_1_1">
    <p:bg>
      <p:bgPr>
        <a:solidFill>
          <a:schemeClr val="dk2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ourse overview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7" name="Google Shape;127;p1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18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96605" y="1339647"/>
            <a:ext cx="950800" cy="97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lank slide">
  <p:cSld name="CUSTOM_26_1_1">
    <p:bg>
      <p:bgPr>
        <a:solidFill>
          <a:schemeClr val="dk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0" y="3072384"/>
            <a:ext cx="91440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Welcome page">
  <p:cSld name="CUSTOM_26_1_1_1">
    <p:bg>
      <p:bgPr>
        <a:solidFill>
          <a:schemeClr val="dk2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Welcome</a:t>
            </a:r>
            <a:endParaRPr b="1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5" name="Google Shape;13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84112" y="1371590"/>
            <a:ext cx="1776025" cy="1324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Conclusion">
  <p:cSld name="CUSTOM_26_1_1_1_1">
    <p:bg>
      <p:bgPr>
        <a:solidFill>
          <a:schemeClr val="dk2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Conclusion</a:t>
            </a:r>
            <a:endParaRPr b="1" sz="4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8" name="Google Shape;13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8275" y="1452275"/>
            <a:ext cx="1047450" cy="120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's up! Let's review">
  <p:cSld name="CUSTOM_10_2_1_1_1">
    <p:bg>
      <p:bgPr>
        <a:solidFill>
          <a:schemeClr val="dk2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56863" y="1371602"/>
            <a:ext cx="1430525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2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Time’s up!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22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review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reak">
  <p:cSld name="CUSTOM_10_1">
    <p:bg>
      <p:bgPr>
        <a:solidFill>
          <a:schemeClr val="dk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61200" y="1371599"/>
            <a:ext cx="1421602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3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Break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 mins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 for a quick review">
  <p:cSld name="CUSTOM_10_1_1_2">
    <p:bg>
      <p:bgPr>
        <a:solidFill>
          <a:schemeClr val="dk2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2162" y="1448847"/>
            <a:ext cx="1699675" cy="1224853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4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for a quick video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Peer review">
  <p:cSld name="CUSTOM_10_1_1_1_3">
    <p:bg>
      <p:bgPr>
        <a:solidFill>
          <a:schemeClr val="dk2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53000"/>
            <a:ext cx="1291550" cy="129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Peer review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Let's recap">
  <p:cSld name="CUSTOM_10_1_1_1_2">
    <p:bg>
      <p:bgPr>
        <a:solidFill>
          <a:schemeClr val="dk2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35359"/>
            <a:ext cx="1291550" cy="1326833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6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recap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Office hours">
  <p:cSld name="CUSTOM_10_1_1_1_2_3_2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92850" y="1583850"/>
            <a:ext cx="2158300" cy="11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7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Office hours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Slack slide">
  <p:cSld name="CUSTOM_10_1_1_1_2_3_1">
    <p:bg>
      <p:bgPr>
        <a:solidFill>
          <a:schemeClr val="dk2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Class Slack Channel: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2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63" name="Google Shape;163;p28"/>
          <p:cNvPicPr preferRelativeResize="0"/>
          <p:nvPr/>
        </p:nvPicPr>
        <p:blipFill rotWithShape="1">
          <a:blip r:embed="rId2">
            <a:alphaModFix/>
          </a:blip>
          <a:srcRect b="24412" l="9534" r="69121" t="23790"/>
          <a:stretch/>
        </p:blipFill>
        <p:spPr>
          <a:xfrm>
            <a:off x="3876275" y="1390350"/>
            <a:ext cx="1391451" cy="138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hank you">
  <p:cSld name="CUSTOM_10_1_1_1_2_1_2">
    <p:bg>
      <p:bgPr>
        <a:solidFill>
          <a:schemeClr val="dk2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/>
        </p:nvSpPr>
        <p:spPr>
          <a:xfrm>
            <a:off x="0" y="3073400"/>
            <a:ext cx="9144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6" name="Google Shape;166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3775" y="1371600"/>
            <a:ext cx="1376700" cy="137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Questions">
  <p:cSld name="CUSTOM_10_1_1_1_1_2">
    <p:bg>
      <p:bgPr>
        <a:solidFill>
          <a:schemeClr val="dk2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/>
        </p:nvSpPr>
        <p:spPr>
          <a:xfrm>
            <a:off x="0" y="305495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6873" y="1589513"/>
            <a:ext cx="1690255" cy="13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653025" y="4126875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0"/>
          <p:cNvPicPr preferRelativeResize="0"/>
          <p:nvPr/>
        </p:nvPicPr>
        <p:blipFill rotWithShape="1">
          <a:blip r:embed="rId3">
            <a:alphaModFix/>
          </a:blip>
          <a:srcRect b="19664" l="0" r="0" t="0"/>
          <a:stretch/>
        </p:blipFill>
        <p:spPr>
          <a:xfrm flipH="1">
            <a:off x="1651350" y="4364000"/>
            <a:ext cx="783075" cy="9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0"/>
          <p:cNvPicPr preferRelativeResize="0"/>
          <p:nvPr/>
        </p:nvPicPr>
        <p:blipFill rotWithShape="1">
          <a:blip r:embed="rId3">
            <a:alphaModFix/>
          </a:blip>
          <a:srcRect b="30598" l="0" r="0" t="0"/>
          <a:stretch/>
        </p:blipFill>
        <p:spPr>
          <a:xfrm flipH="1">
            <a:off x="3638200" y="4387525"/>
            <a:ext cx="712575" cy="7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2655487" y="3973275"/>
            <a:ext cx="982713" cy="13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4517888" y="4134937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0"/>
          <p:cNvPicPr preferRelativeResize="0"/>
          <p:nvPr/>
        </p:nvPicPr>
        <p:blipFill rotWithShape="1">
          <a:blip r:embed="rId3">
            <a:alphaModFix/>
          </a:blip>
          <a:srcRect b="5686" l="0" r="0" t="0"/>
          <a:stretch/>
        </p:blipFill>
        <p:spPr>
          <a:xfrm flipH="1">
            <a:off x="5979175" y="4168652"/>
            <a:ext cx="783075" cy="11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650" y="3973275"/>
            <a:ext cx="870750" cy="13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C - Instructor Demonstration">
  <p:cSld name="CUSTOM_10_2">
    <p:bg>
      <p:bgPr>
        <a:solidFill>
          <a:schemeClr val="dk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79" name="Google Shape;179;p31"/>
          <p:cNvSpPr/>
          <p:nvPr/>
        </p:nvSpPr>
        <p:spPr>
          <a:xfrm>
            <a:off x="3657600" y="919500"/>
            <a:ext cx="1828800" cy="182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1"/>
          <p:cNvSpPr txBox="1"/>
          <p:nvPr/>
        </p:nvSpPr>
        <p:spPr>
          <a:xfrm>
            <a:off x="311700" y="3073125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Instructor</a:t>
            </a:r>
            <a:r>
              <a:rPr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Demonstration</a:t>
            </a:r>
            <a:endParaRPr i="0" sz="24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81" name="Google Shape;181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34596" y="1424818"/>
            <a:ext cx="1274808" cy="818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D - Blank chapter title slide">
  <p:cSld name="CUSTOM_26_2">
    <p:bg>
      <p:bgPr>
        <a:solidFill>
          <a:schemeClr val="accent2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blank)">
  <p:cSld name="CUSTOM_21_2_2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5" name="Google Shape;185;p33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86" name="Google Shape;186;p33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3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89" name="Google Shape;189;p33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with bullets)">
  <p:cSld name="CUSTOM_21_2_3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1" name="Google Shape;191;p34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92" name="Google Shape;192;p34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4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34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4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4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4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4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4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1" name="Google Shape;201;p34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2" name="Google Shape;202;p34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3" name="Google Shape;203;p34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4" name="Google Shape;204;p34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5" name="Google Shape;205;p34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4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4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4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4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4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blank)">
  <p:cSld name="CUSTOM_21_2_2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2" name="Google Shape;212;p35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3" name="Google Shape;213;p35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5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35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with bullets)">
  <p:cSld name="CUSTOM_21_2_2_1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8" name="Google Shape;218;p36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9" name="Google Shape;219;p36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6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6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6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6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6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6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7" name="Google Shape;227;p36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36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9" name="Google Shape;229;p36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0" name="Google Shape;230;p36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1" name="Google Shape;231;p36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6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6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6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6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6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36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7"/>
          <p:cNvSpPr txBox="1"/>
          <p:nvPr/>
        </p:nvSpPr>
        <p:spPr>
          <a:xfrm>
            <a:off x="4572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01.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37"/>
          <p:cNvSpPr txBox="1"/>
          <p:nvPr/>
        </p:nvSpPr>
        <p:spPr>
          <a:xfrm>
            <a:off x="457197" y="206217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02.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37"/>
          <p:cNvSpPr txBox="1"/>
          <p:nvPr/>
        </p:nvSpPr>
        <p:spPr>
          <a:xfrm>
            <a:off x="457204" y="253925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03.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37"/>
          <p:cNvSpPr txBox="1"/>
          <p:nvPr/>
        </p:nvSpPr>
        <p:spPr>
          <a:xfrm>
            <a:off x="457197" y="298165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04.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37"/>
          <p:cNvSpPr txBox="1"/>
          <p:nvPr/>
        </p:nvSpPr>
        <p:spPr>
          <a:xfrm>
            <a:off x="457200" y="344330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05.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37"/>
          <p:cNvSpPr txBox="1"/>
          <p:nvPr/>
        </p:nvSpPr>
        <p:spPr>
          <a:xfrm>
            <a:off x="45638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06.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37"/>
          <p:cNvSpPr txBox="1"/>
          <p:nvPr/>
        </p:nvSpPr>
        <p:spPr>
          <a:xfrm>
            <a:off x="4563800" y="206488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07.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37"/>
          <p:cNvSpPr txBox="1"/>
          <p:nvPr/>
        </p:nvSpPr>
        <p:spPr>
          <a:xfrm>
            <a:off x="4563800" y="2529587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08.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37"/>
          <p:cNvSpPr txBox="1"/>
          <p:nvPr/>
        </p:nvSpPr>
        <p:spPr>
          <a:xfrm>
            <a:off x="4563800" y="298162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09.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37"/>
          <p:cNvSpPr txBox="1"/>
          <p:nvPr/>
        </p:nvSpPr>
        <p:spPr>
          <a:xfrm>
            <a:off x="4563800" y="344473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0" name="Google Shape;250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425" y="301475"/>
            <a:ext cx="287550" cy="364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1" name="Google Shape;251;p37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52" name="Google Shape;252;p3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53" name="Google Shape;253;p37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Table of Contents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37"/>
          <p:cNvSpPr txBox="1"/>
          <p:nvPr>
            <p:ph idx="2" type="body"/>
          </p:nvPr>
        </p:nvSpPr>
        <p:spPr>
          <a:xfrm>
            <a:off x="914400" y="160934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5" name="Google Shape;255;p37"/>
          <p:cNvSpPr txBox="1"/>
          <p:nvPr>
            <p:ph idx="3" type="body"/>
          </p:nvPr>
        </p:nvSpPr>
        <p:spPr>
          <a:xfrm>
            <a:off x="914400" y="343556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6" name="Google Shape;256;p37"/>
          <p:cNvSpPr txBox="1"/>
          <p:nvPr>
            <p:ph idx="4" type="body"/>
          </p:nvPr>
        </p:nvSpPr>
        <p:spPr>
          <a:xfrm>
            <a:off x="914400" y="206590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7" name="Google Shape;257;p37"/>
          <p:cNvSpPr txBox="1"/>
          <p:nvPr>
            <p:ph idx="5" type="body"/>
          </p:nvPr>
        </p:nvSpPr>
        <p:spPr>
          <a:xfrm>
            <a:off x="914400" y="2522456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8" name="Google Shape;258;p37"/>
          <p:cNvSpPr txBox="1"/>
          <p:nvPr>
            <p:ph idx="6" type="body"/>
          </p:nvPr>
        </p:nvSpPr>
        <p:spPr>
          <a:xfrm>
            <a:off x="914400" y="297900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9" name="Google Shape;259;p37"/>
          <p:cNvSpPr txBox="1"/>
          <p:nvPr>
            <p:ph idx="7" type="body"/>
          </p:nvPr>
        </p:nvSpPr>
        <p:spPr>
          <a:xfrm>
            <a:off x="5029200" y="16093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0" name="Google Shape;260;p37"/>
          <p:cNvSpPr txBox="1"/>
          <p:nvPr>
            <p:ph idx="8" type="body"/>
          </p:nvPr>
        </p:nvSpPr>
        <p:spPr>
          <a:xfrm>
            <a:off x="5029200" y="34355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1" name="Google Shape;261;p37"/>
          <p:cNvSpPr txBox="1"/>
          <p:nvPr>
            <p:ph idx="9" type="body"/>
          </p:nvPr>
        </p:nvSpPr>
        <p:spPr>
          <a:xfrm>
            <a:off x="5029200" y="20659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2" name="Google Shape;262;p37"/>
          <p:cNvSpPr txBox="1"/>
          <p:nvPr>
            <p:ph idx="13" type="body"/>
          </p:nvPr>
        </p:nvSpPr>
        <p:spPr>
          <a:xfrm>
            <a:off x="5029200" y="2522451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3" name="Google Shape;263;p37"/>
          <p:cNvSpPr txBox="1"/>
          <p:nvPr>
            <p:ph idx="14" type="body"/>
          </p:nvPr>
        </p:nvSpPr>
        <p:spPr>
          <a:xfrm>
            <a:off x="5029200" y="29790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72">
          <p15:clr>
            <a:srgbClr val="E46962"/>
          </p15:clr>
        </p15:guide>
        <p15:guide id="2" pos="2884">
          <p15:clr>
            <a:srgbClr val="E46962"/>
          </p15:clr>
        </p15:guide>
        <p15:guide id="3" pos="3168">
          <p15:clr>
            <a:srgbClr val="E46962"/>
          </p15:clr>
        </p15:guide>
        <p15:guide id="4" orient="horz" pos="288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">
  <p:cSld name="CUSTOM_23">
    <p:bg>
      <p:bgPr>
        <a:solidFill>
          <a:srgbClr val="F2F2F2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8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38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8" name="Google Shape;268;p38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38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70" name="Google Shape;270;p38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71" name="Google Shape;27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8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73" name="Google Shape;273;p38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(Class activity)">
  <p:cSld name="CUSTOM_23_2">
    <p:bg>
      <p:bgPr>
        <a:solidFill>
          <a:srgbClr val="F2F2F2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9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Class </a:t>
            </a: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39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8" name="Google Shape;278;p39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9" name="Google Shape;279;p39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80" name="Google Shape;280;p39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81" name="Google Shape;28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9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83" name="Google Shape;283;p39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s">
  <p:cSld name="CUSTOM_22_1_1">
    <p:bg>
      <p:bgPr>
        <a:solidFill>
          <a:schemeClr val="lt2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0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40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Google Shape;287;p40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40"/>
          <p:cNvSpPr txBox="1"/>
          <p:nvPr>
            <p:ph idx="1" type="body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>
            <a:lvl1pPr indent="-444500" lvl="0" marL="4572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1pPr>
            <a:lvl2pPr indent="-444500" lvl="1" marL="9144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2pPr>
            <a:lvl3pPr indent="-444500" lvl="2" marL="13716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3pPr>
            <a:lvl4pPr indent="-444500" lvl="3" marL="18288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4pPr>
            <a:lvl5pPr indent="-444500" lvl="4" marL="22860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5pPr>
            <a:lvl6pPr indent="-444500" lvl="5" marL="27432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6pPr>
            <a:lvl7pPr indent="-444500" lvl="6" marL="32004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7pPr>
            <a:lvl8pPr indent="-444500" lvl="7" marL="36576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8pPr>
            <a:lvl9pPr indent="-444500" lvl="8" marL="41148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Key Idea">
  <p:cSld name="CUSTOM_4">
    <p:bg>
      <p:bgPr>
        <a:solidFill>
          <a:schemeClr val="lt2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1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0550" y="18616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1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1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estion">
  <p:cSld name="CUSTOM_4_1_2_1">
    <p:bg>
      <p:bgPr>
        <a:solidFill>
          <a:schemeClr val="lt2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2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6" name="Google Shape;296;p42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7875" y="2012779"/>
            <a:ext cx="1003696" cy="1489696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2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otation">
  <p:cSld name="CUSTOM_4_1_1">
    <p:bg>
      <p:bgPr>
        <a:solidFill>
          <a:schemeClr val="lt2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3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1" name="Google Shape;301;p43"/>
          <p:cNvGrpSpPr/>
          <p:nvPr/>
        </p:nvGrpSpPr>
        <p:grpSpPr>
          <a:xfrm>
            <a:off x="1074625" y="2258150"/>
            <a:ext cx="1473491" cy="980288"/>
            <a:chOff x="1074625" y="2258150"/>
            <a:chExt cx="1473491" cy="980288"/>
          </a:xfrm>
        </p:grpSpPr>
        <p:sp>
          <p:nvSpPr>
            <p:cNvPr id="302" name="Google Shape;302;p43"/>
            <p:cNvSpPr/>
            <p:nvPr/>
          </p:nvSpPr>
          <p:spPr>
            <a:xfrm>
              <a:off x="1074625" y="2258150"/>
              <a:ext cx="704970" cy="980288"/>
            </a:xfrm>
            <a:custGeom>
              <a:rect b="b" l="l" r="r" t="t"/>
              <a:pathLst>
                <a:path extrusionOk="0" fill="none" h="79682" w="57303">
                  <a:moveTo>
                    <a:pt x="12677" y="79681"/>
                  </a:moveTo>
                  <a:lnTo>
                    <a:pt x="12677" y="79681"/>
                  </a:lnTo>
                  <a:lnTo>
                    <a:pt x="15652" y="75283"/>
                  </a:lnTo>
                  <a:lnTo>
                    <a:pt x="17980" y="71403"/>
                  </a:lnTo>
                  <a:lnTo>
                    <a:pt x="19920" y="67910"/>
                  </a:lnTo>
                  <a:lnTo>
                    <a:pt x="21343" y="64806"/>
                  </a:lnTo>
                  <a:lnTo>
                    <a:pt x="22378" y="62090"/>
                  </a:lnTo>
                  <a:lnTo>
                    <a:pt x="23025" y="59891"/>
                  </a:lnTo>
                  <a:lnTo>
                    <a:pt x="23413" y="58080"/>
                  </a:lnTo>
                  <a:lnTo>
                    <a:pt x="23542" y="56786"/>
                  </a:lnTo>
                  <a:lnTo>
                    <a:pt x="23542" y="56786"/>
                  </a:lnTo>
                  <a:lnTo>
                    <a:pt x="21084" y="56139"/>
                  </a:lnTo>
                  <a:lnTo>
                    <a:pt x="18627" y="55363"/>
                  </a:lnTo>
                  <a:lnTo>
                    <a:pt x="16428" y="54458"/>
                  </a:lnTo>
                  <a:lnTo>
                    <a:pt x="14229" y="53294"/>
                  </a:lnTo>
                  <a:lnTo>
                    <a:pt x="12159" y="52000"/>
                  </a:lnTo>
                  <a:lnTo>
                    <a:pt x="10219" y="50448"/>
                  </a:lnTo>
                  <a:lnTo>
                    <a:pt x="8408" y="48896"/>
                  </a:lnTo>
                  <a:lnTo>
                    <a:pt x="6726" y="47085"/>
                  </a:lnTo>
                  <a:lnTo>
                    <a:pt x="5304" y="45144"/>
                  </a:lnTo>
                  <a:lnTo>
                    <a:pt x="4010" y="43075"/>
                  </a:lnTo>
                  <a:lnTo>
                    <a:pt x="2846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518" y="33761"/>
                  </a:lnTo>
                  <a:lnTo>
                    <a:pt x="129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259" y="25742"/>
                  </a:lnTo>
                  <a:lnTo>
                    <a:pt x="647" y="22896"/>
                  </a:lnTo>
                  <a:lnTo>
                    <a:pt x="1294" y="20050"/>
                  </a:lnTo>
                  <a:lnTo>
                    <a:pt x="2328" y="17463"/>
                  </a:lnTo>
                  <a:lnTo>
                    <a:pt x="3493" y="15005"/>
                  </a:lnTo>
                  <a:lnTo>
                    <a:pt x="4915" y="12677"/>
                  </a:lnTo>
                  <a:lnTo>
                    <a:pt x="6597" y="10478"/>
                  </a:lnTo>
                  <a:lnTo>
                    <a:pt x="8408" y="8409"/>
                  </a:lnTo>
                  <a:lnTo>
                    <a:pt x="10478" y="6598"/>
                  </a:lnTo>
                  <a:lnTo>
                    <a:pt x="12677" y="4916"/>
                  </a:lnTo>
                  <a:lnTo>
                    <a:pt x="15005" y="3493"/>
                  </a:lnTo>
                  <a:lnTo>
                    <a:pt x="17592" y="2200"/>
                  </a:lnTo>
                  <a:lnTo>
                    <a:pt x="20179" y="1294"/>
                  </a:lnTo>
                  <a:lnTo>
                    <a:pt x="22895" y="647"/>
                  </a:lnTo>
                  <a:lnTo>
                    <a:pt x="25741" y="130"/>
                  </a:lnTo>
                  <a:lnTo>
                    <a:pt x="28716" y="1"/>
                  </a:lnTo>
                  <a:lnTo>
                    <a:pt x="28716" y="1"/>
                  </a:lnTo>
                  <a:lnTo>
                    <a:pt x="31562" y="130"/>
                  </a:lnTo>
                  <a:lnTo>
                    <a:pt x="34408" y="647"/>
                  </a:lnTo>
                  <a:lnTo>
                    <a:pt x="37124" y="1294"/>
                  </a:lnTo>
                  <a:lnTo>
                    <a:pt x="39840" y="2200"/>
                  </a:lnTo>
                  <a:lnTo>
                    <a:pt x="42298" y="3493"/>
                  </a:lnTo>
                  <a:lnTo>
                    <a:pt x="44626" y="4916"/>
                  </a:lnTo>
                  <a:lnTo>
                    <a:pt x="46825" y="6598"/>
                  </a:lnTo>
                  <a:lnTo>
                    <a:pt x="48895" y="8409"/>
                  </a:lnTo>
                  <a:lnTo>
                    <a:pt x="50706" y="10478"/>
                  </a:lnTo>
                  <a:lnTo>
                    <a:pt x="52388" y="12677"/>
                  </a:lnTo>
                  <a:lnTo>
                    <a:pt x="53810" y="15005"/>
                  </a:lnTo>
                  <a:lnTo>
                    <a:pt x="54975" y="17463"/>
                  </a:lnTo>
                  <a:lnTo>
                    <a:pt x="56009" y="20050"/>
                  </a:lnTo>
                  <a:lnTo>
                    <a:pt x="56656" y="22896"/>
                  </a:lnTo>
                  <a:lnTo>
                    <a:pt x="57174" y="25742"/>
                  </a:lnTo>
                  <a:lnTo>
                    <a:pt x="57303" y="28587"/>
                  </a:lnTo>
                  <a:lnTo>
                    <a:pt x="57303" y="28587"/>
                  </a:lnTo>
                  <a:lnTo>
                    <a:pt x="57174" y="31562"/>
                  </a:lnTo>
                  <a:lnTo>
                    <a:pt x="56915" y="34279"/>
                  </a:lnTo>
                  <a:lnTo>
                    <a:pt x="56398" y="37125"/>
                  </a:lnTo>
                  <a:lnTo>
                    <a:pt x="55751" y="39712"/>
                  </a:lnTo>
                  <a:lnTo>
                    <a:pt x="54845" y="42299"/>
                  </a:lnTo>
                  <a:lnTo>
                    <a:pt x="53940" y="44886"/>
                  </a:lnTo>
                  <a:lnTo>
                    <a:pt x="52776" y="47214"/>
                  </a:lnTo>
                  <a:lnTo>
                    <a:pt x="51611" y="49542"/>
                  </a:lnTo>
                  <a:lnTo>
                    <a:pt x="50189" y="51871"/>
                  </a:lnTo>
                  <a:lnTo>
                    <a:pt x="48766" y="54070"/>
                  </a:lnTo>
                  <a:lnTo>
                    <a:pt x="47214" y="56139"/>
                  </a:lnTo>
                  <a:lnTo>
                    <a:pt x="45532" y="58209"/>
                  </a:lnTo>
                  <a:lnTo>
                    <a:pt x="43850" y="60020"/>
                  </a:lnTo>
                  <a:lnTo>
                    <a:pt x="42039" y="61960"/>
                  </a:lnTo>
                  <a:lnTo>
                    <a:pt x="40229" y="63642"/>
                  </a:lnTo>
                  <a:lnTo>
                    <a:pt x="38288" y="65323"/>
                  </a:lnTo>
                  <a:lnTo>
                    <a:pt x="36477" y="66876"/>
                  </a:lnTo>
                  <a:lnTo>
                    <a:pt x="34537" y="68428"/>
                  </a:lnTo>
                  <a:lnTo>
                    <a:pt x="30786" y="71144"/>
                  </a:lnTo>
                  <a:lnTo>
                    <a:pt x="27035" y="73472"/>
                  </a:lnTo>
                  <a:lnTo>
                    <a:pt x="23413" y="75413"/>
                  </a:lnTo>
                  <a:lnTo>
                    <a:pt x="20050" y="77094"/>
                  </a:lnTo>
                  <a:lnTo>
                    <a:pt x="17204" y="78388"/>
                  </a:lnTo>
                  <a:lnTo>
                    <a:pt x="14617" y="79164"/>
                  </a:lnTo>
                  <a:lnTo>
                    <a:pt x="12677" y="79681"/>
                  </a:lnTo>
                  <a:lnTo>
                    <a:pt x="12677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43"/>
            <p:cNvSpPr/>
            <p:nvPr/>
          </p:nvSpPr>
          <p:spPr>
            <a:xfrm>
              <a:off x="1844733" y="2258150"/>
              <a:ext cx="703383" cy="980288"/>
            </a:xfrm>
            <a:custGeom>
              <a:rect b="b" l="l" r="r" t="t"/>
              <a:pathLst>
                <a:path extrusionOk="0" fill="none" h="79682" w="57174">
                  <a:moveTo>
                    <a:pt x="12548" y="79681"/>
                  </a:moveTo>
                  <a:lnTo>
                    <a:pt x="12548" y="79681"/>
                  </a:lnTo>
                  <a:lnTo>
                    <a:pt x="15523" y="75283"/>
                  </a:lnTo>
                  <a:lnTo>
                    <a:pt x="17980" y="71403"/>
                  </a:lnTo>
                  <a:lnTo>
                    <a:pt x="19791" y="67910"/>
                  </a:lnTo>
                  <a:lnTo>
                    <a:pt x="21214" y="64806"/>
                  </a:lnTo>
                  <a:lnTo>
                    <a:pt x="22249" y="62090"/>
                  </a:lnTo>
                  <a:lnTo>
                    <a:pt x="22896" y="59891"/>
                  </a:lnTo>
                  <a:lnTo>
                    <a:pt x="23284" y="58080"/>
                  </a:lnTo>
                  <a:lnTo>
                    <a:pt x="23413" y="56786"/>
                  </a:lnTo>
                  <a:lnTo>
                    <a:pt x="23413" y="56786"/>
                  </a:lnTo>
                  <a:lnTo>
                    <a:pt x="20955" y="56139"/>
                  </a:lnTo>
                  <a:lnTo>
                    <a:pt x="18498" y="55363"/>
                  </a:lnTo>
                  <a:lnTo>
                    <a:pt x="16299" y="54458"/>
                  </a:lnTo>
                  <a:lnTo>
                    <a:pt x="14100" y="53294"/>
                  </a:lnTo>
                  <a:lnTo>
                    <a:pt x="12030" y="52000"/>
                  </a:lnTo>
                  <a:lnTo>
                    <a:pt x="10090" y="50448"/>
                  </a:lnTo>
                  <a:lnTo>
                    <a:pt x="8279" y="48896"/>
                  </a:lnTo>
                  <a:lnTo>
                    <a:pt x="6727" y="47085"/>
                  </a:lnTo>
                  <a:lnTo>
                    <a:pt x="5174" y="45144"/>
                  </a:lnTo>
                  <a:lnTo>
                    <a:pt x="3881" y="43075"/>
                  </a:lnTo>
                  <a:lnTo>
                    <a:pt x="2717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388" y="33761"/>
                  </a:lnTo>
                  <a:lnTo>
                    <a:pt x="130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130" y="25742"/>
                  </a:lnTo>
                  <a:lnTo>
                    <a:pt x="518" y="22896"/>
                  </a:lnTo>
                  <a:lnTo>
                    <a:pt x="1294" y="20050"/>
                  </a:lnTo>
                  <a:lnTo>
                    <a:pt x="2199" y="17463"/>
                  </a:lnTo>
                  <a:lnTo>
                    <a:pt x="3364" y="15005"/>
                  </a:lnTo>
                  <a:lnTo>
                    <a:pt x="4786" y="12677"/>
                  </a:lnTo>
                  <a:lnTo>
                    <a:pt x="6468" y="10478"/>
                  </a:lnTo>
                  <a:lnTo>
                    <a:pt x="8279" y="8409"/>
                  </a:lnTo>
                  <a:lnTo>
                    <a:pt x="10349" y="6598"/>
                  </a:lnTo>
                  <a:lnTo>
                    <a:pt x="12548" y="4916"/>
                  </a:lnTo>
                  <a:lnTo>
                    <a:pt x="14876" y="3493"/>
                  </a:lnTo>
                  <a:lnTo>
                    <a:pt x="17463" y="2200"/>
                  </a:lnTo>
                  <a:lnTo>
                    <a:pt x="20050" y="1294"/>
                  </a:lnTo>
                  <a:lnTo>
                    <a:pt x="22766" y="647"/>
                  </a:lnTo>
                  <a:lnTo>
                    <a:pt x="25612" y="130"/>
                  </a:lnTo>
                  <a:lnTo>
                    <a:pt x="28587" y="1"/>
                  </a:lnTo>
                  <a:lnTo>
                    <a:pt x="28587" y="1"/>
                  </a:lnTo>
                  <a:lnTo>
                    <a:pt x="31433" y="130"/>
                  </a:lnTo>
                  <a:lnTo>
                    <a:pt x="34279" y="647"/>
                  </a:lnTo>
                  <a:lnTo>
                    <a:pt x="37124" y="1294"/>
                  </a:lnTo>
                  <a:lnTo>
                    <a:pt x="39711" y="2200"/>
                  </a:lnTo>
                  <a:lnTo>
                    <a:pt x="42169" y="3493"/>
                  </a:lnTo>
                  <a:lnTo>
                    <a:pt x="44627" y="4916"/>
                  </a:lnTo>
                  <a:lnTo>
                    <a:pt x="46826" y="6598"/>
                  </a:lnTo>
                  <a:lnTo>
                    <a:pt x="48766" y="8409"/>
                  </a:lnTo>
                  <a:lnTo>
                    <a:pt x="50706" y="10478"/>
                  </a:lnTo>
                  <a:lnTo>
                    <a:pt x="52259" y="12677"/>
                  </a:lnTo>
                  <a:lnTo>
                    <a:pt x="53681" y="15005"/>
                  </a:lnTo>
                  <a:lnTo>
                    <a:pt x="54975" y="17463"/>
                  </a:lnTo>
                  <a:lnTo>
                    <a:pt x="55880" y="20050"/>
                  </a:lnTo>
                  <a:lnTo>
                    <a:pt x="56657" y="22896"/>
                  </a:lnTo>
                  <a:lnTo>
                    <a:pt x="57045" y="25742"/>
                  </a:lnTo>
                  <a:lnTo>
                    <a:pt x="57174" y="28587"/>
                  </a:lnTo>
                  <a:lnTo>
                    <a:pt x="57174" y="28587"/>
                  </a:lnTo>
                  <a:lnTo>
                    <a:pt x="57045" y="31562"/>
                  </a:lnTo>
                  <a:lnTo>
                    <a:pt x="56786" y="34279"/>
                  </a:lnTo>
                  <a:lnTo>
                    <a:pt x="56268" y="37125"/>
                  </a:lnTo>
                  <a:lnTo>
                    <a:pt x="55622" y="39712"/>
                  </a:lnTo>
                  <a:lnTo>
                    <a:pt x="54846" y="42299"/>
                  </a:lnTo>
                  <a:lnTo>
                    <a:pt x="53811" y="44886"/>
                  </a:lnTo>
                  <a:lnTo>
                    <a:pt x="52776" y="47214"/>
                  </a:lnTo>
                  <a:lnTo>
                    <a:pt x="51482" y="49542"/>
                  </a:lnTo>
                  <a:lnTo>
                    <a:pt x="50060" y="51871"/>
                  </a:lnTo>
                  <a:lnTo>
                    <a:pt x="48637" y="54070"/>
                  </a:lnTo>
                  <a:lnTo>
                    <a:pt x="47084" y="56139"/>
                  </a:lnTo>
                  <a:lnTo>
                    <a:pt x="45403" y="58209"/>
                  </a:lnTo>
                  <a:lnTo>
                    <a:pt x="43721" y="60020"/>
                  </a:lnTo>
                  <a:lnTo>
                    <a:pt x="41910" y="61960"/>
                  </a:lnTo>
                  <a:lnTo>
                    <a:pt x="40099" y="63642"/>
                  </a:lnTo>
                  <a:lnTo>
                    <a:pt x="38289" y="65323"/>
                  </a:lnTo>
                  <a:lnTo>
                    <a:pt x="36348" y="66876"/>
                  </a:lnTo>
                  <a:lnTo>
                    <a:pt x="34408" y="68428"/>
                  </a:lnTo>
                  <a:lnTo>
                    <a:pt x="30657" y="71144"/>
                  </a:lnTo>
                  <a:lnTo>
                    <a:pt x="26906" y="73472"/>
                  </a:lnTo>
                  <a:lnTo>
                    <a:pt x="23284" y="75413"/>
                  </a:lnTo>
                  <a:lnTo>
                    <a:pt x="20050" y="77094"/>
                  </a:lnTo>
                  <a:lnTo>
                    <a:pt x="17075" y="78388"/>
                  </a:lnTo>
                  <a:lnTo>
                    <a:pt x="14488" y="79164"/>
                  </a:lnTo>
                  <a:lnTo>
                    <a:pt x="12548" y="79681"/>
                  </a:lnTo>
                  <a:lnTo>
                    <a:pt x="12548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4" name="Google Shape;304;p43"/>
          <p:cNvSpPr txBox="1"/>
          <p:nvPr>
            <p:ph idx="1" type="subTitle"/>
          </p:nvPr>
        </p:nvSpPr>
        <p:spPr>
          <a:xfrm>
            <a:off x="459100" y="4189950"/>
            <a:ext cx="27414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305" name="Google Shape;305;p43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43"/>
          <p:cNvSpPr txBox="1"/>
          <p:nvPr>
            <p:ph idx="2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Tip or Answer">
  <p:cSld name="CUSTOM_4_1_1_1">
    <p:bg>
      <p:bgPr>
        <a:solidFill>
          <a:schemeClr val="lt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4"/>
          <p:cNvSpPr/>
          <p:nvPr/>
        </p:nvSpPr>
        <p:spPr>
          <a:xfrm>
            <a:off x="459100" y="1380744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p44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670" y="1896525"/>
            <a:ext cx="1724260" cy="162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44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are Your Answers">
  <p:cSld name="CUSTOM_10_1_1_1_1_1_2">
    <p:bg>
      <p:bgPr>
        <a:solidFill>
          <a:srgbClr val="F2F2F2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5"/>
          <p:cNvSpPr/>
          <p:nvPr/>
        </p:nvSpPr>
        <p:spPr>
          <a:xfrm flipH="1">
            <a:off x="1251238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5"/>
          <p:cNvSpPr/>
          <p:nvPr/>
        </p:nvSpPr>
        <p:spPr>
          <a:xfrm>
            <a:off x="5449563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5"/>
          <p:cNvSpPr/>
          <p:nvPr/>
        </p:nvSpPr>
        <p:spPr>
          <a:xfrm>
            <a:off x="3586938" y="1399275"/>
            <a:ext cx="1994400" cy="19947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5"/>
          <p:cNvSpPr txBox="1"/>
          <p:nvPr/>
        </p:nvSpPr>
        <p:spPr>
          <a:xfrm>
            <a:off x="14183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Share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45"/>
          <p:cNvSpPr txBox="1"/>
          <p:nvPr/>
        </p:nvSpPr>
        <p:spPr>
          <a:xfrm>
            <a:off x="35296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Your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45"/>
          <p:cNvSpPr txBox="1"/>
          <p:nvPr/>
        </p:nvSpPr>
        <p:spPr>
          <a:xfrm>
            <a:off x="5469363" y="2020425"/>
            <a:ext cx="2403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Answers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member">
  <p:cSld name="CUSTOM_10_1_1_1_1_1_1">
    <p:bg>
      <p:bgPr>
        <a:solidFill>
          <a:srgbClr val="F2F2F2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6"/>
          <p:cNvSpPr txBox="1"/>
          <p:nvPr/>
        </p:nvSpPr>
        <p:spPr>
          <a:xfrm>
            <a:off x="4869500" y="1501000"/>
            <a:ext cx="39012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" sz="4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Remember, </a:t>
            </a:r>
            <a:endParaRPr b="1" i="0" sz="4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1" name="Google Shape;321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-556324" y="1502075"/>
            <a:ext cx="5962899" cy="2537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2" name="Google Shape;322;p46"/>
          <p:cNvGrpSpPr/>
          <p:nvPr/>
        </p:nvGrpSpPr>
        <p:grpSpPr>
          <a:xfrm>
            <a:off x="3972318" y="1206125"/>
            <a:ext cx="1051285" cy="920372"/>
            <a:chOff x="587700" y="-13400"/>
            <a:chExt cx="5735325" cy="5021125"/>
          </a:xfrm>
        </p:grpSpPr>
        <p:sp>
          <p:nvSpPr>
            <p:cNvPr id="323" name="Google Shape;323;p46"/>
            <p:cNvSpPr/>
            <p:nvPr/>
          </p:nvSpPr>
          <p:spPr>
            <a:xfrm>
              <a:off x="3126550" y="3129550"/>
              <a:ext cx="449525" cy="1850775"/>
            </a:xfrm>
            <a:custGeom>
              <a:rect b="b" l="l" r="r" t="t"/>
              <a:pathLst>
                <a:path extrusionOk="0" fill="none" h="74031" w="17981">
                  <a:moveTo>
                    <a:pt x="1" y="68541"/>
                  </a:moveTo>
                  <a:cubicBezTo>
                    <a:pt x="7486" y="74031"/>
                    <a:pt x="17981" y="42278"/>
                    <a:pt x="5491" y="0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46"/>
            <p:cNvSpPr/>
            <p:nvPr/>
          </p:nvSpPr>
          <p:spPr>
            <a:xfrm>
              <a:off x="3253475" y="3038050"/>
              <a:ext cx="1008375" cy="1969675"/>
            </a:xfrm>
            <a:custGeom>
              <a:rect b="b" l="l" r="r" t="t"/>
              <a:pathLst>
                <a:path extrusionOk="0" fill="none" h="78787" w="40335">
                  <a:moveTo>
                    <a:pt x="0" y="69792"/>
                  </a:moveTo>
                  <a:cubicBezTo>
                    <a:pt x="16481" y="78787"/>
                    <a:pt x="40334" y="34844"/>
                    <a:pt x="28206" y="11125"/>
                  </a:cubicBezTo>
                  <a:cubicBezTo>
                    <a:pt x="22519" y="0"/>
                    <a:pt x="1541" y="5118"/>
                    <a:pt x="1913" y="9099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46"/>
            <p:cNvSpPr/>
            <p:nvPr/>
          </p:nvSpPr>
          <p:spPr>
            <a:xfrm>
              <a:off x="587700" y="131875"/>
              <a:ext cx="2878775" cy="2997700"/>
            </a:xfrm>
            <a:custGeom>
              <a:rect b="b" l="l" r="r" t="t"/>
              <a:pathLst>
                <a:path extrusionOk="0" fill="none" h="119908" w="115151">
                  <a:moveTo>
                    <a:pt x="115151" y="119907"/>
                  </a:moveTo>
                  <a:cubicBezTo>
                    <a:pt x="50602" y="114789"/>
                    <a:pt x="1" y="75106"/>
                    <a:pt x="30926" y="48761"/>
                  </a:cubicBezTo>
                  <a:cubicBezTo>
                    <a:pt x="88165" y="0"/>
                    <a:pt x="115151" y="119907"/>
                    <a:pt x="115151" y="119907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46"/>
            <p:cNvSpPr/>
            <p:nvPr/>
          </p:nvSpPr>
          <p:spPr>
            <a:xfrm>
              <a:off x="3408550" y="-13400"/>
              <a:ext cx="1796500" cy="3142975"/>
            </a:xfrm>
            <a:custGeom>
              <a:rect b="b" l="l" r="r" t="t"/>
              <a:pathLst>
                <a:path extrusionOk="0" fill="none" h="125719" w="71860">
                  <a:moveTo>
                    <a:pt x="2317" y="125718"/>
                  </a:moveTo>
                  <a:cubicBezTo>
                    <a:pt x="1" y="63568"/>
                    <a:pt x="64974" y="1"/>
                    <a:pt x="69492" y="63568"/>
                  </a:cubicBezTo>
                  <a:cubicBezTo>
                    <a:pt x="71860" y="96850"/>
                    <a:pt x="2317" y="125718"/>
                    <a:pt x="2317" y="125718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46"/>
            <p:cNvSpPr/>
            <p:nvPr/>
          </p:nvSpPr>
          <p:spPr>
            <a:xfrm>
              <a:off x="3466450" y="2580250"/>
              <a:ext cx="2856575" cy="1271275"/>
            </a:xfrm>
            <a:custGeom>
              <a:rect b="b" l="l" r="r" t="t"/>
              <a:pathLst>
                <a:path extrusionOk="0" fill="none" h="50851" w="114263">
                  <a:moveTo>
                    <a:pt x="1" y="21972"/>
                  </a:moveTo>
                  <a:cubicBezTo>
                    <a:pt x="52732" y="1"/>
                    <a:pt x="75965" y="50850"/>
                    <a:pt x="114262" y="13184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8" name="Google Shape;328;p46"/>
          <p:cNvSpPr txBox="1"/>
          <p:nvPr/>
        </p:nvSpPr>
        <p:spPr>
          <a:xfrm>
            <a:off x="5345350" y="2338950"/>
            <a:ext cx="3524400" cy="24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4572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9" name="Google Shape;329;p46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3" name="Google Shape;333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34" name="Google Shape;334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 slide 1 1 1">
  <p:cSld name="CUSTOM_22_1_1_1">
    <p:bg>
      <p:bgPr>
        <a:solidFill>
          <a:schemeClr val="lt2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9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9"/>
          <p:cNvSpPr txBox="1"/>
          <p:nvPr>
            <p:ph type="title"/>
          </p:nvPr>
        </p:nvSpPr>
        <p:spPr>
          <a:xfrm>
            <a:off x="1959725" y="1641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38" name="Google Shape;338;p49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49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49"/>
          <p:cNvSpPr txBox="1"/>
          <p:nvPr>
            <p:ph idx="2" type="title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 sz="34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. Text Only">
  <p:cSld name="CUSTOM_2_7_2_2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0"/>
          <p:cNvSpPr txBox="1"/>
          <p:nvPr>
            <p:ph type="title"/>
          </p:nvPr>
        </p:nvSpPr>
        <p:spPr>
          <a:xfrm>
            <a:off x="-12125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3" name="Google Shape;343;p50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4" name="Google Shape;344;p50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45" name="Google Shape;345;p50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6" name="Google Shape;346;p50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7" name="Google Shape;347;p50"/>
          <p:cNvSpPr txBox="1"/>
          <p:nvPr>
            <p:ph idx="3" type="body"/>
          </p:nvPr>
        </p:nvSpPr>
        <p:spPr>
          <a:xfrm>
            <a:off x="175" y="1284250"/>
            <a:ext cx="9144000" cy="36222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1">
  <p:cSld name="CUSTOM_24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ext Only 2">
  <p:cSld name="CUSTOM_2_7_2_5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2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52" name="Google Shape;352;p52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353" name="Google Shape;353;p52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4" name="Google Shape;354;p52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55" name="Google Shape;355;p52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6" name="Google Shape;356;p52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57" name="Google Shape;357;p52"/>
          <p:cNvSpPr txBox="1"/>
          <p:nvPr>
            <p:ph idx="3" type="body"/>
          </p:nvPr>
        </p:nvSpPr>
        <p:spPr>
          <a:xfrm>
            <a:off x="175" y="1284250"/>
            <a:ext cx="9144000" cy="34491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 Text Only">
  <p:cSld name="CUSTOM_2_7_2_6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3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60" name="Google Shape;360;p53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361" name="Google Shape;361;p53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2" name="Google Shape;362;p53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63" name="Google Shape;363;p53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4" name="Google Shape;364;p53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65" name="Google Shape;365;p53"/>
          <p:cNvSpPr txBox="1"/>
          <p:nvPr>
            <p:ph idx="3" type="body"/>
          </p:nvPr>
        </p:nvSpPr>
        <p:spPr>
          <a:xfrm>
            <a:off x="175" y="1284250"/>
            <a:ext cx="9144000" cy="34074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4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8" name="Google Shape;368;p54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5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0" name="Google Shape;370;p54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27">
    <p:bg>
      <p:bgPr>
        <a:solidFill>
          <a:srgbClr val="FFFFFF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5"/>
          <p:cNvSpPr/>
          <p:nvPr/>
        </p:nvSpPr>
        <p:spPr>
          <a:xfrm flipH="1">
            <a:off x="6333225" y="1422943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55"/>
          <p:cNvSpPr txBox="1"/>
          <p:nvPr/>
        </p:nvSpPr>
        <p:spPr>
          <a:xfrm>
            <a:off x="6359750" y="1907245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4" name="Google Shape;374;p55"/>
          <p:cNvSpPr/>
          <p:nvPr/>
        </p:nvSpPr>
        <p:spPr>
          <a:xfrm>
            <a:off x="6332699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5" name="Google Shape;375;p55"/>
          <p:cNvSpPr/>
          <p:nvPr/>
        </p:nvSpPr>
        <p:spPr>
          <a:xfrm flipH="1">
            <a:off x="467725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55"/>
          <p:cNvSpPr txBox="1"/>
          <p:nvPr/>
        </p:nvSpPr>
        <p:spPr>
          <a:xfrm>
            <a:off x="494250" y="1906474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7" name="Google Shape;377;p55"/>
          <p:cNvSpPr/>
          <p:nvPr/>
        </p:nvSpPr>
        <p:spPr>
          <a:xfrm>
            <a:off x="468324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Google Shape;378;p55"/>
          <p:cNvSpPr/>
          <p:nvPr/>
        </p:nvSpPr>
        <p:spPr>
          <a:xfrm flipH="1">
            <a:off x="3405788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55"/>
          <p:cNvSpPr txBox="1"/>
          <p:nvPr/>
        </p:nvSpPr>
        <p:spPr>
          <a:xfrm>
            <a:off x="3432313" y="1906486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80" name="Google Shape;380;p55"/>
          <p:cNvSpPr txBox="1"/>
          <p:nvPr/>
        </p:nvSpPr>
        <p:spPr>
          <a:xfrm>
            <a:off x="3366713" y="13450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81" name="Google Shape;381;p55"/>
          <p:cNvSpPr txBox="1"/>
          <p:nvPr/>
        </p:nvSpPr>
        <p:spPr>
          <a:xfrm>
            <a:off x="6304775" y="1345000"/>
            <a:ext cx="2323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p55"/>
          <p:cNvSpPr/>
          <p:nvPr/>
        </p:nvSpPr>
        <p:spPr>
          <a:xfrm>
            <a:off x="3399112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" name="Google Shape;383;p5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55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ext Only">
  <p:cSld name="CUSTOM_2_7_2_3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6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87" name="Google Shape;387;p56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388" name="Google Shape;388;p56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9" name="Google Shape;389;p56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90" name="Google Shape;390;p56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1" name="Google Shape;391;p56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92" name="Google Shape;392;p56"/>
          <p:cNvSpPr txBox="1"/>
          <p:nvPr>
            <p:ph idx="3" type="body"/>
          </p:nvPr>
        </p:nvSpPr>
        <p:spPr>
          <a:xfrm>
            <a:off x="175" y="1284250"/>
            <a:ext cx="9144000" cy="34491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">
  <p:cSld name="CUSTOM_27_1">
    <p:bg>
      <p:bgPr>
        <a:solidFill>
          <a:srgbClr val="FFFFFF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7"/>
          <p:cNvSpPr/>
          <p:nvPr/>
        </p:nvSpPr>
        <p:spPr>
          <a:xfrm flipH="1">
            <a:off x="6333225" y="1422943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57"/>
          <p:cNvSpPr txBox="1"/>
          <p:nvPr/>
        </p:nvSpPr>
        <p:spPr>
          <a:xfrm>
            <a:off x="6359750" y="1907245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6" name="Google Shape;396;p57"/>
          <p:cNvSpPr/>
          <p:nvPr/>
        </p:nvSpPr>
        <p:spPr>
          <a:xfrm>
            <a:off x="6332699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7" name="Google Shape;397;p57"/>
          <p:cNvSpPr/>
          <p:nvPr/>
        </p:nvSpPr>
        <p:spPr>
          <a:xfrm flipH="1">
            <a:off x="467725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57"/>
          <p:cNvSpPr txBox="1"/>
          <p:nvPr/>
        </p:nvSpPr>
        <p:spPr>
          <a:xfrm>
            <a:off x="494250" y="1906474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9" name="Google Shape;399;p57"/>
          <p:cNvSpPr/>
          <p:nvPr/>
        </p:nvSpPr>
        <p:spPr>
          <a:xfrm>
            <a:off x="468324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57"/>
          <p:cNvSpPr/>
          <p:nvPr/>
        </p:nvSpPr>
        <p:spPr>
          <a:xfrm flipH="1">
            <a:off x="3405788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57"/>
          <p:cNvSpPr txBox="1"/>
          <p:nvPr/>
        </p:nvSpPr>
        <p:spPr>
          <a:xfrm>
            <a:off x="3432313" y="1906486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02" name="Google Shape;402;p57"/>
          <p:cNvSpPr txBox="1"/>
          <p:nvPr/>
        </p:nvSpPr>
        <p:spPr>
          <a:xfrm>
            <a:off x="3366713" y="13450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8363B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03" name="Google Shape;403;p57"/>
          <p:cNvSpPr txBox="1"/>
          <p:nvPr/>
        </p:nvSpPr>
        <p:spPr>
          <a:xfrm>
            <a:off x="6304775" y="1345000"/>
            <a:ext cx="2323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" name="Google Shape;404;p57"/>
          <p:cNvSpPr/>
          <p:nvPr/>
        </p:nvSpPr>
        <p:spPr>
          <a:xfrm>
            <a:off x="3399112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p5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57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 slide">
  <p:cSld name="CUSTOM_22">
    <p:bg>
      <p:bgPr>
        <a:solidFill>
          <a:srgbClr val="F2F2F2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08;p58"/>
          <p:cNvPicPr preferRelativeResize="0"/>
          <p:nvPr/>
        </p:nvPicPr>
        <p:blipFill rotWithShape="1">
          <a:blip r:embed="rId2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58"/>
          <p:cNvSpPr txBox="1"/>
          <p:nvPr>
            <p:ph type="title"/>
          </p:nvPr>
        </p:nvSpPr>
        <p:spPr>
          <a:xfrm>
            <a:off x="1959725" y="1641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10" name="Google Shape;410;p58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rgbClr val="FCB9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58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58"/>
          <p:cNvSpPr txBox="1"/>
          <p:nvPr>
            <p:ph idx="2" type="title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2">
  <p:cSld name="TITLE_AND_BODY_2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9"/>
          <p:cNvSpPr txBox="1"/>
          <p:nvPr>
            <p:ph idx="1" type="body"/>
          </p:nvPr>
        </p:nvSpPr>
        <p:spPr>
          <a:xfrm>
            <a:off x="692300" y="1122950"/>
            <a:ext cx="8139900" cy="3445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15" name="Google Shape;415;p5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6" name="Google Shape;416;p59"/>
          <p:cNvSpPr txBox="1"/>
          <p:nvPr>
            <p:ph idx="2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640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oboto"/>
              <a:buNone/>
              <a:defRPr b="1" i="0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125" y="1143000"/>
            <a:ext cx="8229600" cy="3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title"/>
          </p:nvPr>
        </p:nvSpPr>
        <p:spPr>
          <a:xfrm>
            <a:off x="457200" y="4572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pos="5472">
          <p15:clr>
            <a:srgbClr val="E46962"/>
          </p15:clr>
        </p15:guide>
        <p15:guide id="4" orient="horz" pos="2878">
          <p15:clr>
            <a:srgbClr val="E46962"/>
          </p15:clr>
        </p15:guide>
        <p15:guide id="5" orient="horz" pos="864">
          <p15:clr>
            <a:srgbClr val="E46962"/>
          </p15:clr>
        </p15:guide>
        <p15:guide id="6" pos="576">
          <p15:clr>
            <a:srgbClr val="E46962"/>
          </p15:clr>
        </p15:guide>
        <p15:guide id="7" pos="864">
          <p15:clr>
            <a:srgbClr val="E46962"/>
          </p15:clr>
        </p15:guide>
        <p15:guide id="8" pos="1152">
          <p15:clr>
            <a:srgbClr val="E46962"/>
          </p15:clr>
        </p15:guide>
        <p15:guide id="9" pos="1440">
          <p15:clr>
            <a:srgbClr val="E46962"/>
          </p15:clr>
        </p15:guide>
        <p15:guide id="10" pos="1728">
          <p15:clr>
            <a:srgbClr val="E46962"/>
          </p15:clr>
        </p15:guide>
        <p15:guide id="11" pos="2016">
          <p15:clr>
            <a:srgbClr val="E46962"/>
          </p15:clr>
        </p15:guide>
        <p15:guide id="12" pos="2304">
          <p15:clr>
            <a:srgbClr val="E46962"/>
          </p15:clr>
        </p15:guide>
        <p15:guide id="13" pos="2592">
          <p15:clr>
            <a:srgbClr val="E46962"/>
          </p15:clr>
        </p15:guide>
        <p15:guide id="14" pos="2880">
          <p15:clr>
            <a:srgbClr val="E46962"/>
          </p15:clr>
        </p15:guide>
        <p15:guide id="15" pos="3168">
          <p15:clr>
            <a:srgbClr val="E46962"/>
          </p15:clr>
        </p15:guide>
        <p15:guide id="16" pos="3456">
          <p15:clr>
            <a:srgbClr val="E46962"/>
          </p15:clr>
        </p15:guide>
        <p15:guide id="17" pos="3744">
          <p15:clr>
            <a:srgbClr val="E46962"/>
          </p15:clr>
        </p15:guide>
        <p15:guide id="18" pos="4032">
          <p15:clr>
            <a:srgbClr val="E46962"/>
          </p15:clr>
        </p15:guide>
        <p15:guide id="19" pos="4320">
          <p15:clr>
            <a:srgbClr val="E46962"/>
          </p15:clr>
        </p15:guide>
        <p15:guide id="20" pos="4608">
          <p15:clr>
            <a:srgbClr val="E46962"/>
          </p15:clr>
        </p15:guide>
        <p15:guide id="21" pos="4896">
          <p15:clr>
            <a:srgbClr val="E46962"/>
          </p15:clr>
        </p15:guide>
        <p15:guide id="22" pos="5184">
          <p15:clr>
            <a:srgbClr val="E46962"/>
          </p15:clr>
        </p15:guide>
        <p15:guide id="23" orient="horz" pos="584">
          <p15:clr>
            <a:srgbClr val="E46962"/>
          </p15:clr>
        </p15:guide>
        <p15:guide id="24" orient="horz" pos="1152">
          <p15:clr>
            <a:srgbClr val="E46962"/>
          </p15:clr>
        </p15:guide>
        <p15:guide id="25" orient="horz" pos="1440">
          <p15:clr>
            <a:srgbClr val="E46962"/>
          </p15:clr>
        </p15:guide>
        <p15:guide id="26" orient="horz" pos="1731">
          <p15:clr>
            <a:srgbClr val="E46962"/>
          </p15:clr>
        </p15:guide>
        <p15:guide id="27" orient="horz" pos="2018">
          <p15:clr>
            <a:srgbClr val="E46962"/>
          </p15:clr>
        </p15:guide>
        <p15:guide id="28" orient="horz" pos="2305">
          <p15:clr>
            <a:srgbClr val="E46962"/>
          </p15:clr>
        </p15:guide>
        <p15:guide id="29" orient="horz" pos="259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savvytime.com/timer/2hour25minute" TargetMode="External"/><Relationship Id="rId4" Type="http://schemas.openxmlformats.org/officeDocument/2006/relationships/image" Target="../media/image3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0"/>
          <p:cNvSpPr txBox="1"/>
          <p:nvPr>
            <p:ph type="title"/>
          </p:nvPr>
        </p:nvSpPr>
        <p:spPr>
          <a:xfrm>
            <a:off x="4570700" y="1804650"/>
            <a:ext cx="4557900" cy="12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Linux Scavenger Hunt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422" name="Google Shape;422;p60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</a:t>
            </a:r>
            <a:endParaRPr/>
          </a:p>
        </p:txBody>
      </p:sp>
      <p:sp>
        <p:nvSpPr>
          <p:cNvPr id="423" name="Google Shape;423;p60"/>
          <p:cNvSpPr txBox="1"/>
          <p:nvPr>
            <p:ph idx="2" type="subTitle"/>
          </p:nvPr>
        </p:nvSpPr>
        <p:spPr>
          <a:xfrm>
            <a:off x="4570700" y="3689200"/>
            <a:ext cx="4557900" cy="24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6.3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1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Get Ready for a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Linux Scavenger Hunt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9" name="Google Shape;429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75656" y="1881550"/>
            <a:ext cx="792700" cy="808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62"/>
          <p:cNvSpPr txBox="1"/>
          <p:nvPr>
            <p:ph idx="1" type="subTitle"/>
          </p:nvPr>
        </p:nvSpPr>
        <p:spPr>
          <a:xfrm>
            <a:off x="41700" y="3746925"/>
            <a:ext cx="9102300" cy="12321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 You will be completing a capture the flag (CTF) scavenger hunt using a pre-configured, headless (GUI-less) Linux Scavenger server.</a:t>
            </a:r>
            <a:endParaRPr sz="2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3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63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63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63"/>
          <p:cNvSpPr txBox="1"/>
          <p:nvPr>
            <p:ph idx="3" type="body"/>
          </p:nvPr>
        </p:nvSpPr>
        <p:spPr>
          <a:xfrm>
            <a:off x="175" y="1284250"/>
            <a:ext cx="9144000" cy="34491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pic>
        <p:nvPicPr>
          <p:cNvPr id="443" name="Google Shape;443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63"/>
          <p:cNvSpPr/>
          <p:nvPr/>
        </p:nvSpPr>
        <p:spPr>
          <a:xfrm>
            <a:off x="5222200" y="895700"/>
            <a:ext cx="967200" cy="967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chemeClr val="accent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&gt;_</a:t>
            </a:r>
            <a:endParaRPr sz="3000">
              <a:solidFill>
                <a:schemeClr val="accent1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</p:txBody>
      </p:sp>
      <p:sp>
        <p:nvSpPr>
          <p:cNvPr id="445" name="Google Shape;445;p63"/>
          <p:cNvSpPr txBox="1"/>
          <p:nvPr>
            <p:ph type="title"/>
          </p:nvPr>
        </p:nvSpPr>
        <p:spPr>
          <a:xfrm>
            <a:off x="-12300" y="-58550"/>
            <a:ext cx="5426400" cy="8706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FF"/>
                </a:solidFill>
              </a:rPr>
              <a:t>Setting up the headless server:</a:t>
            </a:r>
            <a:endParaRPr sz="2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46" name="Google Shape;446;p63"/>
          <p:cNvSpPr txBox="1"/>
          <p:nvPr/>
        </p:nvSpPr>
        <p:spPr>
          <a:xfrm>
            <a:off x="419600" y="727325"/>
            <a:ext cx="3789900" cy="36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Once running, you can ssh directly into the target machine.</a:t>
            </a:r>
            <a:endParaRPr sz="2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447" name="Google Shape;447;p63"/>
          <p:cNvCxnSpPr/>
          <p:nvPr/>
        </p:nvCxnSpPr>
        <p:spPr>
          <a:xfrm>
            <a:off x="274375" y="640080"/>
            <a:ext cx="4516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8" name="Google Shape;448;p63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4"/>
          <p:cNvSpPr/>
          <p:nvPr/>
        </p:nvSpPr>
        <p:spPr>
          <a:xfrm>
            <a:off x="1287200" y="865350"/>
            <a:ext cx="73995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64"/>
          <p:cNvSpPr/>
          <p:nvPr/>
        </p:nvSpPr>
        <p:spPr>
          <a:xfrm>
            <a:off x="1287200" y="3607225"/>
            <a:ext cx="7399500" cy="57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64"/>
          <p:cNvSpPr/>
          <p:nvPr/>
        </p:nvSpPr>
        <p:spPr>
          <a:xfrm>
            <a:off x="1287200" y="2922325"/>
            <a:ext cx="73995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64"/>
          <p:cNvSpPr/>
          <p:nvPr/>
        </p:nvSpPr>
        <p:spPr>
          <a:xfrm>
            <a:off x="1287200" y="2240738"/>
            <a:ext cx="7399500" cy="4374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64"/>
          <p:cNvSpPr/>
          <p:nvPr/>
        </p:nvSpPr>
        <p:spPr>
          <a:xfrm>
            <a:off x="1287200" y="1540450"/>
            <a:ext cx="73995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8" name="Google Shape;458;p64"/>
          <p:cNvGrpSpPr/>
          <p:nvPr/>
        </p:nvGrpSpPr>
        <p:grpSpPr>
          <a:xfrm>
            <a:off x="457225" y="865354"/>
            <a:ext cx="776900" cy="459019"/>
            <a:chOff x="457200" y="1466425"/>
            <a:chExt cx="776900" cy="486300"/>
          </a:xfrm>
        </p:grpSpPr>
        <p:sp>
          <p:nvSpPr>
            <p:cNvPr id="459" name="Google Shape;459;p64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b="0" i="0" sz="30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0" name="Google Shape;460;p64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461" name="Google Shape;461;p64"/>
          <p:cNvGrpSpPr/>
          <p:nvPr/>
        </p:nvGrpSpPr>
        <p:grpSpPr>
          <a:xfrm>
            <a:off x="457225" y="1520230"/>
            <a:ext cx="776900" cy="486300"/>
            <a:chOff x="457200" y="1466425"/>
            <a:chExt cx="776900" cy="486300"/>
          </a:xfrm>
        </p:grpSpPr>
        <p:sp>
          <p:nvSpPr>
            <p:cNvPr id="462" name="Google Shape;462;p64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b="0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3" name="Google Shape;463;p64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464" name="Google Shape;464;p64"/>
          <p:cNvGrpSpPr/>
          <p:nvPr/>
        </p:nvGrpSpPr>
        <p:grpSpPr>
          <a:xfrm>
            <a:off x="457225" y="2237086"/>
            <a:ext cx="776900" cy="437378"/>
            <a:chOff x="457200" y="1466425"/>
            <a:chExt cx="776900" cy="486300"/>
          </a:xfrm>
        </p:grpSpPr>
        <p:sp>
          <p:nvSpPr>
            <p:cNvPr id="465" name="Google Shape;465;p64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b="0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6" name="Google Shape;466;p64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467" name="Google Shape;467;p64"/>
          <p:cNvGrpSpPr/>
          <p:nvPr/>
        </p:nvGrpSpPr>
        <p:grpSpPr>
          <a:xfrm>
            <a:off x="457225" y="2920554"/>
            <a:ext cx="776900" cy="459019"/>
            <a:chOff x="457200" y="1466425"/>
            <a:chExt cx="776900" cy="486300"/>
          </a:xfrm>
        </p:grpSpPr>
        <p:sp>
          <p:nvSpPr>
            <p:cNvPr id="468" name="Google Shape;468;p64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  <a:endParaRPr b="0" i="0" sz="30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9" name="Google Shape;469;p64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470" name="Google Shape;470;p64"/>
          <p:cNvGrpSpPr/>
          <p:nvPr/>
        </p:nvGrpSpPr>
        <p:grpSpPr>
          <a:xfrm>
            <a:off x="457225" y="3685311"/>
            <a:ext cx="776900" cy="437378"/>
            <a:chOff x="457200" y="1466425"/>
            <a:chExt cx="776900" cy="486300"/>
          </a:xfrm>
        </p:grpSpPr>
        <p:sp>
          <p:nvSpPr>
            <p:cNvPr id="471" name="Google Shape;471;p64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05</a:t>
              </a:r>
              <a:endParaRPr b="0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2" name="Google Shape;472;p64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473" name="Google Shape;473;p64"/>
          <p:cNvSpPr txBox="1"/>
          <p:nvPr>
            <p:ph idx="4294967295" type="body"/>
          </p:nvPr>
        </p:nvSpPr>
        <p:spPr>
          <a:xfrm>
            <a:off x="1287275" y="886725"/>
            <a:ext cx="64851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You can work alone or in teams. </a:t>
            </a:r>
            <a:endParaRPr/>
          </a:p>
        </p:txBody>
      </p:sp>
      <p:sp>
        <p:nvSpPr>
          <p:cNvPr id="474" name="Google Shape;474;p64"/>
          <p:cNvSpPr txBox="1"/>
          <p:nvPr>
            <p:ph idx="4294967295" type="body"/>
          </p:nvPr>
        </p:nvSpPr>
        <p:spPr>
          <a:xfrm>
            <a:off x="1287275" y="1561900"/>
            <a:ext cx="64851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If working with a team, all members must participate equally. </a:t>
            </a:r>
            <a:endParaRPr/>
          </a:p>
        </p:txBody>
      </p:sp>
      <p:sp>
        <p:nvSpPr>
          <p:cNvPr id="475" name="Google Shape;475;p64"/>
          <p:cNvSpPr txBox="1"/>
          <p:nvPr>
            <p:ph idx="4294967295" type="body"/>
          </p:nvPr>
        </p:nvSpPr>
        <p:spPr>
          <a:xfrm>
            <a:off x="1287275" y="2245725"/>
            <a:ext cx="64851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00"/>
              <a:t>To complete this CTF, you will launch a headless VM and log in. </a:t>
            </a:r>
            <a:endParaRPr sz="1700"/>
          </a:p>
        </p:txBody>
      </p:sp>
      <p:sp>
        <p:nvSpPr>
          <p:cNvPr id="476" name="Google Shape;476;p64"/>
          <p:cNvSpPr txBox="1"/>
          <p:nvPr>
            <p:ph idx="4294967295" type="body"/>
          </p:nvPr>
        </p:nvSpPr>
        <p:spPr>
          <a:xfrm>
            <a:off x="1287275" y="2927425"/>
            <a:ext cx="64851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50"/>
              <a:t>You can use all previous material and internet resources. </a:t>
            </a:r>
            <a:endParaRPr sz="1850"/>
          </a:p>
        </p:txBody>
      </p:sp>
      <p:sp>
        <p:nvSpPr>
          <p:cNvPr id="477" name="Google Shape;477;p64"/>
          <p:cNvSpPr txBox="1"/>
          <p:nvPr>
            <p:ph idx="4294967295" type="body"/>
          </p:nvPr>
        </p:nvSpPr>
        <p:spPr>
          <a:xfrm>
            <a:off x="1287275" y="3620525"/>
            <a:ext cx="73995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While each member can work on different steps, most steps must be completed in order. </a:t>
            </a:r>
            <a:endParaRPr/>
          </a:p>
        </p:txBody>
      </p:sp>
      <p:sp>
        <p:nvSpPr>
          <p:cNvPr id="478" name="Google Shape;478;p64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CTF Instructions and Rules</a:t>
            </a:r>
            <a:endParaRPr/>
          </a:p>
        </p:txBody>
      </p:sp>
      <p:sp>
        <p:nvSpPr>
          <p:cNvPr id="479" name="Google Shape;479;p64"/>
          <p:cNvSpPr/>
          <p:nvPr/>
        </p:nvSpPr>
        <p:spPr>
          <a:xfrm>
            <a:off x="1287188" y="4409425"/>
            <a:ext cx="7399500" cy="57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0" name="Google Shape;480;p64"/>
          <p:cNvGrpSpPr/>
          <p:nvPr/>
        </p:nvGrpSpPr>
        <p:grpSpPr>
          <a:xfrm>
            <a:off x="457200" y="4487511"/>
            <a:ext cx="776900" cy="437378"/>
            <a:chOff x="457200" y="1466425"/>
            <a:chExt cx="776900" cy="486300"/>
          </a:xfrm>
        </p:grpSpPr>
        <p:sp>
          <p:nvSpPr>
            <p:cNvPr id="481" name="Google Shape;481;p64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chemeClr val="accent5"/>
                  </a:solidFill>
                  <a:latin typeface="Roboto"/>
                  <a:ea typeface="Roboto"/>
                  <a:cs typeface="Roboto"/>
                  <a:sym typeface="Roboto"/>
                </a:rPr>
                <a:t>0</a:t>
              </a:r>
              <a:r>
                <a:rPr lang="en" sz="3000">
                  <a:solidFill>
                    <a:schemeClr val="accent5"/>
                  </a:solidFill>
                  <a:latin typeface="Roboto"/>
                  <a:ea typeface="Roboto"/>
                  <a:cs typeface="Roboto"/>
                  <a:sym typeface="Roboto"/>
                </a:rPr>
                <a:t>6</a:t>
              </a:r>
              <a:endParaRPr b="0" i="0" sz="30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2" name="Google Shape;482;p64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483" name="Google Shape;483;p64"/>
          <p:cNvSpPr txBox="1"/>
          <p:nvPr>
            <p:ph idx="4294967295" type="body"/>
          </p:nvPr>
        </p:nvSpPr>
        <p:spPr>
          <a:xfrm>
            <a:off x="1287288" y="4422725"/>
            <a:ext cx="73995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Professors and TAs will not be providing hints or assistance unless there are technical issues that prevent the VMs from running correctly.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8" name="Google Shape;488;p65"/>
          <p:cNvGrpSpPr/>
          <p:nvPr/>
        </p:nvGrpSpPr>
        <p:grpSpPr>
          <a:xfrm>
            <a:off x="6102696" y="1488550"/>
            <a:ext cx="2319409" cy="2319409"/>
            <a:chOff x="459099" y="1336050"/>
            <a:chExt cx="2471400" cy="2471400"/>
          </a:xfrm>
        </p:grpSpPr>
        <p:sp>
          <p:nvSpPr>
            <p:cNvPr id="489" name="Google Shape;489;p65"/>
            <p:cNvSpPr/>
            <p:nvPr/>
          </p:nvSpPr>
          <p:spPr>
            <a:xfrm>
              <a:off x="459099" y="1336050"/>
              <a:ext cx="2471400" cy="2471400"/>
            </a:xfrm>
            <a:prstGeom prst="ellipse">
              <a:avLst/>
            </a:prstGeom>
            <a:solidFill>
              <a:srgbClr val="FCB912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90" name="Google Shape;490;p6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16191" y="1925248"/>
              <a:ext cx="1357168" cy="13848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91" name="Google Shape;491;p65"/>
          <p:cNvPicPr preferRelativeResize="0"/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>
            <a:off x="7747725" y="3094450"/>
            <a:ext cx="3471525" cy="2243875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65"/>
          <p:cNvSpPr txBox="1"/>
          <p:nvPr/>
        </p:nvSpPr>
        <p:spPr>
          <a:xfrm>
            <a:off x="304700" y="127400"/>
            <a:ext cx="8117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Hints</a:t>
            </a:r>
            <a:endParaRPr sz="26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93" name="Google Shape;493;p65"/>
          <p:cNvSpPr/>
          <p:nvPr/>
        </p:nvSpPr>
        <p:spPr>
          <a:xfrm>
            <a:off x="559151" y="1848326"/>
            <a:ext cx="5131200" cy="7686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65"/>
          <p:cNvSpPr/>
          <p:nvPr/>
        </p:nvSpPr>
        <p:spPr>
          <a:xfrm>
            <a:off x="559151" y="2820576"/>
            <a:ext cx="5131200" cy="7686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65"/>
          <p:cNvSpPr/>
          <p:nvPr/>
        </p:nvSpPr>
        <p:spPr>
          <a:xfrm>
            <a:off x="559151" y="1033159"/>
            <a:ext cx="5131200" cy="602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65"/>
          <p:cNvSpPr txBox="1"/>
          <p:nvPr/>
        </p:nvSpPr>
        <p:spPr>
          <a:xfrm>
            <a:off x="940811" y="1033159"/>
            <a:ext cx="45432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Take note of anything interesting that you find.</a:t>
            </a:r>
            <a:endParaRPr sz="17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7" name="Google Shape;497;p65"/>
          <p:cNvSpPr txBox="1"/>
          <p:nvPr/>
        </p:nvSpPr>
        <p:spPr>
          <a:xfrm>
            <a:off x="940811" y="1840014"/>
            <a:ext cx="4543200" cy="7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Each flag has the following format: </a:t>
            </a:r>
            <a:r>
              <a:rPr b="1" lang="en" sz="1700">
                <a:solidFill>
                  <a:schemeClr val="lt1"/>
                </a:solidFill>
                <a:highlight>
                  <a:schemeClr val="dk1"/>
                </a:highlight>
                <a:latin typeface="Inconsolata"/>
                <a:ea typeface="Inconsolata"/>
                <a:cs typeface="Inconsolata"/>
                <a:sym typeface="Inconsolata"/>
              </a:rPr>
              <a:t>flag_1:97df27aec8c251503f5e3749eb2ddea2</a:t>
            </a:r>
            <a:endParaRPr b="1" sz="1700">
              <a:solidFill>
                <a:schemeClr val="lt1"/>
              </a:solidFill>
              <a:highlight>
                <a:schemeClr val="dk1"/>
              </a:highlight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498" name="Google Shape;498;p65"/>
          <p:cNvSpPr txBox="1"/>
          <p:nvPr/>
        </p:nvSpPr>
        <p:spPr>
          <a:xfrm>
            <a:off x="940811" y="2803182"/>
            <a:ext cx="45432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There are eight flags in total. The first seven flags will be combined to create the final flag. 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9" name="Google Shape;499;p65"/>
          <p:cNvSpPr/>
          <p:nvPr/>
        </p:nvSpPr>
        <p:spPr>
          <a:xfrm>
            <a:off x="382375" y="998375"/>
            <a:ext cx="539100" cy="543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1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500" name="Google Shape;500;p65"/>
          <p:cNvSpPr/>
          <p:nvPr/>
        </p:nvSpPr>
        <p:spPr>
          <a:xfrm>
            <a:off x="382375" y="1813528"/>
            <a:ext cx="539100" cy="543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2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501" name="Google Shape;501;p65"/>
          <p:cNvSpPr/>
          <p:nvPr/>
        </p:nvSpPr>
        <p:spPr>
          <a:xfrm>
            <a:off x="382375" y="2785777"/>
            <a:ext cx="539100" cy="543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3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502" name="Google Shape;502;p65"/>
          <p:cNvSpPr/>
          <p:nvPr/>
        </p:nvSpPr>
        <p:spPr>
          <a:xfrm>
            <a:off x="559151" y="3800280"/>
            <a:ext cx="5131200" cy="7686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65"/>
          <p:cNvSpPr txBox="1"/>
          <p:nvPr/>
        </p:nvSpPr>
        <p:spPr>
          <a:xfrm>
            <a:off x="940811" y="3782886"/>
            <a:ext cx="45432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28363B"/>
                </a:solidFill>
                <a:latin typeface="Roboto"/>
                <a:ea typeface="Roboto"/>
                <a:cs typeface="Roboto"/>
                <a:sym typeface="Roboto"/>
              </a:rPr>
              <a:t>Copy down any credentials you find. You may need to use them later. </a:t>
            </a:r>
            <a:endParaRPr sz="1700">
              <a:solidFill>
                <a:srgbClr val="28363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4" name="Google Shape;504;p65"/>
          <p:cNvSpPr/>
          <p:nvPr/>
        </p:nvSpPr>
        <p:spPr>
          <a:xfrm>
            <a:off x="382375" y="3765481"/>
            <a:ext cx="539100" cy="543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4</a:t>
            </a:r>
            <a:endParaRPr>
              <a:solidFill>
                <a:srgbClr val="082D4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7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Get Started: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2:25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3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CLICK TO START TIMER</a:t>
            </a:r>
            <a:endParaRPr b="0" sz="33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14" name="Google Shape;514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75000" y="1430075"/>
            <a:ext cx="1194000" cy="11490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70"/>
          <p:cNvSpPr txBox="1"/>
          <p:nvPr>
            <p:ph idx="1" type="subTitle"/>
          </p:nvPr>
        </p:nvSpPr>
        <p:spPr>
          <a:xfrm>
            <a:off x="41700" y="3746925"/>
            <a:ext cx="9102300" cy="9006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Introduction to Windows and CMD</a:t>
            </a:r>
            <a:endParaRPr baseline="-25000"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ootcamp Slides New Theme - July 2024">
  <a:themeElements>
    <a:clrScheme name="Simple Light">
      <a:dk1>
        <a:srgbClr val="2E5E73"/>
      </a:dk1>
      <a:lt1>
        <a:srgbClr val="FFFFFF"/>
      </a:lt1>
      <a:dk2>
        <a:srgbClr val="082D49"/>
      </a:dk2>
      <a:lt2>
        <a:srgbClr val="F2F2F2"/>
      </a:lt2>
      <a:accent1>
        <a:srgbClr val="FCB912"/>
      </a:accent1>
      <a:accent2>
        <a:srgbClr val="AADCF2"/>
      </a:accent2>
      <a:accent3>
        <a:srgbClr val="1475D4"/>
      </a:accent3>
      <a:accent4>
        <a:srgbClr val="00C7CC"/>
      </a:accent4>
      <a:accent5>
        <a:srgbClr val="082D49"/>
      </a:accent5>
      <a:accent6>
        <a:srgbClr val="2E5E73"/>
      </a:accent6>
      <a:hlink>
        <a:srgbClr val="2E5E7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