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153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45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47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15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59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150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0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149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57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44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155.xml"/>
  <Override ContentType="application/vnd.openxmlformats-officedocument.presentationml.slideLayout+xml" PartName="/ppt/slideLayouts/slideLayout142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138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146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54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152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14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14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15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43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39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80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</p:sldIdLst>
  <p:sldSz cy="5143500" cx="9144000"/>
  <p:notesSz cx="6858000" cy="9144000"/>
  <p:embeddedFontLst>
    <p:embeddedFont>
      <p:font typeface="Inconsolata ExtraBold"/>
      <p:bold r:id="rId91"/>
    </p:embeddedFont>
    <p:embeddedFont>
      <p:font typeface="Roboto"/>
      <p:regular r:id="rId92"/>
      <p:bold r:id="rId93"/>
      <p:italic r:id="rId94"/>
      <p:boldItalic r:id="rId95"/>
    </p:embeddedFont>
    <p:embeddedFont>
      <p:font typeface="Roboto Medium"/>
      <p:regular r:id="rId96"/>
      <p:bold r:id="rId97"/>
      <p:italic r:id="rId98"/>
      <p:boldItalic r:id="rId99"/>
    </p:embeddedFont>
    <p:embeddedFont>
      <p:font typeface="Inconsolata"/>
      <p:regular r:id="rId100"/>
      <p:bold r:id="rId101"/>
    </p:embeddedFont>
    <p:embeddedFont>
      <p:font typeface="Inconsolata SemiBold"/>
      <p:regular r:id="rId102"/>
      <p:bold r:id="rId103"/>
    </p:embeddedFont>
    <p:embeddedFont>
      <p:font typeface="Roboto Light"/>
      <p:regular r:id="rId104"/>
      <p:bold r:id="rId105"/>
      <p:italic r:id="rId106"/>
      <p:boldItalic r:id="rId107"/>
    </p:embeddedFont>
    <p:embeddedFont>
      <p:font typeface="Inconsolata Medium"/>
      <p:regular r:id="rId108"/>
      <p:bold r:id="rId109"/>
    </p:embeddedFont>
    <p:embeddedFont>
      <p:font typeface="Inconsolata Black"/>
      <p:bold r:id="rId1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47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5EB5CCE-B9DB-4B22-BA88-9AF99CADAD0D}">
  <a:tblStyle styleId="{E5EB5CCE-B9DB-4B22-BA88-9AF99CADAD0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47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font" Target="fonts/RobotoLight-boldItalic.fntdata"/><Relationship Id="rId106" Type="http://schemas.openxmlformats.org/officeDocument/2006/relationships/font" Target="fonts/RobotoLight-italic.fntdata"/><Relationship Id="rId105" Type="http://schemas.openxmlformats.org/officeDocument/2006/relationships/font" Target="fonts/RobotoLight-bold.fntdata"/><Relationship Id="rId104" Type="http://schemas.openxmlformats.org/officeDocument/2006/relationships/font" Target="fonts/RobotoLight-regular.fntdata"/><Relationship Id="rId109" Type="http://schemas.openxmlformats.org/officeDocument/2006/relationships/font" Target="fonts/InconsolataMedium-bold.fntdata"/><Relationship Id="rId108" Type="http://schemas.openxmlformats.org/officeDocument/2006/relationships/font" Target="fonts/InconsolataMedium-regular.fntdata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font" Target="fonts/InconsolataSemiBold-bold.fntdata"/><Relationship Id="rId102" Type="http://schemas.openxmlformats.org/officeDocument/2006/relationships/font" Target="fonts/InconsolataSemiBold-regular.fntdata"/><Relationship Id="rId101" Type="http://schemas.openxmlformats.org/officeDocument/2006/relationships/font" Target="fonts/Inconsolata-bold.fntdata"/><Relationship Id="rId100" Type="http://schemas.openxmlformats.org/officeDocument/2006/relationships/font" Target="fonts/Inconsolata-regular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font" Target="fonts/Roboto-boldItalic.fntdata"/><Relationship Id="rId94" Type="http://schemas.openxmlformats.org/officeDocument/2006/relationships/font" Target="fonts/Roboto-italic.fntdata"/><Relationship Id="rId97" Type="http://schemas.openxmlformats.org/officeDocument/2006/relationships/font" Target="fonts/RobotoMedium-bold.fntdata"/><Relationship Id="rId96" Type="http://schemas.openxmlformats.org/officeDocument/2006/relationships/font" Target="fonts/RobotoMedium-regular.fntdata"/><Relationship Id="rId11" Type="http://schemas.openxmlformats.org/officeDocument/2006/relationships/slide" Target="slides/slide5.xml"/><Relationship Id="rId99" Type="http://schemas.openxmlformats.org/officeDocument/2006/relationships/font" Target="fonts/RobotoMedium-boldItalic.fntdata"/><Relationship Id="rId10" Type="http://schemas.openxmlformats.org/officeDocument/2006/relationships/slide" Target="slides/slide4.xml"/><Relationship Id="rId98" Type="http://schemas.openxmlformats.org/officeDocument/2006/relationships/font" Target="fonts/RobotoMedium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font" Target="fonts/InconsolataExtraBold-bold.fntdata"/><Relationship Id="rId90" Type="http://schemas.openxmlformats.org/officeDocument/2006/relationships/slide" Target="slides/slide84.xml"/><Relationship Id="rId93" Type="http://schemas.openxmlformats.org/officeDocument/2006/relationships/font" Target="fonts/Roboto-bold.fntdata"/><Relationship Id="rId92" Type="http://schemas.openxmlformats.org/officeDocument/2006/relationships/font" Target="fonts/Roboto-regular.fntdata"/><Relationship Id="rId15" Type="http://schemas.openxmlformats.org/officeDocument/2006/relationships/slide" Target="slides/slide9.xml"/><Relationship Id="rId110" Type="http://schemas.openxmlformats.org/officeDocument/2006/relationships/font" Target="fonts/InconsolataBlack-bold.fntdata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2eb00afe1db_6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8" name="Google Shape;1128;g2eb00afe1db_6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g2fb925c7b0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5" name="Google Shape;1135;g2fb925c7b0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2f0136018fe_0_2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5" name="Google Shape;1165;g2f0136018fe_0_2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g30937352b0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9" name="Google Shape;1169;g30937352b0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g30937352b0e_0_10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7" name="Google Shape;1177;g30937352b0e_0_10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g30937352b0e_0_20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5" name="Google Shape;1185;g30937352b0e_0_20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g307f7de4c64_0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2" name="Google Shape;1202;g307f7de4c64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g30937352b0e_0_30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8" name="Google Shape;1208;g30937352b0e_0_30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g30937352b0e_0_40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9" name="Google Shape;1219;g30937352b0e_0_40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g30937352b0e_0_49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9" name="Google Shape;1229;g30937352b0e_0_49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g30937352b0e_0_59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1" name="Google Shape;1241;g30937352b0e_0_59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g30937352b0e_0_60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7" name="Google Shape;1247;g30937352b0e_0_60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g30937352b0e_0_60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9" name="Google Shape;1279;g30937352b0e_0_60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g30937352b0e_0_60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4" name="Google Shape;1284;g30937352b0e_0_60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g30937352b0e_0_70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0" name="Google Shape;1320;g30937352b0e_0_70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g30937352b0e_0_80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6" name="Google Shape;1336;g30937352b0e_0_80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g30937352b0e_0_90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2" name="Google Shape;1362;g30937352b0e_0_90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g30937352b0e_0_10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5" name="Google Shape;1385;g30937352b0e_0_10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9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g30937352b0e_0_120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1" name="Google Shape;1391;g30937352b0e_0_120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g30937352b0e_0_12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0" name="Google Shape;1400;g30937352b0e_0_12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g30937352b0e_0_12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9" name="Google Shape;1409;g30937352b0e_0_12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g30937352b0e_0_12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5" name="Google Shape;1415;g30937352b0e_0_12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g30937352b0e_0_13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3" name="Google Shape;1433;g30937352b0e_0_13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g30937352b0e_0_13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1" name="Google Shape;1451;g30937352b0e_0_13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30937352b0e_0_13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9" name="Google Shape;1469;g30937352b0e_0_13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g30937352b0e_0_13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8" name="Google Shape;1488;g30937352b0e_0_13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30937352b0e_0_13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5" name="Google Shape;1495;g30937352b0e_0_13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g30937352b0e_0_13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2" name="Google Shape;1502;g30937352b0e_0_13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g30937352b0e_0_13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9" name="Google Shape;1509;g30937352b0e_0_13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g309c5bfc934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6" name="Google Shape;1516;g309c5bfc93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g309c5bfc934_0_9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2" name="Google Shape;1522;g309c5bfc934_0_9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9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g309c5bfc934_0_19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1" name="Google Shape;1531;g309c5bfc934_0_19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g309c5bfc934_0_19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1" name="Google Shape;1541;g309c5bfc934_0_19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7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Google Shape;1548;g309c5bfc934_0_20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9" name="Google Shape;1549;g309c5bfc934_0_20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8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g309c5bfc934_0_20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0" name="Google Shape;1570;g309c5bfc934_0_20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g309c5bfc934_0_20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6" name="Google Shape;1576;g309c5bfc934_0_20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g309c5bfc934_0_20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4" name="Google Shape;1584;g309c5bfc934_0_20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0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g309c5bfc934_0_20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2" name="Google Shape;1592;g309c5bfc934_0_20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8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g309c5bfc934_0_20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0" name="Google Shape;1600;g309c5bfc934_0_20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6" name="Shape 1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Google Shape;1607;g309c5bfc934_0_20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8" name="Google Shape;1608;g309c5bfc934_0_20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5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g309c5bfc934_0_30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7" name="Google Shape;1617;g309c5bfc934_0_30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0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g30b763b784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2" name="Google Shape;1622;g30b763b784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0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30b763b784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2" name="Google Shape;1642;g30b763b784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7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g2fb667c8cb4_0_125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9" name="Google Shape;1659;g2fb667c8cb4_0_12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5" name="Shape 1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Google Shape;1666;g2fb667c8cb4_0_12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7" name="Google Shape;1667;g2fb667c8cb4_0_12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9" name="Shape 1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" name="Google Shape;1670;g2fbcef633a6_0_55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1" name="Google Shape;1671;g2fbcef633a6_0_5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3" name="Shape 1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4" name="Google Shape;1674;g2fcb524e581_0_48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5" name="Google Shape;1675;g2fcb524e581_0_48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9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g309c5bfc934_0_40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1" name="Google Shape;1681;g309c5bfc934_0_40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1" name="Shape 1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Google Shape;1702;g309c5bfc934_0_50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3" name="Google Shape;1703;g309c5bfc934_0_50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g309c5bfc934_0_6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3" name="Google Shape;1723;g309c5bfc934_0_6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8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Google Shape;1729;g309c5bfc934_0_5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0" name="Google Shape;1730;g309c5bfc934_0_5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2" name="Shape 1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3" name="Google Shape;1763;g309c5bfc934_0_5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4" name="Google Shape;1764;g309c5bfc934_0_5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0" name="Shape 1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" name="Google Shape;1771;g309c5bfc934_0_5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2" name="Google Shape;1772;g309c5bfc934_0_5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0" name="Shape 1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1" name="Google Shape;1801;g309c5bfc934_0_5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2" name="Google Shape;1802;g309c5bfc934_0_5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9" name="Shape 1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" name="Google Shape;1820;g309c5bfc934_0_5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1" name="Google Shape;1821;g309c5bfc934_0_5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6" name="Shape 1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7" name="Google Shape;1837;g309c5bfc934_0_7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8" name="Google Shape;1838;g309c5bfc934_0_7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4" name="Shape 1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" name="Google Shape;1845;g309c5bfc934_0_6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6" name="Google Shape;1846;g309c5bfc934_0_6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2" name="Shape 1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" name="Google Shape;1863;g309c5bfc934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4" name="Google Shape;1864;g309c5bfc934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4" name="Shape 1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5" name="Google Shape;1905;g2d3e7a0cad0_0_3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6" name="Google Shape;1906;g2d3e7a0cad0_0_3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0" name="Shape 1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1" name="Google Shape;1911;g30a3240009e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2" name="Google Shape;1912;g30a3240009e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8" name="Shape 1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9" name="Google Shape;1919;g30a3240009e_0_10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0" name="Google Shape;1920;g30a3240009e_0_10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3" name="Shape 1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Google Shape;1924;g30a3240009e_0_10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5" name="Google Shape;1925;g30a3240009e_0_10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1" name="Shape 1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2" name="Google Shape;1932;g30a3240009e_0_10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3" name="Google Shape;1933;g30a3240009e_0_10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5" name="Shape 1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6" name="Google Shape;1936;g30a3240009e_0_1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7" name="Google Shape;1937;g30a3240009e_0_1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9" name="Shape 1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0" name="Google Shape;1940;g30a3240009e_0_1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1" name="Google Shape;1941;g30a3240009e_0_1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3" name="Shape 1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4" name="Google Shape;1944;g30a3240009e_0_1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5" name="Google Shape;1945;g30a3240009e_0_1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9" name="Shape 1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0" name="Google Shape;1950;g30a3240009e_0_1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1" name="Google Shape;1951;g30a3240009e_0_1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5" name="Shape 1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" name="Google Shape;1956;g30a3240009e_0_1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7" name="Google Shape;1957;g30a3240009e_0_1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8" name="Shape 1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9" name="Google Shape;1969;g30a3240009e_0_2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0" name="Google Shape;1970;g30a3240009e_0_2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3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g30a3240009e_0_10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5" name="Google Shape;1975;g30a3240009e_0_10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1" name="Shape 1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2" name="Google Shape;1982;g30a3240009e_0_2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3" name="Google Shape;1983;g30a3240009e_0_2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6" name="Shape 1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" name="Google Shape;1987;g30a3240009e_0_2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8" name="Google Shape;1988;g30a3240009e_0_2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Google Shape;1992;g30a3240009e_0_25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3" name="Google Shape;1993;g30a3240009e_0_25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9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0" name="Google Shape;2000;g30a3240009e_0_2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1" name="Google Shape;2001;g30a3240009e_0_2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3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Google Shape;2004;g30a3240009e_0_2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5" name="Google Shape;2005;g30a3240009e_0_2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7" name="Shape 2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8" name="Google Shape;2008;g30a3240009e_0_26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9" name="Google Shape;2009;g30a3240009e_0_26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2" name="Shape 2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3" name="Google Shape;2013;g30a3240009e_0_26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4" name="Google Shape;2014;g30a3240009e_0_26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1" name="Shape 2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2" name="Google Shape;2022;g30a3240009e_0_26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3" name="Google Shape;2023;g30a3240009e_0_26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shutterstock_1888488028</a:t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3" name="Shape 2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4" name="Google Shape;2034;g30a3240009e_0_30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5" name="Google Shape;2035;g30a3240009e_0_3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8" name="Shape 2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9" name="Google Shape;2039;g30a3240009e_0_30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0" name="Google Shape;2040;g30a3240009e_0_30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6" name="Shape 2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7" name="Google Shape;2047;g30a3240009e_0_30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8" name="Google Shape;2048;g30a3240009e_0_30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0" name="Shape 2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Google Shape;2051;g30a3240009e_0_30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2" name="Google Shape;2052;g30a3240009e_0_30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4" name="Shape 2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Google Shape;2055;g2f0136018fe_0_2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6" name="Google Shape;2056;g2f0136018fe_0_2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9" name="Shape 2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Google Shape;2060;g2ec649b3119_0_1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1" name="Google Shape;2061;g2ec649b3119_0_1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0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0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8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28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8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8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/Relationships>
</file>

<file path=ppt/slideLayouts/_rels/slideLayout1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/Relationships>
</file>

<file path=ppt/slideLayouts/_rels/slideLayout1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8.png"/></Relationships>
</file>

<file path=ppt/slideLayouts/_rels/slideLayout1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s + Body text">
  <p:cSld name="CUSTOM_1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Right image layout">
  <p:cSld name="CUSTOM_6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>
            <p:ph idx="2" type="pic"/>
          </p:nvPr>
        </p:nvSpPr>
        <p:spPr>
          <a:xfrm>
            <a:off x="5943725" y="150"/>
            <a:ext cx="3200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3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right text layout">
  <p:cSld name="CUSTOM_3_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5943650" y="0"/>
            <a:ext cx="3196500" cy="51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6400800" y="725688"/>
            <a:ext cx="22860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6400800" y="1600088"/>
            <a:ext cx="2349300" cy="29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3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4"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image insert">
  <p:cSld name="CUSTOM_8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 rot="10800000">
            <a:off x="3453900" y="1729748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27" name="Google Shape;27;p5"/>
          <p:cNvCxnSpPr/>
          <p:nvPr/>
        </p:nvCxnSpPr>
        <p:spPr>
          <a:xfrm rot="10800000">
            <a:off x="3453900" y="3524825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8" name="Google Shape;28;p5"/>
          <p:cNvSpPr/>
          <p:nvPr>
            <p:ph idx="2" type="pic"/>
          </p:nvPr>
        </p:nvSpPr>
        <p:spPr>
          <a:xfrm>
            <a:off x="3657600" y="1371600"/>
            <a:ext cx="5029200" cy="2742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sp>
      <p:sp>
        <p:nvSpPr>
          <p:cNvPr id="29" name="Google Shape;29;p5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463231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3" type="body"/>
          </p:nvPr>
        </p:nvSpPr>
        <p:spPr>
          <a:xfrm>
            <a:off x="457200" y="1592650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4" type="body"/>
          </p:nvPr>
        </p:nvSpPr>
        <p:spPr>
          <a:xfrm>
            <a:off x="457200" y="3413275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Left image layout">
  <p:cSld name="CUSTOM_7_2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>
            <p:ph idx="2" type="pic"/>
          </p:nvPr>
        </p:nvSpPr>
        <p:spPr>
          <a:xfrm>
            <a:off x="0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3657600" y="1054550"/>
            <a:ext cx="5025600" cy="3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657601" y="146300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3" type="subTitle"/>
          </p:nvPr>
        </p:nvSpPr>
        <p:spPr>
          <a:xfrm>
            <a:off x="3661286" y="548650"/>
            <a:ext cx="5025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 + Subheading blank">
  <p:cSld name="CUSTOM_21_2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0" name="Google Shape;40;p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7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 line (with bullets)">
  <p:cSld name="CUSTOM_2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6" name="Google Shape;46;p8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8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8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8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8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8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8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8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8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8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8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2" type="body"/>
          </p:nvPr>
        </p:nvSpPr>
        <p:spPr>
          <a:xfrm>
            <a:off x="914400" y="118875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3" type="body"/>
          </p:nvPr>
        </p:nvSpPr>
        <p:spPr>
          <a:xfrm>
            <a:off x="914400" y="187428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4" type="body"/>
          </p:nvPr>
        </p:nvSpPr>
        <p:spPr>
          <a:xfrm>
            <a:off x="914400" y="2559823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5" type="body"/>
          </p:nvPr>
        </p:nvSpPr>
        <p:spPr>
          <a:xfrm>
            <a:off x="914400" y="324536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6" type="body"/>
          </p:nvPr>
        </p:nvSpPr>
        <p:spPr>
          <a:xfrm>
            <a:off x="914400" y="393089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blank)">
  <p:cSld name="CUSTOM_21_2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9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With bullets)">
  <p:cSld name="CUSTOM_21_1_2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0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0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0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0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0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6" name="Google Shape;76;p10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7" name="Google Shape;77;p10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" name="Google Shape;78;p10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" name="Google Shape;79;p10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0" name="Google Shape;80;p10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0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0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0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0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 + Subheading blank">
  <p:cSld name="CUSTOM_1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Longer title" type="secHead">
  <p:cSld name="SECTION_HEADER">
    <p:bg>
      <p:bgPr>
        <a:solidFill>
          <a:schemeClr val="dk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2"/>
          <p:cNvCxnSpPr/>
          <p:nvPr/>
        </p:nvCxnSpPr>
        <p:spPr>
          <a:xfrm>
            <a:off x="4580627" y="16187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sp>
        <p:nvSpPr>
          <p:cNvPr id="93" name="Google Shape;93;p12"/>
          <p:cNvSpPr txBox="1"/>
          <p:nvPr>
            <p:ph type="title"/>
          </p:nvPr>
        </p:nvSpPr>
        <p:spPr>
          <a:xfrm>
            <a:off x="4570700" y="1804650"/>
            <a:ext cx="4557900" cy="1215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4" name="Google Shape;94;p12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5" name="Google Shape;95;p12"/>
          <p:cNvSpPr txBox="1"/>
          <p:nvPr>
            <p:ph idx="2" type="subTitle"/>
          </p:nvPr>
        </p:nvSpPr>
        <p:spPr>
          <a:xfrm>
            <a:off x="4572000" y="32034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12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6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Shorter title">
  <p:cSld name="SECTION_HEADER_1_1">
    <p:bg>
      <p:bgPr>
        <a:solidFill>
          <a:schemeClr val="dk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" name="Google Shape;98;p13"/>
          <p:cNvCxnSpPr/>
          <p:nvPr/>
        </p:nvCxnSpPr>
        <p:spPr>
          <a:xfrm>
            <a:off x="4570695" y="1823650"/>
            <a:ext cx="9207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cxnSp>
        <p:nvCxnSpPr>
          <p:cNvPr id="99" name="Google Shape;99;p13"/>
          <p:cNvCxnSpPr/>
          <p:nvPr/>
        </p:nvCxnSpPr>
        <p:spPr>
          <a:xfrm>
            <a:off x="4580627" y="18235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sp>
        <p:nvSpPr>
          <p:cNvPr id="100" name="Google Shape;100;p13"/>
          <p:cNvSpPr txBox="1"/>
          <p:nvPr>
            <p:ph type="title"/>
          </p:nvPr>
        </p:nvSpPr>
        <p:spPr>
          <a:xfrm>
            <a:off x="4570700" y="2028900"/>
            <a:ext cx="4557900" cy="719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1" type="subTitle"/>
          </p:nvPr>
        </p:nvSpPr>
        <p:spPr>
          <a:xfrm>
            <a:off x="4572000" y="1533250"/>
            <a:ext cx="4572000" cy="18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2" name="Google Shape;102;p13"/>
          <p:cNvSpPr txBox="1"/>
          <p:nvPr>
            <p:ph idx="2" type="subTitle"/>
          </p:nvPr>
        </p:nvSpPr>
        <p:spPr>
          <a:xfrm>
            <a:off x="4572000" y="28820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13"/>
          <p:cNvSpPr txBox="1"/>
          <p:nvPr/>
        </p:nvSpPr>
        <p:spPr>
          <a:xfrm>
            <a:off x="6058325" y="3097550"/>
            <a:ext cx="309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Blank">
  <p:cSld name="CUSTOM_26_1">
    <p:bg>
      <p:bgPr>
        <a:solidFill>
          <a:schemeClr val="dk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/>
          <p:nvPr>
            <p:ph type="title"/>
          </p:nvPr>
        </p:nvSpPr>
        <p:spPr>
          <a:xfrm>
            <a:off x="0" y="3073400"/>
            <a:ext cx="91440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07" name="Google Shape;107;p14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4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Next class">
  <p:cSld name="CUSTOM_10_1_1_1_2_2_1">
    <p:bg>
      <p:bgPr>
        <a:solidFill>
          <a:schemeClr val="dk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Next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lass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4429130" y="1541930"/>
            <a:ext cx="285844" cy="574072"/>
          </a:xfrm>
          <a:custGeom>
            <a:rect b="b" l="l" r="r" t="t"/>
            <a:pathLst>
              <a:path extrusionOk="0" fill="none" h="206130" w="102637">
                <a:moveTo>
                  <a:pt x="0" y="1"/>
                </a:moveTo>
                <a:lnTo>
                  <a:pt x="102637" y="103065"/>
                </a:lnTo>
                <a:lnTo>
                  <a:pt x="0" y="206129"/>
                </a:lnTo>
              </a:path>
            </a:pathLst>
          </a:custGeom>
          <a:solidFill>
            <a:srgbClr val="FFFFFF"/>
          </a:solidFill>
          <a:ln cap="rnd" cmpd="sng" w="28575">
            <a:solidFill>
              <a:srgbClr val="283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36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5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Time to Code">
  <p:cSld name="CUSTOM_10_1_1_1_2_2_1_1">
    <p:bg>
      <p:bgPr>
        <a:solidFill>
          <a:schemeClr val="dk2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/>
        </p:nvSpPr>
        <p:spPr>
          <a:xfrm>
            <a:off x="5901175" y="3977950"/>
            <a:ext cx="2785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0" y="3086100"/>
            <a:ext cx="91440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to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ode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36576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94290" y="1424853"/>
            <a:ext cx="1155368" cy="81814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>
            <p:ph idx="1" type="subTitle"/>
          </p:nvPr>
        </p:nvSpPr>
        <p:spPr>
          <a:xfrm>
            <a:off x="5029200" y="4245725"/>
            <a:ext cx="365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hallenge">
  <p:cSld name="CUSTOM_10_1_1_1_2_1_1">
    <p:bg>
      <p:bgPr>
        <a:solidFill>
          <a:schemeClr val="dk2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Challenge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2" name="Google Shape;122;p1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17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72546" y="1094559"/>
            <a:ext cx="1390807" cy="1212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ourse overview">
  <p:cSld name="CUSTOM_10_1_1_1_2_1_1_1">
    <p:bg>
      <p:bgPr>
        <a:solidFill>
          <a:schemeClr val="dk2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ourse overview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7" name="Google Shape;127;p1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18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96605" y="1339647"/>
            <a:ext cx="950800" cy="97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lank slide">
  <p:cSld name="CUSTOM_26_1_1">
    <p:bg>
      <p:bgPr>
        <a:solidFill>
          <a:schemeClr val="dk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title"/>
          </p:nvPr>
        </p:nvSpPr>
        <p:spPr>
          <a:xfrm>
            <a:off x="0" y="3072384"/>
            <a:ext cx="91440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Welcome page">
  <p:cSld name="CUSTOM_26_1_1_1">
    <p:bg>
      <p:bgPr>
        <a:solidFill>
          <a:schemeClr val="dk2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Welcome</a:t>
            </a:r>
            <a:endParaRPr b="1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5" name="Google Shape;13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84112" y="1371590"/>
            <a:ext cx="1776025" cy="1324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Conclusion">
  <p:cSld name="CUSTOM_26_1_1_1_1">
    <p:bg>
      <p:bgPr>
        <a:solidFill>
          <a:schemeClr val="dk2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Conclusion</a:t>
            </a:r>
            <a:endParaRPr b="1" sz="4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8" name="Google Shape;13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8275" y="1452275"/>
            <a:ext cx="1047450" cy="120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's up! Let's review">
  <p:cSld name="CUSTOM_10_2_1_1_1">
    <p:bg>
      <p:bgPr>
        <a:solidFill>
          <a:schemeClr val="dk2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56863" y="1371602"/>
            <a:ext cx="1430525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2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Time’s up!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22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review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reak">
  <p:cSld name="CUSTOM_10_1">
    <p:bg>
      <p:bgPr>
        <a:solidFill>
          <a:schemeClr val="dk2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61200" y="1371599"/>
            <a:ext cx="1421602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3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Break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23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15 mins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 for a quick review">
  <p:cSld name="CUSTOM_10_1_1_2">
    <p:bg>
      <p:bgPr>
        <a:solidFill>
          <a:schemeClr val="dk2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2162" y="1448847"/>
            <a:ext cx="1699675" cy="1224853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4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for a quick video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Peer review">
  <p:cSld name="CUSTOM_10_1_1_1_3">
    <p:bg>
      <p:bgPr>
        <a:solidFill>
          <a:schemeClr val="dk2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53000"/>
            <a:ext cx="1291550" cy="129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Peer review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Let's recap">
  <p:cSld name="CUSTOM_10_1_1_1_2">
    <p:bg>
      <p:bgPr>
        <a:solidFill>
          <a:schemeClr val="dk2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35359"/>
            <a:ext cx="1291550" cy="1326833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6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recap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Office hours">
  <p:cSld name="CUSTOM_10_1_1_1_2_3_2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92850" y="1583850"/>
            <a:ext cx="2158300" cy="11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7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Office hours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2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Slack slide">
  <p:cSld name="CUSTOM_10_1_1_1_2_3_1">
    <p:bg>
      <p:bgPr>
        <a:solidFill>
          <a:schemeClr val="dk2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Class Slack Channel: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2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63" name="Google Shape;163;p28"/>
          <p:cNvPicPr preferRelativeResize="0"/>
          <p:nvPr/>
        </p:nvPicPr>
        <p:blipFill rotWithShape="1">
          <a:blip r:embed="rId2">
            <a:alphaModFix/>
          </a:blip>
          <a:srcRect b="24412" l="9534" r="69121" t="23790"/>
          <a:stretch/>
        </p:blipFill>
        <p:spPr>
          <a:xfrm>
            <a:off x="3876275" y="1390350"/>
            <a:ext cx="1391451" cy="138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hank you">
  <p:cSld name="CUSTOM_10_1_1_1_2_1_2">
    <p:bg>
      <p:bgPr>
        <a:solidFill>
          <a:schemeClr val="dk2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/>
        </p:nvSpPr>
        <p:spPr>
          <a:xfrm>
            <a:off x="0" y="3073400"/>
            <a:ext cx="9144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6" name="Google Shape;166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83775" y="1371600"/>
            <a:ext cx="1376700" cy="137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Questions">
  <p:cSld name="CUSTOM_10_1_1_1_1_2">
    <p:bg>
      <p:bgPr>
        <a:solidFill>
          <a:schemeClr val="dk2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/>
        </p:nvSpPr>
        <p:spPr>
          <a:xfrm>
            <a:off x="0" y="305495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6873" y="1589513"/>
            <a:ext cx="1690255" cy="13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653025" y="4126875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0"/>
          <p:cNvPicPr preferRelativeResize="0"/>
          <p:nvPr/>
        </p:nvPicPr>
        <p:blipFill rotWithShape="1">
          <a:blip r:embed="rId3">
            <a:alphaModFix/>
          </a:blip>
          <a:srcRect b="19664" l="0" r="0" t="0"/>
          <a:stretch/>
        </p:blipFill>
        <p:spPr>
          <a:xfrm flipH="1">
            <a:off x="1651350" y="4364000"/>
            <a:ext cx="783075" cy="9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0"/>
          <p:cNvPicPr preferRelativeResize="0"/>
          <p:nvPr/>
        </p:nvPicPr>
        <p:blipFill rotWithShape="1">
          <a:blip r:embed="rId3">
            <a:alphaModFix/>
          </a:blip>
          <a:srcRect b="30598" l="0" r="0" t="0"/>
          <a:stretch/>
        </p:blipFill>
        <p:spPr>
          <a:xfrm flipH="1">
            <a:off x="3638200" y="4387525"/>
            <a:ext cx="712575" cy="7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2655487" y="3973275"/>
            <a:ext cx="982713" cy="13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4517888" y="4134937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0"/>
          <p:cNvPicPr preferRelativeResize="0"/>
          <p:nvPr/>
        </p:nvPicPr>
        <p:blipFill rotWithShape="1">
          <a:blip r:embed="rId3">
            <a:alphaModFix/>
          </a:blip>
          <a:srcRect b="5686" l="0" r="0" t="0"/>
          <a:stretch/>
        </p:blipFill>
        <p:spPr>
          <a:xfrm flipH="1">
            <a:off x="5979175" y="4168652"/>
            <a:ext cx="783075" cy="11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650" y="3973275"/>
            <a:ext cx="870750" cy="13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C - Instructor Demonstration">
  <p:cSld name="CUSTOM_10_2">
    <p:bg>
      <p:bgPr>
        <a:solidFill>
          <a:schemeClr val="dk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79" name="Google Shape;179;p31"/>
          <p:cNvSpPr/>
          <p:nvPr/>
        </p:nvSpPr>
        <p:spPr>
          <a:xfrm>
            <a:off x="3657600" y="919500"/>
            <a:ext cx="1828800" cy="182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1"/>
          <p:cNvSpPr txBox="1"/>
          <p:nvPr/>
        </p:nvSpPr>
        <p:spPr>
          <a:xfrm>
            <a:off x="311700" y="3073125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Instructor</a:t>
            </a:r>
            <a:r>
              <a:rPr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Demonstration</a:t>
            </a:r>
            <a:endParaRPr i="0" sz="24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81" name="Google Shape;181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34596" y="1424818"/>
            <a:ext cx="1274808" cy="818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D - Blank chapter title slide">
  <p:cSld name="CUSTOM_26_2">
    <p:bg>
      <p:bgPr>
        <a:solidFill>
          <a:schemeClr val="accent2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blank)">
  <p:cSld name="CUSTOM_21_2_2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5" name="Google Shape;185;p33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86" name="Google Shape;186;p33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3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89" name="Google Shape;189;p33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with bullets)">
  <p:cSld name="CUSTOM_21_2_3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1" name="Google Shape;191;p34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92" name="Google Shape;192;p34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4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34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4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4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4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4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4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1" name="Google Shape;201;p34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2" name="Google Shape;202;p34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3" name="Google Shape;203;p34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4" name="Google Shape;204;p34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5" name="Google Shape;205;p34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4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4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4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4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4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blank)">
  <p:cSld name="CUSTOM_21_2_2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2" name="Google Shape;212;p35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3" name="Google Shape;213;p35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Google Shape;214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5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35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with bullets)">
  <p:cSld name="CUSTOM_21_2_2_1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8" name="Google Shape;218;p36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9" name="Google Shape;219;p36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6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6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6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6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6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6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7" name="Google Shape;227;p36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8" name="Google Shape;228;p36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9" name="Google Shape;229;p36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0" name="Google Shape;230;p36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1" name="Google Shape;231;p36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6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6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6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6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6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36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7"/>
          <p:cNvSpPr txBox="1"/>
          <p:nvPr/>
        </p:nvSpPr>
        <p:spPr>
          <a:xfrm>
            <a:off x="4572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01.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37"/>
          <p:cNvSpPr txBox="1"/>
          <p:nvPr/>
        </p:nvSpPr>
        <p:spPr>
          <a:xfrm>
            <a:off x="457197" y="206217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02.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37"/>
          <p:cNvSpPr txBox="1"/>
          <p:nvPr/>
        </p:nvSpPr>
        <p:spPr>
          <a:xfrm>
            <a:off x="457204" y="253925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03.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37"/>
          <p:cNvSpPr txBox="1"/>
          <p:nvPr/>
        </p:nvSpPr>
        <p:spPr>
          <a:xfrm>
            <a:off x="457197" y="298165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04.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37"/>
          <p:cNvSpPr txBox="1"/>
          <p:nvPr/>
        </p:nvSpPr>
        <p:spPr>
          <a:xfrm>
            <a:off x="457200" y="344330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05.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37"/>
          <p:cNvSpPr txBox="1"/>
          <p:nvPr/>
        </p:nvSpPr>
        <p:spPr>
          <a:xfrm>
            <a:off x="45638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06.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37"/>
          <p:cNvSpPr txBox="1"/>
          <p:nvPr/>
        </p:nvSpPr>
        <p:spPr>
          <a:xfrm>
            <a:off x="4563800" y="206488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07.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37"/>
          <p:cNvSpPr txBox="1"/>
          <p:nvPr/>
        </p:nvSpPr>
        <p:spPr>
          <a:xfrm>
            <a:off x="4563800" y="2529587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08.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37"/>
          <p:cNvSpPr txBox="1"/>
          <p:nvPr/>
        </p:nvSpPr>
        <p:spPr>
          <a:xfrm>
            <a:off x="4563800" y="298162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09.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37"/>
          <p:cNvSpPr txBox="1"/>
          <p:nvPr/>
        </p:nvSpPr>
        <p:spPr>
          <a:xfrm>
            <a:off x="4563800" y="344473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0" name="Google Shape;250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3425" y="301475"/>
            <a:ext cx="287550" cy="364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1" name="Google Shape;251;p37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52" name="Google Shape;252;p3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53" name="Google Shape;253;p37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Table of Contents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37"/>
          <p:cNvSpPr txBox="1"/>
          <p:nvPr>
            <p:ph idx="2" type="body"/>
          </p:nvPr>
        </p:nvSpPr>
        <p:spPr>
          <a:xfrm>
            <a:off x="914400" y="160934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5" name="Google Shape;255;p37"/>
          <p:cNvSpPr txBox="1"/>
          <p:nvPr>
            <p:ph idx="3" type="body"/>
          </p:nvPr>
        </p:nvSpPr>
        <p:spPr>
          <a:xfrm>
            <a:off x="914400" y="343556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6" name="Google Shape;256;p37"/>
          <p:cNvSpPr txBox="1"/>
          <p:nvPr>
            <p:ph idx="4" type="body"/>
          </p:nvPr>
        </p:nvSpPr>
        <p:spPr>
          <a:xfrm>
            <a:off x="914400" y="206590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7" name="Google Shape;257;p37"/>
          <p:cNvSpPr txBox="1"/>
          <p:nvPr>
            <p:ph idx="5" type="body"/>
          </p:nvPr>
        </p:nvSpPr>
        <p:spPr>
          <a:xfrm>
            <a:off x="914400" y="2522456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8" name="Google Shape;258;p37"/>
          <p:cNvSpPr txBox="1"/>
          <p:nvPr>
            <p:ph idx="6" type="body"/>
          </p:nvPr>
        </p:nvSpPr>
        <p:spPr>
          <a:xfrm>
            <a:off x="914400" y="297900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9" name="Google Shape;259;p37"/>
          <p:cNvSpPr txBox="1"/>
          <p:nvPr>
            <p:ph idx="7" type="body"/>
          </p:nvPr>
        </p:nvSpPr>
        <p:spPr>
          <a:xfrm>
            <a:off x="5029200" y="16093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0" name="Google Shape;260;p37"/>
          <p:cNvSpPr txBox="1"/>
          <p:nvPr>
            <p:ph idx="8" type="body"/>
          </p:nvPr>
        </p:nvSpPr>
        <p:spPr>
          <a:xfrm>
            <a:off x="5029200" y="34355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1" name="Google Shape;261;p37"/>
          <p:cNvSpPr txBox="1"/>
          <p:nvPr>
            <p:ph idx="9" type="body"/>
          </p:nvPr>
        </p:nvSpPr>
        <p:spPr>
          <a:xfrm>
            <a:off x="5029200" y="20659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2" name="Google Shape;262;p37"/>
          <p:cNvSpPr txBox="1"/>
          <p:nvPr>
            <p:ph idx="13" type="body"/>
          </p:nvPr>
        </p:nvSpPr>
        <p:spPr>
          <a:xfrm>
            <a:off x="5029200" y="2522451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3" name="Google Shape;263;p37"/>
          <p:cNvSpPr txBox="1"/>
          <p:nvPr>
            <p:ph idx="14" type="body"/>
          </p:nvPr>
        </p:nvSpPr>
        <p:spPr>
          <a:xfrm>
            <a:off x="5029200" y="29790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72">
          <p15:clr>
            <a:srgbClr val="E46962"/>
          </p15:clr>
        </p15:guide>
        <p15:guide id="2" pos="2884">
          <p15:clr>
            <a:srgbClr val="E46962"/>
          </p15:clr>
        </p15:guide>
        <p15:guide id="3" pos="3168">
          <p15:clr>
            <a:srgbClr val="E46962"/>
          </p15:clr>
        </p15:guide>
        <p15:guide id="4" orient="horz" pos="288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">
  <p:cSld name="CUSTOM_23">
    <p:bg>
      <p:bgPr>
        <a:solidFill>
          <a:srgbClr val="F2F2F2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8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38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8" name="Google Shape;268;p38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" name="Google Shape;269;p38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70" name="Google Shape;270;p38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71" name="Google Shape;27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8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73" name="Google Shape;273;p38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(Class activity)">
  <p:cSld name="CUSTOM_23_2">
    <p:bg>
      <p:bgPr>
        <a:solidFill>
          <a:srgbClr val="F2F2F2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9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Class </a:t>
            </a: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p39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8" name="Google Shape;278;p39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9" name="Google Shape;279;p39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80" name="Google Shape;280;p39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81" name="Google Shape;28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9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83" name="Google Shape;283;p39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s">
  <p:cSld name="CUSTOM_22_1_1">
    <p:bg>
      <p:bgPr>
        <a:solidFill>
          <a:schemeClr val="lt2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0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40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7" name="Google Shape;287;p40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40"/>
          <p:cNvSpPr txBox="1"/>
          <p:nvPr>
            <p:ph idx="1" type="body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>
            <a:lvl1pPr indent="-444500" lvl="0" marL="4572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1pPr>
            <a:lvl2pPr indent="-444500" lvl="1" marL="9144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2pPr>
            <a:lvl3pPr indent="-444500" lvl="2" marL="13716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3pPr>
            <a:lvl4pPr indent="-444500" lvl="3" marL="18288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4pPr>
            <a:lvl5pPr indent="-444500" lvl="4" marL="22860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5pPr>
            <a:lvl6pPr indent="-444500" lvl="5" marL="27432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6pPr>
            <a:lvl7pPr indent="-444500" lvl="6" marL="32004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7pPr>
            <a:lvl8pPr indent="-444500" lvl="7" marL="36576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8pPr>
            <a:lvl9pPr indent="-444500" lvl="8" marL="41148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Key Idea">
  <p:cSld name="CUSTOM_4">
    <p:bg>
      <p:bgPr>
        <a:solidFill>
          <a:schemeClr val="lt2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1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1" name="Google Shape;291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0550" y="18616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1"/>
          <p:cNvPicPr preferRelativeResize="0"/>
          <p:nvPr/>
        </p:nvPicPr>
        <p:blipFill rotWithShape="1">
          <a:blip r:embed="rId3">
            <a:alphaModFix amt="11000"/>
          </a:blip>
          <a:srcRect b="7135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1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estion">
  <p:cSld name="CUSTOM_4_1_2_1">
    <p:bg>
      <p:bgPr>
        <a:solidFill>
          <a:schemeClr val="lt2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2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6" name="Google Shape;296;p42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7875" y="2012779"/>
            <a:ext cx="1003696" cy="1489696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2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otation">
  <p:cSld name="CUSTOM_4_1_1">
    <p:bg>
      <p:bgPr>
        <a:solidFill>
          <a:schemeClr val="lt2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3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1" name="Google Shape;301;p43"/>
          <p:cNvGrpSpPr/>
          <p:nvPr/>
        </p:nvGrpSpPr>
        <p:grpSpPr>
          <a:xfrm>
            <a:off x="1074625" y="2258150"/>
            <a:ext cx="1473491" cy="980288"/>
            <a:chOff x="1074625" y="2258150"/>
            <a:chExt cx="1473491" cy="980288"/>
          </a:xfrm>
        </p:grpSpPr>
        <p:sp>
          <p:nvSpPr>
            <p:cNvPr id="302" name="Google Shape;302;p43"/>
            <p:cNvSpPr/>
            <p:nvPr/>
          </p:nvSpPr>
          <p:spPr>
            <a:xfrm>
              <a:off x="1074625" y="2258150"/>
              <a:ext cx="704970" cy="980288"/>
            </a:xfrm>
            <a:custGeom>
              <a:rect b="b" l="l" r="r" t="t"/>
              <a:pathLst>
                <a:path extrusionOk="0" fill="none" h="79682" w="57303">
                  <a:moveTo>
                    <a:pt x="12677" y="79681"/>
                  </a:moveTo>
                  <a:lnTo>
                    <a:pt x="12677" y="79681"/>
                  </a:lnTo>
                  <a:lnTo>
                    <a:pt x="15652" y="75283"/>
                  </a:lnTo>
                  <a:lnTo>
                    <a:pt x="17980" y="71403"/>
                  </a:lnTo>
                  <a:lnTo>
                    <a:pt x="19920" y="67910"/>
                  </a:lnTo>
                  <a:lnTo>
                    <a:pt x="21343" y="64806"/>
                  </a:lnTo>
                  <a:lnTo>
                    <a:pt x="22378" y="62090"/>
                  </a:lnTo>
                  <a:lnTo>
                    <a:pt x="23025" y="59891"/>
                  </a:lnTo>
                  <a:lnTo>
                    <a:pt x="23413" y="58080"/>
                  </a:lnTo>
                  <a:lnTo>
                    <a:pt x="23542" y="56786"/>
                  </a:lnTo>
                  <a:lnTo>
                    <a:pt x="23542" y="56786"/>
                  </a:lnTo>
                  <a:lnTo>
                    <a:pt x="21084" y="56139"/>
                  </a:lnTo>
                  <a:lnTo>
                    <a:pt x="18627" y="55363"/>
                  </a:lnTo>
                  <a:lnTo>
                    <a:pt x="16428" y="54458"/>
                  </a:lnTo>
                  <a:lnTo>
                    <a:pt x="14229" y="53294"/>
                  </a:lnTo>
                  <a:lnTo>
                    <a:pt x="12159" y="52000"/>
                  </a:lnTo>
                  <a:lnTo>
                    <a:pt x="10219" y="50448"/>
                  </a:lnTo>
                  <a:lnTo>
                    <a:pt x="8408" y="48896"/>
                  </a:lnTo>
                  <a:lnTo>
                    <a:pt x="6726" y="47085"/>
                  </a:lnTo>
                  <a:lnTo>
                    <a:pt x="5304" y="45144"/>
                  </a:lnTo>
                  <a:lnTo>
                    <a:pt x="4010" y="43075"/>
                  </a:lnTo>
                  <a:lnTo>
                    <a:pt x="2846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518" y="33761"/>
                  </a:lnTo>
                  <a:lnTo>
                    <a:pt x="129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259" y="25742"/>
                  </a:lnTo>
                  <a:lnTo>
                    <a:pt x="647" y="22896"/>
                  </a:lnTo>
                  <a:lnTo>
                    <a:pt x="1294" y="20050"/>
                  </a:lnTo>
                  <a:lnTo>
                    <a:pt x="2328" y="17463"/>
                  </a:lnTo>
                  <a:lnTo>
                    <a:pt x="3493" y="15005"/>
                  </a:lnTo>
                  <a:lnTo>
                    <a:pt x="4915" y="12677"/>
                  </a:lnTo>
                  <a:lnTo>
                    <a:pt x="6597" y="10478"/>
                  </a:lnTo>
                  <a:lnTo>
                    <a:pt x="8408" y="8409"/>
                  </a:lnTo>
                  <a:lnTo>
                    <a:pt x="10478" y="6598"/>
                  </a:lnTo>
                  <a:lnTo>
                    <a:pt x="12677" y="4916"/>
                  </a:lnTo>
                  <a:lnTo>
                    <a:pt x="15005" y="3493"/>
                  </a:lnTo>
                  <a:lnTo>
                    <a:pt x="17592" y="2200"/>
                  </a:lnTo>
                  <a:lnTo>
                    <a:pt x="20179" y="1294"/>
                  </a:lnTo>
                  <a:lnTo>
                    <a:pt x="22895" y="647"/>
                  </a:lnTo>
                  <a:lnTo>
                    <a:pt x="25741" y="130"/>
                  </a:lnTo>
                  <a:lnTo>
                    <a:pt x="28716" y="1"/>
                  </a:lnTo>
                  <a:lnTo>
                    <a:pt x="28716" y="1"/>
                  </a:lnTo>
                  <a:lnTo>
                    <a:pt x="31562" y="130"/>
                  </a:lnTo>
                  <a:lnTo>
                    <a:pt x="34408" y="647"/>
                  </a:lnTo>
                  <a:lnTo>
                    <a:pt x="37124" y="1294"/>
                  </a:lnTo>
                  <a:lnTo>
                    <a:pt x="39840" y="2200"/>
                  </a:lnTo>
                  <a:lnTo>
                    <a:pt x="42298" y="3493"/>
                  </a:lnTo>
                  <a:lnTo>
                    <a:pt x="44626" y="4916"/>
                  </a:lnTo>
                  <a:lnTo>
                    <a:pt x="46825" y="6598"/>
                  </a:lnTo>
                  <a:lnTo>
                    <a:pt x="48895" y="8409"/>
                  </a:lnTo>
                  <a:lnTo>
                    <a:pt x="50706" y="10478"/>
                  </a:lnTo>
                  <a:lnTo>
                    <a:pt x="52388" y="12677"/>
                  </a:lnTo>
                  <a:lnTo>
                    <a:pt x="53810" y="15005"/>
                  </a:lnTo>
                  <a:lnTo>
                    <a:pt x="54975" y="17463"/>
                  </a:lnTo>
                  <a:lnTo>
                    <a:pt x="56009" y="20050"/>
                  </a:lnTo>
                  <a:lnTo>
                    <a:pt x="56656" y="22896"/>
                  </a:lnTo>
                  <a:lnTo>
                    <a:pt x="57174" y="25742"/>
                  </a:lnTo>
                  <a:lnTo>
                    <a:pt x="57303" y="28587"/>
                  </a:lnTo>
                  <a:lnTo>
                    <a:pt x="57303" y="28587"/>
                  </a:lnTo>
                  <a:lnTo>
                    <a:pt x="57174" y="31562"/>
                  </a:lnTo>
                  <a:lnTo>
                    <a:pt x="56915" y="34279"/>
                  </a:lnTo>
                  <a:lnTo>
                    <a:pt x="56398" y="37125"/>
                  </a:lnTo>
                  <a:lnTo>
                    <a:pt x="55751" y="39712"/>
                  </a:lnTo>
                  <a:lnTo>
                    <a:pt x="54845" y="42299"/>
                  </a:lnTo>
                  <a:lnTo>
                    <a:pt x="53940" y="44886"/>
                  </a:lnTo>
                  <a:lnTo>
                    <a:pt x="52776" y="47214"/>
                  </a:lnTo>
                  <a:lnTo>
                    <a:pt x="51611" y="49542"/>
                  </a:lnTo>
                  <a:lnTo>
                    <a:pt x="50189" y="51871"/>
                  </a:lnTo>
                  <a:lnTo>
                    <a:pt x="48766" y="54070"/>
                  </a:lnTo>
                  <a:lnTo>
                    <a:pt x="47214" y="56139"/>
                  </a:lnTo>
                  <a:lnTo>
                    <a:pt x="45532" y="58209"/>
                  </a:lnTo>
                  <a:lnTo>
                    <a:pt x="43850" y="60020"/>
                  </a:lnTo>
                  <a:lnTo>
                    <a:pt x="42039" y="61960"/>
                  </a:lnTo>
                  <a:lnTo>
                    <a:pt x="40229" y="63642"/>
                  </a:lnTo>
                  <a:lnTo>
                    <a:pt x="38288" y="65323"/>
                  </a:lnTo>
                  <a:lnTo>
                    <a:pt x="36477" y="66876"/>
                  </a:lnTo>
                  <a:lnTo>
                    <a:pt x="34537" y="68428"/>
                  </a:lnTo>
                  <a:lnTo>
                    <a:pt x="30786" y="71144"/>
                  </a:lnTo>
                  <a:lnTo>
                    <a:pt x="27035" y="73472"/>
                  </a:lnTo>
                  <a:lnTo>
                    <a:pt x="23413" y="75413"/>
                  </a:lnTo>
                  <a:lnTo>
                    <a:pt x="20050" y="77094"/>
                  </a:lnTo>
                  <a:lnTo>
                    <a:pt x="17204" y="78388"/>
                  </a:lnTo>
                  <a:lnTo>
                    <a:pt x="14617" y="79164"/>
                  </a:lnTo>
                  <a:lnTo>
                    <a:pt x="12677" y="79681"/>
                  </a:lnTo>
                  <a:lnTo>
                    <a:pt x="12677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43"/>
            <p:cNvSpPr/>
            <p:nvPr/>
          </p:nvSpPr>
          <p:spPr>
            <a:xfrm>
              <a:off x="1844733" y="2258150"/>
              <a:ext cx="703383" cy="980288"/>
            </a:xfrm>
            <a:custGeom>
              <a:rect b="b" l="l" r="r" t="t"/>
              <a:pathLst>
                <a:path extrusionOk="0" fill="none" h="79682" w="57174">
                  <a:moveTo>
                    <a:pt x="12548" y="79681"/>
                  </a:moveTo>
                  <a:lnTo>
                    <a:pt x="12548" y="79681"/>
                  </a:lnTo>
                  <a:lnTo>
                    <a:pt x="15523" y="75283"/>
                  </a:lnTo>
                  <a:lnTo>
                    <a:pt x="17980" y="71403"/>
                  </a:lnTo>
                  <a:lnTo>
                    <a:pt x="19791" y="67910"/>
                  </a:lnTo>
                  <a:lnTo>
                    <a:pt x="21214" y="64806"/>
                  </a:lnTo>
                  <a:lnTo>
                    <a:pt x="22249" y="62090"/>
                  </a:lnTo>
                  <a:lnTo>
                    <a:pt x="22896" y="59891"/>
                  </a:lnTo>
                  <a:lnTo>
                    <a:pt x="23284" y="58080"/>
                  </a:lnTo>
                  <a:lnTo>
                    <a:pt x="23413" y="56786"/>
                  </a:lnTo>
                  <a:lnTo>
                    <a:pt x="23413" y="56786"/>
                  </a:lnTo>
                  <a:lnTo>
                    <a:pt x="20955" y="56139"/>
                  </a:lnTo>
                  <a:lnTo>
                    <a:pt x="18498" y="55363"/>
                  </a:lnTo>
                  <a:lnTo>
                    <a:pt x="16299" y="54458"/>
                  </a:lnTo>
                  <a:lnTo>
                    <a:pt x="14100" y="53294"/>
                  </a:lnTo>
                  <a:lnTo>
                    <a:pt x="12030" y="52000"/>
                  </a:lnTo>
                  <a:lnTo>
                    <a:pt x="10090" y="50448"/>
                  </a:lnTo>
                  <a:lnTo>
                    <a:pt x="8279" y="48896"/>
                  </a:lnTo>
                  <a:lnTo>
                    <a:pt x="6727" y="47085"/>
                  </a:lnTo>
                  <a:lnTo>
                    <a:pt x="5174" y="45144"/>
                  </a:lnTo>
                  <a:lnTo>
                    <a:pt x="3881" y="43075"/>
                  </a:lnTo>
                  <a:lnTo>
                    <a:pt x="2717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388" y="33761"/>
                  </a:lnTo>
                  <a:lnTo>
                    <a:pt x="130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130" y="25742"/>
                  </a:lnTo>
                  <a:lnTo>
                    <a:pt x="518" y="22896"/>
                  </a:lnTo>
                  <a:lnTo>
                    <a:pt x="1294" y="20050"/>
                  </a:lnTo>
                  <a:lnTo>
                    <a:pt x="2199" y="17463"/>
                  </a:lnTo>
                  <a:lnTo>
                    <a:pt x="3364" y="15005"/>
                  </a:lnTo>
                  <a:lnTo>
                    <a:pt x="4786" y="12677"/>
                  </a:lnTo>
                  <a:lnTo>
                    <a:pt x="6468" y="10478"/>
                  </a:lnTo>
                  <a:lnTo>
                    <a:pt x="8279" y="8409"/>
                  </a:lnTo>
                  <a:lnTo>
                    <a:pt x="10349" y="6598"/>
                  </a:lnTo>
                  <a:lnTo>
                    <a:pt x="12548" y="4916"/>
                  </a:lnTo>
                  <a:lnTo>
                    <a:pt x="14876" y="3493"/>
                  </a:lnTo>
                  <a:lnTo>
                    <a:pt x="17463" y="2200"/>
                  </a:lnTo>
                  <a:lnTo>
                    <a:pt x="20050" y="1294"/>
                  </a:lnTo>
                  <a:lnTo>
                    <a:pt x="22766" y="647"/>
                  </a:lnTo>
                  <a:lnTo>
                    <a:pt x="25612" y="130"/>
                  </a:lnTo>
                  <a:lnTo>
                    <a:pt x="28587" y="1"/>
                  </a:lnTo>
                  <a:lnTo>
                    <a:pt x="28587" y="1"/>
                  </a:lnTo>
                  <a:lnTo>
                    <a:pt x="31433" y="130"/>
                  </a:lnTo>
                  <a:lnTo>
                    <a:pt x="34279" y="647"/>
                  </a:lnTo>
                  <a:lnTo>
                    <a:pt x="37124" y="1294"/>
                  </a:lnTo>
                  <a:lnTo>
                    <a:pt x="39711" y="2200"/>
                  </a:lnTo>
                  <a:lnTo>
                    <a:pt x="42169" y="3493"/>
                  </a:lnTo>
                  <a:lnTo>
                    <a:pt x="44627" y="4916"/>
                  </a:lnTo>
                  <a:lnTo>
                    <a:pt x="46826" y="6598"/>
                  </a:lnTo>
                  <a:lnTo>
                    <a:pt x="48766" y="8409"/>
                  </a:lnTo>
                  <a:lnTo>
                    <a:pt x="50706" y="10478"/>
                  </a:lnTo>
                  <a:lnTo>
                    <a:pt x="52259" y="12677"/>
                  </a:lnTo>
                  <a:lnTo>
                    <a:pt x="53681" y="15005"/>
                  </a:lnTo>
                  <a:lnTo>
                    <a:pt x="54975" y="17463"/>
                  </a:lnTo>
                  <a:lnTo>
                    <a:pt x="55880" y="20050"/>
                  </a:lnTo>
                  <a:lnTo>
                    <a:pt x="56657" y="22896"/>
                  </a:lnTo>
                  <a:lnTo>
                    <a:pt x="57045" y="25742"/>
                  </a:lnTo>
                  <a:lnTo>
                    <a:pt x="57174" y="28587"/>
                  </a:lnTo>
                  <a:lnTo>
                    <a:pt x="57174" y="28587"/>
                  </a:lnTo>
                  <a:lnTo>
                    <a:pt x="57045" y="31562"/>
                  </a:lnTo>
                  <a:lnTo>
                    <a:pt x="56786" y="34279"/>
                  </a:lnTo>
                  <a:lnTo>
                    <a:pt x="56268" y="37125"/>
                  </a:lnTo>
                  <a:lnTo>
                    <a:pt x="55622" y="39712"/>
                  </a:lnTo>
                  <a:lnTo>
                    <a:pt x="54846" y="42299"/>
                  </a:lnTo>
                  <a:lnTo>
                    <a:pt x="53811" y="44886"/>
                  </a:lnTo>
                  <a:lnTo>
                    <a:pt x="52776" y="47214"/>
                  </a:lnTo>
                  <a:lnTo>
                    <a:pt x="51482" y="49542"/>
                  </a:lnTo>
                  <a:lnTo>
                    <a:pt x="50060" y="51871"/>
                  </a:lnTo>
                  <a:lnTo>
                    <a:pt x="48637" y="54070"/>
                  </a:lnTo>
                  <a:lnTo>
                    <a:pt x="47084" y="56139"/>
                  </a:lnTo>
                  <a:lnTo>
                    <a:pt x="45403" y="58209"/>
                  </a:lnTo>
                  <a:lnTo>
                    <a:pt x="43721" y="60020"/>
                  </a:lnTo>
                  <a:lnTo>
                    <a:pt x="41910" y="61960"/>
                  </a:lnTo>
                  <a:lnTo>
                    <a:pt x="40099" y="63642"/>
                  </a:lnTo>
                  <a:lnTo>
                    <a:pt x="38289" y="65323"/>
                  </a:lnTo>
                  <a:lnTo>
                    <a:pt x="36348" y="66876"/>
                  </a:lnTo>
                  <a:lnTo>
                    <a:pt x="34408" y="68428"/>
                  </a:lnTo>
                  <a:lnTo>
                    <a:pt x="30657" y="71144"/>
                  </a:lnTo>
                  <a:lnTo>
                    <a:pt x="26906" y="73472"/>
                  </a:lnTo>
                  <a:lnTo>
                    <a:pt x="23284" y="75413"/>
                  </a:lnTo>
                  <a:lnTo>
                    <a:pt x="20050" y="77094"/>
                  </a:lnTo>
                  <a:lnTo>
                    <a:pt x="17075" y="78388"/>
                  </a:lnTo>
                  <a:lnTo>
                    <a:pt x="14488" y="79164"/>
                  </a:lnTo>
                  <a:lnTo>
                    <a:pt x="12548" y="79681"/>
                  </a:lnTo>
                  <a:lnTo>
                    <a:pt x="12548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4" name="Google Shape;304;p43"/>
          <p:cNvSpPr txBox="1"/>
          <p:nvPr>
            <p:ph idx="1" type="subTitle"/>
          </p:nvPr>
        </p:nvSpPr>
        <p:spPr>
          <a:xfrm>
            <a:off x="459100" y="4189950"/>
            <a:ext cx="27414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305" name="Google Shape;305;p43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43"/>
          <p:cNvSpPr txBox="1"/>
          <p:nvPr>
            <p:ph idx="2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Tip or Answer">
  <p:cSld name="CUSTOM_4_1_1_1">
    <p:bg>
      <p:bgPr>
        <a:solidFill>
          <a:schemeClr val="lt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4"/>
          <p:cNvSpPr/>
          <p:nvPr/>
        </p:nvSpPr>
        <p:spPr>
          <a:xfrm>
            <a:off x="459100" y="1380744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p44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7670" y="1896525"/>
            <a:ext cx="1724260" cy="16204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44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are Your Answers">
  <p:cSld name="CUSTOM_10_1_1_1_1_1_2">
    <p:bg>
      <p:bgPr>
        <a:solidFill>
          <a:srgbClr val="F2F2F2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5"/>
          <p:cNvSpPr/>
          <p:nvPr/>
        </p:nvSpPr>
        <p:spPr>
          <a:xfrm flipH="1">
            <a:off x="1251238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5"/>
          <p:cNvSpPr/>
          <p:nvPr/>
        </p:nvSpPr>
        <p:spPr>
          <a:xfrm>
            <a:off x="5449563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5"/>
          <p:cNvSpPr/>
          <p:nvPr/>
        </p:nvSpPr>
        <p:spPr>
          <a:xfrm>
            <a:off x="3586938" y="1399275"/>
            <a:ext cx="1994400" cy="19947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45"/>
          <p:cNvSpPr txBox="1"/>
          <p:nvPr/>
        </p:nvSpPr>
        <p:spPr>
          <a:xfrm>
            <a:off x="14183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Share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45"/>
          <p:cNvSpPr txBox="1"/>
          <p:nvPr/>
        </p:nvSpPr>
        <p:spPr>
          <a:xfrm>
            <a:off x="35296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Your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45"/>
          <p:cNvSpPr txBox="1"/>
          <p:nvPr/>
        </p:nvSpPr>
        <p:spPr>
          <a:xfrm>
            <a:off x="5469363" y="2020425"/>
            <a:ext cx="2403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Answers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member">
  <p:cSld name="CUSTOM_10_1_1_1_1_1_1">
    <p:bg>
      <p:bgPr>
        <a:solidFill>
          <a:srgbClr val="F2F2F2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6"/>
          <p:cNvSpPr txBox="1"/>
          <p:nvPr/>
        </p:nvSpPr>
        <p:spPr>
          <a:xfrm>
            <a:off x="4869500" y="1501000"/>
            <a:ext cx="39012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" sz="4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Remember, </a:t>
            </a:r>
            <a:endParaRPr b="1" i="0" sz="4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1" name="Google Shape;321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-556324" y="1502075"/>
            <a:ext cx="5962899" cy="2537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2" name="Google Shape;322;p46"/>
          <p:cNvGrpSpPr/>
          <p:nvPr/>
        </p:nvGrpSpPr>
        <p:grpSpPr>
          <a:xfrm>
            <a:off x="3972318" y="1206125"/>
            <a:ext cx="1051285" cy="920372"/>
            <a:chOff x="587700" y="-13400"/>
            <a:chExt cx="5735325" cy="5021125"/>
          </a:xfrm>
        </p:grpSpPr>
        <p:sp>
          <p:nvSpPr>
            <p:cNvPr id="323" name="Google Shape;323;p46"/>
            <p:cNvSpPr/>
            <p:nvPr/>
          </p:nvSpPr>
          <p:spPr>
            <a:xfrm>
              <a:off x="3126550" y="3129550"/>
              <a:ext cx="449525" cy="1850775"/>
            </a:xfrm>
            <a:custGeom>
              <a:rect b="b" l="l" r="r" t="t"/>
              <a:pathLst>
                <a:path extrusionOk="0" fill="none" h="74031" w="17981">
                  <a:moveTo>
                    <a:pt x="1" y="68541"/>
                  </a:moveTo>
                  <a:cubicBezTo>
                    <a:pt x="7486" y="74031"/>
                    <a:pt x="17981" y="42278"/>
                    <a:pt x="5491" y="0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46"/>
            <p:cNvSpPr/>
            <p:nvPr/>
          </p:nvSpPr>
          <p:spPr>
            <a:xfrm>
              <a:off x="3253475" y="3038050"/>
              <a:ext cx="1008375" cy="1969675"/>
            </a:xfrm>
            <a:custGeom>
              <a:rect b="b" l="l" r="r" t="t"/>
              <a:pathLst>
                <a:path extrusionOk="0" fill="none" h="78787" w="40335">
                  <a:moveTo>
                    <a:pt x="0" y="69792"/>
                  </a:moveTo>
                  <a:cubicBezTo>
                    <a:pt x="16481" y="78787"/>
                    <a:pt x="40334" y="34844"/>
                    <a:pt x="28206" y="11125"/>
                  </a:cubicBezTo>
                  <a:cubicBezTo>
                    <a:pt x="22519" y="0"/>
                    <a:pt x="1541" y="5118"/>
                    <a:pt x="1913" y="9099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46"/>
            <p:cNvSpPr/>
            <p:nvPr/>
          </p:nvSpPr>
          <p:spPr>
            <a:xfrm>
              <a:off x="587700" y="131875"/>
              <a:ext cx="2878775" cy="2997700"/>
            </a:xfrm>
            <a:custGeom>
              <a:rect b="b" l="l" r="r" t="t"/>
              <a:pathLst>
                <a:path extrusionOk="0" fill="none" h="119908" w="115151">
                  <a:moveTo>
                    <a:pt x="115151" y="119907"/>
                  </a:moveTo>
                  <a:cubicBezTo>
                    <a:pt x="50602" y="114789"/>
                    <a:pt x="1" y="75106"/>
                    <a:pt x="30926" y="48761"/>
                  </a:cubicBezTo>
                  <a:cubicBezTo>
                    <a:pt x="88165" y="0"/>
                    <a:pt x="115151" y="119907"/>
                    <a:pt x="115151" y="119907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46"/>
            <p:cNvSpPr/>
            <p:nvPr/>
          </p:nvSpPr>
          <p:spPr>
            <a:xfrm>
              <a:off x="3408550" y="-13400"/>
              <a:ext cx="1796500" cy="3142975"/>
            </a:xfrm>
            <a:custGeom>
              <a:rect b="b" l="l" r="r" t="t"/>
              <a:pathLst>
                <a:path extrusionOk="0" fill="none" h="125719" w="71860">
                  <a:moveTo>
                    <a:pt x="2317" y="125718"/>
                  </a:moveTo>
                  <a:cubicBezTo>
                    <a:pt x="1" y="63568"/>
                    <a:pt x="64974" y="1"/>
                    <a:pt x="69492" y="63568"/>
                  </a:cubicBezTo>
                  <a:cubicBezTo>
                    <a:pt x="71860" y="96850"/>
                    <a:pt x="2317" y="125718"/>
                    <a:pt x="2317" y="125718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46"/>
            <p:cNvSpPr/>
            <p:nvPr/>
          </p:nvSpPr>
          <p:spPr>
            <a:xfrm>
              <a:off x="3466450" y="2580250"/>
              <a:ext cx="2856575" cy="1271275"/>
            </a:xfrm>
            <a:custGeom>
              <a:rect b="b" l="l" r="r" t="t"/>
              <a:pathLst>
                <a:path extrusionOk="0" fill="none" h="50851" w="114263">
                  <a:moveTo>
                    <a:pt x="1" y="21972"/>
                  </a:moveTo>
                  <a:cubicBezTo>
                    <a:pt x="52732" y="1"/>
                    <a:pt x="75965" y="50850"/>
                    <a:pt x="114262" y="13184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8" name="Google Shape;328;p46"/>
          <p:cNvSpPr txBox="1"/>
          <p:nvPr/>
        </p:nvSpPr>
        <p:spPr>
          <a:xfrm>
            <a:off x="5345350" y="2338950"/>
            <a:ext cx="3524400" cy="24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4572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9" name="Google Shape;329;p46"/>
          <p:cNvPicPr preferRelativeResize="0"/>
          <p:nvPr/>
        </p:nvPicPr>
        <p:blipFill rotWithShape="1">
          <a:blip r:embed="rId3">
            <a:alphaModFix amt="11000"/>
          </a:blip>
          <a:srcRect b="7135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3" name="Google Shape;333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34" name="Google Shape;334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 slide 1 1 1">
  <p:cSld name="CUSTOM_22_1_1_1">
    <p:bg>
      <p:bgPr>
        <a:solidFill>
          <a:schemeClr val="lt2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9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9"/>
          <p:cNvSpPr txBox="1"/>
          <p:nvPr>
            <p:ph type="title"/>
          </p:nvPr>
        </p:nvSpPr>
        <p:spPr>
          <a:xfrm>
            <a:off x="1959725" y="1641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38" name="Google Shape;338;p49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49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49"/>
          <p:cNvSpPr txBox="1"/>
          <p:nvPr>
            <p:ph idx="2" type="title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 sz="34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. Text Only">
  <p:cSld name="CUSTOM_2_7_2_2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0"/>
          <p:cNvSpPr txBox="1"/>
          <p:nvPr>
            <p:ph type="title"/>
          </p:nvPr>
        </p:nvSpPr>
        <p:spPr>
          <a:xfrm>
            <a:off x="-12125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3" name="Google Shape;343;p50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4" name="Google Shape;344;p50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45" name="Google Shape;345;p50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6" name="Google Shape;346;p50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7" name="Google Shape;347;p50"/>
          <p:cNvSpPr txBox="1"/>
          <p:nvPr>
            <p:ph idx="3" type="body"/>
          </p:nvPr>
        </p:nvSpPr>
        <p:spPr>
          <a:xfrm>
            <a:off x="175" y="1284250"/>
            <a:ext cx="9144000" cy="36222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1">
  <p:cSld name="CUSTOM_24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Text Only 2">
  <p:cSld name="CUSTOM_2_7_2_5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2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52" name="Google Shape;352;p52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353" name="Google Shape;353;p52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4" name="Google Shape;354;p52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55" name="Google Shape;355;p52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6" name="Google Shape;356;p52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57" name="Google Shape;357;p52"/>
          <p:cNvSpPr txBox="1"/>
          <p:nvPr>
            <p:ph idx="3" type="body"/>
          </p:nvPr>
        </p:nvSpPr>
        <p:spPr>
          <a:xfrm>
            <a:off x="175" y="1284250"/>
            <a:ext cx="9144000" cy="34491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 Text Only">
  <p:cSld name="CUSTOM_2_7_2_6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3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60" name="Google Shape;360;p53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361" name="Google Shape;361;p53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2" name="Google Shape;362;p53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63" name="Google Shape;363;p53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4" name="Google Shape;364;p53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65" name="Google Shape;365;p53"/>
          <p:cNvSpPr txBox="1"/>
          <p:nvPr>
            <p:ph idx="3" type="body"/>
          </p:nvPr>
        </p:nvSpPr>
        <p:spPr>
          <a:xfrm>
            <a:off x="175" y="1284250"/>
            <a:ext cx="9144000" cy="34074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4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8" name="Google Shape;368;p54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5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0" name="Google Shape;370;p54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27">
    <p:bg>
      <p:bgPr>
        <a:solidFill>
          <a:srgbClr val="FFFFFF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5"/>
          <p:cNvSpPr/>
          <p:nvPr/>
        </p:nvSpPr>
        <p:spPr>
          <a:xfrm flipH="1">
            <a:off x="6333225" y="1422943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55"/>
          <p:cNvSpPr txBox="1"/>
          <p:nvPr/>
        </p:nvSpPr>
        <p:spPr>
          <a:xfrm>
            <a:off x="6359750" y="1907245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74" name="Google Shape;374;p55"/>
          <p:cNvSpPr/>
          <p:nvPr/>
        </p:nvSpPr>
        <p:spPr>
          <a:xfrm>
            <a:off x="6332699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75" name="Google Shape;375;p55"/>
          <p:cNvSpPr/>
          <p:nvPr/>
        </p:nvSpPr>
        <p:spPr>
          <a:xfrm flipH="1">
            <a:off x="467725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55"/>
          <p:cNvSpPr txBox="1"/>
          <p:nvPr/>
        </p:nvSpPr>
        <p:spPr>
          <a:xfrm>
            <a:off x="494250" y="1906474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77" name="Google Shape;377;p55"/>
          <p:cNvSpPr/>
          <p:nvPr/>
        </p:nvSpPr>
        <p:spPr>
          <a:xfrm>
            <a:off x="468324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" name="Google Shape;378;p55"/>
          <p:cNvSpPr/>
          <p:nvPr/>
        </p:nvSpPr>
        <p:spPr>
          <a:xfrm flipH="1">
            <a:off x="3405788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55"/>
          <p:cNvSpPr txBox="1"/>
          <p:nvPr/>
        </p:nvSpPr>
        <p:spPr>
          <a:xfrm>
            <a:off x="3432313" y="1906486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80" name="Google Shape;380;p55"/>
          <p:cNvSpPr txBox="1"/>
          <p:nvPr/>
        </p:nvSpPr>
        <p:spPr>
          <a:xfrm>
            <a:off x="3366713" y="13450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363B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81" name="Google Shape;381;p55"/>
          <p:cNvSpPr txBox="1"/>
          <p:nvPr/>
        </p:nvSpPr>
        <p:spPr>
          <a:xfrm>
            <a:off x="6304775" y="1345000"/>
            <a:ext cx="2323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" name="Google Shape;382;p55"/>
          <p:cNvSpPr/>
          <p:nvPr/>
        </p:nvSpPr>
        <p:spPr>
          <a:xfrm>
            <a:off x="3399112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" name="Google Shape;383;p5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55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Text Only">
  <p:cSld name="CUSTOM_2_7_2_3"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6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87" name="Google Shape;387;p56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388" name="Google Shape;388;p56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9" name="Google Shape;389;p56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90" name="Google Shape;390;p56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1" name="Google Shape;391;p56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92" name="Google Shape;392;p56"/>
          <p:cNvSpPr txBox="1"/>
          <p:nvPr>
            <p:ph idx="3" type="body"/>
          </p:nvPr>
        </p:nvSpPr>
        <p:spPr>
          <a:xfrm>
            <a:off x="175" y="1284250"/>
            <a:ext cx="9144000" cy="34491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">
  <p:cSld name="CUSTOM_27_1">
    <p:bg>
      <p:bgPr>
        <a:solidFill>
          <a:srgbClr val="FFFFFF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7"/>
          <p:cNvSpPr/>
          <p:nvPr/>
        </p:nvSpPr>
        <p:spPr>
          <a:xfrm flipH="1">
            <a:off x="6333225" y="1422943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57"/>
          <p:cNvSpPr txBox="1"/>
          <p:nvPr/>
        </p:nvSpPr>
        <p:spPr>
          <a:xfrm>
            <a:off x="6359750" y="1907245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6" name="Google Shape;396;p57"/>
          <p:cNvSpPr/>
          <p:nvPr/>
        </p:nvSpPr>
        <p:spPr>
          <a:xfrm>
            <a:off x="6332699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7" name="Google Shape;397;p57"/>
          <p:cNvSpPr/>
          <p:nvPr/>
        </p:nvSpPr>
        <p:spPr>
          <a:xfrm flipH="1">
            <a:off x="467725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57"/>
          <p:cNvSpPr txBox="1"/>
          <p:nvPr/>
        </p:nvSpPr>
        <p:spPr>
          <a:xfrm>
            <a:off x="494250" y="1906474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9" name="Google Shape;399;p57"/>
          <p:cNvSpPr/>
          <p:nvPr/>
        </p:nvSpPr>
        <p:spPr>
          <a:xfrm>
            <a:off x="468324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57"/>
          <p:cNvSpPr/>
          <p:nvPr/>
        </p:nvSpPr>
        <p:spPr>
          <a:xfrm flipH="1">
            <a:off x="3405788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57"/>
          <p:cNvSpPr txBox="1"/>
          <p:nvPr/>
        </p:nvSpPr>
        <p:spPr>
          <a:xfrm>
            <a:off x="3432313" y="1906486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02" name="Google Shape;402;p57"/>
          <p:cNvSpPr txBox="1"/>
          <p:nvPr/>
        </p:nvSpPr>
        <p:spPr>
          <a:xfrm>
            <a:off x="3366713" y="13450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8363B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03" name="Google Shape;403;p57"/>
          <p:cNvSpPr txBox="1"/>
          <p:nvPr/>
        </p:nvSpPr>
        <p:spPr>
          <a:xfrm>
            <a:off x="6304775" y="1345000"/>
            <a:ext cx="2323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" name="Google Shape;404;p57"/>
          <p:cNvSpPr/>
          <p:nvPr/>
        </p:nvSpPr>
        <p:spPr>
          <a:xfrm>
            <a:off x="3399112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p5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57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s slide - 1-5  1 1">
  <p:cSld name="CUSTOM_21_1_2_1_1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8" name="Google Shape;408;p58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409" name="Google Shape;409;p58"/>
          <p:cNvSpPr/>
          <p:nvPr/>
        </p:nvSpPr>
        <p:spPr>
          <a:xfrm>
            <a:off x="953325" y="200726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58"/>
          <p:cNvSpPr/>
          <p:nvPr/>
        </p:nvSpPr>
        <p:spPr>
          <a:xfrm>
            <a:off x="953325" y="2649688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58"/>
          <p:cNvSpPr/>
          <p:nvPr/>
        </p:nvSpPr>
        <p:spPr>
          <a:xfrm>
            <a:off x="953325" y="3343150"/>
            <a:ext cx="7517100" cy="61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58"/>
          <p:cNvSpPr/>
          <p:nvPr/>
        </p:nvSpPr>
        <p:spPr>
          <a:xfrm>
            <a:off x="953325" y="420826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58"/>
          <p:cNvSpPr/>
          <p:nvPr/>
        </p:nvSpPr>
        <p:spPr>
          <a:xfrm>
            <a:off x="953325" y="1365475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58"/>
          <p:cNvSpPr/>
          <p:nvPr/>
        </p:nvSpPr>
        <p:spPr>
          <a:xfrm>
            <a:off x="802850" y="133607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1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415" name="Google Shape;415;p58"/>
          <p:cNvSpPr/>
          <p:nvPr/>
        </p:nvSpPr>
        <p:spPr>
          <a:xfrm>
            <a:off x="802850" y="19778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2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416" name="Google Shape;416;p58"/>
          <p:cNvSpPr/>
          <p:nvPr/>
        </p:nvSpPr>
        <p:spPr>
          <a:xfrm>
            <a:off x="802850" y="262029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3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417" name="Google Shape;417;p58"/>
          <p:cNvSpPr/>
          <p:nvPr/>
        </p:nvSpPr>
        <p:spPr>
          <a:xfrm>
            <a:off x="802850" y="341427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4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418" name="Google Shape;418;p58"/>
          <p:cNvSpPr/>
          <p:nvPr/>
        </p:nvSpPr>
        <p:spPr>
          <a:xfrm>
            <a:off x="802850" y="416499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5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419" name="Google Shape;419;p58"/>
          <p:cNvSpPr txBox="1"/>
          <p:nvPr>
            <p:ph idx="1" type="subTitle"/>
          </p:nvPr>
        </p:nvSpPr>
        <p:spPr>
          <a:xfrm>
            <a:off x="1224625" y="1357775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20" name="Google Shape;420;p58"/>
          <p:cNvSpPr txBox="1"/>
          <p:nvPr>
            <p:ph idx="2" type="subTitle"/>
          </p:nvPr>
        </p:nvSpPr>
        <p:spPr>
          <a:xfrm>
            <a:off x="1224625" y="2022288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21" name="Google Shape;421;p58"/>
          <p:cNvSpPr txBox="1"/>
          <p:nvPr>
            <p:ph idx="3" type="subTitle"/>
          </p:nvPr>
        </p:nvSpPr>
        <p:spPr>
          <a:xfrm>
            <a:off x="1224625" y="2664388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58"/>
          <p:cNvSpPr txBox="1"/>
          <p:nvPr>
            <p:ph idx="4" type="subTitle"/>
          </p:nvPr>
        </p:nvSpPr>
        <p:spPr>
          <a:xfrm>
            <a:off x="1224625" y="3343150"/>
            <a:ext cx="7110300" cy="558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58"/>
          <p:cNvSpPr txBox="1"/>
          <p:nvPr>
            <p:ph idx="5" type="subTitle"/>
          </p:nvPr>
        </p:nvSpPr>
        <p:spPr>
          <a:xfrm>
            <a:off x="1224625" y="4230988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5" name="Google Shape;425;p58"/>
          <p:cNvSpPr txBox="1"/>
          <p:nvPr>
            <p:ph type="title"/>
          </p:nvPr>
        </p:nvSpPr>
        <p:spPr>
          <a:xfrm>
            <a:off x="6225" y="130125"/>
            <a:ext cx="9144000" cy="3936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6" name="Google Shape;426;p58"/>
          <p:cNvSpPr txBox="1"/>
          <p:nvPr>
            <p:ph idx="6" type="title"/>
          </p:nvPr>
        </p:nvSpPr>
        <p:spPr>
          <a:xfrm>
            <a:off x="18525" y="478650"/>
            <a:ext cx="91440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7" name="Google Shape;427;p58"/>
          <p:cNvSpPr/>
          <p:nvPr/>
        </p:nvSpPr>
        <p:spPr>
          <a:xfrm>
            <a:off x="176163" y="229038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4076" y="266951"/>
            <a:ext cx="496875" cy="49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 Transition Slide">
  <p:cSld name="CUSTOM_17_2_1_2_3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Google Shape;430;p59"/>
          <p:cNvPicPr preferRelativeResize="0"/>
          <p:nvPr/>
        </p:nvPicPr>
        <p:blipFill rotWithShape="1">
          <a:blip r:embed="rId2">
            <a:alphaModFix/>
          </a:blip>
          <a:srcRect b="2498" l="0" r="0" t="2489"/>
          <a:stretch/>
        </p:blipFill>
        <p:spPr>
          <a:xfrm>
            <a:off x="274320" y="274881"/>
            <a:ext cx="8595360" cy="4593742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59"/>
          <p:cNvSpPr txBox="1"/>
          <p:nvPr>
            <p:ph type="title"/>
          </p:nvPr>
        </p:nvSpPr>
        <p:spPr>
          <a:xfrm>
            <a:off x="237100" y="2088475"/>
            <a:ext cx="8595300" cy="79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36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32" name="Google Shape;432;p59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3" name="Google Shape;433;p59"/>
          <p:cNvSpPr txBox="1"/>
          <p:nvPr>
            <p:ph idx="1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">
  <p:cSld name="CUSTOM_2_1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0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36" name="Google Shape;436;p60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7" name="Google Shape;437;p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8" name="Google Shape;438;p60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9" name="Google Shape;439;p60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5. Numbered 1–3">
  <p:cSld name="CUSTOM_2_7_1_5_2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61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42" name="Google Shape;442;p61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443" name="Google Shape;443;p61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4" name="Google Shape;444;p61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45" name="Google Shape;445;p61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6" name="Google Shape;446;p61"/>
          <p:cNvSpPr/>
          <p:nvPr/>
        </p:nvSpPr>
        <p:spPr>
          <a:xfrm flipH="1">
            <a:off x="724275" y="1937775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61"/>
          <p:cNvSpPr txBox="1"/>
          <p:nvPr>
            <p:ph idx="2" type="subTitle"/>
          </p:nvPr>
        </p:nvSpPr>
        <p:spPr>
          <a:xfrm>
            <a:off x="724275" y="1937825"/>
            <a:ext cx="2371500" cy="26628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grpSp>
        <p:nvGrpSpPr>
          <p:cNvPr id="448" name="Google Shape;448;p61"/>
          <p:cNvGrpSpPr/>
          <p:nvPr/>
        </p:nvGrpSpPr>
        <p:grpSpPr>
          <a:xfrm>
            <a:off x="457181" y="1345103"/>
            <a:ext cx="533372" cy="533480"/>
            <a:chOff x="457200" y="1378813"/>
            <a:chExt cx="695400" cy="695450"/>
          </a:xfrm>
        </p:grpSpPr>
        <p:sp>
          <p:nvSpPr>
            <p:cNvPr id="449" name="Google Shape;449;p61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latin typeface="Roboto Light"/>
                  <a:ea typeface="Roboto Light"/>
                  <a:cs typeface="Roboto Light"/>
                  <a:sym typeface="Roboto Light"/>
                </a:rPr>
                <a:t>01</a:t>
              </a:r>
              <a:endParaRPr sz="2100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50" name="Google Shape;450;p61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1" name="Google Shape;451;p61"/>
          <p:cNvGrpSpPr/>
          <p:nvPr/>
        </p:nvGrpSpPr>
        <p:grpSpPr>
          <a:xfrm>
            <a:off x="3228956" y="1345103"/>
            <a:ext cx="533372" cy="533480"/>
            <a:chOff x="457200" y="1378813"/>
            <a:chExt cx="695400" cy="695450"/>
          </a:xfrm>
        </p:grpSpPr>
        <p:sp>
          <p:nvSpPr>
            <p:cNvPr id="452" name="Google Shape;452;p61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02</a:t>
              </a:r>
              <a:endParaRPr sz="21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53" name="Google Shape;453;p61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454" name="Google Shape;454;p61"/>
          <p:cNvSpPr/>
          <p:nvPr/>
        </p:nvSpPr>
        <p:spPr>
          <a:xfrm flipH="1">
            <a:off x="3496050" y="1937775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61"/>
          <p:cNvSpPr txBox="1"/>
          <p:nvPr>
            <p:ph idx="3" type="subTitle"/>
          </p:nvPr>
        </p:nvSpPr>
        <p:spPr>
          <a:xfrm>
            <a:off x="3496050" y="1937837"/>
            <a:ext cx="2371500" cy="26628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grpSp>
        <p:nvGrpSpPr>
          <p:cNvPr id="456" name="Google Shape;456;p61"/>
          <p:cNvGrpSpPr/>
          <p:nvPr/>
        </p:nvGrpSpPr>
        <p:grpSpPr>
          <a:xfrm>
            <a:off x="6134081" y="1345853"/>
            <a:ext cx="533372" cy="533480"/>
            <a:chOff x="457200" y="1378813"/>
            <a:chExt cx="695400" cy="695450"/>
          </a:xfrm>
        </p:grpSpPr>
        <p:sp>
          <p:nvSpPr>
            <p:cNvPr id="457" name="Google Shape;457;p61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0434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03</a:t>
              </a:r>
              <a:endParaRPr sz="21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58" name="Google Shape;458;p61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0434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459" name="Google Shape;459;p61"/>
          <p:cNvSpPr/>
          <p:nvPr/>
        </p:nvSpPr>
        <p:spPr>
          <a:xfrm flipH="1">
            <a:off x="6401175" y="1938525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61"/>
          <p:cNvSpPr txBox="1"/>
          <p:nvPr>
            <p:ph idx="4" type="subTitle"/>
          </p:nvPr>
        </p:nvSpPr>
        <p:spPr>
          <a:xfrm>
            <a:off x="6401175" y="1938587"/>
            <a:ext cx="2371500" cy="26628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61" name="Google Shape;461;p61"/>
          <p:cNvSpPr txBox="1"/>
          <p:nvPr>
            <p:ph idx="5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2">
  <p:cSld name="TITLE_AND_BODY_2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62"/>
          <p:cNvSpPr txBox="1"/>
          <p:nvPr>
            <p:ph idx="1" type="body"/>
          </p:nvPr>
        </p:nvSpPr>
        <p:spPr>
          <a:xfrm>
            <a:off x="692300" y="1122950"/>
            <a:ext cx="8139900" cy="3445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64" name="Google Shape;464;p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5" name="Google Shape;465;p6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6" name="Google Shape;466;p62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">
  <p:cSld name="CUSTOM_6_1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63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63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70" name="Google Shape;470;p63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1" name="Google Shape;471;p63"/>
          <p:cNvSpPr txBox="1"/>
          <p:nvPr>
            <p:ph idx="3" type="title"/>
          </p:nvPr>
        </p:nvSpPr>
        <p:spPr>
          <a:xfrm>
            <a:off x="-6000" y="478650"/>
            <a:ext cx="59295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Idea slide">
  <p:cSld name="CUSTOM_4_1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4"/>
          <p:cNvSpPr/>
          <p:nvPr/>
        </p:nvSpPr>
        <p:spPr>
          <a:xfrm>
            <a:off x="459099" y="1336050"/>
            <a:ext cx="2471400" cy="2471400"/>
          </a:xfrm>
          <a:prstGeom prst="ellipse">
            <a:avLst/>
          </a:prstGeom>
          <a:solidFill>
            <a:srgbClr val="FCB91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4" name="Google Shape;474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2288" y="16435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64"/>
          <p:cNvPicPr preferRelativeResize="0"/>
          <p:nvPr/>
        </p:nvPicPr>
        <p:blipFill rotWithShape="1">
          <a:blip r:embed="rId3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64"/>
          <p:cNvSpPr txBox="1"/>
          <p:nvPr>
            <p:ph type="title"/>
          </p:nvPr>
        </p:nvSpPr>
        <p:spPr>
          <a:xfrm>
            <a:off x="3145536" y="1925250"/>
            <a:ext cx="5555100" cy="13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">
  <p:cSld name="CUSTOM_2_2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5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79" name="Google Shape;479;p65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0" name="Google Shape;480;p6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1" name="Google Shape;481;p6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65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">
  <p:cSld name="CUSTOM_2_3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6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85" name="Google Shape;485;p66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6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7" name="Google Shape;487;p6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8" name="Google Shape;488;p66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 1">
  <p:cSld name="CUSTOM_27_1_1">
    <p:bg>
      <p:bgPr>
        <a:solidFill>
          <a:srgbClr val="FFFFFF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0" name="Google Shape;490;p67"/>
          <p:cNvGrpSpPr/>
          <p:nvPr/>
        </p:nvGrpSpPr>
        <p:grpSpPr>
          <a:xfrm>
            <a:off x="511772" y="1190428"/>
            <a:ext cx="533372" cy="533480"/>
            <a:chOff x="457200" y="1378813"/>
            <a:chExt cx="695400" cy="695450"/>
          </a:xfrm>
        </p:grpSpPr>
        <p:sp>
          <p:nvSpPr>
            <p:cNvPr id="491" name="Google Shape;491;p67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" sz="2100" u="none" cap="none" strike="noStrike">
                  <a:solidFill>
                    <a:schemeClr val="lt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01</a:t>
              </a:r>
              <a:endParaRPr b="0" i="0" sz="21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92" name="Google Shape;492;p67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3" name="Google Shape;493;p67"/>
          <p:cNvGrpSpPr/>
          <p:nvPr/>
        </p:nvGrpSpPr>
        <p:grpSpPr>
          <a:xfrm>
            <a:off x="3283547" y="1190428"/>
            <a:ext cx="533372" cy="533480"/>
            <a:chOff x="457200" y="1378813"/>
            <a:chExt cx="695400" cy="695450"/>
          </a:xfrm>
        </p:grpSpPr>
        <p:sp>
          <p:nvSpPr>
            <p:cNvPr id="494" name="Google Shape;494;p67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" sz="2100" u="none" cap="none" strike="noStrike">
                  <a:solidFill>
                    <a:schemeClr val="dk2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02</a:t>
              </a:r>
              <a:endParaRPr b="0" i="0" sz="21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95" name="Google Shape;495;p67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6" name="Google Shape;496;p67"/>
          <p:cNvGrpSpPr/>
          <p:nvPr/>
        </p:nvGrpSpPr>
        <p:grpSpPr>
          <a:xfrm>
            <a:off x="6188672" y="1191178"/>
            <a:ext cx="533372" cy="533480"/>
            <a:chOff x="457200" y="1378813"/>
            <a:chExt cx="695400" cy="695450"/>
          </a:xfrm>
        </p:grpSpPr>
        <p:sp>
          <p:nvSpPr>
            <p:cNvPr id="497" name="Google Shape;497;p67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" sz="2100" u="none" cap="none" strike="noStrike">
                  <a:solidFill>
                    <a:schemeClr val="accent5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03</a:t>
              </a:r>
              <a:endParaRPr b="0" i="0" sz="2100" u="none" cap="none" strike="noStrike">
                <a:solidFill>
                  <a:schemeClr val="accent5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98" name="Google Shape;498;p67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9" name="Google Shape;499;p6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0" name="Google Shape;500;p67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1" name="Google Shape;501;p67"/>
          <p:cNvSpPr/>
          <p:nvPr/>
        </p:nvSpPr>
        <p:spPr>
          <a:xfrm flipH="1">
            <a:off x="511850" y="1783100"/>
            <a:ext cx="2256300" cy="19041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67"/>
          <p:cNvSpPr/>
          <p:nvPr/>
        </p:nvSpPr>
        <p:spPr>
          <a:xfrm flipH="1">
            <a:off x="3283550" y="1783100"/>
            <a:ext cx="2256300" cy="19041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67"/>
          <p:cNvSpPr/>
          <p:nvPr/>
        </p:nvSpPr>
        <p:spPr>
          <a:xfrm flipH="1">
            <a:off x="6188675" y="1783100"/>
            <a:ext cx="2256300" cy="19041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Text Only 1">
  <p:cSld name="CUSTOM_2_7_2_4"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8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06" name="Google Shape;506;p68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507" name="Google Shape;507;p68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8" name="Google Shape;508;p68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09" name="Google Shape;509;p68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0" name="Google Shape;510;p68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11" name="Google Shape;511;p68"/>
          <p:cNvSpPr txBox="1"/>
          <p:nvPr>
            <p:ph idx="3" type="body"/>
          </p:nvPr>
        </p:nvSpPr>
        <p:spPr>
          <a:xfrm>
            <a:off x="175" y="1284250"/>
            <a:ext cx="9144000" cy="34026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4">
  <p:cSld name="CUSTOM_2_4"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9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14" name="Google Shape;514;p69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6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6" name="Google Shape;516;p6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7" name="Google Shape;517;p69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5">
  <p:cSld name="CUSTOM_2_5"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70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20" name="Google Shape;520;p70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1" name="Google Shape;521;p7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2" name="Google Shape;522;p70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3" name="Google Shape;523;p70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6">
  <p:cSld name="CUSTOM_2_6"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71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26" name="Google Shape;526;p71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7" name="Google Shape;527;p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8" name="Google Shape;528;p71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71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7">
  <p:cSld name="CUSTOM_2_7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72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32" name="Google Shape;532;p72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3" name="Google Shape;533;p7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4" name="Google Shape;534;p7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5" name="Google Shape;535;p72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8">
  <p:cSld name="CUSTOM_2_8"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73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38" name="Google Shape;538;p73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9" name="Google Shape;539;p7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0" name="Google Shape;540;p7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1" name="Google Shape;541;p73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9">
  <p:cSld name="CUSTOM_2_9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74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44" name="Google Shape;544;p74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5" name="Google Shape;545;p7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6" name="Google Shape;546;p7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7" name="Google Shape;547;p74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0">
  <p:cSld name="CUSTOM_2_10"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75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50" name="Google Shape;550;p75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1" name="Google Shape;551;p7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2" name="Google Shape;552;p7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3" name="Google Shape;553;p75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1">
  <p:cSld name="CUSTOM_2_11"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76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56" name="Google Shape;556;p76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7" name="Google Shape;557;p7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8" name="Google Shape;558;p7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9" name="Google Shape;559;p76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2">
  <p:cSld name="CUSTOM_2_12"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77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62" name="Google Shape;562;p77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3" name="Google Shape;563;p7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4" name="Google Shape;564;p7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5" name="Google Shape;565;p77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3">
  <p:cSld name="CUSTOM_2_13"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78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68" name="Google Shape;568;p78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9" name="Google Shape;569;p7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0" name="Google Shape;570;p78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78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4">
  <p:cSld name="CUSTOM_2_14"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79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74" name="Google Shape;574;p79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5" name="Google Shape;575;p7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6" name="Google Shape;576;p7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7" name="Google Shape;577;p79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6 2">
  <p:cSld name="CUSTOM_28_2">
    <p:bg>
      <p:bgPr>
        <a:solidFill>
          <a:srgbClr val="FFFFFF"/>
        </a:solidFill>
      </p:bgPr>
    </p:bg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80"/>
          <p:cNvSpPr/>
          <p:nvPr/>
        </p:nvSpPr>
        <p:spPr>
          <a:xfrm>
            <a:off x="457160" y="1292968"/>
            <a:ext cx="3848100" cy="4767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80" name="Google Shape;580;p80"/>
          <p:cNvSpPr/>
          <p:nvPr/>
        </p:nvSpPr>
        <p:spPr>
          <a:xfrm rot="10800000">
            <a:off x="593369" y="1681756"/>
            <a:ext cx="261029" cy="144694"/>
          </a:xfrm>
          <a:prstGeom prst="flowChartExtra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81" name="Google Shape;581;p80"/>
          <p:cNvSpPr/>
          <p:nvPr/>
        </p:nvSpPr>
        <p:spPr>
          <a:xfrm>
            <a:off x="4876760" y="1292980"/>
            <a:ext cx="3848100" cy="476700"/>
          </a:xfrm>
          <a:prstGeom prst="roundRect">
            <a:avLst>
              <a:gd fmla="val 16667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82" name="Google Shape;582;p80"/>
          <p:cNvSpPr/>
          <p:nvPr/>
        </p:nvSpPr>
        <p:spPr>
          <a:xfrm rot="10800000">
            <a:off x="5012969" y="1681768"/>
            <a:ext cx="261029" cy="144694"/>
          </a:xfrm>
          <a:prstGeom prst="flowChartExtract">
            <a:avLst/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80"/>
          <p:cNvSpPr txBox="1"/>
          <p:nvPr/>
        </p:nvSpPr>
        <p:spPr>
          <a:xfrm>
            <a:off x="4876750" y="1309518"/>
            <a:ext cx="38481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84" name="Google Shape;584;p80"/>
          <p:cNvSpPr txBox="1"/>
          <p:nvPr>
            <p:ph type="title"/>
          </p:nvPr>
        </p:nvSpPr>
        <p:spPr>
          <a:xfrm>
            <a:off x="4976200" y="1329825"/>
            <a:ext cx="36492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Light"/>
              <a:buNone/>
              <a:defRPr b="0" sz="18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85" name="Google Shape;585;p80"/>
          <p:cNvSpPr txBox="1"/>
          <p:nvPr>
            <p:ph idx="2" type="title"/>
          </p:nvPr>
        </p:nvSpPr>
        <p:spPr>
          <a:xfrm>
            <a:off x="542175" y="2004350"/>
            <a:ext cx="3649200" cy="24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Light"/>
              <a:buNone/>
              <a:defRPr b="0" sz="16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86" name="Google Shape;586;p80"/>
          <p:cNvSpPr txBox="1"/>
          <p:nvPr>
            <p:ph idx="3" type="title"/>
          </p:nvPr>
        </p:nvSpPr>
        <p:spPr>
          <a:xfrm>
            <a:off x="4976200" y="2004350"/>
            <a:ext cx="3649200" cy="24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Font typeface="Roboto Light"/>
              <a:buNone/>
              <a:defRPr b="0"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87" name="Google Shape;587;p80"/>
          <p:cNvSpPr txBox="1"/>
          <p:nvPr>
            <p:ph idx="4"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8" name="Google Shape;588;p80"/>
          <p:cNvSpPr txBox="1"/>
          <p:nvPr>
            <p:ph idx="5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9" name="Google Shape;589;p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05138" y="1183050"/>
            <a:ext cx="827470" cy="3662574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80"/>
          <p:cNvSpPr txBox="1"/>
          <p:nvPr>
            <p:ph idx="6" type="title"/>
          </p:nvPr>
        </p:nvSpPr>
        <p:spPr>
          <a:xfrm>
            <a:off x="542175" y="1329825"/>
            <a:ext cx="36492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Light"/>
              <a:buNone/>
              <a:defRPr b="0" sz="18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5">
  <p:cSld name="CUSTOM_2_15"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81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93" name="Google Shape;593;p81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4" name="Google Shape;594;p8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5" name="Google Shape;595;p81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6" name="Google Shape;596;p81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6">
  <p:cSld name="CUSTOM_2_16"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82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99" name="Google Shape;599;p82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0" name="Google Shape;600;p8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1" name="Google Shape;601;p8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2" name="Google Shape;602;p82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2">
  <p:cSld name="CUSTOM_27_2">
    <p:bg>
      <p:bgPr>
        <a:solidFill>
          <a:srgbClr val="FFFFFF"/>
        </a:solidFill>
      </p:bgPr>
    </p:bg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83"/>
          <p:cNvSpPr/>
          <p:nvPr/>
        </p:nvSpPr>
        <p:spPr>
          <a:xfrm flipH="1">
            <a:off x="6333225" y="1422943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83"/>
          <p:cNvSpPr txBox="1"/>
          <p:nvPr/>
        </p:nvSpPr>
        <p:spPr>
          <a:xfrm>
            <a:off x="6359750" y="1907245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06" name="Google Shape;606;p83"/>
          <p:cNvSpPr/>
          <p:nvPr/>
        </p:nvSpPr>
        <p:spPr>
          <a:xfrm>
            <a:off x="6332699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07" name="Google Shape;607;p83"/>
          <p:cNvSpPr/>
          <p:nvPr/>
        </p:nvSpPr>
        <p:spPr>
          <a:xfrm flipH="1">
            <a:off x="467725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83"/>
          <p:cNvSpPr txBox="1"/>
          <p:nvPr/>
        </p:nvSpPr>
        <p:spPr>
          <a:xfrm>
            <a:off x="494250" y="1906474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09" name="Google Shape;609;p83"/>
          <p:cNvSpPr/>
          <p:nvPr/>
        </p:nvSpPr>
        <p:spPr>
          <a:xfrm>
            <a:off x="468324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0" name="Google Shape;610;p83"/>
          <p:cNvSpPr/>
          <p:nvPr/>
        </p:nvSpPr>
        <p:spPr>
          <a:xfrm flipH="1">
            <a:off x="3405788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83"/>
          <p:cNvSpPr txBox="1"/>
          <p:nvPr/>
        </p:nvSpPr>
        <p:spPr>
          <a:xfrm>
            <a:off x="3432313" y="1906486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12" name="Google Shape;612;p83"/>
          <p:cNvSpPr txBox="1"/>
          <p:nvPr/>
        </p:nvSpPr>
        <p:spPr>
          <a:xfrm>
            <a:off x="3366713" y="13450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8363B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13" name="Google Shape;613;p83"/>
          <p:cNvSpPr txBox="1"/>
          <p:nvPr/>
        </p:nvSpPr>
        <p:spPr>
          <a:xfrm>
            <a:off x="6304775" y="1345000"/>
            <a:ext cx="2323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4" name="Google Shape;614;p83"/>
          <p:cNvSpPr/>
          <p:nvPr/>
        </p:nvSpPr>
        <p:spPr>
          <a:xfrm>
            <a:off x="3399112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5" name="Google Shape;615;p8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6" name="Google Shape;616;p83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 slide">
  <p:cSld name="CUSTOM_22">
    <p:bg>
      <p:bgPr>
        <a:solidFill>
          <a:srgbClr val="F2F2F2"/>
        </a:solidFill>
      </p:bgPr>
    </p:bg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8" name="Google Shape;618;p84"/>
          <p:cNvPicPr preferRelativeResize="0"/>
          <p:nvPr/>
        </p:nvPicPr>
        <p:blipFill rotWithShape="1">
          <a:blip r:embed="rId2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84"/>
          <p:cNvSpPr txBox="1"/>
          <p:nvPr>
            <p:ph type="title"/>
          </p:nvPr>
        </p:nvSpPr>
        <p:spPr>
          <a:xfrm>
            <a:off x="1959725" y="1641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20" name="Google Shape;620;p84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rgbClr val="FCB9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84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84"/>
          <p:cNvSpPr txBox="1"/>
          <p:nvPr>
            <p:ph idx="2" type="title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7">
  <p:cSld name="CUSTOM_2_17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85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25" name="Google Shape;625;p85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6" name="Google Shape;626;p8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7" name="Google Shape;627;p8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8" name="Google Shape;628;p85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8">
  <p:cSld name="CUSTOM_2_18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86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31" name="Google Shape;631;p86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2" name="Google Shape;632;p8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3" name="Google Shape;633;p8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4" name="Google Shape;634;p86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Idea slide 1">
  <p:cSld name="CUSTOM_4_2"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87"/>
          <p:cNvSpPr/>
          <p:nvPr/>
        </p:nvSpPr>
        <p:spPr>
          <a:xfrm>
            <a:off x="459099" y="1336050"/>
            <a:ext cx="2471400" cy="2471400"/>
          </a:xfrm>
          <a:prstGeom prst="ellipse">
            <a:avLst/>
          </a:prstGeom>
          <a:solidFill>
            <a:srgbClr val="FCB91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7" name="Google Shape;637;p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2288" y="16435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87"/>
          <p:cNvPicPr preferRelativeResize="0"/>
          <p:nvPr/>
        </p:nvPicPr>
        <p:blipFill rotWithShape="1">
          <a:blip r:embed="rId3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87"/>
          <p:cNvSpPr txBox="1"/>
          <p:nvPr>
            <p:ph type="title"/>
          </p:nvPr>
        </p:nvSpPr>
        <p:spPr>
          <a:xfrm>
            <a:off x="3145536" y="1925250"/>
            <a:ext cx="5555100" cy="13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40" name="Google Shape;640;p8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9">
  <p:cSld name="CUSTOM_2_19"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88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43" name="Google Shape;643;p88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4" name="Google Shape;644;p8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5" name="Google Shape;645;p88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6" name="Google Shape;646;p88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0">
  <p:cSld name="CUSTOM_2_20"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89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49" name="Google Shape;649;p89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0" name="Google Shape;650;p8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1" name="Google Shape;651;p8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2" name="Google Shape;652;p89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1">
  <p:cSld name="CUSTOM_2_21"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90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55" name="Google Shape;655;p90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6" name="Google Shape;656;p9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7" name="Google Shape;657;p90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8" name="Google Shape;658;p90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2">
  <p:cSld name="CUSTOM_2_22"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91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61" name="Google Shape;661;p91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2" name="Google Shape;662;p9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3" name="Google Shape;663;p91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4" name="Google Shape;664;p91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3">
  <p:cSld name="CUSTOM_2_23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92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67" name="Google Shape;667;p92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8" name="Google Shape;668;p9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9" name="Google Shape;669;p9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0" name="Google Shape;670;p92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4">
  <p:cSld name="CUSTOM_2_24"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93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73" name="Google Shape;673;p93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4" name="Google Shape;674;p9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5" name="Google Shape;675;p9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6" name="Google Shape;676;p93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5">
  <p:cSld name="CUSTOM_2_25"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94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79" name="Google Shape;679;p94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0" name="Google Shape;680;p9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1" name="Google Shape;681;p9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2" name="Google Shape;682;p94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6">
  <p:cSld name="CUSTOM_2_26"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95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85" name="Google Shape;685;p95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6" name="Google Shape;686;p9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7" name="Google Shape;687;p9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8" name="Google Shape;688;p95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7">
  <p:cSld name="CUSTOM_2_27"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96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91" name="Google Shape;691;p96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2" name="Google Shape;692;p9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3" name="Google Shape;693;p9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4" name="Google Shape;694;p96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8">
  <p:cSld name="CUSTOM_2_28"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97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97" name="Google Shape;697;p97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8" name="Google Shape;698;p9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9" name="Google Shape;699;p9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0" name="Google Shape;700;p97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9">
  <p:cSld name="CUSTOM_2_29"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98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03" name="Google Shape;703;p98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4" name="Google Shape;704;p9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5" name="Google Shape;705;p98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6" name="Google Shape;706;p98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0">
  <p:cSld name="CUSTOM_2_30"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99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09" name="Google Shape;709;p99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0" name="Google Shape;710;p9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1" name="Google Shape;711;p9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2" name="Google Shape;712;p99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1">
  <p:cSld name="CUSTOM_2_3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100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15" name="Google Shape;715;p100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6" name="Google Shape;716;p10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7" name="Google Shape;717;p100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8" name="Google Shape;718;p100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2">
  <p:cSld name="CUSTOM_2_3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101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21" name="Google Shape;721;p101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2" name="Google Shape;722;p10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3" name="Google Shape;723;p101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4" name="Google Shape;724;p101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3">
  <p:cSld name="CUSTOM_2_33"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102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27" name="Google Shape;727;p102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8" name="Google Shape;728;p10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9" name="Google Shape;729;p10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0" name="Google Shape;730;p102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4">
  <p:cSld name="CUSTOM_2_34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103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33" name="Google Shape;733;p103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4" name="Google Shape;734;p10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5" name="Google Shape;735;p10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6" name="Google Shape;736;p103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5">
  <p:cSld name="CUSTOM_2_35"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104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39" name="Google Shape;739;p104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0" name="Google Shape;740;p10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1" name="Google Shape;741;p10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2" name="Google Shape;742;p104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6">
  <p:cSld name="CUSTOM_2_36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105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45" name="Google Shape;745;p105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6" name="Google Shape;746;p10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7" name="Google Shape;747;p10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8" name="Google Shape;748;p105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7">
  <p:cSld name="CUSTOM_2_37"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6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51" name="Google Shape;751;p106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2" name="Google Shape;752;p10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3" name="Google Shape;753;p10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4" name="Google Shape;754;p106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ed Slide 1-4 1">
  <p:cSld name="CUSTOM_11_1_1_3"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107"/>
          <p:cNvSpPr/>
          <p:nvPr/>
        </p:nvSpPr>
        <p:spPr>
          <a:xfrm>
            <a:off x="953325" y="1857573"/>
            <a:ext cx="7517100" cy="552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107"/>
          <p:cNvSpPr/>
          <p:nvPr/>
        </p:nvSpPr>
        <p:spPr>
          <a:xfrm>
            <a:off x="953325" y="2563250"/>
            <a:ext cx="7517100" cy="552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107"/>
          <p:cNvSpPr/>
          <p:nvPr/>
        </p:nvSpPr>
        <p:spPr>
          <a:xfrm>
            <a:off x="953325" y="1136875"/>
            <a:ext cx="7517100" cy="552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107"/>
          <p:cNvSpPr/>
          <p:nvPr/>
        </p:nvSpPr>
        <p:spPr>
          <a:xfrm>
            <a:off x="802850" y="110747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1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760" name="Google Shape;760;p107"/>
          <p:cNvSpPr/>
          <p:nvPr/>
        </p:nvSpPr>
        <p:spPr>
          <a:xfrm>
            <a:off x="802850" y="184255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2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761" name="Google Shape;761;p107"/>
          <p:cNvSpPr/>
          <p:nvPr/>
        </p:nvSpPr>
        <p:spPr>
          <a:xfrm>
            <a:off x="802850" y="25632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3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762" name="Google Shape;762;p10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3" name="Google Shape;763;p10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4" name="Google Shape;764;p107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5" name="Google Shape;765;p107"/>
          <p:cNvSpPr txBox="1"/>
          <p:nvPr>
            <p:ph idx="1" type="subTitle"/>
          </p:nvPr>
        </p:nvSpPr>
        <p:spPr>
          <a:xfrm>
            <a:off x="1354400" y="1129175"/>
            <a:ext cx="7116000" cy="552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766" name="Google Shape;766;p107"/>
          <p:cNvSpPr txBox="1"/>
          <p:nvPr>
            <p:ph idx="3" type="subTitle"/>
          </p:nvPr>
        </p:nvSpPr>
        <p:spPr>
          <a:xfrm>
            <a:off x="1354400" y="1857451"/>
            <a:ext cx="7116000" cy="552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767" name="Google Shape;767;p107"/>
          <p:cNvSpPr txBox="1"/>
          <p:nvPr>
            <p:ph idx="4" type="subTitle"/>
          </p:nvPr>
        </p:nvSpPr>
        <p:spPr>
          <a:xfrm>
            <a:off x="1354400" y="2578275"/>
            <a:ext cx="7116000" cy="537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768" name="Google Shape;768;p107"/>
          <p:cNvSpPr/>
          <p:nvPr/>
        </p:nvSpPr>
        <p:spPr>
          <a:xfrm>
            <a:off x="953325" y="3276200"/>
            <a:ext cx="7517100" cy="552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107"/>
          <p:cNvSpPr/>
          <p:nvPr/>
        </p:nvSpPr>
        <p:spPr>
          <a:xfrm>
            <a:off x="802850" y="327621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4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770" name="Google Shape;770;p107"/>
          <p:cNvSpPr txBox="1"/>
          <p:nvPr>
            <p:ph idx="5" type="subTitle"/>
          </p:nvPr>
        </p:nvSpPr>
        <p:spPr>
          <a:xfrm>
            <a:off x="1354400" y="3291225"/>
            <a:ext cx="7116000" cy="537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1">
  <p:cSld name="CUSTOM_6_2"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108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3" name="Google Shape;773;p108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74" name="Google Shape;774;p108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5" name="Google Shape;775;p108"/>
          <p:cNvSpPr txBox="1"/>
          <p:nvPr>
            <p:ph idx="3" type="title"/>
          </p:nvPr>
        </p:nvSpPr>
        <p:spPr>
          <a:xfrm>
            <a:off x="-6000" y="478650"/>
            <a:ext cx="59295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01">
  <p:cSld name="CUSTOM_26_3">
    <p:bg>
      <p:bgPr>
        <a:solidFill>
          <a:srgbClr val="F2F2F2"/>
        </a:solidFill>
      </p:bgPr>
    </p:bg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109"/>
          <p:cNvSpPr txBox="1"/>
          <p:nvPr>
            <p:ph type="title"/>
          </p:nvPr>
        </p:nvSpPr>
        <p:spPr>
          <a:xfrm>
            <a:off x="0" y="2694300"/>
            <a:ext cx="9144000" cy="740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01 1">
  <p:cSld name="CUSTOM_26_4">
    <p:bg>
      <p:bgPr>
        <a:solidFill>
          <a:srgbClr val="F2F2F2"/>
        </a:solidFill>
      </p:bgPr>
    </p:bg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110"/>
          <p:cNvSpPr txBox="1"/>
          <p:nvPr>
            <p:ph type="title"/>
          </p:nvPr>
        </p:nvSpPr>
        <p:spPr>
          <a:xfrm>
            <a:off x="0" y="2694300"/>
            <a:ext cx="9144000" cy="740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2">
  <p:cSld name="CUSTOM_6_3"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11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82" name="Google Shape;782;p111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83" name="Google Shape;783;p111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4" name="Google Shape;784;p111"/>
          <p:cNvSpPr txBox="1"/>
          <p:nvPr>
            <p:ph idx="3" type="title"/>
          </p:nvPr>
        </p:nvSpPr>
        <p:spPr>
          <a:xfrm>
            <a:off x="-6000" y="478650"/>
            <a:ext cx="59295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8">
  <p:cSld name="CUSTOM_2_38"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112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87" name="Google Shape;787;p112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8" name="Google Shape;788;p11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9" name="Google Shape;789;p112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2 2">
  <p:cSld name="CUSTOM_21_2_4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113"/>
          <p:cNvSpPr txBox="1"/>
          <p:nvPr>
            <p:ph type="title"/>
          </p:nvPr>
        </p:nvSpPr>
        <p:spPr>
          <a:xfrm>
            <a:off x="724200" y="127400"/>
            <a:ext cx="44529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2" name="Google Shape;792;p113"/>
          <p:cNvSpPr txBox="1"/>
          <p:nvPr>
            <p:ph idx="2" type="title"/>
          </p:nvPr>
        </p:nvSpPr>
        <p:spPr>
          <a:xfrm>
            <a:off x="742750" y="478650"/>
            <a:ext cx="44529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3" name="Google Shape;793;p1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94" name="Google Shape;794;p1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8650" y="271550"/>
            <a:ext cx="459000" cy="471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2 1 1 1">
  <p:cSld name="CUSTOM_11_1_1_1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114"/>
          <p:cNvSpPr txBox="1"/>
          <p:nvPr>
            <p:ph type="title"/>
          </p:nvPr>
        </p:nvSpPr>
        <p:spPr>
          <a:xfrm>
            <a:off x="724200" y="127400"/>
            <a:ext cx="44529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7" name="Google Shape;797;p114"/>
          <p:cNvSpPr txBox="1"/>
          <p:nvPr>
            <p:ph idx="2" type="title"/>
          </p:nvPr>
        </p:nvSpPr>
        <p:spPr>
          <a:xfrm>
            <a:off x="742750" y="478650"/>
            <a:ext cx="44529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8" name="Google Shape;798;p1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9">
  <p:cSld name="CUSTOM_2_39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115"/>
          <p:cNvSpPr txBox="1"/>
          <p:nvPr>
            <p:ph type="title"/>
          </p:nvPr>
        </p:nvSpPr>
        <p:spPr>
          <a:xfrm>
            <a:off x="724200" y="127400"/>
            <a:ext cx="44529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1" name="Google Shape;801;p115"/>
          <p:cNvSpPr txBox="1"/>
          <p:nvPr>
            <p:ph idx="2" type="title"/>
          </p:nvPr>
        </p:nvSpPr>
        <p:spPr>
          <a:xfrm>
            <a:off x="742750" y="478650"/>
            <a:ext cx="44529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2" name="Google Shape;802;p115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03" name="Google Shape;803;p115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4" name="Google Shape;804;p1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section">
  <p:cSld name="SECTION_HEADER_1_2"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6" name="Google Shape;806;p116"/>
          <p:cNvCxnSpPr/>
          <p:nvPr/>
        </p:nvCxnSpPr>
        <p:spPr>
          <a:xfrm>
            <a:off x="0" y="1975950"/>
            <a:ext cx="5532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807" name="Google Shape;807;p116"/>
          <p:cNvSpPr txBox="1"/>
          <p:nvPr>
            <p:ph type="title"/>
          </p:nvPr>
        </p:nvSpPr>
        <p:spPr>
          <a:xfrm>
            <a:off x="4234700" y="1975950"/>
            <a:ext cx="4909200" cy="20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08" name="Google Shape;808;p116"/>
          <p:cNvSpPr txBox="1"/>
          <p:nvPr>
            <p:ph idx="1" type="subTitle"/>
          </p:nvPr>
        </p:nvSpPr>
        <p:spPr>
          <a:xfrm>
            <a:off x="4234700" y="761025"/>
            <a:ext cx="1656900" cy="12048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09" name="Google Shape;809;p1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section 1">
  <p:cSld name="SECTION_HEADER_1_3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1" name="Google Shape;811;p117"/>
          <p:cNvCxnSpPr/>
          <p:nvPr/>
        </p:nvCxnSpPr>
        <p:spPr>
          <a:xfrm>
            <a:off x="0" y="1975950"/>
            <a:ext cx="5532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812" name="Google Shape;812;p117"/>
          <p:cNvSpPr txBox="1"/>
          <p:nvPr>
            <p:ph type="title"/>
          </p:nvPr>
        </p:nvSpPr>
        <p:spPr>
          <a:xfrm>
            <a:off x="4234700" y="1975950"/>
            <a:ext cx="4909200" cy="20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13" name="Google Shape;813;p117"/>
          <p:cNvSpPr txBox="1"/>
          <p:nvPr>
            <p:ph idx="1" type="subTitle"/>
          </p:nvPr>
        </p:nvSpPr>
        <p:spPr>
          <a:xfrm>
            <a:off x="4234700" y="761025"/>
            <a:ext cx="1656900" cy="12048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14" name="Google Shape;814;p1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section 2">
  <p:cSld name="SECTION_HEADER_1_4"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6" name="Google Shape;816;p118"/>
          <p:cNvCxnSpPr/>
          <p:nvPr/>
        </p:nvCxnSpPr>
        <p:spPr>
          <a:xfrm>
            <a:off x="0" y="1975950"/>
            <a:ext cx="5532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817" name="Google Shape;817;p118"/>
          <p:cNvSpPr txBox="1"/>
          <p:nvPr>
            <p:ph type="title"/>
          </p:nvPr>
        </p:nvSpPr>
        <p:spPr>
          <a:xfrm>
            <a:off x="4234700" y="1975950"/>
            <a:ext cx="4909200" cy="20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18" name="Google Shape;818;p118"/>
          <p:cNvSpPr txBox="1"/>
          <p:nvPr>
            <p:ph idx="1" type="subTitle"/>
          </p:nvPr>
        </p:nvSpPr>
        <p:spPr>
          <a:xfrm>
            <a:off x="4234700" y="761025"/>
            <a:ext cx="1656900" cy="12048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19" name="Google Shape;819;p1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40">
  <p:cSld name="CUSTOM_2_40"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19"/>
          <p:cNvSpPr txBox="1"/>
          <p:nvPr>
            <p:ph type="title"/>
          </p:nvPr>
        </p:nvSpPr>
        <p:spPr>
          <a:xfrm>
            <a:off x="724200" y="127400"/>
            <a:ext cx="44529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2" name="Google Shape;822;p119"/>
          <p:cNvSpPr txBox="1"/>
          <p:nvPr>
            <p:ph idx="2" type="title"/>
          </p:nvPr>
        </p:nvSpPr>
        <p:spPr>
          <a:xfrm>
            <a:off x="742750" y="478650"/>
            <a:ext cx="44529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3" name="Google Shape;823;p119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24" name="Google Shape;824;p119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5" name="Google Shape;825;p1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41">
  <p:cSld name="CUSTOM_2_41"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120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28" name="Google Shape;828;p120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9" name="Google Shape;829;p120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0" name="Google Shape;830;p120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42">
  <p:cSld name="CUSTOM_2_42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121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33" name="Google Shape;833;p121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4" name="Google Shape;834;p121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5" name="Google Shape;835;p121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43">
  <p:cSld name="CUSTOM_2_43"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122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38" name="Google Shape;838;p122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9" name="Google Shape;839;p12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0" name="Google Shape;840;p122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44">
  <p:cSld name="CUSTOM_2_44"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123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43" name="Google Shape;843;p123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4" name="Google Shape;844;p12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5" name="Google Shape;845;p123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45">
  <p:cSld name="CUSTOM_2_45"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124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48" name="Google Shape;848;p124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9" name="Google Shape;849;p12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0" name="Google Shape;850;p124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ternative Numbered Slide 1-6 1">
  <p:cSld name="CUSTOM_11_1_1_2_3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2" name="Google Shape;852;p125"/>
          <p:cNvGrpSpPr/>
          <p:nvPr/>
        </p:nvGrpSpPr>
        <p:grpSpPr>
          <a:xfrm>
            <a:off x="440125" y="1136875"/>
            <a:ext cx="776900" cy="486300"/>
            <a:chOff x="457200" y="1466425"/>
            <a:chExt cx="776900" cy="486300"/>
          </a:xfrm>
        </p:grpSpPr>
        <p:sp>
          <p:nvSpPr>
            <p:cNvPr id="853" name="Google Shape;853;p125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082D49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01</a:t>
              </a:r>
              <a:endParaRPr b="0" i="0" sz="3000" u="none" cap="none" strike="noStrike">
                <a:solidFill>
                  <a:srgbClr val="082D49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854" name="Google Shape;854;p125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855" name="Google Shape;855;p125"/>
          <p:cNvGrpSpPr/>
          <p:nvPr/>
        </p:nvGrpSpPr>
        <p:grpSpPr>
          <a:xfrm>
            <a:off x="440125" y="1791730"/>
            <a:ext cx="776900" cy="486300"/>
            <a:chOff x="457200" y="1466425"/>
            <a:chExt cx="776900" cy="486300"/>
          </a:xfrm>
        </p:grpSpPr>
        <p:sp>
          <p:nvSpPr>
            <p:cNvPr id="856" name="Google Shape;856;p125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02</a:t>
              </a:r>
              <a:endParaRPr b="0"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857" name="Google Shape;857;p125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858" name="Google Shape;858;p125"/>
          <p:cNvGrpSpPr/>
          <p:nvPr/>
        </p:nvGrpSpPr>
        <p:grpSpPr>
          <a:xfrm>
            <a:off x="440125" y="2446585"/>
            <a:ext cx="776900" cy="486300"/>
            <a:chOff x="457200" y="1466425"/>
            <a:chExt cx="776900" cy="486300"/>
          </a:xfrm>
        </p:grpSpPr>
        <p:sp>
          <p:nvSpPr>
            <p:cNvPr id="859" name="Google Shape;859;p125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03</a:t>
              </a:r>
              <a:endParaRPr b="0"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860" name="Google Shape;860;p125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861" name="Google Shape;861;p125"/>
          <p:cNvGrpSpPr/>
          <p:nvPr/>
        </p:nvGrpSpPr>
        <p:grpSpPr>
          <a:xfrm>
            <a:off x="440125" y="3101440"/>
            <a:ext cx="776900" cy="486300"/>
            <a:chOff x="457200" y="1466425"/>
            <a:chExt cx="776900" cy="486300"/>
          </a:xfrm>
        </p:grpSpPr>
        <p:sp>
          <p:nvSpPr>
            <p:cNvPr id="862" name="Google Shape;862;p125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082D49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04</a:t>
              </a:r>
              <a:endParaRPr b="0" i="0" sz="3000" u="none" cap="none" strike="noStrike">
                <a:solidFill>
                  <a:srgbClr val="082D49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863" name="Google Shape;863;p125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864" name="Google Shape;864;p125"/>
          <p:cNvGrpSpPr/>
          <p:nvPr/>
        </p:nvGrpSpPr>
        <p:grpSpPr>
          <a:xfrm>
            <a:off x="440125" y="3756295"/>
            <a:ext cx="776900" cy="486300"/>
            <a:chOff x="457200" y="1466425"/>
            <a:chExt cx="776900" cy="486300"/>
          </a:xfrm>
        </p:grpSpPr>
        <p:sp>
          <p:nvSpPr>
            <p:cNvPr id="865" name="Google Shape;865;p125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05</a:t>
              </a:r>
              <a:endParaRPr b="0"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866" name="Google Shape;866;p125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867" name="Google Shape;867;p125"/>
          <p:cNvSpPr/>
          <p:nvPr/>
        </p:nvSpPr>
        <p:spPr>
          <a:xfrm>
            <a:off x="1335475" y="1136875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8" name="Google Shape;868;p125"/>
          <p:cNvSpPr/>
          <p:nvPr/>
        </p:nvSpPr>
        <p:spPr>
          <a:xfrm>
            <a:off x="1335475" y="1791731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9" name="Google Shape;869;p125"/>
          <p:cNvSpPr/>
          <p:nvPr/>
        </p:nvSpPr>
        <p:spPr>
          <a:xfrm>
            <a:off x="1335475" y="2446587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0" name="Google Shape;870;p125"/>
          <p:cNvSpPr/>
          <p:nvPr/>
        </p:nvSpPr>
        <p:spPr>
          <a:xfrm>
            <a:off x="1335475" y="3101443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1" name="Google Shape;871;p125"/>
          <p:cNvSpPr/>
          <p:nvPr/>
        </p:nvSpPr>
        <p:spPr>
          <a:xfrm>
            <a:off x="1335475" y="3756299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2" name="Google Shape;872;p12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3" name="Google Shape;873;p125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4" name="Google Shape;874;p125"/>
          <p:cNvSpPr txBox="1"/>
          <p:nvPr>
            <p:ph idx="1" type="subTitle"/>
          </p:nvPr>
        </p:nvSpPr>
        <p:spPr>
          <a:xfrm>
            <a:off x="1354400" y="1129175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875" name="Google Shape;875;p125"/>
          <p:cNvSpPr txBox="1"/>
          <p:nvPr>
            <p:ph idx="3" type="subTitle"/>
          </p:nvPr>
        </p:nvSpPr>
        <p:spPr>
          <a:xfrm>
            <a:off x="1354400" y="1787875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876" name="Google Shape;876;p125"/>
          <p:cNvSpPr txBox="1"/>
          <p:nvPr>
            <p:ph idx="4" type="subTitle"/>
          </p:nvPr>
        </p:nvSpPr>
        <p:spPr>
          <a:xfrm>
            <a:off x="1354400" y="24446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877" name="Google Shape;877;p125"/>
          <p:cNvSpPr txBox="1"/>
          <p:nvPr>
            <p:ph idx="5" type="subTitle"/>
          </p:nvPr>
        </p:nvSpPr>
        <p:spPr>
          <a:xfrm>
            <a:off x="1354400" y="31033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878" name="Google Shape;878;p125"/>
          <p:cNvSpPr txBox="1"/>
          <p:nvPr>
            <p:ph idx="6" type="subTitle"/>
          </p:nvPr>
        </p:nvSpPr>
        <p:spPr>
          <a:xfrm>
            <a:off x="1354400" y="37601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879" name="Google Shape;879;p125"/>
          <p:cNvGrpSpPr/>
          <p:nvPr/>
        </p:nvGrpSpPr>
        <p:grpSpPr>
          <a:xfrm>
            <a:off x="440125" y="4413095"/>
            <a:ext cx="776900" cy="486300"/>
            <a:chOff x="457200" y="1466425"/>
            <a:chExt cx="776900" cy="486300"/>
          </a:xfrm>
        </p:grpSpPr>
        <p:sp>
          <p:nvSpPr>
            <p:cNvPr id="880" name="Google Shape;880;p125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chemeClr val="dk2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r>
                <a:rPr lang="en" sz="3000">
                  <a:solidFill>
                    <a:schemeClr val="dk2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6</a:t>
              </a:r>
              <a:endParaRPr b="0" i="0" sz="30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881" name="Google Shape;881;p125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882" name="Google Shape;882;p125"/>
          <p:cNvSpPr/>
          <p:nvPr/>
        </p:nvSpPr>
        <p:spPr>
          <a:xfrm>
            <a:off x="1335475" y="4413099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3" name="Google Shape;883;p125"/>
          <p:cNvSpPr txBox="1"/>
          <p:nvPr>
            <p:ph idx="7" type="subTitle"/>
          </p:nvPr>
        </p:nvSpPr>
        <p:spPr>
          <a:xfrm>
            <a:off x="1354400" y="44169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46">
  <p:cSld name="CUSTOM_2_46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126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86" name="Google Shape;886;p126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7" name="Google Shape;887;p12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8" name="Google Shape;888;p126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47">
  <p:cSld name="CUSTOM_2_47"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127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91" name="Google Shape;891;p127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2" name="Google Shape;892;p12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3" name="Google Shape;893;p127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48">
  <p:cSld name="CUSTOM_2_48"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128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96" name="Google Shape;896;p128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7" name="Google Shape;897;p128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8" name="Google Shape;898;p128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49">
  <p:cSld name="CUSTOM_2_49"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129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01" name="Google Shape;901;p129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2" name="Google Shape;902;p12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3" name="Google Shape;903;p129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50">
  <p:cSld name="CUSTOM_2_50"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130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06" name="Google Shape;906;p130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7" name="Google Shape;907;p130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8" name="Google Shape;908;p130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51">
  <p:cSld name="CUSTOM_2_51"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131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11" name="Google Shape;911;p131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2" name="Google Shape;912;p131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3" name="Google Shape;913;p131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52">
  <p:cSld name="CUSTOM_2_52"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132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16" name="Google Shape;916;p132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7" name="Google Shape;917;p13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8" name="Google Shape;918;p132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53">
  <p:cSld name="CUSTOM_2_53"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133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21" name="Google Shape;921;p133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2" name="Google Shape;922;p13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3" name="Google Shape;923;p133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54">
  <p:cSld name="CUSTOM_2_54"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134"/>
          <p:cNvSpPr txBox="1"/>
          <p:nvPr>
            <p:ph type="title"/>
          </p:nvPr>
        </p:nvSpPr>
        <p:spPr>
          <a:xfrm>
            <a:off x="724200" y="127400"/>
            <a:ext cx="44529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6" name="Google Shape;926;p134"/>
          <p:cNvSpPr txBox="1"/>
          <p:nvPr>
            <p:ph idx="2" type="title"/>
          </p:nvPr>
        </p:nvSpPr>
        <p:spPr>
          <a:xfrm>
            <a:off x="742750" y="478650"/>
            <a:ext cx="44529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7" name="Google Shape;927;p134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28" name="Google Shape;928;p134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9" name="Google Shape;929;p1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55">
  <p:cSld name="CUSTOM_2_55"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135"/>
          <p:cNvSpPr txBox="1"/>
          <p:nvPr>
            <p:ph type="title"/>
          </p:nvPr>
        </p:nvSpPr>
        <p:spPr>
          <a:xfrm>
            <a:off x="724200" y="127400"/>
            <a:ext cx="44529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2" name="Google Shape;932;p135"/>
          <p:cNvSpPr txBox="1"/>
          <p:nvPr>
            <p:ph idx="2" type="title"/>
          </p:nvPr>
        </p:nvSpPr>
        <p:spPr>
          <a:xfrm>
            <a:off x="742750" y="478650"/>
            <a:ext cx="44529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3" name="Google Shape;933;p135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34" name="Google Shape;934;p135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5" name="Google Shape;935;p1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56">
  <p:cSld name="CUSTOM_2_56"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136"/>
          <p:cNvSpPr txBox="1"/>
          <p:nvPr>
            <p:ph type="title"/>
          </p:nvPr>
        </p:nvSpPr>
        <p:spPr>
          <a:xfrm>
            <a:off x="724200" y="127400"/>
            <a:ext cx="44529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8" name="Google Shape;938;p136"/>
          <p:cNvSpPr txBox="1"/>
          <p:nvPr>
            <p:ph idx="2" type="title"/>
          </p:nvPr>
        </p:nvSpPr>
        <p:spPr>
          <a:xfrm>
            <a:off x="742750" y="478650"/>
            <a:ext cx="44529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9" name="Google Shape;939;p136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40" name="Google Shape;940;p136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1" name="Google Shape;941;p1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s slide - 1-3">
  <p:cSld name="CUSTOM_21_1_1_1"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43" name="Google Shape;943;p137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944" name="Google Shape;944;p137"/>
          <p:cNvSpPr/>
          <p:nvPr/>
        </p:nvSpPr>
        <p:spPr>
          <a:xfrm>
            <a:off x="953325" y="177866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137"/>
          <p:cNvSpPr/>
          <p:nvPr/>
        </p:nvSpPr>
        <p:spPr>
          <a:xfrm>
            <a:off x="953325" y="2421088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137"/>
          <p:cNvSpPr/>
          <p:nvPr/>
        </p:nvSpPr>
        <p:spPr>
          <a:xfrm>
            <a:off x="953325" y="1136875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137"/>
          <p:cNvSpPr/>
          <p:nvPr/>
        </p:nvSpPr>
        <p:spPr>
          <a:xfrm>
            <a:off x="802850" y="110747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1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948" name="Google Shape;948;p137"/>
          <p:cNvSpPr/>
          <p:nvPr/>
        </p:nvSpPr>
        <p:spPr>
          <a:xfrm>
            <a:off x="802850" y="17492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2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949" name="Google Shape;949;p137"/>
          <p:cNvSpPr/>
          <p:nvPr/>
        </p:nvSpPr>
        <p:spPr>
          <a:xfrm>
            <a:off x="802850" y="239169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3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950" name="Google Shape;950;p137"/>
          <p:cNvSpPr txBox="1"/>
          <p:nvPr>
            <p:ph idx="1" type="subTitle"/>
          </p:nvPr>
        </p:nvSpPr>
        <p:spPr>
          <a:xfrm>
            <a:off x="1224625" y="1129175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951" name="Google Shape;951;p137"/>
          <p:cNvSpPr txBox="1"/>
          <p:nvPr>
            <p:ph idx="2" type="subTitle"/>
          </p:nvPr>
        </p:nvSpPr>
        <p:spPr>
          <a:xfrm>
            <a:off x="1224625" y="1793688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952" name="Google Shape;952;p137"/>
          <p:cNvSpPr txBox="1"/>
          <p:nvPr>
            <p:ph idx="3" type="subTitle"/>
          </p:nvPr>
        </p:nvSpPr>
        <p:spPr>
          <a:xfrm>
            <a:off x="1224625" y="2435788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953" name="Google Shape;953;p13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4" name="Google Shape;954;p137"/>
          <p:cNvSpPr txBox="1"/>
          <p:nvPr>
            <p:ph idx="4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5" name="Google Shape;955;p137"/>
          <p:cNvSpPr/>
          <p:nvPr/>
        </p:nvSpPr>
        <p:spPr>
          <a:xfrm>
            <a:off x="136025" y="23362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6" name="Google Shape;956;p1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3938" y="271538"/>
            <a:ext cx="496875" cy="49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6 1">
  <p:cSld name="CUSTOM_28_1">
    <p:bg>
      <p:bgPr>
        <a:solidFill>
          <a:srgbClr val="FFFFFF"/>
        </a:solidFill>
      </p:bgPr>
    </p:bg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138"/>
          <p:cNvSpPr/>
          <p:nvPr/>
        </p:nvSpPr>
        <p:spPr>
          <a:xfrm>
            <a:off x="1108877" y="1183050"/>
            <a:ext cx="3196500" cy="476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59" name="Google Shape;959;p138"/>
          <p:cNvSpPr txBox="1"/>
          <p:nvPr>
            <p:ph type="title"/>
          </p:nvPr>
        </p:nvSpPr>
        <p:spPr>
          <a:xfrm>
            <a:off x="1179493" y="1219907"/>
            <a:ext cx="3031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None/>
              <a:defRPr b="0"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960" name="Google Shape;960;p138"/>
          <p:cNvSpPr txBox="1"/>
          <p:nvPr>
            <p:ph idx="2" type="title"/>
          </p:nvPr>
        </p:nvSpPr>
        <p:spPr>
          <a:xfrm>
            <a:off x="896225" y="1871375"/>
            <a:ext cx="3408900" cy="262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None/>
              <a:defRPr b="0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961" name="Google Shape;961;p138"/>
          <p:cNvSpPr txBox="1"/>
          <p:nvPr>
            <p:ph idx="3" type="title"/>
          </p:nvPr>
        </p:nvSpPr>
        <p:spPr>
          <a:xfrm>
            <a:off x="5323925" y="1871375"/>
            <a:ext cx="3607500" cy="262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None/>
              <a:defRPr b="0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962" name="Google Shape;962;p138"/>
          <p:cNvSpPr txBox="1"/>
          <p:nvPr>
            <p:ph idx="4"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3" name="Google Shape;963;p1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05138" y="1183050"/>
            <a:ext cx="827470" cy="36625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4" name="Google Shape;964;p138"/>
          <p:cNvGrpSpPr/>
          <p:nvPr/>
        </p:nvGrpSpPr>
        <p:grpSpPr>
          <a:xfrm>
            <a:off x="457147" y="1190428"/>
            <a:ext cx="533372" cy="533480"/>
            <a:chOff x="457200" y="1378813"/>
            <a:chExt cx="695400" cy="695450"/>
          </a:xfrm>
        </p:grpSpPr>
        <p:sp>
          <p:nvSpPr>
            <p:cNvPr id="965" name="Google Shape;965;p138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" sz="2100" u="none" cap="none" strike="noStrike">
                  <a:solidFill>
                    <a:schemeClr val="lt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01</a:t>
              </a:r>
              <a:endParaRPr b="0" i="0" sz="21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66" name="Google Shape;966;p138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7" name="Google Shape;967;p138"/>
          <p:cNvGrpSpPr/>
          <p:nvPr/>
        </p:nvGrpSpPr>
        <p:grpSpPr>
          <a:xfrm>
            <a:off x="4876797" y="1190428"/>
            <a:ext cx="533372" cy="533480"/>
            <a:chOff x="2605668" y="1378813"/>
            <a:chExt cx="695400" cy="695450"/>
          </a:xfrm>
        </p:grpSpPr>
        <p:sp>
          <p:nvSpPr>
            <p:cNvPr id="968" name="Google Shape;968;p138"/>
            <p:cNvSpPr/>
            <p:nvPr/>
          </p:nvSpPr>
          <p:spPr>
            <a:xfrm>
              <a:off x="2605668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" sz="2100" u="none" cap="none" strike="noStrike">
                  <a:solidFill>
                    <a:schemeClr val="dk2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02</a:t>
              </a:r>
              <a:endParaRPr b="0" i="0" sz="21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69" name="Google Shape;969;p138"/>
            <p:cNvSpPr/>
            <p:nvPr/>
          </p:nvSpPr>
          <p:spPr>
            <a:xfrm rot="10800000">
              <a:off x="2783210" y="1885638"/>
              <a:ext cx="34032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0" name="Google Shape;970;p138"/>
          <p:cNvSpPr/>
          <p:nvPr/>
        </p:nvSpPr>
        <p:spPr>
          <a:xfrm>
            <a:off x="5528977" y="1183050"/>
            <a:ext cx="3196500" cy="476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71" name="Google Shape;971;p138"/>
          <p:cNvSpPr txBox="1"/>
          <p:nvPr>
            <p:ph idx="5" type="title"/>
          </p:nvPr>
        </p:nvSpPr>
        <p:spPr>
          <a:xfrm>
            <a:off x="5599593" y="1219907"/>
            <a:ext cx="3031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None/>
              <a:defRPr b="0"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972" name="Google Shape;972;p138"/>
          <p:cNvSpPr txBox="1"/>
          <p:nvPr>
            <p:ph idx="6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3">
  <p:cSld name="CUSTOM_6_4"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139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75" name="Google Shape;975;p139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76" name="Google Shape;976;p139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77" name="Google Shape;977;p139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4">
  <p:cSld name="CUSTOM_6_5"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140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80" name="Google Shape;980;p140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81" name="Google Shape;981;p140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2" name="Google Shape;982;p140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5">
  <p:cSld name="CUSTOM_6_6"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141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85" name="Google Shape;985;p141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86" name="Google Shape;986;p141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7" name="Google Shape;987;p141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6">
  <p:cSld name="CUSTOM_28_3">
    <p:bg>
      <p:bgPr>
        <a:solidFill>
          <a:srgbClr val="FFFFFF"/>
        </a:solidFill>
      </p:bgPr>
    </p:bg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142"/>
          <p:cNvSpPr/>
          <p:nvPr/>
        </p:nvSpPr>
        <p:spPr>
          <a:xfrm>
            <a:off x="457160" y="1292968"/>
            <a:ext cx="3848100" cy="476700"/>
          </a:xfrm>
          <a:prstGeom prst="roundRect">
            <a:avLst>
              <a:gd fmla="val 16667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90" name="Google Shape;990;p142"/>
          <p:cNvSpPr/>
          <p:nvPr/>
        </p:nvSpPr>
        <p:spPr>
          <a:xfrm rot="10800000">
            <a:off x="593369" y="1681756"/>
            <a:ext cx="261029" cy="144694"/>
          </a:xfrm>
          <a:prstGeom prst="flowChartExtract">
            <a:avLst/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91" name="Google Shape;991;p142"/>
          <p:cNvSpPr/>
          <p:nvPr/>
        </p:nvSpPr>
        <p:spPr>
          <a:xfrm>
            <a:off x="4876760" y="1292980"/>
            <a:ext cx="3848100" cy="476700"/>
          </a:xfrm>
          <a:prstGeom prst="roundRect">
            <a:avLst>
              <a:gd fmla="val 16667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92" name="Google Shape;992;p142"/>
          <p:cNvSpPr/>
          <p:nvPr/>
        </p:nvSpPr>
        <p:spPr>
          <a:xfrm rot="10800000">
            <a:off x="5012969" y="1681768"/>
            <a:ext cx="261029" cy="144694"/>
          </a:xfrm>
          <a:prstGeom prst="flowChartExtract">
            <a:avLst/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142"/>
          <p:cNvSpPr txBox="1"/>
          <p:nvPr/>
        </p:nvSpPr>
        <p:spPr>
          <a:xfrm>
            <a:off x="457150" y="1304805"/>
            <a:ext cx="38481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94" name="Google Shape;994;p142"/>
          <p:cNvSpPr txBox="1"/>
          <p:nvPr/>
        </p:nvSpPr>
        <p:spPr>
          <a:xfrm>
            <a:off x="4876750" y="1309518"/>
            <a:ext cx="38481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95" name="Google Shape;995;p142"/>
          <p:cNvSpPr txBox="1"/>
          <p:nvPr>
            <p:ph type="title"/>
          </p:nvPr>
        </p:nvSpPr>
        <p:spPr>
          <a:xfrm>
            <a:off x="542175" y="1329825"/>
            <a:ext cx="36492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Light"/>
              <a:buNone/>
              <a:defRPr b="0" sz="18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996" name="Google Shape;996;p142"/>
          <p:cNvSpPr txBox="1"/>
          <p:nvPr>
            <p:ph idx="2" type="title"/>
          </p:nvPr>
        </p:nvSpPr>
        <p:spPr>
          <a:xfrm>
            <a:off x="4976200" y="1329825"/>
            <a:ext cx="36492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Light"/>
              <a:buNone/>
              <a:defRPr b="0" sz="18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997" name="Google Shape;997;p142"/>
          <p:cNvSpPr txBox="1"/>
          <p:nvPr>
            <p:ph idx="3" type="title"/>
          </p:nvPr>
        </p:nvSpPr>
        <p:spPr>
          <a:xfrm>
            <a:off x="542175" y="2004350"/>
            <a:ext cx="3649200" cy="24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Font typeface="Roboto Light"/>
              <a:buNone/>
              <a:defRPr b="0"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998" name="Google Shape;998;p142"/>
          <p:cNvSpPr txBox="1"/>
          <p:nvPr>
            <p:ph idx="4" type="title"/>
          </p:nvPr>
        </p:nvSpPr>
        <p:spPr>
          <a:xfrm>
            <a:off x="4976200" y="2004350"/>
            <a:ext cx="3649200" cy="24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Font typeface="Roboto Light"/>
              <a:buNone/>
              <a:defRPr b="0"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999" name="Google Shape;999;p142"/>
          <p:cNvSpPr txBox="1"/>
          <p:nvPr>
            <p:ph idx="5"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000" name="Google Shape;1000;p1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05138" y="1183050"/>
            <a:ext cx="827470" cy="3662574"/>
          </a:xfrm>
          <a:prstGeom prst="rect">
            <a:avLst/>
          </a:prstGeom>
          <a:noFill/>
          <a:ln>
            <a:noFill/>
          </a:ln>
        </p:spPr>
      </p:pic>
      <p:sp>
        <p:nvSpPr>
          <p:cNvPr id="1001" name="Google Shape;1001;p142"/>
          <p:cNvSpPr txBox="1"/>
          <p:nvPr>
            <p:ph idx="6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6">
  <p:cSld name="CUSTOM_6_7"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143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04" name="Google Shape;1004;p143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05" name="Google Shape;1005;p143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6" name="Google Shape;1006;p143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7">
  <p:cSld name="CUSTOM_6_8"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144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09" name="Google Shape;1009;p144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10" name="Google Shape;1010;p144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1" name="Google Shape;1011;p144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8">
  <p:cSld name="CUSTOM_6_9"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145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14" name="Google Shape;1014;p145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15" name="Google Shape;1015;p145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6" name="Google Shape;1016;p145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57">
  <p:cSld name="CUSTOM_2_57"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146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19" name="Google Shape;1019;p146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0" name="Google Shape;1020;p14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1" name="Google Shape;1021;p146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9">
  <p:cSld name="CUSTOM_6_10"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147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24" name="Google Shape;1024;p147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25" name="Google Shape;1025;p147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6" name="Google Shape;1026;p147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10">
  <p:cSld name="CUSTOM_6_11"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148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29" name="Google Shape;1029;p148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30" name="Google Shape;1030;p148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31" name="Google Shape;1031;p148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ternative Numbered Slide 1-6">
  <p:cSld name="CUSTOM_11_1_1_2_4"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3" name="Google Shape;1033;p149"/>
          <p:cNvGrpSpPr/>
          <p:nvPr/>
        </p:nvGrpSpPr>
        <p:grpSpPr>
          <a:xfrm>
            <a:off x="440125" y="1136875"/>
            <a:ext cx="776900" cy="486300"/>
            <a:chOff x="457200" y="1466425"/>
            <a:chExt cx="776900" cy="486300"/>
          </a:xfrm>
        </p:grpSpPr>
        <p:sp>
          <p:nvSpPr>
            <p:cNvPr id="1034" name="Google Shape;1034;p149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082D49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01</a:t>
              </a:r>
              <a:endParaRPr b="0" i="0" sz="3000" u="none" cap="none" strike="noStrike">
                <a:solidFill>
                  <a:srgbClr val="082D49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35" name="Google Shape;1035;p149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036" name="Google Shape;1036;p149"/>
          <p:cNvGrpSpPr/>
          <p:nvPr/>
        </p:nvGrpSpPr>
        <p:grpSpPr>
          <a:xfrm>
            <a:off x="440125" y="1791730"/>
            <a:ext cx="776900" cy="486300"/>
            <a:chOff x="457200" y="1466425"/>
            <a:chExt cx="776900" cy="486300"/>
          </a:xfrm>
        </p:grpSpPr>
        <p:sp>
          <p:nvSpPr>
            <p:cNvPr id="1037" name="Google Shape;1037;p149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02</a:t>
              </a:r>
              <a:endParaRPr b="0"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38" name="Google Shape;1038;p149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039" name="Google Shape;1039;p149"/>
          <p:cNvGrpSpPr/>
          <p:nvPr/>
        </p:nvGrpSpPr>
        <p:grpSpPr>
          <a:xfrm>
            <a:off x="440125" y="2446585"/>
            <a:ext cx="776900" cy="486300"/>
            <a:chOff x="457200" y="1466425"/>
            <a:chExt cx="776900" cy="486300"/>
          </a:xfrm>
        </p:grpSpPr>
        <p:sp>
          <p:nvSpPr>
            <p:cNvPr id="1040" name="Google Shape;1040;p149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03</a:t>
              </a:r>
              <a:endParaRPr b="0"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41" name="Google Shape;1041;p149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042" name="Google Shape;1042;p149"/>
          <p:cNvGrpSpPr/>
          <p:nvPr/>
        </p:nvGrpSpPr>
        <p:grpSpPr>
          <a:xfrm>
            <a:off x="440125" y="3101440"/>
            <a:ext cx="776900" cy="486300"/>
            <a:chOff x="457200" y="1466425"/>
            <a:chExt cx="776900" cy="486300"/>
          </a:xfrm>
        </p:grpSpPr>
        <p:sp>
          <p:nvSpPr>
            <p:cNvPr id="1043" name="Google Shape;1043;p149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082D49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04</a:t>
              </a:r>
              <a:endParaRPr b="0" i="0" sz="3000" u="none" cap="none" strike="noStrike">
                <a:solidFill>
                  <a:srgbClr val="082D49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44" name="Google Shape;1044;p149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045" name="Google Shape;1045;p149"/>
          <p:cNvGrpSpPr/>
          <p:nvPr/>
        </p:nvGrpSpPr>
        <p:grpSpPr>
          <a:xfrm>
            <a:off x="440125" y="3756295"/>
            <a:ext cx="776900" cy="486300"/>
            <a:chOff x="457200" y="1466425"/>
            <a:chExt cx="776900" cy="486300"/>
          </a:xfrm>
        </p:grpSpPr>
        <p:sp>
          <p:nvSpPr>
            <p:cNvPr id="1046" name="Google Shape;1046;p149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05</a:t>
              </a:r>
              <a:endParaRPr b="0"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47" name="Google Shape;1047;p149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1048" name="Google Shape;1048;p149"/>
          <p:cNvSpPr/>
          <p:nvPr/>
        </p:nvSpPr>
        <p:spPr>
          <a:xfrm>
            <a:off x="1335475" y="1136875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9" name="Google Shape;1049;p149"/>
          <p:cNvSpPr/>
          <p:nvPr/>
        </p:nvSpPr>
        <p:spPr>
          <a:xfrm>
            <a:off x="1335475" y="1791731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0" name="Google Shape;1050;p149"/>
          <p:cNvSpPr/>
          <p:nvPr/>
        </p:nvSpPr>
        <p:spPr>
          <a:xfrm>
            <a:off x="1335475" y="2446587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1" name="Google Shape;1051;p149"/>
          <p:cNvSpPr/>
          <p:nvPr/>
        </p:nvSpPr>
        <p:spPr>
          <a:xfrm>
            <a:off x="1335475" y="3101443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2" name="Google Shape;1052;p149"/>
          <p:cNvSpPr/>
          <p:nvPr/>
        </p:nvSpPr>
        <p:spPr>
          <a:xfrm>
            <a:off x="1335475" y="3756299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3" name="Google Shape;1053;p14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54" name="Google Shape;1054;p149"/>
          <p:cNvSpPr txBox="1"/>
          <p:nvPr>
            <p:ph idx="1" type="subTitle"/>
          </p:nvPr>
        </p:nvSpPr>
        <p:spPr>
          <a:xfrm>
            <a:off x="1354400" y="1129175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055" name="Google Shape;1055;p149"/>
          <p:cNvSpPr txBox="1"/>
          <p:nvPr>
            <p:ph idx="2" type="subTitle"/>
          </p:nvPr>
        </p:nvSpPr>
        <p:spPr>
          <a:xfrm>
            <a:off x="1354400" y="1787875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056" name="Google Shape;1056;p149"/>
          <p:cNvSpPr txBox="1"/>
          <p:nvPr>
            <p:ph idx="3" type="subTitle"/>
          </p:nvPr>
        </p:nvSpPr>
        <p:spPr>
          <a:xfrm>
            <a:off x="1354400" y="24446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057" name="Google Shape;1057;p149"/>
          <p:cNvSpPr txBox="1"/>
          <p:nvPr>
            <p:ph idx="4" type="subTitle"/>
          </p:nvPr>
        </p:nvSpPr>
        <p:spPr>
          <a:xfrm>
            <a:off x="1354400" y="31033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058" name="Google Shape;1058;p149"/>
          <p:cNvSpPr txBox="1"/>
          <p:nvPr>
            <p:ph idx="5" type="subTitle"/>
          </p:nvPr>
        </p:nvSpPr>
        <p:spPr>
          <a:xfrm>
            <a:off x="1354400" y="37601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059" name="Google Shape;1059;p149"/>
          <p:cNvSpPr txBox="1"/>
          <p:nvPr>
            <p:ph idx="6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11">
  <p:cSld name="CUSTOM_6_12"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150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62" name="Google Shape;1062;p150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63" name="Google Shape;1063;p150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4" name="Google Shape;1064;p150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12">
  <p:cSld name="CUSTOM_6_13"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151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67" name="Google Shape;1067;p151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68" name="Google Shape;1068;p151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9" name="Google Shape;1069;p151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13">
  <p:cSld name="CUSTOM_6_14"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152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72" name="Google Shape;1072;p152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73" name="Google Shape;1073;p152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74" name="Google Shape;1074;p152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14">
  <p:cSld name="CUSTOM_6_15"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153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77" name="Google Shape;1077;p153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78" name="Google Shape;1078;p153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79" name="Google Shape;1079;p153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15">
  <p:cSld name="CUSTOM_6_16"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154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82" name="Google Shape;1082;p154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83" name="Google Shape;1083;p154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4" name="Google Shape;1084;p154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Idea slide 2">
  <p:cSld name="CUSTOM_4_3"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155"/>
          <p:cNvSpPr/>
          <p:nvPr/>
        </p:nvSpPr>
        <p:spPr>
          <a:xfrm>
            <a:off x="459099" y="1336050"/>
            <a:ext cx="2471400" cy="2471400"/>
          </a:xfrm>
          <a:prstGeom prst="ellipse">
            <a:avLst/>
          </a:prstGeom>
          <a:solidFill>
            <a:srgbClr val="FCB91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7" name="Google Shape;1087;p1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2288" y="16435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8" name="Google Shape;1088;p155"/>
          <p:cNvPicPr preferRelativeResize="0"/>
          <p:nvPr/>
        </p:nvPicPr>
        <p:blipFill rotWithShape="1">
          <a:blip r:embed="rId3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9" name="Google Shape;1089;p155"/>
          <p:cNvSpPr txBox="1"/>
          <p:nvPr>
            <p:ph type="title"/>
          </p:nvPr>
        </p:nvSpPr>
        <p:spPr>
          <a:xfrm>
            <a:off x="3145536" y="1925250"/>
            <a:ext cx="5555100" cy="13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 sz="3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2 1 1 1 2">
  <p:cSld name="CUSTOM_11_1_1_1_2"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1" name="Google Shape;1091;p156"/>
          <p:cNvCxnSpPr/>
          <p:nvPr/>
        </p:nvCxnSpPr>
        <p:spPr>
          <a:xfrm>
            <a:off x="30950" y="1978775"/>
            <a:ext cx="10143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092" name="Google Shape;1092;p156"/>
          <p:cNvCxnSpPr/>
          <p:nvPr/>
        </p:nvCxnSpPr>
        <p:spPr>
          <a:xfrm>
            <a:off x="14793" y="1979550"/>
            <a:ext cx="10305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093" name="Google Shape;1093;p156"/>
          <p:cNvCxnSpPr/>
          <p:nvPr/>
        </p:nvCxnSpPr>
        <p:spPr>
          <a:xfrm>
            <a:off x="25190" y="2617525"/>
            <a:ext cx="10203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094" name="Google Shape;1094;p156"/>
          <p:cNvCxnSpPr/>
          <p:nvPr/>
        </p:nvCxnSpPr>
        <p:spPr>
          <a:xfrm>
            <a:off x="-6000" y="3256375"/>
            <a:ext cx="10512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095" name="Google Shape;1095;p156"/>
          <p:cNvSpPr/>
          <p:nvPr/>
        </p:nvSpPr>
        <p:spPr>
          <a:xfrm>
            <a:off x="953325" y="177866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156"/>
          <p:cNvSpPr/>
          <p:nvPr/>
        </p:nvSpPr>
        <p:spPr>
          <a:xfrm>
            <a:off x="953325" y="2421088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156"/>
          <p:cNvSpPr/>
          <p:nvPr/>
        </p:nvSpPr>
        <p:spPr>
          <a:xfrm>
            <a:off x="953325" y="3063525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156"/>
          <p:cNvSpPr/>
          <p:nvPr/>
        </p:nvSpPr>
        <p:spPr>
          <a:xfrm>
            <a:off x="870800" y="3094822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099" name="Google Shape;1099;p156"/>
          <p:cNvSpPr txBox="1"/>
          <p:nvPr>
            <p:ph idx="1" type="subTitle"/>
          </p:nvPr>
        </p:nvSpPr>
        <p:spPr>
          <a:xfrm>
            <a:off x="1193900" y="1771650"/>
            <a:ext cx="69525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100" name="Google Shape;1100;p156"/>
          <p:cNvSpPr txBox="1"/>
          <p:nvPr>
            <p:ph idx="2" type="subTitle"/>
          </p:nvPr>
        </p:nvSpPr>
        <p:spPr>
          <a:xfrm>
            <a:off x="1193900" y="2417425"/>
            <a:ext cx="69525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101" name="Google Shape;1101;p156"/>
          <p:cNvSpPr txBox="1"/>
          <p:nvPr>
            <p:ph idx="3" type="subTitle"/>
          </p:nvPr>
        </p:nvSpPr>
        <p:spPr>
          <a:xfrm>
            <a:off x="1193900" y="3063225"/>
            <a:ext cx="69525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102" name="Google Shape;1102;p156"/>
          <p:cNvSpPr/>
          <p:nvPr/>
        </p:nvSpPr>
        <p:spPr>
          <a:xfrm>
            <a:off x="870800" y="2459660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103" name="Google Shape;1103;p156"/>
          <p:cNvSpPr/>
          <p:nvPr/>
        </p:nvSpPr>
        <p:spPr>
          <a:xfrm>
            <a:off x="870800" y="1817547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104" name="Google Shape;1104;p15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5" name="Google Shape;1105;p156"/>
          <p:cNvSpPr txBox="1"/>
          <p:nvPr>
            <p:ph idx="4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16">
  <p:cSld name="CUSTOM_6_17"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157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08" name="Google Shape;1108;p157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09" name="Google Shape;1109;p157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10" name="Google Shape;1110;p157"/>
          <p:cNvSpPr txBox="1"/>
          <p:nvPr>
            <p:ph idx="3" type="title"/>
          </p:nvPr>
        </p:nvSpPr>
        <p:spPr>
          <a:xfrm>
            <a:off x="-6000" y="478650"/>
            <a:ext cx="5929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17">
  <p:cSld name="CUSTOM_6_18"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158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13" name="Google Shape;1113;p158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14" name="Google Shape;1114;p158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15" name="Google Shape;1115;p158"/>
          <p:cNvSpPr txBox="1"/>
          <p:nvPr>
            <p:ph idx="3" type="title"/>
          </p:nvPr>
        </p:nvSpPr>
        <p:spPr>
          <a:xfrm>
            <a:off x="-6000" y="478650"/>
            <a:ext cx="5929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18">
  <p:cSld name="CUSTOM_6_19"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159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18" name="Google Shape;1118;p159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19" name="Google Shape;1119;p159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0" name="Google Shape;1120;p159"/>
          <p:cNvSpPr txBox="1"/>
          <p:nvPr>
            <p:ph idx="3" type="title"/>
          </p:nvPr>
        </p:nvSpPr>
        <p:spPr>
          <a:xfrm>
            <a:off x="-6000" y="478650"/>
            <a:ext cx="5929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19">
  <p:cSld name="CUSTOM_6_20"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60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23" name="Google Shape;1123;p160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4" name="Google Shape;1124;p160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5" name="Google Shape;1125;p160"/>
          <p:cNvSpPr txBox="1"/>
          <p:nvPr>
            <p:ph idx="3" type="title"/>
          </p:nvPr>
        </p:nvSpPr>
        <p:spPr>
          <a:xfrm>
            <a:off x="-6000" y="478650"/>
            <a:ext cx="5929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07" Type="http://schemas.openxmlformats.org/officeDocument/2006/relationships/slideLayout" Target="../slideLayouts/slideLayout107.xml"/><Relationship Id="rId106" Type="http://schemas.openxmlformats.org/officeDocument/2006/relationships/slideLayout" Target="../slideLayouts/slideLayout106.xml"/><Relationship Id="rId105" Type="http://schemas.openxmlformats.org/officeDocument/2006/relationships/slideLayout" Target="../slideLayouts/slideLayout105.xml"/><Relationship Id="rId104" Type="http://schemas.openxmlformats.org/officeDocument/2006/relationships/slideLayout" Target="../slideLayouts/slideLayout104.xml"/><Relationship Id="rId109" Type="http://schemas.openxmlformats.org/officeDocument/2006/relationships/slideLayout" Target="../slideLayouts/slideLayout109.xml"/><Relationship Id="rId108" Type="http://schemas.openxmlformats.org/officeDocument/2006/relationships/slideLayout" Target="../slideLayouts/slideLayout108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103" Type="http://schemas.openxmlformats.org/officeDocument/2006/relationships/slideLayout" Target="../slideLayouts/slideLayout103.xml"/><Relationship Id="rId102" Type="http://schemas.openxmlformats.org/officeDocument/2006/relationships/slideLayout" Target="../slideLayouts/slideLayout102.xml"/><Relationship Id="rId101" Type="http://schemas.openxmlformats.org/officeDocument/2006/relationships/slideLayout" Target="../slideLayouts/slideLayout101.xml"/><Relationship Id="rId100" Type="http://schemas.openxmlformats.org/officeDocument/2006/relationships/slideLayout" Target="../slideLayouts/slideLayout100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29" Type="http://schemas.openxmlformats.org/officeDocument/2006/relationships/slideLayout" Target="../slideLayouts/slideLayout129.xml"/><Relationship Id="rId128" Type="http://schemas.openxmlformats.org/officeDocument/2006/relationships/slideLayout" Target="../slideLayouts/slideLayout128.xml"/><Relationship Id="rId127" Type="http://schemas.openxmlformats.org/officeDocument/2006/relationships/slideLayout" Target="../slideLayouts/slideLayout127.xml"/><Relationship Id="rId126" Type="http://schemas.openxmlformats.org/officeDocument/2006/relationships/slideLayout" Target="../slideLayouts/slideLayout126.xml"/><Relationship Id="rId26" Type="http://schemas.openxmlformats.org/officeDocument/2006/relationships/slideLayout" Target="../slideLayouts/slideLayout26.xml"/><Relationship Id="rId121" Type="http://schemas.openxmlformats.org/officeDocument/2006/relationships/slideLayout" Target="../slideLayouts/slideLayout121.xml"/><Relationship Id="rId25" Type="http://schemas.openxmlformats.org/officeDocument/2006/relationships/slideLayout" Target="../slideLayouts/slideLayout25.xml"/><Relationship Id="rId120" Type="http://schemas.openxmlformats.org/officeDocument/2006/relationships/slideLayout" Target="../slideLayouts/slideLayout120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125" Type="http://schemas.openxmlformats.org/officeDocument/2006/relationships/slideLayout" Target="../slideLayouts/slideLayout125.xml"/><Relationship Id="rId29" Type="http://schemas.openxmlformats.org/officeDocument/2006/relationships/slideLayout" Target="../slideLayouts/slideLayout29.xml"/><Relationship Id="rId124" Type="http://schemas.openxmlformats.org/officeDocument/2006/relationships/slideLayout" Target="../slideLayouts/slideLayout124.xml"/><Relationship Id="rId123" Type="http://schemas.openxmlformats.org/officeDocument/2006/relationships/slideLayout" Target="../slideLayouts/slideLayout123.xml"/><Relationship Id="rId122" Type="http://schemas.openxmlformats.org/officeDocument/2006/relationships/slideLayout" Target="../slideLayouts/slideLayout122.xml"/><Relationship Id="rId95" Type="http://schemas.openxmlformats.org/officeDocument/2006/relationships/slideLayout" Target="../slideLayouts/slideLayout95.xml"/><Relationship Id="rId94" Type="http://schemas.openxmlformats.org/officeDocument/2006/relationships/slideLayout" Target="../slideLayouts/slideLayout94.xml"/><Relationship Id="rId97" Type="http://schemas.openxmlformats.org/officeDocument/2006/relationships/slideLayout" Target="../slideLayouts/slideLayout97.xml"/><Relationship Id="rId96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11.xml"/><Relationship Id="rId99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10.xml"/><Relationship Id="rId98" Type="http://schemas.openxmlformats.org/officeDocument/2006/relationships/slideLayout" Target="../slideLayouts/slideLayout98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91" Type="http://schemas.openxmlformats.org/officeDocument/2006/relationships/slideLayout" Target="../slideLayouts/slideLayout91.xml"/><Relationship Id="rId90" Type="http://schemas.openxmlformats.org/officeDocument/2006/relationships/slideLayout" Target="../slideLayouts/slideLayout90.xml"/><Relationship Id="rId93" Type="http://schemas.openxmlformats.org/officeDocument/2006/relationships/slideLayout" Target="../slideLayouts/slideLayout93.xml"/><Relationship Id="rId92" Type="http://schemas.openxmlformats.org/officeDocument/2006/relationships/slideLayout" Target="../slideLayouts/slideLayout92.xml"/><Relationship Id="rId118" Type="http://schemas.openxmlformats.org/officeDocument/2006/relationships/slideLayout" Target="../slideLayouts/slideLayout118.xml"/><Relationship Id="rId117" Type="http://schemas.openxmlformats.org/officeDocument/2006/relationships/slideLayout" Target="../slideLayouts/slideLayout117.xml"/><Relationship Id="rId116" Type="http://schemas.openxmlformats.org/officeDocument/2006/relationships/slideLayout" Target="../slideLayouts/slideLayout116.xml"/><Relationship Id="rId115" Type="http://schemas.openxmlformats.org/officeDocument/2006/relationships/slideLayout" Target="../slideLayouts/slideLayout115.xml"/><Relationship Id="rId119" Type="http://schemas.openxmlformats.org/officeDocument/2006/relationships/slideLayout" Target="../slideLayouts/slideLayout119.xml"/><Relationship Id="rId15" Type="http://schemas.openxmlformats.org/officeDocument/2006/relationships/slideLayout" Target="../slideLayouts/slideLayout15.xml"/><Relationship Id="rId110" Type="http://schemas.openxmlformats.org/officeDocument/2006/relationships/slideLayout" Target="../slideLayouts/slideLayout110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14" Type="http://schemas.openxmlformats.org/officeDocument/2006/relationships/slideLayout" Target="../slideLayouts/slideLayout114.xml"/><Relationship Id="rId18" Type="http://schemas.openxmlformats.org/officeDocument/2006/relationships/slideLayout" Target="../slideLayouts/slideLayout18.xml"/><Relationship Id="rId113" Type="http://schemas.openxmlformats.org/officeDocument/2006/relationships/slideLayout" Target="../slideLayouts/slideLayout113.xml"/><Relationship Id="rId112" Type="http://schemas.openxmlformats.org/officeDocument/2006/relationships/slideLayout" Target="../slideLayouts/slideLayout112.xml"/><Relationship Id="rId111" Type="http://schemas.openxmlformats.org/officeDocument/2006/relationships/slideLayout" Target="../slideLayouts/slideLayout111.xml"/><Relationship Id="rId84" Type="http://schemas.openxmlformats.org/officeDocument/2006/relationships/slideLayout" Target="../slideLayouts/slideLayout84.xml"/><Relationship Id="rId83" Type="http://schemas.openxmlformats.org/officeDocument/2006/relationships/slideLayout" Target="../slideLayouts/slideLayout83.xml"/><Relationship Id="rId86" Type="http://schemas.openxmlformats.org/officeDocument/2006/relationships/slideLayout" Target="../slideLayouts/slideLayout86.xml"/><Relationship Id="rId85" Type="http://schemas.openxmlformats.org/officeDocument/2006/relationships/slideLayout" Target="../slideLayouts/slideLayout85.xml"/><Relationship Id="rId88" Type="http://schemas.openxmlformats.org/officeDocument/2006/relationships/slideLayout" Target="../slideLayouts/slideLayout88.xml"/><Relationship Id="rId150" Type="http://schemas.openxmlformats.org/officeDocument/2006/relationships/slideLayout" Target="../slideLayouts/slideLayout150.xml"/><Relationship Id="rId87" Type="http://schemas.openxmlformats.org/officeDocument/2006/relationships/slideLayout" Target="../slideLayouts/slideLayout87.xml"/><Relationship Id="rId89" Type="http://schemas.openxmlformats.org/officeDocument/2006/relationships/slideLayout" Target="../slideLayouts/slideLayout89.xml"/><Relationship Id="rId80" Type="http://schemas.openxmlformats.org/officeDocument/2006/relationships/slideLayout" Target="../slideLayouts/slideLayout80.xml"/><Relationship Id="rId82" Type="http://schemas.openxmlformats.org/officeDocument/2006/relationships/slideLayout" Target="../slideLayouts/slideLayout82.xml"/><Relationship Id="rId81" Type="http://schemas.openxmlformats.org/officeDocument/2006/relationships/slideLayout" Target="../slideLayouts/slideLayout8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149" Type="http://schemas.openxmlformats.org/officeDocument/2006/relationships/slideLayout" Target="../slideLayouts/slideLayout149.xml"/><Relationship Id="rId4" Type="http://schemas.openxmlformats.org/officeDocument/2006/relationships/slideLayout" Target="../slideLayouts/slideLayout4.xml"/><Relationship Id="rId148" Type="http://schemas.openxmlformats.org/officeDocument/2006/relationships/slideLayout" Target="../slideLayouts/slideLayout148.xml"/><Relationship Id="rId9" Type="http://schemas.openxmlformats.org/officeDocument/2006/relationships/slideLayout" Target="../slideLayouts/slideLayout9.xml"/><Relationship Id="rId143" Type="http://schemas.openxmlformats.org/officeDocument/2006/relationships/slideLayout" Target="../slideLayouts/slideLayout143.xml"/><Relationship Id="rId142" Type="http://schemas.openxmlformats.org/officeDocument/2006/relationships/slideLayout" Target="../slideLayouts/slideLayout142.xml"/><Relationship Id="rId141" Type="http://schemas.openxmlformats.org/officeDocument/2006/relationships/slideLayout" Target="../slideLayouts/slideLayout141.xml"/><Relationship Id="rId140" Type="http://schemas.openxmlformats.org/officeDocument/2006/relationships/slideLayout" Target="../slideLayouts/slideLayout140.xml"/><Relationship Id="rId5" Type="http://schemas.openxmlformats.org/officeDocument/2006/relationships/slideLayout" Target="../slideLayouts/slideLayout5.xml"/><Relationship Id="rId147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6.xml"/><Relationship Id="rId146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7.xml"/><Relationship Id="rId145" Type="http://schemas.openxmlformats.org/officeDocument/2006/relationships/slideLayout" Target="../slideLayouts/slideLayout145.xml"/><Relationship Id="rId8" Type="http://schemas.openxmlformats.org/officeDocument/2006/relationships/slideLayout" Target="../slideLayouts/slideLayout8.xml"/><Relationship Id="rId144" Type="http://schemas.openxmlformats.org/officeDocument/2006/relationships/slideLayout" Target="../slideLayouts/slideLayout144.xml"/><Relationship Id="rId73" Type="http://schemas.openxmlformats.org/officeDocument/2006/relationships/slideLayout" Target="../slideLayouts/slideLayout73.xml"/><Relationship Id="rId72" Type="http://schemas.openxmlformats.org/officeDocument/2006/relationships/slideLayout" Target="../slideLayouts/slideLayout72.xml"/><Relationship Id="rId75" Type="http://schemas.openxmlformats.org/officeDocument/2006/relationships/slideLayout" Target="../slideLayouts/slideLayout75.xml"/><Relationship Id="rId74" Type="http://schemas.openxmlformats.org/officeDocument/2006/relationships/slideLayout" Target="../slideLayouts/slideLayout74.xml"/><Relationship Id="rId77" Type="http://schemas.openxmlformats.org/officeDocument/2006/relationships/slideLayout" Target="../slideLayouts/slideLayout77.xml"/><Relationship Id="rId76" Type="http://schemas.openxmlformats.org/officeDocument/2006/relationships/slideLayout" Target="../slideLayouts/slideLayout76.xml"/><Relationship Id="rId79" Type="http://schemas.openxmlformats.org/officeDocument/2006/relationships/slideLayout" Target="../slideLayouts/slideLayout79.xml"/><Relationship Id="rId78" Type="http://schemas.openxmlformats.org/officeDocument/2006/relationships/slideLayout" Target="../slideLayouts/slideLayout78.xml"/><Relationship Id="rId71" Type="http://schemas.openxmlformats.org/officeDocument/2006/relationships/slideLayout" Target="../slideLayouts/slideLayout71.xml"/><Relationship Id="rId70" Type="http://schemas.openxmlformats.org/officeDocument/2006/relationships/slideLayout" Target="../slideLayouts/slideLayout70.xml"/><Relationship Id="rId139" Type="http://schemas.openxmlformats.org/officeDocument/2006/relationships/slideLayout" Target="../slideLayouts/slideLayout139.xml"/><Relationship Id="rId138" Type="http://schemas.openxmlformats.org/officeDocument/2006/relationships/slideLayout" Target="../slideLayouts/slideLayout138.xml"/><Relationship Id="rId137" Type="http://schemas.openxmlformats.org/officeDocument/2006/relationships/slideLayout" Target="../slideLayouts/slideLayout137.xml"/><Relationship Id="rId132" Type="http://schemas.openxmlformats.org/officeDocument/2006/relationships/slideLayout" Target="../slideLayouts/slideLayout132.xml"/><Relationship Id="rId131" Type="http://schemas.openxmlformats.org/officeDocument/2006/relationships/slideLayout" Target="../slideLayouts/slideLayout131.xml"/><Relationship Id="rId130" Type="http://schemas.openxmlformats.org/officeDocument/2006/relationships/slideLayout" Target="../slideLayouts/slideLayout130.xml"/><Relationship Id="rId136" Type="http://schemas.openxmlformats.org/officeDocument/2006/relationships/slideLayout" Target="../slideLayouts/slideLayout136.xml"/><Relationship Id="rId135" Type="http://schemas.openxmlformats.org/officeDocument/2006/relationships/slideLayout" Target="../slideLayouts/slideLayout135.xml"/><Relationship Id="rId134" Type="http://schemas.openxmlformats.org/officeDocument/2006/relationships/slideLayout" Target="../slideLayouts/slideLayout134.xml"/><Relationship Id="rId133" Type="http://schemas.openxmlformats.org/officeDocument/2006/relationships/slideLayout" Target="../slideLayouts/slideLayout133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64" Type="http://schemas.openxmlformats.org/officeDocument/2006/relationships/slideLayout" Target="../slideLayouts/slideLayout64.xml"/><Relationship Id="rId63" Type="http://schemas.openxmlformats.org/officeDocument/2006/relationships/slideLayout" Target="../slideLayouts/slideLayout63.xml"/><Relationship Id="rId66" Type="http://schemas.openxmlformats.org/officeDocument/2006/relationships/slideLayout" Target="../slideLayouts/slideLayout66.xml"/><Relationship Id="rId65" Type="http://schemas.openxmlformats.org/officeDocument/2006/relationships/slideLayout" Target="../slideLayouts/slideLayout65.xml"/><Relationship Id="rId68" Type="http://schemas.openxmlformats.org/officeDocument/2006/relationships/slideLayout" Target="../slideLayouts/slideLayout68.xml"/><Relationship Id="rId67" Type="http://schemas.openxmlformats.org/officeDocument/2006/relationships/slideLayout" Target="../slideLayouts/slideLayout67.xml"/><Relationship Id="rId60" Type="http://schemas.openxmlformats.org/officeDocument/2006/relationships/slideLayout" Target="../slideLayouts/slideLayout60.xml"/><Relationship Id="rId69" Type="http://schemas.openxmlformats.org/officeDocument/2006/relationships/slideLayout" Target="../slideLayouts/slideLayout6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55" Type="http://schemas.openxmlformats.org/officeDocument/2006/relationships/slideLayout" Target="../slideLayouts/slideLayout55.xml"/><Relationship Id="rId54" Type="http://schemas.openxmlformats.org/officeDocument/2006/relationships/slideLayout" Target="../slideLayouts/slideLayout54.xml"/><Relationship Id="rId160" Type="http://schemas.openxmlformats.org/officeDocument/2006/relationships/theme" Target="../theme/theme1.xml"/><Relationship Id="rId57" Type="http://schemas.openxmlformats.org/officeDocument/2006/relationships/slideLayout" Target="../slideLayouts/slideLayout57.xml"/><Relationship Id="rId56" Type="http://schemas.openxmlformats.org/officeDocument/2006/relationships/slideLayout" Target="../slideLayouts/slideLayout56.xml"/><Relationship Id="rId159" Type="http://schemas.openxmlformats.org/officeDocument/2006/relationships/slideLayout" Target="../slideLayouts/slideLayout159.xml"/><Relationship Id="rId59" Type="http://schemas.openxmlformats.org/officeDocument/2006/relationships/slideLayout" Target="../slideLayouts/slideLayout59.xml"/><Relationship Id="rId154" Type="http://schemas.openxmlformats.org/officeDocument/2006/relationships/slideLayout" Target="../slideLayouts/slideLayout154.xml"/><Relationship Id="rId58" Type="http://schemas.openxmlformats.org/officeDocument/2006/relationships/slideLayout" Target="../slideLayouts/slideLayout58.xml"/><Relationship Id="rId153" Type="http://schemas.openxmlformats.org/officeDocument/2006/relationships/slideLayout" Target="../slideLayouts/slideLayout153.xml"/><Relationship Id="rId152" Type="http://schemas.openxmlformats.org/officeDocument/2006/relationships/slideLayout" Target="../slideLayouts/slideLayout152.xml"/><Relationship Id="rId151" Type="http://schemas.openxmlformats.org/officeDocument/2006/relationships/slideLayout" Target="../slideLayouts/slideLayout151.xml"/><Relationship Id="rId158" Type="http://schemas.openxmlformats.org/officeDocument/2006/relationships/slideLayout" Target="../slideLayouts/slideLayout158.xml"/><Relationship Id="rId157" Type="http://schemas.openxmlformats.org/officeDocument/2006/relationships/slideLayout" Target="../slideLayouts/slideLayout157.xml"/><Relationship Id="rId156" Type="http://schemas.openxmlformats.org/officeDocument/2006/relationships/slideLayout" Target="../slideLayouts/slideLayout156.xml"/><Relationship Id="rId155" Type="http://schemas.openxmlformats.org/officeDocument/2006/relationships/slideLayout" Target="../slideLayouts/slideLayout1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640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oboto"/>
              <a:buNone/>
              <a:defRPr b="1" i="0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125" y="1143000"/>
            <a:ext cx="8229600" cy="3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title"/>
          </p:nvPr>
        </p:nvSpPr>
        <p:spPr>
          <a:xfrm>
            <a:off x="457200" y="4572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  <p:sldLayoutId id="2147483712" r:id="rId65"/>
    <p:sldLayoutId id="2147483713" r:id="rId66"/>
    <p:sldLayoutId id="2147483714" r:id="rId67"/>
    <p:sldLayoutId id="2147483715" r:id="rId68"/>
    <p:sldLayoutId id="2147483716" r:id="rId69"/>
    <p:sldLayoutId id="2147483717" r:id="rId70"/>
    <p:sldLayoutId id="2147483718" r:id="rId71"/>
    <p:sldLayoutId id="2147483719" r:id="rId72"/>
    <p:sldLayoutId id="2147483720" r:id="rId73"/>
    <p:sldLayoutId id="2147483721" r:id="rId74"/>
    <p:sldLayoutId id="2147483722" r:id="rId75"/>
    <p:sldLayoutId id="2147483723" r:id="rId76"/>
    <p:sldLayoutId id="2147483724" r:id="rId77"/>
    <p:sldLayoutId id="2147483725" r:id="rId78"/>
    <p:sldLayoutId id="2147483726" r:id="rId79"/>
    <p:sldLayoutId id="2147483727" r:id="rId80"/>
    <p:sldLayoutId id="2147483728" r:id="rId81"/>
    <p:sldLayoutId id="2147483729" r:id="rId82"/>
    <p:sldLayoutId id="2147483730" r:id="rId83"/>
    <p:sldLayoutId id="2147483731" r:id="rId84"/>
    <p:sldLayoutId id="2147483732" r:id="rId85"/>
    <p:sldLayoutId id="2147483733" r:id="rId86"/>
    <p:sldLayoutId id="2147483734" r:id="rId87"/>
    <p:sldLayoutId id="2147483735" r:id="rId88"/>
    <p:sldLayoutId id="2147483736" r:id="rId89"/>
    <p:sldLayoutId id="2147483737" r:id="rId90"/>
    <p:sldLayoutId id="2147483738" r:id="rId91"/>
    <p:sldLayoutId id="2147483739" r:id="rId92"/>
    <p:sldLayoutId id="2147483740" r:id="rId93"/>
    <p:sldLayoutId id="2147483741" r:id="rId94"/>
    <p:sldLayoutId id="2147483742" r:id="rId95"/>
    <p:sldLayoutId id="2147483743" r:id="rId96"/>
    <p:sldLayoutId id="2147483744" r:id="rId97"/>
    <p:sldLayoutId id="2147483745" r:id="rId98"/>
    <p:sldLayoutId id="2147483746" r:id="rId99"/>
    <p:sldLayoutId id="2147483747" r:id="rId100"/>
    <p:sldLayoutId id="2147483748" r:id="rId101"/>
    <p:sldLayoutId id="2147483749" r:id="rId102"/>
    <p:sldLayoutId id="2147483750" r:id="rId103"/>
    <p:sldLayoutId id="2147483751" r:id="rId104"/>
    <p:sldLayoutId id="2147483752" r:id="rId105"/>
    <p:sldLayoutId id="2147483753" r:id="rId106"/>
    <p:sldLayoutId id="2147483754" r:id="rId107"/>
    <p:sldLayoutId id="2147483755" r:id="rId108"/>
    <p:sldLayoutId id="2147483756" r:id="rId109"/>
    <p:sldLayoutId id="2147483757" r:id="rId110"/>
    <p:sldLayoutId id="2147483758" r:id="rId111"/>
    <p:sldLayoutId id="2147483759" r:id="rId112"/>
    <p:sldLayoutId id="2147483760" r:id="rId113"/>
    <p:sldLayoutId id="2147483761" r:id="rId114"/>
    <p:sldLayoutId id="2147483762" r:id="rId115"/>
    <p:sldLayoutId id="2147483763" r:id="rId116"/>
    <p:sldLayoutId id="2147483764" r:id="rId117"/>
    <p:sldLayoutId id="2147483765" r:id="rId118"/>
    <p:sldLayoutId id="2147483766" r:id="rId119"/>
    <p:sldLayoutId id="2147483767" r:id="rId120"/>
    <p:sldLayoutId id="2147483768" r:id="rId121"/>
    <p:sldLayoutId id="2147483769" r:id="rId122"/>
    <p:sldLayoutId id="2147483770" r:id="rId123"/>
    <p:sldLayoutId id="2147483771" r:id="rId124"/>
    <p:sldLayoutId id="2147483772" r:id="rId125"/>
    <p:sldLayoutId id="2147483773" r:id="rId126"/>
    <p:sldLayoutId id="2147483774" r:id="rId127"/>
    <p:sldLayoutId id="2147483775" r:id="rId128"/>
    <p:sldLayoutId id="2147483776" r:id="rId129"/>
    <p:sldLayoutId id="2147483777" r:id="rId130"/>
    <p:sldLayoutId id="2147483778" r:id="rId131"/>
    <p:sldLayoutId id="2147483779" r:id="rId132"/>
    <p:sldLayoutId id="2147483780" r:id="rId133"/>
    <p:sldLayoutId id="2147483781" r:id="rId134"/>
    <p:sldLayoutId id="2147483782" r:id="rId135"/>
    <p:sldLayoutId id="2147483783" r:id="rId136"/>
    <p:sldLayoutId id="2147483784" r:id="rId137"/>
    <p:sldLayoutId id="2147483785" r:id="rId138"/>
    <p:sldLayoutId id="2147483786" r:id="rId139"/>
    <p:sldLayoutId id="2147483787" r:id="rId140"/>
    <p:sldLayoutId id="2147483788" r:id="rId141"/>
    <p:sldLayoutId id="2147483789" r:id="rId142"/>
    <p:sldLayoutId id="2147483790" r:id="rId143"/>
    <p:sldLayoutId id="2147483791" r:id="rId144"/>
    <p:sldLayoutId id="2147483792" r:id="rId145"/>
    <p:sldLayoutId id="2147483793" r:id="rId146"/>
    <p:sldLayoutId id="2147483794" r:id="rId147"/>
    <p:sldLayoutId id="2147483795" r:id="rId148"/>
    <p:sldLayoutId id="2147483796" r:id="rId149"/>
    <p:sldLayoutId id="2147483797" r:id="rId150"/>
    <p:sldLayoutId id="2147483798" r:id="rId151"/>
    <p:sldLayoutId id="2147483799" r:id="rId152"/>
    <p:sldLayoutId id="2147483800" r:id="rId153"/>
    <p:sldLayoutId id="2147483801" r:id="rId154"/>
    <p:sldLayoutId id="2147483802" r:id="rId155"/>
    <p:sldLayoutId id="2147483803" r:id="rId156"/>
    <p:sldLayoutId id="2147483804" r:id="rId157"/>
    <p:sldLayoutId id="2147483805" r:id="rId158"/>
    <p:sldLayoutId id="2147483806" r:id="rId15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pos="5472">
          <p15:clr>
            <a:srgbClr val="E46962"/>
          </p15:clr>
        </p15:guide>
        <p15:guide id="4" orient="horz" pos="2878">
          <p15:clr>
            <a:srgbClr val="E46962"/>
          </p15:clr>
        </p15:guide>
        <p15:guide id="5" orient="horz" pos="864">
          <p15:clr>
            <a:srgbClr val="E46962"/>
          </p15:clr>
        </p15:guide>
        <p15:guide id="6" pos="576">
          <p15:clr>
            <a:srgbClr val="E46962"/>
          </p15:clr>
        </p15:guide>
        <p15:guide id="7" pos="864">
          <p15:clr>
            <a:srgbClr val="E46962"/>
          </p15:clr>
        </p15:guide>
        <p15:guide id="8" pos="1152">
          <p15:clr>
            <a:srgbClr val="E46962"/>
          </p15:clr>
        </p15:guide>
        <p15:guide id="9" pos="1440">
          <p15:clr>
            <a:srgbClr val="E46962"/>
          </p15:clr>
        </p15:guide>
        <p15:guide id="10" pos="1728">
          <p15:clr>
            <a:srgbClr val="E46962"/>
          </p15:clr>
        </p15:guide>
        <p15:guide id="11" pos="2016">
          <p15:clr>
            <a:srgbClr val="E46962"/>
          </p15:clr>
        </p15:guide>
        <p15:guide id="12" pos="2304">
          <p15:clr>
            <a:srgbClr val="E46962"/>
          </p15:clr>
        </p15:guide>
        <p15:guide id="13" pos="2592">
          <p15:clr>
            <a:srgbClr val="E46962"/>
          </p15:clr>
        </p15:guide>
        <p15:guide id="14" pos="2880">
          <p15:clr>
            <a:srgbClr val="E46962"/>
          </p15:clr>
        </p15:guide>
        <p15:guide id="15" pos="3168">
          <p15:clr>
            <a:srgbClr val="E46962"/>
          </p15:clr>
        </p15:guide>
        <p15:guide id="16" pos="3456">
          <p15:clr>
            <a:srgbClr val="E46962"/>
          </p15:clr>
        </p15:guide>
        <p15:guide id="17" pos="3744">
          <p15:clr>
            <a:srgbClr val="E46962"/>
          </p15:clr>
        </p15:guide>
        <p15:guide id="18" pos="4032">
          <p15:clr>
            <a:srgbClr val="E46962"/>
          </p15:clr>
        </p15:guide>
        <p15:guide id="19" pos="4320">
          <p15:clr>
            <a:srgbClr val="E46962"/>
          </p15:clr>
        </p15:guide>
        <p15:guide id="20" pos="4608">
          <p15:clr>
            <a:srgbClr val="E46962"/>
          </p15:clr>
        </p15:guide>
        <p15:guide id="21" pos="4896">
          <p15:clr>
            <a:srgbClr val="E46962"/>
          </p15:clr>
        </p15:guide>
        <p15:guide id="22" pos="5184">
          <p15:clr>
            <a:srgbClr val="E46962"/>
          </p15:clr>
        </p15:guide>
        <p15:guide id="23" orient="horz" pos="584">
          <p15:clr>
            <a:srgbClr val="E46962"/>
          </p15:clr>
        </p15:guide>
        <p15:guide id="24" orient="horz" pos="1152">
          <p15:clr>
            <a:srgbClr val="E46962"/>
          </p15:clr>
        </p15:guide>
        <p15:guide id="25" orient="horz" pos="1440">
          <p15:clr>
            <a:srgbClr val="E46962"/>
          </p15:clr>
        </p15:guide>
        <p15:guide id="26" orient="horz" pos="1731">
          <p15:clr>
            <a:srgbClr val="E46962"/>
          </p15:clr>
        </p15:guide>
        <p15:guide id="27" orient="horz" pos="2018">
          <p15:clr>
            <a:srgbClr val="E46962"/>
          </p15:clr>
        </p15:guide>
        <p15:guide id="28" orient="horz" pos="2305">
          <p15:clr>
            <a:srgbClr val="E46962"/>
          </p15:clr>
        </p15:guide>
        <p15:guide id="29" orient="horz" pos="259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3.png"/><Relationship Id="rId4" Type="http://schemas.openxmlformats.org/officeDocument/2006/relationships/image" Target="../media/image105.png"/><Relationship Id="rId5" Type="http://schemas.openxmlformats.org/officeDocument/2006/relationships/image" Target="../media/image10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6.png"/><Relationship Id="rId4" Type="http://schemas.openxmlformats.org/officeDocument/2006/relationships/image" Target="../media/image51.png"/><Relationship Id="rId5" Type="http://schemas.openxmlformats.org/officeDocument/2006/relationships/image" Target="../media/image45.png"/><Relationship Id="rId6" Type="http://schemas.openxmlformats.org/officeDocument/2006/relationships/image" Target="../media/image42.png"/><Relationship Id="rId7" Type="http://schemas.openxmlformats.org/officeDocument/2006/relationships/image" Target="../media/image49.png"/><Relationship Id="rId8" Type="http://schemas.openxmlformats.org/officeDocument/2006/relationships/image" Target="../media/image5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8.png"/></Relationships>
</file>

<file path=ppt/slides/_rels/slide17.xml.rels><?xml version="1.0" encoding="UTF-8" standalone="yes"?><Relationships xmlns="http://schemas.openxmlformats.org/package/2006/relationships"><Relationship Id="rId10" Type="http://schemas.openxmlformats.org/officeDocument/2006/relationships/image" Target="../media/image67.png"/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1.png"/><Relationship Id="rId4" Type="http://schemas.openxmlformats.org/officeDocument/2006/relationships/image" Target="../media/image58.png"/><Relationship Id="rId9" Type="http://schemas.openxmlformats.org/officeDocument/2006/relationships/image" Target="../media/image73.png"/><Relationship Id="rId5" Type="http://schemas.openxmlformats.org/officeDocument/2006/relationships/image" Target="../media/image61.png"/><Relationship Id="rId6" Type="http://schemas.openxmlformats.org/officeDocument/2006/relationships/image" Target="../media/image59.png"/><Relationship Id="rId7" Type="http://schemas.openxmlformats.org/officeDocument/2006/relationships/image" Target="../media/image65.png"/><Relationship Id="rId8" Type="http://schemas.openxmlformats.org/officeDocument/2006/relationships/image" Target="../media/image3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0.png"/><Relationship Id="rId4" Type="http://schemas.openxmlformats.org/officeDocument/2006/relationships/image" Target="../media/image6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0.png"/><Relationship Id="rId4" Type="http://schemas.openxmlformats.org/officeDocument/2006/relationships/image" Target="../media/image6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70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7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2.png"/><Relationship Id="rId4" Type="http://schemas.openxmlformats.org/officeDocument/2006/relationships/image" Target="../media/image66.png"/><Relationship Id="rId5" Type="http://schemas.openxmlformats.org/officeDocument/2006/relationships/image" Target="../media/image79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0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76.png"/></Relationships>
</file>

<file path=ppt/slides/_rels/slide51.xml.rels><?xml version="1.0" encoding="UTF-8" standalone="yes"?><Relationships xmlns="http://schemas.openxmlformats.org/package/2006/relationships"><Relationship Id="rId10" Type="http://schemas.openxmlformats.org/officeDocument/2006/relationships/image" Target="../media/image66.png"/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61.png"/><Relationship Id="rId4" Type="http://schemas.openxmlformats.org/officeDocument/2006/relationships/image" Target="../media/image59.png"/><Relationship Id="rId9" Type="http://schemas.openxmlformats.org/officeDocument/2006/relationships/image" Target="../media/image87.png"/><Relationship Id="rId5" Type="http://schemas.openxmlformats.org/officeDocument/2006/relationships/image" Target="../media/image86.png"/><Relationship Id="rId6" Type="http://schemas.openxmlformats.org/officeDocument/2006/relationships/image" Target="../media/image80.png"/><Relationship Id="rId7" Type="http://schemas.openxmlformats.org/officeDocument/2006/relationships/image" Target="../media/image85.png"/><Relationship Id="rId8" Type="http://schemas.openxmlformats.org/officeDocument/2006/relationships/image" Target="../media/image51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95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49.png"/><Relationship Id="rId5" Type="http://schemas.openxmlformats.org/officeDocument/2006/relationships/image" Target="../media/image66.png"/><Relationship Id="rId6" Type="http://schemas.openxmlformats.org/officeDocument/2006/relationships/image" Target="../media/image56.png"/><Relationship Id="rId7" Type="http://schemas.openxmlformats.org/officeDocument/2006/relationships/image" Target="../media/image88.png"/><Relationship Id="rId8" Type="http://schemas.openxmlformats.org/officeDocument/2006/relationships/image" Target="../media/image95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90.png"/><Relationship Id="rId4" Type="http://schemas.openxmlformats.org/officeDocument/2006/relationships/image" Target="../media/image66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9.png"/><Relationship Id="rId4" Type="http://schemas.openxmlformats.org/officeDocument/2006/relationships/image" Target="../media/image66.png"/><Relationship Id="rId5" Type="http://schemas.openxmlformats.org/officeDocument/2006/relationships/image" Target="../media/image51.png"/><Relationship Id="rId6" Type="http://schemas.openxmlformats.org/officeDocument/2006/relationships/image" Target="../media/image45.png"/><Relationship Id="rId7" Type="http://schemas.openxmlformats.org/officeDocument/2006/relationships/image" Target="../media/image95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91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89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8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97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0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9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04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9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99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8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01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20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70.png"/><Relationship Id="rId4" Type="http://schemas.openxmlformats.org/officeDocument/2006/relationships/image" Target="../media/image96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0.png"/><Relationship Id="rId4" Type="http://schemas.openxmlformats.org/officeDocument/2006/relationships/image" Target="../media/image100.png"/><Relationship Id="rId5" Type="http://schemas.openxmlformats.org/officeDocument/2006/relationships/image" Target="../media/image96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20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8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161"/>
          <p:cNvSpPr txBox="1"/>
          <p:nvPr>
            <p:ph type="title"/>
          </p:nvPr>
        </p:nvSpPr>
        <p:spPr>
          <a:xfrm>
            <a:off x="4489575" y="1828800"/>
            <a:ext cx="4671300" cy="12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 with Sessions and Cookies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161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</a:t>
            </a:r>
            <a:endParaRPr/>
          </a:p>
        </p:txBody>
      </p:sp>
      <p:sp>
        <p:nvSpPr>
          <p:cNvPr id="1132" name="Google Shape;1132;p161"/>
          <p:cNvSpPr txBox="1"/>
          <p:nvPr>
            <p:ph idx="2" type="subTitle"/>
          </p:nvPr>
        </p:nvSpPr>
        <p:spPr>
          <a:xfrm>
            <a:off x="4570700" y="3765400"/>
            <a:ext cx="4557900" cy="24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13.1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162"/>
          <p:cNvSpPr txBox="1"/>
          <p:nvPr>
            <p:ph idx="4294967295"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Objectives</a:t>
            </a:r>
            <a:endParaRPr/>
          </a:p>
        </p:txBody>
      </p:sp>
      <p:sp>
        <p:nvSpPr>
          <p:cNvPr id="1138" name="Google Shape;1138;p162"/>
          <p:cNvSpPr txBox="1"/>
          <p:nvPr>
            <p:ph idx="4294967295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/>
              <a:t>By the end of today’s class, you will be able to: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39" name="Google Shape;1139;p162"/>
          <p:cNvGrpSpPr/>
          <p:nvPr/>
        </p:nvGrpSpPr>
        <p:grpSpPr>
          <a:xfrm>
            <a:off x="162900" y="173561"/>
            <a:ext cx="588600" cy="567300"/>
            <a:chOff x="914400" y="200161"/>
            <a:chExt cx="588600" cy="567300"/>
          </a:xfrm>
        </p:grpSpPr>
        <p:sp>
          <p:nvSpPr>
            <p:cNvPr id="1140" name="Google Shape;1140;p162"/>
            <p:cNvSpPr/>
            <p:nvPr/>
          </p:nvSpPr>
          <p:spPr>
            <a:xfrm>
              <a:off x="914400" y="200161"/>
              <a:ext cx="588600" cy="5673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141" name="Google Shape;1141;p16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60251" y="235363"/>
              <a:ext cx="496875" cy="49687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142" name="Google Shape;1142;p162"/>
          <p:cNvCxnSpPr/>
          <p:nvPr/>
        </p:nvCxnSpPr>
        <p:spPr>
          <a:xfrm>
            <a:off x="9750" y="968825"/>
            <a:ext cx="72918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1143" name="Google Shape;1143;p162"/>
          <p:cNvGrpSpPr/>
          <p:nvPr/>
        </p:nvGrpSpPr>
        <p:grpSpPr>
          <a:xfrm>
            <a:off x="322375" y="1946975"/>
            <a:ext cx="8133300" cy="610675"/>
            <a:chOff x="314850" y="1736201"/>
            <a:chExt cx="8133300" cy="610675"/>
          </a:xfrm>
        </p:grpSpPr>
        <p:sp>
          <p:nvSpPr>
            <p:cNvPr id="1144" name="Google Shape;1144;p162"/>
            <p:cNvSpPr/>
            <p:nvPr/>
          </p:nvSpPr>
          <p:spPr>
            <a:xfrm>
              <a:off x="391050" y="1779576"/>
              <a:ext cx="8057100" cy="567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45" name="Google Shape;1145;p162"/>
            <p:cNvSpPr/>
            <p:nvPr/>
          </p:nvSpPr>
          <p:spPr>
            <a:xfrm>
              <a:off x="314850" y="1770875"/>
              <a:ext cx="457200" cy="436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46" name="Google Shape;1146;p162"/>
            <p:cNvSpPr txBox="1"/>
            <p:nvPr/>
          </p:nvSpPr>
          <p:spPr>
            <a:xfrm>
              <a:off x="817950" y="1736201"/>
              <a:ext cx="6714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Use the </a:t>
              </a:r>
              <a:r>
                <a:rPr b="1" lang="en" sz="1500">
                  <a:solidFill>
                    <a:schemeClr val="dk2"/>
                  </a:solidFill>
                  <a:latin typeface="Inconsolata"/>
                  <a:ea typeface="Inconsolata"/>
                  <a:cs typeface="Inconsolata"/>
                  <a:sym typeface="Inconsolata"/>
                </a:rPr>
                <a:t>curl </a:t>
              </a:r>
              <a:r>
                <a:rPr lang="en" sz="15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command-line tool to make GET and POST requests and examine the responses.</a:t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47" name="Google Shape;1147;p162"/>
          <p:cNvGrpSpPr/>
          <p:nvPr/>
        </p:nvGrpSpPr>
        <p:grpSpPr>
          <a:xfrm>
            <a:off x="322375" y="1448271"/>
            <a:ext cx="8133300" cy="448425"/>
            <a:chOff x="314850" y="1770875"/>
            <a:chExt cx="8133300" cy="448425"/>
          </a:xfrm>
        </p:grpSpPr>
        <p:sp>
          <p:nvSpPr>
            <p:cNvPr id="1148" name="Google Shape;1148;p162"/>
            <p:cNvSpPr/>
            <p:nvPr/>
          </p:nvSpPr>
          <p:spPr>
            <a:xfrm>
              <a:off x="391050" y="1779575"/>
              <a:ext cx="8057100" cy="4191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49" name="Google Shape;1149;p162"/>
            <p:cNvSpPr/>
            <p:nvPr/>
          </p:nvSpPr>
          <p:spPr>
            <a:xfrm>
              <a:off x="314850" y="1770875"/>
              <a:ext cx="457200" cy="436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50" name="Google Shape;1150;p162"/>
            <p:cNvSpPr txBox="1"/>
            <p:nvPr/>
          </p:nvSpPr>
          <p:spPr>
            <a:xfrm>
              <a:off x="817950" y="1800200"/>
              <a:ext cx="76302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Understand HTTP requests and responses.</a:t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51" name="Google Shape;1151;p162"/>
          <p:cNvGrpSpPr/>
          <p:nvPr/>
        </p:nvGrpSpPr>
        <p:grpSpPr>
          <a:xfrm>
            <a:off x="322375" y="3200871"/>
            <a:ext cx="8133300" cy="448425"/>
            <a:chOff x="314850" y="1770875"/>
            <a:chExt cx="8133300" cy="448425"/>
          </a:xfrm>
        </p:grpSpPr>
        <p:sp>
          <p:nvSpPr>
            <p:cNvPr id="1152" name="Google Shape;1152;p162"/>
            <p:cNvSpPr/>
            <p:nvPr/>
          </p:nvSpPr>
          <p:spPr>
            <a:xfrm>
              <a:off x="391050" y="1779575"/>
              <a:ext cx="8057100" cy="4191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53" name="Google Shape;1153;p162"/>
            <p:cNvSpPr/>
            <p:nvPr/>
          </p:nvSpPr>
          <p:spPr>
            <a:xfrm>
              <a:off x="314850" y="1770875"/>
              <a:ext cx="457200" cy="436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54" name="Google Shape;1154;p162"/>
            <p:cNvSpPr txBox="1"/>
            <p:nvPr/>
          </p:nvSpPr>
          <p:spPr>
            <a:xfrm>
              <a:off x="817950" y="1800200"/>
              <a:ext cx="76302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Manage cookies using the Chrome extension Cookie-Editor.</a:t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55" name="Google Shape;1155;p162"/>
          <p:cNvGrpSpPr/>
          <p:nvPr/>
        </p:nvGrpSpPr>
        <p:grpSpPr>
          <a:xfrm>
            <a:off x="322375" y="2667471"/>
            <a:ext cx="8133300" cy="448425"/>
            <a:chOff x="314850" y="1770875"/>
            <a:chExt cx="8133300" cy="448425"/>
          </a:xfrm>
        </p:grpSpPr>
        <p:sp>
          <p:nvSpPr>
            <p:cNvPr id="1156" name="Google Shape;1156;p162"/>
            <p:cNvSpPr/>
            <p:nvPr/>
          </p:nvSpPr>
          <p:spPr>
            <a:xfrm>
              <a:off x="391050" y="1779575"/>
              <a:ext cx="8057100" cy="4191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57" name="Google Shape;1157;p162"/>
            <p:cNvSpPr/>
            <p:nvPr/>
          </p:nvSpPr>
          <p:spPr>
            <a:xfrm>
              <a:off x="314850" y="1770875"/>
              <a:ext cx="457200" cy="436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58" name="Google Shape;1158;p162"/>
            <p:cNvSpPr txBox="1"/>
            <p:nvPr/>
          </p:nvSpPr>
          <p:spPr>
            <a:xfrm>
              <a:off x="817950" y="1800200"/>
              <a:ext cx="76302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Explain different cookie types (permanent and third-party).</a:t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59" name="Google Shape;1159;p162"/>
          <p:cNvGrpSpPr/>
          <p:nvPr/>
        </p:nvGrpSpPr>
        <p:grpSpPr>
          <a:xfrm>
            <a:off x="322375" y="3734271"/>
            <a:ext cx="8133300" cy="448429"/>
            <a:chOff x="314850" y="1770875"/>
            <a:chExt cx="8133300" cy="448429"/>
          </a:xfrm>
        </p:grpSpPr>
        <p:sp>
          <p:nvSpPr>
            <p:cNvPr id="1160" name="Google Shape;1160;p162"/>
            <p:cNvSpPr/>
            <p:nvPr/>
          </p:nvSpPr>
          <p:spPr>
            <a:xfrm>
              <a:off x="391050" y="1779575"/>
              <a:ext cx="8057100" cy="4191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61" name="Google Shape;1161;p162"/>
            <p:cNvSpPr/>
            <p:nvPr/>
          </p:nvSpPr>
          <p:spPr>
            <a:xfrm>
              <a:off x="314850" y="1770875"/>
              <a:ext cx="457200" cy="436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62" name="Google Shape;1162;p162"/>
            <p:cNvSpPr txBox="1"/>
            <p:nvPr/>
          </p:nvSpPr>
          <p:spPr>
            <a:xfrm>
              <a:off x="817950" y="1800204"/>
              <a:ext cx="74040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Use Chrome's Developer Tools to audit HTTP request and response headers.</a:t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164"/>
          <p:cNvSpPr txBox="1"/>
          <p:nvPr/>
        </p:nvSpPr>
        <p:spPr>
          <a:xfrm>
            <a:off x="389775" y="700100"/>
            <a:ext cx="3649200" cy="21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 previous units, we learned </a:t>
            </a:r>
            <a:endParaRPr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about system administration and networking concepts.</a:t>
            </a:r>
            <a:endParaRPr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This week, we’ll build on those concepts as we explore how web-based communication </a:t>
            </a:r>
            <a:endParaRPr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works in the client–server model. </a:t>
            </a:r>
            <a:endParaRPr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2" name="Google Shape;1172;p164"/>
          <p:cNvSpPr txBox="1"/>
          <p:nvPr/>
        </p:nvSpPr>
        <p:spPr>
          <a:xfrm>
            <a:off x="360093" y="127400"/>
            <a:ext cx="8122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2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Web: A Security Perspective</a:t>
            </a:r>
            <a:endParaRPr b="1" i="0" sz="2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3" name="Google Shape;1173;p164"/>
          <p:cNvSpPr/>
          <p:nvPr/>
        </p:nvSpPr>
        <p:spPr>
          <a:xfrm flipH="1">
            <a:off x="457275" y="3434175"/>
            <a:ext cx="3581700" cy="1358100"/>
          </a:xfrm>
          <a:prstGeom prst="round2DiagRect">
            <a:avLst>
              <a:gd fmla="val 10741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We’ll examine how we communicate over the web </a:t>
            </a:r>
            <a:r>
              <a:rPr b="1"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(networking)</a:t>
            </a:r>
            <a:r>
              <a:rPr b="1"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and </a:t>
            </a:r>
            <a:br>
              <a:rPr b="0"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how websites and web applications are created and deployed </a:t>
            </a:r>
            <a:br>
              <a:rPr b="0"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(system administration)</a:t>
            </a:r>
            <a:r>
              <a:rPr b="0"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74" name="Google Shape;1174;p164"/>
          <p:cNvPicPr preferRelativeResize="0"/>
          <p:nvPr/>
        </p:nvPicPr>
        <p:blipFill rotWithShape="1">
          <a:blip r:embed="rId3">
            <a:alphaModFix/>
          </a:blip>
          <a:srcRect b="1077" l="29760" r="0" t="13445"/>
          <a:stretch/>
        </p:blipFill>
        <p:spPr>
          <a:xfrm>
            <a:off x="3472000" y="0"/>
            <a:ext cx="5672000" cy="517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165"/>
          <p:cNvSpPr txBox="1"/>
          <p:nvPr>
            <p:ph idx="1" type="body"/>
          </p:nvPr>
        </p:nvSpPr>
        <p:spPr>
          <a:xfrm>
            <a:off x="395875" y="1373525"/>
            <a:ext cx="4073100" cy="3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This</a:t>
            </a: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 week</a:t>
            </a: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, we’ll cover the following: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What happens behind the scenes when we visit a webpage.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How websites “remember” us through cookies and sessions.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 architecture of web applications.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Deploying and managing data</a:t>
            </a:r>
            <a:br>
              <a:rPr lang="en" sz="1800"/>
            </a:br>
            <a:r>
              <a:rPr lang="en" sz="1800"/>
              <a:t>in a web application.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 sz="1500"/>
          </a:p>
        </p:txBody>
      </p:sp>
      <p:sp>
        <p:nvSpPr>
          <p:cNvPr id="1180" name="Google Shape;1180;p165"/>
          <p:cNvSpPr txBox="1"/>
          <p:nvPr>
            <p:ph type="title"/>
          </p:nvPr>
        </p:nvSpPr>
        <p:spPr>
          <a:xfrm>
            <a:off x="74113" y="51200"/>
            <a:ext cx="5913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Web Development Overview</a:t>
            </a:r>
            <a:endParaRPr/>
          </a:p>
        </p:txBody>
      </p:sp>
      <p:sp>
        <p:nvSpPr>
          <p:cNvPr id="1181" name="Google Shape;1181;p165"/>
          <p:cNvSpPr txBox="1"/>
          <p:nvPr>
            <p:ph idx="3" type="title"/>
          </p:nvPr>
        </p:nvSpPr>
        <p:spPr>
          <a:xfrm>
            <a:off x="70200" y="457200"/>
            <a:ext cx="88299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Throughout this week, we will consider how web applications work from the perspectives of the user and the web developer/architect.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82" name="Google Shape;1182;p165"/>
          <p:cNvPicPr preferRelativeResize="0"/>
          <p:nvPr/>
        </p:nvPicPr>
        <p:blipFill rotWithShape="1">
          <a:blip r:embed="rId3">
            <a:alphaModFix/>
          </a:blip>
          <a:srcRect b="0" l="-6391" r="-8155" t="-3702"/>
          <a:stretch/>
        </p:blipFill>
        <p:spPr>
          <a:xfrm>
            <a:off x="3736050" y="1389000"/>
            <a:ext cx="5555100" cy="3355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166"/>
          <p:cNvSpPr txBox="1"/>
          <p:nvPr/>
        </p:nvSpPr>
        <p:spPr>
          <a:xfrm>
            <a:off x="405500" y="51200"/>
            <a:ext cx="7827000" cy="9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Overview of Today’s Topics</a:t>
            </a:r>
            <a:endParaRPr b="1" i="1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Today’s topics will focus on what happens when we do everyday online activities, such as visit a website or log into an e-commerce site. Specifically, we w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ill look at: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8" name="Google Shape;1188;p166"/>
          <p:cNvSpPr/>
          <p:nvPr/>
        </p:nvSpPr>
        <p:spPr>
          <a:xfrm>
            <a:off x="800925" y="2312067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9" name="Google Shape;1189;p166"/>
          <p:cNvSpPr/>
          <p:nvPr/>
        </p:nvSpPr>
        <p:spPr>
          <a:xfrm>
            <a:off x="800925" y="2954492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0" name="Google Shape;1190;p166"/>
          <p:cNvSpPr/>
          <p:nvPr/>
        </p:nvSpPr>
        <p:spPr>
          <a:xfrm>
            <a:off x="800925" y="1670279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p166"/>
          <p:cNvSpPr/>
          <p:nvPr/>
        </p:nvSpPr>
        <p:spPr>
          <a:xfrm>
            <a:off x="650450" y="164087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166"/>
          <p:cNvSpPr/>
          <p:nvPr/>
        </p:nvSpPr>
        <p:spPr>
          <a:xfrm>
            <a:off x="650450" y="22826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3" name="Google Shape;1193;p166"/>
          <p:cNvSpPr/>
          <p:nvPr/>
        </p:nvSpPr>
        <p:spPr>
          <a:xfrm>
            <a:off x="650450" y="292509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4" name="Google Shape;1194;p166"/>
          <p:cNvSpPr txBox="1"/>
          <p:nvPr/>
        </p:nvSpPr>
        <p:spPr>
          <a:xfrm>
            <a:off x="1184783" y="2312067"/>
            <a:ext cx="661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Using our browser to dive deeper into the data being sent back and forth.</a:t>
            </a:r>
            <a:endParaRPr i="0" sz="1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5" name="Google Shape;1195;p166"/>
          <p:cNvSpPr txBox="1"/>
          <p:nvPr/>
        </p:nvSpPr>
        <p:spPr>
          <a:xfrm>
            <a:off x="1184783" y="1670279"/>
            <a:ext cx="733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How our browsers send and receive data from a web server.</a:t>
            </a:r>
            <a:endParaRPr i="0" sz="1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6" name="Google Shape;1196;p166"/>
          <p:cNvSpPr txBox="1"/>
          <p:nvPr/>
        </p:nvSpPr>
        <p:spPr>
          <a:xfrm>
            <a:off x="1184776" y="2954500"/>
            <a:ext cx="688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Using the command line to craft, manipulate, and examine data over the web.</a:t>
            </a:r>
            <a:endParaRPr i="0" sz="1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7" name="Google Shape;1197;p166"/>
          <p:cNvSpPr/>
          <p:nvPr/>
        </p:nvSpPr>
        <p:spPr>
          <a:xfrm>
            <a:off x="800925" y="3596917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p166"/>
          <p:cNvSpPr/>
          <p:nvPr/>
        </p:nvSpPr>
        <p:spPr>
          <a:xfrm>
            <a:off x="650450" y="356751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p166"/>
          <p:cNvSpPr txBox="1"/>
          <p:nvPr/>
        </p:nvSpPr>
        <p:spPr>
          <a:xfrm>
            <a:off x="1184766" y="3596925"/>
            <a:ext cx="704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How web applications “remember” who we are.</a:t>
            </a:r>
            <a:endParaRPr i="0" sz="1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167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to the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Modern Web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05" name="Google Shape;1205;p1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0399" y="1484250"/>
            <a:ext cx="1063200" cy="11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168"/>
          <p:cNvSpPr txBox="1"/>
          <p:nvPr/>
        </p:nvSpPr>
        <p:spPr>
          <a:xfrm>
            <a:off x="405500" y="51200"/>
            <a:ext cx="7701000" cy="9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Introduction to the Modern Web</a:t>
            </a:r>
            <a:endParaRPr b="1" i="1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It’s increasingly important for security professionals to understand the web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for the following reasons: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1" name="Google Shape;1211;p168"/>
          <p:cNvSpPr/>
          <p:nvPr/>
        </p:nvSpPr>
        <p:spPr>
          <a:xfrm flipH="1">
            <a:off x="449376" y="1356595"/>
            <a:ext cx="2516700" cy="2293800"/>
          </a:xfrm>
          <a:prstGeom prst="round2DiagRect">
            <a:avLst>
              <a:gd fmla="val 9410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Organizations are incorporating more web-based applications and services, such as Salesforce, into their operations.</a:t>
            </a:r>
            <a:endParaRPr b="0"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2" name="Google Shape;1212;p168"/>
          <p:cNvSpPr/>
          <p:nvPr/>
        </p:nvSpPr>
        <p:spPr>
          <a:xfrm flipH="1">
            <a:off x="3287575" y="1332800"/>
            <a:ext cx="2610300" cy="2293800"/>
          </a:xfrm>
          <a:prstGeom prst="round2DiagRect">
            <a:avLst>
              <a:gd fmla="val 10669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Companies are moving their on-premises infrastructure and services to the cloud—e.g., using cloud-based backup services for servers.</a:t>
            </a:r>
            <a:endParaRPr b="0"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3" name="Google Shape;1213;p168"/>
          <p:cNvSpPr/>
          <p:nvPr/>
        </p:nvSpPr>
        <p:spPr>
          <a:xfrm flipH="1">
            <a:off x="6312975" y="1333446"/>
            <a:ext cx="2516700" cy="2293800"/>
          </a:xfrm>
          <a:prstGeom prst="round2DiagRect">
            <a:avLst>
              <a:gd fmla="val 11573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Most people access the web on a daily basis, whether for shopping or streaming videos.</a:t>
            </a:r>
            <a:endParaRPr b="0"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14" name="Google Shape;1214;p1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4350" y="3358838"/>
            <a:ext cx="1725725" cy="120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5" name="Google Shape;1215;p1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84975" y="3180650"/>
            <a:ext cx="2909102" cy="1715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6" name="Google Shape;1216;p16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38538" y="3381887"/>
            <a:ext cx="2189527" cy="1161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169"/>
          <p:cNvSpPr txBox="1"/>
          <p:nvPr/>
        </p:nvSpPr>
        <p:spPr>
          <a:xfrm>
            <a:off x="389775" y="476550"/>
            <a:ext cx="8472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Some of the major security roles that focus on web technologies are:</a:t>
            </a:r>
            <a:endParaRPr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2" name="Google Shape;1222;p169"/>
          <p:cNvSpPr txBox="1"/>
          <p:nvPr/>
        </p:nvSpPr>
        <p:spPr>
          <a:xfrm>
            <a:off x="360093" y="51200"/>
            <a:ext cx="8122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Introduction to the Modern Web</a:t>
            </a:r>
            <a:endParaRPr b="1" i="0" sz="2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23" name="Google Shape;1223;p1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7225" y="1292638"/>
            <a:ext cx="5918828" cy="3196398"/>
          </a:xfrm>
          <a:prstGeom prst="rect">
            <a:avLst/>
          </a:prstGeom>
          <a:noFill/>
          <a:ln>
            <a:noFill/>
          </a:ln>
        </p:spPr>
      </p:pic>
      <p:sp>
        <p:nvSpPr>
          <p:cNvPr id="1224" name="Google Shape;1224;p169"/>
          <p:cNvSpPr txBox="1"/>
          <p:nvPr>
            <p:ph idx="1" type="body"/>
          </p:nvPr>
        </p:nvSpPr>
        <p:spPr>
          <a:xfrm>
            <a:off x="6399150" y="1045575"/>
            <a:ext cx="2746500" cy="11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ts val="1400"/>
              <a:buNone/>
            </a:pPr>
            <a:r>
              <a:rPr lang="en" sz="1400">
                <a:solidFill>
                  <a:srgbClr val="FECF48"/>
                </a:solidFill>
                <a:latin typeface="Roboto Medium"/>
                <a:ea typeface="Roboto Medium"/>
                <a:cs typeface="Roboto Medium"/>
                <a:sym typeface="Roboto Medium"/>
              </a:rPr>
              <a:t>Penetration testers </a:t>
            </a:r>
            <a:r>
              <a:rPr lang="en" sz="1400">
                <a:solidFill>
                  <a:schemeClr val="lt1"/>
                </a:solidFill>
              </a:rPr>
              <a:t>are ethical hackers</a:t>
            </a:r>
            <a:r>
              <a:rPr b="1" lang="en" sz="1400">
                <a:solidFill>
                  <a:schemeClr val="lt1"/>
                </a:solidFill>
              </a:rPr>
              <a:t> </a:t>
            </a:r>
            <a:r>
              <a:rPr lang="en" sz="1400">
                <a:solidFill>
                  <a:schemeClr val="lt1"/>
                </a:solidFill>
              </a:rPr>
              <a:t>who find and exploit vulnerabilities to gain privileged access to web applications.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1225" name="Google Shape;1225;p169"/>
          <p:cNvSpPr txBox="1"/>
          <p:nvPr>
            <p:ph idx="1" type="body"/>
          </p:nvPr>
        </p:nvSpPr>
        <p:spPr>
          <a:xfrm>
            <a:off x="6290200" y="3516800"/>
            <a:ext cx="3077700" cy="12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>
                <a:solidFill>
                  <a:srgbClr val="FECF48"/>
                </a:solidFill>
                <a:latin typeface="Roboto Medium"/>
                <a:ea typeface="Roboto Medium"/>
                <a:cs typeface="Roboto Medium"/>
                <a:sym typeface="Roboto Medium"/>
              </a:rPr>
              <a:t>Risk assessors </a:t>
            </a:r>
            <a:br>
              <a:rPr lang="en" sz="1400">
                <a:solidFill>
                  <a:schemeClr val="lt1"/>
                </a:solidFill>
              </a:rPr>
            </a:br>
            <a:r>
              <a:rPr lang="en" sz="1400">
                <a:solidFill>
                  <a:schemeClr val="lt1"/>
                </a:solidFill>
              </a:rPr>
              <a:t>must understand the risk profiles and tolerances within web applications so they can help companies follow best practices and policies.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400"/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226" name="Google Shape;1226;p169"/>
          <p:cNvSpPr txBox="1"/>
          <p:nvPr>
            <p:ph idx="1" type="body"/>
          </p:nvPr>
        </p:nvSpPr>
        <p:spPr>
          <a:xfrm>
            <a:off x="-199825" y="3597100"/>
            <a:ext cx="3178200" cy="11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ts val="1400"/>
              <a:buNone/>
            </a:pPr>
            <a:r>
              <a:rPr lang="en" sz="1400">
                <a:solidFill>
                  <a:srgbClr val="FECF48"/>
                </a:solidFill>
                <a:latin typeface="Roboto Medium"/>
                <a:ea typeface="Roboto Medium"/>
                <a:cs typeface="Roboto Medium"/>
                <a:sym typeface="Roboto Medium"/>
              </a:rPr>
              <a:t>Web application security engineers</a:t>
            </a:r>
            <a:br>
              <a:rPr lang="en" sz="1400">
                <a:solidFill>
                  <a:srgbClr val="FECF48"/>
                </a:solidFill>
                <a:latin typeface="Roboto Medium"/>
                <a:ea typeface="Roboto Medium"/>
                <a:cs typeface="Roboto Medium"/>
                <a:sym typeface="Roboto Medium"/>
              </a:rPr>
            </a:br>
            <a:r>
              <a:rPr lang="en" sz="1400">
                <a:solidFill>
                  <a:schemeClr val="lt1"/>
                </a:solidFill>
              </a:rPr>
              <a:t>must deeply understand how their company’s web application works and how to secure it.</a:t>
            </a:r>
            <a:endParaRPr sz="1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170"/>
          <p:cNvSpPr txBox="1"/>
          <p:nvPr>
            <p:ph idx="1" type="body"/>
          </p:nvPr>
        </p:nvSpPr>
        <p:spPr>
          <a:xfrm>
            <a:off x="118000" y="1682100"/>
            <a:ext cx="4911300" cy="3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 web represents most organizations’ largest attack surface.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 number of users accessing the web at all times, through PCs, phones, and other devices, is growing constantly.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 collective amount of personal data stored on the web is growing significantly. 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" sz="1800"/>
              <a:t>Attackers can steal and sell this data.</a:t>
            </a:r>
            <a:endParaRPr sz="1800"/>
          </a:p>
        </p:txBody>
      </p:sp>
      <p:sp>
        <p:nvSpPr>
          <p:cNvPr id="1232" name="Google Shape;1232;p170"/>
          <p:cNvSpPr txBox="1"/>
          <p:nvPr/>
        </p:nvSpPr>
        <p:spPr>
          <a:xfrm>
            <a:off x="361375" y="43950"/>
            <a:ext cx="4572000" cy="9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Web: A Security Perspective</a:t>
            </a:r>
            <a:endParaRPr b="1" i="1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threats embedded in the modern web are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constantly growing.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33" name="Google Shape;1233;p170"/>
          <p:cNvPicPr preferRelativeResize="0"/>
          <p:nvPr/>
        </p:nvPicPr>
        <p:blipFill rotWithShape="1">
          <a:blip r:embed="rId3">
            <a:alphaModFix/>
          </a:blip>
          <a:srcRect b="10305" l="0" r="0" t="312"/>
          <a:stretch/>
        </p:blipFill>
        <p:spPr>
          <a:xfrm>
            <a:off x="5191603" y="501466"/>
            <a:ext cx="3748797" cy="4132884"/>
          </a:xfrm>
          <a:prstGeom prst="rect">
            <a:avLst/>
          </a:prstGeom>
          <a:noFill/>
          <a:ln>
            <a:noFill/>
          </a:ln>
          <a:effectLst>
            <a:outerShdw blurRad="200025" rotWithShape="0" algn="bl" dist="9525">
              <a:srgbClr val="000000">
                <a:alpha val="23530"/>
              </a:srgbClr>
            </a:outerShdw>
          </a:effectLst>
        </p:spPr>
      </p:pic>
      <p:grpSp>
        <p:nvGrpSpPr>
          <p:cNvPr id="1234" name="Google Shape;1234;p170"/>
          <p:cNvGrpSpPr/>
          <p:nvPr/>
        </p:nvGrpSpPr>
        <p:grpSpPr>
          <a:xfrm>
            <a:off x="5191614" y="344987"/>
            <a:ext cx="3748995" cy="156598"/>
            <a:chOff x="283399" y="1680674"/>
            <a:chExt cx="4697400" cy="200100"/>
          </a:xfrm>
        </p:grpSpPr>
        <p:sp>
          <p:nvSpPr>
            <p:cNvPr id="1235" name="Google Shape;1235;p170"/>
            <p:cNvSpPr/>
            <p:nvPr/>
          </p:nvSpPr>
          <p:spPr>
            <a:xfrm>
              <a:off x="283399" y="1680674"/>
              <a:ext cx="4697400" cy="2001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170"/>
            <p:cNvSpPr/>
            <p:nvPr/>
          </p:nvSpPr>
          <p:spPr>
            <a:xfrm>
              <a:off x="350750" y="1739300"/>
              <a:ext cx="82800" cy="82800"/>
            </a:xfrm>
            <a:prstGeom prst="ellipse">
              <a:avLst/>
            </a:prstGeom>
            <a:solidFill>
              <a:srgbClr val="FF0000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170"/>
            <p:cNvSpPr/>
            <p:nvPr/>
          </p:nvSpPr>
          <p:spPr>
            <a:xfrm>
              <a:off x="462575" y="1739300"/>
              <a:ext cx="82800" cy="82800"/>
            </a:xfrm>
            <a:prstGeom prst="ellipse">
              <a:avLst/>
            </a:prstGeom>
            <a:solidFill>
              <a:srgbClr val="F1C2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170"/>
            <p:cNvSpPr/>
            <p:nvPr/>
          </p:nvSpPr>
          <p:spPr>
            <a:xfrm>
              <a:off x="574400" y="1739300"/>
              <a:ext cx="82800" cy="82800"/>
            </a:xfrm>
            <a:prstGeom prst="ellipse">
              <a:avLst/>
            </a:prstGeom>
            <a:solidFill>
              <a:srgbClr val="4FA7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171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HTTP</a:t>
            </a:r>
            <a:r>
              <a:rPr lang="en"/>
              <a:t> Requests and Responses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44" name="Google Shape;1244;p1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0399" y="1484250"/>
            <a:ext cx="1063200" cy="11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172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Preliminary Information</a:t>
            </a:r>
            <a:endParaRPr/>
          </a:p>
        </p:txBody>
      </p:sp>
      <p:sp>
        <p:nvSpPr>
          <p:cNvPr id="1250" name="Google Shape;1250;p172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Securing the web requires in-depth knowledge of topics we’ve covered:</a:t>
            </a:r>
            <a:endParaRPr/>
          </a:p>
        </p:txBody>
      </p:sp>
      <p:grpSp>
        <p:nvGrpSpPr>
          <p:cNvPr id="1251" name="Google Shape;1251;p172"/>
          <p:cNvGrpSpPr/>
          <p:nvPr/>
        </p:nvGrpSpPr>
        <p:grpSpPr>
          <a:xfrm>
            <a:off x="-3" y="1449217"/>
            <a:ext cx="8686828" cy="400200"/>
            <a:chOff x="-3" y="1885788"/>
            <a:chExt cx="8686828" cy="400200"/>
          </a:xfrm>
        </p:grpSpPr>
        <p:cxnSp>
          <p:nvCxnSpPr>
            <p:cNvPr id="1252" name="Google Shape;1252;p172"/>
            <p:cNvCxnSpPr/>
            <p:nvPr/>
          </p:nvCxnSpPr>
          <p:spPr>
            <a:xfrm>
              <a:off x="-3" y="2085888"/>
              <a:ext cx="662400" cy="0"/>
            </a:xfrm>
            <a:prstGeom prst="straightConnector1">
              <a:avLst/>
            </a:prstGeom>
            <a:noFill/>
            <a:ln cap="flat" cmpd="sng" w="19050">
              <a:solidFill>
                <a:srgbClr val="2E5E73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253" name="Google Shape;1253;p172"/>
            <p:cNvCxnSpPr/>
            <p:nvPr/>
          </p:nvCxnSpPr>
          <p:spPr>
            <a:xfrm>
              <a:off x="-3" y="2085888"/>
              <a:ext cx="672900" cy="0"/>
            </a:xfrm>
            <a:prstGeom prst="straightConnector1">
              <a:avLst/>
            </a:prstGeom>
            <a:noFill/>
            <a:ln cap="flat" cmpd="sng" w="19050">
              <a:solidFill>
                <a:srgbClr val="2E5E73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254" name="Google Shape;1254;p172"/>
            <p:cNvSpPr/>
            <p:nvPr/>
          </p:nvSpPr>
          <p:spPr>
            <a:xfrm>
              <a:off x="596125" y="1885788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172"/>
            <p:cNvSpPr/>
            <p:nvPr/>
          </p:nvSpPr>
          <p:spPr>
            <a:xfrm>
              <a:off x="513600" y="1924338"/>
              <a:ext cx="323100" cy="323100"/>
            </a:xfrm>
            <a:prstGeom prst="ellipse">
              <a:avLst/>
            </a:prstGeom>
            <a:solidFill>
              <a:srgbClr val="F2F2F2"/>
            </a:solidFill>
            <a:ln cap="flat" cmpd="sng" w="76200">
              <a:solidFill>
                <a:srgbClr val="2E5E7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172"/>
            <p:cNvSpPr/>
            <p:nvPr/>
          </p:nvSpPr>
          <p:spPr>
            <a:xfrm>
              <a:off x="593400" y="2004138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57" name="Google Shape;1257;p172"/>
          <p:cNvGrpSpPr/>
          <p:nvPr/>
        </p:nvGrpSpPr>
        <p:grpSpPr>
          <a:xfrm>
            <a:off x="-3" y="2134959"/>
            <a:ext cx="8686828" cy="400200"/>
            <a:chOff x="-3" y="2566213"/>
            <a:chExt cx="8686828" cy="400200"/>
          </a:xfrm>
        </p:grpSpPr>
        <p:cxnSp>
          <p:nvCxnSpPr>
            <p:cNvPr id="1258" name="Google Shape;1258;p172"/>
            <p:cNvCxnSpPr/>
            <p:nvPr/>
          </p:nvCxnSpPr>
          <p:spPr>
            <a:xfrm>
              <a:off x="-3" y="2766313"/>
              <a:ext cx="666300" cy="0"/>
            </a:xfrm>
            <a:prstGeom prst="straightConnector1">
              <a:avLst/>
            </a:prstGeom>
            <a:noFill/>
            <a:ln cap="flat" cmpd="sng" w="19050">
              <a:solidFill>
                <a:srgbClr val="2E5E73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259" name="Google Shape;1259;p172"/>
            <p:cNvSpPr/>
            <p:nvPr/>
          </p:nvSpPr>
          <p:spPr>
            <a:xfrm>
              <a:off x="596125" y="2566213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172"/>
            <p:cNvSpPr/>
            <p:nvPr/>
          </p:nvSpPr>
          <p:spPr>
            <a:xfrm>
              <a:off x="513600" y="2604763"/>
              <a:ext cx="323100" cy="323100"/>
            </a:xfrm>
            <a:prstGeom prst="ellipse">
              <a:avLst/>
            </a:prstGeom>
            <a:solidFill>
              <a:srgbClr val="F2F2F2"/>
            </a:solidFill>
            <a:ln cap="flat" cmpd="sng" w="76200">
              <a:solidFill>
                <a:srgbClr val="2E5E7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p172"/>
            <p:cNvSpPr/>
            <p:nvPr/>
          </p:nvSpPr>
          <p:spPr>
            <a:xfrm>
              <a:off x="593400" y="2684563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62" name="Google Shape;1262;p172"/>
          <p:cNvGrpSpPr/>
          <p:nvPr/>
        </p:nvGrpSpPr>
        <p:grpSpPr>
          <a:xfrm>
            <a:off x="-3" y="2820701"/>
            <a:ext cx="8684268" cy="402300"/>
            <a:chOff x="-3" y="3236976"/>
            <a:chExt cx="8684268" cy="402300"/>
          </a:xfrm>
        </p:grpSpPr>
        <p:cxnSp>
          <p:nvCxnSpPr>
            <p:cNvPr id="1263" name="Google Shape;1263;p172"/>
            <p:cNvCxnSpPr/>
            <p:nvPr/>
          </p:nvCxnSpPr>
          <p:spPr>
            <a:xfrm>
              <a:off x="-3" y="3438126"/>
              <a:ext cx="686400" cy="0"/>
            </a:xfrm>
            <a:prstGeom prst="straightConnector1">
              <a:avLst/>
            </a:prstGeom>
            <a:noFill/>
            <a:ln cap="flat" cmpd="sng" w="19050">
              <a:solidFill>
                <a:srgbClr val="2E5E73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264" name="Google Shape;1264;p172"/>
            <p:cNvSpPr/>
            <p:nvPr/>
          </p:nvSpPr>
          <p:spPr>
            <a:xfrm>
              <a:off x="593565" y="3236976"/>
              <a:ext cx="8090700" cy="4023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172"/>
            <p:cNvSpPr/>
            <p:nvPr/>
          </p:nvSpPr>
          <p:spPr>
            <a:xfrm>
              <a:off x="511040" y="3275676"/>
              <a:ext cx="323100" cy="324900"/>
            </a:xfrm>
            <a:prstGeom prst="ellipse">
              <a:avLst/>
            </a:prstGeom>
            <a:solidFill>
              <a:srgbClr val="F2F2F2"/>
            </a:solidFill>
            <a:ln cap="flat" cmpd="sng" w="76200">
              <a:solidFill>
                <a:srgbClr val="2E5E7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172"/>
            <p:cNvSpPr/>
            <p:nvPr/>
          </p:nvSpPr>
          <p:spPr>
            <a:xfrm>
              <a:off x="590840" y="3355926"/>
              <a:ext cx="163500" cy="1644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67" name="Google Shape;1267;p172"/>
          <p:cNvGrpSpPr/>
          <p:nvPr/>
        </p:nvGrpSpPr>
        <p:grpSpPr>
          <a:xfrm>
            <a:off x="-3" y="3505622"/>
            <a:ext cx="8686828" cy="400200"/>
            <a:chOff x="-3" y="2566213"/>
            <a:chExt cx="8686828" cy="400200"/>
          </a:xfrm>
        </p:grpSpPr>
        <p:cxnSp>
          <p:nvCxnSpPr>
            <p:cNvPr id="1268" name="Google Shape;1268;p172"/>
            <p:cNvCxnSpPr/>
            <p:nvPr/>
          </p:nvCxnSpPr>
          <p:spPr>
            <a:xfrm>
              <a:off x="-3" y="2766313"/>
              <a:ext cx="666300" cy="0"/>
            </a:xfrm>
            <a:prstGeom prst="straightConnector1">
              <a:avLst/>
            </a:prstGeom>
            <a:noFill/>
            <a:ln cap="flat" cmpd="sng" w="19050">
              <a:solidFill>
                <a:srgbClr val="2E5E73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269" name="Google Shape;1269;p172"/>
            <p:cNvSpPr/>
            <p:nvPr/>
          </p:nvSpPr>
          <p:spPr>
            <a:xfrm>
              <a:off x="596125" y="2566213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172"/>
            <p:cNvSpPr/>
            <p:nvPr/>
          </p:nvSpPr>
          <p:spPr>
            <a:xfrm>
              <a:off x="513600" y="2604763"/>
              <a:ext cx="323100" cy="323100"/>
            </a:xfrm>
            <a:prstGeom prst="ellipse">
              <a:avLst/>
            </a:prstGeom>
            <a:solidFill>
              <a:srgbClr val="F2F2F2"/>
            </a:solidFill>
            <a:ln cap="flat" cmpd="sng" w="76200">
              <a:solidFill>
                <a:srgbClr val="2E5E7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172"/>
            <p:cNvSpPr/>
            <p:nvPr/>
          </p:nvSpPr>
          <p:spPr>
            <a:xfrm>
              <a:off x="593400" y="2684563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272" name="Google Shape;1272;p172"/>
          <p:cNvSpPr txBox="1"/>
          <p:nvPr/>
        </p:nvSpPr>
        <p:spPr>
          <a:xfrm>
            <a:off x="914400" y="1466262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Client–Server Architecture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3" name="Google Shape;1273;p172"/>
          <p:cNvSpPr txBox="1"/>
          <p:nvPr/>
        </p:nvSpPr>
        <p:spPr>
          <a:xfrm>
            <a:off x="914400" y="2151798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HTTP (Hypertext Transfer Protocol)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4" name="Google Shape;1274;p172"/>
          <p:cNvSpPr txBox="1"/>
          <p:nvPr/>
        </p:nvSpPr>
        <p:spPr>
          <a:xfrm>
            <a:off x="914400" y="2837335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HTTP Requests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5" name="Google Shape;1275;p172"/>
          <p:cNvSpPr txBox="1"/>
          <p:nvPr/>
        </p:nvSpPr>
        <p:spPr>
          <a:xfrm>
            <a:off x="914400" y="3522872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HTTP Responses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76" name="Google Shape;1276;p1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100" y="248900"/>
            <a:ext cx="429550" cy="47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173"/>
          <p:cNvSpPr txBox="1"/>
          <p:nvPr>
            <p:ph idx="2" type="title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he exchange of information through a cycle of requests and responses between clients and servers is known as the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client–server model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174"/>
          <p:cNvSpPr txBox="1"/>
          <p:nvPr/>
        </p:nvSpPr>
        <p:spPr>
          <a:xfrm>
            <a:off x="496500" y="51200"/>
            <a:ext cx="81222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Client–Server Architecture</a:t>
            </a:r>
            <a:endParaRPr b="0" i="0" sz="2600" u="none" cap="none" strike="noStrike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87" name="Google Shape;1287;p174"/>
          <p:cNvSpPr txBox="1"/>
          <p:nvPr/>
        </p:nvSpPr>
        <p:spPr>
          <a:xfrm>
            <a:off x="1894505" y="1363863"/>
            <a:ext cx="12831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HTTP</a:t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8" name="Google Shape;1288;p1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414812" y="2230653"/>
            <a:ext cx="162977" cy="179009"/>
          </a:xfrm>
          <a:prstGeom prst="rect">
            <a:avLst/>
          </a:prstGeom>
          <a:noFill/>
          <a:ln>
            <a:noFill/>
          </a:ln>
        </p:spPr>
      </p:pic>
      <p:sp>
        <p:nvSpPr>
          <p:cNvPr id="1289" name="Google Shape;1289;p174"/>
          <p:cNvSpPr txBox="1"/>
          <p:nvPr/>
        </p:nvSpPr>
        <p:spPr>
          <a:xfrm>
            <a:off x="436325" y="3506875"/>
            <a:ext cx="1953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 user’s device communicates with a server to request resources from it.</a:t>
            </a:r>
            <a:endParaRPr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290" name="Google Shape;1290;p174"/>
          <p:cNvGrpSpPr/>
          <p:nvPr/>
        </p:nvGrpSpPr>
        <p:grpSpPr>
          <a:xfrm>
            <a:off x="369567" y="1594498"/>
            <a:ext cx="1667741" cy="1143267"/>
            <a:chOff x="409072" y="1953842"/>
            <a:chExt cx="1952858" cy="1338720"/>
          </a:xfrm>
        </p:grpSpPr>
        <p:grpSp>
          <p:nvGrpSpPr>
            <p:cNvPr id="1291" name="Google Shape;1291;p174"/>
            <p:cNvGrpSpPr/>
            <p:nvPr/>
          </p:nvGrpSpPr>
          <p:grpSpPr>
            <a:xfrm>
              <a:off x="409072" y="1953842"/>
              <a:ext cx="1952858" cy="1338720"/>
              <a:chOff x="3141125" y="1437800"/>
              <a:chExt cx="2861749" cy="1961782"/>
            </a:xfrm>
          </p:grpSpPr>
          <p:pic>
            <p:nvPicPr>
              <p:cNvPr id="1292" name="Google Shape;1292;p17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141125" y="1437800"/>
                <a:ext cx="2861749" cy="196178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93" name="Google Shape;1293;p174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932200" y="1543050"/>
                <a:ext cx="1279600" cy="125117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410"/>
                  </a:srgbClr>
                </a:outerShdw>
              </a:effectLst>
            </p:spPr>
          </p:pic>
        </p:grpSp>
        <p:sp>
          <p:nvSpPr>
            <p:cNvPr id="1294" name="Google Shape;1294;p174"/>
            <p:cNvSpPr/>
            <p:nvPr/>
          </p:nvSpPr>
          <p:spPr>
            <a:xfrm>
              <a:off x="723732" y="2074593"/>
              <a:ext cx="1283100" cy="767700"/>
            </a:xfrm>
            <a:prstGeom prst="rect">
              <a:avLst/>
            </a:prstGeom>
            <a:solidFill>
              <a:srgbClr val="74A0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95" name="Google Shape;1295;p17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19051" y="2092000"/>
              <a:ext cx="732900" cy="732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96" name="Google Shape;1296;p174"/>
          <p:cNvSpPr txBox="1"/>
          <p:nvPr/>
        </p:nvSpPr>
        <p:spPr>
          <a:xfrm>
            <a:off x="436325" y="3250900"/>
            <a:ext cx="18333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6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Client</a:t>
            </a:r>
            <a:r>
              <a:rPr b="1"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97" name="Google Shape;1297;p17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91924" y="1071574"/>
            <a:ext cx="962921" cy="2018473"/>
          </a:xfrm>
          <a:prstGeom prst="rect">
            <a:avLst/>
          </a:prstGeom>
          <a:noFill/>
          <a:ln>
            <a:noFill/>
          </a:ln>
        </p:spPr>
      </p:pic>
      <p:sp>
        <p:nvSpPr>
          <p:cNvPr id="1298" name="Google Shape;1298;p174"/>
          <p:cNvSpPr txBox="1"/>
          <p:nvPr/>
        </p:nvSpPr>
        <p:spPr>
          <a:xfrm>
            <a:off x="2871000" y="3506875"/>
            <a:ext cx="17883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server queries the resources from internal servers to which it is connected.</a:t>
            </a:r>
            <a:endParaRPr i="0" sz="1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9" name="Google Shape;1299;p174"/>
          <p:cNvSpPr txBox="1"/>
          <p:nvPr/>
        </p:nvSpPr>
        <p:spPr>
          <a:xfrm>
            <a:off x="2870996" y="3250900"/>
            <a:ext cx="15780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6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Web server </a:t>
            </a:r>
            <a:endParaRPr i="0" sz="1600" u="none" cap="none" strike="noStrike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300" name="Google Shape;1300;p17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46725" y="1173748"/>
            <a:ext cx="1326591" cy="1814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01" name="Google Shape;1301;p174"/>
          <p:cNvSpPr/>
          <p:nvPr/>
        </p:nvSpPr>
        <p:spPr>
          <a:xfrm>
            <a:off x="2054555" y="1648050"/>
            <a:ext cx="963000" cy="466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Request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02" name="Google Shape;1302;p174"/>
          <p:cNvGrpSpPr/>
          <p:nvPr/>
        </p:nvGrpSpPr>
        <p:grpSpPr>
          <a:xfrm>
            <a:off x="2029805" y="2171925"/>
            <a:ext cx="1012500" cy="466500"/>
            <a:chOff x="2412213" y="2698900"/>
            <a:chExt cx="1012500" cy="466500"/>
          </a:xfrm>
        </p:grpSpPr>
        <p:sp>
          <p:nvSpPr>
            <p:cNvPr id="1303" name="Google Shape;1303;p174"/>
            <p:cNvSpPr/>
            <p:nvPr/>
          </p:nvSpPr>
          <p:spPr>
            <a:xfrm flipH="1">
              <a:off x="2412213" y="2698900"/>
              <a:ext cx="1012500" cy="466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174"/>
            <p:cNvSpPr txBox="1"/>
            <p:nvPr/>
          </p:nvSpPr>
          <p:spPr>
            <a:xfrm>
              <a:off x="2523200" y="2830125"/>
              <a:ext cx="901500" cy="184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Response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305" name="Google Shape;1305;p17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09474" y="1071574"/>
            <a:ext cx="962921" cy="2018473"/>
          </a:xfrm>
          <a:prstGeom prst="rect">
            <a:avLst/>
          </a:prstGeom>
          <a:noFill/>
          <a:ln>
            <a:noFill/>
          </a:ln>
        </p:spPr>
      </p:pic>
      <p:sp>
        <p:nvSpPr>
          <p:cNvPr id="1306" name="Google Shape;1306;p174"/>
          <p:cNvSpPr txBox="1"/>
          <p:nvPr/>
        </p:nvSpPr>
        <p:spPr>
          <a:xfrm>
            <a:off x="5071650" y="3506875"/>
            <a:ext cx="1751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application server sends and receives data from the database server.</a:t>
            </a:r>
            <a:r>
              <a:rPr b="0" i="0" lang="en" sz="15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endParaRPr b="0" i="0" sz="1500" u="none" cap="none" strike="noStrike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307" name="Google Shape;1307;p174"/>
          <p:cNvSpPr txBox="1"/>
          <p:nvPr/>
        </p:nvSpPr>
        <p:spPr>
          <a:xfrm>
            <a:off x="5071650" y="3250900"/>
            <a:ext cx="17511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6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Application server</a:t>
            </a:r>
            <a:endParaRPr i="0" sz="1600" u="none" cap="none" strike="noStrike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308" name="Google Shape;1308;p174"/>
          <p:cNvSpPr txBox="1"/>
          <p:nvPr/>
        </p:nvSpPr>
        <p:spPr>
          <a:xfrm>
            <a:off x="7371475" y="3506875"/>
            <a:ext cx="1578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data resides within the database server.</a:t>
            </a:r>
            <a:endParaRPr i="0" sz="1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9" name="Google Shape;1309;p174"/>
          <p:cNvSpPr txBox="1"/>
          <p:nvPr/>
        </p:nvSpPr>
        <p:spPr>
          <a:xfrm>
            <a:off x="7371471" y="3250900"/>
            <a:ext cx="15780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6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Database server</a:t>
            </a:r>
            <a:endParaRPr i="0" sz="1600" u="none" cap="none" strike="noStrike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310" name="Google Shape;1310;p174"/>
          <p:cNvSpPr/>
          <p:nvPr/>
        </p:nvSpPr>
        <p:spPr>
          <a:xfrm>
            <a:off x="4250668" y="1648050"/>
            <a:ext cx="963000" cy="466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Request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11" name="Google Shape;1311;p174"/>
          <p:cNvGrpSpPr/>
          <p:nvPr/>
        </p:nvGrpSpPr>
        <p:grpSpPr>
          <a:xfrm>
            <a:off x="4225918" y="2171925"/>
            <a:ext cx="1012500" cy="466500"/>
            <a:chOff x="2412213" y="2698900"/>
            <a:chExt cx="1012500" cy="466500"/>
          </a:xfrm>
        </p:grpSpPr>
        <p:sp>
          <p:nvSpPr>
            <p:cNvPr id="1312" name="Google Shape;1312;p174"/>
            <p:cNvSpPr/>
            <p:nvPr/>
          </p:nvSpPr>
          <p:spPr>
            <a:xfrm flipH="1">
              <a:off x="2412213" y="2698900"/>
              <a:ext cx="1012500" cy="466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174"/>
            <p:cNvSpPr txBox="1"/>
            <p:nvPr/>
          </p:nvSpPr>
          <p:spPr>
            <a:xfrm>
              <a:off x="2523200" y="2830125"/>
              <a:ext cx="901500" cy="184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Response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4" name="Google Shape;1314;p174"/>
          <p:cNvSpPr/>
          <p:nvPr/>
        </p:nvSpPr>
        <p:spPr>
          <a:xfrm>
            <a:off x="6383718" y="1648050"/>
            <a:ext cx="963000" cy="466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Request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15" name="Google Shape;1315;p174"/>
          <p:cNvGrpSpPr/>
          <p:nvPr/>
        </p:nvGrpSpPr>
        <p:grpSpPr>
          <a:xfrm>
            <a:off x="6358968" y="2171925"/>
            <a:ext cx="1012500" cy="466500"/>
            <a:chOff x="2412213" y="2698900"/>
            <a:chExt cx="1012500" cy="466500"/>
          </a:xfrm>
        </p:grpSpPr>
        <p:sp>
          <p:nvSpPr>
            <p:cNvPr id="1316" name="Google Shape;1316;p174"/>
            <p:cNvSpPr/>
            <p:nvPr/>
          </p:nvSpPr>
          <p:spPr>
            <a:xfrm flipH="1">
              <a:off x="2412213" y="2698900"/>
              <a:ext cx="1012500" cy="466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174"/>
            <p:cNvSpPr txBox="1"/>
            <p:nvPr/>
          </p:nvSpPr>
          <p:spPr>
            <a:xfrm>
              <a:off x="2523200" y="2830125"/>
              <a:ext cx="901500" cy="184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Response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175"/>
          <p:cNvSpPr/>
          <p:nvPr/>
        </p:nvSpPr>
        <p:spPr>
          <a:xfrm>
            <a:off x="1143688" y="970774"/>
            <a:ext cx="2737800" cy="3410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3" name="Google Shape;1323;p175"/>
          <p:cNvSpPr/>
          <p:nvPr/>
        </p:nvSpPr>
        <p:spPr>
          <a:xfrm>
            <a:off x="451217" y="2675966"/>
            <a:ext cx="3424598" cy="414657"/>
          </a:xfrm>
          <a:prstGeom prst="flowChartInputOutpu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Layer 4: </a:t>
            </a:r>
            <a:r>
              <a:rPr b="0" i="0" lang="en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Transport</a:t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4" name="Google Shape;1324;p175"/>
          <p:cNvSpPr/>
          <p:nvPr/>
        </p:nvSpPr>
        <p:spPr>
          <a:xfrm>
            <a:off x="451217" y="2107569"/>
            <a:ext cx="3424598" cy="414657"/>
          </a:xfrm>
          <a:prstGeom prst="flowChartInputOutpu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Layer 5: </a:t>
            </a:r>
            <a:r>
              <a:rPr b="0" i="0" lang="en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Session</a:t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5" name="Google Shape;1325;p175"/>
          <p:cNvSpPr/>
          <p:nvPr/>
        </p:nvSpPr>
        <p:spPr>
          <a:xfrm>
            <a:off x="451217" y="1539172"/>
            <a:ext cx="3424598" cy="414657"/>
          </a:xfrm>
          <a:prstGeom prst="flowChartInputOutpu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Layer 6: </a:t>
            </a: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Presentation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6" name="Google Shape;1326;p175"/>
          <p:cNvSpPr/>
          <p:nvPr/>
        </p:nvSpPr>
        <p:spPr>
          <a:xfrm>
            <a:off x="452027" y="4381157"/>
            <a:ext cx="3424598" cy="414657"/>
          </a:xfrm>
          <a:prstGeom prst="flowChartInputOutput">
            <a:avLst/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Layer 1: </a:t>
            </a: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Physical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7" name="Google Shape;1327;p175"/>
          <p:cNvSpPr/>
          <p:nvPr/>
        </p:nvSpPr>
        <p:spPr>
          <a:xfrm>
            <a:off x="452027" y="3812760"/>
            <a:ext cx="3424598" cy="414657"/>
          </a:xfrm>
          <a:prstGeom prst="flowChartInputOutpu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Layer 2: </a:t>
            </a: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Data Link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8" name="Google Shape;1328;p175"/>
          <p:cNvSpPr/>
          <p:nvPr/>
        </p:nvSpPr>
        <p:spPr>
          <a:xfrm>
            <a:off x="452027" y="3244363"/>
            <a:ext cx="3424598" cy="414657"/>
          </a:xfrm>
          <a:prstGeom prst="flowChartInputOutpu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Layer 3: </a:t>
            </a: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Network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9" name="Google Shape;1329;p175"/>
          <p:cNvSpPr/>
          <p:nvPr/>
        </p:nvSpPr>
        <p:spPr>
          <a:xfrm>
            <a:off x="454844" y="970775"/>
            <a:ext cx="3424598" cy="414657"/>
          </a:xfrm>
          <a:prstGeom prst="flowChartInputOutpu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Layer 7: </a:t>
            </a:r>
            <a:r>
              <a:rPr b="0" i="0" lang="en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Application</a:t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0" name="Google Shape;1330;p175"/>
          <p:cNvCxnSpPr/>
          <p:nvPr/>
        </p:nvCxnSpPr>
        <p:spPr>
          <a:xfrm rot="10800000">
            <a:off x="3327775" y="1197373"/>
            <a:ext cx="181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331" name="Google Shape;1331;p175"/>
          <p:cNvSpPr txBox="1"/>
          <p:nvPr/>
        </p:nvSpPr>
        <p:spPr>
          <a:xfrm>
            <a:off x="5143675" y="970773"/>
            <a:ext cx="3722700" cy="1015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7150" lIns="182875" spcFirstLastPara="1" rIns="182875" wrap="square" tIns="137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en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HTTP is an OSI</a:t>
            </a:r>
            <a:r>
              <a:rPr b="1" i="0" lang="en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Layer 7</a:t>
            </a:r>
            <a:r>
              <a:rPr i="0" lang="en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protocol that websites and web applications use to communicate with user devices.</a:t>
            </a:r>
            <a:endParaRPr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2" name="Google Shape;1332;p175"/>
          <p:cNvSpPr/>
          <p:nvPr/>
        </p:nvSpPr>
        <p:spPr>
          <a:xfrm>
            <a:off x="454833" y="1385423"/>
            <a:ext cx="2737800" cy="3410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3" name="Google Shape;1333;p175"/>
          <p:cNvSpPr txBox="1"/>
          <p:nvPr/>
        </p:nvSpPr>
        <p:spPr>
          <a:xfrm>
            <a:off x="360093" y="51200"/>
            <a:ext cx="8122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HTTP Requests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p176"/>
          <p:cNvSpPr txBox="1"/>
          <p:nvPr/>
        </p:nvSpPr>
        <p:spPr>
          <a:xfrm>
            <a:off x="450275" y="51200"/>
            <a:ext cx="7779300" cy="9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HTTP Requests</a:t>
            </a:r>
            <a:endParaRPr b="1" i="1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HTTP is used to transfer </a:t>
            </a: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web pages</a:t>
            </a: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;</a:t>
            </a: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static assets, such as images and</a:t>
            </a: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HTML/markup files</a:t>
            </a: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;</a:t>
            </a: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and raw data, such as MP4 video or MP3 audio. </a:t>
            </a:r>
            <a:endParaRPr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9" name="Google Shape;1339;p176"/>
          <p:cNvSpPr txBox="1"/>
          <p:nvPr>
            <p:ph idx="4294967295" type="title"/>
          </p:nvPr>
        </p:nvSpPr>
        <p:spPr>
          <a:xfrm>
            <a:off x="450275" y="1207063"/>
            <a:ext cx="70470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en" sz="1600"/>
              <a:t>When a client, such as a web browser, initiates communication, it generates an HTTP request. The server receives the request, finds the requested resource, and sends it back to the client.</a:t>
            </a:r>
            <a:endParaRPr b="0" sz="1700"/>
          </a:p>
        </p:txBody>
      </p:sp>
      <p:grpSp>
        <p:nvGrpSpPr>
          <p:cNvPr id="1340" name="Google Shape;1340;p176"/>
          <p:cNvGrpSpPr/>
          <p:nvPr/>
        </p:nvGrpSpPr>
        <p:grpSpPr>
          <a:xfrm>
            <a:off x="1660005" y="3413419"/>
            <a:ext cx="6258809" cy="533721"/>
            <a:chOff x="2046356" y="3721250"/>
            <a:chExt cx="5739394" cy="605400"/>
          </a:xfrm>
        </p:grpSpPr>
        <p:sp>
          <p:nvSpPr>
            <p:cNvPr id="1341" name="Google Shape;1341;p176"/>
            <p:cNvSpPr/>
            <p:nvPr/>
          </p:nvSpPr>
          <p:spPr>
            <a:xfrm>
              <a:off x="4984050" y="3721250"/>
              <a:ext cx="2801700" cy="605400"/>
            </a:xfrm>
            <a:prstGeom prst="bentUpArrow">
              <a:avLst>
                <a:gd fmla="val 25000" name="adj1"/>
                <a:gd fmla="val 25000" name="adj2"/>
                <a:gd fmla="val 25000" name="adj3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176"/>
            <p:cNvSpPr/>
            <p:nvPr/>
          </p:nvSpPr>
          <p:spPr>
            <a:xfrm flipH="1">
              <a:off x="2046356" y="3721250"/>
              <a:ext cx="3146400" cy="605400"/>
            </a:xfrm>
            <a:prstGeom prst="bentUpArrow">
              <a:avLst>
                <a:gd fmla="val 25000" name="adj1"/>
                <a:gd fmla="val 23239" name="adj2"/>
                <a:gd fmla="val 0" name="adj3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3" name="Google Shape;1343;p176"/>
          <p:cNvSpPr/>
          <p:nvPr/>
        </p:nvSpPr>
        <p:spPr>
          <a:xfrm>
            <a:off x="1145225" y="4624725"/>
            <a:ext cx="7141500" cy="157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4" name="Google Shape;1344;p176"/>
          <p:cNvSpPr/>
          <p:nvPr/>
        </p:nvSpPr>
        <p:spPr>
          <a:xfrm rot="-5400000">
            <a:off x="7546625" y="3967875"/>
            <a:ext cx="1469100" cy="157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5" name="Google Shape;1345;p176"/>
          <p:cNvPicPr preferRelativeResize="0"/>
          <p:nvPr/>
        </p:nvPicPr>
        <p:blipFill rotWithShape="1">
          <a:blip r:embed="rId3">
            <a:alphaModFix/>
          </a:blip>
          <a:srcRect b="8765" l="0" r="51763" t="23758"/>
          <a:stretch/>
        </p:blipFill>
        <p:spPr>
          <a:xfrm>
            <a:off x="558175" y="2052348"/>
            <a:ext cx="1960785" cy="14701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</p:pic>
      <p:pic>
        <p:nvPicPr>
          <p:cNvPr id="1346" name="Google Shape;1346;p176"/>
          <p:cNvPicPr preferRelativeResize="0"/>
          <p:nvPr/>
        </p:nvPicPr>
        <p:blipFill rotWithShape="1">
          <a:blip r:embed="rId3">
            <a:alphaModFix/>
          </a:blip>
          <a:srcRect b="8763" l="77499" r="-729" t="1533"/>
          <a:stretch/>
        </p:blipFill>
        <p:spPr>
          <a:xfrm>
            <a:off x="7443655" y="1183050"/>
            <a:ext cx="1127670" cy="23339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</p:pic>
      <p:sp>
        <p:nvSpPr>
          <p:cNvPr id="1347" name="Google Shape;1347;p176"/>
          <p:cNvSpPr txBox="1"/>
          <p:nvPr/>
        </p:nvSpPr>
        <p:spPr>
          <a:xfrm>
            <a:off x="3671826" y="3067950"/>
            <a:ext cx="3951900" cy="7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b="1"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client</a:t>
            </a:r>
            <a:r>
              <a:rPr b="0"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sends a request for info to the server.</a:t>
            </a:r>
            <a:endParaRPr b="0" i="0" sz="1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Inconsolata Black"/>
                <a:ea typeface="Inconsolata Black"/>
                <a:cs typeface="Inconsolata Black"/>
                <a:sym typeface="Inconsolata Black"/>
              </a:rPr>
              <a:t>Client:</a:t>
            </a:r>
            <a:r>
              <a:rPr b="0" i="0" lang="en" sz="1400" u="none" cap="none" strike="noStrike">
                <a:solidFill>
                  <a:schemeClr val="dk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 </a:t>
            </a:r>
            <a:r>
              <a:rPr b="0" i="1" lang="en" sz="1400" u="none" cap="none" strike="noStrike">
                <a:solidFill>
                  <a:schemeClr val="dk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I’d like file A</a:t>
            </a:r>
            <a:r>
              <a:rPr b="0" i="0" lang="en" sz="1400" u="none" cap="none" strike="noStrike">
                <a:solidFill>
                  <a:schemeClr val="dk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,</a:t>
            </a:r>
            <a:r>
              <a:rPr b="0" i="1" lang="en" sz="1400" u="none" cap="none" strike="noStrike">
                <a:solidFill>
                  <a:schemeClr val="dk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 please. </a:t>
            </a:r>
            <a:endParaRPr b="0" i="1" sz="1400" u="none" cap="none" strike="noStrike">
              <a:solidFill>
                <a:schemeClr val="dk2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</p:txBody>
      </p:sp>
      <p:sp>
        <p:nvSpPr>
          <p:cNvPr id="1348" name="Google Shape;1348;p176"/>
          <p:cNvSpPr txBox="1"/>
          <p:nvPr/>
        </p:nvSpPr>
        <p:spPr>
          <a:xfrm>
            <a:off x="3671825" y="3972600"/>
            <a:ext cx="40914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b="1"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server </a:t>
            </a:r>
            <a:r>
              <a:rPr b="0"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responds with data.</a:t>
            </a:r>
            <a:endParaRPr b="0" i="0" sz="1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Inconsolata Black"/>
                <a:ea typeface="Inconsolata Black"/>
                <a:cs typeface="Inconsolata Black"/>
                <a:sym typeface="Inconsolata Black"/>
              </a:rPr>
              <a:t>Server:</a:t>
            </a:r>
            <a:r>
              <a:rPr b="0" i="0" lang="en" sz="1400" u="none" cap="none" strike="noStrike">
                <a:solidFill>
                  <a:schemeClr val="dk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 </a:t>
            </a:r>
            <a:r>
              <a:rPr b="0" i="1" lang="en" sz="1400" u="none" cap="none" strike="noStrike">
                <a:solidFill>
                  <a:schemeClr val="dk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Here’s the file A you asked for.</a:t>
            </a:r>
            <a:endParaRPr b="0" i="1" sz="1400" u="none" cap="none" strike="noStrike">
              <a:solidFill>
                <a:schemeClr val="dk2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</p:txBody>
      </p:sp>
      <p:sp>
        <p:nvSpPr>
          <p:cNvPr id="1349" name="Google Shape;1349;p176"/>
          <p:cNvSpPr/>
          <p:nvPr/>
        </p:nvSpPr>
        <p:spPr>
          <a:xfrm>
            <a:off x="1044025" y="3438050"/>
            <a:ext cx="298200" cy="1343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50" name="Google Shape;1350;p176"/>
          <p:cNvGrpSpPr/>
          <p:nvPr/>
        </p:nvGrpSpPr>
        <p:grpSpPr>
          <a:xfrm>
            <a:off x="2528650" y="3193127"/>
            <a:ext cx="1150529" cy="446423"/>
            <a:chOff x="-19200" y="1466422"/>
            <a:chExt cx="1253300" cy="486300"/>
          </a:xfrm>
        </p:grpSpPr>
        <p:sp>
          <p:nvSpPr>
            <p:cNvPr id="1351" name="Google Shape;1351;p176"/>
            <p:cNvSpPr/>
            <p:nvPr/>
          </p:nvSpPr>
          <p:spPr>
            <a:xfrm>
              <a:off x="-19200" y="1466422"/>
              <a:ext cx="1171800" cy="486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500" u="none" cap="none" strike="noStrike">
                  <a:solidFill>
                    <a:schemeClr val="dk2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Request</a:t>
              </a:r>
              <a:endParaRPr b="0" i="0" sz="15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1352" name="Google Shape;1352;p176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3" name="Google Shape;1353;p176"/>
          <p:cNvGrpSpPr/>
          <p:nvPr/>
        </p:nvGrpSpPr>
        <p:grpSpPr>
          <a:xfrm>
            <a:off x="2528649" y="4051327"/>
            <a:ext cx="1150574" cy="446423"/>
            <a:chOff x="375719" y="1466430"/>
            <a:chExt cx="858381" cy="486300"/>
          </a:xfrm>
        </p:grpSpPr>
        <p:sp>
          <p:nvSpPr>
            <p:cNvPr id="1354" name="Google Shape;1354;p176"/>
            <p:cNvSpPr/>
            <p:nvPr/>
          </p:nvSpPr>
          <p:spPr>
            <a:xfrm>
              <a:off x="375719" y="1466430"/>
              <a:ext cx="777000" cy="486300"/>
            </a:xfrm>
            <a:prstGeom prst="roundRect">
              <a:avLst>
                <a:gd fmla="val 16667" name="adj"/>
              </a:avLst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u="none" cap="none" strike="noStrike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Response</a:t>
              </a:r>
              <a:endParaRPr b="0" i="0" sz="26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355" name="Google Shape;1355;p176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6" name="Google Shape;1356;p176"/>
          <p:cNvSpPr/>
          <p:nvPr/>
        </p:nvSpPr>
        <p:spPr>
          <a:xfrm>
            <a:off x="2088986" y="4476954"/>
            <a:ext cx="353709" cy="442794"/>
          </a:xfrm>
          <a:custGeom>
            <a:rect b="b" l="l" r="r" t="t"/>
            <a:pathLst>
              <a:path extrusionOk="0" h="187228" w="149560">
                <a:moveTo>
                  <a:pt x="107132" y="18580"/>
                </a:moveTo>
                <a:lnTo>
                  <a:pt x="130149" y="41550"/>
                </a:lnTo>
                <a:lnTo>
                  <a:pt x="107132" y="41550"/>
                </a:lnTo>
                <a:lnTo>
                  <a:pt x="107132" y="18580"/>
                </a:lnTo>
                <a:close/>
                <a:moveTo>
                  <a:pt x="97149" y="10862"/>
                </a:moveTo>
                <a:lnTo>
                  <a:pt x="97149" y="43168"/>
                </a:lnTo>
                <a:cubicBezTo>
                  <a:pt x="97149" y="48298"/>
                  <a:pt x="101309" y="52412"/>
                  <a:pt x="106393" y="52412"/>
                </a:cubicBezTo>
                <a:lnTo>
                  <a:pt x="138699" y="52412"/>
                </a:lnTo>
                <a:lnTo>
                  <a:pt x="138699" y="176274"/>
                </a:lnTo>
                <a:lnTo>
                  <a:pt x="10862" y="176274"/>
                </a:lnTo>
                <a:lnTo>
                  <a:pt x="10862" y="10862"/>
                </a:lnTo>
                <a:close/>
                <a:moveTo>
                  <a:pt x="9244" y="1"/>
                </a:moveTo>
                <a:cubicBezTo>
                  <a:pt x="4160" y="1"/>
                  <a:pt x="47" y="4161"/>
                  <a:pt x="0" y="9244"/>
                </a:cubicBezTo>
                <a:lnTo>
                  <a:pt x="0" y="177938"/>
                </a:lnTo>
                <a:cubicBezTo>
                  <a:pt x="0" y="183068"/>
                  <a:pt x="4160" y="187182"/>
                  <a:pt x="9244" y="187228"/>
                </a:cubicBezTo>
                <a:lnTo>
                  <a:pt x="140317" y="187228"/>
                </a:lnTo>
                <a:cubicBezTo>
                  <a:pt x="145400" y="187182"/>
                  <a:pt x="149560" y="183068"/>
                  <a:pt x="149560" y="177938"/>
                </a:cubicBezTo>
                <a:lnTo>
                  <a:pt x="149560" y="48575"/>
                </a:lnTo>
                <a:cubicBezTo>
                  <a:pt x="149560" y="46126"/>
                  <a:pt x="148589" y="43769"/>
                  <a:pt x="146879" y="42059"/>
                </a:cubicBezTo>
                <a:lnTo>
                  <a:pt x="107548" y="2728"/>
                </a:lnTo>
                <a:cubicBezTo>
                  <a:pt x="105792" y="971"/>
                  <a:pt x="103435" y="1"/>
                  <a:pt x="10098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7" name="Google Shape;1357;p176"/>
          <p:cNvSpPr/>
          <p:nvPr/>
        </p:nvSpPr>
        <p:spPr>
          <a:xfrm>
            <a:off x="2342353" y="4520896"/>
            <a:ext cx="54435" cy="54326"/>
          </a:xfrm>
          <a:custGeom>
            <a:rect b="b" l="l" r="r" t="t"/>
            <a:pathLst>
              <a:path extrusionOk="0" h="22971" w="23017">
                <a:moveTo>
                  <a:pt x="0" y="0"/>
                </a:moveTo>
                <a:lnTo>
                  <a:pt x="0" y="22970"/>
                </a:lnTo>
                <a:lnTo>
                  <a:pt x="23017" y="2297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8" name="Google Shape;1358;p176"/>
          <p:cNvSpPr/>
          <p:nvPr/>
        </p:nvSpPr>
        <p:spPr>
          <a:xfrm>
            <a:off x="2114672" y="4502643"/>
            <a:ext cx="302337" cy="391311"/>
          </a:xfrm>
          <a:custGeom>
            <a:rect b="b" l="l" r="r" t="t"/>
            <a:pathLst>
              <a:path extrusionOk="0" h="165459" w="127838">
                <a:moveTo>
                  <a:pt x="1" y="0"/>
                </a:moveTo>
                <a:lnTo>
                  <a:pt x="1" y="165459"/>
                </a:lnTo>
                <a:lnTo>
                  <a:pt x="127838" y="165459"/>
                </a:lnTo>
                <a:lnTo>
                  <a:pt x="127838" y="41596"/>
                </a:lnTo>
                <a:lnTo>
                  <a:pt x="95532" y="41596"/>
                </a:lnTo>
                <a:cubicBezTo>
                  <a:pt x="90448" y="41596"/>
                  <a:pt x="86288" y="37436"/>
                  <a:pt x="86288" y="32306"/>
                </a:cubicBezTo>
                <a:lnTo>
                  <a:pt x="8628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9" name="Google Shape;1359;p176"/>
          <p:cNvSpPr txBox="1"/>
          <p:nvPr/>
        </p:nvSpPr>
        <p:spPr>
          <a:xfrm>
            <a:off x="2049125" y="4492750"/>
            <a:ext cx="424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" sz="1400" u="none" cap="none" strike="noStrike">
                <a:solidFill>
                  <a:schemeClr val="dk2"/>
                </a:solidFill>
                <a:latin typeface="Inconsolata SemiBold"/>
                <a:ea typeface="Inconsolata SemiBold"/>
                <a:cs typeface="Inconsolata SemiBold"/>
                <a:sym typeface="Inconsolata SemiBold"/>
              </a:rPr>
              <a:t>A</a:t>
            </a:r>
            <a:endParaRPr b="0" i="1" sz="1400" u="none" cap="none" strike="noStrike">
              <a:solidFill>
                <a:schemeClr val="dk2"/>
              </a:solidFill>
              <a:latin typeface="Inconsolata SemiBold"/>
              <a:ea typeface="Inconsolata SemiBold"/>
              <a:cs typeface="Inconsolata SemiBold"/>
              <a:sym typeface="Inconsolata SemiBo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p177"/>
          <p:cNvSpPr txBox="1"/>
          <p:nvPr/>
        </p:nvSpPr>
        <p:spPr>
          <a:xfrm>
            <a:off x="450275" y="51200"/>
            <a:ext cx="81678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HTTP Methods</a:t>
            </a:r>
            <a:endParaRPr b="0" i="0" sz="2600" u="none" cap="none" strike="noStrike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365" name="Google Shape;1365;p177"/>
          <p:cNvSpPr txBox="1"/>
          <p:nvPr>
            <p:ph idx="4294967295" type="title"/>
          </p:nvPr>
        </p:nvSpPr>
        <p:spPr>
          <a:xfrm>
            <a:off x="450275" y="560950"/>
            <a:ext cx="8292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en" sz="1800"/>
              <a:t>There are various types of requests, known as </a:t>
            </a:r>
            <a:r>
              <a:rPr lang="en" sz="1800"/>
              <a:t>HTTP methods</a:t>
            </a:r>
            <a:r>
              <a:rPr b="0" lang="en" sz="1800"/>
              <a:t>, that indicate the specific actions between the client and server. For example:</a:t>
            </a:r>
            <a:endParaRPr b="0" sz="1800"/>
          </a:p>
        </p:txBody>
      </p:sp>
      <p:pic>
        <p:nvPicPr>
          <p:cNvPr id="1366" name="Google Shape;1366;p1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2025" y="3774376"/>
            <a:ext cx="1424624" cy="97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7" name="Google Shape;1367;p1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60607" y="3774376"/>
            <a:ext cx="1424624" cy="97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8" name="Google Shape;1368;p1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7982" y="3774376"/>
            <a:ext cx="1424624" cy="97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9" name="Google Shape;1369;p1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4037" y="1898225"/>
            <a:ext cx="1403665" cy="1403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0" name="Google Shape;1370;p17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71086" y="1898225"/>
            <a:ext cx="1403665" cy="1403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1" name="Google Shape;1371;p17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98461" y="1898225"/>
            <a:ext cx="1403665" cy="1403651"/>
          </a:xfrm>
          <a:prstGeom prst="rect">
            <a:avLst/>
          </a:prstGeom>
          <a:noFill/>
          <a:ln>
            <a:noFill/>
          </a:ln>
        </p:spPr>
      </p:pic>
      <p:sp>
        <p:nvSpPr>
          <p:cNvPr id="1372" name="Google Shape;1372;p177"/>
          <p:cNvSpPr txBox="1"/>
          <p:nvPr/>
        </p:nvSpPr>
        <p:spPr>
          <a:xfrm>
            <a:off x="243838" y="3204450"/>
            <a:ext cx="2924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“I’d like to see my friend’s </a:t>
            </a:r>
            <a:br>
              <a:rPr b="0" i="1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1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photos on Facebook.”</a:t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3" name="Google Shape;1373;p17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82700" y="3928950"/>
            <a:ext cx="446350" cy="44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4" name="Google Shape;1374;p17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783475" y="1410025"/>
            <a:ext cx="827450" cy="357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5" name="Google Shape;1375;p17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09550" y="1410025"/>
            <a:ext cx="827450" cy="357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6" name="Google Shape;1376;p177"/>
          <p:cNvSpPr txBox="1"/>
          <p:nvPr/>
        </p:nvSpPr>
        <p:spPr>
          <a:xfrm>
            <a:off x="243850" y="1525850"/>
            <a:ext cx="2924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A user can request data </a:t>
            </a:r>
            <a:br>
              <a:rPr b="0" i="0" lang="en" sz="16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</a:br>
            <a:r>
              <a:rPr b="0" i="0" lang="en" sz="1600" u="none" cap="none" strike="noStrike">
                <a:solidFill>
                  <a:schemeClr val="dk2"/>
                </a:solidFill>
                <a:highlight>
                  <a:schemeClr val="accent1"/>
                </a:highlight>
                <a:latin typeface="Roboto Medium"/>
                <a:ea typeface="Roboto Medium"/>
                <a:cs typeface="Roboto Medium"/>
                <a:sym typeface="Roboto Medium"/>
              </a:rPr>
              <a:t> from </a:t>
            </a:r>
            <a:r>
              <a:rPr b="0" i="0" lang="en" sz="16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 a server.</a:t>
            </a:r>
            <a:endParaRPr b="0" i="0" sz="1600" u="none" cap="none" strike="noStrike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377" name="Google Shape;1377;p177"/>
          <p:cNvSpPr txBox="1"/>
          <p:nvPr/>
        </p:nvSpPr>
        <p:spPr>
          <a:xfrm>
            <a:off x="3110869" y="3204450"/>
            <a:ext cx="2924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“Here are my credentials </a:t>
            </a:r>
            <a:br>
              <a:rPr b="0" i="1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1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for my LinkedIn account.”</a:t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8" name="Google Shape;1378;p177"/>
          <p:cNvSpPr txBox="1"/>
          <p:nvPr/>
        </p:nvSpPr>
        <p:spPr>
          <a:xfrm>
            <a:off x="3110869" y="1525850"/>
            <a:ext cx="2924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A user can give data </a:t>
            </a:r>
            <a:br>
              <a:rPr b="0" i="0" lang="en" sz="16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</a:br>
            <a:r>
              <a:rPr b="0" i="0" lang="en" sz="1600" u="none" cap="none" strike="noStrike">
                <a:solidFill>
                  <a:schemeClr val="dk2"/>
                </a:solidFill>
                <a:highlight>
                  <a:schemeClr val="accent1"/>
                </a:highlight>
                <a:latin typeface="Roboto Medium"/>
                <a:ea typeface="Roboto Medium"/>
                <a:cs typeface="Roboto Medium"/>
                <a:sym typeface="Roboto Medium"/>
              </a:rPr>
              <a:t> to </a:t>
            </a:r>
            <a:r>
              <a:rPr b="0" i="0" lang="en" sz="16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 a server.</a:t>
            </a:r>
            <a:endParaRPr b="0" i="0" sz="1600" u="none" cap="none" strike="noStrike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379" name="Google Shape;1379;p17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63325" y="3941276"/>
            <a:ext cx="417700" cy="42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0" name="Google Shape;1380;p177"/>
          <p:cNvSpPr txBox="1"/>
          <p:nvPr/>
        </p:nvSpPr>
        <p:spPr>
          <a:xfrm>
            <a:off x="6038244" y="3204450"/>
            <a:ext cx="2924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“I'd like to reset my </a:t>
            </a:r>
            <a:br>
              <a:rPr b="0" i="1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1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Zoom password.”</a:t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1" name="Google Shape;1381;p177"/>
          <p:cNvSpPr txBox="1"/>
          <p:nvPr/>
        </p:nvSpPr>
        <p:spPr>
          <a:xfrm>
            <a:off x="6038244" y="1525850"/>
            <a:ext cx="2924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A user can update data </a:t>
            </a:r>
            <a:br>
              <a:rPr b="0" i="0" lang="en" sz="16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</a:br>
            <a:r>
              <a:rPr b="0" i="0" lang="en" sz="1600" u="none" cap="none" strike="noStrike">
                <a:solidFill>
                  <a:schemeClr val="dk2"/>
                </a:solidFill>
                <a:highlight>
                  <a:schemeClr val="accent1"/>
                </a:highlight>
                <a:latin typeface="Roboto Medium"/>
                <a:ea typeface="Roboto Medium"/>
                <a:cs typeface="Roboto Medium"/>
                <a:sym typeface="Roboto Medium"/>
              </a:rPr>
              <a:t> on </a:t>
            </a:r>
            <a:r>
              <a:rPr b="0" i="0" lang="en" sz="16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 a server.</a:t>
            </a:r>
            <a:endParaRPr b="0" i="0" sz="1600" u="none" cap="none" strike="noStrike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382" name="Google Shape;1382;p17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273100" y="3928950"/>
            <a:ext cx="446351" cy="446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p178"/>
          <p:cNvSpPr txBox="1"/>
          <p:nvPr/>
        </p:nvSpPr>
        <p:spPr>
          <a:xfrm>
            <a:off x="450275" y="51200"/>
            <a:ext cx="8182800" cy="7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HTTP Request Methods</a:t>
            </a:r>
            <a:endParaRPr b="1" i="1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There are various HTTP request methods: 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388" name="Google Shape;1388;p178"/>
          <p:cNvGraphicFramePr/>
          <p:nvPr/>
        </p:nvGraphicFramePr>
        <p:xfrm>
          <a:off x="331738" y="11691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{E5EB5CCE-B9DB-4B22-BA88-9AF99CADAD0D}</a:tableStyleId>
              </a:tblPr>
              <a:tblGrid>
                <a:gridCol w="1672950"/>
                <a:gridCol w="68243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lt1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HTTP Method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0" marB="0" marR="137150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lt1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Description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0" marB="0" marR="91425" marL="13715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lt1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GET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137150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Requests data </a:t>
                      </a:r>
                      <a:r>
                        <a:rPr lang="en" sz="1800" u="none" cap="none" strike="noStrike">
                          <a:solidFill>
                            <a:schemeClr val="dk2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from</a:t>
                      </a:r>
                      <a:r>
                        <a:rPr i="1" lang="en" sz="18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" sz="18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 server. </a:t>
                      </a:r>
                      <a:endParaRPr sz="18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371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lt1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HEAD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137150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Identical to GET, but the server does not send the response body.</a:t>
                      </a:r>
                      <a:endParaRPr sz="18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371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lt1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POST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137150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Sends data </a:t>
                      </a:r>
                      <a:r>
                        <a:rPr lang="en" sz="1800" u="none" cap="none" strike="noStrike">
                          <a:solidFill>
                            <a:schemeClr val="dk2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to</a:t>
                      </a:r>
                      <a:r>
                        <a:rPr i="1" lang="en" sz="18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" sz="18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 source, often changing or updating a server. </a:t>
                      </a:r>
                      <a:endParaRPr sz="18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371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lt1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PUT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137150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Replaces current data with the new value. </a:t>
                      </a:r>
                      <a:endParaRPr sz="18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371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lt1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DELETE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137150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Deletes a specified resource. </a:t>
                      </a:r>
                      <a:endParaRPr sz="18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371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lt1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CONNECT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137150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Establishes a tunnel to the server.</a:t>
                      </a:r>
                      <a:endParaRPr sz="18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371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lt1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OPTIONS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137150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Lists the communication options for a target resource.</a:t>
                      </a:r>
                      <a:endParaRPr sz="18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371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179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 Requests and Responses</a:t>
            </a:r>
            <a:endParaRPr/>
          </a:p>
        </p:txBody>
      </p:sp>
      <p:sp>
        <p:nvSpPr>
          <p:cNvPr id="1394" name="Google Shape;1394;p17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 Request Methods</a:t>
            </a:r>
            <a:endParaRPr/>
          </a:p>
        </p:txBody>
      </p:sp>
      <p:pic>
        <p:nvPicPr>
          <p:cNvPr id="1395" name="Google Shape;1395;p1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100" y="248900"/>
            <a:ext cx="429550" cy="47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6" name="Google Shape;1396;p179"/>
          <p:cNvSpPr txBox="1"/>
          <p:nvPr/>
        </p:nvSpPr>
        <p:spPr>
          <a:xfrm>
            <a:off x="361950" y="1434050"/>
            <a:ext cx="3848100" cy="28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GET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Requests</a:t>
            </a:r>
            <a:b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Requests data </a:t>
            </a:r>
            <a:r>
              <a:rPr b="1" lang="en" sz="1800" u="sng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from</a:t>
            </a: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a server. 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When you open a browser and go 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 amazon.com, the HTTP client (your browser) asks to GET the 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data that the URL (amazon.com) points to. That data is the webpage.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97" name="Google Shape;1397;p1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6300" y="1266325"/>
            <a:ext cx="3978601" cy="313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180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 Requests and Responses</a:t>
            </a:r>
            <a:endParaRPr/>
          </a:p>
        </p:txBody>
      </p:sp>
      <p:sp>
        <p:nvSpPr>
          <p:cNvPr id="1403" name="Google Shape;1403;p180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 Request Methods</a:t>
            </a:r>
            <a:endParaRPr/>
          </a:p>
        </p:txBody>
      </p:sp>
      <p:pic>
        <p:nvPicPr>
          <p:cNvPr id="1404" name="Google Shape;1404;p1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100" y="248900"/>
            <a:ext cx="429550" cy="47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5" name="Google Shape;1405;p180"/>
          <p:cNvSpPr txBox="1"/>
          <p:nvPr/>
        </p:nvSpPr>
        <p:spPr>
          <a:xfrm>
            <a:off x="4640200" y="1437600"/>
            <a:ext cx="3886200" cy="26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POST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Requests</a:t>
            </a:r>
            <a:b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Sends data to a source, often changing or updating a server. Once your browser goes to amazon.com, you log in to your Amazon account. The client sends a POST request that contains your credentials for logging in.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06" name="Google Shape;1406;p1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525" y="1418099"/>
            <a:ext cx="3997499" cy="315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181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"/>
                <a:ea typeface="Roboto"/>
                <a:cs typeface="Roboto"/>
                <a:sym typeface="Roboto"/>
              </a:rPr>
              <a:t>Anatomy of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HTTP Requests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and Responses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12" name="Google Shape;1412;p1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56374" y="1462076"/>
            <a:ext cx="1031250" cy="114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6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p182"/>
          <p:cNvSpPr txBox="1"/>
          <p:nvPr/>
        </p:nvSpPr>
        <p:spPr>
          <a:xfrm>
            <a:off x="360093" y="51200"/>
            <a:ext cx="8122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Anatomy of a GET Request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8" name="Google Shape;1418;p182"/>
          <p:cNvSpPr/>
          <p:nvPr/>
        </p:nvSpPr>
        <p:spPr>
          <a:xfrm>
            <a:off x="315450" y="753125"/>
            <a:ext cx="5391300" cy="3976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182875" spcFirstLastPara="1" rIns="91425" wrap="square" tIns="182875">
            <a:noAutofit/>
          </a:bodyPr>
          <a:lstStyle/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GET /js/analytics.js HTTP/1.1</a:t>
            </a:r>
            <a:endParaRPr b="0" i="0" sz="24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Host: www.target-server.com</a:t>
            </a:r>
            <a:endParaRPr b="0" i="0" sz="24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Connection: keep-alive</a:t>
            </a:r>
            <a:endParaRPr b="0" i="0" sz="24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Upgrade-Insecure-Request: 1</a:t>
            </a:r>
            <a:endParaRPr b="0" i="0" sz="24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Accept: text/js, text/html, */*</a:t>
            </a:r>
            <a:endParaRPr b="0" i="0" sz="24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Accept-Language: en-us</a:t>
            </a:r>
            <a:endParaRPr b="0" i="0" sz="24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Accept-Encoding: gzip, deflate</a:t>
            </a:r>
            <a:endParaRPr b="0" i="0" sz="24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User-Agent: Mozilla/4.0</a:t>
            </a:r>
            <a:endParaRPr b="0" i="0" sz="24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1419" name="Google Shape;1419;p182"/>
          <p:cNvSpPr txBox="1"/>
          <p:nvPr/>
        </p:nvSpPr>
        <p:spPr>
          <a:xfrm>
            <a:off x="6232225" y="929300"/>
            <a:ext cx="2907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Request line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0" name="Google Shape;1420;p182"/>
          <p:cNvSpPr txBox="1"/>
          <p:nvPr/>
        </p:nvSpPr>
        <p:spPr>
          <a:xfrm>
            <a:off x="6232225" y="3948200"/>
            <a:ext cx="290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Whitespace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1" name="Google Shape;1421;p182"/>
          <p:cNvCxnSpPr/>
          <p:nvPr/>
        </p:nvCxnSpPr>
        <p:spPr>
          <a:xfrm>
            <a:off x="6006100" y="2627800"/>
            <a:ext cx="22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2" name="Google Shape;1422;p182"/>
          <p:cNvCxnSpPr/>
          <p:nvPr/>
        </p:nvCxnSpPr>
        <p:spPr>
          <a:xfrm flipH="1" rot="10800000">
            <a:off x="5261125" y="4161350"/>
            <a:ext cx="7425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1423" name="Google Shape;1423;p182"/>
          <p:cNvCxnSpPr/>
          <p:nvPr/>
        </p:nvCxnSpPr>
        <p:spPr>
          <a:xfrm flipH="1" rot="10800000">
            <a:off x="5261125" y="3743275"/>
            <a:ext cx="742500" cy="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1424" name="Google Shape;1424;p182"/>
          <p:cNvCxnSpPr/>
          <p:nvPr/>
        </p:nvCxnSpPr>
        <p:spPr>
          <a:xfrm flipH="1" rot="10800000">
            <a:off x="5261125" y="1505025"/>
            <a:ext cx="7425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1425" name="Google Shape;1425;p182"/>
          <p:cNvCxnSpPr/>
          <p:nvPr/>
        </p:nvCxnSpPr>
        <p:spPr>
          <a:xfrm>
            <a:off x="6003625" y="1499875"/>
            <a:ext cx="0" cy="224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6" name="Google Shape;1426;p182"/>
          <p:cNvSpPr txBox="1"/>
          <p:nvPr/>
        </p:nvSpPr>
        <p:spPr>
          <a:xfrm>
            <a:off x="6232225" y="2412275"/>
            <a:ext cx="290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Headers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7" name="Google Shape;1427;p182"/>
          <p:cNvCxnSpPr/>
          <p:nvPr/>
        </p:nvCxnSpPr>
        <p:spPr>
          <a:xfrm flipH="1" rot="10800000">
            <a:off x="5261125" y="1120550"/>
            <a:ext cx="7425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1428" name="Google Shape;1428;p182"/>
          <p:cNvCxnSpPr/>
          <p:nvPr/>
        </p:nvCxnSpPr>
        <p:spPr>
          <a:xfrm>
            <a:off x="270975" y="3991700"/>
            <a:ext cx="59949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429" name="Google Shape;1429;p182"/>
          <p:cNvSpPr txBox="1"/>
          <p:nvPr/>
        </p:nvSpPr>
        <p:spPr>
          <a:xfrm>
            <a:off x="6232225" y="4370225"/>
            <a:ext cx="290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Request body </a:t>
            </a:r>
            <a:r>
              <a:rPr b="0" i="1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(optional) </a:t>
            </a:r>
            <a:endParaRPr b="0" i="1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30" name="Google Shape;1430;p182"/>
          <p:cNvCxnSpPr/>
          <p:nvPr/>
        </p:nvCxnSpPr>
        <p:spPr>
          <a:xfrm flipH="1" rot="10800000">
            <a:off x="5261125" y="4583375"/>
            <a:ext cx="7425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sm" w="sm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183"/>
          <p:cNvSpPr txBox="1"/>
          <p:nvPr/>
        </p:nvSpPr>
        <p:spPr>
          <a:xfrm>
            <a:off x="360093" y="51200"/>
            <a:ext cx="8122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Anatomy of a GET Request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6" name="Google Shape;1436;p183"/>
          <p:cNvSpPr/>
          <p:nvPr/>
        </p:nvSpPr>
        <p:spPr>
          <a:xfrm>
            <a:off x="315450" y="753125"/>
            <a:ext cx="5391300" cy="3976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182875" spcFirstLastPara="1" rIns="91425" wrap="square" tIns="182875">
            <a:noAutofit/>
          </a:bodyPr>
          <a:lstStyle/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highlight>
                  <a:schemeClr val="accent1"/>
                </a:highlight>
                <a:latin typeface="Inconsolata"/>
                <a:ea typeface="Inconsolata"/>
                <a:cs typeface="Inconsolata"/>
                <a:sym typeface="Inconsolata"/>
              </a:rPr>
              <a:t>GET /js/analytics.js HTTP/1.1</a:t>
            </a:r>
            <a:endParaRPr b="0" i="0" sz="2400" u="none" cap="none" strike="noStrike">
              <a:solidFill>
                <a:schemeClr val="dk2"/>
              </a:solidFill>
              <a:highlight>
                <a:schemeClr val="accent1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Host: www.target-server.com</a:t>
            </a:r>
            <a:endParaRPr b="0" i="0" sz="24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Connection: keep-alive</a:t>
            </a:r>
            <a:endParaRPr b="0" i="0" sz="24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Upgrade-Insecure-Request: 1</a:t>
            </a:r>
            <a:endParaRPr b="0" i="0" sz="24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Accept: text/js, text/html, */*</a:t>
            </a:r>
            <a:endParaRPr b="0" i="0" sz="24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Accept-Language: en-us</a:t>
            </a:r>
            <a:endParaRPr b="0" i="0" sz="24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Accept-Encoding: gzip, deflate</a:t>
            </a:r>
            <a:endParaRPr b="0" i="0" sz="24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User-Agent: Mozilla/4.0</a:t>
            </a:r>
            <a:endParaRPr b="0" i="0" sz="24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1437" name="Google Shape;1437;p183"/>
          <p:cNvSpPr txBox="1"/>
          <p:nvPr/>
        </p:nvSpPr>
        <p:spPr>
          <a:xfrm>
            <a:off x="6232225" y="3948200"/>
            <a:ext cx="290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Whitespace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38" name="Google Shape;1438;p183"/>
          <p:cNvCxnSpPr/>
          <p:nvPr/>
        </p:nvCxnSpPr>
        <p:spPr>
          <a:xfrm>
            <a:off x="6006100" y="2627800"/>
            <a:ext cx="226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9" name="Google Shape;1439;p183"/>
          <p:cNvCxnSpPr/>
          <p:nvPr/>
        </p:nvCxnSpPr>
        <p:spPr>
          <a:xfrm flipH="1" rot="10800000">
            <a:off x="5261125" y="4161350"/>
            <a:ext cx="7425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1440" name="Google Shape;1440;p183"/>
          <p:cNvCxnSpPr/>
          <p:nvPr/>
        </p:nvCxnSpPr>
        <p:spPr>
          <a:xfrm flipH="1" rot="10800000">
            <a:off x="5261125" y="3743275"/>
            <a:ext cx="7425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1441" name="Google Shape;1441;p183"/>
          <p:cNvCxnSpPr/>
          <p:nvPr/>
        </p:nvCxnSpPr>
        <p:spPr>
          <a:xfrm flipH="1" rot="10800000">
            <a:off x="5261125" y="1505025"/>
            <a:ext cx="742500" cy="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1442" name="Google Shape;1442;p183"/>
          <p:cNvCxnSpPr/>
          <p:nvPr/>
        </p:nvCxnSpPr>
        <p:spPr>
          <a:xfrm>
            <a:off x="6003625" y="1499875"/>
            <a:ext cx="0" cy="224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3" name="Google Shape;1443;p183"/>
          <p:cNvSpPr txBox="1"/>
          <p:nvPr/>
        </p:nvSpPr>
        <p:spPr>
          <a:xfrm>
            <a:off x="6232225" y="2412275"/>
            <a:ext cx="290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Headers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44" name="Google Shape;1444;p183"/>
          <p:cNvCxnSpPr/>
          <p:nvPr/>
        </p:nvCxnSpPr>
        <p:spPr>
          <a:xfrm flipH="1" rot="10800000">
            <a:off x="5261125" y="1120550"/>
            <a:ext cx="7425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1445" name="Google Shape;1445;p183"/>
          <p:cNvCxnSpPr/>
          <p:nvPr/>
        </p:nvCxnSpPr>
        <p:spPr>
          <a:xfrm>
            <a:off x="270975" y="3991700"/>
            <a:ext cx="59949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446" name="Google Shape;1446;p183"/>
          <p:cNvSpPr txBox="1"/>
          <p:nvPr/>
        </p:nvSpPr>
        <p:spPr>
          <a:xfrm>
            <a:off x="6232225" y="4370225"/>
            <a:ext cx="290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Request body </a:t>
            </a:r>
            <a:r>
              <a:rPr b="0" i="1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(optional) </a:t>
            </a:r>
            <a:endParaRPr b="0" i="1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47" name="Google Shape;1447;p183"/>
          <p:cNvCxnSpPr/>
          <p:nvPr/>
        </p:nvCxnSpPr>
        <p:spPr>
          <a:xfrm flipH="1" rot="10800000">
            <a:off x="5261125" y="4583375"/>
            <a:ext cx="7425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sm" w="sm" type="none"/>
          </a:ln>
        </p:spPr>
      </p:cxnSp>
      <p:sp>
        <p:nvSpPr>
          <p:cNvPr id="1448" name="Google Shape;1448;p183"/>
          <p:cNvSpPr txBox="1"/>
          <p:nvPr/>
        </p:nvSpPr>
        <p:spPr>
          <a:xfrm>
            <a:off x="6232225" y="863200"/>
            <a:ext cx="3052200" cy="16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highlight>
                  <a:schemeClr val="accent1"/>
                </a:highlight>
                <a:latin typeface="Roboto"/>
                <a:ea typeface="Roboto"/>
                <a:cs typeface="Roboto"/>
                <a:sym typeface="Roboto"/>
              </a:rPr>
              <a:t>Request line</a:t>
            </a:r>
            <a:endParaRPr b="1" i="0" sz="1800" u="none" cap="none" strike="noStrike">
              <a:solidFill>
                <a:schemeClr val="dk2"/>
              </a:solidFill>
              <a:highlight>
                <a:schemeClr val="accen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173990" lvl="0" marL="320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i="0" lang="en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Contains the request method, the name of the requested resource, and the version of HTTP in use.</a:t>
            </a:r>
            <a:endParaRPr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73990" lvl="0" marL="32004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i="0" lang="en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Can also contain query parameters, which the client can use to send data to the server.</a:t>
            </a:r>
            <a:endParaRPr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2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p184"/>
          <p:cNvSpPr txBox="1"/>
          <p:nvPr/>
        </p:nvSpPr>
        <p:spPr>
          <a:xfrm>
            <a:off x="360093" y="51200"/>
            <a:ext cx="8122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Anatomy of a GET Request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4" name="Google Shape;1454;p184"/>
          <p:cNvSpPr/>
          <p:nvPr/>
        </p:nvSpPr>
        <p:spPr>
          <a:xfrm>
            <a:off x="315450" y="753125"/>
            <a:ext cx="5391300" cy="3976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182875" spcFirstLastPara="1" rIns="91425" wrap="square" tIns="182875">
            <a:noAutofit/>
          </a:bodyPr>
          <a:lstStyle/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GET /js/analytics.js HTTP/1.1</a:t>
            </a:r>
            <a:endParaRPr b="0" i="0" sz="24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highlight>
                  <a:schemeClr val="accent1"/>
                </a:highlight>
                <a:latin typeface="Inconsolata"/>
                <a:ea typeface="Inconsolata"/>
                <a:cs typeface="Inconsolata"/>
                <a:sym typeface="Inconsolata"/>
              </a:rPr>
              <a:t>Host: www.target-server.com</a:t>
            </a:r>
            <a:endParaRPr b="0" i="0" sz="2400" u="none" cap="none" strike="noStrike">
              <a:solidFill>
                <a:schemeClr val="dk2"/>
              </a:solidFill>
              <a:highlight>
                <a:schemeClr val="accent1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highlight>
                  <a:schemeClr val="accent1"/>
                </a:highlight>
                <a:latin typeface="Inconsolata"/>
                <a:ea typeface="Inconsolata"/>
                <a:cs typeface="Inconsolata"/>
                <a:sym typeface="Inconsolata"/>
              </a:rPr>
              <a:t>Connection: keep-alive</a:t>
            </a:r>
            <a:endParaRPr b="0" i="0" sz="2400" u="none" cap="none" strike="noStrike">
              <a:solidFill>
                <a:schemeClr val="dk2"/>
              </a:solidFill>
              <a:highlight>
                <a:schemeClr val="accent1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highlight>
                  <a:schemeClr val="accent1"/>
                </a:highlight>
                <a:latin typeface="Inconsolata"/>
                <a:ea typeface="Inconsolata"/>
                <a:cs typeface="Inconsolata"/>
                <a:sym typeface="Inconsolata"/>
              </a:rPr>
              <a:t>Upgrade-Insecure-Request: 1</a:t>
            </a:r>
            <a:endParaRPr b="0" i="0" sz="2400" u="none" cap="none" strike="noStrike">
              <a:solidFill>
                <a:schemeClr val="dk2"/>
              </a:solidFill>
              <a:highlight>
                <a:schemeClr val="accent1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highlight>
                  <a:schemeClr val="accent1"/>
                </a:highlight>
                <a:latin typeface="Inconsolata"/>
                <a:ea typeface="Inconsolata"/>
                <a:cs typeface="Inconsolata"/>
                <a:sym typeface="Inconsolata"/>
              </a:rPr>
              <a:t>Accept: text/js, text/html, */*</a:t>
            </a:r>
            <a:endParaRPr b="0" i="0" sz="2400" u="none" cap="none" strike="noStrike">
              <a:solidFill>
                <a:schemeClr val="dk2"/>
              </a:solidFill>
              <a:highlight>
                <a:schemeClr val="accent1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highlight>
                  <a:schemeClr val="accent1"/>
                </a:highlight>
                <a:latin typeface="Inconsolata"/>
                <a:ea typeface="Inconsolata"/>
                <a:cs typeface="Inconsolata"/>
                <a:sym typeface="Inconsolata"/>
              </a:rPr>
              <a:t>Accept-Language: en-us</a:t>
            </a:r>
            <a:endParaRPr b="0" i="0" sz="2400" u="none" cap="none" strike="noStrike">
              <a:solidFill>
                <a:schemeClr val="dk2"/>
              </a:solidFill>
              <a:highlight>
                <a:schemeClr val="accent1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highlight>
                  <a:schemeClr val="accent1"/>
                </a:highlight>
                <a:latin typeface="Inconsolata"/>
                <a:ea typeface="Inconsolata"/>
                <a:cs typeface="Inconsolata"/>
                <a:sym typeface="Inconsolata"/>
              </a:rPr>
              <a:t>Accept-Encoding: gzip, deflate</a:t>
            </a:r>
            <a:endParaRPr b="0" i="0" sz="2400" u="none" cap="none" strike="noStrike">
              <a:solidFill>
                <a:schemeClr val="dk2"/>
              </a:solidFill>
              <a:highlight>
                <a:schemeClr val="accent1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highlight>
                  <a:schemeClr val="accent1"/>
                </a:highlight>
                <a:latin typeface="Inconsolata"/>
                <a:ea typeface="Inconsolata"/>
                <a:cs typeface="Inconsolata"/>
                <a:sym typeface="Inconsolata"/>
              </a:rPr>
              <a:t>User-Agent: Mozilla/4.0</a:t>
            </a:r>
            <a:endParaRPr b="0" i="0" sz="2400" u="none" cap="none" strike="noStrike">
              <a:solidFill>
                <a:schemeClr val="dk2"/>
              </a:solidFill>
              <a:highlight>
                <a:schemeClr val="accent1"/>
              </a:highlight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1455" name="Google Shape;1455;p184"/>
          <p:cNvSpPr txBox="1"/>
          <p:nvPr/>
        </p:nvSpPr>
        <p:spPr>
          <a:xfrm>
            <a:off x="6232225" y="929300"/>
            <a:ext cx="2907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Request line</a:t>
            </a:r>
            <a:endParaRPr b="0"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6" name="Google Shape;1456;p184"/>
          <p:cNvSpPr txBox="1"/>
          <p:nvPr/>
        </p:nvSpPr>
        <p:spPr>
          <a:xfrm>
            <a:off x="6232225" y="3948200"/>
            <a:ext cx="290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Whitespace</a:t>
            </a:r>
            <a:endParaRPr b="0"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57" name="Google Shape;1457;p184"/>
          <p:cNvCxnSpPr/>
          <p:nvPr/>
        </p:nvCxnSpPr>
        <p:spPr>
          <a:xfrm>
            <a:off x="6006100" y="2627800"/>
            <a:ext cx="226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8" name="Google Shape;1458;p184"/>
          <p:cNvCxnSpPr/>
          <p:nvPr/>
        </p:nvCxnSpPr>
        <p:spPr>
          <a:xfrm flipH="1" rot="10800000">
            <a:off x="5261125" y="4161350"/>
            <a:ext cx="7425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1459" name="Google Shape;1459;p184"/>
          <p:cNvCxnSpPr/>
          <p:nvPr/>
        </p:nvCxnSpPr>
        <p:spPr>
          <a:xfrm flipH="1" rot="10800000">
            <a:off x="5261125" y="3743275"/>
            <a:ext cx="742500" cy="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1460" name="Google Shape;1460;p184"/>
          <p:cNvCxnSpPr/>
          <p:nvPr/>
        </p:nvCxnSpPr>
        <p:spPr>
          <a:xfrm flipH="1" rot="10800000">
            <a:off x="5261125" y="1505025"/>
            <a:ext cx="7425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1461" name="Google Shape;1461;p184"/>
          <p:cNvCxnSpPr/>
          <p:nvPr/>
        </p:nvCxnSpPr>
        <p:spPr>
          <a:xfrm>
            <a:off x="6003625" y="1499875"/>
            <a:ext cx="0" cy="224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2" name="Google Shape;1462;p184"/>
          <p:cNvCxnSpPr/>
          <p:nvPr/>
        </p:nvCxnSpPr>
        <p:spPr>
          <a:xfrm flipH="1" rot="10800000">
            <a:off x="5261125" y="1120550"/>
            <a:ext cx="7425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1463" name="Google Shape;1463;p184"/>
          <p:cNvCxnSpPr/>
          <p:nvPr/>
        </p:nvCxnSpPr>
        <p:spPr>
          <a:xfrm>
            <a:off x="270975" y="3991700"/>
            <a:ext cx="59949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464" name="Google Shape;1464;p184"/>
          <p:cNvSpPr txBox="1"/>
          <p:nvPr/>
        </p:nvSpPr>
        <p:spPr>
          <a:xfrm>
            <a:off x="6232225" y="4370225"/>
            <a:ext cx="290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Request body </a:t>
            </a:r>
            <a:r>
              <a:rPr b="0" i="1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(optional) </a:t>
            </a:r>
            <a:endParaRPr b="0" i="1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5" name="Google Shape;1465;p184"/>
          <p:cNvCxnSpPr/>
          <p:nvPr/>
        </p:nvCxnSpPr>
        <p:spPr>
          <a:xfrm flipH="1" rot="10800000">
            <a:off x="5261125" y="4583375"/>
            <a:ext cx="7425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sm" w="sm" type="none"/>
          </a:ln>
        </p:spPr>
      </p:cxnSp>
      <p:sp>
        <p:nvSpPr>
          <p:cNvPr id="1466" name="Google Shape;1466;p184"/>
          <p:cNvSpPr txBox="1"/>
          <p:nvPr/>
        </p:nvSpPr>
        <p:spPr>
          <a:xfrm>
            <a:off x="6232225" y="1404800"/>
            <a:ext cx="2907000" cy="26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2"/>
                </a:solidFill>
                <a:highlight>
                  <a:schemeClr val="accent1"/>
                </a:highlight>
                <a:latin typeface="Roboto"/>
                <a:ea typeface="Roboto"/>
                <a:cs typeface="Roboto"/>
                <a:sym typeface="Roboto"/>
              </a:rPr>
              <a:t>Headers</a:t>
            </a:r>
            <a:endParaRPr b="1" i="0" sz="1600" u="none" cap="none" strike="noStrike">
              <a:solidFill>
                <a:schemeClr val="dk2"/>
              </a:solidFill>
              <a:highlight>
                <a:schemeClr val="accen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173990" lvl="0" marL="320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i="0" lang="en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Contain additional details about the requested resource. </a:t>
            </a:r>
            <a:endParaRPr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73990" lvl="0" marL="32004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i="0" lang="en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Contain many actions with security implications, like authentication and remembering user resources.</a:t>
            </a:r>
            <a:endParaRPr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73990" lvl="0" marL="32004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i="0" lang="en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You don’t have to remember every type of header. We’ll cover some of the most important ones in class.</a:t>
            </a:r>
            <a:endParaRPr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185"/>
          <p:cNvSpPr txBox="1"/>
          <p:nvPr/>
        </p:nvSpPr>
        <p:spPr>
          <a:xfrm>
            <a:off x="360093" y="51200"/>
            <a:ext cx="8122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Anatomy of a GET Request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2" name="Google Shape;1472;p185"/>
          <p:cNvSpPr/>
          <p:nvPr/>
        </p:nvSpPr>
        <p:spPr>
          <a:xfrm>
            <a:off x="315450" y="753125"/>
            <a:ext cx="5391300" cy="3976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182875" spcFirstLastPara="1" rIns="91425" wrap="square" tIns="182875">
            <a:noAutofit/>
          </a:bodyPr>
          <a:lstStyle/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GET /js/analytics.js HTTP/1.1</a:t>
            </a:r>
            <a:endParaRPr b="0" i="0" sz="24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Host: www.target-server.com</a:t>
            </a:r>
            <a:endParaRPr b="0" i="0" sz="24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Connection: keep-alive</a:t>
            </a:r>
            <a:endParaRPr b="0" i="0" sz="24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Upgrade-Insecure-Request: 1</a:t>
            </a:r>
            <a:endParaRPr b="0" i="0" sz="24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Accept: text/js, text/html, */*</a:t>
            </a:r>
            <a:endParaRPr b="0" i="0" sz="24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Accept-Language: en-us</a:t>
            </a:r>
            <a:endParaRPr b="0" i="0" sz="24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Accept-Encoding: gzip, deflate</a:t>
            </a:r>
            <a:endParaRPr b="0" i="0" sz="24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User-Agent: Mozilla/4.0</a:t>
            </a:r>
            <a:endParaRPr b="0" i="0" sz="24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1473" name="Google Shape;1473;p185"/>
          <p:cNvSpPr txBox="1"/>
          <p:nvPr/>
        </p:nvSpPr>
        <p:spPr>
          <a:xfrm>
            <a:off x="6232225" y="929300"/>
            <a:ext cx="2907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Request line</a:t>
            </a:r>
            <a:endParaRPr b="0"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74" name="Google Shape;1474;p185"/>
          <p:cNvCxnSpPr/>
          <p:nvPr/>
        </p:nvCxnSpPr>
        <p:spPr>
          <a:xfrm>
            <a:off x="6006100" y="2627800"/>
            <a:ext cx="22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75" name="Google Shape;1475;p185"/>
          <p:cNvCxnSpPr/>
          <p:nvPr/>
        </p:nvCxnSpPr>
        <p:spPr>
          <a:xfrm flipH="1" rot="10800000">
            <a:off x="5261125" y="4161350"/>
            <a:ext cx="742500" cy="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1476" name="Google Shape;1476;p185"/>
          <p:cNvCxnSpPr/>
          <p:nvPr/>
        </p:nvCxnSpPr>
        <p:spPr>
          <a:xfrm flipH="1" rot="10800000">
            <a:off x="5261125" y="3743275"/>
            <a:ext cx="742500" cy="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1477" name="Google Shape;1477;p185"/>
          <p:cNvCxnSpPr/>
          <p:nvPr/>
        </p:nvCxnSpPr>
        <p:spPr>
          <a:xfrm flipH="1" rot="10800000">
            <a:off x="5261125" y="1505025"/>
            <a:ext cx="742500" cy="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1478" name="Google Shape;1478;p185"/>
          <p:cNvCxnSpPr/>
          <p:nvPr/>
        </p:nvCxnSpPr>
        <p:spPr>
          <a:xfrm>
            <a:off x="6003625" y="1499875"/>
            <a:ext cx="0" cy="2248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9" name="Google Shape;1479;p185"/>
          <p:cNvSpPr txBox="1"/>
          <p:nvPr/>
        </p:nvSpPr>
        <p:spPr>
          <a:xfrm>
            <a:off x="6232225" y="2412275"/>
            <a:ext cx="290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Headers</a:t>
            </a:r>
            <a:endParaRPr b="0"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80" name="Google Shape;1480;p185"/>
          <p:cNvCxnSpPr/>
          <p:nvPr/>
        </p:nvCxnSpPr>
        <p:spPr>
          <a:xfrm flipH="1" rot="10800000">
            <a:off x="5261125" y="1120550"/>
            <a:ext cx="742500" cy="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1481" name="Google Shape;1481;p185"/>
          <p:cNvCxnSpPr/>
          <p:nvPr/>
        </p:nvCxnSpPr>
        <p:spPr>
          <a:xfrm>
            <a:off x="270975" y="3991700"/>
            <a:ext cx="59949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482" name="Google Shape;1482;p185"/>
          <p:cNvSpPr txBox="1"/>
          <p:nvPr/>
        </p:nvSpPr>
        <p:spPr>
          <a:xfrm>
            <a:off x="6232225" y="4370225"/>
            <a:ext cx="290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Request body </a:t>
            </a:r>
            <a:r>
              <a:rPr b="0" i="1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(optional) </a:t>
            </a:r>
            <a:endParaRPr b="0" i="1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83" name="Google Shape;1483;p185"/>
          <p:cNvCxnSpPr/>
          <p:nvPr/>
        </p:nvCxnSpPr>
        <p:spPr>
          <a:xfrm flipH="1" rot="10800000">
            <a:off x="5261125" y="4583375"/>
            <a:ext cx="742500" cy="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sm" w="sm" type="none"/>
          </a:ln>
        </p:spPr>
      </p:cxnSp>
      <p:sp>
        <p:nvSpPr>
          <p:cNvPr id="1484" name="Google Shape;1484;p185"/>
          <p:cNvSpPr txBox="1"/>
          <p:nvPr/>
        </p:nvSpPr>
        <p:spPr>
          <a:xfrm>
            <a:off x="6232225" y="3664475"/>
            <a:ext cx="2508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2"/>
                </a:solidFill>
                <a:highlight>
                  <a:schemeClr val="accent1"/>
                </a:highlight>
                <a:latin typeface="Roboto"/>
                <a:ea typeface="Roboto"/>
                <a:cs typeface="Roboto"/>
                <a:sym typeface="Roboto"/>
              </a:rPr>
              <a:t>Whitespace</a:t>
            </a:r>
            <a:endParaRPr b="1" i="0" sz="1600" u="none" cap="none" strike="noStrike">
              <a:solidFill>
                <a:schemeClr val="dk2"/>
              </a:solidFill>
              <a:highlight>
                <a:schemeClr val="accen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i="0" lang="en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 blank line indicating the end of the request.</a:t>
            </a:r>
            <a:endParaRPr i="0" sz="1700" u="none" cap="none" strike="noStrike">
              <a:solidFill>
                <a:schemeClr val="dk2"/>
              </a:solidFill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5" name="Google Shape;1485;p185"/>
          <p:cNvSpPr/>
          <p:nvPr/>
        </p:nvSpPr>
        <p:spPr>
          <a:xfrm>
            <a:off x="315275" y="3971425"/>
            <a:ext cx="5391300" cy="476100"/>
          </a:xfrm>
          <a:prstGeom prst="rect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p186"/>
          <p:cNvSpPr txBox="1"/>
          <p:nvPr/>
        </p:nvSpPr>
        <p:spPr>
          <a:xfrm>
            <a:off x="360093" y="51200"/>
            <a:ext cx="8122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HTTP Request: Request Line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1" name="Google Shape;1491;p186"/>
          <p:cNvSpPr/>
          <p:nvPr/>
        </p:nvSpPr>
        <p:spPr>
          <a:xfrm>
            <a:off x="315450" y="753125"/>
            <a:ext cx="5391300" cy="3976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182875" spcFirstLastPara="1" rIns="91425" wrap="square" tIns="182875">
            <a:noAutofit/>
          </a:bodyPr>
          <a:lstStyle/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highlight>
                  <a:schemeClr val="accent1"/>
                </a:highlight>
                <a:latin typeface="Inconsolata"/>
                <a:ea typeface="Inconsolata"/>
                <a:cs typeface="Inconsolata"/>
                <a:sym typeface="Inconsolata"/>
              </a:rPr>
              <a:t>GET /js/analytics.js HTTP/1.1</a:t>
            </a:r>
            <a:endParaRPr b="0" i="0" sz="2400" u="none" cap="none" strike="noStrike">
              <a:solidFill>
                <a:schemeClr val="dk2"/>
              </a:solidFill>
              <a:highlight>
                <a:schemeClr val="accent1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Host: www.target-server.com</a:t>
            </a:r>
            <a:endParaRPr b="0" i="0" sz="24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Connection: keep-alive</a:t>
            </a:r>
            <a:endParaRPr b="0" i="0" sz="24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Upgrade-Insecure-Request: 1</a:t>
            </a:r>
            <a:endParaRPr b="0" i="0" sz="24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Accept: text/js, text/html, */*</a:t>
            </a:r>
            <a:endParaRPr b="0" i="0" sz="24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Accept-Language: en-us</a:t>
            </a:r>
            <a:endParaRPr b="0" i="0" sz="24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Accept-Encoding: gzip, deflate</a:t>
            </a:r>
            <a:endParaRPr b="0" i="0" sz="24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User-Agent: Mozilla/4.0</a:t>
            </a:r>
            <a:endParaRPr b="0" i="0" sz="24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1492" name="Google Shape;1492;p186"/>
          <p:cNvSpPr txBox="1"/>
          <p:nvPr/>
        </p:nvSpPr>
        <p:spPr>
          <a:xfrm>
            <a:off x="5878850" y="1021350"/>
            <a:ext cx="3260400" cy="32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45720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request method is </a:t>
            </a:r>
            <a:r>
              <a:rPr b="1" i="0" lang="en" sz="1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GET</a:t>
            </a: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requested resource is </a:t>
            </a:r>
            <a:r>
              <a:rPr b="1" i="0" lang="en" sz="1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/js/analytics.js</a:t>
            </a: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This resource is the file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ath from the domain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tated in the header.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request browser uses </a:t>
            </a:r>
            <a:b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" sz="1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HTTP version 1.1</a:t>
            </a: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187"/>
          <p:cNvSpPr txBox="1"/>
          <p:nvPr/>
        </p:nvSpPr>
        <p:spPr>
          <a:xfrm>
            <a:off x="360093" y="51200"/>
            <a:ext cx="8122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HTTP Request: Headers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8" name="Google Shape;1498;p187"/>
          <p:cNvSpPr/>
          <p:nvPr/>
        </p:nvSpPr>
        <p:spPr>
          <a:xfrm>
            <a:off x="315450" y="753125"/>
            <a:ext cx="5391300" cy="3976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182875" spcFirstLastPara="1" rIns="91425" wrap="square" tIns="182875">
            <a:noAutofit/>
          </a:bodyPr>
          <a:lstStyle/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GET /js/analytics.js HTTP/1.1</a:t>
            </a:r>
            <a:endParaRPr b="0" i="0" sz="24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highlight>
                  <a:schemeClr val="accent1"/>
                </a:highlight>
                <a:latin typeface="Inconsolata"/>
                <a:ea typeface="Inconsolata"/>
                <a:cs typeface="Inconsolata"/>
                <a:sym typeface="Inconsolata"/>
              </a:rPr>
              <a:t>Host: www.target-server.com</a:t>
            </a:r>
            <a:endParaRPr b="0" i="0" sz="2400" u="none" cap="none" strike="noStrike">
              <a:solidFill>
                <a:schemeClr val="dk2"/>
              </a:solidFill>
              <a:highlight>
                <a:schemeClr val="accent1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Connection: keep-alive</a:t>
            </a:r>
            <a:endParaRPr b="0" i="0" sz="24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Upgrade-Insecure-Request: 1</a:t>
            </a:r>
            <a:endParaRPr b="0" i="0" sz="24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Accept: text/js, text/html, */*</a:t>
            </a:r>
            <a:endParaRPr b="0" i="0" sz="24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Accept-Language: en-us</a:t>
            </a:r>
            <a:endParaRPr b="0" i="0" sz="24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Accept-Encoding: gzip, deflate</a:t>
            </a:r>
            <a:endParaRPr b="0" i="0" sz="24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User-Agent: Mozilla/4.0</a:t>
            </a:r>
            <a:endParaRPr b="0" i="0" sz="24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1499" name="Google Shape;1499;p187"/>
          <p:cNvSpPr txBox="1"/>
          <p:nvPr/>
        </p:nvSpPr>
        <p:spPr>
          <a:xfrm>
            <a:off x="5821875" y="1021350"/>
            <a:ext cx="3317400" cy="26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45720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Host</a:t>
            </a:r>
            <a:r>
              <a:rPr b="0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contains the domain name of the target server.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Note that the protocol </a:t>
            </a:r>
            <a:b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(HTTP) + host + file path in the request line is the URL we see in the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rowser: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http://www.target-server.com/js/analytics.js</a:t>
            </a:r>
            <a:endParaRPr b="1" i="0" sz="18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188"/>
          <p:cNvSpPr txBox="1"/>
          <p:nvPr/>
        </p:nvSpPr>
        <p:spPr>
          <a:xfrm>
            <a:off x="360093" y="51200"/>
            <a:ext cx="8122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HTTP Request: Headers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5" name="Google Shape;1505;p188"/>
          <p:cNvSpPr/>
          <p:nvPr/>
        </p:nvSpPr>
        <p:spPr>
          <a:xfrm>
            <a:off x="315450" y="753125"/>
            <a:ext cx="5391300" cy="3976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182875" spcFirstLastPara="1" rIns="91425" wrap="square" tIns="182875">
            <a:noAutofit/>
          </a:bodyPr>
          <a:lstStyle/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GET /js/analytics.js HTTP/1.1</a:t>
            </a:r>
            <a:endParaRPr b="0" i="0" sz="24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Host: www.target-server.com</a:t>
            </a:r>
            <a:endParaRPr b="0" i="0" sz="24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highlight>
                  <a:schemeClr val="accent1"/>
                </a:highlight>
                <a:latin typeface="Inconsolata"/>
                <a:ea typeface="Inconsolata"/>
                <a:cs typeface="Inconsolata"/>
                <a:sym typeface="Inconsolata"/>
              </a:rPr>
              <a:t>Connection: keep-alive</a:t>
            </a:r>
            <a:endParaRPr b="0" i="0" sz="2400" u="none" cap="none" strike="noStrike">
              <a:solidFill>
                <a:schemeClr val="dk2"/>
              </a:solidFill>
              <a:highlight>
                <a:schemeClr val="accent1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Upgrade-Insecure-Request: 1</a:t>
            </a:r>
            <a:endParaRPr b="0" i="0" sz="24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Accept: text/js, text/html, */*</a:t>
            </a:r>
            <a:endParaRPr b="0" i="0" sz="24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Accept-Language: en-us</a:t>
            </a:r>
            <a:endParaRPr b="0" i="0" sz="24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Accept-Encoding: gzip, deflate</a:t>
            </a:r>
            <a:endParaRPr b="0" i="0" sz="24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User-Agent: Mozilla/4.0</a:t>
            </a:r>
            <a:endParaRPr b="0" i="0" sz="24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1506" name="Google Shape;1506;p188"/>
          <p:cNvSpPr txBox="1"/>
          <p:nvPr/>
        </p:nvSpPr>
        <p:spPr>
          <a:xfrm>
            <a:off x="5878850" y="753125"/>
            <a:ext cx="3260400" cy="44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45720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Connection </a:t>
            </a: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instructs the server to keep the TCP connection open after sending the response. The TCP is the connection used for the HTTP transfer.</a:t>
            </a:r>
            <a:endParaRPr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This allows the </a:t>
            </a: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client server</a:t>
            </a: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to reuse the connection for later requests.</a:t>
            </a:r>
            <a:endParaRPr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alternative is performing a TCP handshake, which is much slower.</a:t>
            </a:r>
            <a:endParaRPr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0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Google Shape;1511;p189"/>
          <p:cNvSpPr txBox="1"/>
          <p:nvPr/>
        </p:nvSpPr>
        <p:spPr>
          <a:xfrm>
            <a:off x="360093" y="51200"/>
            <a:ext cx="8122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HTTP Request: Headers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2" name="Google Shape;1512;p189"/>
          <p:cNvSpPr/>
          <p:nvPr/>
        </p:nvSpPr>
        <p:spPr>
          <a:xfrm>
            <a:off x="315450" y="753125"/>
            <a:ext cx="5391300" cy="3976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182875" spcFirstLastPara="1" rIns="91425" wrap="square" tIns="182875">
            <a:noAutofit/>
          </a:bodyPr>
          <a:lstStyle/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GET /js/analytics.js HTTP/1.1</a:t>
            </a:r>
            <a:endParaRPr b="0" i="0" sz="24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Host: www.target-server.com</a:t>
            </a:r>
            <a:endParaRPr b="0" i="0" sz="24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Connection: keep-alive</a:t>
            </a:r>
            <a:endParaRPr b="0" i="0" sz="24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highlight>
                  <a:schemeClr val="accent1"/>
                </a:highlight>
                <a:latin typeface="Inconsolata"/>
                <a:ea typeface="Inconsolata"/>
                <a:cs typeface="Inconsolata"/>
                <a:sym typeface="Inconsolata"/>
              </a:rPr>
              <a:t>Upgrade-Insecure-Request: 1</a:t>
            </a:r>
            <a:endParaRPr b="0" i="0" sz="2400" u="none" cap="none" strike="noStrike">
              <a:solidFill>
                <a:schemeClr val="dk2"/>
              </a:solidFill>
              <a:highlight>
                <a:schemeClr val="accent1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highlight>
                  <a:schemeClr val="accent1"/>
                </a:highlight>
                <a:latin typeface="Inconsolata"/>
                <a:ea typeface="Inconsolata"/>
                <a:cs typeface="Inconsolata"/>
                <a:sym typeface="Inconsolata"/>
              </a:rPr>
              <a:t>Accept: text/js, text/html, */*</a:t>
            </a:r>
            <a:endParaRPr b="0" i="0" sz="2400" u="none" cap="none" strike="noStrike">
              <a:solidFill>
                <a:schemeClr val="dk2"/>
              </a:solidFill>
              <a:highlight>
                <a:schemeClr val="accent1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Accept-Language: en-us</a:t>
            </a:r>
            <a:endParaRPr b="0" i="0" sz="24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Accept-Encoding: gzip, deflate</a:t>
            </a:r>
            <a:endParaRPr b="0" i="0" sz="24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highlight>
                  <a:schemeClr val="accent1"/>
                </a:highlight>
                <a:latin typeface="Inconsolata"/>
                <a:ea typeface="Inconsolata"/>
                <a:cs typeface="Inconsolata"/>
                <a:sym typeface="Inconsolata"/>
              </a:rPr>
              <a:t>User-Agent: Mozilla/4.0</a:t>
            </a:r>
            <a:endParaRPr b="0" i="0" sz="2400" u="none" cap="none" strike="noStrike">
              <a:solidFill>
                <a:schemeClr val="dk2"/>
              </a:solidFill>
              <a:highlight>
                <a:schemeClr val="accent1"/>
              </a:highlight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1513" name="Google Shape;1513;p189"/>
          <p:cNvSpPr txBox="1"/>
          <p:nvPr/>
        </p:nvSpPr>
        <p:spPr>
          <a:xfrm>
            <a:off x="5878850" y="753125"/>
            <a:ext cx="3260400" cy="41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27430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Upgrade-Insecure-Requests</a:t>
            </a:r>
            <a:r>
              <a:rPr b="0"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instructs the server to turn this HTTP connection into HTTPS, </a:t>
            </a:r>
            <a:b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so the response and future communications will be encrypted.</a:t>
            </a:r>
            <a:endParaRPr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Accept</a:t>
            </a:r>
            <a:r>
              <a:rPr b="0"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informs the server that the client expects a JavaScript or HTML document in response, but will accept data of any type (*/*).</a:t>
            </a:r>
            <a:endParaRPr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User-Agent</a:t>
            </a:r>
            <a:r>
              <a:rPr i="0" lang="en" sz="16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informs the server </a:t>
            </a:r>
            <a:b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that this request comes from a Mozilla 4.0 browser.</a:t>
            </a:r>
            <a:endParaRPr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p190"/>
          <p:cNvSpPr txBox="1"/>
          <p:nvPr/>
        </p:nvSpPr>
        <p:spPr>
          <a:xfrm>
            <a:off x="453138" y="51200"/>
            <a:ext cx="8122200" cy="7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Headers</a:t>
            </a:r>
            <a:endParaRPr b="1" i="1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Other important headers include: 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519" name="Google Shape;1519;p190"/>
          <p:cNvGraphicFramePr/>
          <p:nvPr/>
        </p:nvGraphicFramePr>
        <p:xfrm>
          <a:off x="300575" y="10994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{E5EB5CCE-B9DB-4B22-BA88-9AF99CADAD0D}</a:tableStyleId>
              </a:tblPr>
              <a:tblGrid>
                <a:gridCol w="2001350"/>
                <a:gridCol w="6526900"/>
              </a:tblGrid>
              <a:tr h="62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Authorization</a:t>
                      </a:r>
                      <a:endParaRPr sz="1800" u="none" cap="none" strike="noStrik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Contains credentials to authenticate a user with a server.</a:t>
                      </a:r>
                      <a:endParaRPr sz="18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445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Referer</a:t>
                      </a:r>
                      <a:endParaRPr sz="1800" u="none" cap="none" strike="noStrik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Contains the address of the previous webpage that linked to the currently requested page. </a:t>
                      </a:r>
                      <a:endParaRPr sz="18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Allows servers to identify where people are visiting from and use that data for analytics, logging, or optimized caching. </a:t>
                      </a:r>
                      <a:endParaRPr sz="18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(If a link from a Google search led to the current page, the referer is Google.)</a:t>
                      </a:r>
                      <a:endParaRPr sz="18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5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Cookie</a:t>
                      </a:r>
                      <a:endParaRPr sz="1800" u="none" cap="none" strike="noStrik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Contains stored HTTP cookies previously sent by the server with the Set-Cookie response header.</a:t>
                      </a:r>
                      <a:endParaRPr sz="18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p191"/>
          <p:cNvSpPr txBox="1"/>
          <p:nvPr/>
        </p:nvSpPr>
        <p:spPr>
          <a:xfrm>
            <a:off x="467843" y="51200"/>
            <a:ext cx="8122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6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Requests with Query Parameters</a:t>
            </a:r>
            <a:endParaRPr b="1" i="0" sz="26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5" name="Google Shape;1525;p191"/>
          <p:cNvSpPr/>
          <p:nvPr/>
        </p:nvSpPr>
        <p:spPr>
          <a:xfrm>
            <a:off x="315450" y="1326150"/>
            <a:ext cx="6110400" cy="281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182875" spcFirstLastPara="1" rIns="91425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accent5"/>
                </a:solidFill>
                <a:highlight>
                  <a:schemeClr val="accent1"/>
                </a:highlight>
                <a:latin typeface="Inconsolata"/>
                <a:ea typeface="Inconsolata"/>
                <a:cs typeface="Inconsolata"/>
                <a:sym typeface="Inconsolata"/>
              </a:rPr>
              <a:t>GET /articles?tag=latest&amp;author=jane HTTP/1.1</a:t>
            </a:r>
            <a:endParaRPr b="0" i="0" sz="2000" u="none" cap="none" strike="noStrike">
              <a:solidFill>
                <a:schemeClr val="accent5"/>
              </a:solidFill>
              <a:highlight>
                <a:schemeClr val="accent1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Host: www.target-server.com</a:t>
            </a:r>
            <a:endParaRPr b="0" i="0" sz="2000" u="none" cap="none" strike="noStrike">
              <a:solidFill>
                <a:schemeClr val="accent5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Connection: keep-alive</a:t>
            </a:r>
            <a:endParaRPr b="0" i="0" sz="2000" u="none" cap="none" strike="noStrike">
              <a:solidFill>
                <a:schemeClr val="accent5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Upgrade-Insecure-Request: 1</a:t>
            </a:r>
            <a:endParaRPr b="0" i="0" sz="2000" u="none" cap="none" strike="noStrike">
              <a:solidFill>
                <a:schemeClr val="accent5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Accept: text/js, text/html, */*</a:t>
            </a:r>
            <a:endParaRPr b="0" i="0" sz="2000" u="none" cap="none" strike="noStrike">
              <a:solidFill>
                <a:schemeClr val="accent5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Accept-Language: en-us</a:t>
            </a:r>
            <a:endParaRPr b="0" i="0" sz="2000" u="none" cap="none" strike="noStrike">
              <a:solidFill>
                <a:schemeClr val="accent5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Accept-Encoding: gzip, deflate</a:t>
            </a:r>
            <a:endParaRPr b="0" i="0" sz="2000" u="none" cap="none" strike="noStrike">
              <a:solidFill>
                <a:schemeClr val="accent5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User-Agent: Mozilla/4.0</a:t>
            </a:r>
            <a:endParaRPr b="0" i="0" sz="2000" u="none" cap="none" strike="noStrike">
              <a:solidFill>
                <a:schemeClr val="accent5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1526" name="Google Shape;1526;p191"/>
          <p:cNvSpPr txBox="1"/>
          <p:nvPr/>
        </p:nvSpPr>
        <p:spPr>
          <a:xfrm>
            <a:off x="6750550" y="1278700"/>
            <a:ext cx="2388900" cy="3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27430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6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Query parameters are useful for specifying the parts of a resource to receive or send data.</a:t>
            </a:r>
            <a:endParaRPr i="0" sz="16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6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This</a:t>
            </a:r>
            <a:r>
              <a:rPr b="0" i="0" lang="en" sz="16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" sz="1600" u="none" cap="none" strike="noStrike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GET</a:t>
            </a:r>
            <a:r>
              <a:rPr i="0" lang="en" sz="1600" u="none" cap="none" strike="noStrike">
                <a:solidFill>
                  <a:schemeClr val="accent5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i="0" lang="en" sz="16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request specifically requests articles with two</a:t>
            </a:r>
            <a:r>
              <a:rPr i="0" lang="en" sz="1600" u="none" cap="none" strike="noStrike">
                <a:solidFill>
                  <a:schemeClr val="accent5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" sz="1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b="0" i="0" lang="en" sz="16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arameters: </a:t>
            </a:r>
            <a:r>
              <a:rPr i="0" lang="en" sz="16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the</a:t>
            </a:r>
            <a:r>
              <a:rPr b="0" i="0" lang="en" sz="16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" sz="1600" u="none" cap="none" strike="noStrike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latest</a:t>
            </a:r>
            <a:r>
              <a:rPr b="0" i="0" lang="en" sz="16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en" sz="16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articles</a:t>
            </a:r>
            <a:r>
              <a:rPr lang="en" sz="1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i="0" lang="en" sz="16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created by the author</a:t>
            </a:r>
            <a:r>
              <a:rPr b="0" i="0" lang="en" sz="16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" sz="1600" u="none" cap="none" strike="noStrike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jane</a:t>
            </a:r>
            <a:r>
              <a:rPr b="0" i="0" lang="en" sz="16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6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7" name="Google Shape;1527;p191"/>
          <p:cNvSpPr txBox="1"/>
          <p:nvPr>
            <p:ph idx="4294967295" type="subTitle"/>
          </p:nvPr>
        </p:nvSpPr>
        <p:spPr>
          <a:xfrm>
            <a:off x="467850" y="585150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800"/>
              <a:buFont typeface="Roboto Light"/>
              <a:buNone/>
            </a:pPr>
            <a:r>
              <a:rPr i="0" lang="en" u="none" cap="none" strike="noStrike">
                <a:solidFill>
                  <a:schemeClr val="accent5"/>
                </a:solidFill>
              </a:rPr>
              <a:t>GET requests can also request data with query parameters</a:t>
            </a:r>
            <a:r>
              <a:rPr lang="en">
                <a:solidFill>
                  <a:schemeClr val="accent5"/>
                </a:solidFill>
              </a:rPr>
              <a:t>:</a:t>
            </a:r>
            <a:endParaRPr i="0" u="none" cap="none" strike="noStrike">
              <a:solidFill>
                <a:schemeClr val="accent5"/>
              </a:solidFill>
            </a:endParaRPr>
          </a:p>
        </p:txBody>
      </p:sp>
      <p:sp>
        <p:nvSpPr>
          <p:cNvPr id="1528" name="Google Shape;1528;p19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2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p192"/>
          <p:cNvSpPr txBox="1"/>
          <p:nvPr/>
        </p:nvSpPr>
        <p:spPr>
          <a:xfrm>
            <a:off x="467843" y="51200"/>
            <a:ext cx="8122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Requests with Query Parameters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4" name="Google Shape;1534;p192"/>
          <p:cNvSpPr txBox="1"/>
          <p:nvPr>
            <p:ph idx="4294967295" type="subTitle"/>
          </p:nvPr>
        </p:nvSpPr>
        <p:spPr>
          <a:xfrm>
            <a:off x="467850" y="599775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800"/>
              <a:buFont typeface="Roboto Light"/>
              <a:buNone/>
            </a:pPr>
            <a:r>
              <a:rPr b="1" i="0" lang="en" sz="1800" u="none" cap="none" strike="noStrike">
                <a:latin typeface="Roboto"/>
                <a:ea typeface="Roboto"/>
                <a:cs typeface="Roboto"/>
                <a:sym typeface="Roboto"/>
              </a:rPr>
              <a:t>GET</a:t>
            </a:r>
            <a:r>
              <a:rPr b="0" i="0" lang="en" sz="1800" u="none" cap="none" strike="noStrike"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i="0" lang="en" sz="1800" u="none" cap="none" strike="noStrike"/>
              <a:t>requests can also request data with query parameters.</a:t>
            </a:r>
            <a:endParaRPr i="0" sz="1800" u="none" cap="none" strike="noStrike"/>
          </a:p>
        </p:txBody>
      </p:sp>
      <p:sp>
        <p:nvSpPr>
          <p:cNvPr id="1535" name="Google Shape;1535;p192"/>
          <p:cNvSpPr/>
          <p:nvPr/>
        </p:nvSpPr>
        <p:spPr>
          <a:xfrm>
            <a:off x="457200" y="1183050"/>
            <a:ext cx="8253900" cy="676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182875" spcFirstLastPara="1" rIns="91425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400" u="none" cap="none" strike="noStrike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GET /articles?tag=latest&amp;author=jane HTTP/1.1</a:t>
            </a:r>
            <a:endParaRPr b="0" i="0" sz="2400" u="none" cap="none" strike="noStrike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1536" name="Google Shape;1536;p192"/>
          <p:cNvSpPr txBox="1"/>
          <p:nvPr>
            <p:ph idx="1" type="body"/>
          </p:nvPr>
        </p:nvSpPr>
        <p:spPr>
          <a:xfrm>
            <a:off x="457200" y="3559075"/>
            <a:ext cx="8330100" cy="11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0" spcFirstLastPara="1" rIns="4572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400"/>
              <a:buNone/>
            </a:pPr>
            <a:r>
              <a:rPr lang="en" sz="1800"/>
              <a:t>Query parameters are useful for specifying the parts of a resource to receive or send data. This GET request specifically requests articles with two parameters: the </a:t>
            </a:r>
            <a:r>
              <a:rPr b="1" lang="en" sz="2000">
                <a:latin typeface="Inconsolata"/>
                <a:ea typeface="Inconsolata"/>
                <a:cs typeface="Inconsolata"/>
                <a:sym typeface="Inconsolata"/>
              </a:rPr>
              <a:t>latest</a:t>
            </a:r>
            <a:r>
              <a:rPr lang="en" sz="1800"/>
              <a:t> articles</a:t>
            </a:r>
            <a:r>
              <a:rPr lang="en"/>
              <a:t>,</a:t>
            </a:r>
            <a:r>
              <a:rPr lang="en" sz="1800"/>
              <a:t> created by the author </a:t>
            </a:r>
            <a:r>
              <a:rPr b="1" lang="en" sz="2000">
                <a:latin typeface="Inconsolata"/>
                <a:ea typeface="Inconsolata"/>
                <a:cs typeface="Inconsolata"/>
                <a:sym typeface="Inconsolata"/>
              </a:rPr>
              <a:t>jane</a:t>
            </a:r>
            <a:r>
              <a:rPr lang="en" sz="1800"/>
              <a:t>.</a:t>
            </a:r>
            <a:endParaRPr sz="1800"/>
          </a:p>
        </p:txBody>
      </p:sp>
      <p:sp>
        <p:nvSpPr>
          <p:cNvPr id="1537" name="Google Shape;1537;p192"/>
          <p:cNvSpPr/>
          <p:nvPr/>
        </p:nvSpPr>
        <p:spPr>
          <a:xfrm>
            <a:off x="457200" y="2597225"/>
            <a:ext cx="8253900" cy="676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182875" spcFirstLastPara="1" rIns="91425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400" u="none" cap="none" strike="noStrike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[path]?[firstParam]=[value]&amp;[secondParam]=[value]</a:t>
            </a:r>
            <a:endParaRPr b="0" i="0" sz="2400" u="none" cap="none" strike="noStrike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1538" name="Google Shape;1538;p192"/>
          <p:cNvSpPr txBox="1"/>
          <p:nvPr>
            <p:ph idx="4294967295" type="subTitle"/>
          </p:nvPr>
        </p:nvSpPr>
        <p:spPr>
          <a:xfrm>
            <a:off x="457200" y="2059625"/>
            <a:ext cx="58095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800"/>
              <a:buFont typeface="Roboto Light"/>
              <a:buNone/>
            </a:pPr>
            <a:r>
              <a:rPr i="0" lang="en" u="none" cap="none" strike="noStrike"/>
              <a:t>Note the syntax for</a:t>
            </a:r>
            <a:r>
              <a:rPr b="1" i="0" lang="en" u="none" cap="none" strike="noStrike"/>
              <a:t> </a:t>
            </a:r>
            <a:r>
              <a:rPr b="1" i="0" lang="en" u="none" cap="none" strike="noStrike">
                <a:latin typeface="Inconsolata"/>
                <a:ea typeface="Inconsolata"/>
                <a:cs typeface="Inconsolata"/>
                <a:sym typeface="Inconsolata"/>
              </a:rPr>
              <a:t>parameters</a:t>
            </a:r>
            <a:r>
              <a:rPr b="1" i="0" lang="en" u="none" cap="none" strike="noStrike"/>
              <a:t>: </a:t>
            </a:r>
            <a:endParaRPr b="1" i="0" u="none" cap="none" strike="noStrike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2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p193"/>
          <p:cNvSpPr txBox="1"/>
          <p:nvPr/>
        </p:nvSpPr>
        <p:spPr>
          <a:xfrm>
            <a:off x="467843" y="51200"/>
            <a:ext cx="8122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Anatomy of a POST Request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4" name="Google Shape;1544;p193"/>
          <p:cNvSpPr txBox="1"/>
          <p:nvPr>
            <p:ph idx="4294967295" type="subTitle"/>
          </p:nvPr>
        </p:nvSpPr>
        <p:spPr>
          <a:xfrm>
            <a:off x="467850" y="599775"/>
            <a:ext cx="85191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800"/>
              <a:buFont typeface="Roboto Light"/>
              <a:buNone/>
            </a:pPr>
            <a:r>
              <a:rPr i="0" lang="en" sz="1800" u="none" cap="none" strike="noStrike"/>
              <a:t>HTTP POST requests are similar to GET requests, but include a request body below the whitespace.</a:t>
            </a:r>
            <a:endParaRPr i="0" sz="1800" u="none" cap="none" strike="noStrike"/>
          </a:p>
        </p:txBody>
      </p:sp>
      <p:sp>
        <p:nvSpPr>
          <p:cNvPr id="1545" name="Google Shape;1545;p193"/>
          <p:cNvSpPr/>
          <p:nvPr/>
        </p:nvSpPr>
        <p:spPr>
          <a:xfrm>
            <a:off x="315450" y="1554750"/>
            <a:ext cx="5426700" cy="3182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182875" spcFirstLastPara="1" rIns="91425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POST /api/users  HTTP/1.1</a:t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Host: www.target-server.com </a:t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User-Agent: Mozilla/4.0</a:t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Accept: */*</a:t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Content-Length: 23</a:t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Content-Type: application/x-www-form-urlencoded</a:t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highlight>
                  <a:schemeClr val="accent1"/>
                </a:highlight>
                <a:latin typeface="Inconsolata"/>
                <a:ea typeface="Inconsolata"/>
                <a:cs typeface="Inconsolata"/>
                <a:sym typeface="Inconsolata"/>
              </a:rPr>
              <a:t>username=Jane+Doe&amp;password=p455</a:t>
            </a:r>
            <a:endParaRPr b="0" i="0" sz="2000" u="none" cap="none" strike="noStrike">
              <a:solidFill>
                <a:schemeClr val="dk2"/>
              </a:solidFill>
              <a:highlight>
                <a:schemeClr val="accent1"/>
              </a:highlight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1546" name="Google Shape;1546;p193"/>
          <p:cNvSpPr txBox="1"/>
          <p:nvPr/>
        </p:nvSpPr>
        <p:spPr>
          <a:xfrm>
            <a:off x="5951250" y="1507300"/>
            <a:ext cx="2883300" cy="26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18287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request body may contain information such as login credentials or a file to be uploaded. 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 the current example, our request body contains login credentials.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0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p194"/>
          <p:cNvSpPr txBox="1"/>
          <p:nvPr/>
        </p:nvSpPr>
        <p:spPr>
          <a:xfrm>
            <a:off x="467843" y="51200"/>
            <a:ext cx="8122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Anatomy of an HTTP Response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2" name="Google Shape;1552;p194"/>
          <p:cNvSpPr/>
          <p:nvPr/>
        </p:nvSpPr>
        <p:spPr>
          <a:xfrm>
            <a:off x="313064" y="753125"/>
            <a:ext cx="4949100" cy="3976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182875" spcFirstLastPara="1" rIns="91425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HTTP/1.1 200 OK</a:t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Date: Nov 12 02:12:12 2018</a:t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Server: Apache/2.4.7 (Ubuntu)</a:t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X-powered-By: PHP/5.5.9-lubuntu4.21</a:t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Cache-Control: no-cache</a:t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Set-Cookie: SESSID=8toks; httponly</a:t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Content-Encoding: gzip</a:t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Content-Length: 698</a:t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function getStats(event) {</a:t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...</a:t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1553" name="Google Shape;1553;p194"/>
          <p:cNvSpPr txBox="1"/>
          <p:nvPr/>
        </p:nvSpPr>
        <p:spPr>
          <a:xfrm>
            <a:off x="6426864" y="853100"/>
            <a:ext cx="1823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Status line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4" name="Google Shape;1554;p194"/>
          <p:cNvSpPr txBox="1"/>
          <p:nvPr/>
        </p:nvSpPr>
        <p:spPr>
          <a:xfrm>
            <a:off x="6426864" y="3421625"/>
            <a:ext cx="182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Whitespace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55" name="Google Shape;1555;p194"/>
          <p:cNvCxnSpPr/>
          <p:nvPr/>
        </p:nvCxnSpPr>
        <p:spPr>
          <a:xfrm>
            <a:off x="6200739" y="2475400"/>
            <a:ext cx="22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56" name="Google Shape;1556;p194"/>
          <p:cNvCxnSpPr/>
          <p:nvPr/>
        </p:nvCxnSpPr>
        <p:spPr>
          <a:xfrm flipH="1" rot="10800000">
            <a:off x="5455764" y="3634775"/>
            <a:ext cx="742500" cy="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1557" name="Google Shape;1557;p194"/>
          <p:cNvCxnSpPr/>
          <p:nvPr/>
        </p:nvCxnSpPr>
        <p:spPr>
          <a:xfrm flipH="1" rot="10800000">
            <a:off x="5455764" y="3144600"/>
            <a:ext cx="742500" cy="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1558" name="Google Shape;1558;p194"/>
          <p:cNvCxnSpPr/>
          <p:nvPr/>
        </p:nvCxnSpPr>
        <p:spPr>
          <a:xfrm flipH="1" rot="10800000">
            <a:off x="5455764" y="1352625"/>
            <a:ext cx="742500" cy="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1559" name="Google Shape;1559;p194"/>
          <p:cNvCxnSpPr/>
          <p:nvPr/>
        </p:nvCxnSpPr>
        <p:spPr>
          <a:xfrm>
            <a:off x="6198264" y="1347475"/>
            <a:ext cx="0" cy="1801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0" name="Google Shape;1560;p194"/>
          <p:cNvSpPr txBox="1"/>
          <p:nvPr/>
        </p:nvSpPr>
        <p:spPr>
          <a:xfrm>
            <a:off x="6426864" y="2259875"/>
            <a:ext cx="182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Headers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61" name="Google Shape;1561;p194"/>
          <p:cNvCxnSpPr/>
          <p:nvPr/>
        </p:nvCxnSpPr>
        <p:spPr>
          <a:xfrm flipH="1" rot="10800000">
            <a:off x="5455764" y="1044350"/>
            <a:ext cx="742500" cy="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1562" name="Google Shape;1562;p194"/>
          <p:cNvCxnSpPr/>
          <p:nvPr/>
        </p:nvCxnSpPr>
        <p:spPr>
          <a:xfrm>
            <a:off x="139089" y="3465125"/>
            <a:ext cx="71097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63" name="Google Shape;1563;p194"/>
          <p:cNvSpPr txBox="1"/>
          <p:nvPr/>
        </p:nvSpPr>
        <p:spPr>
          <a:xfrm>
            <a:off x="6426864" y="4089175"/>
            <a:ext cx="182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Response body</a:t>
            </a:r>
            <a:endParaRPr b="0" i="1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64" name="Google Shape;1564;p194"/>
          <p:cNvCxnSpPr/>
          <p:nvPr/>
        </p:nvCxnSpPr>
        <p:spPr>
          <a:xfrm flipH="1" rot="10800000">
            <a:off x="5455764" y="4569950"/>
            <a:ext cx="742500" cy="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1565" name="Google Shape;1565;p194"/>
          <p:cNvCxnSpPr/>
          <p:nvPr/>
        </p:nvCxnSpPr>
        <p:spPr>
          <a:xfrm flipH="1" rot="10800000">
            <a:off x="5455764" y="4039150"/>
            <a:ext cx="742500" cy="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1566" name="Google Shape;1566;p194"/>
          <p:cNvCxnSpPr/>
          <p:nvPr/>
        </p:nvCxnSpPr>
        <p:spPr>
          <a:xfrm>
            <a:off x="6198264" y="4034425"/>
            <a:ext cx="0" cy="540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7" name="Google Shape;1567;p194"/>
          <p:cNvCxnSpPr/>
          <p:nvPr/>
        </p:nvCxnSpPr>
        <p:spPr>
          <a:xfrm>
            <a:off x="6200739" y="4309150"/>
            <a:ext cx="22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p195"/>
          <p:cNvSpPr txBox="1"/>
          <p:nvPr/>
        </p:nvSpPr>
        <p:spPr>
          <a:xfrm>
            <a:off x="467843" y="51200"/>
            <a:ext cx="8122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Anatomy of an HTTP Response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573" name="Google Shape;1573;p195"/>
          <p:cNvGraphicFramePr/>
          <p:nvPr/>
        </p:nvGraphicFramePr>
        <p:xfrm>
          <a:off x="467850" y="10901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{E5EB5CCE-B9DB-4B22-BA88-9AF99CADAD0D}</a:tableStyleId>
              </a:tblPr>
              <a:tblGrid>
                <a:gridCol w="2378775"/>
                <a:gridCol w="5572275"/>
              </a:tblGrid>
              <a:tr h="60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" sz="2000" u="none" cap="none" strike="noStrike">
                          <a:solidFill>
                            <a:srgbClr val="FFFFFF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Status line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228600" marB="18287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Contains the response status code and phrase that translates the result, such as OK or Error.</a:t>
                      </a:r>
                      <a:endParaRPr sz="18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875" marB="182875" marR="182875" marL="18287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66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" sz="2000" u="none" cap="none" strike="noStrike">
                          <a:solidFill>
                            <a:srgbClr val="FFFFFF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Headers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228600" marB="18287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Contain additional information about the response, similar to request headers.</a:t>
                      </a:r>
                      <a:endParaRPr sz="18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875" marB="182875" marR="182875" marL="18287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21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" sz="2000" u="none" cap="none" strike="noStrike">
                          <a:solidFill>
                            <a:srgbClr val="FFFFFF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Whitespace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182875" marB="18287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Separates the header from the following response body.</a:t>
                      </a:r>
                      <a:endParaRPr sz="18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875" marB="182875" marR="182875" marL="1828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621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 u="none" cap="none" strike="noStrike">
                          <a:solidFill>
                            <a:schemeClr val="lt1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Response body 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182875" marB="18287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Contains the resource requested by the client.</a:t>
                      </a:r>
                      <a:endParaRPr sz="18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875" marB="182875" marR="182875" marL="1828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p196"/>
          <p:cNvSpPr txBox="1"/>
          <p:nvPr/>
        </p:nvSpPr>
        <p:spPr>
          <a:xfrm>
            <a:off x="391643" y="51200"/>
            <a:ext cx="8122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Anatomy of an HTTP Response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9" name="Google Shape;1579;p196"/>
          <p:cNvSpPr/>
          <p:nvPr/>
        </p:nvSpPr>
        <p:spPr>
          <a:xfrm>
            <a:off x="313064" y="753125"/>
            <a:ext cx="4949100" cy="3976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182875" spcFirstLastPara="1" rIns="91425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highlight>
                  <a:schemeClr val="accent1"/>
                </a:highlight>
                <a:latin typeface="Inconsolata"/>
                <a:ea typeface="Inconsolata"/>
                <a:cs typeface="Inconsolata"/>
                <a:sym typeface="Inconsolata"/>
              </a:rPr>
              <a:t>HTTP/1.1 200 OK</a:t>
            </a:r>
            <a:endParaRPr b="0" i="0" sz="2000" u="none" cap="none" strike="noStrike">
              <a:solidFill>
                <a:schemeClr val="dk2"/>
              </a:solidFill>
              <a:highlight>
                <a:schemeClr val="accent1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Date: Nov 12 02:12:12 2018</a:t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Server: Apache/2.4.7 (Ubuntu)</a:t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X-powered-By: PHP/5.5.9-lubuntu4.21</a:t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Cache-Control: no-cache</a:t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Set-Cookie: SESSID=8toks; httponly</a:t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Content-Encoding: gzip</a:t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Content-Length: 698</a:t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function getStats(event) {</a:t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...</a:t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cxnSp>
        <p:nvCxnSpPr>
          <p:cNvPr id="1580" name="Google Shape;1580;p196"/>
          <p:cNvCxnSpPr/>
          <p:nvPr/>
        </p:nvCxnSpPr>
        <p:spPr>
          <a:xfrm>
            <a:off x="139089" y="3465125"/>
            <a:ext cx="71097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81" name="Google Shape;1581;p196"/>
          <p:cNvSpPr txBox="1"/>
          <p:nvPr/>
        </p:nvSpPr>
        <p:spPr>
          <a:xfrm>
            <a:off x="5613475" y="753125"/>
            <a:ext cx="3525900" cy="16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27430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response uses </a:t>
            </a:r>
            <a:b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unencrypted </a:t>
            </a:r>
            <a:r>
              <a:rPr b="1" i="0" lang="en" sz="1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HTTP/1.1</a:t>
            </a:r>
            <a:r>
              <a:rPr b="0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status code is</a:t>
            </a:r>
            <a:r>
              <a:rPr i="0" lang="en" sz="18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b="1" i="0" lang="en" sz="1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200 OK</a:t>
            </a:r>
            <a:r>
              <a:rPr i="0" lang="en" sz="18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, </a:t>
            </a:r>
            <a:b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meaning that the request was processed properly.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5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p197"/>
          <p:cNvSpPr txBox="1"/>
          <p:nvPr/>
        </p:nvSpPr>
        <p:spPr>
          <a:xfrm>
            <a:off x="467843" y="51200"/>
            <a:ext cx="8122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Anatomy of an HTTP Response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7" name="Google Shape;1587;p197"/>
          <p:cNvSpPr/>
          <p:nvPr/>
        </p:nvSpPr>
        <p:spPr>
          <a:xfrm>
            <a:off x="313064" y="753125"/>
            <a:ext cx="4949100" cy="3976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182875" spcFirstLastPara="1" rIns="91425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HTTP/1.1 200 OK</a:t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highlight>
                  <a:schemeClr val="accent1"/>
                </a:highlight>
                <a:latin typeface="Inconsolata"/>
                <a:ea typeface="Inconsolata"/>
                <a:cs typeface="Inconsolata"/>
                <a:sym typeface="Inconsolata"/>
              </a:rPr>
              <a:t>Date: Nov 12 02:12:12 2018</a:t>
            </a:r>
            <a:endParaRPr b="0" i="0" sz="2000" u="none" cap="none" strike="noStrike">
              <a:solidFill>
                <a:schemeClr val="dk2"/>
              </a:solidFill>
              <a:highlight>
                <a:schemeClr val="accent1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highlight>
                  <a:schemeClr val="accent1"/>
                </a:highlight>
                <a:latin typeface="Inconsolata"/>
                <a:ea typeface="Inconsolata"/>
                <a:cs typeface="Inconsolata"/>
                <a:sym typeface="Inconsolata"/>
              </a:rPr>
              <a:t>Server: Apache/2.4.7 (Ubuntu)</a:t>
            </a:r>
            <a:endParaRPr b="0" i="0" sz="2000" u="none" cap="none" strike="noStrike">
              <a:solidFill>
                <a:schemeClr val="dk2"/>
              </a:solidFill>
              <a:highlight>
                <a:schemeClr val="accent1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highlight>
                  <a:schemeClr val="accent1"/>
                </a:highlight>
                <a:latin typeface="Inconsolata"/>
                <a:ea typeface="Inconsolata"/>
                <a:cs typeface="Inconsolata"/>
                <a:sym typeface="Inconsolata"/>
              </a:rPr>
              <a:t>X-powered-By: PHP/5.5.9-lubuntu4.21</a:t>
            </a:r>
            <a:endParaRPr b="0" i="0" sz="2000" u="none" cap="none" strike="noStrike">
              <a:solidFill>
                <a:schemeClr val="dk2"/>
              </a:solidFill>
              <a:highlight>
                <a:schemeClr val="accent1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Cache-Control: no-cache</a:t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Set-Cookie: SESSID=8toks; httponly</a:t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Content-Encoding: gzip</a:t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Content-Length: 698</a:t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function getStats(event) {</a:t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...</a:t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cxnSp>
        <p:nvCxnSpPr>
          <p:cNvPr id="1588" name="Google Shape;1588;p197"/>
          <p:cNvCxnSpPr/>
          <p:nvPr/>
        </p:nvCxnSpPr>
        <p:spPr>
          <a:xfrm>
            <a:off x="139089" y="3465125"/>
            <a:ext cx="71097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89" name="Google Shape;1589;p197"/>
          <p:cNvSpPr txBox="1"/>
          <p:nvPr/>
        </p:nvSpPr>
        <p:spPr>
          <a:xfrm>
            <a:off x="5613475" y="753125"/>
            <a:ext cx="3073200" cy="23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27430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Date</a:t>
            </a:r>
            <a:r>
              <a:rPr i="0" lang="en" sz="18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contains a timestamp of when the response was generated.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Server</a:t>
            </a:r>
            <a:r>
              <a:rPr b="0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indicates the server is running PHP version 5.5.9 on Lubuntu, with kernel version 4.21.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3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p198"/>
          <p:cNvSpPr txBox="1"/>
          <p:nvPr/>
        </p:nvSpPr>
        <p:spPr>
          <a:xfrm>
            <a:off x="467843" y="51200"/>
            <a:ext cx="8122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Anatomy of an HTTP Response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5" name="Google Shape;1595;p198"/>
          <p:cNvSpPr/>
          <p:nvPr/>
        </p:nvSpPr>
        <p:spPr>
          <a:xfrm>
            <a:off x="313064" y="753125"/>
            <a:ext cx="4949100" cy="3976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182875" spcFirstLastPara="1" rIns="91425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HTTP/1.1 200 OK</a:t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Date: Nov 12 02:12:12 2018</a:t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Server: Apache/2.4.7 (Ubuntu)</a:t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X-powered-By: PHP/5.5.9-lubuntu4.21</a:t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Cache-Control: no-cache</a:t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highlight>
                  <a:schemeClr val="accent1"/>
                </a:highlight>
                <a:latin typeface="Inconsolata"/>
                <a:ea typeface="Inconsolata"/>
                <a:cs typeface="Inconsolata"/>
                <a:sym typeface="Inconsolata"/>
              </a:rPr>
              <a:t>Set-Cookie: SESSID=8toks; httponly</a:t>
            </a:r>
            <a:endParaRPr b="0" i="0" sz="2000" u="none" cap="none" strike="noStrike">
              <a:solidFill>
                <a:schemeClr val="dk2"/>
              </a:solidFill>
              <a:highlight>
                <a:schemeClr val="accent1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Content-Encoding: gzip</a:t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Content-Length: 698</a:t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function getStats(event) {</a:t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...</a:t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cxnSp>
        <p:nvCxnSpPr>
          <p:cNvPr id="1596" name="Google Shape;1596;p198"/>
          <p:cNvCxnSpPr/>
          <p:nvPr/>
        </p:nvCxnSpPr>
        <p:spPr>
          <a:xfrm>
            <a:off x="139089" y="3465125"/>
            <a:ext cx="71097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97" name="Google Shape;1597;p198"/>
          <p:cNvSpPr txBox="1"/>
          <p:nvPr/>
        </p:nvSpPr>
        <p:spPr>
          <a:xfrm>
            <a:off x="5613475" y="753125"/>
            <a:ext cx="3073200" cy="3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27430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Set-Cookie</a:t>
            </a:r>
            <a:r>
              <a:rPr b="0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en" sz="18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i</a:t>
            </a: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nstructs the client to create a cookie called </a:t>
            </a:r>
            <a:r>
              <a:rPr b="1" i="0" lang="en" sz="1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SESSID</a:t>
            </a:r>
            <a:r>
              <a:rPr b="0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with the value</a:t>
            </a:r>
            <a:r>
              <a:rPr i="0" lang="en" sz="18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b="1" i="0" lang="en" sz="1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8toks</a:t>
            </a:r>
            <a:r>
              <a:rPr b="0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and that this cookie can only be set by the server with HTTP. 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We’ll discuss cookies and </a:t>
            </a:r>
            <a:r>
              <a:rPr b="1" i="0" lang="en" sz="1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httponly</a:t>
            </a:r>
            <a:r>
              <a:rPr b="0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 greater detail later.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p199"/>
          <p:cNvSpPr txBox="1"/>
          <p:nvPr/>
        </p:nvSpPr>
        <p:spPr>
          <a:xfrm>
            <a:off x="467843" y="51200"/>
            <a:ext cx="8122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Anatomy of an HTTP Response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3" name="Google Shape;1603;p199"/>
          <p:cNvSpPr/>
          <p:nvPr/>
        </p:nvSpPr>
        <p:spPr>
          <a:xfrm>
            <a:off x="313064" y="753125"/>
            <a:ext cx="4949100" cy="3976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182875" spcFirstLastPara="1" rIns="91425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HTTP/1.1 200 OK</a:t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Date: Nov 12 02:12:12 2018</a:t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Server: Apache/2.4.7 (Ubuntu)</a:t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X-powered-By: PHP/5.5.9-lubuntu4.21</a:t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Cache-Control: no-cache</a:t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Set-Cookie: SESSID=8toks; httponly</a:t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Content-Encoding: gzip</a:t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Content-Length: 698</a:t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highlight>
                  <a:schemeClr val="accent1"/>
                </a:highlight>
                <a:latin typeface="Inconsolata"/>
                <a:ea typeface="Inconsolata"/>
                <a:cs typeface="Inconsolata"/>
                <a:sym typeface="Inconsolata"/>
              </a:rPr>
              <a:t>function getStats(event) {</a:t>
            </a:r>
            <a:endParaRPr b="0" i="0" sz="2000" u="none" cap="none" strike="noStrike">
              <a:solidFill>
                <a:schemeClr val="dk2"/>
              </a:solidFill>
              <a:highlight>
                <a:schemeClr val="accent1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highlight>
                  <a:schemeClr val="accent1"/>
                </a:highlight>
                <a:latin typeface="Inconsolata"/>
                <a:ea typeface="Inconsolata"/>
                <a:cs typeface="Inconsolata"/>
                <a:sym typeface="Inconsolata"/>
              </a:rPr>
              <a:t>...</a:t>
            </a:r>
            <a:endParaRPr b="0" i="0" sz="2000" u="none" cap="none" strike="noStrike">
              <a:solidFill>
                <a:schemeClr val="dk2"/>
              </a:solidFill>
              <a:highlight>
                <a:schemeClr val="accent1"/>
              </a:highlight>
              <a:latin typeface="Inconsolata"/>
              <a:ea typeface="Inconsolata"/>
              <a:cs typeface="Inconsolata"/>
              <a:sym typeface="Inconsolata"/>
            </a:endParaRPr>
          </a:p>
        </p:txBody>
      </p:sp>
      <p:cxnSp>
        <p:nvCxnSpPr>
          <p:cNvPr id="1604" name="Google Shape;1604;p199"/>
          <p:cNvCxnSpPr/>
          <p:nvPr/>
        </p:nvCxnSpPr>
        <p:spPr>
          <a:xfrm>
            <a:off x="139089" y="3465125"/>
            <a:ext cx="71097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05" name="Google Shape;1605;p199"/>
          <p:cNvSpPr txBox="1"/>
          <p:nvPr/>
        </p:nvSpPr>
        <p:spPr>
          <a:xfrm>
            <a:off x="5486400" y="3633425"/>
            <a:ext cx="3653100" cy="1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27430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Below the whitespace is the response body, which contains </a:t>
            </a:r>
            <a:b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source code of the resource requested in the</a:t>
            </a:r>
            <a:r>
              <a:rPr b="0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" sz="1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GET</a:t>
            </a:r>
            <a:r>
              <a:rPr b="0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request.</a:t>
            </a:r>
            <a:r>
              <a:rPr i="0" lang="en" sz="18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endParaRPr i="0" sz="1800" u="none" cap="none" strike="noStrike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9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Google Shape;1610;p200"/>
          <p:cNvSpPr txBox="1"/>
          <p:nvPr/>
        </p:nvSpPr>
        <p:spPr>
          <a:xfrm>
            <a:off x="453138" y="51200"/>
            <a:ext cx="8122200" cy="7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Status Codes</a:t>
            </a:r>
            <a:endParaRPr b="1" i="1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General status codes include: 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611" name="Google Shape;1611;p200"/>
          <p:cNvGraphicFramePr/>
          <p:nvPr/>
        </p:nvGraphicFramePr>
        <p:xfrm>
          <a:off x="369888" y="12576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{E5EB5CCE-B9DB-4B22-BA88-9AF99CADAD0D}</a:tableStyleId>
              </a:tblPr>
              <a:tblGrid>
                <a:gridCol w="1569950"/>
                <a:gridCol w="4865950"/>
              </a:tblGrid>
              <a:tr h="557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" sz="2000" u="none" cap="none" strike="noStrike">
                          <a:solidFill>
                            <a:srgbClr val="FFFFFF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200 </a:t>
                      </a:r>
                      <a:r>
                        <a:rPr lang="en" sz="2000">
                          <a:solidFill>
                            <a:srgbClr val="FFFFFF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C</a:t>
                      </a:r>
                      <a:r>
                        <a:rPr lang="en" sz="2000" u="none" cap="none" strike="noStrike">
                          <a:solidFill>
                            <a:srgbClr val="FFFFFF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odes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Indicate success.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57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" sz="2000" u="none" cap="none" strike="noStrike">
                          <a:solidFill>
                            <a:schemeClr val="lt1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300 </a:t>
                      </a:r>
                      <a:r>
                        <a:rPr lang="en" sz="2000">
                          <a:solidFill>
                            <a:schemeClr val="lt1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C</a:t>
                      </a:r>
                      <a:r>
                        <a:rPr lang="en" sz="2000" u="none" cap="none" strike="noStrike">
                          <a:solidFill>
                            <a:schemeClr val="lt1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odes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Indicate multiple choices, meaning the server can respond to the request in more than one way.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57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" sz="2000" u="none" cap="none" strike="noStrike">
                          <a:solidFill>
                            <a:schemeClr val="lt1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400 </a:t>
                      </a:r>
                      <a:r>
                        <a:rPr lang="en" sz="2000">
                          <a:solidFill>
                            <a:schemeClr val="lt1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C</a:t>
                      </a:r>
                      <a:r>
                        <a:rPr lang="en" sz="2000" u="none" cap="none" strike="noStrike">
                          <a:solidFill>
                            <a:schemeClr val="lt1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odes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Indicate client errors, meaning the client </a:t>
                      </a:r>
                      <a:br>
                        <a:rPr lang="en" sz="16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sent an improperly formatted request.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57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" sz="2000" u="none" cap="none" strike="noStrike">
                          <a:solidFill>
                            <a:schemeClr val="lt1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500 </a:t>
                      </a:r>
                      <a:r>
                        <a:rPr lang="en" sz="2000">
                          <a:solidFill>
                            <a:schemeClr val="lt1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C</a:t>
                      </a:r>
                      <a:r>
                        <a:rPr lang="en" sz="2000" u="none" cap="none" strike="noStrike">
                          <a:solidFill>
                            <a:schemeClr val="lt1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odes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Indicate server errors, meaning the server application failed somehow.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612" name="Google Shape;1612;p2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58638" y="3265450"/>
            <a:ext cx="1668050" cy="15582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13" name="Google Shape;1613;p200"/>
          <p:cNvCxnSpPr/>
          <p:nvPr/>
        </p:nvCxnSpPr>
        <p:spPr>
          <a:xfrm>
            <a:off x="5990388" y="2798700"/>
            <a:ext cx="1069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sm" w="sm" type="none"/>
          </a:ln>
        </p:spPr>
      </p:cxnSp>
      <p:sp>
        <p:nvSpPr>
          <p:cNvPr id="1614" name="Google Shape;1614;p200"/>
          <p:cNvSpPr txBox="1"/>
          <p:nvPr/>
        </p:nvSpPr>
        <p:spPr>
          <a:xfrm>
            <a:off x="6880963" y="2342038"/>
            <a:ext cx="1823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You probably recognize the </a:t>
            </a:r>
            <a:r>
              <a:rPr b="1" i="0" lang="en" sz="1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404</a:t>
            </a: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error.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8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p201"/>
          <p:cNvSpPr txBox="1"/>
          <p:nvPr>
            <p:ph idx="1" type="body"/>
          </p:nvPr>
        </p:nvSpPr>
        <p:spPr>
          <a:xfrm>
            <a:off x="3337650" y="1377600"/>
            <a:ext cx="56880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standard reference site for general headers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web information is </a:t>
            </a:r>
            <a:r>
              <a:rPr b="1" lang="en"/>
              <a:t>Mozilla Developer Network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3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p202"/>
          <p:cNvSpPr txBox="1"/>
          <p:nvPr/>
        </p:nvSpPr>
        <p:spPr>
          <a:xfrm>
            <a:off x="446100" y="51200"/>
            <a:ext cx="81222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Key </a:t>
            </a: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Takeaways</a:t>
            </a:r>
            <a:endParaRPr b="0" i="0" sz="2600" u="none" cap="none" strike="noStrike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625" name="Google Shape;1625;p202"/>
          <p:cNvSpPr/>
          <p:nvPr/>
        </p:nvSpPr>
        <p:spPr>
          <a:xfrm>
            <a:off x="764350" y="779675"/>
            <a:ext cx="7465200" cy="5349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6" name="Google Shape;1626;p202"/>
          <p:cNvSpPr txBox="1"/>
          <p:nvPr/>
        </p:nvSpPr>
        <p:spPr>
          <a:xfrm>
            <a:off x="1058600" y="881853"/>
            <a:ext cx="816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HTTP requests are sent from an HTTP client to an HTTP server.</a:t>
            </a:r>
            <a:endParaRPr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7" name="Google Shape;1627;p202"/>
          <p:cNvSpPr/>
          <p:nvPr/>
        </p:nvSpPr>
        <p:spPr>
          <a:xfrm>
            <a:off x="457194" y="779680"/>
            <a:ext cx="534900" cy="5349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6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8" name="Google Shape;1628;p202"/>
          <p:cNvSpPr/>
          <p:nvPr/>
        </p:nvSpPr>
        <p:spPr>
          <a:xfrm>
            <a:off x="764350" y="1457818"/>
            <a:ext cx="7465200" cy="5349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9" name="Google Shape;1629;p202"/>
          <p:cNvSpPr txBox="1"/>
          <p:nvPr/>
        </p:nvSpPr>
        <p:spPr>
          <a:xfrm>
            <a:off x="1052550" y="1542425"/>
            <a:ext cx="6124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HTTP responses are sent back from the HTTP server as a response to the client.</a:t>
            </a:r>
            <a:endParaRPr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0" name="Google Shape;1630;p202"/>
          <p:cNvSpPr/>
          <p:nvPr/>
        </p:nvSpPr>
        <p:spPr>
          <a:xfrm>
            <a:off x="457194" y="1457825"/>
            <a:ext cx="534900" cy="5349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6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1" name="Google Shape;1631;p202"/>
          <p:cNvSpPr/>
          <p:nvPr/>
        </p:nvSpPr>
        <p:spPr>
          <a:xfrm>
            <a:off x="764350" y="2135963"/>
            <a:ext cx="7465200" cy="5349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2" name="Google Shape;1632;p202"/>
          <p:cNvSpPr txBox="1"/>
          <p:nvPr/>
        </p:nvSpPr>
        <p:spPr>
          <a:xfrm>
            <a:off x="1058600" y="2220550"/>
            <a:ext cx="661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HTTP requests include a request line, request header, and optional request body.</a:t>
            </a:r>
            <a:endParaRPr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3" name="Google Shape;1633;p202"/>
          <p:cNvSpPr/>
          <p:nvPr/>
        </p:nvSpPr>
        <p:spPr>
          <a:xfrm>
            <a:off x="457194" y="2135971"/>
            <a:ext cx="534900" cy="5349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6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4" name="Google Shape;1634;p202"/>
          <p:cNvSpPr/>
          <p:nvPr/>
        </p:nvSpPr>
        <p:spPr>
          <a:xfrm>
            <a:off x="764350" y="2814106"/>
            <a:ext cx="7465200" cy="5349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5" name="Google Shape;1635;p202"/>
          <p:cNvSpPr txBox="1"/>
          <p:nvPr/>
        </p:nvSpPr>
        <p:spPr>
          <a:xfrm>
            <a:off x="1058600" y="2898725"/>
            <a:ext cx="6206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HTTP responses include a status line, response header, and usually, a response body.</a:t>
            </a:r>
            <a:endParaRPr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6" name="Google Shape;1636;p202"/>
          <p:cNvSpPr/>
          <p:nvPr/>
        </p:nvSpPr>
        <p:spPr>
          <a:xfrm>
            <a:off x="457194" y="2814116"/>
            <a:ext cx="534900" cy="5349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6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7" name="Google Shape;1637;p202"/>
          <p:cNvSpPr/>
          <p:nvPr/>
        </p:nvSpPr>
        <p:spPr>
          <a:xfrm>
            <a:off x="764350" y="3492250"/>
            <a:ext cx="7465200" cy="5349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8" name="Google Shape;1638;p202"/>
          <p:cNvSpPr txBox="1"/>
          <p:nvPr/>
        </p:nvSpPr>
        <p:spPr>
          <a:xfrm>
            <a:off x="1058600" y="3576850"/>
            <a:ext cx="6713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Query parameters allow you to be specific about the parts of a resource you want to send or receive data from.</a:t>
            </a:r>
            <a:endParaRPr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9" name="Google Shape;1639;p202"/>
          <p:cNvSpPr/>
          <p:nvPr/>
        </p:nvSpPr>
        <p:spPr>
          <a:xfrm>
            <a:off x="457194" y="3492262"/>
            <a:ext cx="534900" cy="5349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6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6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3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p203"/>
          <p:cNvSpPr txBox="1"/>
          <p:nvPr/>
        </p:nvSpPr>
        <p:spPr>
          <a:xfrm>
            <a:off x="446100" y="51200"/>
            <a:ext cx="81222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Key Takeaways</a:t>
            </a:r>
            <a:endParaRPr b="0" i="0" sz="2600" u="none" cap="none" strike="noStrike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645" name="Google Shape;1645;p203"/>
          <p:cNvSpPr/>
          <p:nvPr/>
        </p:nvSpPr>
        <p:spPr>
          <a:xfrm>
            <a:off x="764350" y="779675"/>
            <a:ext cx="7465200" cy="5349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6" name="Google Shape;1646;p203"/>
          <p:cNvSpPr txBox="1"/>
          <p:nvPr/>
        </p:nvSpPr>
        <p:spPr>
          <a:xfrm>
            <a:off x="1058600" y="881853"/>
            <a:ext cx="816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lang="en" sz="16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GET</a:t>
            </a: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requests ask an HTTP server for resources, such as a whole webpage.</a:t>
            </a:r>
            <a:endParaRPr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7" name="Google Shape;1647;p203"/>
          <p:cNvSpPr/>
          <p:nvPr/>
        </p:nvSpPr>
        <p:spPr>
          <a:xfrm>
            <a:off x="457194" y="779680"/>
            <a:ext cx="534900" cy="5349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600">
                <a:solidFill>
                  <a:srgbClr val="082D49"/>
                </a:solidFill>
              </a:rPr>
              <a:t>6</a:t>
            </a:r>
            <a:endParaRPr b="0" i="0" sz="16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8" name="Google Shape;1648;p203"/>
          <p:cNvSpPr/>
          <p:nvPr/>
        </p:nvSpPr>
        <p:spPr>
          <a:xfrm>
            <a:off x="764350" y="1457818"/>
            <a:ext cx="7465200" cy="5349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9" name="Google Shape;1649;p203"/>
          <p:cNvSpPr txBox="1"/>
          <p:nvPr/>
        </p:nvSpPr>
        <p:spPr>
          <a:xfrm>
            <a:off x="1052550" y="1627050"/>
            <a:ext cx="6124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lang="en" sz="16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POST</a:t>
            </a: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requests send data to an HTTP server’s resources, such as login credentials or images for a webpage.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t/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0" name="Google Shape;1650;p203"/>
          <p:cNvSpPr/>
          <p:nvPr/>
        </p:nvSpPr>
        <p:spPr>
          <a:xfrm>
            <a:off x="457194" y="1457825"/>
            <a:ext cx="534900" cy="5349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600">
                <a:solidFill>
                  <a:srgbClr val="082D49"/>
                </a:solidFill>
              </a:rPr>
              <a:t>7</a:t>
            </a:r>
            <a:endParaRPr b="0" i="0" sz="16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1" name="Google Shape;1651;p203"/>
          <p:cNvSpPr/>
          <p:nvPr/>
        </p:nvSpPr>
        <p:spPr>
          <a:xfrm>
            <a:off x="764350" y="2135963"/>
            <a:ext cx="7465200" cy="5349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2" name="Google Shape;1652;p203"/>
          <p:cNvSpPr txBox="1"/>
          <p:nvPr/>
        </p:nvSpPr>
        <p:spPr>
          <a:xfrm>
            <a:off x="1058600" y="2220550"/>
            <a:ext cx="661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lang="en" sz="16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PUT</a:t>
            </a: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requests also send data to an HTTP server, but are often used to overwrite resources, such as updating part of a webpage.</a:t>
            </a:r>
            <a:endParaRPr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3" name="Google Shape;1653;p203"/>
          <p:cNvSpPr/>
          <p:nvPr/>
        </p:nvSpPr>
        <p:spPr>
          <a:xfrm>
            <a:off x="457194" y="2135971"/>
            <a:ext cx="534900" cy="5349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600">
                <a:solidFill>
                  <a:srgbClr val="082D49"/>
                </a:solidFill>
              </a:rPr>
              <a:t>8</a:t>
            </a:r>
            <a:endParaRPr b="0" i="0" sz="16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4" name="Google Shape;1654;p203"/>
          <p:cNvSpPr/>
          <p:nvPr/>
        </p:nvSpPr>
        <p:spPr>
          <a:xfrm>
            <a:off x="764350" y="2814106"/>
            <a:ext cx="7465200" cy="5349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5" name="Google Shape;1655;p203"/>
          <p:cNvSpPr txBox="1"/>
          <p:nvPr/>
        </p:nvSpPr>
        <p:spPr>
          <a:xfrm>
            <a:off x="1058600" y="2898725"/>
            <a:ext cx="6206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lang="en" sz="16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OPTIONS</a:t>
            </a: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requests ask an HTTP server to respond with all HTTP methods that the HTTP server is programmed to respond to.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6" name="Google Shape;1656;p203"/>
          <p:cNvSpPr/>
          <p:nvPr/>
        </p:nvSpPr>
        <p:spPr>
          <a:xfrm>
            <a:off x="457194" y="2814116"/>
            <a:ext cx="534900" cy="5349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600">
                <a:solidFill>
                  <a:srgbClr val="082D49"/>
                </a:solidFill>
              </a:rPr>
              <a:t>9</a:t>
            </a:r>
            <a:endParaRPr b="0" i="0" sz="16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0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Google Shape;1661;p204"/>
          <p:cNvSpPr txBox="1"/>
          <p:nvPr>
            <p:ph idx="1" type="subTitle"/>
          </p:nvPr>
        </p:nvSpPr>
        <p:spPr>
          <a:xfrm>
            <a:off x="6463600" y="4568825"/>
            <a:ext cx="23922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 Minutes</a:t>
            </a:r>
            <a:endParaRPr/>
          </a:p>
        </p:txBody>
      </p:sp>
      <p:sp>
        <p:nvSpPr>
          <p:cNvPr id="1662" name="Google Shape;1662;p204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 Request and Response </a:t>
            </a:r>
            <a:endParaRPr/>
          </a:p>
        </p:txBody>
      </p:sp>
      <p:sp>
        <p:nvSpPr>
          <p:cNvPr id="1663" name="Google Shape;1663;p204"/>
          <p:cNvSpPr txBox="1"/>
          <p:nvPr>
            <p:ph idx="3" type="body"/>
          </p:nvPr>
        </p:nvSpPr>
        <p:spPr>
          <a:xfrm>
            <a:off x="914400" y="1176975"/>
            <a:ext cx="7371000" cy="3191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activity, you will be playing the role of a web app security engineer.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is a breach in one of your company's HTTP servers. Before the server goes down, a suspicious IP address sends it a rapid sequence of requests and responses.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are tasked with investigating the remaining HTTP logs to figure out what happened during the attack on the web server.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64" name="Google Shape;1664;p2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8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6" name="Shape 1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Google Shape;1677;p207"/>
          <p:cNvSpPr txBox="1"/>
          <p:nvPr>
            <p:ph type="title"/>
          </p:nvPr>
        </p:nvSpPr>
        <p:spPr>
          <a:xfrm>
            <a:off x="0" y="2628900"/>
            <a:ext cx="9144000" cy="13149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Sessions </a:t>
            </a:r>
            <a:r>
              <a:rPr b="0" lang="en" sz="3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and </a:t>
            </a:r>
            <a:r>
              <a:rPr lang="en" sz="3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Cookies</a:t>
            </a:r>
            <a:endParaRPr sz="3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78" name="Google Shape;1678;p2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5688" y="1166026"/>
            <a:ext cx="2072624" cy="163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208"/>
          <p:cNvSpPr txBox="1"/>
          <p:nvPr/>
        </p:nvSpPr>
        <p:spPr>
          <a:xfrm>
            <a:off x="405500" y="51200"/>
            <a:ext cx="81222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Sessions and Cookies</a:t>
            </a:r>
            <a:endParaRPr b="0" i="0" sz="2600" u="none" cap="none" strike="noStrike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684" name="Google Shape;1684;p208"/>
          <p:cNvSpPr txBox="1"/>
          <p:nvPr>
            <p:ph idx="4294967295" type="title"/>
          </p:nvPr>
        </p:nvSpPr>
        <p:spPr>
          <a:xfrm>
            <a:off x="481700" y="840125"/>
            <a:ext cx="68859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en" sz="1800"/>
              <a:t>HTTP resources are inherently </a:t>
            </a:r>
            <a:r>
              <a:rPr lang="en" sz="1800">
                <a:highlight>
                  <a:schemeClr val="accent1"/>
                </a:highlight>
              </a:rPr>
              <a:t>stateless</a:t>
            </a:r>
            <a:r>
              <a:rPr b="0" lang="en" sz="1800"/>
              <a:t>, meaning that, whenever your browser requests a webpage, there’s no way for that webpage to distinguish you from anyone else.</a:t>
            </a:r>
            <a:endParaRPr b="0" sz="1900"/>
          </a:p>
        </p:txBody>
      </p:sp>
      <p:grpSp>
        <p:nvGrpSpPr>
          <p:cNvPr id="1685" name="Google Shape;1685;p208"/>
          <p:cNvGrpSpPr/>
          <p:nvPr/>
        </p:nvGrpSpPr>
        <p:grpSpPr>
          <a:xfrm>
            <a:off x="1659995" y="3184972"/>
            <a:ext cx="6258809" cy="533721"/>
            <a:chOff x="2046356" y="3721250"/>
            <a:chExt cx="5739394" cy="605400"/>
          </a:xfrm>
        </p:grpSpPr>
        <p:sp>
          <p:nvSpPr>
            <p:cNvPr id="1686" name="Google Shape;1686;p208"/>
            <p:cNvSpPr/>
            <p:nvPr/>
          </p:nvSpPr>
          <p:spPr>
            <a:xfrm>
              <a:off x="4984050" y="3721250"/>
              <a:ext cx="2801700" cy="605400"/>
            </a:xfrm>
            <a:prstGeom prst="bentUpArrow">
              <a:avLst>
                <a:gd fmla="val 25000" name="adj1"/>
                <a:gd fmla="val 25000" name="adj2"/>
                <a:gd fmla="val 25000" name="adj3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7" name="Google Shape;1687;p208"/>
            <p:cNvSpPr/>
            <p:nvPr/>
          </p:nvSpPr>
          <p:spPr>
            <a:xfrm flipH="1">
              <a:off x="2046356" y="3721250"/>
              <a:ext cx="3146400" cy="605400"/>
            </a:xfrm>
            <a:prstGeom prst="bentUpArrow">
              <a:avLst>
                <a:gd fmla="val 25000" name="adj1"/>
                <a:gd fmla="val 23239" name="adj2"/>
                <a:gd fmla="val 0" name="adj3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88" name="Google Shape;1688;p208"/>
          <p:cNvSpPr/>
          <p:nvPr/>
        </p:nvSpPr>
        <p:spPr>
          <a:xfrm>
            <a:off x="1145225" y="4396125"/>
            <a:ext cx="7141500" cy="156600"/>
          </a:xfrm>
          <a:prstGeom prst="rect">
            <a:avLst/>
          </a:prstGeom>
          <a:solidFill>
            <a:srgbClr val="147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9" name="Google Shape;1689;p208"/>
          <p:cNvSpPr/>
          <p:nvPr/>
        </p:nvSpPr>
        <p:spPr>
          <a:xfrm rot="-5400000">
            <a:off x="7546625" y="3739275"/>
            <a:ext cx="1469100" cy="157500"/>
          </a:xfrm>
          <a:prstGeom prst="rect">
            <a:avLst/>
          </a:prstGeom>
          <a:solidFill>
            <a:srgbClr val="147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0" name="Google Shape;1690;p208"/>
          <p:cNvPicPr preferRelativeResize="0"/>
          <p:nvPr/>
        </p:nvPicPr>
        <p:blipFill rotWithShape="1">
          <a:blip r:embed="rId3">
            <a:alphaModFix/>
          </a:blip>
          <a:srcRect b="8765" l="0" r="51763" t="23758"/>
          <a:stretch/>
        </p:blipFill>
        <p:spPr>
          <a:xfrm>
            <a:off x="558175" y="1823748"/>
            <a:ext cx="1960785" cy="14701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</p:pic>
      <p:pic>
        <p:nvPicPr>
          <p:cNvPr id="1691" name="Google Shape;1691;p208"/>
          <p:cNvPicPr preferRelativeResize="0"/>
          <p:nvPr/>
        </p:nvPicPr>
        <p:blipFill rotWithShape="1">
          <a:blip r:embed="rId3">
            <a:alphaModFix/>
          </a:blip>
          <a:srcRect b="8763" l="77499" r="-729" t="1533"/>
          <a:stretch/>
        </p:blipFill>
        <p:spPr>
          <a:xfrm>
            <a:off x="7443655" y="887250"/>
            <a:ext cx="1127670" cy="23339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</p:pic>
      <p:sp>
        <p:nvSpPr>
          <p:cNvPr id="1692" name="Google Shape;1692;p208"/>
          <p:cNvSpPr txBox="1"/>
          <p:nvPr/>
        </p:nvSpPr>
        <p:spPr>
          <a:xfrm>
            <a:off x="3797425" y="2966338"/>
            <a:ext cx="38376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Inconsolata Black"/>
                <a:ea typeface="Inconsolata Black"/>
                <a:cs typeface="Inconsolata Black"/>
                <a:sym typeface="Inconsolata Black"/>
              </a:rPr>
              <a:t>Client:</a:t>
            </a:r>
            <a:r>
              <a:rPr b="0" i="0" lang="en" sz="1800" u="none" cap="none" strike="noStrike">
                <a:solidFill>
                  <a:schemeClr val="dk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 </a:t>
            </a:r>
            <a:r>
              <a:rPr b="0" i="1" lang="en" sz="1800" u="none" cap="none" strike="noStrike">
                <a:solidFill>
                  <a:schemeClr val="dk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Hi! Remember me? </a:t>
            </a:r>
            <a:endParaRPr b="0" i="1" sz="1800" u="none" cap="none" strike="noStrike">
              <a:solidFill>
                <a:schemeClr val="dk2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</p:txBody>
      </p:sp>
      <p:sp>
        <p:nvSpPr>
          <p:cNvPr id="1693" name="Google Shape;1693;p208"/>
          <p:cNvSpPr txBox="1"/>
          <p:nvPr/>
        </p:nvSpPr>
        <p:spPr>
          <a:xfrm>
            <a:off x="3797425" y="3827563"/>
            <a:ext cx="3973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Inconsolata Black"/>
                <a:ea typeface="Inconsolata Black"/>
                <a:cs typeface="Inconsolata Black"/>
                <a:sym typeface="Inconsolata Black"/>
              </a:rPr>
              <a:t>Server:</a:t>
            </a:r>
            <a:r>
              <a:rPr b="0" i="0" lang="en" sz="1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0" i="1" lang="en" sz="1800" u="none" cap="none" strike="noStrike">
                <a:solidFill>
                  <a:schemeClr val="dk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Umm... No?</a:t>
            </a:r>
            <a:endParaRPr b="0" i="1" sz="1800" u="none" cap="none" strike="noStrike">
              <a:solidFill>
                <a:schemeClr val="dk2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</p:txBody>
      </p:sp>
      <p:sp>
        <p:nvSpPr>
          <p:cNvPr id="1694" name="Google Shape;1694;p208"/>
          <p:cNvSpPr/>
          <p:nvPr/>
        </p:nvSpPr>
        <p:spPr>
          <a:xfrm>
            <a:off x="1013725" y="3293900"/>
            <a:ext cx="298200" cy="1263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147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95" name="Google Shape;1695;p208"/>
          <p:cNvGrpSpPr/>
          <p:nvPr/>
        </p:nvGrpSpPr>
        <p:grpSpPr>
          <a:xfrm>
            <a:off x="2528650" y="2964527"/>
            <a:ext cx="1150529" cy="446423"/>
            <a:chOff x="-19200" y="1466422"/>
            <a:chExt cx="1253300" cy="486300"/>
          </a:xfrm>
        </p:grpSpPr>
        <p:sp>
          <p:nvSpPr>
            <p:cNvPr id="1696" name="Google Shape;1696;p208"/>
            <p:cNvSpPr/>
            <p:nvPr/>
          </p:nvSpPr>
          <p:spPr>
            <a:xfrm>
              <a:off x="-19200" y="1466422"/>
              <a:ext cx="1171800" cy="486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dk2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Request</a:t>
              </a:r>
              <a:endParaRPr b="0" i="0" sz="14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1697" name="Google Shape;1697;p208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98" name="Google Shape;1698;p208"/>
          <p:cNvGrpSpPr/>
          <p:nvPr/>
        </p:nvGrpSpPr>
        <p:grpSpPr>
          <a:xfrm>
            <a:off x="2528649" y="3840839"/>
            <a:ext cx="1118104" cy="446423"/>
            <a:chOff x="375719" y="1466430"/>
            <a:chExt cx="834157" cy="486300"/>
          </a:xfrm>
        </p:grpSpPr>
        <p:sp>
          <p:nvSpPr>
            <p:cNvPr id="1699" name="Google Shape;1699;p208"/>
            <p:cNvSpPr/>
            <p:nvPr/>
          </p:nvSpPr>
          <p:spPr>
            <a:xfrm>
              <a:off x="375719" y="1466430"/>
              <a:ext cx="777000" cy="486300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Response</a:t>
              </a:r>
              <a:endParaRPr b="0" i="0" sz="26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700" name="Google Shape;1700;p208"/>
            <p:cNvSpPr/>
            <p:nvPr/>
          </p:nvSpPr>
          <p:spPr>
            <a:xfrm rot="5400000">
              <a:off x="973813" y="1649880"/>
              <a:ext cx="333361" cy="138765"/>
            </a:xfrm>
            <a:prstGeom prst="flowChartExtra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4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Google Shape;1705;p209"/>
          <p:cNvSpPr/>
          <p:nvPr/>
        </p:nvSpPr>
        <p:spPr>
          <a:xfrm>
            <a:off x="457160" y="1395406"/>
            <a:ext cx="3848100" cy="476700"/>
          </a:xfrm>
          <a:prstGeom prst="roundRect">
            <a:avLst>
              <a:gd fmla="val 16667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706" name="Google Shape;1706;p209"/>
          <p:cNvSpPr/>
          <p:nvPr/>
        </p:nvSpPr>
        <p:spPr>
          <a:xfrm rot="10800000">
            <a:off x="593369" y="1784194"/>
            <a:ext cx="261029" cy="144694"/>
          </a:xfrm>
          <a:prstGeom prst="flowChartExtract">
            <a:avLst/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7" name="Google Shape;1707;p209"/>
          <p:cNvSpPr/>
          <p:nvPr/>
        </p:nvSpPr>
        <p:spPr>
          <a:xfrm>
            <a:off x="4876760" y="1395418"/>
            <a:ext cx="3848100" cy="476700"/>
          </a:xfrm>
          <a:prstGeom prst="roundRect">
            <a:avLst>
              <a:gd fmla="val 16667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708" name="Google Shape;1708;p209"/>
          <p:cNvSpPr/>
          <p:nvPr/>
        </p:nvSpPr>
        <p:spPr>
          <a:xfrm rot="10800000">
            <a:off x="5012969" y="1784207"/>
            <a:ext cx="261029" cy="144694"/>
          </a:xfrm>
          <a:prstGeom prst="flowChartExtract">
            <a:avLst/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9" name="Google Shape;1709;p209"/>
          <p:cNvSpPr txBox="1"/>
          <p:nvPr/>
        </p:nvSpPr>
        <p:spPr>
          <a:xfrm>
            <a:off x="457150" y="1407243"/>
            <a:ext cx="38481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710" name="Google Shape;1710;p209"/>
          <p:cNvSpPr txBox="1"/>
          <p:nvPr/>
        </p:nvSpPr>
        <p:spPr>
          <a:xfrm>
            <a:off x="4876750" y="1411956"/>
            <a:ext cx="38481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711" name="Google Shape;1711;p209"/>
          <p:cNvSpPr txBox="1"/>
          <p:nvPr/>
        </p:nvSpPr>
        <p:spPr>
          <a:xfrm>
            <a:off x="465975" y="1432263"/>
            <a:ext cx="3649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Sessions</a:t>
            </a:r>
            <a:endParaRPr b="1" i="0" sz="1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2" name="Google Shape;1712;p209"/>
          <p:cNvSpPr txBox="1"/>
          <p:nvPr/>
        </p:nvSpPr>
        <p:spPr>
          <a:xfrm>
            <a:off x="4900000" y="1432263"/>
            <a:ext cx="3649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Cookies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3" name="Google Shape;1713;p209"/>
          <p:cNvSpPr txBox="1"/>
          <p:nvPr/>
        </p:nvSpPr>
        <p:spPr>
          <a:xfrm>
            <a:off x="542175" y="2106825"/>
            <a:ext cx="2505900" cy="17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Unique server-side sets of user data used to customize webpages for the specific user accessing them.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4" name="Google Shape;1714;p209"/>
          <p:cNvSpPr txBox="1"/>
          <p:nvPr/>
        </p:nvSpPr>
        <p:spPr>
          <a:xfrm>
            <a:off x="4976200" y="2106814"/>
            <a:ext cx="3407700" cy="19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Small pieces of text data that, when sent by an HTTP server’s response header, are saved by the user’s 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HTTP client.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accent6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accent6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715" name="Google Shape;1715;p2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5893" y="1278176"/>
            <a:ext cx="827450" cy="27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1716" name="Google Shape;1716;p209"/>
          <p:cNvSpPr txBox="1"/>
          <p:nvPr/>
        </p:nvSpPr>
        <p:spPr>
          <a:xfrm>
            <a:off x="465968" y="51200"/>
            <a:ext cx="8122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Sessions and Cookies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7" name="Google Shape;1717;p209"/>
          <p:cNvSpPr txBox="1"/>
          <p:nvPr>
            <p:ph idx="4294967295" type="title"/>
          </p:nvPr>
        </p:nvSpPr>
        <p:spPr>
          <a:xfrm>
            <a:off x="498050" y="625800"/>
            <a:ext cx="7885800" cy="6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" sz="1800"/>
              <a:t>Websites need a way to deliver content that is specific to each user. To do so, they establish sessions with cookies.</a:t>
            </a:r>
            <a:endParaRPr b="0" sz="1800"/>
          </a:p>
        </p:txBody>
      </p:sp>
      <p:pic>
        <p:nvPicPr>
          <p:cNvPr id="1718" name="Google Shape;1718;p20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23125" y="3720890"/>
            <a:ext cx="970646" cy="97063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</p:pic>
      <p:pic>
        <p:nvPicPr>
          <p:cNvPr id="1719" name="Google Shape;1719;p20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23704" y="3265325"/>
            <a:ext cx="970646" cy="97063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</p:pic>
      <p:pic>
        <p:nvPicPr>
          <p:cNvPr id="1720" name="Google Shape;1720;p20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5000" y="2798525"/>
            <a:ext cx="2021801" cy="24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4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Google Shape;1725;p210"/>
          <p:cNvSpPr txBox="1"/>
          <p:nvPr>
            <p:ph type="title"/>
          </p:nvPr>
        </p:nvSpPr>
        <p:spPr>
          <a:xfrm>
            <a:off x="74113" y="512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Sessions and Cookies</a:t>
            </a:r>
            <a:endParaRPr/>
          </a:p>
        </p:txBody>
      </p:sp>
      <p:sp>
        <p:nvSpPr>
          <p:cNvPr id="1726" name="Google Shape;1726;p210"/>
          <p:cNvSpPr txBox="1"/>
          <p:nvPr>
            <p:ph idx="1" type="body"/>
          </p:nvPr>
        </p:nvSpPr>
        <p:spPr>
          <a:xfrm>
            <a:off x="425175" y="644950"/>
            <a:ext cx="5061300" cy="38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C</a:t>
            </a:r>
            <a:r>
              <a:rPr b="1" lang="en" sz="1600"/>
              <a:t>ookies are used </a:t>
            </a:r>
            <a:r>
              <a:rPr b="1" lang="en" sz="1600"/>
              <a:t>primarily</a:t>
            </a:r>
            <a:r>
              <a:rPr b="1" lang="en" sz="1600"/>
              <a:t> for three things:</a:t>
            </a:r>
            <a:endParaRPr b="1"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Session Management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Personalization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Tracking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Common cookie types:</a:t>
            </a:r>
            <a:endParaRPr b="1"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Session Cookies</a:t>
            </a:r>
            <a:endParaRPr sz="1600"/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Generated when user interacts with a website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Persistent Cookies</a:t>
            </a:r>
            <a:endParaRPr sz="1600"/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Stay on a user’s computer for specified time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Token Authentication Cookies</a:t>
            </a:r>
            <a:endParaRPr sz="1600"/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Help protect </a:t>
            </a:r>
            <a:r>
              <a:rPr lang="en" sz="1600"/>
              <a:t>sensitive</a:t>
            </a:r>
            <a:r>
              <a:rPr lang="en" sz="1600"/>
              <a:t> information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Third-Party/Tracking Cookies</a:t>
            </a:r>
            <a:endParaRPr sz="1600"/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Record user activity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Zombie Cookies</a:t>
            </a:r>
            <a:endParaRPr sz="1600"/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Used for malicious purposes</a:t>
            </a:r>
            <a:endParaRPr sz="1600"/>
          </a:p>
        </p:txBody>
      </p:sp>
      <p:pic>
        <p:nvPicPr>
          <p:cNvPr id="1727" name="Google Shape;1727;p2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4000" y="2015100"/>
            <a:ext cx="3563200" cy="2807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Google Shape;1732;p211"/>
          <p:cNvSpPr txBox="1"/>
          <p:nvPr/>
        </p:nvSpPr>
        <p:spPr>
          <a:xfrm>
            <a:off x="425650" y="51200"/>
            <a:ext cx="8238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Sessions and Cookies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3" name="Google Shape;1733;p211"/>
          <p:cNvSpPr txBox="1"/>
          <p:nvPr>
            <p:ph idx="4294967295" type="title"/>
          </p:nvPr>
        </p:nvSpPr>
        <p:spPr>
          <a:xfrm>
            <a:off x="425650" y="447975"/>
            <a:ext cx="8845800" cy="7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en" sz="1700"/>
              <a:t>You visit a shopping website and register an account with your first and last name. </a:t>
            </a:r>
            <a:br>
              <a:rPr b="0" lang="en" sz="1700"/>
            </a:br>
            <a:r>
              <a:rPr b="0" lang="en" sz="1700"/>
              <a:t>As soon as you do this, a session is created that saves your name to the site’s </a:t>
            </a:r>
            <a:r>
              <a:rPr b="0" lang="en" sz="1700"/>
              <a:t>d</a:t>
            </a:r>
            <a:r>
              <a:rPr b="0" lang="en" sz="1700"/>
              <a:t>atabase.</a:t>
            </a:r>
            <a:endParaRPr b="0"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sz="1450"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0" sz="145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734" name="Google Shape;1734;p211"/>
          <p:cNvSpPr/>
          <p:nvPr/>
        </p:nvSpPr>
        <p:spPr>
          <a:xfrm>
            <a:off x="259850" y="3219800"/>
            <a:ext cx="8595600" cy="1581300"/>
          </a:xfrm>
          <a:prstGeom prst="roundRect">
            <a:avLst>
              <a:gd fmla="val 451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735" name="Google Shape;1735;p211"/>
          <p:cNvSpPr/>
          <p:nvPr/>
        </p:nvSpPr>
        <p:spPr>
          <a:xfrm>
            <a:off x="259850" y="1383675"/>
            <a:ext cx="8595600" cy="1655100"/>
          </a:xfrm>
          <a:prstGeom prst="roundRect">
            <a:avLst>
              <a:gd fmla="val 451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1736" name="Google Shape;1736;p211"/>
          <p:cNvCxnSpPr/>
          <p:nvPr/>
        </p:nvCxnSpPr>
        <p:spPr>
          <a:xfrm>
            <a:off x="1956300" y="2210738"/>
            <a:ext cx="2615700" cy="13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737" name="Google Shape;1737;p2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5772" y="3388575"/>
            <a:ext cx="1053347" cy="105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8" name="Google Shape;1738;p2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0926" y="3393900"/>
            <a:ext cx="1053347" cy="105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9" name="Google Shape;1739;p2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0622" y="1579800"/>
            <a:ext cx="1000694" cy="1000707"/>
          </a:xfrm>
          <a:prstGeom prst="rect">
            <a:avLst/>
          </a:prstGeom>
          <a:noFill/>
          <a:ln>
            <a:noFill/>
          </a:ln>
        </p:spPr>
      </p:pic>
      <p:sp>
        <p:nvSpPr>
          <p:cNvPr id="1740" name="Google Shape;1740;p211"/>
          <p:cNvSpPr txBox="1"/>
          <p:nvPr/>
        </p:nvSpPr>
        <p:spPr>
          <a:xfrm>
            <a:off x="2436650" y="1541775"/>
            <a:ext cx="2143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u="none" cap="none" strike="noStrike">
                <a:solidFill>
                  <a:schemeClr val="dk2"/>
                </a:solidFill>
                <a:latin typeface="Inconsolata SemiBold"/>
                <a:ea typeface="Inconsolata SemiBold"/>
                <a:cs typeface="Inconsolata SemiBold"/>
                <a:sym typeface="Inconsolata SemiBold"/>
              </a:rPr>
              <a:t>GET /page.html HTTP/1.1</a:t>
            </a:r>
            <a:endParaRPr b="0" i="0" u="none" cap="none" strike="noStrike">
              <a:solidFill>
                <a:schemeClr val="dk2"/>
              </a:solidFill>
              <a:latin typeface="Inconsolata SemiBold"/>
              <a:ea typeface="Inconsolata SemiBold"/>
              <a:cs typeface="Inconsolata SemiBold"/>
              <a:sym typeface="Inconsolat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Site: </a:t>
            </a:r>
            <a:r>
              <a:rPr b="0" i="0" lang="en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example.com</a:t>
            </a:r>
            <a:endParaRPr b="0" i="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Cookie: </a:t>
            </a:r>
            <a:r>
              <a:rPr b="0" i="0" lang="en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&lt;None&gt;</a:t>
            </a:r>
            <a:endParaRPr b="0" i="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1" name="Google Shape;1741;p211"/>
          <p:cNvSpPr txBox="1"/>
          <p:nvPr/>
        </p:nvSpPr>
        <p:spPr>
          <a:xfrm>
            <a:off x="471925" y="2674475"/>
            <a:ext cx="201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User without cookies </a:t>
            </a:r>
            <a:endParaRPr b="1" i="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742" name="Google Shape;1742;p211"/>
          <p:cNvGrpSpPr/>
          <p:nvPr/>
        </p:nvGrpSpPr>
        <p:grpSpPr>
          <a:xfrm>
            <a:off x="4442964" y="1608200"/>
            <a:ext cx="1453799" cy="996550"/>
            <a:chOff x="4442964" y="1655825"/>
            <a:chExt cx="1453799" cy="996550"/>
          </a:xfrm>
        </p:grpSpPr>
        <p:pic>
          <p:nvPicPr>
            <p:cNvPr id="1743" name="Google Shape;1743;p21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442964" y="1655825"/>
              <a:ext cx="1453799" cy="99655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9410"/>
                </a:srgbClr>
              </a:outerShdw>
            </a:effectLst>
          </p:spPr>
        </p:pic>
        <p:pic>
          <p:nvPicPr>
            <p:cNvPr id="1744" name="Google Shape;1744;p21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786015" y="1757175"/>
              <a:ext cx="767698" cy="56039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45" name="Google Shape;1745;p211"/>
          <p:cNvSpPr txBox="1"/>
          <p:nvPr/>
        </p:nvSpPr>
        <p:spPr>
          <a:xfrm>
            <a:off x="4170350" y="2674475"/>
            <a:ext cx="201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Default webpage</a:t>
            </a:r>
            <a:endParaRPr b="1" i="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746" name="Google Shape;1746;p211"/>
          <p:cNvGrpSpPr/>
          <p:nvPr/>
        </p:nvGrpSpPr>
        <p:grpSpPr>
          <a:xfrm>
            <a:off x="7153964" y="3393900"/>
            <a:ext cx="1453799" cy="996550"/>
            <a:chOff x="6430014" y="1910350"/>
            <a:chExt cx="1453799" cy="996550"/>
          </a:xfrm>
        </p:grpSpPr>
        <p:pic>
          <p:nvPicPr>
            <p:cNvPr id="1747" name="Google Shape;1747;p21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430014" y="1910350"/>
              <a:ext cx="1453799" cy="99655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9410"/>
                </a:srgbClr>
              </a:outerShdw>
            </a:effectLst>
          </p:spPr>
        </p:pic>
        <p:pic>
          <p:nvPicPr>
            <p:cNvPr id="1748" name="Google Shape;1748;p21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773065" y="2026175"/>
              <a:ext cx="767698" cy="56039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49" name="Google Shape;1749;p211"/>
          <p:cNvSpPr txBox="1"/>
          <p:nvPr/>
        </p:nvSpPr>
        <p:spPr>
          <a:xfrm>
            <a:off x="2436650" y="3393900"/>
            <a:ext cx="2143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u="none" cap="none" strike="noStrike">
                <a:solidFill>
                  <a:schemeClr val="dk2"/>
                </a:solidFill>
                <a:latin typeface="Inconsolata SemiBold"/>
                <a:ea typeface="Inconsolata SemiBold"/>
                <a:cs typeface="Inconsolata SemiBold"/>
                <a:sym typeface="Inconsolata SemiBold"/>
              </a:rPr>
              <a:t>GET /page.html HTTP/1.1</a:t>
            </a:r>
            <a:endParaRPr b="0" i="0" u="none" cap="none" strike="noStrike">
              <a:solidFill>
                <a:schemeClr val="dk2"/>
              </a:solidFill>
              <a:latin typeface="Inconsolata SemiBold"/>
              <a:ea typeface="Inconsolata SemiBold"/>
              <a:cs typeface="Inconsolata SemiBold"/>
              <a:sym typeface="Inconsolat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Site: </a:t>
            </a:r>
            <a:r>
              <a:rPr b="0" i="0" lang="en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example.com</a:t>
            </a:r>
            <a:endParaRPr b="0" i="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Cookie: </a:t>
            </a:r>
            <a:r>
              <a:rPr b="0" i="0" lang="en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User=Bob</a:t>
            </a:r>
            <a:endParaRPr b="0" i="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50" name="Google Shape;1750;p2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3875" y="4029075"/>
            <a:ext cx="355050" cy="35502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</p:pic>
      <p:sp>
        <p:nvSpPr>
          <p:cNvPr id="1751" name="Google Shape;1751;p211"/>
          <p:cNvSpPr txBox="1"/>
          <p:nvPr/>
        </p:nvSpPr>
        <p:spPr>
          <a:xfrm>
            <a:off x="471925" y="4490775"/>
            <a:ext cx="201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Users with cookies </a:t>
            </a:r>
            <a:endParaRPr b="1" i="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52" name="Google Shape;1752;p2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6375" y="4029075"/>
            <a:ext cx="355050" cy="35502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</p:pic>
      <p:cxnSp>
        <p:nvCxnSpPr>
          <p:cNvPr id="1753" name="Google Shape;1753;p211"/>
          <p:cNvCxnSpPr/>
          <p:nvPr/>
        </p:nvCxnSpPr>
        <p:spPr>
          <a:xfrm>
            <a:off x="2314200" y="4054363"/>
            <a:ext cx="2208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1754" name="Google Shape;1754;p211"/>
          <p:cNvGrpSpPr/>
          <p:nvPr/>
        </p:nvGrpSpPr>
        <p:grpSpPr>
          <a:xfrm>
            <a:off x="4442964" y="3393900"/>
            <a:ext cx="1453799" cy="996550"/>
            <a:chOff x="4442964" y="1655825"/>
            <a:chExt cx="1453799" cy="996550"/>
          </a:xfrm>
        </p:grpSpPr>
        <p:pic>
          <p:nvPicPr>
            <p:cNvPr id="1755" name="Google Shape;1755;p21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442964" y="1655825"/>
              <a:ext cx="1453799" cy="99655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9410"/>
                </a:srgbClr>
              </a:outerShdw>
            </a:effectLst>
          </p:spPr>
        </p:pic>
        <p:pic>
          <p:nvPicPr>
            <p:cNvPr id="1756" name="Google Shape;1756;p21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786015" y="1757175"/>
              <a:ext cx="767698" cy="56039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57" name="Google Shape;1757;p211"/>
          <p:cNvSpPr txBox="1"/>
          <p:nvPr/>
        </p:nvSpPr>
        <p:spPr>
          <a:xfrm>
            <a:off x="4170350" y="4490775"/>
            <a:ext cx="201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Default webpage</a:t>
            </a:r>
            <a:endParaRPr b="1" i="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8" name="Google Shape;1758;p211"/>
          <p:cNvSpPr txBox="1"/>
          <p:nvPr/>
        </p:nvSpPr>
        <p:spPr>
          <a:xfrm>
            <a:off x="5896775" y="3224350"/>
            <a:ext cx="130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Cookie-detected</a:t>
            </a:r>
            <a:endParaRPr b="0" i="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auto-forwarded </a:t>
            </a:r>
            <a:endParaRPr b="0" i="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GET</a:t>
            </a:r>
            <a:r>
              <a:rPr b="0" i="0" lang="en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request</a:t>
            </a:r>
            <a:endParaRPr b="0" i="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59" name="Google Shape;1759;p211"/>
          <p:cNvCxnSpPr/>
          <p:nvPr/>
        </p:nvCxnSpPr>
        <p:spPr>
          <a:xfrm>
            <a:off x="5724150" y="4054363"/>
            <a:ext cx="1473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60" name="Google Shape;1760;p211"/>
          <p:cNvSpPr txBox="1"/>
          <p:nvPr/>
        </p:nvSpPr>
        <p:spPr>
          <a:xfrm>
            <a:off x="6837350" y="4490775"/>
            <a:ext cx="201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Personalized webpage </a:t>
            </a:r>
            <a:endParaRPr b="1" i="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61" name="Google Shape;1761;p2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283575" y="3888750"/>
            <a:ext cx="355050" cy="35502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5" name="Shape 1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6" name="Google Shape;1766;p212"/>
          <p:cNvSpPr txBox="1"/>
          <p:nvPr/>
        </p:nvSpPr>
        <p:spPr>
          <a:xfrm>
            <a:off x="465968" y="51200"/>
            <a:ext cx="8122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How a Se</a:t>
            </a: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ssio</a:t>
            </a: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 </a:t>
            </a: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 Created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7" name="Google Shape;1767;p212"/>
          <p:cNvSpPr txBox="1"/>
          <p:nvPr>
            <p:ph idx="4294967295" type="title"/>
          </p:nvPr>
        </p:nvSpPr>
        <p:spPr>
          <a:xfrm>
            <a:off x="498050" y="625800"/>
            <a:ext cx="2778000" cy="17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en" sz="1800">
                <a:latin typeface="Roboto Medium"/>
                <a:ea typeface="Roboto Medium"/>
                <a:cs typeface="Roboto Medium"/>
                <a:sym typeface="Roboto Medium"/>
              </a:rPr>
              <a:t>Before the session: </a:t>
            </a:r>
            <a:endParaRPr b="0" sz="18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en" sz="1800"/>
              <a:t>Bob visits a shopping site and clicks a button to add one loaf of bread to his shopping cart.</a:t>
            </a:r>
            <a:endParaRPr b="0"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sz="1450"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0" sz="145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768" name="Google Shape;1768;p2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9753" y="1081550"/>
            <a:ext cx="5667825" cy="3721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69" name="Google Shape;1769;p212"/>
          <p:cNvSpPr/>
          <p:nvPr/>
        </p:nvSpPr>
        <p:spPr>
          <a:xfrm rot="8399762">
            <a:off x="7871974" y="3225920"/>
            <a:ext cx="721018" cy="24803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3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Google Shape;1774;p213"/>
          <p:cNvSpPr txBox="1"/>
          <p:nvPr/>
        </p:nvSpPr>
        <p:spPr>
          <a:xfrm>
            <a:off x="465968" y="51200"/>
            <a:ext cx="8122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How a Session </a:t>
            </a: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 Created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775" name="Google Shape;1775;p213"/>
          <p:cNvGrpSpPr/>
          <p:nvPr/>
        </p:nvGrpSpPr>
        <p:grpSpPr>
          <a:xfrm>
            <a:off x="211717" y="1340235"/>
            <a:ext cx="1667741" cy="1143267"/>
            <a:chOff x="409072" y="1953842"/>
            <a:chExt cx="1952858" cy="1338720"/>
          </a:xfrm>
        </p:grpSpPr>
        <p:grpSp>
          <p:nvGrpSpPr>
            <p:cNvPr id="1776" name="Google Shape;1776;p213"/>
            <p:cNvGrpSpPr/>
            <p:nvPr/>
          </p:nvGrpSpPr>
          <p:grpSpPr>
            <a:xfrm>
              <a:off x="409072" y="1953842"/>
              <a:ext cx="1952858" cy="1338720"/>
              <a:chOff x="3141125" y="1437800"/>
              <a:chExt cx="2861749" cy="1961782"/>
            </a:xfrm>
          </p:grpSpPr>
          <p:pic>
            <p:nvPicPr>
              <p:cNvPr id="1777" name="Google Shape;1777;p21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141125" y="1437800"/>
                <a:ext cx="2861749" cy="196178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78" name="Google Shape;1778;p21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932200" y="1543050"/>
                <a:ext cx="1279600" cy="125117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410"/>
                  </a:srgbClr>
                </a:outerShdw>
              </a:effectLst>
            </p:spPr>
          </p:pic>
        </p:grpSp>
        <p:sp>
          <p:nvSpPr>
            <p:cNvPr id="1779" name="Google Shape;1779;p213"/>
            <p:cNvSpPr/>
            <p:nvPr/>
          </p:nvSpPr>
          <p:spPr>
            <a:xfrm>
              <a:off x="723732" y="2074593"/>
              <a:ext cx="1283100" cy="767700"/>
            </a:xfrm>
            <a:prstGeom prst="rect">
              <a:avLst/>
            </a:prstGeom>
            <a:solidFill>
              <a:srgbClr val="FAF5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780" name="Google Shape;1780;p213"/>
          <p:cNvCxnSpPr/>
          <p:nvPr/>
        </p:nvCxnSpPr>
        <p:spPr>
          <a:xfrm flipH="1" rot="10800000">
            <a:off x="4372375" y="1367950"/>
            <a:ext cx="668100" cy="6903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81" name="Google Shape;1781;p213"/>
          <p:cNvCxnSpPr/>
          <p:nvPr/>
        </p:nvCxnSpPr>
        <p:spPr>
          <a:xfrm>
            <a:off x="4381917" y="2064775"/>
            <a:ext cx="632100" cy="5991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82" name="Google Shape;1782;p213"/>
          <p:cNvSpPr txBox="1"/>
          <p:nvPr/>
        </p:nvSpPr>
        <p:spPr>
          <a:xfrm>
            <a:off x="5951450" y="836050"/>
            <a:ext cx="1887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Create cookie</a:t>
            </a:r>
            <a:endParaRPr b="1" i="0" sz="1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HTTP server processes the POST request and creates a cookie for Bob.</a:t>
            </a:r>
            <a:endParaRPr b="0" i="0" sz="12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3" name="Google Shape;1783;p213"/>
          <p:cNvSpPr/>
          <p:nvPr/>
        </p:nvSpPr>
        <p:spPr>
          <a:xfrm>
            <a:off x="1951625" y="3136238"/>
            <a:ext cx="2197500" cy="1398900"/>
          </a:xfrm>
          <a:prstGeom prst="roundRect">
            <a:avLst>
              <a:gd fmla="val 451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POST /products/ HTTP/1.1</a:t>
            </a:r>
            <a:endParaRPr b="0" i="0" sz="11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User-Agent: Mozilla/4.0</a:t>
            </a:r>
            <a:endParaRPr b="0" i="0" sz="11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Host:example.com</a:t>
            </a:r>
            <a:endParaRPr b="0" i="0" sz="11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Content-Type: text/html</a:t>
            </a:r>
            <a:endParaRPr b="0" i="0" sz="11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Connection: Keep-Alive</a:t>
            </a:r>
            <a:endParaRPr b="0" i="0" sz="11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Accept-Encoding: gzip, deflate</a:t>
            </a:r>
            <a:endParaRPr b="0" i="0" sz="11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addItem=Bread&amp;count=1</a:t>
            </a:r>
            <a:endParaRPr b="0" i="0" sz="1800" u="none" cap="none" strike="noStrike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784" name="Google Shape;1784;p213"/>
          <p:cNvSpPr txBox="1"/>
          <p:nvPr/>
        </p:nvSpPr>
        <p:spPr>
          <a:xfrm>
            <a:off x="3622100" y="782225"/>
            <a:ext cx="963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HTTP server</a:t>
            </a:r>
            <a:endParaRPr b="1"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85" name="Google Shape;1785;p2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65039" y="909700"/>
            <a:ext cx="551024" cy="55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6" name="Google Shape;1786;p2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67763" y="1938100"/>
            <a:ext cx="945576" cy="129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7" name="Google Shape;1787;p213"/>
          <p:cNvSpPr txBox="1"/>
          <p:nvPr/>
        </p:nvSpPr>
        <p:spPr>
          <a:xfrm>
            <a:off x="4993701" y="3136238"/>
            <a:ext cx="89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Database</a:t>
            </a:r>
            <a:endParaRPr b="1" i="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8" name="Google Shape;1788;p213"/>
          <p:cNvSpPr txBox="1"/>
          <p:nvPr/>
        </p:nvSpPr>
        <p:spPr>
          <a:xfrm>
            <a:off x="5951450" y="2372438"/>
            <a:ext cx="188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Initiate session</a:t>
            </a:r>
            <a:endParaRPr b="1" i="0" sz="1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 the database</a:t>
            </a:r>
            <a:endParaRPr b="1" i="0" sz="12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9" name="Google Shape;1789;p213"/>
          <p:cNvSpPr txBox="1"/>
          <p:nvPr/>
        </p:nvSpPr>
        <p:spPr>
          <a:xfrm>
            <a:off x="1951625" y="1854450"/>
            <a:ext cx="1483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button sends </a:t>
            </a:r>
            <a:br>
              <a:rPr b="0" i="0" lang="en" sz="12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2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b="1" i="0" lang="en" sz="12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POST request</a:t>
            </a:r>
            <a:r>
              <a:rPr b="0" i="0" lang="en" sz="12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to the HTTP server with Bob’s one cart item.</a:t>
            </a:r>
            <a:endParaRPr b="1" i="0" sz="12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90" name="Google Shape;1790;p2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18375" y="3424151"/>
            <a:ext cx="870600" cy="1043377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</p:pic>
      <p:sp>
        <p:nvSpPr>
          <p:cNvPr id="1791" name="Google Shape;1791;p213"/>
          <p:cNvSpPr txBox="1"/>
          <p:nvPr/>
        </p:nvSpPr>
        <p:spPr>
          <a:xfrm>
            <a:off x="6156825" y="3786388"/>
            <a:ext cx="5937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Bob’s session</a:t>
            </a:r>
            <a:endParaRPr b="1" i="0" sz="11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2" name="Google Shape;1792;p213"/>
          <p:cNvSpPr txBox="1"/>
          <p:nvPr/>
        </p:nvSpPr>
        <p:spPr>
          <a:xfrm>
            <a:off x="6968075" y="3539225"/>
            <a:ext cx="17376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Create session</a:t>
            </a:r>
            <a:endParaRPr b="1" i="0" sz="1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site’s database stores the session info with Bob’s shopping list and links it to the cookie.</a:t>
            </a:r>
            <a:endParaRPr b="1" i="0" sz="12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93" name="Google Shape;1793;p213"/>
          <p:cNvCxnSpPr>
            <a:stCxn id="1787" idx="2"/>
            <a:endCxn id="1791" idx="1"/>
          </p:cNvCxnSpPr>
          <p:nvPr/>
        </p:nvCxnSpPr>
        <p:spPr>
          <a:xfrm flipH="1" rot="-5400000">
            <a:off x="5552151" y="3424838"/>
            <a:ext cx="493200" cy="716400"/>
          </a:xfrm>
          <a:prstGeom prst="bentConnector2">
            <a:avLst/>
          </a:prstGeom>
          <a:noFill/>
          <a:ln cap="flat" cmpd="sng" w="19050">
            <a:solidFill>
              <a:schemeClr val="accent1"/>
            </a:solidFill>
            <a:prstDash val="lgDash"/>
            <a:round/>
            <a:headEnd len="sm" w="sm" type="none"/>
            <a:tailEnd len="med" w="med" type="triangle"/>
          </a:ln>
        </p:spPr>
      </p:cxnSp>
      <p:pic>
        <p:nvPicPr>
          <p:cNvPr id="1794" name="Google Shape;1794;p213"/>
          <p:cNvPicPr preferRelativeResize="0"/>
          <p:nvPr/>
        </p:nvPicPr>
        <p:blipFill rotWithShape="1">
          <a:blip r:embed="rId8">
            <a:alphaModFix/>
          </a:blip>
          <a:srcRect b="45418" l="43159" r="22109" t="22642"/>
          <a:stretch/>
        </p:blipFill>
        <p:spPr>
          <a:xfrm>
            <a:off x="473125" y="1442550"/>
            <a:ext cx="1107625" cy="668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95" name="Google Shape;1795;p213"/>
          <p:cNvCxnSpPr/>
          <p:nvPr/>
        </p:nvCxnSpPr>
        <p:spPr>
          <a:xfrm rot="10800000">
            <a:off x="8562975" y="919725"/>
            <a:ext cx="0" cy="27507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796" name="Google Shape;1796;p213"/>
          <p:cNvCxnSpPr/>
          <p:nvPr/>
        </p:nvCxnSpPr>
        <p:spPr>
          <a:xfrm>
            <a:off x="7259750" y="929150"/>
            <a:ext cx="13032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dash"/>
            <a:round/>
            <a:headEnd len="med" w="med" type="triangle"/>
            <a:tailEnd len="sm" w="sm" type="none"/>
          </a:ln>
        </p:spPr>
      </p:cxnSp>
      <p:cxnSp>
        <p:nvCxnSpPr>
          <p:cNvPr id="1797" name="Google Shape;1797;p213"/>
          <p:cNvCxnSpPr/>
          <p:nvPr/>
        </p:nvCxnSpPr>
        <p:spPr>
          <a:xfrm>
            <a:off x="8240350" y="3661450"/>
            <a:ext cx="322500" cy="0"/>
          </a:xfrm>
          <a:prstGeom prst="straightConnector1">
            <a:avLst/>
          </a:prstGeom>
          <a:noFill/>
          <a:ln cap="flat" cmpd="sng" w="19050">
            <a:solidFill>
              <a:srgbClr val="F9A130"/>
            </a:solidFill>
            <a:prstDash val="dash"/>
            <a:round/>
            <a:headEnd len="sm" w="sm" type="none"/>
            <a:tailEnd len="sm" w="sm" type="none"/>
          </a:ln>
        </p:spPr>
      </p:cxnSp>
      <p:pic>
        <p:nvPicPr>
          <p:cNvPr id="1798" name="Google Shape;1798;p2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587399" y="997424"/>
            <a:ext cx="962921" cy="2018473"/>
          </a:xfrm>
          <a:prstGeom prst="rect">
            <a:avLst/>
          </a:prstGeom>
          <a:noFill/>
          <a:ln>
            <a:noFill/>
          </a:ln>
        </p:spPr>
      </p:pic>
      <p:sp>
        <p:nvSpPr>
          <p:cNvPr id="1799" name="Google Shape;1799;p213"/>
          <p:cNvSpPr/>
          <p:nvPr/>
        </p:nvSpPr>
        <p:spPr>
          <a:xfrm>
            <a:off x="1987775" y="1340225"/>
            <a:ext cx="1411200" cy="466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Post request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3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p214"/>
          <p:cNvSpPr txBox="1"/>
          <p:nvPr/>
        </p:nvSpPr>
        <p:spPr>
          <a:xfrm>
            <a:off x="465968" y="51200"/>
            <a:ext cx="8122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How a Session </a:t>
            </a: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 Created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5" name="Google Shape;1805;p214"/>
          <p:cNvSpPr txBox="1"/>
          <p:nvPr>
            <p:ph idx="4294967295" type="title"/>
          </p:nvPr>
        </p:nvSpPr>
        <p:spPr>
          <a:xfrm>
            <a:off x="465975" y="625800"/>
            <a:ext cx="72627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" sz="1800"/>
              <a:t>The HTTP server sends a response back to Bob’s browser with:</a:t>
            </a:r>
            <a:endParaRPr b="0" sz="1800"/>
          </a:p>
        </p:txBody>
      </p:sp>
      <p:sp>
        <p:nvSpPr>
          <p:cNvPr id="1806" name="Google Shape;1806;p214"/>
          <p:cNvSpPr txBox="1"/>
          <p:nvPr/>
        </p:nvSpPr>
        <p:spPr>
          <a:xfrm>
            <a:off x="1111725" y="1382750"/>
            <a:ext cx="19881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b="1" i="0" lang="en" sz="1400" u="none" cap="none" strike="noStrike">
                <a:solidFill>
                  <a:schemeClr val="dk2"/>
                </a:solidFill>
                <a:highlight>
                  <a:schemeClr val="accent1"/>
                </a:highlight>
                <a:latin typeface="Roboto"/>
                <a:ea typeface="Roboto"/>
                <a:cs typeface="Roboto"/>
                <a:sym typeface="Roboto"/>
              </a:rPr>
              <a:t>cookie</a:t>
            </a:r>
            <a:r>
              <a:rPr i="0" lang="en" sz="1400" u="none" cap="none" strike="noStrike">
                <a:solidFill>
                  <a:schemeClr val="dk2"/>
                </a:solidFill>
                <a:highlight>
                  <a:schemeClr val="accent1"/>
                </a:highlight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sent through the </a:t>
            </a:r>
            <a:r>
              <a:rPr b="1"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response header</a:t>
            </a:r>
            <a:r>
              <a:rPr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i="0" sz="1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07" name="Google Shape;1807;p2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88350" y="1933500"/>
            <a:ext cx="3175450" cy="2115774"/>
          </a:xfrm>
          <a:prstGeom prst="rect">
            <a:avLst/>
          </a:prstGeom>
          <a:noFill/>
          <a:ln>
            <a:noFill/>
          </a:ln>
        </p:spPr>
      </p:pic>
      <p:sp>
        <p:nvSpPr>
          <p:cNvPr id="1808" name="Google Shape;1808;p214"/>
          <p:cNvSpPr/>
          <p:nvPr/>
        </p:nvSpPr>
        <p:spPr>
          <a:xfrm>
            <a:off x="1111725" y="2092425"/>
            <a:ext cx="2757600" cy="1563600"/>
          </a:xfrm>
          <a:prstGeom prst="roundRect">
            <a:avLst>
              <a:gd fmla="val 451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HTTP/1.1 200 OK</a:t>
            </a:r>
            <a:endParaRPr b="0" i="0" sz="11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Date: Fri, 13 Mar 2020 12:28:53 GMT </a:t>
            </a:r>
            <a:endParaRPr b="0" i="0" sz="11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Server: Apache/2.2.14 (</a:t>
            </a: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Win32</a:t>
            </a:r>
            <a:r>
              <a:rPr b="0" i="0" lang="en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b="0" i="0" sz="11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Content-Length: 88</a:t>
            </a:r>
            <a:endParaRPr b="0" i="0" sz="11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Content-Type: text/html</a:t>
            </a:r>
            <a:endParaRPr b="0" i="0" sz="11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2"/>
                </a:solidFill>
                <a:highlight>
                  <a:schemeClr val="accent1"/>
                </a:highlight>
                <a:latin typeface="Roboto"/>
                <a:ea typeface="Roboto"/>
                <a:cs typeface="Roboto"/>
                <a:sym typeface="Roboto"/>
              </a:rPr>
              <a:t>Set-Cookie: cart=Bob</a:t>
            </a:r>
            <a:r>
              <a:rPr b="1" i="0" lang="en" sz="1100" u="none" cap="none" strike="noStrike">
                <a:solidFill>
                  <a:schemeClr val="dk2"/>
                </a:solidFill>
                <a:highlight>
                  <a:srgbClr val="FFFF00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endParaRPr b="1" i="0" sz="1100" u="none" cap="none" strike="noStrike">
              <a:solidFill>
                <a:schemeClr val="dk2"/>
              </a:solidFill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lt1"/>
                </a:solidFill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rPr>
              <a:t>&lt;html&gt;&lt;head&gt;Bob’s cart&lt;head&gt;...</a:t>
            </a:r>
            <a:endParaRPr b="0" i="0" sz="1100" u="none" cap="none" strike="noStrike">
              <a:solidFill>
                <a:schemeClr val="lt1"/>
              </a:solidFill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9" name="Google Shape;1809;p214"/>
          <p:cNvSpPr txBox="1"/>
          <p:nvPr/>
        </p:nvSpPr>
        <p:spPr>
          <a:xfrm>
            <a:off x="1111725" y="4086663"/>
            <a:ext cx="28539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Bob’s </a:t>
            </a:r>
            <a:r>
              <a:rPr i="0" lang="en" sz="1400" u="none" cap="none" strike="noStrike">
                <a:solidFill>
                  <a:schemeClr val="lt1"/>
                </a:solidFill>
                <a:highlight>
                  <a:schemeClr val="dk1"/>
                </a:highlight>
                <a:latin typeface="Roboto Medium"/>
                <a:ea typeface="Roboto Medium"/>
                <a:cs typeface="Roboto Medium"/>
                <a:sym typeface="Roboto Medium"/>
              </a:rPr>
              <a:t>session information</a:t>
            </a:r>
            <a:r>
              <a:rPr b="0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embedded in the </a:t>
            </a:r>
            <a:r>
              <a:rPr b="0" i="0" lang="en" sz="14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response body</a:t>
            </a:r>
            <a:r>
              <a:rPr b="0"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0" name="Google Shape;1810;p2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84225" y="2231725"/>
            <a:ext cx="461850" cy="4618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</p:pic>
      <p:cxnSp>
        <p:nvCxnSpPr>
          <p:cNvPr id="1811" name="Google Shape;1811;p214"/>
          <p:cNvCxnSpPr/>
          <p:nvPr/>
        </p:nvCxnSpPr>
        <p:spPr>
          <a:xfrm rot="10800000">
            <a:off x="498275" y="3250625"/>
            <a:ext cx="607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1812" name="Google Shape;1812;p214"/>
          <p:cNvCxnSpPr/>
          <p:nvPr/>
        </p:nvCxnSpPr>
        <p:spPr>
          <a:xfrm rot="10800000">
            <a:off x="498150" y="1519700"/>
            <a:ext cx="0" cy="173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3" name="Google Shape;1813;p214"/>
          <p:cNvCxnSpPr/>
          <p:nvPr/>
        </p:nvCxnSpPr>
        <p:spPr>
          <a:xfrm rot="10800000">
            <a:off x="493900" y="1517075"/>
            <a:ext cx="461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4" name="Google Shape;1814;p214"/>
          <p:cNvCxnSpPr/>
          <p:nvPr/>
        </p:nvCxnSpPr>
        <p:spPr>
          <a:xfrm rot="10800000">
            <a:off x="494075" y="3419500"/>
            <a:ext cx="612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grpSp>
        <p:nvGrpSpPr>
          <p:cNvPr id="1815" name="Google Shape;1815;p214"/>
          <p:cNvGrpSpPr/>
          <p:nvPr/>
        </p:nvGrpSpPr>
        <p:grpSpPr>
          <a:xfrm>
            <a:off x="493900" y="3415050"/>
            <a:ext cx="461400" cy="772862"/>
            <a:chOff x="924500" y="3727250"/>
            <a:chExt cx="461400" cy="578100"/>
          </a:xfrm>
        </p:grpSpPr>
        <p:cxnSp>
          <p:nvCxnSpPr>
            <p:cNvPr id="1816" name="Google Shape;1816;p214"/>
            <p:cNvCxnSpPr/>
            <p:nvPr/>
          </p:nvCxnSpPr>
          <p:spPr>
            <a:xfrm rot="10800000">
              <a:off x="928750" y="3727250"/>
              <a:ext cx="0" cy="578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17" name="Google Shape;1817;p214"/>
            <p:cNvCxnSpPr/>
            <p:nvPr/>
          </p:nvCxnSpPr>
          <p:spPr>
            <a:xfrm rot="10800000">
              <a:off x="924500" y="4305350"/>
              <a:ext cx="461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18" name="Google Shape;1818;p214"/>
          <p:cNvSpPr/>
          <p:nvPr/>
        </p:nvSpPr>
        <p:spPr>
          <a:xfrm>
            <a:off x="4064525" y="2738150"/>
            <a:ext cx="1411200" cy="466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Response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2" name="Shape 1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Google Shape;1823;p215"/>
          <p:cNvSpPr txBox="1"/>
          <p:nvPr/>
        </p:nvSpPr>
        <p:spPr>
          <a:xfrm>
            <a:off x="465968" y="51200"/>
            <a:ext cx="8122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How a Session </a:t>
            </a: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 Created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4" name="Google Shape;1824;p215"/>
          <p:cNvSpPr txBox="1"/>
          <p:nvPr>
            <p:ph idx="4294967295" type="title"/>
          </p:nvPr>
        </p:nvSpPr>
        <p:spPr>
          <a:xfrm>
            <a:off x="465975" y="625800"/>
            <a:ext cx="83499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" sz="1800">
                <a:latin typeface="Roboto Medium"/>
                <a:ea typeface="Roboto Medium"/>
                <a:cs typeface="Roboto Medium"/>
                <a:sym typeface="Roboto Medium"/>
              </a:rPr>
              <a:t>Resuming the response:</a:t>
            </a:r>
            <a:endParaRPr b="0" sz="18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en" sz="1800"/>
              <a:t>When Bob revisits the webpage, his browser sends the cookie back through the </a:t>
            </a:r>
            <a:r>
              <a:rPr b="0" lang="en" sz="1800">
                <a:solidFill>
                  <a:schemeClr val="dk2"/>
                </a:solidFill>
                <a:highlight>
                  <a:schemeClr val="accent1"/>
                </a:highlight>
                <a:latin typeface="Roboto Medium"/>
                <a:ea typeface="Roboto Medium"/>
                <a:cs typeface="Roboto Medium"/>
                <a:sym typeface="Roboto Medium"/>
              </a:rPr>
              <a:t>request header</a:t>
            </a:r>
            <a:r>
              <a:rPr b="0" lang="en" sz="1800"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 b="0" sz="18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825" name="Google Shape;1825;p215"/>
          <p:cNvSpPr/>
          <p:nvPr/>
        </p:nvSpPr>
        <p:spPr>
          <a:xfrm>
            <a:off x="2175975" y="2379125"/>
            <a:ext cx="2679300" cy="1793700"/>
          </a:xfrm>
          <a:prstGeom prst="roundRect">
            <a:avLst>
              <a:gd fmla="val 451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2286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GET /stuff/ HTTP/ 1.1</a:t>
            </a:r>
            <a:endParaRPr b="1"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User-Agent: Mozilla/4.0</a:t>
            </a:r>
            <a:endParaRPr b="0"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Host: example.com</a:t>
            </a:r>
            <a:endParaRPr b="0"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2"/>
                </a:solidFill>
                <a:highlight>
                  <a:schemeClr val="accent1"/>
                </a:highlight>
                <a:latin typeface="Roboto"/>
                <a:ea typeface="Roboto"/>
                <a:cs typeface="Roboto"/>
                <a:sym typeface="Roboto"/>
              </a:rPr>
              <a:t>Cookie: cart=Bob</a:t>
            </a:r>
            <a:endParaRPr b="1" i="0" sz="1300" u="none" cap="none" strike="noStrike">
              <a:solidFill>
                <a:schemeClr val="dk2"/>
              </a:solidFill>
              <a:highlight>
                <a:schemeClr val="accen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Content-Type: text/html</a:t>
            </a:r>
            <a:endParaRPr b="0"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Connection: Keep-Alive</a:t>
            </a:r>
            <a:endParaRPr b="0"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Accept-Encoding: gzip. deflate</a:t>
            </a:r>
            <a:endParaRPr b="0"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6" name="Google Shape;1826;p215"/>
          <p:cNvSpPr txBox="1"/>
          <p:nvPr/>
        </p:nvSpPr>
        <p:spPr>
          <a:xfrm>
            <a:off x="6716025" y="1930350"/>
            <a:ext cx="1255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HTTP </a:t>
            </a: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b="1" i="0" lang="en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erver</a:t>
            </a:r>
            <a:endParaRPr b="1" i="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27" name="Google Shape;1827;p2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70325" y="2145523"/>
            <a:ext cx="1098226" cy="23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8" name="Google Shape;1828;p2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82225" y="2643275"/>
            <a:ext cx="461850" cy="4618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</p:pic>
      <p:sp>
        <p:nvSpPr>
          <p:cNvPr id="1829" name="Google Shape;1829;p215"/>
          <p:cNvSpPr/>
          <p:nvPr/>
        </p:nvSpPr>
        <p:spPr>
          <a:xfrm>
            <a:off x="5162525" y="3149700"/>
            <a:ext cx="1411200" cy="466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Response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30" name="Google Shape;1830;p215"/>
          <p:cNvGrpSpPr/>
          <p:nvPr/>
        </p:nvGrpSpPr>
        <p:grpSpPr>
          <a:xfrm>
            <a:off x="380205" y="2704335"/>
            <a:ext cx="1667741" cy="1143267"/>
            <a:chOff x="409072" y="1953842"/>
            <a:chExt cx="1952858" cy="1338720"/>
          </a:xfrm>
        </p:grpSpPr>
        <p:grpSp>
          <p:nvGrpSpPr>
            <p:cNvPr id="1831" name="Google Shape;1831;p215"/>
            <p:cNvGrpSpPr/>
            <p:nvPr/>
          </p:nvGrpSpPr>
          <p:grpSpPr>
            <a:xfrm>
              <a:off x="409072" y="1953842"/>
              <a:ext cx="1952858" cy="1338720"/>
              <a:chOff x="3141125" y="1437800"/>
              <a:chExt cx="2861749" cy="1961782"/>
            </a:xfrm>
          </p:grpSpPr>
          <p:pic>
            <p:nvPicPr>
              <p:cNvPr id="1832" name="Google Shape;1832;p21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141125" y="1437800"/>
                <a:ext cx="2861749" cy="196178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33" name="Google Shape;1833;p21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932200" y="1543050"/>
                <a:ext cx="1279600" cy="125117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410"/>
                  </a:srgbClr>
                </a:outerShdw>
              </a:effectLst>
            </p:spPr>
          </p:pic>
        </p:grpSp>
        <p:sp>
          <p:nvSpPr>
            <p:cNvPr id="1834" name="Google Shape;1834;p215"/>
            <p:cNvSpPr/>
            <p:nvPr/>
          </p:nvSpPr>
          <p:spPr>
            <a:xfrm>
              <a:off x="723732" y="2074593"/>
              <a:ext cx="1283100" cy="767700"/>
            </a:xfrm>
            <a:prstGeom prst="rect">
              <a:avLst/>
            </a:prstGeom>
            <a:solidFill>
              <a:srgbClr val="FAF5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35" name="Google Shape;1835;p215"/>
          <p:cNvPicPr preferRelativeResize="0"/>
          <p:nvPr/>
        </p:nvPicPr>
        <p:blipFill rotWithShape="1">
          <a:blip r:embed="rId7">
            <a:alphaModFix/>
          </a:blip>
          <a:srcRect b="45418" l="43159" r="22109" t="22642"/>
          <a:stretch/>
        </p:blipFill>
        <p:spPr>
          <a:xfrm>
            <a:off x="641613" y="2806650"/>
            <a:ext cx="1107625" cy="66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9" name="Shape 1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0" name="Google Shape;1840;p216"/>
          <p:cNvSpPr txBox="1"/>
          <p:nvPr>
            <p:ph type="title"/>
          </p:nvPr>
        </p:nvSpPr>
        <p:spPr>
          <a:xfrm>
            <a:off x="457201" y="146300"/>
            <a:ext cx="50292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Sessions and Cookies</a:t>
            </a:r>
            <a:endParaRPr/>
          </a:p>
        </p:txBody>
      </p:sp>
      <p:sp>
        <p:nvSpPr>
          <p:cNvPr id="1841" name="Google Shape;1841;p216"/>
          <p:cNvSpPr txBox="1"/>
          <p:nvPr>
            <p:ph idx="1" type="body"/>
          </p:nvPr>
        </p:nvSpPr>
        <p:spPr>
          <a:xfrm>
            <a:off x="457200" y="1054550"/>
            <a:ext cx="4746300" cy="3453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lang="en"/>
              <a:t>ookies can be set and read by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JavaScript</a:t>
            </a:r>
            <a:r>
              <a:rPr lang="en"/>
              <a:t>, a powerful web-based programming language that attackers often use in attacks such as: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Cross-Site Scripting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Clickjacking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Session Hijacking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We’ll cover these types of attacks in later modules.</a:t>
            </a:r>
            <a:endParaRPr/>
          </a:p>
        </p:txBody>
      </p:sp>
      <p:sp>
        <p:nvSpPr>
          <p:cNvPr id="1842" name="Google Shape;1842;p216"/>
          <p:cNvSpPr txBox="1"/>
          <p:nvPr>
            <p:ph idx="3" type="subTitle"/>
          </p:nvPr>
        </p:nvSpPr>
        <p:spPr>
          <a:xfrm>
            <a:off x="460886" y="548650"/>
            <a:ext cx="50256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Cookies and Attacks</a:t>
            </a:r>
            <a:endParaRPr/>
          </a:p>
        </p:txBody>
      </p:sp>
      <p:pic>
        <p:nvPicPr>
          <p:cNvPr id="1843" name="Google Shape;1843;p216"/>
          <p:cNvPicPr preferRelativeResize="0"/>
          <p:nvPr/>
        </p:nvPicPr>
        <p:blipFill rotWithShape="1">
          <a:blip r:embed="rId3">
            <a:alphaModFix/>
          </a:blip>
          <a:srcRect b="0" l="14274" r="15441" t="0"/>
          <a:stretch/>
        </p:blipFill>
        <p:spPr>
          <a:xfrm>
            <a:off x="5486396" y="927100"/>
            <a:ext cx="3080415" cy="345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7" name="Shape 1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8" name="Google Shape;1848;p217"/>
          <p:cNvSpPr/>
          <p:nvPr/>
        </p:nvSpPr>
        <p:spPr>
          <a:xfrm>
            <a:off x="721725" y="1451375"/>
            <a:ext cx="7517100" cy="6156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9" name="Google Shape;1849;p217"/>
          <p:cNvSpPr txBox="1"/>
          <p:nvPr/>
        </p:nvSpPr>
        <p:spPr>
          <a:xfrm>
            <a:off x="1122800" y="1451375"/>
            <a:ext cx="6896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If Bob’s account was the fifth account to ever be created on a website, his cookie might look like</a:t>
            </a:r>
            <a:r>
              <a:rPr b="0" i="0" lang="en" sz="16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b="0" i="0" lang="en" sz="1600" u="none" cap="none" strike="noStrike">
                <a:solidFill>
                  <a:schemeClr val="dk2"/>
                </a:solidFill>
                <a:latin typeface="Inconsolata ExtraBold"/>
                <a:ea typeface="Inconsolata ExtraBold"/>
                <a:cs typeface="Inconsolata ExtraBold"/>
                <a:sym typeface="Inconsolata ExtraBold"/>
              </a:rPr>
              <a:t>Set-Cookie: Session-ID=5</a:t>
            </a:r>
            <a:r>
              <a:rPr b="0" i="0" lang="en" sz="16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.</a:t>
            </a:r>
            <a:endParaRPr b="0" i="0" sz="16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1850" name="Google Shape;1850;p217"/>
          <p:cNvSpPr/>
          <p:nvPr/>
        </p:nvSpPr>
        <p:spPr>
          <a:xfrm>
            <a:off x="433425" y="1451373"/>
            <a:ext cx="615600" cy="6156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6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1" name="Google Shape;1851;p217"/>
          <p:cNvSpPr/>
          <p:nvPr/>
        </p:nvSpPr>
        <p:spPr>
          <a:xfrm>
            <a:off x="721725" y="2219375"/>
            <a:ext cx="7517100" cy="6156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2" name="Google Shape;1852;p217"/>
          <p:cNvSpPr txBox="1"/>
          <p:nvPr/>
        </p:nvSpPr>
        <p:spPr>
          <a:xfrm>
            <a:off x="1122800" y="2219375"/>
            <a:ext cx="6896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 attacker can change their cookie’s value so that when they make a request, they do so as Bob. </a:t>
            </a:r>
            <a:endParaRPr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3" name="Google Shape;1853;p217"/>
          <p:cNvSpPr/>
          <p:nvPr/>
        </p:nvSpPr>
        <p:spPr>
          <a:xfrm>
            <a:off x="433425" y="2219373"/>
            <a:ext cx="615600" cy="6156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6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4" name="Google Shape;1854;p217"/>
          <p:cNvSpPr/>
          <p:nvPr/>
        </p:nvSpPr>
        <p:spPr>
          <a:xfrm>
            <a:off x="721725" y="2987375"/>
            <a:ext cx="7517100" cy="6156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5" name="Google Shape;1855;p217"/>
          <p:cNvSpPr txBox="1"/>
          <p:nvPr/>
        </p:nvSpPr>
        <p:spPr>
          <a:xfrm>
            <a:off x="1049025" y="2987375"/>
            <a:ext cx="7454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Modern session cookies contain uniquely hashed values specific to users, e.g</a:t>
            </a: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.,</a:t>
            </a: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Inconsolata ExtraBold"/>
                <a:ea typeface="Inconsolata ExtraBold"/>
                <a:cs typeface="Inconsolata ExtraBold"/>
                <a:sym typeface="Inconsolata ExtraBold"/>
              </a:rPr>
              <a:t>Set-Cookie: Session-ID=299367cd4c0e2c6d3ae6e09eda4e0590</a:t>
            </a:r>
            <a:r>
              <a:rPr b="0" i="0" lang="en" sz="16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.</a:t>
            </a:r>
            <a:endParaRPr b="0" i="0" sz="16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1856" name="Google Shape;1856;p217"/>
          <p:cNvSpPr/>
          <p:nvPr/>
        </p:nvSpPr>
        <p:spPr>
          <a:xfrm>
            <a:off x="433425" y="2987373"/>
            <a:ext cx="615600" cy="6156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6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7" name="Google Shape;1857;p217"/>
          <p:cNvSpPr/>
          <p:nvPr/>
        </p:nvSpPr>
        <p:spPr>
          <a:xfrm>
            <a:off x="721725" y="3755375"/>
            <a:ext cx="7517100" cy="6156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8" name="Google Shape;1858;p217"/>
          <p:cNvSpPr txBox="1"/>
          <p:nvPr/>
        </p:nvSpPr>
        <p:spPr>
          <a:xfrm>
            <a:off x="1122800" y="3755375"/>
            <a:ext cx="6896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While this keeps session ID cookies from being reverse-engineered, an attacker can still commit man-in-the-middle attacks by stealing cookies.</a:t>
            </a:r>
            <a:endParaRPr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9" name="Google Shape;1859;p217"/>
          <p:cNvSpPr/>
          <p:nvPr/>
        </p:nvSpPr>
        <p:spPr>
          <a:xfrm>
            <a:off x="433425" y="3755373"/>
            <a:ext cx="615600" cy="6156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6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0" name="Google Shape;1860;p217"/>
          <p:cNvSpPr txBox="1"/>
          <p:nvPr/>
        </p:nvSpPr>
        <p:spPr>
          <a:xfrm>
            <a:off x="465968" y="51200"/>
            <a:ext cx="8122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How a Session </a:t>
            </a: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 Created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1" name="Google Shape;1861;p217"/>
          <p:cNvSpPr txBox="1"/>
          <p:nvPr>
            <p:ph idx="4294967295" type="title"/>
          </p:nvPr>
        </p:nvSpPr>
        <p:spPr>
          <a:xfrm>
            <a:off x="465975" y="625800"/>
            <a:ext cx="710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en" sz="1800"/>
              <a:t>Implementations of cookies vary between sites. Some are more secure than others.</a:t>
            </a:r>
            <a:endParaRPr b="0" sz="18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5" name="Shape 1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6" name="Google Shape;1866;p218"/>
          <p:cNvGrpSpPr/>
          <p:nvPr/>
        </p:nvGrpSpPr>
        <p:grpSpPr>
          <a:xfrm>
            <a:off x="-3" y="915759"/>
            <a:ext cx="8686828" cy="400200"/>
            <a:chOff x="-3" y="1525359"/>
            <a:chExt cx="8686828" cy="400200"/>
          </a:xfrm>
        </p:grpSpPr>
        <p:cxnSp>
          <p:nvCxnSpPr>
            <p:cNvPr id="1867" name="Google Shape;1867;p218"/>
            <p:cNvCxnSpPr/>
            <p:nvPr/>
          </p:nvCxnSpPr>
          <p:spPr>
            <a:xfrm>
              <a:off x="-3" y="1725459"/>
              <a:ext cx="6663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868" name="Google Shape;1868;p218"/>
            <p:cNvSpPr/>
            <p:nvPr/>
          </p:nvSpPr>
          <p:spPr>
            <a:xfrm>
              <a:off x="596125" y="1525359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9" name="Google Shape;1869;p218"/>
            <p:cNvSpPr/>
            <p:nvPr/>
          </p:nvSpPr>
          <p:spPr>
            <a:xfrm>
              <a:off x="513600" y="1563909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0" name="Google Shape;1870;p218"/>
            <p:cNvSpPr/>
            <p:nvPr/>
          </p:nvSpPr>
          <p:spPr>
            <a:xfrm>
              <a:off x="593400" y="1643709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871" name="Google Shape;1871;p218"/>
          <p:cNvSpPr txBox="1"/>
          <p:nvPr>
            <p:ph idx="4294967295" type="body"/>
          </p:nvPr>
        </p:nvSpPr>
        <p:spPr>
          <a:xfrm>
            <a:off x="914400" y="932600"/>
            <a:ext cx="7245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 cookie is used to implement a user's session.</a:t>
            </a:r>
            <a:endParaRPr/>
          </a:p>
        </p:txBody>
      </p:sp>
      <p:sp>
        <p:nvSpPr>
          <p:cNvPr id="1872" name="Google Shape;1872;p218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>
                <a:solidFill>
                  <a:schemeClr val="dk2"/>
                </a:solidFill>
              </a:rPr>
              <a:t>Summary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grpSp>
        <p:nvGrpSpPr>
          <p:cNvPr id="1873" name="Google Shape;1873;p218"/>
          <p:cNvGrpSpPr/>
          <p:nvPr/>
        </p:nvGrpSpPr>
        <p:grpSpPr>
          <a:xfrm>
            <a:off x="0" y="3449225"/>
            <a:ext cx="8631275" cy="740100"/>
            <a:chOff x="0" y="3317525"/>
            <a:chExt cx="8631275" cy="740100"/>
          </a:xfrm>
        </p:grpSpPr>
        <p:sp>
          <p:nvSpPr>
            <p:cNvPr id="1874" name="Google Shape;1874;p218"/>
            <p:cNvSpPr/>
            <p:nvPr/>
          </p:nvSpPr>
          <p:spPr>
            <a:xfrm>
              <a:off x="639275" y="3317525"/>
              <a:ext cx="7992000" cy="7401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875" name="Google Shape;1875;p218"/>
            <p:cNvGrpSpPr/>
            <p:nvPr/>
          </p:nvGrpSpPr>
          <p:grpSpPr>
            <a:xfrm>
              <a:off x="0" y="3531124"/>
              <a:ext cx="836703" cy="323100"/>
              <a:chOff x="-3" y="2076738"/>
              <a:chExt cx="836703" cy="323100"/>
            </a:xfrm>
          </p:grpSpPr>
          <p:cxnSp>
            <p:nvCxnSpPr>
              <p:cNvPr id="1876" name="Google Shape;1876;p218"/>
              <p:cNvCxnSpPr/>
              <p:nvPr/>
            </p:nvCxnSpPr>
            <p:spPr>
              <a:xfrm>
                <a:off x="-3" y="2238288"/>
                <a:ext cx="6729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2E5E73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  <p:sp>
            <p:nvSpPr>
              <p:cNvPr id="1877" name="Google Shape;1877;p218"/>
              <p:cNvSpPr/>
              <p:nvPr/>
            </p:nvSpPr>
            <p:spPr>
              <a:xfrm>
                <a:off x="513600" y="2076738"/>
                <a:ext cx="323100" cy="323100"/>
              </a:xfrm>
              <a:prstGeom prst="ellipse">
                <a:avLst/>
              </a:prstGeom>
              <a:solidFill>
                <a:srgbClr val="F2F2F2"/>
              </a:solidFill>
              <a:ln cap="flat" cmpd="sng" w="76200">
                <a:solidFill>
                  <a:srgbClr val="2E5E7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82D4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8" name="Google Shape;1878;p218"/>
              <p:cNvSpPr/>
              <p:nvPr/>
            </p:nvSpPr>
            <p:spPr>
              <a:xfrm>
                <a:off x="593400" y="2156538"/>
                <a:ext cx="163500" cy="163500"/>
              </a:xfrm>
              <a:prstGeom prst="ellipse">
                <a:avLst/>
              </a:prstGeom>
              <a:solidFill>
                <a:srgbClr val="FCB91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879" name="Google Shape;1879;p218"/>
            <p:cNvSpPr txBox="1"/>
            <p:nvPr/>
          </p:nvSpPr>
          <p:spPr>
            <a:xfrm>
              <a:off x="935300" y="3363775"/>
              <a:ext cx="7695900" cy="40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Bad implementations of cookies can be spoofed or stolen, and cookies with modern implementations can be stolen.</a:t>
              </a:r>
              <a:endParaRPr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80" name="Google Shape;1880;p218"/>
          <p:cNvGrpSpPr/>
          <p:nvPr/>
        </p:nvGrpSpPr>
        <p:grpSpPr>
          <a:xfrm>
            <a:off x="-3" y="1402234"/>
            <a:ext cx="8686828" cy="400200"/>
            <a:chOff x="-3" y="1525359"/>
            <a:chExt cx="8686828" cy="400200"/>
          </a:xfrm>
        </p:grpSpPr>
        <p:cxnSp>
          <p:nvCxnSpPr>
            <p:cNvPr id="1881" name="Google Shape;1881;p218"/>
            <p:cNvCxnSpPr/>
            <p:nvPr/>
          </p:nvCxnSpPr>
          <p:spPr>
            <a:xfrm>
              <a:off x="-3" y="1725459"/>
              <a:ext cx="6663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882" name="Google Shape;1882;p218"/>
            <p:cNvSpPr/>
            <p:nvPr/>
          </p:nvSpPr>
          <p:spPr>
            <a:xfrm>
              <a:off x="596125" y="1525359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3" name="Google Shape;1883;p218"/>
            <p:cNvSpPr/>
            <p:nvPr/>
          </p:nvSpPr>
          <p:spPr>
            <a:xfrm>
              <a:off x="513600" y="1563909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4" name="Google Shape;1884;p218"/>
            <p:cNvSpPr/>
            <p:nvPr/>
          </p:nvSpPr>
          <p:spPr>
            <a:xfrm>
              <a:off x="593400" y="1643709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885" name="Google Shape;1885;p218"/>
          <p:cNvSpPr txBox="1"/>
          <p:nvPr>
            <p:ph idx="4294967295" type="body"/>
          </p:nvPr>
        </p:nvSpPr>
        <p:spPr>
          <a:xfrm>
            <a:off x="914400" y="1419075"/>
            <a:ext cx="7245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 client and server exchange cookies through headers.</a:t>
            </a:r>
            <a:endParaRPr/>
          </a:p>
        </p:txBody>
      </p:sp>
      <p:grpSp>
        <p:nvGrpSpPr>
          <p:cNvPr id="1886" name="Google Shape;1886;p218"/>
          <p:cNvGrpSpPr/>
          <p:nvPr/>
        </p:nvGrpSpPr>
        <p:grpSpPr>
          <a:xfrm>
            <a:off x="-3" y="1906359"/>
            <a:ext cx="8686828" cy="400200"/>
            <a:chOff x="-3" y="1525359"/>
            <a:chExt cx="8686828" cy="400200"/>
          </a:xfrm>
        </p:grpSpPr>
        <p:cxnSp>
          <p:nvCxnSpPr>
            <p:cNvPr id="1887" name="Google Shape;1887;p218"/>
            <p:cNvCxnSpPr/>
            <p:nvPr/>
          </p:nvCxnSpPr>
          <p:spPr>
            <a:xfrm>
              <a:off x="-3" y="1725459"/>
              <a:ext cx="6663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888" name="Google Shape;1888;p218"/>
            <p:cNvSpPr/>
            <p:nvPr/>
          </p:nvSpPr>
          <p:spPr>
            <a:xfrm>
              <a:off x="596125" y="1525359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9" name="Google Shape;1889;p218"/>
            <p:cNvSpPr/>
            <p:nvPr/>
          </p:nvSpPr>
          <p:spPr>
            <a:xfrm>
              <a:off x="513600" y="1563909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0" name="Google Shape;1890;p218"/>
            <p:cNvSpPr/>
            <p:nvPr/>
          </p:nvSpPr>
          <p:spPr>
            <a:xfrm>
              <a:off x="593400" y="1643709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891" name="Google Shape;1891;p218"/>
          <p:cNvSpPr txBox="1"/>
          <p:nvPr>
            <p:ph idx="4294967295" type="body"/>
          </p:nvPr>
        </p:nvSpPr>
        <p:spPr>
          <a:xfrm>
            <a:off x="914400" y="1923200"/>
            <a:ext cx="7245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Clients save cookies locally.</a:t>
            </a:r>
            <a:endParaRPr/>
          </a:p>
        </p:txBody>
      </p:sp>
      <p:grpSp>
        <p:nvGrpSpPr>
          <p:cNvPr id="1892" name="Google Shape;1892;p218"/>
          <p:cNvGrpSpPr/>
          <p:nvPr/>
        </p:nvGrpSpPr>
        <p:grpSpPr>
          <a:xfrm>
            <a:off x="-3" y="2410484"/>
            <a:ext cx="8686828" cy="400200"/>
            <a:chOff x="-3" y="1525359"/>
            <a:chExt cx="8686828" cy="400200"/>
          </a:xfrm>
        </p:grpSpPr>
        <p:cxnSp>
          <p:nvCxnSpPr>
            <p:cNvPr id="1893" name="Google Shape;1893;p218"/>
            <p:cNvCxnSpPr/>
            <p:nvPr/>
          </p:nvCxnSpPr>
          <p:spPr>
            <a:xfrm>
              <a:off x="-3" y="1725459"/>
              <a:ext cx="6663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894" name="Google Shape;1894;p218"/>
            <p:cNvSpPr/>
            <p:nvPr/>
          </p:nvSpPr>
          <p:spPr>
            <a:xfrm>
              <a:off x="596125" y="1525359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5" name="Google Shape;1895;p218"/>
            <p:cNvSpPr/>
            <p:nvPr/>
          </p:nvSpPr>
          <p:spPr>
            <a:xfrm>
              <a:off x="513600" y="1563909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6" name="Google Shape;1896;p218"/>
            <p:cNvSpPr/>
            <p:nvPr/>
          </p:nvSpPr>
          <p:spPr>
            <a:xfrm>
              <a:off x="593400" y="1643709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897" name="Google Shape;1897;p218"/>
          <p:cNvSpPr txBox="1"/>
          <p:nvPr>
            <p:ph idx="4294967295" type="body"/>
          </p:nvPr>
        </p:nvSpPr>
        <p:spPr>
          <a:xfrm>
            <a:off x="914400" y="2427325"/>
            <a:ext cx="7245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 client sends a cookie via the cookie header.</a:t>
            </a:r>
            <a:endParaRPr/>
          </a:p>
        </p:txBody>
      </p:sp>
      <p:grpSp>
        <p:nvGrpSpPr>
          <p:cNvPr id="1898" name="Google Shape;1898;p218"/>
          <p:cNvGrpSpPr/>
          <p:nvPr/>
        </p:nvGrpSpPr>
        <p:grpSpPr>
          <a:xfrm>
            <a:off x="-3" y="2929859"/>
            <a:ext cx="8686828" cy="400200"/>
            <a:chOff x="-3" y="2973159"/>
            <a:chExt cx="8686828" cy="400200"/>
          </a:xfrm>
        </p:grpSpPr>
        <p:cxnSp>
          <p:nvCxnSpPr>
            <p:cNvPr id="1899" name="Google Shape;1899;p218"/>
            <p:cNvCxnSpPr/>
            <p:nvPr/>
          </p:nvCxnSpPr>
          <p:spPr>
            <a:xfrm>
              <a:off x="-3" y="3173259"/>
              <a:ext cx="6663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900" name="Google Shape;1900;p218"/>
            <p:cNvSpPr/>
            <p:nvPr/>
          </p:nvSpPr>
          <p:spPr>
            <a:xfrm>
              <a:off x="596125" y="2973159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1" name="Google Shape;1901;p218"/>
            <p:cNvSpPr/>
            <p:nvPr/>
          </p:nvSpPr>
          <p:spPr>
            <a:xfrm>
              <a:off x="513600" y="3011709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2" name="Google Shape;1902;p218"/>
            <p:cNvSpPr/>
            <p:nvPr/>
          </p:nvSpPr>
          <p:spPr>
            <a:xfrm>
              <a:off x="593400" y="3091509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903" name="Google Shape;1903;p218"/>
          <p:cNvSpPr txBox="1"/>
          <p:nvPr>
            <p:ph idx="4294967295" type="body"/>
          </p:nvPr>
        </p:nvSpPr>
        <p:spPr>
          <a:xfrm>
            <a:off x="914400" y="2946700"/>
            <a:ext cx="7245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 server sends a cookie via the Set-Cookie header.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7" name="Shape 1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8" name="Google Shape;1908;p219"/>
          <p:cNvSpPr txBox="1"/>
          <p:nvPr>
            <p:ph type="title"/>
          </p:nvPr>
        </p:nvSpPr>
        <p:spPr>
          <a:xfrm>
            <a:off x="0" y="2628900"/>
            <a:ext cx="9144000" cy="13149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Examine </a:t>
            </a:r>
            <a:r>
              <a:rPr lang="en" sz="3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HTTP, Cookies,</a:t>
            </a:r>
            <a:r>
              <a:rPr b="0" lang="en" sz="3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and</a:t>
            </a:r>
            <a:r>
              <a:rPr lang="en" sz="3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Security </a:t>
            </a:r>
            <a:endParaRPr b="0" sz="3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09" name="Google Shape;1909;p2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1163" y="1585558"/>
            <a:ext cx="946095" cy="9701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3" name="Shape 1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Google Shape;1914;p220"/>
          <p:cNvSpPr txBox="1"/>
          <p:nvPr>
            <p:ph idx="1" type="body"/>
          </p:nvPr>
        </p:nvSpPr>
        <p:spPr>
          <a:xfrm>
            <a:off x="446100" y="1426525"/>
            <a:ext cx="3597900" cy="3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These allow us to:</a:t>
            </a:r>
            <a:endParaRPr sz="18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latin typeface="Roboto Medium"/>
                <a:ea typeface="Roboto Medium"/>
                <a:cs typeface="Roboto Medium"/>
                <a:sym typeface="Roboto Medium"/>
              </a:rPr>
              <a:t>Understand</a:t>
            </a:r>
            <a:r>
              <a:rPr lang="en" sz="1500"/>
              <a:t> the request and </a:t>
            </a:r>
            <a:r>
              <a:rPr lang="en" sz="1800"/>
              <a:t>response flows between an HTTP client and server.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latin typeface="Roboto Medium"/>
                <a:ea typeface="Roboto Medium"/>
                <a:cs typeface="Roboto Medium"/>
                <a:sym typeface="Roboto Medium"/>
              </a:rPr>
              <a:t>Examine</a:t>
            </a:r>
            <a:r>
              <a:rPr lang="en" sz="1800"/>
              <a:t> the security implementations of a website through its response headers.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latin typeface="Roboto Medium"/>
                <a:ea typeface="Roboto Medium"/>
                <a:cs typeface="Roboto Medium"/>
                <a:sym typeface="Roboto Medium"/>
              </a:rPr>
              <a:t>Identify</a:t>
            </a:r>
            <a:r>
              <a:rPr lang="en" sz="1800"/>
              <a:t> where cookies are used in the HTTP request–response cycle.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 sz="1500"/>
          </a:p>
        </p:txBody>
      </p:sp>
      <p:sp>
        <p:nvSpPr>
          <p:cNvPr id="1915" name="Google Shape;1915;p220"/>
          <p:cNvSpPr txBox="1"/>
          <p:nvPr>
            <p:ph type="title"/>
          </p:nvPr>
        </p:nvSpPr>
        <p:spPr>
          <a:xfrm>
            <a:off x="446088" y="51200"/>
            <a:ext cx="5913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Chrome Developer Tools</a:t>
            </a:r>
            <a:endParaRPr/>
          </a:p>
        </p:txBody>
      </p:sp>
      <p:sp>
        <p:nvSpPr>
          <p:cNvPr id="1916" name="Google Shape;1916;p220"/>
          <p:cNvSpPr txBox="1"/>
          <p:nvPr>
            <p:ph idx="3" type="title"/>
          </p:nvPr>
        </p:nvSpPr>
        <p:spPr>
          <a:xfrm>
            <a:off x="446100" y="625800"/>
            <a:ext cx="7074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Now, we’ll deconstruct and examine a web application using the tools within a browser.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17" name="Google Shape;1917;p220"/>
          <p:cNvPicPr preferRelativeResize="0"/>
          <p:nvPr/>
        </p:nvPicPr>
        <p:blipFill rotWithShape="1">
          <a:blip r:embed="rId3">
            <a:alphaModFix/>
          </a:blip>
          <a:srcRect b="7831" l="4358" r="4467" t="4372"/>
          <a:stretch/>
        </p:blipFill>
        <p:spPr>
          <a:xfrm>
            <a:off x="4044000" y="1570025"/>
            <a:ext cx="4901875" cy="3243902"/>
          </a:xfrm>
          <a:prstGeom prst="rect">
            <a:avLst/>
          </a:prstGeom>
          <a:noFill/>
          <a:ln>
            <a:noFill/>
          </a:ln>
          <a:effectLst>
            <a:outerShdw blurRad="200025" rotWithShape="0" algn="bl" dist="9525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1" name="Shape 1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2" name="Google Shape;1922;p221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Chrome Developer Tools 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6" name="Shape 1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7" name="Google Shape;1927;p222"/>
          <p:cNvSpPr txBox="1"/>
          <p:nvPr>
            <p:ph idx="1" type="subTitle"/>
          </p:nvPr>
        </p:nvSpPr>
        <p:spPr>
          <a:xfrm>
            <a:off x="6463600" y="4568825"/>
            <a:ext cx="23922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 Minutes</a:t>
            </a:r>
            <a:endParaRPr/>
          </a:p>
        </p:txBody>
      </p:sp>
      <p:sp>
        <p:nvSpPr>
          <p:cNvPr id="1928" name="Google Shape;1928;p222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Inspect with Developer Tools</a:t>
            </a:r>
            <a:endParaRPr/>
          </a:p>
        </p:txBody>
      </p:sp>
      <p:sp>
        <p:nvSpPr>
          <p:cNvPr id="1929" name="Google Shape;1929;p222"/>
          <p:cNvSpPr txBox="1"/>
          <p:nvPr>
            <p:ph idx="3" type="body"/>
          </p:nvPr>
        </p:nvSpPr>
        <p:spPr>
          <a:xfrm>
            <a:off x="457200" y="1176975"/>
            <a:ext cx="8036100" cy="3191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this activity, you will continue in your role as a web app security engineer.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are tasked with examining the various requests and response headers of one of your vendor's websites to assess its HTTP security.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this activity, you'll use Chrome Developer Tools to examine the initial request and response set from www.crowdstrike.com.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30" name="Google Shape;1930;p2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4" name="Shape 19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8" name="Shape 19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2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6" name="Shape 1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" name="Google Shape;1947;p226"/>
          <p:cNvSpPr txBox="1"/>
          <p:nvPr>
            <p:ph type="title"/>
          </p:nvPr>
        </p:nvSpPr>
        <p:spPr>
          <a:xfrm>
            <a:off x="0" y="2628900"/>
            <a:ext cx="9144000" cy="13149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curl</a:t>
            </a:r>
            <a:endParaRPr sz="3800">
              <a:solidFill>
                <a:schemeClr val="accent5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48" name="Google Shape;1948;p2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0988" y="1720392"/>
            <a:ext cx="1262025" cy="9788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52" name="Shape 1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3" name="Google Shape;1953;p2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954" name="Google Shape;1954;p227"/>
          <p:cNvSpPr txBox="1"/>
          <p:nvPr>
            <p:ph idx="4294967295" type="title"/>
          </p:nvPr>
        </p:nvSpPr>
        <p:spPr>
          <a:xfrm>
            <a:off x="496500" y="88500"/>
            <a:ext cx="8238600" cy="12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en" sz="2300"/>
              <a:t>It’s not always possible to examine</a:t>
            </a:r>
            <a:r>
              <a:rPr b="0" lang="en" sz="2300"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" sz="2300"/>
              <a:t>HTTP requests and </a:t>
            </a:r>
            <a:endParaRPr sz="23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300"/>
              <a:t>responses</a:t>
            </a:r>
            <a:r>
              <a:rPr b="0" lang="en" sz="2300"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b="0" lang="en" sz="2300"/>
              <a:t>through a browser. Sometimes the tools you can </a:t>
            </a:r>
            <a:endParaRPr b="0" sz="23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en" sz="2300"/>
              <a:t>use to send and receive</a:t>
            </a:r>
            <a:r>
              <a:rPr b="0" lang="en" sz="2300"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" sz="2300"/>
              <a:t>HTTP requests</a:t>
            </a:r>
            <a:r>
              <a:rPr b="0" lang="en" sz="2300"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b="0" lang="en" sz="2300"/>
              <a:t>are limited.</a:t>
            </a:r>
            <a:endParaRPr b="0" sz="23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8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9" name="Google Shape;1959;p228"/>
          <p:cNvSpPr txBox="1"/>
          <p:nvPr>
            <p:ph idx="3" type="title"/>
          </p:nvPr>
        </p:nvSpPr>
        <p:spPr>
          <a:xfrm>
            <a:off x="467700" y="549600"/>
            <a:ext cx="8321700" cy="13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For example, when working through a container that has no user interface, you’ll need a command-line tool to send and receive HTTP requests.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The command-line tool, </a:t>
            </a:r>
            <a:r>
              <a:rPr b="1" lang="en" sz="1800">
                <a:latin typeface="Inconsolata"/>
                <a:ea typeface="Inconsolata"/>
                <a:cs typeface="Inconsolata"/>
                <a:sym typeface="Inconsolata"/>
              </a:rPr>
              <a:t>curl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, allows security professionals to quickly test HTTP requests in a way that can be automated, while allowing them to make adjustments as they work.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960" name="Google Shape;1960;p228"/>
          <p:cNvGrpSpPr/>
          <p:nvPr/>
        </p:nvGrpSpPr>
        <p:grpSpPr>
          <a:xfrm>
            <a:off x="408975" y="2342443"/>
            <a:ext cx="8321700" cy="2801199"/>
            <a:chOff x="408975" y="1931800"/>
            <a:chExt cx="8321700" cy="3010100"/>
          </a:xfrm>
        </p:grpSpPr>
        <p:sp>
          <p:nvSpPr>
            <p:cNvPr id="1961" name="Google Shape;1961;p228"/>
            <p:cNvSpPr/>
            <p:nvPr/>
          </p:nvSpPr>
          <p:spPr>
            <a:xfrm>
              <a:off x="408975" y="1931800"/>
              <a:ext cx="8321700" cy="3048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EBEDF0"/>
            </a:solidFill>
            <a:ln>
              <a:noFill/>
            </a:ln>
            <a:effectLst>
              <a:outerShdw blurRad="157163" rotWithShape="0" algn="bl" dir="5400000" dist="85725">
                <a:srgbClr val="000000">
                  <a:alpha val="294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2" name="Google Shape;1962;p228"/>
            <p:cNvSpPr/>
            <p:nvPr/>
          </p:nvSpPr>
          <p:spPr>
            <a:xfrm>
              <a:off x="510025" y="2003800"/>
              <a:ext cx="160800" cy="16080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3" name="Google Shape;1963;p228"/>
            <p:cNvSpPr/>
            <p:nvPr/>
          </p:nvSpPr>
          <p:spPr>
            <a:xfrm>
              <a:off x="738350" y="2003800"/>
              <a:ext cx="160800" cy="160800"/>
            </a:xfrm>
            <a:prstGeom prst="ellipse">
              <a:avLst/>
            </a:prstGeom>
            <a:solidFill>
              <a:srgbClr val="FECF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4" name="Google Shape;1964;p228"/>
            <p:cNvSpPr/>
            <p:nvPr/>
          </p:nvSpPr>
          <p:spPr>
            <a:xfrm>
              <a:off x="966675" y="2003800"/>
              <a:ext cx="160800" cy="160800"/>
            </a:xfrm>
            <a:prstGeom prst="ellipse">
              <a:avLst/>
            </a:prstGeom>
            <a:solidFill>
              <a:srgbClr val="6AA8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5" name="Google Shape;1965;p228"/>
            <p:cNvSpPr/>
            <p:nvPr/>
          </p:nvSpPr>
          <p:spPr>
            <a:xfrm>
              <a:off x="408975" y="2212500"/>
              <a:ext cx="8321700" cy="27294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  <a:effectLst>
              <a:outerShdw blurRad="157163" rotWithShape="0" algn="bl" dir="5400000" dist="85725">
                <a:srgbClr val="000000">
                  <a:alpha val="294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966" name="Google Shape;1966;p228"/>
          <p:cNvPicPr preferRelativeResize="0"/>
          <p:nvPr/>
        </p:nvPicPr>
        <p:blipFill rotWithShape="1">
          <a:blip r:embed="rId3">
            <a:alphaModFix/>
          </a:blip>
          <a:srcRect b="42591" l="0" r="0" t="0"/>
          <a:stretch/>
        </p:blipFill>
        <p:spPr>
          <a:xfrm>
            <a:off x="411325" y="2602476"/>
            <a:ext cx="8321700" cy="2539824"/>
          </a:xfrm>
          <a:prstGeom prst="rect">
            <a:avLst/>
          </a:prstGeom>
          <a:noFill/>
          <a:ln>
            <a:noFill/>
          </a:ln>
        </p:spPr>
      </p:pic>
      <p:sp>
        <p:nvSpPr>
          <p:cNvPr id="1967" name="Google Shape;1967;p228"/>
          <p:cNvSpPr txBox="1"/>
          <p:nvPr>
            <p:ph type="title"/>
          </p:nvPr>
        </p:nvSpPr>
        <p:spPr>
          <a:xfrm>
            <a:off x="448436" y="12123"/>
            <a:ext cx="5913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Introducing </a:t>
            </a:r>
            <a:r>
              <a:rPr b="0" lang="en">
                <a:latin typeface="Inconsolata Black"/>
                <a:ea typeface="Inconsolata Black"/>
                <a:cs typeface="Inconsolata Black"/>
                <a:sym typeface="Inconsolata Black"/>
              </a:rPr>
              <a:t>curl</a:t>
            </a:r>
            <a:endParaRPr b="0">
              <a:latin typeface="Inconsolata Black"/>
              <a:ea typeface="Inconsolata Black"/>
              <a:cs typeface="Inconsolata Black"/>
              <a:sym typeface="Inconsolata Black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1" name="Shape 1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2" name="Google Shape;1972;p229"/>
          <p:cNvSpPr txBox="1"/>
          <p:nvPr>
            <p:ph idx="2" type="title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Inconsolata"/>
                <a:ea typeface="Inconsolata"/>
                <a:cs typeface="Inconsolata"/>
                <a:sym typeface="Inconsolata"/>
              </a:rPr>
              <a:t>c</a:t>
            </a:r>
            <a:r>
              <a:rPr b="1" lang="en" sz="3600">
                <a:latin typeface="Inconsolata"/>
                <a:ea typeface="Inconsolata"/>
                <a:cs typeface="Inconsolata"/>
                <a:sym typeface="Inconsolata"/>
              </a:rPr>
              <a:t>url </a:t>
            </a:r>
            <a:r>
              <a:rPr lang="en" sz="3600">
                <a:latin typeface="Roboto"/>
                <a:ea typeface="Roboto"/>
                <a:cs typeface="Roboto"/>
                <a:sym typeface="Roboto"/>
              </a:rPr>
              <a:t>is a command-line client that allows us to send data to and from servers.</a:t>
            </a:r>
            <a:endParaRPr sz="3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6" name="Shape 1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7" name="Google Shape;1977;p230"/>
          <p:cNvSpPr txBox="1"/>
          <p:nvPr>
            <p:ph idx="1" type="body"/>
          </p:nvPr>
        </p:nvSpPr>
        <p:spPr>
          <a:xfrm>
            <a:off x="371075" y="1121725"/>
            <a:ext cx="4500600" cy="33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Inconsolata"/>
                <a:ea typeface="Inconsolata"/>
                <a:cs typeface="Inconsolata"/>
                <a:sym typeface="Inconsolata"/>
              </a:rPr>
              <a:t>c</a:t>
            </a:r>
            <a:r>
              <a:rPr b="1" lang="en" sz="1800">
                <a:latin typeface="Inconsolata"/>
                <a:ea typeface="Inconsolata"/>
                <a:cs typeface="Inconsolata"/>
                <a:sym typeface="Inconsolata"/>
              </a:rPr>
              <a:t>url</a:t>
            </a:r>
            <a:r>
              <a:rPr lang="en" sz="1800"/>
              <a:t> allows security professionals to: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Test web server security configurations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Ensure web servers don’t leak sensitive data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Verify servers only respond to certain requests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Look for vulnerabilities on a web server</a:t>
            </a:r>
            <a:endParaRPr sz="1800"/>
          </a:p>
        </p:txBody>
      </p:sp>
      <p:sp>
        <p:nvSpPr>
          <p:cNvPr id="1978" name="Google Shape;1978;p230"/>
          <p:cNvSpPr txBox="1"/>
          <p:nvPr>
            <p:ph type="title"/>
          </p:nvPr>
        </p:nvSpPr>
        <p:spPr>
          <a:xfrm>
            <a:off x="74125" y="-175"/>
            <a:ext cx="5913600" cy="4449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latin typeface="Inconsolata"/>
                <a:ea typeface="Inconsolata"/>
                <a:cs typeface="Inconsolata"/>
                <a:sym typeface="Inconsolata"/>
              </a:rPr>
              <a:t>curl</a:t>
            </a:r>
            <a:endParaRPr sz="29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1979" name="Google Shape;1979;p230"/>
          <p:cNvSpPr txBox="1"/>
          <p:nvPr>
            <p:ph idx="3" type="title"/>
          </p:nvPr>
        </p:nvSpPr>
        <p:spPr>
          <a:xfrm>
            <a:off x="70200" y="478650"/>
            <a:ext cx="59295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Sends Customized HTTP Requests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80" name="Google Shape;1980;p2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0823" y="1887064"/>
            <a:ext cx="3341775" cy="263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4" name="Shape 1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5" name="Google Shape;1985;p231"/>
          <p:cNvSpPr txBox="1"/>
          <p:nvPr>
            <p:ph idx="1" type="body"/>
          </p:nvPr>
        </p:nvSpPr>
        <p:spPr>
          <a:xfrm>
            <a:off x="3396050" y="1377600"/>
            <a:ext cx="52905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r>
              <a:rPr lang="en"/>
              <a:t>s a command-line tool,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curl</a:t>
            </a:r>
            <a:r>
              <a:rPr lang="en"/>
              <a:t> can be used in conjunction with other command-line tools, such as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grep</a:t>
            </a:r>
            <a:r>
              <a:rPr lang="en"/>
              <a:t>,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sed</a:t>
            </a:r>
            <a:r>
              <a:rPr lang="en"/>
              <a:t>, and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awk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9" name="Shape 1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0" name="Google Shape;1990;p232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Inconsolata"/>
                <a:ea typeface="Inconsolata"/>
                <a:cs typeface="Inconsolata"/>
                <a:sym typeface="Inconsolata"/>
              </a:rPr>
              <a:t>curl</a:t>
            </a:r>
            <a:endParaRPr sz="3100"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4" name="Shape 1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5" name="Google Shape;1995;p233"/>
          <p:cNvSpPr txBox="1"/>
          <p:nvPr>
            <p:ph idx="1" type="subTitle"/>
          </p:nvPr>
        </p:nvSpPr>
        <p:spPr>
          <a:xfrm>
            <a:off x="6463600" y="4568825"/>
            <a:ext cx="23922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 Minutes</a:t>
            </a:r>
            <a:endParaRPr/>
          </a:p>
        </p:txBody>
      </p:sp>
      <p:sp>
        <p:nvSpPr>
          <p:cNvPr id="1996" name="Google Shape;1996;p233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curl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1997" name="Google Shape;1997;p233"/>
          <p:cNvSpPr txBox="1"/>
          <p:nvPr>
            <p:ph idx="3" type="body"/>
          </p:nvPr>
        </p:nvSpPr>
        <p:spPr>
          <a:xfrm>
            <a:off x="457200" y="1176975"/>
            <a:ext cx="7772400" cy="3191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this activity, you will continue in your role as a web app security engineer.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are tasked with writing various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curl </a:t>
            </a:r>
            <a:r>
              <a:rPr lang="en"/>
              <a:t>commands to interact with an HTTP web server.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will use various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curl </a:t>
            </a:r>
            <a:r>
              <a:rPr lang="en"/>
              <a:t>options, request methods, and request headers to return specific responses.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98" name="Google Shape;1998;p2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2" name="Shape 20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6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0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" name="Google Shape;2011;p236"/>
          <p:cNvSpPr txBox="1"/>
          <p:nvPr>
            <p:ph idx="1" type="body"/>
          </p:nvPr>
        </p:nvSpPr>
        <p:spPr>
          <a:xfrm>
            <a:off x="3452875" y="1479375"/>
            <a:ext cx="5000700" cy="3277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We’ll use a Chrome extension called </a:t>
            </a:r>
            <a:r>
              <a:rPr b="1" lang="en" sz="2800"/>
              <a:t>Cookie-Editor</a:t>
            </a:r>
            <a:r>
              <a:rPr lang="en" sz="2800"/>
              <a:t> to take a closer look at sessions and cookies in our browser.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15" name="Shape 2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6" name="Google Shape;2016;p237"/>
          <p:cNvSpPr txBox="1"/>
          <p:nvPr>
            <p:ph idx="2" type="body"/>
          </p:nvPr>
        </p:nvSpPr>
        <p:spPr>
          <a:xfrm>
            <a:off x="294725" y="1489075"/>
            <a:ext cx="4458000" cy="17601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Cookie-Editor</a:t>
            </a:r>
            <a:r>
              <a:rPr lang="en"/>
              <a:t> is an extension that works with Google Chrome allowing: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Import users’ cookies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Export users’ cookies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Save users’ cookies</a:t>
            </a:r>
            <a:endParaRPr/>
          </a:p>
        </p:txBody>
      </p:sp>
      <p:sp>
        <p:nvSpPr>
          <p:cNvPr id="2017" name="Google Shape;2017;p237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Cookie Editor</a:t>
            </a:r>
            <a:endParaRPr/>
          </a:p>
        </p:txBody>
      </p:sp>
      <p:sp>
        <p:nvSpPr>
          <p:cNvPr id="2018" name="Google Shape;2018;p23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Managing </a:t>
            </a:r>
            <a:r>
              <a:rPr lang="en"/>
              <a:t>User</a:t>
            </a:r>
            <a:r>
              <a:rPr lang="en"/>
              <a:t> Sessions</a:t>
            </a:r>
            <a:endParaRPr/>
          </a:p>
        </p:txBody>
      </p:sp>
      <p:pic>
        <p:nvPicPr>
          <p:cNvPr id="2019" name="Google Shape;2019;p237"/>
          <p:cNvPicPr preferRelativeResize="0"/>
          <p:nvPr/>
        </p:nvPicPr>
        <p:blipFill rotWithShape="1">
          <a:blip r:embed="rId3">
            <a:alphaModFix/>
          </a:blip>
          <a:srcRect b="12860" l="23857" r="21983" t="11935"/>
          <a:stretch/>
        </p:blipFill>
        <p:spPr>
          <a:xfrm>
            <a:off x="255086" y="256251"/>
            <a:ext cx="404225" cy="442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0" name="Google Shape;2020;p237"/>
          <p:cNvPicPr preferRelativeResize="0"/>
          <p:nvPr/>
        </p:nvPicPr>
        <p:blipFill rotWithShape="1">
          <a:blip r:embed="rId4">
            <a:alphaModFix/>
          </a:blip>
          <a:srcRect b="8028" l="18471" r="18828" t="10789"/>
          <a:stretch/>
        </p:blipFill>
        <p:spPr>
          <a:xfrm>
            <a:off x="5407487" y="1252350"/>
            <a:ext cx="3128839" cy="319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2024" name="Shape 2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5" name="Google Shape;2025;p238"/>
          <p:cNvSpPr txBox="1"/>
          <p:nvPr>
            <p:ph idx="1" type="body"/>
          </p:nvPr>
        </p:nvSpPr>
        <p:spPr>
          <a:xfrm>
            <a:off x="457200" y="1044400"/>
            <a:ext cx="4811400" cy="3111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In this demo for using </a:t>
            </a:r>
            <a:r>
              <a:rPr b="1" lang="en" sz="1600"/>
              <a:t>Cookie-Editor</a:t>
            </a:r>
            <a:r>
              <a:rPr lang="en" sz="1600"/>
              <a:t>, we’ll complete the following steps: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Enable the Chrome extension </a:t>
            </a:r>
            <a:r>
              <a:rPr lang="en" sz="1600"/>
              <a:t>C</a:t>
            </a:r>
            <a:r>
              <a:rPr lang="en" sz="1600"/>
              <a:t>ookie-Editor.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Create a user on a webpage and export their cookie to the clipboard with Cookie-Editor.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Create a new user, which will overwrite the old user's cookie and session.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Use the Cookie-Editor extension to import back the first user's session to show how a simple tool can be used to swap sessions.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br>
              <a:rPr lang="en" sz="1600"/>
            </a:br>
            <a:br>
              <a:rPr lang="en" sz="1600"/>
            </a:br>
            <a:endParaRPr sz="1600"/>
          </a:p>
        </p:txBody>
      </p:sp>
      <p:cxnSp>
        <p:nvCxnSpPr>
          <p:cNvPr id="2026" name="Google Shape;2026;p238"/>
          <p:cNvCxnSpPr/>
          <p:nvPr/>
        </p:nvCxnSpPr>
        <p:spPr>
          <a:xfrm>
            <a:off x="-9375" y="8537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027" name="Google Shape;2027;p238"/>
          <p:cNvSpPr txBox="1"/>
          <p:nvPr/>
        </p:nvSpPr>
        <p:spPr>
          <a:xfrm>
            <a:off x="724200" y="203600"/>
            <a:ext cx="5685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Demonstration</a:t>
            </a:r>
            <a:r>
              <a:rPr lang="en" sz="2600">
                <a:solidFill>
                  <a:schemeClr val="accent5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b="1" lang="en" sz="2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Scenario</a:t>
            </a:r>
            <a:endParaRPr b="1" sz="26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8" name="Google Shape;2028;p238"/>
          <p:cNvSpPr/>
          <p:nvPr/>
        </p:nvSpPr>
        <p:spPr>
          <a:xfrm>
            <a:off x="136025" y="11517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9" name="Google Shape;2029;p238"/>
          <p:cNvSpPr txBox="1"/>
          <p:nvPr/>
        </p:nvSpPr>
        <p:spPr>
          <a:xfrm>
            <a:off x="724200" y="478650"/>
            <a:ext cx="661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2030" name="Google Shape;2030;p2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25" y="203600"/>
            <a:ext cx="399097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1" name="Google Shape;2031;p238"/>
          <p:cNvPicPr preferRelativeResize="0"/>
          <p:nvPr/>
        </p:nvPicPr>
        <p:blipFill rotWithShape="1">
          <a:blip r:embed="rId4">
            <a:alphaModFix/>
          </a:blip>
          <a:srcRect b="0" l="34066" r="20082" t="58376"/>
          <a:stretch/>
        </p:blipFill>
        <p:spPr>
          <a:xfrm>
            <a:off x="5943600" y="3229863"/>
            <a:ext cx="2344950" cy="1677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2" name="Google Shape;2032;p238"/>
          <p:cNvPicPr preferRelativeResize="0"/>
          <p:nvPr/>
        </p:nvPicPr>
        <p:blipFill rotWithShape="1">
          <a:blip r:embed="rId5">
            <a:alphaModFix/>
          </a:blip>
          <a:srcRect b="8028" l="18471" r="18828" t="10789"/>
          <a:stretch/>
        </p:blipFill>
        <p:spPr>
          <a:xfrm>
            <a:off x="5757538" y="999675"/>
            <a:ext cx="2200924" cy="2245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6" name="Shape 2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" name="Google Shape;2037;p239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Inconsolata"/>
                <a:ea typeface="Inconsolata"/>
                <a:cs typeface="Inconsolata"/>
                <a:sym typeface="Inconsolata"/>
              </a:rPr>
              <a:t>Cookie-Editor</a:t>
            </a:r>
            <a:endParaRPr sz="3100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1" name="Shape 2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2" name="Google Shape;2042;p240"/>
          <p:cNvSpPr txBox="1"/>
          <p:nvPr>
            <p:ph idx="1" type="subTitle"/>
          </p:nvPr>
        </p:nvSpPr>
        <p:spPr>
          <a:xfrm>
            <a:off x="6463600" y="4568825"/>
            <a:ext cx="23922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25 Minutes</a:t>
            </a:r>
            <a:endParaRPr/>
          </a:p>
        </p:txBody>
      </p:sp>
      <p:sp>
        <p:nvSpPr>
          <p:cNvPr id="2043" name="Google Shape;2043;p240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Swap Sessions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2044" name="Google Shape;2044;p240"/>
          <p:cNvSpPr txBox="1"/>
          <p:nvPr>
            <p:ph idx="3" type="body"/>
          </p:nvPr>
        </p:nvSpPr>
        <p:spPr>
          <a:xfrm>
            <a:off x="457200" y="1176975"/>
            <a:ext cx="7772400" cy="3191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this activity, you will continue your role as a web app security engineer.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the previous web server was compromised, your company decides to use WordPress as a platform for its new e-commerce site.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are tasked with using the Chrome browser extension Cookie-Editor with your company's WordPress site to examine the process an attacker might take to hijack a session.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45" name="Google Shape;2045;p2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9" name="Shape 20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3" name="Shape 20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7" name="Shape 2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" name="Google Shape;2058;p243"/>
          <p:cNvSpPr txBox="1"/>
          <p:nvPr>
            <p:ph idx="1" type="subTitle"/>
          </p:nvPr>
        </p:nvSpPr>
        <p:spPr>
          <a:xfrm>
            <a:off x="41700" y="3746925"/>
            <a:ext cx="9102300" cy="9006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Microservices and Web Application Architecture</a:t>
            </a:r>
            <a:endParaRPr b="1" baseline="-25000" sz="220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2" name="Shape 20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ootcamp Slides New Theme - July 2024">
  <a:themeElements>
    <a:clrScheme name="Simple Light">
      <a:dk1>
        <a:srgbClr val="2E5E73"/>
      </a:dk1>
      <a:lt1>
        <a:srgbClr val="FFFFFF"/>
      </a:lt1>
      <a:dk2>
        <a:srgbClr val="082D49"/>
      </a:dk2>
      <a:lt2>
        <a:srgbClr val="F2F2F2"/>
      </a:lt2>
      <a:accent1>
        <a:srgbClr val="FCB912"/>
      </a:accent1>
      <a:accent2>
        <a:srgbClr val="AADCF2"/>
      </a:accent2>
      <a:accent3>
        <a:srgbClr val="1475D4"/>
      </a:accent3>
      <a:accent4>
        <a:srgbClr val="00C7CC"/>
      </a:accent4>
      <a:accent5>
        <a:srgbClr val="082D49"/>
      </a:accent5>
      <a:accent6>
        <a:srgbClr val="2E5E73"/>
      </a:accent6>
      <a:hlink>
        <a:srgbClr val="2E5E7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